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计算耗时分析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908091" y="5473276"/>
              <a:ext cx="7690140" cy="0"/>
            </a:xfrm>
            <a:custGeom>
              <a:avLst/>
              <a:pathLst>
                <a:path w="7690140" h="0">
                  <a:moveTo>
                    <a:pt x="0" y="0"/>
                  </a:moveTo>
                  <a:lnTo>
                    <a:pt x="7690140" y="0"/>
                  </a:lnTo>
                  <a:lnTo>
                    <a:pt x="7690140" y="0"/>
                  </a:lnTo>
                </a:path>
              </a:pathLst>
            </a:custGeom>
            <a:ln w="16260" cap="flat">
              <a:solidFill>
                <a:srgbClr val="ECF0F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908091" y="4593578"/>
              <a:ext cx="7690140" cy="0"/>
            </a:xfrm>
            <a:custGeom>
              <a:avLst/>
              <a:pathLst>
                <a:path w="7690140" h="0">
                  <a:moveTo>
                    <a:pt x="0" y="0"/>
                  </a:moveTo>
                  <a:lnTo>
                    <a:pt x="7690140" y="0"/>
                  </a:lnTo>
                  <a:lnTo>
                    <a:pt x="7690140" y="0"/>
                  </a:lnTo>
                </a:path>
              </a:pathLst>
            </a:custGeom>
            <a:ln w="16260" cap="flat">
              <a:solidFill>
                <a:srgbClr val="ECF0F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908091" y="3713879"/>
              <a:ext cx="7690140" cy="0"/>
            </a:xfrm>
            <a:custGeom>
              <a:avLst/>
              <a:pathLst>
                <a:path w="7690140" h="0">
                  <a:moveTo>
                    <a:pt x="0" y="0"/>
                  </a:moveTo>
                  <a:lnTo>
                    <a:pt x="7690140" y="0"/>
                  </a:lnTo>
                  <a:lnTo>
                    <a:pt x="7690140" y="0"/>
                  </a:lnTo>
                </a:path>
              </a:pathLst>
            </a:custGeom>
            <a:ln w="16260" cap="flat">
              <a:solidFill>
                <a:srgbClr val="ECF0F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908091" y="2834180"/>
              <a:ext cx="7690140" cy="0"/>
            </a:xfrm>
            <a:custGeom>
              <a:avLst/>
              <a:pathLst>
                <a:path w="7690140" h="0">
                  <a:moveTo>
                    <a:pt x="0" y="0"/>
                  </a:moveTo>
                  <a:lnTo>
                    <a:pt x="7690140" y="0"/>
                  </a:lnTo>
                  <a:lnTo>
                    <a:pt x="7690140" y="0"/>
                  </a:lnTo>
                </a:path>
              </a:pathLst>
            </a:custGeom>
            <a:ln w="16260" cap="flat">
              <a:solidFill>
                <a:srgbClr val="ECF0F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689121" y="5436769"/>
              <a:ext cx="1321742" cy="36506"/>
            </a:xfrm>
            <a:prstGeom prst="rect">
              <a:avLst/>
            </a:prstGeom>
            <a:solidFill>
              <a:srgbClr val="2980B9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4092290" y="2398774"/>
              <a:ext cx="1321742" cy="3074501"/>
            </a:xfrm>
            <a:prstGeom prst="rect">
              <a:avLst/>
            </a:prstGeom>
            <a:solidFill>
              <a:srgbClr val="27AE6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6495459" y="5168958"/>
              <a:ext cx="1321742" cy="304318"/>
            </a:xfrm>
            <a:prstGeom prst="rect">
              <a:avLst/>
            </a:prstGeom>
            <a:solidFill>
              <a:srgbClr val="D3540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13" name="ph12"/>
            <p:cNvSpPr/>
            <p:nvPr/>
          </p:nvSpPr>
          <p:spPr>
            <a:xfrm>
              <a:off x="1761916" y="3714202"/>
              <a:ext cx="457200" cy="1663141"/>
            </a:xfrm>
            <a:custGeom>
              <a:avLst/>
              <a:pathLst>
                <a:path w="457200" h="1663141">
                  <a:moveTo>
                    <a:pt x="457200" y="1600200"/>
                  </a:moveTo>
                  <a:lnTo>
                    <a:pt x="457167" y="1603652"/>
                  </a:lnTo>
                  <a:lnTo>
                    <a:pt x="457071" y="1606995"/>
                  </a:lnTo>
                  <a:lnTo>
                    <a:pt x="456910" y="1610229"/>
                  </a:lnTo>
                  <a:lnTo>
                    <a:pt x="456686" y="1613354"/>
                  </a:lnTo>
                  <a:lnTo>
                    <a:pt x="456396" y="1616369"/>
                  </a:lnTo>
                  <a:lnTo>
                    <a:pt x="456043" y="1619275"/>
                  </a:lnTo>
                  <a:lnTo>
                    <a:pt x="455626" y="1622071"/>
                  </a:lnTo>
                  <a:lnTo>
                    <a:pt x="455144" y="1624758"/>
                  </a:lnTo>
                  <a:lnTo>
                    <a:pt x="454598" y="1627336"/>
                  </a:lnTo>
                  <a:lnTo>
                    <a:pt x="453987" y="1629804"/>
                  </a:lnTo>
                  <a:lnTo>
                    <a:pt x="453320" y="1632155"/>
                  </a:lnTo>
                  <a:lnTo>
                    <a:pt x="452602" y="1634416"/>
                  </a:lnTo>
                  <a:lnTo>
                    <a:pt x="451833" y="1636586"/>
                  </a:lnTo>
                  <a:lnTo>
                    <a:pt x="451015" y="1638666"/>
                  </a:lnTo>
                  <a:lnTo>
                    <a:pt x="450146" y="1640656"/>
                  </a:lnTo>
                  <a:lnTo>
                    <a:pt x="449226" y="1642555"/>
                  </a:lnTo>
                  <a:lnTo>
                    <a:pt x="448257" y="1644365"/>
                  </a:lnTo>
                  <a:lnTo>
                    <a:pt x="447236" y="1646084"/>
                  </a:lnTo>
                  <a:lnTo>
                    <a:pt x="446166" y="1647712"/>
                  </a:lnTo>
                  <a:lnTo>
                    <a:pt x="445045" y="1649251"/>
                  </a:lnTo>
                  <a:lnTo>
                    <a:pt x="443895" y="1650686"/>
                  </a:lnTo>
                  <a:lnTo>
                    <a:pt x="442701" y="1652039"/>
                  </a:lnTo>
                  <a:lnTo>
                    <a:pt x="441464" y="1653311"/>
                  </a:lnTo>
                  <a:lnTo>
                    <a:pt x="440183" y="1654501"/>
                  </a:lnTo>
                  <a:lnTo>
                    <a:pt x="438860" y="1655610"/>
                  </a:lnTo>
                  <a:lnTo>
                    <a:pt x="437492" y="1656637"/>
                  </a:lnTo>
                  <a:lnTo>
                    <a:pt x="436081" y="1657583"/>
                  </a:lnTo>
                  <a:lnTo>
                    <a:pt x="434627" y="1658446"/>
                  </a:lnTo>
                  <a:lnTo>
                    <a:pt x="433130" y="1659229"/>
                  </a:lnTo>
                  <a:lnTo>
                    <a:pt x="431589" y="1659929"/>
                  </a:lnTo>
                  <a:lnTo>
                    <a:pt x="430029" y="1660540"/>
                  </a:lnTo>
                  <a:lnTo>
                    <a:pt x="428439" y="1661086"/>
                  </a:lnTo>
                  <a:lnTo>
                    <a:pt x="426820" y="1661567"/>
                  </a:lnTo>
                  <a:lnTo>
                    <a:pt x="425171" y="1661985"/>
                  </a:lnTo>
                  <a:lnTo>
                    <a:pt x="423493" y="1662338"/>
                  </a:lnTo>
                  <a:lnTo>
                    <a:pt x="421785" y="1662627"/>
                  </a:lnTo>
                  <a:lnTo>
                    <a:pt x="420048" y="1662852"/>
                  </a:lnTo>
                  <a:lnTo>
                    <a:pt x="418281" y="1663013"/>
                  </a:lnTo>
                  <a:lnTo>
                    <a:pt x="416485" y="1663109"/>
                  </a:lnTo>
                  <a:lnTo>
                    <a:pt x="414659" y="1663141"/>
                  </a:lnTo>
                  <a:lnTo>
                    <a:pt x="412834" y="1663109"/>
                  </a:lnTo>
                  <a:lnTo>
                    <a:pt x="411037" y="1663013"/>
                  </a:lnTo>
                  <a:lnTo>
                    <a:pt x="409271" y="1662852"/>
                  </a:lnTo>
                  <a:lnTo>
                    <a:pt x="407534" y="1662627"/>
                  </a:lnTo>
                  <a:lnTo>
                    <a:pt x="405826" y="1662338"/>
                  </a:lnTo>
                  <a:lnTo>
                    <a:pt x="404148" y="1661985"/>
                  </a:lnTo>
                  <a:lnTo>
                    <a:pt x="402499" y="1661567"/>
                  </a:lnTo>
                  <a:lnTo>
                    <a:pt x="400880" y="1661086"/>
                  </a:lnTo>
                  <a:lnTo>
                    <a:pt x="399290" y="1660540"/>
                  </a:lnTo>
                  <a:lnTo>
                    <a:pt x="397730" y="1659929"/>
                  </a:lnTo>
                  <a:lnTo>
                    <a:pt x="396207" y="1659245"/>
                  </a:lnTo>
                  <a:lnTo>
                    <a:pt x="394726" y="1658478"/>
                  </a:lnTo>
                  <a:lnTo>
                    <a:pt x="393290" y="1657627"/>
                  </a:lnTo>
                  <a:lnTo>
                    <a:pt x="391896" y="1656693"/>
                  </a:lnTo>
                  <a:lnTo>
                    <a:pt x="390546" y="1655675"/>
                  </a:lnTo>
                  <a:lnTo>
                    <a:pt x="389240" y="1654574"/>
                  </a:lnTo>
                  <a:lnTo>
                    <a:pt x="387976" y="1653390"/>
                  </a:lnTo>
                  <a:lnTo>
                    <a:pt x="386757" y="1652123"/>
                  </a:lnTo>
                  <a:lnTo>
                    <a:pt x="385580" y="1650772"/>
                  </a:lnTo>
                  <a:lnTo>
                    <a:pt x="384447" y="1649338"/>
                  </a:lnTo>
                  <a:lnTo>
                    <a:pt x="383360" y="1647799"/>
                  </a:lnTo>
                  <a:lnTo>
                    <a:pt x="382322" y="1646171"/>
                  </a:lnTo>
                  <a:lnTo>
                    <a:pt x="381332" y="1644452"/>
                  </a:lnTo>
                  <a:lnTo>
                    <a:pt x="380391" y="1642642"/>
                  </a:lnTo>
                  <a:lnTo>
                    <a:pt x="379499" y="1640743"/>
                  </a:lnTo>
                  <a:lnTo>
                    <a:pt x="378655" y="1638753"/>
                  </a:lnTo>
                  <a:lnTo>
                    <a:pt x="377860" y="1636673"/>
                  </a:lnTo>
                  <a:lnTo>
                    <a:pt x="377113" y="1634502"/>
                  </a:lnTo>
                  <a:lnTo>
                    <a:pt x="376415" y="1632242"/>
                  </a:lnTo>
                  <a:lnTo>
                    <a:pt x="375766" y="1629891"/>
                  </a:lnTo>
                  <a:lnTo>
                    <a:pt x="375172" y="1627422"/>
                  </a:lnTo>
                  <a:lnTo>
                    <a:pt x="374641" y="1624841"/>
                  </a:lnTo>
                  <a:lnTo>
                    <a:pt x="374172" y="1622150"/>
                  </a:lnTo>
                  <a:lnTo>
                    <a:pt x="373765" y="1619348"/>
                  </a:lnTo>
                  <a:lnTo>
                    <a:pt x="373422" y="1616434"/>
                  </a:lnTo>
                  <a:lnTo>
                    <a:pt x="373140" y="1613409"/>
                  </a:lnTo>
                  <a:lnTo>
                    <a:pt x="372922" y="1610274"/>
                  </a:lnTo>
                  <a:lnTo>
                    <a:pt x="372765" y="1607027"/>
                  </a:lnTo>
                  <a:lnTo>
                    <a:pt x="372672" y="1603669"/>
                  </a:lnTo>
                  <a:lnTo>
                    <a:pt x="372640" y="1600200"/>
                  </a:lnTo>
                  <a:lnTo>
                    <a:pt x="372671" y="1596565"/>
                  </a:lnTo>
                  <a:lnTo>
                    <a:pt x="372762" y="1593060"/>
                  </a:lnTo>
                  <a:lnTo>
                    <a:pt x="372914" y="1589683"/>
                  </a:lnTo>
                  <a:lnTo>
                    <a:pt x="373126" y="1586434"/>
                  </a:lnTo>
                  <a:lnTo>
                    <a:pt x="373400" y="1583314"/>
                  </a:lnTo>
                  <a:lnTo>
                    <a:pt x="373734" y="1580322"/>
                  </a:lnTo>
                  <a:lnTo>
                    <a:pt x="374129" y="1577459"/>
                  </a:lnTo>
                  <a:lnTo>
                    <a:pt x="374585" y="1574724"/>
                  </a:lnTo>
                  <a:lnTo>
                    <a:pt x="375102" y="1572118"/>
                  </a:lnTo>
                  <a:lnTo>
                    <a:pt x="375679" y="1569640"/>
                  </a:lnTo>
                  <a:lnTo>
                    <a:pt x="376329" y="1567259"/>
                  </a:lnTo>
                  <a:lnTo>
                    <a:pt x="377030" y="1564976"/>
                  </a:lnTo>
                  <a:lnTo>
                    <a:pt x="377781" y="1562793"/>
                  </a:lnTo>
                  <a:lnTo>
                    <a:pt x="378582" y="1560708"/>
                  </a:lnTo>
                  <a:lnTo>
                    <a:pt x="379434" y="1558723"/>
                  </a:lnTo>
                  <a:lnTo>
                    <a:pt x="380336" y="1556836"/>
                  </a:lnTo>
                  <a:lnTo>
                    <a:pt x="381288" y="1555049"/>
                  </a:lnTo>
                  <a:lnTo>
                    <a:pt x="382291" y="1553360"/>
                  </a:lnTo>
                  <a:lnTo>
                    <a:pt x="383344" y="1551771"/>
                  </a:lnTo>
                  <a:lnTo>
                    <a:pt x="384447" y="1550280"/>
                  </a:lnTo>
                  <a:lnTo>
                    <a:pt x="385598" y="1548882"/>
                  </a:lnTo>
                  <a:lnTo>
                    <a:pt x="386791" y="1547571"/>
                  </a:lnTo>
                  <a:lnTo>
                    <a:pt x="388029" y="1546347"/>
                  </a:lnTo>
                  <a:lnTo>
                    <a:pt x="389309" y="1545210"/>
                  </a:lnTo>
                  <a:lnTo>
                    <a:pt x="390633" y="1544160"/>
                  </a:lnTo>
                  <a:lnTo>
                    <a:pt x="392000" y="1543196"/>
                  </a:lnTo>
                  <a:lnTo>
                    <a:pt x="393411" y="1542319"/>
                  </a:lnTo>
                  <a:lnTo>
                    <a:pt x="394865" y="1541529"/>
                  </a:lnTo>
                  <a:lnTo>
                    <a:pt x="396363" y="1540826"/>
                  </a:lnTo>
                  <a:lnTo>
                    <a:pt x="397904" y="1540209"/>
                  </a:lnTo>
                  <a:lnTo>
                    <a:pt x="399500" y="1539649"/>
                  </a:lnTo>
                  <a:lnTo>
                    <a:pt x="401130" y="1539147"/>
                  </a:lnTo>
                  <a:lnTo>
                    <a:pt x="402793" y="1538704"/>
                  </a:lnTo>
                  <a:lnTo>
                    <a:pt x="404488" y="1538320"/>
                  </a:lnTo>
                  <a:lnTo>
                    <a:pt x="406217" y="1537996"/>
                  </a:lnTo>
                  <a:lnTo>
                    <a:pt x="407978" y="1537730"/>
                  </a:lnTo>
                  <a:lnTo>
                    <a:pt x="409773" y="1537523"/>
                  </a:lnTo>
                  <a:lnTo>
                    <a:pt x="411600" y="1537376"/>
                  </a:lnTo>
                  <a:lnTo>
                    <a:pt x="413461" y="1537287"/>
                  </a:lnTo>
                  <a:lnTo>
                    <a:pt x="415354" y="1537258"/>
                  </a:lnTo>
                  <a:lnTo>
                    <a:pt x="417129" y="1537287"/>
                  </a:lnTo>
                  <a:lnTo>
                    <a:pt x="418879" y="1537376"/>
                  </a:lnTo>
                  <a:lnTo>
                    <a:pt x="420602" y="1537523"/>
                  </a:lnTo>
                  <a:lnTo>
                    <a:pt x="422299" y="1537730"/>
                  </a:lnTo>
                  <a:lnTo>
                    <a:pt x="423971" y="1537996"/>
                  </a:lnTo>
                  <a:lnTo>
                    <a:pt x="425616" y="1538320"/>
                  </a:lnTo>
                  <a:lnTo>
                    <a:pt x="427235" y="1538704"/>
                  </a:lnTo>
                  <a:lnTo>
                    <a:pt x="428828" y="1539147"/>
                  </a:lnTo>
                  <a:lnTo>
                    <a:pt x="430395" y="1539649"/>
                  </a:lnTo>
                  <a:lnTo>
                    <a:pt x="431936" y="1540209"/>
                  </a:lnTo>
                  <a:lnTo>
                    <a:pt x="433460" y="1540826"/>
                  </a:lnTo>
                  <a:lnTo>
                    <a:pt x="434940" y="1541529"/>
                  </a:lnTo>
                  <a:lnTo>
                    <a:pt x="436377" y="1542319"/>
                  </a:lnTo>
                  <a:lnTo>
                    <a:pt x="437770" y="1543196"/>
                  </a:lnTo>
                  <a:lnTo>
                    <a:pt x="439120" y="1544160"/>
                  </a:lnTo>
                  <a:lnTo>
                    <a:pt x="440427" y="1545210"/>
                  </a:lnTo>
                  <a:lnTo>
                    <a:pt x="441690" y="1546347"/>
                  </a:lnTo>
                  <a:lnTo>
                    <a:pt x="442910" y="1547571"/>
                  </a:lnTo>
                  <a:lnTo>
                    <a:pt x="444086" y="1548882"/>
                  </a:lnTo>
                  <a:lnTo>
                    <a:pt x="445219" y="1550280"/>
                  </a:lnTo>
                  <a:lnTo>
                    <a:pt x="446322" y="1551771"/>
                  </a:lnTo>
                  <a:lnTo>
                    <a:pt x="447375" y="1553360"/>
                  </a:lnTo>
                  <a:lnTo>
                    <a:pt x="448378" y="1555049"/>
                  </a:lnTo>
                  <a:lnTo>
                    <a:pt x="449330" y="1556836"/>
                  </a:lnTo>
                  <a:lnTo>
                    <a:pt x="450232" y="1558723"/>
                  </a:lnTo>
                  <a:lnTo>
                    <a:pt x="451084" y="1560708"/>
                  </a:lnTo>
                  <a:lnTo>
                    <a:pt x="451885" y="1562793"/>
                  </a:lnTo>
                  <a:lnTo>
                    <a:pt x="452636" y="1564976"/>
                  </a:lnTo>
                  <a:lnTo>
                    <a:pt x="453337" y="1567259"/>
                  </a:lnTo>
                  <a:lnTo>
                    <a:pt x="453987" y="1569640"/>
                  </a:lnTo>
                  <a:lnTo>
                    <a:pt x="454598" y="1572118"/>
                  </a:lnTo>
                  <a:lnTo>
                    <a:pt x="455144" y="1574724"/>
                  </a:lnTo>
                  <a:lnTo>
                    <a:pt x="455626" y="1577459"/>
                  </a:lnTo>
                  <a:lnTo>
                    <a:pt x="456043" y="1580322"/>
                  </a:lnTo>
                  <a:lnTo>
                    <a:pt x="456396" y="1583314"/>
                  </a:lnTo>
                  <a:lnTo>
                    <a:pt x="456686" y="1586434"/>
                  </a:lnTo>
                  <a:lnTo>
                    <a:pt x="456910" y="1589683"/>
                  </a:lnTo>
                  <a:lnTo>
                    <a:pt x="457071" y="1593060"/>
                  </a:lnTo>
                  <a:lnTo>
                    <a:pt x="457167" y="1596565"/>
                  </a:lnTo>
                  <a:close/>
                  <a:moveTo>
                    <a:pt x="432717" y="1600200"/>
                  </a:moveTo>
                  <a:lnTo>
                    <a:pt x="432708" y="1597658"/>
                  </a:lnTo>
                  <a:lnTo>
                    <a:pt x="432679" y="1595206"/>
                  </a:lnTo>
                  <a:lnTo>
                    <a:pt x="432631" y="1592844"/>
                  </a:lnTo>
                  <a:lnTo>
                    <a:pt x="432564" y="1590573"/>
                  </a:lnTo>
                  <a:lnTo>
                    <a:pt x="432479" y="1588392"/>
                  </a:lnTo>
                  <a:lnTo>
                    <a:pt x="432373" y="1586302"/>
                  </a:lnTo>
                  <a:lnTo>
                    <a:pt x="432249" y="1584302"/>
                  </a:lnTo>
                  <a:lnTo>
                    <a:pt x="432106" y="1582392"/>
                  </a:lnTo>
                  <a:lnTo>
                    <a:pt x="431944" y="1580572"/>
                  </a:lnTo>
                  <a:lnTo>
                    <a:pt x="431762" y="1578843"/>
                  </a:lnTo>
                  <a:lnTo>
                    <a:pt x="431560" y="1577177"/>
                  </a:lnTo>
                  <a:lnTo>
                    <a:pt x="431335" y="1575582"/>
                  </a:lnTo>
                  <a:lnTo>
                    <a:pt x="431088" y="1574058"/>
                  </a:lnTo>
                  <a:lnTo>
                    <a:pt x="430818" y="1572606"/>
                  </a:lnTo>
                  <a:lnTo>
                    <a:pt x="430525" y="1571225"/>
                  </a:lnTo>
                  <a:lnTo>
                    <a:pt x="430210" y="1569914"/>
                  </a:lnTo>
                  <a:lnTo>
                    <a:pt x="429872" y="1568676"/>
                  </a:lnTo>
                  <a:lnTo>
                    <a:pt x="429512" y="1567508"/>
                  </a:lnTo>
                  <a:lnTo>
                    <a:pt x="429129" y="1566411"/>
                  </a:lnTo>
                  <a:lnTo>
                    <a:pt x="428724" y="1565386"/>
                  </a:lnTo>
                  <a:lnTo>
                    <a:pt x="428294" y="1564409"/>
                  </a:lnTo>
                  <a:lnTo>
                    <a:pt x="427838" y="1563494"/>
                  </a:lnTo>
                  <a:lnTo>
                    <a:pt x="427356" y="1562638"/>
                  </a:lnTo>
                  <a:lnTo>
                    <a:pt x="426848" y="1561844"/>
                  </a:lnTo>
                  <a:lnTo>
                    <a:pt x="426315" y="1561110"/>
                  </a:lnTo>
                  <a:lnTo>
                    <a:pt x="425755" y="1560438"/>
                  </a:lnTo>
                  <a:lnTo>
                    <a:pt x="425169" y="1559826"/>
                  </a:lnTo>
                  <a:lnTo>
                    <a:pt x="424557" y="1559274"/>
                  </a:lnTo>
                  <a:lnTo>
                    <a:pt x="423918" y="1558784"/>
                  </a:lnTo>
                  <a:lnTo>
                    <a:pt x="423254" y="1558354"/>
                  </a:lnTo>
                  <a:lnTo>
                    <a:pt x="422580" y="1557975"/>
                  </a:lnTo>
                  <a:lnTo>
                    <a:pt x="421876" y="1557635"/>
                  </a:lnTo>
                  <a:lnTo>
                    <a:pt x="421142" y="1557336"/>
                  </a:lnTo>
                  <a:lnTo>
                    <a:pt x="420379" y="1557076"/>
                  </a:lnTo>
                  <a:lnTo>
                    <a:pt x="419586" y="1556856"/>
                  </a:lnTo>
                  <a:lnTo>
                    <a:pt x="418764" y="1556677"/>
                  </a:lnTo>
                  <a:lnTo>
                    <a:pt x="417912" y="1556537"/>
                  </a:lnTo>
                  <a:lnTo>
                    <a:pt x="417031" y="1556437"/>
                  </a:lnTo>
                  <a:lnTo>
                    <a:pt x="416121" y="1556377"/>
                  </a:lnTo>
                  <a:lnTo>
                    <a:pt x="415180" y="1556357"/>
                  </a:lnTo>
                  <a:lnTo>
                    <a:pt x="414172" y="1556378"/>
                  </a:lnTo>
                  <a:lnTo>
                    <a:pt x="413197" y="1556441"/>
                  </a:lnTo>
                  <a:lnTo>
                    <a:pt x="412256" y="1556545"/>
                  </a:lnTo>
                  <a:lnTo>
                    <a:pt x="411347" y="1556691"/>
                  </a:lnTo>
                  <a:lnTo>
                    <a:pt x="410471" y="1556878"/>
                  </a:lnTo>
                  <a:lnTo>
                    <a:pt x="409628" y="1557107"/>
                  </a:lnTo>
                  <a:lnTo>
                    <a:pt x="408818" y="1557378"/>
                  </a:lnTo>
                  <a:lnTo>
                    <a:pt x="408041" y="1557691"/>
                  </a:lnTo>
                  <a:lnTo>
                    <a:pt x="407297" y="1558045"/>
                  </a:lnTo>
                  <a:lnTo>
                    <a:pt x="406586" y="1558441"/>
                  </a:lnTo>
                  <a:lnTo>
                    <a:pt x="405904" y="1558871"/>
                  </a:lnTo>
                  <a:lnTo>
                    <a:pt x="405249" y="1559361"/>
                  </a:lnTo>
                  <a:lnTo>
                    <a:pt x="404619" y="1559912"/>
                  </a:lnTo>
                  <a:lnTo>
                    <a:pt x="404016" y="1560524"/>
                  </a:lnTo>
                  <a:lnTo>
                    <a:pt x="403438" y="1561197"/>
                  </a:lnTo>
                  <a:lnTo>
                    <a:pt x="402887" y="1561931"/>
                  </a:lnTo>
                  <a:lnTo>
                    <a:pt x="402362" y="1562725"/>
                  </a:lnTo>
                  <a:lnTo>
                    <a:pt x="401863" y="1563580"/>
                  </a:lnTo>
                  <a:lnTo>
                    <a:pt x="401390" y="1564496"/>
                  </a:lnTo>
                  <a:lnTo>
                    <a:pt x="400942" y="1565473"/>
                  </a:lnTo>
                  <a:lnTo>
                    <a:pt x="400537" y="1566515"/>
                  </a:lnTo>
                  <a:lnTo>
                    <a:pt x="400154" y="1567626"/>
                  </a:lnTo>
                  <a:lnTo>
                    <a:pt x="399794" y="1568807"/>
                  </a:lnTo>
                  <a:lnTo>
                    <a:pt x="399456" y="1570057"/>
                  </a:lnTo>
                  <a:lnTo>
                    <a:pt x="399141" y="1571376"/>
                  </a:lnTo>
                  <a:lnTo>
                    <a:pt x="398848" y="1572766"/>
                  </a:lnTo>
                  <a:lnTo>
                    <a:pt x="398578" y="1574224"/>
                  </a:lnTo>
                  <a:lnTo>
                    <a:pt x="398331" y="1575752"/>
                  </a:lnTo>
                  <a:lnTo>
                    <a:pt x="398106" y="1577349"/>
                  </a:lnTo>
                  <a:lnTo>
                    <a:pt x="397904" y="1579016"/>
                  </a:lnTo>
                  <a:lnTo>
                    <a:pt x="397739" y="1580744"/>
                  </a:lnTo>
                  <a:lnTo>
                    <a:pt x="397591" y="1582558"/>
                  </a:lnTo>
                  <a:lnTo>
                    <a:pt x="397461" y="1584460"/>
                  </a:lnTo>
                  <a:lnTo>
                    <a:pt x="397348" y="1586448"/>
                  </a:lnTo>
                  <a:lnTo>
                    <a:pt x="397253" y="1588523"/>
                  </a:lnTo>
                  <a:lnTo>
                    <a:pt x="397175" y="1590684"/>
                  </a:lnTo>
                  <a:lnTo>
                    <a:pt x="397114" y="1592933"/>
                  </a:lnTo>
                  <a:lnTo>
                    <a:pt x="397070" y="1595268"/>
                  </a:lnTo>
                  <a:lnTo>
                    <a:pt x="397044" y="1597691"/>
                  </a:lnTo>
                  <a:lnTo>
                    <a:pt x="397036" y="1600200"/>
                  </a:lnTo>
                  <a:lnTo>
                    <a:pt x="397045" y="1602676"/>
                  </a:lnTo>
                  <a:lnTo>
                    <a:pt x="397074" y="1605068"/>
                  </a:lnTo>
                  <a:lnTo>
                    <a:pt x="397122" y="1607377"/>
                  </a:lnTo>
                  <a:lnTo>
                    <a:pt x="397189" y="1609603"/>
                  </a:lnTo>
                  <a:lnTo>
                    <a:pt x="397274" y="1611746"/>
                  </a:lnTo>
                  <a:lnTo>
                    <a:pt x="397380" y="1613805"/>
                  </a:lnTo>
                  <a:lnTo>
                    <a:pt x="397504" y="1615781"/>
                  </a:lnTo>
                  <a:lnTo>
                    <a:pt x="397647" y="1617674"/>
                  </a:lnTo>
                  <a:lnTo>
                    <a:pt x="397809" y="1619483"/>
                  </a:lnTo>
                  <a:lnTo>
                    <a:pt x="397991" y="1621209"/>
                  </a:lnTo>
                  <a:lnTo>
                    <a:pt x="398193" y="1622860"/>
                  </a:lnTo>
                  <a:lnTo>
                    <a:pt x="398418" y="1624446"/>
                  </a:lnTo>
                  <a:lnTo>
                    <a:pt x="398665" y="1625965"/>
                  </a:lnTo>
                  <a:lnTo>
                    <a:pt x="398935" y="1627418"/>
                  </a:lnTo>
                  <a:lnTo>
                    <a:pt x="399228" y="1628806"/>
                  </a:lnTo>
                  <a:lnTo>
                    <a:pt x="399543" y="1630127"/>
                  </a:lnTo>
                  <a:lnTo>
                    <a:pt x="399881" y="1631382"/>
                  </a:lnTo>
                  <a:lnTo>
                    <a:pt x="400241" y="1632572"/>
                  </a:lnTo>
                  <a:lnTo>
                    <a:pt x="400624" y="1633695"/>
                  </a:lnTo>
                  <a:lnTo>
                    <a:pt x="401029" y="1634752"/>
                  </a:lnTo>
                  <a:lnTo>
                    <a:pt x="401459" y="1635730"/>
                  </a:lnTo>
                  <a:lnTo>
                    <a:pt x="401915" y="1636649"/>
                  </a:lnTo>
                  <a:lnTo>
                    <a:pt x="402397" y="1637508"/>
                  </a:lnTo>
                  <a:lnTo>
                    <a:pt x="402905" y="1638308"/>
                  </a:lnTo>
                  <a:lnTo>
                    <a:pt x="403438" y="1639050"/>
                  </a:lnTo>
                  <a:lnTo>
                    <a:pt x="403998" y="1639732"/>
                  </a:lnTo>
                  <a:lnTo>
                    <a:pt x="404584" y="1640356"/>
                  </a:lnTo>
                  <a:lnTo>
                    <a:pt x="405196" y="1640920"/>
                  </a:lnTo>
                  <a:lnTo>
                    <a:pt x="405835" y="1641425"/>
                  </a:lnTo>
                  <a:lnTo>
                    <a:pt x="406499" y="1641871"/>
                  </a:lnTo>
                  <a:lnTo>
                    <a:pt x="407192" y="1642267"/>
                  </a:lnTo>
                  <a:lnTo>
                    <a:pt x="407916" y="1642621"/>
                  </a:lnTo>
                  <a:lnTo>
                    <a:pt x="408671" y="1642934"/>
                  </a:lnTo>
                  <a:lnTo>
                    <a:pt x="409457" y="1643205"/>
                  </a:lnTo>
                  <a:lnTo>
                    <a:pt x="410275" y="1643434"/>
                  </a:lnTo>
                  <a:lnTo>
                    <a:pt x="411124" y="1643622"/>
                  </a:lnTo>
                  <a:lnTo>
                    <a:pt x="412005" y="1643767"/>
                  </a:lnTo>
                  <a:lnTo>
                    <a:pt x="412916" y="1643872"/>
                  </a:lnTo>
                  <a:lnTo>
                    <a:pt x="413859" y="1643934"/>
                  </a:lnTo>
                  <a:lnTo>
                    <a:pt x="414833" y="1643955"/>
                  </a:lnTo>
                  <a:lnTo>
                    <a:pt x="415774" y="1643934"/>
                  </a:lnTo>
                  <a:lnTo>
                    <a:pt x="416687" y="1643872"/>
                  </a:lnTo>
                  <a:lnTo>
                    <a:pt x="417573" y="1643767"/>
                  </a:lnTo>
                  <a:lnTo>
                    <a:pt x="418431" y="1643622"/>
                  </a:lnTo>
                  <a:lnTo>
                    <a:pt x="419261" y="1643434"/>
                  </a:lnTo>
                  <a:lnTo>
                    <a:pt x="420063" y="1643205"/>
                  </a:lnTo>
                  <a:lnTo>
                    <a:pt x="420837" y="1642934"/>
                  </a:lnTo>
                  <a:lnTo>
                    <a:pt x="421584" y="1642621"/>
                  </a:lnTo>
                  <a:lnTo>
                    <a:pt x="422303" y="1642267"/>
                  </a:lnTo>
                  <a:lnTo>
                    <a:pt x="422994" y="1641871"/>
                  </a:lnTo>
                  <a:lnTo>
                    <a:pt x="423659" y="1641425"/>
                  </a:lnTo>
                  <a:lnTo>
                    <a:pt x="424300" y="1640920"/>
                  </a:lnTo>
                  <a:lnTo>
                    <a:pt x="424916" y="1640356"/>
                  </a:lnTo>
                  <a:lnTo>
                    <a:pt x="425508" y="1639732"/>
                  </a:lnTo>
                  <a:lnTo>
                    <a:pt x="426076" y="1639050"/>
                  </a:lnTo>
                  <a:lnTo>
                    <a:pt x="426619" y="1638308"/>
                  </a:lnTo>
                  <a:lnTo>
                    <a:pt x="427138" y="1637508"/>
                  </a:lnTo>
                  <a:lnTo>
                    <a:pt x="427633" y="1636649"/>
                  </a:lnTo>
                  <a:lnTo>
                    <a:pt x="428104" y="1635730"/>
                  </a:lnTo>
                  <a:lnTo>
                    <a:pt x="428550" y="1634752"/>
                  </a:lnTo>
                  <a:lnTo>
                    <a:pt x="428972" y="1633695"/>
                  </a:lnTo>
                  <a:lnTo>
                    <a:pt x="429370" y="1632572"/>
                  </a:lnTo>
                  <a:lnTo>
                    <a:pt x="429743" y="1631382"/>
                  </a:lnTo>
                  <a:lnTo>
                    <a:pt x="430092" y="1630127"/>
                  </a:lnTo>
                  <a:lnTo>
                    <a:pt x="430417" y="1628806"/>
                  </a:lnTo>
                  <a:lnTo>
                    <a:pt x="430717" y="1627418"/>
                  </a:lnTo>
                  <a:lnTo>
                    <a:pt x="430993" y="1625965"/>
                  </a:lnTo>
                  <a:lnTo>
                    <a:pt x="431245" y="1624446"/>
                  </a:lnTo>
                  <a:lnTo>
                    <a:pt x="431472" y="1622860"/>
                  </a:lnTo>
                  <a:lnTo>
                    <a:pt x="431675" y="1621209"/>
                  </a:lnTo>
                  <a:lnTo>
                    <a:pt x="431873" y="1619483"/>
                  </a:lnTo>
                  <a:lnTo>
                    <a:pt x="432051" y="1617674"/>
                  </a:lnTo>
                  <a:lnTo>
                    <a:pt x="432207" y="1615781"/>
                  </a:lnTo>
                  <a:lnTo>
                    <a:pt x="432342" y="1613805"/>
                  </a:lnTo>
                  <a:lnTo>
                    <a:pt x="432457" y="1611746"/>
                  </a:lnTo>
                  <a:lnTo>
                    <a:pt x="432551" y="1609603"/>
                  </a:lnTo>
                  <a:lnTo>
                    <a:pt x="432624" y="1607377"/>
                  </a:lnTo>
                  <a:lnTo>
                    <a:pt x="432676" y="1605068"/>
                  </a:lnTo>
                  <a:lnTo>
                    <a:pt x="432707" y="1602676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h13"/>
            <p:cNvSpPr/>
            <p:nvPr/>
          </p:nvSpPr>
          <p:spPr>
            <a:xfrm>
              <a:off x="1781277" y="3775407"/>
              <a:ext cx="482289" cy="1600200"/>
            </a:xfrm>
            <a:custGeom>
              <a:avLst/>
              <a:pathLst>
                <a:path w="482289" h="1600200">
                  <a:moveTo>
                    <a:pt x="457200" y="1600200"/>
                  </a:moveTo>
                  <a:lnTo>
                    <a:pt x="457200" y="1573720"/>
                  </a:lnTo>
                  <a:lnTo>
                    <a:pt x="482289" y="1573720"/>
                  </a:lnTo>
                  <a:lnTo>
                    <a:pt x="482289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h14"/>
            <p:cNvSpPr/>
            <p:nvPr/>
          </p:nvSpPr>
          <p:spPr>
            <a:xfrm>
              <a:off x="1910199" y="3714202"/>
              <a:ext cx="457200" cy="1663141"/>
            </a:xfrm>
            <a:custGeom>
              <a:avLst/>
              <a:pathLst>
                <a:path w="457200" h="1663141">
                  <a:moveTo>
                    <a:pt x="457200" y="1600200"/>
                  </a:moveTo>
                  <a:lnTo>
                    <a:pt x="457167" y="1603652"/>
                  </a:lnTo>
                  <a:lnTo>
                    <a:pt x="457071" y="1606995"/>
                  </a:lnTo>
                  <a:lnTo>
                    <a:pt x="456910" y="1610229"/>
                  </a:lnTo>
                  <a:lnTo>
                    <a:pt x="456686" y="1613354"/>
                  </a:lnTo>
                  <a:lnTo>
                    <a:pt x="456396" y="1616369"/>
                  </a:lnTo>
                  <a:lnTo>
                    <a:pt x="456043" y="1619275"/>
                  </a:lnTo>
                  <a:lnTo>
                    <a:pt x="455626" y="1622071"/>
                  </a:lnTo>
                  <a:lnTo>
                    <a:pt x="455144" y="1624758"/>
                  </a:lnTo>
                  <a:lnTo>
                    <a:pt x="454598" y="1627336"/>
                  </a:lnTo>
                  <a:lnTo>
                    <a:pt x="453987" y="1629804"/>
                  </a:lnTo>
                  <a:lnTo>
                    <a:pt x="453320" y="1632155"/>
                  </a:lnTo>
                  <a:lnTo>
                    <a:pt x="452602" y="1634416"/>
                  </a:lnTo>
                  <a:lnTo>
                    <a:pt x="451833" y="1636586"/>
                  </a:lnTo>
                  <a:lnTo>
                    <a:pt x="451015" y="1638666"/>
                  </a:lnTo>
                  <a:lnTo>
                    <a:pt x="450146" y="1640656"/>
                  </a:lnTo>
                  <a:lnTo>
                    <a:pt x="449226" y="1642555"/>
                  </a:lnTo>
                  <a:lnTo>
                    <a:pt x="448257" y="1644365"/>
                  </a:lnTo>
                  <a:lnTo>
                    <a:pt x="447236" y="1646084"/>
                  </a:lnTo>
                  <a:lnTo>
                    <a:pt x="446166" y="1647712"/>
                  </a:lnTo>
                  <a:lnTo>
                    <a:pt x="445045" y="1649251"/>
                  </a:lnTo>
                  <a:lnTo>
                    <a:pt x="443895" y="1650686"/>
                  </a:lnTo>
                  <a:lnTo>
                    <a:pt x="442701" y="1652039"/>
                  </a:lnTo>
                  <a:lnTo>
                    <a:pt x="441464" y="1653311"/>
                  </a:lnTo>
                  <a:lnTo>
                    <a:pt x="440183" y="1654501"/>
                  </a:lnTo>
                  <a:lnTo>
                    <a:pt x="438860" y="1655610"/>
                  </a:lnTo>
                  <a:lnTo>
                    <a:pt x="437492" y="1656637"/>
                  </a:lnTo>
                  <a:lnTo>
                    <a:pt x="436081" y="1657583"/>
                  </a:lnTo>
                  <a:lnTo>
                    <a:pt x="434627" y="1658446"/>
                  </a:lnTo>
                  <a:lnTo>
                    <a:pt x="433130" y="1659229"/>
                  </a:lnTo>
                  <a:lnTo>
                    <a:pt x="431589" y="1659929"/>
                  </a:lnTo>
                  <a:lnTo>
                    <a:pt x="430029" y="1660540"/>
                  </a:lnTo>
                  <a:lnTo>
                    <a:pt x="428439" y="1661086"/>
                  </a:lnTo>
                  <a:lnTo>
                    <a:pt x="426820" y="1661567"/>
                  </a:lnTo>
                  <a:lnTo>
                    <a:pt x="425171" y="1661985"/>
                  </a:lnTo>
                  <a:lnTo>
                    <a:pt x="423493" y="1662338"/>
                  </a:lnTo>
                  <a:lnTo>
                    <a:pt x="421785" y="1662627"/>
                  </a:lnTo>
                  <a:lnTo>
                    <a:pt x="420048" y="1662852"/>
                  </a:lnTo>
                  <a:lnTo>
                    <a:pt x="418281" y="1663013"/>
                  </a:lnTo>
                  <a:lnTo>
                    <a:pt x="416485" y="1663109"/>
                  </a:lnTo>
                  <a:lnTo>
                    <a:pt x="414659" y="1663141"/>
                  </a:lnTo>
                  <a:lnTo>
                    <a:pt x="412834" y="1663109"/>
                  </a:lnTo>
                  <a:lnTo>
                    <a:pt x="411037" y="1663013"/>
                  </a:lnTo>
                  <a:lnTo>
                    <a:pt x="409271" y="1662852"/>
                  </a:lnTo>
                  <a:lnTo>
                    <a:pt x="407534" y="1662627"/>
                  </a:lnTo>
                  <a:lnTo>
                    <a:pt x="405826" y="1662338"/>
                  </a:lnTo>
                  <a:lnTo>
                    <a:pt x="404148" y="1661985"/>
                  </a:lnTo>
                  <a:lnTo>
                    <a:pt x="402499" y="1661567"/>
                  </a:lnTo>
                  <a:lnTo>
                    <a:pt x="400880" y="1661086"/>
                  </a:lnTo>
                  <a:lnTo>
                    <a:pt x="399290" y="1660540"/>
                  </a:lnTo>
                  <a:lnTo>
                    <a:pt x="397730" y="1659929"/>
                  </a:lnTo>
                  <a:lnTo>
                    <a:pt x="396207" y="1659245"/>
                  </a:lnTo>
                  <a:lnTo>
                    <a:pt x="394726" y="1658478"/>
                  </a:lnTo>
                  <a:lnTo>
                    <a:pt x="393290" y="1657627"/>
                  </a:lnTo>
                  <a:lnTo>
                    <a:pt x="391896" y="1656693"/>
                  </a:lnTo>
                  <a:lnTo>
                    <a:pt x="390546" y="1655675"/>
                  </a:lnTo>
                  <a:lnTo>
                    <a:pt x="389240" y="1654574"/>
                  </a:lnTo>
                  <a:lnTo>
                    <a:pt x="387976" y="1653390"/>
                  </a:lnTo>
                  <a:lnTo>
                    <a:pt x="386757" y="1652123"/>
                  </a:lnTo>
                  <a:lnTo>
                    <a:pt x="385580" y="1650772"/>
                  </a:lnTo>
                  <a:lnTo>
                    <a:pt x="384447" y="1649338"/>
                  </a:lnTo>
                  <a:lnTo>
                    <a:pt x="383360" y="1647799"/>
                  </a:lnTo>
                  <a:lnTo>
                    <a:pt x="382322" y="1646171"/>
                  </a:lnTo>
                  <a:lnTo>
                    <a:pt x="381332" y="1644452"/>
                  </a:lnTo>
                  <a:lnTo>
                    <a:pt x="380391" y="1642642"/>
                  </a:lnTo>
                  <a:lnTo>
                    <a:pt x="379499" y="1640743"/>
                  </a:lnTo>
                  <a:lnTo>
                    <a:pt x="378655" y="1638753"/>
                  </a:lnTo>
                  <a:lnTo>
                    <a:pt x="377860" y="1636673"/>
                  </a:lnTo>
                  <a:lnTo>
                    <a:pt x="377113" y="1634502"/>
                  </a:lnTo>
                  <a:lnTo>
                    <a:pt x="376415" y="1632242"/>
                  </a:lnTo>
                  <a:lnTo>
                    <a:pt x="375766" y="1629891"/>
                  </a:lnTo>
                  <a:lnTo>
                    <a:pt x="375172" y="1627422"/>
                  </a:lnTo>
                  <a:lnTo>
                    <a:pt x="374641" y="1624841"/>
                  </a:lnTo>
                  <a:lnTo>
                    <a:pt x="374172" y="1622150"/>
                  </a:lnTo>
                  <a:lnTo>
                    <a:pt x="373765" y="1619348"/>
                  </a:lnTo>
                  <a:lnTo>
                    <a:pt x="373422" y="1616434"/>
                  </a:lnTo>
                  <a:lnTo>
                    <a:pt x="373140" y="1613409"/>
                  </a:lnTo>
                  <a:lnTo>
                    <a:pt x="372922" y="1610274"/>
                  </a:lnTo>
                  <a:lnTo>
                    <a:pt x="372765" y="1607027"/>
                  </a:lnTo>
                  <a:lnTo>
                    <a:pt x="372672" y="1603669"/>
                  </a:lnTo>
                  <a:lnTo>
                    <a:pt x="372640" y="1600200"/>
                  </a:lnTo>
                  <a:lnTo>
                    <a:pt x="372671" y="1596565"/>
                  </a:lnTo>
                  <a:lnTo>
                    <a:pt x="372762" y="1593060"/>
                  </a:lnTo>
                  <a:lnTo>
                    <a:pt x="372914" y="1589683"/>
                  </a:lnTo>
                  <a:lnTo>
                    <a:pt x="373126" y="1586434"/>
                  </a:lnTo>
                  <a:lnTo>
                    <a:pt x="373400" y="1583314"/>
                  </a:lnTo>
                  <a:lnTo>
                    <a:pt x="373734" y="1580322"/>
                  </a:lnTo>
                  <a:lnTo>
                    <a:pt x="374129" y="1577459"/>
                  </a:lnTo>
                  <a:lnTo>
                    <a:pt x="374585" y="1574724"/>
                  </a:lnTo>
                  <a:lnTo>
                    <a:pt x="375102" y="1572118"/>
                  </a:lnTo>
                  <a:lnTo>
                    <a:pt x="375679" y="1569640"/>
                  </a:lnTo>
                  <a:lnTo>
                    <a:pt x="376329" y="1567259"/>
                  </a:lnTo>
                  <a:lnTo>
                    <a:pt x="377030" y="1564976"/>
                  </a:lnTo>
                  <a:lnTo>
                    <a:pt x="377781" y="1562793"/>
                  </a:lnTo>
                  <a:lnTo>
                    <a:pt x="378582" y="1560708"/>
                  </a:lnTo>
                  <a:lnTo>
                    <a:pt x="379434" y="1558723"/>
                  </a:lnTo>
                  <a:lnTo>
                    <a:pt x="380336" y="1556836"/>
                  </a:lnTo>
                  <a:lnTo>
                    <a:pt x="381288" y="1555049"/>
                  </a:lnTo>
                  <a:lnTo>
                    <a:pt x="382291" y="1553360"/>
                  </a:lnTo>
                  <a:lnTo>
                    <a:pt x="383344" y="1551771"/>
                  </a:lnTo>
                  <a:lnTo>
                    <a:pt x="384447" y="1550280"/>
                  </a:lnTo>
                  <a:lnTo>
                    <a:pt x="385598" y="1548882"/>
                  </a:lnTo>
                  <a:lnTo>
                    <a:pt x="386791" y="1547571"/>
                  </a:lnTo>
                  <a:lnTo>
                    <a:pt x="388029" y="1546347"/>
                  </a:lnTo>
                  <a:lnTo>
                    <a:pt x="389309" y="1545210"/>
                  </a:lnTo>
                  <a:lnTo>
                    <a:pt x="390633" y="1544160"/>
                  </a:lnTo>
                  <a:lnTo>
                    <a:pt x="392000" y="1543196"/>
                  </a:lnTo>
                  <a:lnTo>
                    <a:pt x="393411" y="1542319"/>
                  </a:lnTo>
                  <a:lnTo>
                    <a:pt x="394865" y="1541529"/>
                  </a:lnTo>
                  <a:lnTo>
                    <a:pt x="396363" y="1540826"/>
                  </a:lnTo>
                  <a:lnTo>
                    <a:pt x="397904" y="1540209"/>
                  </a:lnTo>
                  <a:lnTo>
                    <a:pt x="399500" y="1539649"/>
                  </a:lnTo>
                  <a:lnTo>
                    <a:pt x="401130" y="1539147"/>
                  </a:lnTo>
                  <a:lnTo>
                    <a:pt x="402793" y="1538704"/>
                  </a:lnTo>
                  <a:lnTo>
                    <a:pt x="404488" y="1538320"/>
                  </a:lnTo>
                  <a:lnTo>
                    <a:pt x="406217" y="1537996"/>
                  </a:lnTo>
                  <a:lnTo>
                    <a:pt x="407978" y="1537730"/>
                  </a:lnTo>
                  <a:lnTo>
                    <a:pt x="409773" y="1537523"/>
                  </a:lnTo>
                  <a:lnTo>
                    <a:pt x="411600" y="1537376"/>
                  </a:lnTo>
                  <a:lnTo>
                    <a:pt x="413461" y="1537287"/>
                  </a:lnTo>
                  <a:lnTo>
                    <a:pt x="415354" y="1537258"/>
                  </a:lnTo>
                  <a:lnTo>
                    <a:pt x="417129" y="1537287"/>
                  </a:lnTo>
                  <a:lnTo>
                    <a:pt x="418879" y="1537376"/>
                  </a:lnTo>
                  <a:lnTo>
                    <a:pt x="420602" y="1537523"/>
                  </a:lnTo>
                  <a:lnTo>
                    <a:pt x="422299" y="1537730"/>
                  </a:lnTo>
                  <a:lnTo>
                    <a:pt x="423971" y="1537996"/>
                  </a:lnTo>
                  <a:lnTo>
                    <a:pt x="425616" y="1538320"/>
                  </a:lnTo>
                  <a:lnTo>
                    <a:pt x="427235" y="1538704"/>
                  </a:lnTo>
                  <a:lnTo>
                    <a:pt x="428828" y="1539147"/>
                  </a:lnTo>
                  <a:lnTo>
                    <a:pt x="430395" y="1539649"/>
                  </a:lnTo>
                  <a:lnTo>
                    <a:pt x="431936" y="1540209"/>
                  </a:lnTo>
                  <a:lnTo>
                    <a:pt x="433460" y="1540826"/>
                  </a:lnTo>
                  <a:lnTo>
                    <a:pt x="434940" y="1541529"/>
                  </a:lnTo>
                  <a:lnTo>
                    <a:pt x="436377" y="1542319"/>
                  </a:lnTo>
                  <a:lnTo>
                    <a:pt x="437770" y="1543196"/>
                  </a:lnTo>
                  <a:lnTo>
                    <a:pt x="439120" y="1544160"/>
                  </a:lnTo>
                  <a:lnTo>
                    <a:pt x="440427" y="1545210"/>
                  </a:lnTo>
                  <a:lnTo>
                    <a:pt x="441690" y="1546347"/>
                  </a:lnTo>
                  <a:lnTo>
                    <a:pt x="442910" y="1547571"/>
                  </a:lnTo>
                  <a:lnTo>
                    <a:pt x="444086" y="1548882"/>
                  </a:lnTo>
                  <a:lnTo>
                    <a:pt x="445219" y="1550280"/>
                  </a:lnTo>
                  <a:lnTo>
                    <a:pt x="446322" y="1551771"/>
                  </a:lnTo>
                  <a:lnTo>
                    <a:pt x="447375" y="1553360"/>
                  </a:lnTo>
                  <a:lnTo>
                    <a:pt x="448378" y="1555049"/>
                  </a:lnTo>
                  <a:lnTo>
                    <a:pt x="449330" y="1556836"/>
                  </a:lnTo>
                  <a:lnTo>
                    <a:pt x="450232" y="1558723"/>
                  </a:lnTo>
                  <a:lnTo>
                    <a:pt x="451084" y="1560708"/>
                  </a:lnTo>
                  <a:lnTo>
                    <a:pt x="451885" y="1562793"/>
                  </a:lnTo>
                  <a:lnTo>
                    <a:pt x="452636" y="1564976"/>
                  </a:lnTo>
                  <a:lnTo>
                    <a:pt x="453337" y="1567259"/>
                  </a:lnTo>
                  <a:lnTo>
                    <a:pt x="453987" y="1569640"/>
                  </a:lnTo>
                  <a:lnTo>
                    <a:pt x="454598" y="1572118"/>
                  </a:lnTo>
                  <a:lnTo>
                    <a:pt x="455144" y="1574724"/>
                  </a:lnTo>
                  <a:lnTo>
                    <a:pt x="455626" y="1577459"/>
                  </a:lnTo>
                  <a:lnTo>
                    <a:pt x="456043" y="1580322"/>
                  </a:lnTo>
                  <a:lnTo>
                    <a:pt x="456396" y="1583314"/>
                  </a:lnTo>
                  <a:lnTo>
                    <a:pt x="456686" y="1586434"/>
                  </a:lnTo>
                  <a:lnTo>
                    <a:pt x="456910" y="1589683"/>
                  </a:lnTo>
                  <a:lnTo>
                    <a:pt x="457071" y="1593060"/>
                  </a:lnTo>
                  <a:lnTo>
                    <a:pt x="457167" y="1596565"/>
                  </a:lnTo>
                  <a:close/>
                  <a:moveTo>
                    <a:pt x="432717" y="1600200"/>
                  </a:moveTo>
                  <a:lnTo>
                    <a:pt x="432708" y="1597658"/>
                  </a:lnTo>
                  <a:lnTo>
                    <a:pt x="432679" y="1595206"/>
                  </a:lnTo>
                  <a:lnTo>
                    <a:pt x="432631" y="1592844"/>
                  </a:lnTo>
                  <a:lnTo>
                    <a:pt x="432564" y="1590573"/>
                  </a:lnTo>
                  <a:lnTo>
                    <a:pt x="432479" y="1588392"/>
                  </a:lnTo>
                  <a:lnTo>
                    <a:pt x="432373" y="1586302"/>
                  </a:lnTo>
                  <a:lnTo>
                    <a:pt x="432249" y="1584302"/>
                  </a:lnTo>
                  <a:lnTo>
                    <a:pt x="432106" y="1582392"/>
                  </a:lnTo>
                  <a:lnTo>
                    <a:pt x="431944" y="1580572"/>
                  </a:lnTo>
                  <a:lnTo>
                    <a:pt x="431762" y="1578843"/>
                  </a:lnTo>
                  <a:lnTo>
                    <a:pt x="431560" y="1577177"/>
                  </a:lnTo>
                  <a:lnTo>
                    <a:pt x="431335" y="1575582"/>
                  </a:lnTo>
                  <a:lnTo>
                    <a:pt x="431088" y="1574058"/>
                  </a:lnTo>
                  <a:lnTo>
                    <a:pt x="430818" y="1572606"/>
                  </a:lnTo>
                  <a:lnTo>
                    <a:pt x="430525" y="1571225"/>
                  </a:lnTo>
                  <a:lnTo>
                    <a:pt x="430210" y="1569914"/>
                  </a:lnTo>
                  <a:lnTo>
                    <a:pt x="429872" y="1568676"/>
                  </a:lnTo>
                  <a:lnTo>
                    <a:pt x="429512" y="1567508"/>
                  </a:lnTo>
                  <a:lnTo>
                    <a:pt x="429129" y="1566411"/>
                  </a:lnTo>
                  <a:lnTo>
                    <a:pt x="428724" y="1565386"/>
                  </a:lnTo>
                  <a:lnTo>
                    <a:pt x="428294" y="1564409"/>
                  </a:lnTo>
                  <a:lnTo>
                    <a:pt x="427838" y="1563494"/>
                  </a:lnTo>
                  <a:lnTo>
                    <a:pt x="427356" y="1562638"/>
                  </a:lnTo>
                  <a:lnTo>
                    <a:pt x="426848" y="1561844"/>
                  </a:lnTo>
                  <a:lnTo>
                    <a:pt x="426315" y="1561110"/>
                  </a:lnTo>
                  <a:lnTo>
                    <a:pt x="425755" y="1560438"/>
                  </a:lnTo>
                  <a:lnTo>
                    <a:pt x="425169" y="1559826"/>
                  </a:lnTo>
                  <a:lnTo>
                    <a:pt x="424557" y="1559274"/>
                  </a:lnTo>
                  <a:lnTo>
                    <a:pt x="423918" y="1558784"/>
                  </a:lnTo>
                  <a:lnTo>
                    <a:pt x="423254" y="1558354"/>
                  </a:lnTo>
                  <a:lnTo>
                    <a:pt x="422580" y="1557975"/>
                  </a:lnTo>
                  <a:lnTo>
                    <a:pt x="421876" y="1557635"/>
                  </a:lnTo>
                  <a:lnTo>
                    <a:pt x="421142" y="1557336"/>
                  </a:lnTo>
                  <a:lnTo>
                    <a:pt x="420379" y="1557076"/>
                  </a:lnTo>
                  <a:lnTo>
                    <a:pt x="419586" y="1556856"/>
                  </a:lnTo>
                  <a:lnTo>
                    <a:pt x="418764" y="1556677"/>
                  </a:lnTo>
                  <a:lnTo>
                    <a:pt x="417912" y="1556537"/>
                  </a:lnTo>
                  <a:lnTo>
                    <a:pt x="417031" y="1556437"/>
                  </a:lnTo>
                  <a:lnTo>
                    <a:pt x="416121" y="1556377"/>
                  </a:lnTo>
                  <a:lnTo>
                    <a:pt x="415180" y="1556357"/>
                  </a:lnTo>
                  <a:lnTo>
                    <a:pt x="414172" y="1556378"/>
                  </a:lnTo>
                  <a:lnTo>
                    <a:pt x="413197" y="1556441"/>
                  </a:lnTo>
                  <a:lnTo>
                    <a:pt x="412256" y="1556545"/>
                  </a:lnTo>
                  <a:lnTo>
                    <a:pt x="411347" y="1556691"/>
                  </a:lnTo>
                  <a:lnTo>
                    <a:pt x="410471" y="1556878"/>
                  </a:lnTo>
                  <a:lnTo>
                    <a:pt x="409628" y="1557107"/>
                  </a:lnTo>
                  <a:lnTo>
                    <a:pt x="408818" y="1557378"/>
                  </a:lnTo>
                  <a:lnTo>
                    <a:pt x="408041" y="1557691"/>
                  </a:lnTo>
                  <a:lnTo>
                    <a:pt x="407297" y="1558045"/>
                  </a:lnTo>
                  <a:lnTo>
                    <a:pt x="406586" y="1558441"/>
                  </a:lnTo>
                  <a:lnTo>
                    <a:pt x="405904" y="1558871"/>
                  </a:lnTo>
                  <a:lnTo>
                    <a:pt x="405249" y="1559361"/>
                  </a:lnTo>
                  <a:lnTo>
                    <a:pt x="404619" y="1559912"/>
                  </a:lnTo>
                  <a:lnTo>
                    <a:pt x="404016" y="1560524"/>
                  </a:lnTo>
                  <a:lnTo>
                    <a:pt x="403438" y="1561197"/>
                  </a:lnTo>
                  <a:lnTo>
                    <a:pt x="402887" y="1561931"/>
                  </a:lnTo>
                  <a:lnTo>
                    <a:pt x="402362" y="1562725"/>
                  </a:lnTo>
                  <a:lnTo>
                    <a:pt x="401863" y="1563580"/>
                  </a:lnTo>
                  <a:lnTo>
                    <a:pt x="401390" y="1564496"/>
                  </a:lnTo>
                  <a:lnTo>
                    <a:pt x="400942" y="1565473"/>
                  </a:lnTo>
                  <a:lnTo>
                    <a:pt x="400537" y="1566515"/>
                  </a:lnTo>
                  <a:lnTo>
                    <a:pt x="400154" y="1567626"/>
                  </a:lnTo>
                  <a:lnTo>
                    <a:pt x="399794" y="1568807"/>
                  </a:lnTo>
                  <a:lnTo>
                    <a:pt x="399456" y="1570057"/>
                  </a:lnTo>
                  <a:lnTo>
                    <a:pt x="399141" y="1571376"/>
                  </a:lnTo>
                  <a:lnTo>
                    <a:pt x="398848" y="1572766"/>
                  </a:lnTo>
                  <a:lnTo>
                    <a:pt x="398578" y="1574224"/>
                  </a:lnTo>
                  <a:lnTo>
                    <a:pt x="398331" y="1575752"/>
                  </a:lnTo>
                  <a:lnTo>
                    <a:pt x="398106" y="1577349"/>
                  </a:lnTo>
                  <a:lnTo>
                    <a:pt x="397904" y="1579016"/>
                  </a:lnTo>
                  <a:lnTo>
                    <a:pt x="397739" y="1580744"/>
                  </a:lnTo>
                  <a:lnTo>
                    <a:pt x="397591" y="1582558"/>
                  </a:lnTo>
                  <a:lnTo>
                    <a:pt x="397461" y="1584460"/>
                  </a:lnTo>
                  <a:lnTo>
                    <a:pt x="397348" y="1586448"/>
                  </a:lnTo>
                  <a:lnTo>
                    <a:pt x="397253" y="1588523"/>
                  </a:lnTo>
                  <a:lnTo>
                    <a:pt x="397175" y="1590684"/>
                  </a:lnTo>
                  <a:lnTo>
                    <a:pt x="397114" y="1592933"/>
                  </a:lnTo>
                  <a:lnTo>
                    <a:pt x="397070" y="1595268"/>
                  </a:lnTo>
                  <a:lnTo>
                    <a:pt x="397044" y="1597691"/>
                  </a:lnTo>
                  <a:lnTo>
                    <a:pt x="397036" y="1600200"/>
                  </a:lnTo>
                  <a:lnTo>
                    <a:pt x="397045" y="1602676"/>
                  </a:lnTo>
                  <a:lnTo>
                    <a:pt x="397074" y="1605068"/>
                  </a:lnTo>
                  <a:lnTo>
                    <a:pt x="397122" y="1607377"/>
                  </a:lnTo>
                  <a:lnTo>
                    <a:pt x="397189" y="1609603"/>
                  </a:lnTo>
                  <a:lnTo>
                    <a:pt x="397274" y="1611746"/>
                  </a:lnTo>
                  <a:lnTo>
                    <a:pt x="397380" y="1613805"/>
                  </a:lnTo>
                  <a:lnTo>
                    <a:pt x="397504" y="1615781"/>
                  </a:lnTo>
                  <a:lnTo>
                    <a:pt x="397647" y="1617674"/>
                  </a:lnTo>
                  <a:lnTo>
                    <a:pt x="397809" y="1619483"/>
                  </a:lnTo>
                  <a:lnTo>
                    <a:pt x="397991" y="1621209"/>
                  </a:lnTo>
                  <a:lnTo>
                    <a:pt x="398193" y="1622860"/>
                  </a:lnTo>
                  <a:lnTo>
                    <a:pt x="398418" y="1624446"/>
                  </a:lnTo>
                  <a:lnTo>
                    <a:pt x="398665" y="1625965"/>
                  </a:lnTo>
                  <a:lnTo>
                    <a:pt x="398935" y="1627418"/>
                  </a:lnTo>
                  <a:lnTo>
                    <a:pt x="399228" y="1628806"/>
                  </a:lnTo>
                  <a:lnTo>
                    <a:pt x="399543" y="1630127"/>
                  </a:lnTo>
                  <a:lnTo>
                    <a:pt x="399881" y="1631382"/>
                  </a:lnTo>
                  <a:lnTo>
                    <a:pt x="400241" y="1632572"/>
                  </a:lnTo>
                  <a:lnTo>
                    <a:pt x="400624" y="1633695"/>
                  </a:lnTo>
                  <a:lnTo>
                    <a:pt x="401029" y="1634752"/>
                  </a:lnTo>
                  <a:lnTo>
                    <a:pt x="401459" y="1635730"/>
                  </a:lnTo>
                  <a:lnTo>
                    <a:pt x="401915" y="1636649"/>
                  </a:lnTo>
                  <a:lnTo>
                    <a:pt x="402397" y="1637508"/>
                  </a:lnTo>
                  <a:lnTo>
                    <a:pt x="402905" y="1638308"/>
                  </a:lnTo>
                  <a:lnTo>
                    <a:pt x="403438" y="1639050"/>
                  </a:lnTo>
                  <a:lnTo>
                    <a:pt x="403998" y="1639732"/>
                  </a:lnTo>
                  <a:lnTo>
                    <a:pt x="404584" y="1640356"/>
                  </a:lnTo>
                  <a:lnTo>
                    <a:pt x="405196" y="1640920"/>
                  </a:lnTo>
                  <a:lnTo>
                    <a:pt x="405835" y="1641425"/>
                  </a:lnTo>
                  <a:lnTo>
                    <a:pt x="406499" y="1641871"/>
                  </a:lnTo>
                  <a:lnTo>
                    <a:pt x="407192" y="1642267"/>
                  </a:lnTo>
                  <a:lnTo>
                    <a:pt x="407916" y="1642621"/>
                  </a:lnTo>
                  <a:lnTo>
                    <a:pt x="408671" y="1642934"/>
                  </a:lnTo>
                  <a:lnTo>
                    <a:pt x="409457" y="1643205"/>
                  </a:lnTo>
                  <a:lnTo>
                    <a:pt x="410275" y="1643434"/>
                  </a:lnTo>
                  <a:lnTo>
                    <a:pt x="411124" y="1643622"/>
                  </a:lnTo>
                  <a:lnTo>
                    <a:pt x="412005" y="1643767"/>
                  </a:lnTo>
                  <a:lnTo>
                    <a:pt x="412916" y="1643872"/>
                  </a:lnTo>
                  <a:lnTo>
                    <a:pt x="413859" y="1643934"/>
                  </a:lnTo>
                  <a:lnTo>
                    <a:pt x="414833" y="1643955"/>
                  </a:lnTo>
                  <a:lnTo>
                    <a:pt x="415774" y="1643934"/>
                  </a:lnTo>
                  <a:lnTo>
                    <a:pt x="416687" y="1643872"/>
                  </a:lnTo>
                  <a:lnTo>
                    <a:pt x="417573" y="1643767"/>
                  </a:lnTo>
                  <a:lnTo>
                    <a:pt x="418431" y="1643622"/>
                  </a:lnTo>
                  <a:lnTo>
                    <a:pt x="419261" y="1643434"/>
                  </a:lnTo>
                  <a:lnTo>
                    <a:pt x="420063" y="1643205"/>
                  </a:lnTo>
                  <a:lnTo>
                    <a:pt x="420837" y="1642934"/>
                  </a:lnTo>
                  <a:lnTo>
                    <a:pt x="421584" y="1642621"/>
                  </a:lnTo>
                  <a:lnTo>
                    <a:pt x="422303" y="1642267"/>
                  </a:lnTo>
                  <a:lnTo>
                    <a:pt x="422994" y="1641871"/>
                  </a:lnTo>
                  <a:lnTo>
                    <a:pt x="423659" y="1641425"/>
                  </a:lnTo>
                  <a:lnTo>
                    <a:pt x="424300" y="1640920"/>
                  </a:lnTo>
                  <a:lnTo>
                    <a:pt x="424916" y="1640356"/>
                  </a:lnTo>
                  <a:lnTo>
                    <a:pt x="425508" y="1639732"/>
                  </a:lnTo>
                  <a:lnTo>
                    <a:pt x="426076" y="1639050"/>
                  </a:lnTo>
                  <a:lnTo>
                    <a:pt x="426619" y="1638308"/>
                  </a:lnTo>
                  <a:lnTo>
                    <a:pt x="427138" y="1637508"/>
                  </a:lnTo>
                  <a:lnTo>
                    <a:pt x="427633" y="1636649"/>
                  </a:lnTo>
                  <a:lnTo>
                    <a:pt x="428104" y="1635730"/>
                  </a:lnTo>
                  <a:lnTo>
                    <a:pt x="428550" y="1634752"/>
                  </a:lnTo>
                  <a:lnTo>
                    <a:pt x="428972" y="1633695"/>
                  </a:lnTo>
                  <a:lnTo>
                    <a:pt x="429370" y="1632572"/>
                  </a:lnTo>
                  <a:lnTo>
                    <a:pt x="429743" y="1631382"/>
                  </a:lnTo>
                  <a:lnTo>
                    <a:pt x="430092" y="1630127"/>
                  </a:lnTo>
                  <a:lnTo>
                    <a:pt x="430417" y="1628806"/>
                  </a:lnTo>
                  <a:lnTo>
                    <a:pt x="430717" y="1627418"/>
                  </a:lnTo>
                  <a:lnTo>
                    <a:pt x="430993" y="1625965"/>
                  </a:lnTo>
                  <a:lnTo>
                    <a:pt x="431245" y="1624446"/>
                  </a:lnTo>
                  <a:lnTo>
                    <a:pt x="431472" y="1622860"/>
                  </a:lnTo>
                  <a:lnTo>
                    <a:pt x="431675" y="1621209"/>
                  </a:lnTo>
                  <a:lnTo>
                    <a:pt x="431873" y="1619483"/>
                  </a:lnTo>
                  <a:lnTo>
                    <a:pt x="432051" y="1617674"/>
                  </a:lnTo>
                  <a:lnTo>
                    <a:pt x="432207" y="1615781"/>
                  </a:lnTo>
                  <a:lnTo>
                    <a:pt x="432342" y="1613805"/>
                  </a:lnTo>
                  <a:lnTo>
                    <a:pt x="432457" y="1611746"/>
                  </a:lnTo>
                  <a:lnTo>
                    <a:pt x="432551" y="1609603"/>
                  </a:lnTo>
                  <a:lnTo>
                    <a:pt x="432624" y="1607377"/>
                  </a:lnTo>
                  <a:lnTo>
                    <a:pt x="432676" y="1605068"/>
                  </a:lnTo>
                  <a:lnTo>
                    <a:pt x="432707" y="1602676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h15"/>
            <p:cNvSpPr/>
            <p:nvPr/>
          </p:nvSpPr>
          <p:spPr>
            <a:xfrm>
              <a:off x="1999099" y="3750491"/>
              <a:ext cx="473521" cy="1625116"/>
            </a:xfrm>
            <a:custGeom>
              <a:avLst/>
              <a:pathLst>
                <a:path w="473521" h="1625116">
                  <a:moveTo>
                    <a:pt x="457200" y="1600200"/>
                  </a:moveTo>
                  <a:lnTo>
                    <a:pt x="457200" y="1625116"/>
                  </a:lnTo>
                  <a:lnTo>
                    <a:pt x="433933" y="1625116"/>
                  </a:lnTo>
                  <a:lnTo>
                    <a:pt x="433933" y="1600200"/>
                  </a:lnTo>
                  <a:lnTo>
                    <a:pt x="378283" y="1600200"/>
                  </a:lnTo>
                  <a:lnTo>
                    <a:pt x="378283" y="1581881"/>
                  </a:lnTo>
                  <a:lnTo>
                    <a:pt x="429939" y="1502791"/>
                  </a:lnTo>
                  <a:lnTo>
                    <a:pt x="457200" y="1502791"/>
                  </a:lnTo>
                  <a:lnTo>
                    <a:pt x="457200" y="1582055"/>
                  </a:lnTo>
                  <a:lnTo>
                    <a:pt x="473521" y="1582055"/>
                  </a:lnTo>
                  <a:lnTo>
                    <a:pt x="473521" y="1600200"/>
                  </a:lnTo>
                  <a:close/>
                  <a:moveTo>
                    <a:pt x="433933" y="1542033"/>
                  </a:moveTo>
                  <a:lnTo>
                    <a:pt x="433933" y="1541729"/>
                  </a:lnTo>
                  <a:lnTo>
                    <a:pt x="433933" y="1541407"/>
                  </a:lnTo>
                  <a:lnTo>
                    <a:pt x="433933" y="1541069"/>
                  </a:lnTo>
                  <a:lnTo>
                    <a:pt x="433933" y="1540713"/>
                  </a:lnTo>
                  <a:lnTo>
                    <a:pt x="433933" y="1540340"/>
                  </a:lnTo>
                  <a:lnTo>
                    <a:pt x="433933" y="1539949"/>
                  </a:lnTo>
                  <a:lnTo>
                    <a:pt x="433933" y="1539541"/>
                  </a:lnTo>
                  <a:lnTo>
                    <a:pt x="433933" y="1539115"/>
                  </a:lnTo>
                  <a:lnTo>
                    <a:pt x="433933" y="1538673"/>
                  </a:lnTo>
                  <a:lnTo>
                    <a:pt x="433933" y="1538213"/>
                  </a:lnTo>
                  <a:lnTo>
                    <a:pt x="433950" y="1537726"/>
                  </a:lnTo>
                  <a:lnTo>
                    <a:pt x="433967" y="1537237"/>
                  </a:lnTo>
                  <a:lnTo>
                    <a:pt x="433985" y="1536746"/>
                  </a:lnTo>
                  <a:lnTo>
                    <a:pt x="434002" y="1536254"/>
                  </a:lnTo>
                  <a:lnTo>
                    <a:pt x="434020" y="1535760"/>
                  </a:lnTo>
                  <a:lnTo>
                    <a:pt x="434037" y="1535264"/>
                  </a:lnTo>
                  <a:lnTo>
                    <a:pt x="434054" y="1534767"/>
                  </a:lnTo>
                  <a:lnTo>
                    <a:pt x="434072" y="1534268"/>
                  </a:lnTo>
                  <a:lnTo>
                    <a:pt x="434089" y="1533767"/>
                  </a:lnTo>
                  <a:lnTo>
                    <a:pt x="434106" y="1533264"/>
                  </a:lnTo>
                  <a:lnTo>
                    <a:pt x="434140" y="1532763"/>
                  </a:lnTo>
                  <a:lnTo>
                    <a:pt x="434172" y="1532267"/>
                  </a:lnTo>
                  <a:lnTo>
                    <a:pt x="434203" y="1531777"/>
                  </a:lnTo>
                  <a:lnTo>
                    <a:pt x="434231" y="1531292"/>
                  </a:lnTo>
                  <a:lnTo>
                    <a:pt x="434258" y="1530811"/>
                  </a:lnTo>
                  <a:lnTo>
                    <a:pt x="434283" y="1530337"/>
                  </a:lnTo>
                  <a:lnTo>
                    <a:pt x="434307" y="1529867"/>
                  </a:lnTo>
                  <a:lnTo>
                    <a:pt x="434329" y="1529402"/>
                  </a:lnTo>
                  <a:lnTo>
                    <a:pt x="434349" y="1528943"/>
                  </a:lnTo>
                  <a:lnTo>
                    <a:pt x="434367" y="1528489"/>
                  </a:lnTo>
                  <a:lnTo>
                    <a:pt x="434402" y="1528031"/>
                  </a:lnTo>
                  <a:lnTo>
                    <a:pt x="434436" y="1527593"/>
                  </a:lnTo>
                  <a:lnTo>
                    <a:pt x="434471" y="1527176"/>
                  </a:lnTo>
                  <a:lnTo>
                    <a:pt x="434506" y="1526781"/>
                  </a:lnTo>
                  <a:lnTo>
                    <a:pt x="434540" y="1526406"/>
                  </a:lnTo>
                  <a:lnTo>
                    <a:pt x="434575" y="1526051"/>
                  </a:lnTo>
                  <a:lnTo>
                    <a:pt x="434610" y="1525718"/>
                  </a:lnTo>
                  <a:lnTo>
                    <a:pt x="434645" y="1525405"/>
                  </a:lnTo>
                  <a:lnTo>
                    <a:pt x="434679" y="1525114"/>
                  </a:lnTo>
                  <a:lnTo>
                    <a:pt x="434714" y="1524843"/>
                  </a:lnTo>
                  <a:lnTo>
                    <a:pt x="434622" y="1525043"/>
                  </a:lnTo>
                  <a:lnTo>
                    <a:pt x="434520" y="1525260"/>
                  </a:lnTo>
                  <a:lnTo>
                    <a:pt x="434407" y="1525494"/>
                  </a:lnTo>
                  <a:lnTo>
                    <a:pt x="434283" y="1525746"/>
                  </a:lnTo>
                  <a:lnTo>
                    <a:pt x="434150" y="1526015"/>
                  </a:lnTo>
                  <a:lnTo>
                    <a:pt x="434006" y="1526301"/>
                  </a:lnTo>
                  <a:lnTo>
                    <a:pt x="433851" y="1526605"/>
                  </a:lnTo>
                  <a:lnTo>
                    <a:pt x="433686" y="1526926"/>
                  </a:lnTo>
                  <a:lnTo>
                    <a:pt x="433511" y="1527265"/>
                  </a:lnTo>
                  <a:lnTo>
                    <a:pt x="433325" y="1527621"/>
                  </a:lnTo>
                  <a:lnTo>
                    <a:pt x="433131" y="1527972"/>
                  </a:lnTo>
                  <a:lnTo>
                    <a:pt x="432933" y="1528329"/>
                  </a:lnTo>
                  <a:lnTo>
                    <a:pt x="432729" y="1528694"/>
                  </a:lnTo>
                  <a:lnTo>
                    <a:pt x="432519" y="1529066"/>
                  </a:lnTo>
                  <a:lnTo>
                    <a:pt x="432305" y="1529444"/>
                  </a:lnTo>
                  <a:lnTo>
                    <a:pt x="432085" y="1529830"/>
                  </a:lnTo>
                  <a:lnTo>
                    <a:pt x="431860" y="1530222"/>
                  </a:lnTo>
                  <a:lnTo>
                    <a:pt x="431630" y="1530621"/>
                  </a:lnTo>
                  <a:lnTo>
                    <a:pt x="431395" y="1531028"/>
                  </a:lnTo>
                  <a:lnTo>
                    <a:pt x="431155" y="1531441"/>
                  </a:lnTo>
                  <a:lnTo>
                    <a:pt x="430927" y="1531840"/>
                  </a:lnTo>
                  <a:lnTo>
                    <a:pt x="430696" y="1532240"/>
                  </a:lnTo>
                  <a:lnTo>
                    <a:pt x="430462" y="1532639"/>
                  </a:lnTo>
                  <a:lnTo>
                    <a:pt x="430224" y="1533038"/>
                  </a:lnTo>
                  <a:lnTo>
                    <a:pt x="429983" y="1533438"/>
                  </a:lnTo>
                  <a:lnTo>
                    <a:pt x="429738" y="1533837"/>
                  </a:lnTo>
                  <a:lnTo>
                    <a:pt x="429489" y="1534236"/>
                  </a:lnTo>
                  <a:lnTo>
                    <a:pt x="429238" y="1534636"/>
                  </a:lnTo>
                  <a:lnTo>
                    <a:pt x="428982" y="1535035"/>
                  </a:lnTo>
                  <a:lnTo>
                    <a:pt x="428724" y="1535434"/>
                  </a:lnTo>
                  <a:lnTo>
                    <a:pt x="428483" y="1535829"/>
                  </a:lnTo>
                  <a:lnTo>
                    <a:pt x="428248" y="1536212"/>
                  </a:lnTo>
                  <a:lnTo>
                    <a:pt x="428018" y="1536586"/>
                  </a:lnTo>
                  <a:lnTo>
                    <a:pt x="427793" y="1536949"/>
                  </a:lnTo>
                  <a:lnTo>
                    <a:pt x="427573" y="1537301"/>
                  </a:lnTo>
                  <a:lnTo>
                    <a:pt x="427359" y="1537643"/>
                  </a:lnTo>
                  <a:lnTo>
                    <a:pt x="427150" y="1537975"/>
                  </a:lnTo>
                  <a:lnTo>
                    <a:pt x="426946" y="1538296"/>
                  </a:lnTo>
                  <a:lnTo>
                    <a:pt x="426747" y="1538607"/>
                  </a:lnTo>
                  <a:lnTo>
                    <a:pt x="426553" y="1538907"/>
                  </a:lnTo>
                  <a:lnTo>
                    <a:pt x="398164" y="1582055"/>
                  </a:lnTo>
                  <a:lnTo>
                    <a:pt x="433933" y="1582055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h16"/>
            <p:cNvSpPr/>
            <p:nvPr/>
          </p:nvSpPr>
          <p:spPr>
            <a:xfrm>
              <a:off x="2107967" y="3747973"/>
              <a:ext cx="457200" cy="1629370"/>
            </a:xfrm>
            <a:custGeom>
              <a:avLst/>
              <a:pathLst>
                <a:path w="457200" h="1629370">
                  <a:moveTo>
                    <a:pt x="457200" y="1600200"/>
                  </a:moveTo>
                  <a:lnTo>
                    <a:pt x="457171" y="1601540"/>
                  </a:lnTo>
                  <a:lnTo>
                    <a:pt x="457085" y="1602853"/>
                  </a:lnTo>
                  <a:lnTo>
                    <a:pt x="456942" y="1604137"/>
                  </a:lnTo>
                  <a:lnTo>
                    <a:pt x="456741" y="1605395"/>
                  </a:lnTo>
                  <a:lnTo>
                    <a:pt x="456483" y="1606624"/>
                  </a:lnTo>
                  <a:lnTo>
                    <a:pt x="456168" y="1607825"/>
                  </a:lnTo>
                  <a:lnTo>
                    <a:pt x="455796" y="1608999"/>
                  </a:lnTo>
                  <a:lnTo>
                    <a:pt x="455366" y="1610145"/>
                  </a:lnTo>
                  <a:lnTo>
                    <a:pt x="454879" y="1611263"/>
                  </a:lnTo>
                  <a:lnTo>
                    <a:pt x="454335" y="1612354"/>
                  </a:lnTo>
                  <a:lnTo>
                    <a:pt x="453753" y="1613415"/>
                  </a:lnTo>
                  <a:lnTo>
                    <a:pt x="453119" y="1614444"/>
                  </a:lnTo>
                  <a:lnTo>
                    <a:pt x="452433" y="1615443"/>
                  </a:lnTo>
                  <a:lnTo>
                    <a:pt x="451695" y="1616410"/>
                  </a:lnTo>
                  <a:lnTo>
                    <a:pt x="450905" y="1617346"/>
                  </a:lnTo>
                  <a:lnTo>
                    <a:pt x="450063" y="1618250"/>
                  </a:lnTo>
                  <a:lnTo>
                    <a:pt x="449169" y="1619124"/>
                  </a:lnTo>
                  <a:lnTo>
                    <a:pt x="448223" y="1619966"/>
                  </a:lnTo>
                  <a:lnTo>
                    <a:pt x="447224" y="1620777"/>
                  </a:lnTo>
                  <a:lnTo>
                    <a:pt x="446174" y="1621556"/>
                  </a:lnTo>
                  <a:lnTo>
                    <a:pt x="445073" y="1622286"/>
                  </a:lnTo>
                  <a:lnTo>
                    <a:pt x="443924" y="1622984"/>
                  </a:lnTo>
                  <a:lnTo>
                    <a:pt x="442725" y="1623648"/>
                  </a:lnTo>
                  <a:lnTo>
                    <a:pt x="441479" y="1624279"/>
                  </a:lnTo>
                  <a:lnTo>
                    <a:pt x="440183" y="1624877"/>
                  </a:lnTo>
                  <a:lnTo>
                    <a:pt x="438840" y="1625442"/>
                  </a:lnTo>
                  <a:lnTo>
                    <a:pt x="437447" y="1625974"/>
                  </a:lnTo>
                  <a:lnTo>
                    <a:pt x="436006" y="1626474"/>
                  </a:lnTo>
                  <a:lnTo>
                    <a:pt x="434516" y="1626940"/>
                  </a:lnTo>
                  <a:lnTo>
                    <a:pt x="432978" y="1627373"/>
                  </a:lnTo>
                  <a:lnTo>
                    <a:pt x="431393" y="1627752"/>
                  </a:lnTo>
                  <a:lnTo>
                    <a:pt x="429766" y="1628092"/>
                  </a:lnTo>
                  <a:lnTo>
                    <a:pt x="428094" y="1628391"/>
                  </a:lnTo>
                  <a:lnTo>
                    <a:pt x="426380" y="1628651"/>
                  </a:lnTo>
                  <a:lnTo>
                    <a:pt x="424622" y="1628871"/>
                  </a:lnTo>
                  <a:lnTo>
                    <a:pt x="422820" y="1629050"/>
                  </a:lnTo>
                  <a:lnTo>
                    <a:pt x="420975" y="1629190"/>
                  </a:lnTo>
                  <a:lnTo>
                    <a:pt x="419087" y="1629290"/>
                  </a:lnTo>
                  <a:lnTo>
                    <a:pt x="417155" y="1629350"/>
                  </a:lnTo>
                  <a:lnTo>
                    <a:pt x="415180" y="1629370"/>
                  </a:lnTo>
                  <a:lnTo>
                    <a:pt x="413409" y="1629357"/>
                  </a:lnTo>
                  <a:lnTo>
                    <a:pt x="411673" y="1629318"/>
                  </a:lnTo>
                  <a:lnTo>
                    <a:pt x="409971" y="1629253"/>
                  </a:lnTo>
                  <a:lnTo>
                    <a:pt x="408305" y="1629161"/>
                  </a:lnTo>
                  <a:lnTo>
                    <a:pt x="406672" y="1629044"/>
                  </a:lnTo>
                  <a:lnTo>
                    <a:pt x="405075" y="1628901"/>
                  </a:lnTo>
                  <a:lnTo>
                    <a:pt x="403512" y="1628732"/>
                  </a:lnTo>
                  <a:lnTo>
                    <a:pt x="401984" y="1628536"/>
                  </a:lnTo>
                  <a:lnTo>
                    <a:pt x="400491" y="1628315"/>
                  </a:lnTo>
                  <a:lnTo>
                    <a:pt x="399033" y="1628068"/>
                  </a:lnTo>
                  <a:lnTo>
                    <a:pt x="397609" y="1627791"/>
                  </a:lnTo>
                  <a:lnTo>
                    <a:pt x="396220" y="1627481"/>
                  </a:lnTo>
                  <a:lnTo>
                    <a:pt x="394865" y="1627138"/>
                  </a:lnTo>
                  <a:lnTo>
                    <a:pt x="393546" y="1626762"/>
                  </a:lnTo>
                  <a:lnTo>
                    <a:pt x="392261" y="1626353"/>
                  </a:lnTo>
                  <a:lnTo>
                    <a:pt x="391011" y="1625911"/>
                  </a:lnTo>
                  <a:lnTo>
                    <a:pt x="389795" y="1625436"/>
                  </a:lnTo>
                  <a:lnTo>
                    <a:pt x="388615" y="1624928"/>
                  </a:lnTo>
                  <a:lnTo>
                    <a:pt x="387469" y="1624387"/>
                  </a:lnTo>
                  <a:lnTo>
                    <a:pt x="386357" y="1623814"/>
                  </a:lnTo>
                  <a:lnTo>
                    <a:pt x="385298" y="1623188"/>
                  </a:lnTo>
                  <a:lnTo>
                    <a:pt x="384274" y="1622529"/>
                  </a:lnTo>
                  <a:lnTo>
                    <a:pt x="383284" y="1621834"/>
                  </a:lnTo>
                  <a:lnTo>
                    <a:pt x="382329" y="1621105"/>
                  </a:lnTo>
                  <a:lnTo>
                    <a:pt x="381409" y="1620341"/>
                  </a:lnTo>
                  <a:lnTo>
                    <a:pt x="380523" y="1619542"/>
                  </a:lnTo>
                  <a:lnTo>
                    <a:pt x="379672" y="1618709"/>
                  </a:lnTo>
                  <a:lnTo>
                    <a:pt x="378856" y="1617841"/>
                  </a:lnTo>
                  <a:lnTo>
                    <a:pt x="378075" y="1616938"/>
                  </a:lnTo>
                  <a:lnTo>
                    <a:pt x="377328" y="1616000"/>
                  </a:lnTo>
                  <a:lnTo>
                    <a:pt x="376617" y="1615023"/>
                  </a:lnTo>
                  <a:lnTo>
                    <a:pt x="375943" y="1614000"/>
                  </a:lnTo>
                  <a:lnTo>
                    <a:pt x="375305" y="1612932"/>
                  </a:lnTo>
                  <a:lnTo>
                    <a:pt x="374703" y="1611819"/>
                  </a:lnTo>
                  <a:lnTo>
                    <a:pt x="374138" y="1610661"/>
                  </a:lnTo>
                  <a:lnTo>
                    <a:pt x="373609" y="1609458"/>
                  </a:lnTo>
                  <a:lnTo>
                    <a:pt x="373117" y="1608209"/>
                  </a:lnTo>
                  <a:lnTo>
                    <a:pt x="372661" y="1606916"/>
                  </a:lnTo>
                  <a:lnTo>
                    <a:pt x="372242" y="1605577"/>
                  </a:lnTo>
                  <a:lnTo>
                    <a:pt x="371859" y="1604193"/>
                  </a:lnTo>
                  <a:lnTo>
                    <a:pt x="393303" y="1600981"/>
                  </a:lnTo>
                  <a:lnTo>
                    <a:pt x="393519" y="1601747"/>
                  </a:lnTo>
                  <a:lnTo>
                    <a:pt x="393751" y="1602485"/>
                  </a:lnTo>
                  <a:lnTo>
                    <a:pt x="393998" y="1603192"/>
                  </a:lnTo>
                  <a:lnTo>
                    <a:pt x="394261" y="1603870"/>
                  </a:lnTo>
                  <a:lnTo>
                    <a:pt x="394540" y="1604519"/>
                  </a:lnTo>
                  <a:lnTo>
                    <a:pt x="394834" y="1605138"/>
                  </a:lnTo>
                  <a:lnTo>
                    <a:pt x="395144" y="1605727"/>
                  </a:lnTo>
                  <a:lnTo>
                    <a:pt x="395470" y="1606287"/>
                  </a:lnTo>
                  <a:lnTo>
                    <a:pt x="395811" y="1606818"/>
                  </a:lnTo>
                  <a:lnTo>
                    <a:pt x="396168" y="1607318"/>
                  </a:lnTo>
                  <a:lnTo>
                    <a:pt x="396541" y="1607793"/>
                  </a:lnTo>
                  <a:lnTo>
                    <a:pt x="396932" y="1608246"/>
                  </a:lnTo>
                  <a:lnTo>
                    <a:pt x="397340" y="1608675"/>
                  </a:lnTo>
                  <a:lnTo>
                    <a:pt x="397765" y="1609083"/>
                  </a:lnTo>
                  <a:lnTo>
                    <a:pt x="398208" y="1609467"/>
                  </a:lnTo>
                  <a:lnTo>
                    <a:pt x="398668" y="1609829"/>
                  </a:lnTo>
                  <a:lnTo>
                    <a:pt x="399145" y="1610169"/>
                  </a:lnTo>
                  <a:lnTo>
                    <a:pt x="399640" y="1610486"/>
                  </a:lnTo>
                  <a:lnTo>
                    <a:pt x="400152" y="1610780"/>
                  </a:lnTo>
                  <a:lnTo>
                    <a:pt x="400682" y="1611052"/>
                  </a:lnTo>
                  <a:lnTo>
                    <a:pt x="401229" y="1611303"/>
                  </a:lnTo>
                  <a:lnTo>
                    <a:pt x="401793" y="1611538"/>
                  </a:lnTo>
                  <a:lnTo>
                    <a:pt x="402375" y="1611755"/>
                  </a:lnTo>
                  <a:lnTo>
                    <a:pt x="402974" y="1611954"/>
                  </a:lnTo>
                  <a:lnTo>
                    <a:pt x="403590" y="1612137"/>
                  </a:lnTo>
                  <a:lnTo>
                    <a:pt x="404224" y="1612302"/>
                  </a:lnTo>
                  <a:lnTo>
                    <a:pt x="404875" y="1612449"/>
                  </a:lnTo>
                  <a:lnTo>
                    <a:pt x="405544" y="1612580"/>
                  </a:lnTo>
                  <a:lnTo>
                    <a:pt x="406230" y="1612692"/>
                  </a:lnTo>
                  <a:lnTo>
                    <a:pt x="406933" y="1612788"/>
                  </a:lnTo>
                  <a:lnTo>
                    <a:pt x="407672" y="1612870"/>
                  </a:lnTo>
                  <a:lnTo>
                    <a:pt x="408430" y="1612944"/>
                  </a:lnTo>
                  <a:lnTo>
                    <a:pt x="409207" y="1613009"/>
                  </a:lnTo>
                  <a:lnTo>
                    <a:pt x="410003" y="1613066"/>
                  </a:lnTo>
                  <a:lnTo>
                    <a:pt x="410818" y="1613113"/>
                  </a:lnTo>
                  <a:lnTo>
                    <a:pt x="411652" y="1613153"/>
                  </a:lnTo>
                  <a:lnTo>
                    <a:pt x="412506" y="1613183"/>
                  </a:lnTo>
                  <a:lnTo>
                    <a:pt x="413378" y="1613205"/>
                  </a:lnTo>
                  <a:lnTo>
                    <a:pt x="414270" y="1613218"/>
                  </a:lnTo>
                  <a:lnTo>
                    <a:pt x="415180" y="1613222"/>
                  </a:lnTo>
                  <a:lnTo>
                    <a:pt x="416008" y="1613218"/>
                  </a:lnTo>
                  <a:lnTo>
                    <a:pt x="416823" y="1613205"/>
                  </a:lnTo>
                  <a:lnTo>
                    <a:pt x="417626" y="1613183"/>
                  </a:lnTo>
                  <a:lnTo>
                    <a:pt x="418417" y="1613153"/>
                  </a:lnTo>
                  <a:lnTo>
                    <a:pt x="419196" y="1613113"/>
                  </a:lnTo>
                  <a:lnTo>
                    <a:pt x="419962" y="1613066"/>
                  </a:lnTo>
                  <a:lnTo>
                    <a:pt x="420717" y="1613009"/>
                  </a:lnTo>
                  <a:lnTo>
                    <a:pt x="421459" y="1612944"/>
                  </a:lnTo>
                  <a:lnTo>
                    <a:pt x="422189" y="1612870"/>
                  </a:lnTo>
                  <a:lnTo>
                    <a:pt x="422907" y="1612788"/>
                  </a:lnTo>
                  <a:lnTo>
                    <a:pt x="423626" y="1612678"/>
                  </a:lnTo>
                  <a:lnTo>
                    <a:pt x="424324" y="1612555"/>
                  </a:lnTo>
                  <a:lnTo>
                    <a:pt x="425001" y="1612421"/>
                  </a:lnTo>
                  <a:lnTo>
                    <a:pt x="425657" y="1612274"/>
                  </a:lnTo>
                  <a:lnTo>
                    <a:pt x="426293" y="1612115"/>
                  </a:lnTo>
                  <a:lnTo>
                    <a:pt x="426908" y="1611944"/>
                  </a:lnTo>
                  <a:lnTo>
                    <a:pt x="427501" y="1611761"/>
                  </a:lnTo>
                  <a:lnTo>
                    <a:pt x="428074" y="1611566"/>
                  </a:lnTo>
                  <a:lnTo>
                    <a:pt x="428626" y="1611358"/>
                  </a:lnTo>
                  <a:lnTo>
                    <a:pt x="429158" y="1611138"/>
                  </a:lnTo>
                  <a:lnTo>
                    <a:pt x="429684" y="1610887"/>
                  </a:lnTo>
                  <a:lnTo>
                    <a:pt x="430186" y="1610617"/>
                  </a:lnTo>
                  <a:lnTo>
                    <a:pt x="430663" y="1610331"/>
                  </a:lnTo>
                  <a:lnTo>
                    <a:pt x="431116" y="1610027"/>
                  </a:lnTo>
                  <a:lnTo>
                    <a:pt x="431545" y="1609706"/>
                  </a:lnTo>
                  <a:lnTo>
                    <a:pt x="431950" y="1609367"/>
                  </a:lnTo>
                  <a:lnTo>
                    <a:pt x="432330" y="1609011"/>
                  </a:lnTo>
                  <a:lnTo>
                    <a:pt x="432686" y="1608638"/>
                  </a:lnTo>
                  <a:lnTo>
                    <a:pt x="433018" y="1608247"/>
                  </a:lnTo>
                  <a:lnTo>
                    <a:pt x="433325" y="1607839"/>
                  </a:lnTo>
                  <a:lnTo>
                    <a:pt x="433605" y="1607395"/>
                  </a:lnTo>
                  <a:lnTo>
                    <a:pt x="433856" y="1606930"/>
                  </a:lnTo>
                  <a:lnTo>
                    <a:pt x="434078" y="1606443"/>
                  </a:lnTo>
                  <a:lnTo>
                    <a:pt x="434270" y="1605936"/>
                  </a:lnTo>
                  <a:lnTo>
                    <a:pt x="434432" y="1605408"/>
                  </a:lnTo>
                  <a:lnTo>
                    <a:pt x="434565" y="1604860"/>
                  </a:lnTo>
                  <a:lnTo>
                    <a:pt x="434668" y="1604290"/>
                  </a:lnTo>
                  <a:lnTo>
                    <a:pt x="434742" y="1603700"/>
                  </a:lnTo>
                  <a:lnTo>
                    <a:pt x="434786" y="1603089"/>
                  </a:lnTo>
                  <a:lnTo>
                    <a:pt x="434801" y="1602457"/>
                  </a:lnTo>
                  <a:lnTo>
                    <a:pt x="434779" y="1601743"/>
                  </a:lnTo>
                  <a:lnTo>
                    <a:pt x="434714" y="1601061"/>
                  </a:lnTo>
                  <a:lnTo>
                    <a:pt x="434606" y="1600410"/>
                  </a:lnTo>
                  <a:lnTo>
                    <a:pt x="434454" y="1599790"/>
                  </a:lnTo>
                  <a:lnTo>
                    <a:pt x="434258" y="1599201"/>
                  </a:lnTo>
                  <a:lnTo>
                    <a:pt x="434020" y="1598644"/>
                  </a:lnTo>
                  <a:lnTo>
                    <a:pt x="433737" y="1598118"/>
                  </a:lnTo>
                  <a:lnTo>
                    <a:pt x="433412" y="1597623"/>
                  </a:lnTo>
                  <a:lnTo>
                    <a:pt x="433043" y="1597159"/>
                  </a:lnTo>
                  <a:lnTo>
                    <a:pt x="432630" y="1596727"/>
                  </a:lnTo>
                  <a:lnTo>
                    <a:pt x="432197" y="1596301"/>
                  </a:lnTo>
                  <a:lnTo>
                    <a:pt x="431731" y="1595893"/>
                  </a:lnTo>
                  <a:lnTo>
                    <a:pt x="431232" y="1595503"/>
                  </a:lnTo>
                  <a:lnTo>
                    <a:pt x="430700" y="1595129"/>
                  </a:lnTo>
                  <a:lnTo>
                    <a:pt x="430134" y="1594773"/>
                  </a:lnTo>
                  <a:lnTo>
                    <a:pt x="429536" y="1594435"/>
                  </a:lnTo>
                  <a:lnTo>
                    <a:pt x="428905" y="1594114"/>
                  </a:lnTo>
                  <a:lnTo>
                    <a:pt x="428241" y="1593810"/>
                  </a:lnTo>
                  <a:lnTo>
                    <a:pt x="427544" y="1593523"/>
                  </a:lnTo>
                  <a:lnTo>
                    <a:pt x="426814" y="1593254"/>
                  </a:lnTo>
                  <a:lnTo>
                    <a:pt x="426071" y="1592981"/>
                  </a:lnTo>
                  <a:lnTo>
                    <a:pt x="425300" y="1592716"/>
                  </a:lnTo>
                  <a:lnTo>
                    <a:pt x="424501" y="1592460"/>
                  </a:lnTo>
                  <a:lnTo>
                    <a:pt x="423674" y="1592212"/>
                  </a:lnTo>
                  <a:lnTo>
                    <a:pt x="422820" y="1591974"/>
                  </a:lnTo>
                  <a:lnTo>
                    <a:pt x="421938" y="1591744"/>
                  </a:lnTo>
                  <a:lnTo>
                    <a:pt x="421028" y="1591522"/>
                  </a:lnTo>
                  <a:lnTo>
                    <a:pt x="420091" y="1591310"/>
                  </a:lnTo>
                  <a:lnTo>
                    <a:pt x="419125" y="1591105"/>
                  </a:lnTo>
                  <a:lnTo>
                    <a:pt x="418132" y="1590910"/>
                  </a:lnTo>
                  <a:lnTo>
                    <a:pt x="417135" y="1590699"/>
                  </a:lnTo>
                  <a:lnTo>
                    <a:pt x="416125" y="1590483"/>
                  </a:lnTo>
                  <a:lnTo>
                    <a:pt x="415100" y="1590262"/>
                  </a:lnTo>
                  <a:lnTo>
                    <a:pt x="414062" y="1590035"/>
                  </a:lnTo>
                  <a:lnTo>
                    <a:pt x="413010" y="1589803"/>
                  </a:lnTo>
                  <a:lnTo>
                    <a:pt x="411944" y="1589566"/>
                  </a:lnTo>
                  <a:lnTo>
                    <a:pt x="410864" y="1589324"/>
                  </a:lnTo>
                  <a:lnTo>
                    <a:pt x="409770" y="1589077"/>
                  </a:lnTo>
                  <a:lnTo>
                    <a:pt x="408662" y="1588824"/>
                  </a:lnTo>
                  <a:lnTo>
                    <a:pt x="407541" y="1588566"/>
                  </a:lnTo>
                  <a:lnTo>
                    <a:pt x="406362" y="1588300"/>
                  </a:lnTo>
                  <a:lnTo>
                    <a:pt x="405186" y="1588024"/>
                  </a:lnTo>
                  <a:lnTo>
                    <a:pt x="404014" y="1587738"/>
                  </a:lnTo>
                  <a:lnTo>
                    <a:pt x="402845" y="1587441"/>
                  </a:lnTo>
                  <a:lnTo>
                    <a:pt x="401680" y="1587134"/>
                  </a:lnTo>
                  <a:lnTo>
                    <a:pt x="400519" y="1586816"/>
                  </a:lnTo>
                  <a:lnTo>
                    <a:pt x="399361" y="1586488"/>
                  </a:lnTo>
                  <a:lnTo>
                    <a:pt x="398206" y="1586149"/>
                  </a:lnTo>
                  <a:lnTo>
                    <a:pt x="397055" y="1585800"/>
                  </a:lnTo>
                  <a:lnTo>
                    <a:pt x="395907" y="1585441"/>
                  </a:lnTo>
                  <a:lnTo>
                    <a:pt x="394773" y="1585063"/>
                  </a:lnTo>
                  <a:lnTo>
                    <a:pt x="393664" y="1584659"/>
                  </a:lnTo>
                  <a:lnTo>
                    <a:pt x="392579" y="1584230"/>
                  </a:lnTo>
                  <a:lnTo>
                    <a:pt x="391518" y="1583774"/>
                  </a:lnTo>
                  <a:lnTo>
                    <a:pt x="390481" y="1583292"/>
                  </a:lnTo>
                  <a:lnTo>
                    <a:pt x="389469" y="1582784"/>
                  </a:lnTo>
                  <a:lnTo>
                    <a:pt x="388481" y="1582250"/>
                  </a:lnTo>
                  <a:lnTo>
                    <a:pt x="387517" y="1581690"/>
                  </a:lnTo>
                  <a:lnTo>
                    <a:pt x="386578" y="1581104"/>
                  </a:lnTo>
                  <a:lnTo>
                    <a:pt x="385663" y="1580492"/>
                  </a:lnTo>
                  <a:lnTo>
                    <a:pt x="384777" y="1579851"/>
                  </a:lnTo>
                  <a:lnTo>
                    <a:pt x="383926" y="1579176"/>
                  </a:lnTo>
                  <a:lnTo>
                    <a:pt x="383110" y="1578468"/>
                  </a:lnTo>
                  <a:lnTo>
                    <a:pt x="382329" y="1577728"/>
                  </a:lnTo>
                  <a:lnTo>
                    <a:pt x="381582" y="1576954"/>
                  </a:lnTo>
                  <a:lnTo>
                    <a:pt x="380871" y="1576148"/>
                  </a:lnTo>
                  <a:lnTo>
                    <a:pt x="380193" y="1575308"/>
                  </a:lnTo>
                  <a:lnTo>
                    <a:pt x="379551" y="1574436"/>
                  </a:lnTo>
                  <a:lnTo>
                    <a:pt x="378943" y="1573530"/>
                  </a:lnTo>
                  <a:lnTo>
                    <a:pt x="378370" y="1572592"/>
                  </a:lnTo>
                  <a:lnTo>
                    <a:pt x="377842" y="1571594"/>
                  </a:lnTo>
                  <a:lnTo>
                    <a:pt x="377370" y="1570546"/>
                  </a:lnTo>
                  <a:lnTo>
                    <a:pt x="376953" y="1569448"/>
                  </a:lnTo>
                  <a:lnTo>
                    <a:pt x="376592" y="1568300"/>
                  </a:lnTo>
                  <a:lnTo>
                    <a:pt x="376287" y="1567101"/>
                  </a:lnTo>
                  <a:lnTo>
                    <a:pt x="376037" y="1565851"/>
                  </a:lnTo>
                  <a:lnTo>
                    <a:pt x="375842" y="1564552"/>
                  </a:lnTo>
                  <a:lnTo>
                    <a:pt x="375703" y="1563202"/>
                  </a:lnTo>
                  <a:lnTo>
                    <a:pt x="375620" y="1561801"/>
                  </a:lnTo>
                  <a:lnTo>
                    <a:pt x="375592" y="1560351"/>
                  </a:lnTo>
                  <a:lnTo>
                    <a:pt x="375618" y="1559029"/>
                  </a:lnTo>
                  <a:lnTo>
                    <a:pt x="375696" y="1557736"/>
                  </a:lnTo>
                  <a:lnTo>
                    <a:pt x="375826" y="1556473"/>
                  </a:lnTo>
                  <a:lnTo>
                    <a:pt x="376009" y="1555239"/>
                  </a:lnTo>
                  <a:lnTo>
                    <a:pt x="376243" y="1554035"/>
                  </a:lnTo>
                  <a:lnTo>
                    <a:pt x="376530" y="1552860"/>
                  </a:lnTo>
                  <a:lnTo>
                    <a:pt x="376868" y="1551715"/>
                  </a:lnTo>
                  <a:lnTo>
                    <a:pt x="377259" y="1550600"/>
                  </a:lnTo>
                  <a:lnTo>
                    <a:pt x="377702" y="1549513"/>
                  </a:lnTo>
                  <a:lnTo>
                    <a:pt x="378197" y="1548457"/>
                  </a:lnTo>
                  <a:lnTo>
                    <a:pt x="378742" y="1547414"/>
                  </a:lnTo>
                  <a:lnTo>
                    <a:pt x="379336" y="1546405"/>
                  </a:lnTo>
                  <a:lnTo>
                    <a:pt x="379978" y="1545428"/>
                  </a:lnTo>
                  <a:lnTo>
                    <a:pt x="380669" y="1544484"/>
                  </a:lnTo>
                  <a:lnTo>
                    <a:pt x="381409" y="1543573"/>
                  </a:lnTo>
                  <a:lnTo>
                    <a:pt x="382197" y="1542696"/>
                  </a:lnTo>
                  <a:lnTo>
                    <a:pt x="383034" y="1541851"/>
                  </a:lnTo>
                  <a:lnTo>
                    <a:pt x="383920" y="1541039"/>
                  </a:lnTo>
                  <a:lnTo>
                    <a:pt x="384854" y="1540261"/>
                  </a:lnTo>
                  <a:lnTo>
                    <a:pt x="385836" y="1539515"/>
                  </a:lnTo>
                  <a:lnTo>
                    <a:pt x="386867" y="1538786"/>
                  </a:lnTo>
                  <a:lnTo>
                    <a:pt x="387944" y="1538095"/>
                  </a:lnTo>
                  <a:lnTo>
                    <a:pt x="389069" y="1537439"/>
                  </a:lnTo>
                  <a:lnTo>
                    <a:pt x="390240" y="1536820"/>
                  </a:lnTo>
                  <a:lnTo>
                    <a:pt x="391458" y="1536238"/>
                  </a:lnTo>
                  <a:lnTo>
                    <a:pt x="392723" y="1535691"/>
                  </a:lnTo>
                  <a:lnTo>
                    <a:pt x="394034" y="1535182"/>
                  </a:lnTo>
                  <a:lnTo>
                    <a:pt x="395393" y="1534709"/>
                  </a:lnTo>
                  <a:lnTo>
                    <a:pt x="396799" y="1534272"/>
                  </a:lnTo>
                  <a:lnTo>
                    <a:pt x="398251" y="1533872"/>
                  </a:lnTo>
                  <a:lnTo>
                    <a:pt x="399766" y="1533492"/>
                  </a:lnTo>
                  <a:lnTo>
                    <a:pt x="401324" y="1533153"/>
                  </a:lnTo>
                  <a:lnTo>
                    <a:pt x="402926" y="1532853"/>
                  </a:lnTo>
                  <a:lnTo>
                    <a:pt x="404571" y="1532594"/>
                  </a:lnTo>
                  <a:lnTo>
                    <a:pt x="406260" y="1532374"/>
                  </a:lnTo>
                  <a:lnTo>
                    <a:pt x="407992" y="1532194"/>
                  </a:lnTo>
                  <a:lnTo>
                    <a:pt x="409767" y="1532055"/>
                  </a:lnTo>
                  <a:lnTo>
                    <a:pt x="411586" y="1531955"/>
                  </a:lnTo>
                  <a:lnTo>
                    <a:pt x="413448" y="1531895"/>
                  </a:lnTo>
                  <a:lnTo>
                    <a:pt x="415354" y="1531875"/>
                  </a:lnTo>
                  <a:lnTo>
                    <a:pt x="416872" y="1531890"/>
                  </a:lnTo>
                  <a:lnTo>
                    <a:pt x="418368" y="1531934"/>
                  </a:lnTo>
                  <a:lnTo>
                    <a:pt x="419844" y="1532008"/>
                  </a:lnTo>
                  <a:lnTo>
                    <a:pt x="421299" y="1532111"/>
                  </a:lnTo>
                  <a:lnTo>
                    <a:pt x="422733" y="1532244"/>
                  </a:lnTo>
                  <a:lnTo>
                    <a:pt x="424147" y="1532406"/>
                  </a:lnTo>
                  <a:lnTo>
                    <a:pt x="425539" y="1532598"/>
                  </a:lnTo>
                  <a:lnTo>
                    <a:pt x="426911" y="1532820"/>
                  </a:lnTo>
                  <a:lnTo>
                    <a:pt x="428262" y="1533070"/>
                  </a:lnTo>
                  <a:lnTo>
                    <a:pt x="429592" y="1533351"/>
                  </a:lnTo>
                  <a:lnTo>
                    <a:pt x="430898" y="1533646"/>
                  </a:lnTo>
                  <a:lnTo>
                    <a:pt x="432176" y="1533976"/>
                  </a:lnTo>
                  <a:lnTo>
                    <a:pt x="433426" y="1534341"/>
                  </a:lnTo>
                  <a:lnTo>
                    <a:pt x="434648" y="1534740"/>
                  </a:lnTo>
                  <a:lnTo>
                    <a:pt x="435843" y="1535174"/>
                  </a:lnTo>
                  <a:lnTo>
                    <a:pt x="437009" y="1535643"/>
                  </a:lnTo>
                  <a:lnTo>
                    <a:pt x="438149" y="1536146"/>
                  </a:lnTo>
                  <a:lnTo>
                    <a:pt x="439260" y="1536685"/>
                  </a:lnTo>
                  <a:lnTo>
                    <a:pt x="440343" y="1537258"/>
                  </a:lnTo>
                  <a:lnTo>
                    <a:pt x="441399" y="1537865"/>
                  </a:lnTo>
                  <a:lnTo>
                    <a:pt x="442423" y="1538490"/>
                  </a:lnTo>
                  <a:lnTo>
                    <a:pt x="443413" y="1539150"/>
                  </a:lnTo>
                  <a:lnTo>
                    <a:pt x="444368" y="1539845"/>
                  </a:lnTo>
                  <a:lnTo>
                    <a:pt x="445288" y="1540574"/>
                  </a:lnTo>
                  <a:lnTo>
                    <a:pt x="446174" y="1541338"/>
                  </a:lnTo>
                  <a:lnTo>
                    <a:pt x="447025" y="1542137"/>
                  </a:lnTo>
                  <a:lnTo>
                    <a:pt x="447841" y="1542970"/>
                  </a:lnTo>
                  <a:lnTo>
                    <a:pt x="448622" y="1543838"/>
                  </a:lnTo>
                  <a:lnTo>
                    <a:pt x="449369" y="1544741"/>
                  </a:lnTo>
                  <a:lnTo>
                    <a:pt x="450081" y="1545679"/>
                  </a:lnTo>
                  <a:lnTo>
                    <a:pt x="450771" y="1546654"/>
                  </a:lnTo>
                  <a:lnTo>
                    <a:pt x="451418" y="1547669"/>
                  </a:lnTo>
                  <a:lnTo>
                    <a:pt x="452021" y="1548723"/>
                  </a:lnTo>
                  <a:lnTo>
                    <a:pt x="452581" y="1549818"/>
                  </a:lnTo>
                  <a:lnTo>
                    <a:pt x="453097" y="1550953"/>
                  </a:lnTo>
                  <a:lnTo>
                    <a:pt x="453571" y="1552128"/>
                  </a:lnTo>
                  <a:lnTo>
                    <a:pt x="454000" y="1553342"/>
                  </a:lnTo>
                  <a:lnTo>
                    <a:pt x="454387" y="1554597"/>
                  </a:lnTo>
                  <a:lnTo>
                    <a:pt x="454730" y="1555891"/>
                  </a:lnTo>
                  <a:lnTo>
                    <a:pt x="455029" y="1557225"/>
                  </a:lnTo>
                  <a:lnTo>
                    <a:pt x="433412" y="1559483"/>
                  </a:lnTo>
                  <a:lnTo>
                    <a:pt x="433281" y="1558818"/>
                  </a:lnTo>
                  <a:lnTo>
                    <a:pt x="433131" y="1558177"/>
                  </a:lnTo>
                  <a:lnTo>
                    <a:pt x="432961" y="1557560"/>
                  </a:lnTo>
                  <a:lnTo>
                    <a:pt x="432773" y="1556968"/>
                  </a:lnTo>
                  <a:lnTo>
                    <a:pt x="432565" y="1556401"/>
                  </a:lnTo>
                  <a:lnTo>
                    <a:pt x="432339" y="1555857"/>
                  </a:lnTo>
                  <a:lnTo>
                    <a:pt x="432093" y="1555338"/>
                  </a:lnTo>
                  <a:lnTo>
                    <a:pt x="431828" y="1554843"/>
                  </a:lnTo>
                  <a:lnTo>
                    <a:pt x="431544" y="1554373"/>
                  </a:lnTo>
                  <a:lnTo>
                    <a:pt x="431241" y="1553926"/>
                  </a:lnTo>
                  <a:lnTo>
                    <a:pt x="430921" y="1553484"/>
                  </a:lnTo>
                  <a:lnTo>
                    <a:pt x="430585" y="1553062"/>
                  </a:lnTo>
                  <a:lnTo>
                    <a:pt x="430233" y="1552658"/>
                  </a:lnTo>
                  <a:lnTo>
                    <a:pt x="429866" y="1552273"/>
                  </a:lnTo>
                  <a:lnTo>
                    <a:pt x="429483" y="1551908"/>
                  </a:lnTo>
                  <a:lnTo>
                    <a:pt x="429085" y="1551561"/>
                  </a:lnTo>
                  <a:lnTo>
                    <a:pt x="428671" y="1551234"/>
                  </a:lnTo>
                  <a:lnTo>
                    <a:pt x="428241" y="1550926"/>
                  </a:lnTo>
                  <a:lnTo>
                    <a:pt x="427796" y="1550637"/>
                  </a:lnTo>
                  <a:lnTo>
                    <a:pt x="427335" y="1550367"/>
                  </a:lnTo>
                  <a:lnTo>
                    <a:pt x="426875" y="1550115"/>
                  </a:lnTo>
                  <a:lnTo>
                    <a:pt x="426401" y="1549881"/>
                  </a:lnTo>
                  <a:lnTo>
                    <a:pt x="425910" y="1549664"/>
                  </a:lnTo>
                  <a:lnTo>
                    <a:pt x="425404" y="1549464"/>
                  </a:lnTo>
                  <a:lnTo>
                    <a:pt x="424882" y="1549282"/>
                  </a:lnTo>
                  <a:lnTo>
                    <a:pt x="424345" y="1549117"/>
                  </a:lnTo>
                  <a:lnTo>
                    <a:pt x="423792" y="1548969"/>
                  </a:lnTo>
                  <a:lnTo>
                    <a:pt x="423223" y="1548839"/>
                  </a:lnTo>
                  <a:lnTo>
                    <a:pt x="422639" y="1548726"/>
                  </a:lnTo>
                  <a:lnTo>
                    <a:pt x="422039" y="1548631"/>
                  </a:lnTo>
                  <a:lnTo>
                    <a:pt x="421425" y="1548532"/>
                  </a:lnTo>
                  <a:lnTo>
                    <a:pt x="420799" y="1548443"/>
                  </a:lnTo>
                  <a:lnTo>
                    <a:pt x="420161" y="1548365"/>
                  </a:lnTo>
                  <a:lnTo>
                    <a:pt x="419511" y="1548297"/>
                  </a:lnTo>
                  <a:lnTo>
                    <a:pt x="418848" y="1548240"/>
                  </a:lnTo>
                  <a:lnTo>
                    <a:pt x="418174" y="1548193"/>
                  </a:lnTo>
                  <a:lnTo>
                    <a:pt x="417487" y="1548157"/>
                  </a:lnTo>
                  <a:lnTo>
                    <a:pt x="416788" y="1548130"/>
                  </a:lnTo>
                  <a:lnTo>
                    <a:pt x="416077" y="1548115"/>
                  </a:lnTo>
                  <a:lnTo>
                    <a:pt x="415354" y="1548110"/>
                  </a:lnTo>
                  <a:lnTo>
                    <a:pt x="413661" y="1548132"/>
                  </a:lnTo>
                  <a:lnTo>
                    <a:pt x="412055" y="1548200"/>
                  </a:lnTo>
                  <a:lnTo>
                    <a:pt x="410536" y="1548313"/>
                  </a:lnTo>
                  <a:lnTo>
                    <a:pt x="409103" y="1548471"/>
                  </a:lnTo>
                  <a:lnTo>
                    <a:pt x="407758" y="1548674"/>
                  </a:lnTo>
                  <a:lnTo>
                    <a:pt x="406499" y="1548922"/>
                  </a:lnTo>
                  <a:lnTo>
                    <a:pt x="405327" y="1549216"/>
                  </a:lnTo>
                  <a:lnTo>
                    <a:pt x="404241" y="1549554"/>
                  </a:lnTo>
                  <a:lnTo>
                    <a:pt x="403243" y="1549938"/>
                  </a:lnTo>
                  <a:lnTo>
                    <a:pt x="402332" y="1550367"/>
                  </a:lnTo>
                  <a:lnTo>
                    <a:pt x="401507" y="1550831"/>
                  </a:lnTo>
                  <a:lnTo>
                    <a:pt x="400769" y="1551357"/>
                  </a:lnTo>
                  <a:lnTo>
                    <a:pt x="400118" y="1551943"/>
                  </a:lnTo>
                  <a:lnTo>
                    <a:pt x="399553" y="1552589"/>
                  </a:lnTo>
                  <a:lnTo>
                    <a:pt x="399076" y="1553297"/>
                  </a:lnTo>
                  <a:lnTo>
                    <a:pt x="398685" y="1554065"/>
                  </a:lnTo>
                  <a:lnTo>
                    <a:pt x="398381" y="1554894"/>
                  </a:lnTo>
                  <a:lnTo>
                    <a:pt x="398164" y="1555784"/>
                  </a:lnTo>
                  <a:lnTo>
                    <a:pt x="398034" y="1556735"/>
                  </a:lnTo>
                  <a:lnTo>
                    <a:pt x="397991" y="1557746"/>
                  </a:lnTo>
                  <a:lnTo>
                    <a:pt x="398008" y="1558376"/>
                  </a:lnTo>
                  <a:lnTo>
                    <a:pt x="398060" y="1558979"/>
                  </a:lnTo>
                  <a:lnTo>
                    <a:pt x="398147" y="1559556"/>
                  </a:lnTo>
                  <a:lnTo>
                    <a:pt x="398269" y="1560108"/>
                  </a:lnTo>
                  <a:lnTo>
                    <a:pt x="398425" y="1560633"/>
                  </a:lnTo>
                  <a:lnTo>
                    <a:pt x="398616" y="1561132"/>
                  </a:lnTo>
                  <a:lnTo>
                    <a:pt x="398842" y="1561605"/>
                  </a:lnTo>
                  <a:lnTo>
                    <a:pt x="399102" y="1562052"/>
                  </a:lnTo>
                  <a:lnTo>
                    <a:pt x="399397" y="1562473"/>
                  </a:lnTo>
                  <a:lnTo>
                    <a:pt x="399727" y="1562868"/>
                  </a:lnTo>
                  <a:lnTo>
                    <a:pt x="400106" y="1563244"/>
                  </a:lnTo>
                  <a:lnTo>
                    <a:pt x="400512" y="1563608"/>
                  </a:lnTo>
                  <a:lnTo>
                    <a:pt x="400946" y="1563960"/>
                  </a:lnTo>
                  <a:lnTo>
                    <a:pt x="401408" y="1564299"/>
                  </a:lnTo>
                  <a:lnTo>
                    <a:pt x="401897" y="1564626"/>
                  </a:lnTo>
                  <a:lnTo>
                    <a:pt x="402415" y="1564942"/>
                  </a:lnTo>
                  <a:lnTo>
                    <a:pt x="402960" y="1565245"/>
                  </a:lnTo>
                  <a:lnTo>
                    <a:pt x="403533" y="1565535"/>
                  </a:lnTo>
                  <a:lnTo>
                    <a:pt x="404134" y="1565814"/>
                  </a:lnTo>
                  <a:lnTo>
                    <a:pt x="404762" y="1566081"/>
                  </a:lnTo>
                  <a:lnTo>
                    <a:pt x="405433" y="1566321"/>
                  </a:lnTo>
                  <a:lnTo>
                    <a:pt x="406127" y="1566556"/>
                  </a:lnTo>
                  <a:lnTo>
                    <a:pt x="406843" y="1566786"/>
                  </a:lnTo>
                  <a:lnTo>
                    <a:pt x="407582" y="1567011"/>
                  </a:lnTo>
                  <a:lnTo>
                    <a:pt x="408344" y="1567231"/>
                  </a:lnTo>
                  <a:lnTo>
                    <a:pt x="409128" y="1567445"/>
                  </a:lnTo>
                  <a:lnTo>
                    <a:pt x="409934" y="1567655"/>
                  </a:lnTo>
                  <a:lnTo>
                    <a:pt x="410763" y="1567859"/>
                  </a:lnTo>
                  <a:lnTo>
                    <a:pt x="411615" y="1568057"/>
                  </a:lnTo>
                  <a:lnTo>
                    <a:pt x="412489" y="1568251"/>
                  </a:lnTo>
                  <a:lnTo>
                    <a:pt x="413400" y="1568429"/>
                  </a:lnTo>
                  <a:lnTo>
                    <a:pt x="414326" y="1568616"/>
                  </a:lnTo>
                  <a:lnTo>
                    <a:pt x="415268" y="1568811"/>
                  </a:lnTo>
                  <a:lnTo>
                    <a:pt x="416226" y="1569015"/>
                  </a:lnTo>
                  <a:lnTo>
                    <a:pt x="417199" y="1569228"/>
                  </a:lnTo>
                  <a:lnTo>
                    <a:pt x="418188" y="1569449"/>
                  </a:lnTo>
                  <a:lnTo>
                    <a:pt x="419192" y="1569679"/>
                  </a:lnTo>
                  <a:lnTo>
                    <a:pt x="420212" y="1569918"/>
                  </a:lnTo>
                  <a:lnTo>
                    <a:pt x="421248" y="1570165"/>
                  </a:lnTo>
                  <a:lnTo>
                    <a:pt x="422299" y="1570421"/>
                  </a:lnTo>
                  <a:lnTo>
                    <a:pt x="423599" y="1570704"/>
                  </a:lnTo>
                  <a:lnTo>
                    <a:pt x="424893" y="1570998"/>
                  </a:lnTo>
                  <a:lnTo>
                    <a:pt x="426183" y="1571302"/>
                  </a:lnTo>
                  <a:lnTo>
                    <a:pt x="427467" y="1571616"/>
                  </a:lnTo>
                  <a:lnTo>
                    <a:pt x="428745" y="1571941"/>
                  </a:lnTo>
                  <a:lnTo>
                    <a:pt x="430019" y="1572276"/>
                  </a:lnTo>
                  <a:lnTo>
                    <a:pt x="431287" y="1572621"/>
                  </a:lnTo>
                  <a:lnTo>
                    <a:pt x="432551" y="1572977"/>
                  </a:lnTo>
                  <a:lnTo>
                    <a:pt x="433809" y="1573344"/>
                  </a:lnTo>
                  <a:lnTo>
                    <a:pt x="435061" y="1573720"/>
                  </a:lnTo>
                  <a:lnTo>
                    <a:pt x="436314" y="1574100"/>
                  </a:lnTo>
                  <a:lnTo>
                    <a:pt x="437537" y="1574509"/>
                  </a:lnTo>
                  <a:lnTo>
                    <a:pt x="438731" y="1574947"/>
                  </a:lnTo>
                  <a:lnTo>
                    <a:pt x="439895" y="1575415"/>
                  </a:lnTo>
                  <a:lnTo>
                    <a:pt x="441030" y="1575913"/>
                  </a:lnTo>
                  <a:lnTo>
                    <a:pt x="442135" y="1576440"/>
                  </a:lnTo>
                  <a:lnTo>
                    <a:pt x="443211" y="1576996"/>
                  </a:lnTo>
                  <a:lnTo>
                    <a:pt x="444257" y="1577582"/>
                  </a:lnTo>
                  <a:lnTo>
                    <a:pt x="445274" y="1578198"/>
                  </a:lnTo>
                  <a:lnTo>
                    <a:pt x="446261" y="1578843"/>
                  </a:lnTo>
                  <a:lnTo>
                    <a:pt x="447230" y="1579504"/>
                  </a:lnTo>
                  <a:lnTo>
                    <a:pt x="448160" y="1580204"/>
                  </a:lnTo>
                  <a:lnTo>
                    <a:pt x="449050" y="1580942"/>
                  </a:lnTo>
                  <a:lnTo>
                    <a:pt x="449900" y="1581718"/>
                  </a:lnTo>
                  <a:lnTo>
                    <a:pt x="450710" y="1582532"/>
                  </a:lnTo>
                  <a:lnTo>
                    <a:pt x="451480" y="1583385"/>
                  </a:lnTo>
                  <a:lnTo>
                    <a:pt x="452210" y="1584276"/>
                  </a:lnTo>
                  <a:lnTo>
                    <a:pt x="452900" y="1585205"/>
                  </a:lnTo>
                  <a:lnTo>
                    <a:pt x="453551" y="1586172"/>
                  </a:lnTo>
                  <a:lnTo>
                    <a:pt x="454161" y="1587177"/>
                  </a:lnTo>
                  <a:lnTo>
                    <a:pt x="454738" y="1588229"/>
                  </a:lnTo>
                  <a:lnTo>
                    <a:pt x="455255" y="1589337"/>
                  </a:lnTo>
                  <a:lnTo>
                    <a:pt x="455711" y="1590500"/>
                  </a:lnTo>
                  <a:lnTo>
                    <a:pt x="456106" y="1591719"/>
                  </a:lnTo>
                  <a:lnTo>
                    <a:pt x="456440" y="1592994"/>
                  </a:lnTo>
                  <a:lnTo>
                    <a:pt x="456713" y="1594324"/>
                  </a:lnTo>
                  <a:lnTo>
                    <a:pt x="456926" y="1595709"/>
                  </a:lnTo>
                  <a:lnTo>
                    <a:pt x="457078" y="1597151"/>
                  </a:lnTo>
                  <a:lnTo>
                    <a:pt x="457169" y="1598647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h17"/>
            <p:cNvSpPr/>
            <p:nvPr/>
          </p:nvSpPr>
          <p:spPr>
            <a:xfrm>
              <a:off x="4165954" y="703467"/>
              <a:ext cx="457200" cy="1636141"/>
            </a:xfrm>
            <a:custGeom>
              <a:avLst/>
              <a:pathLst>
                <a:path w="457200" h="1636141">
                  <a:moveTo>
                    <a:pt x="457200" y="1600200"/>
                  </a:moveTo>
                  <a:lnTo>
                    <a:pt x="457172" y="1601850"/>
                  </a:lnTo>
                  <a:lnTo>
                    <a:pt x="457088" y="1603467"/>
                  </a:lnTo>
                  <a:lnTo>
                    <a:pt x="456949" y="1605052"/>
                  </a:lnTo>
                  <a:lnTo>
                    <a:pt x="456755" y="1606603"/>
                  </a:lnTo>
                  <a:lnTo>
                    <a:pt x="456505" y="1608121"/>
                  </a:lnTo>
                  <a:lnTo>
                    <a:pt x="456199" y="1609607"/>
                  </a:lnTo>
                  <a:lnTo>
                    <a:pt x="455838" y="1611059"/>
                  </a:lnTo>
                  <a:lnTo>
                    <a:pt x="455422" y="1612479"/>
                  </a:lnTo>
                  <a:lnTo>
                    <a:pt x="454949" y="1613865"/>
                  </a:lnTo>
                  <a:lnTo>
                    <a:pt x="454421" y="1615219"/>
                  </a:lnTo>
                  <a:lnTo>
                    <a:pt x="453855" y="1616519"/>
                  </a:lnTo>
                  <a:lnTo>
                    <a:pt x="453234" y="1617782"/>
                  </a:lnTo>
                  <a:lnTo>
                    <a:pt x="452557" y="1619006"/>
                  </a:lnTo>
                  <a:lnTo>
                    <a:pt x="451824" y="1620192"/>
                  </a:lnTo>
                  <a:lnTo>
                    <a:pt x="451036" y="1621339"/>
                  </a:lnTo>
                  <a:lnTo>
                    <a:pt x="450192" y="1622449"/>
                  </a:lnTo>
                  <a:lnTo>
                    <a:pt x="449292" y="1623520"/>
                  </a:lnTo>
                  <a:lnTo>
                    <a:pt x="448337" y="1624553"/>
                  </a:lnTo>
                  <a:lnTo>
                    <a:pt x="447327" y="1625548"/>
                  </a:lnTo>
                  <a:lnTo>
                    <a:pt x="446261" y="1626505"/>
                  </a:lnTo>
                  <a:lnTo>
                    <a:pt x="445140" y="1627421"/>
                  </a:lnTo>
                  <a:lnTo>
                    <a:pt x="443965" y="1628293"/>
                  </a:lnTo>
                  <a:lnTo>
                    <a:pt x="442737" y="1629122"/>
                  </a:lnTo>
                  <a:lnTo>
                    <a:pt x="441454" y="1629908"/>
                  </a:lnTo>
                  <a:lnTo>
                    <a:pt x="440118" y="1630650"/>
                  </a:lnTo>
                  <a:lnTo>
                    <a:pt x="438728" y="1631349"/>
                  </a:lnTo>
                  <a:lnTo>
                    <a:pt x="437285" y="1632005"/>
                  </a:lnTo>
                  <a:lnTo>
                    <a:pt x="435787" y="1632617"/>
                  </a:lnTo>
                  <a:lnTo>
                    <a:pt x="434236" y="1633185"/>
                  </a:lnTo>
                  <a:lnTo>
                    <a:pt x="432630" y="1633711"/>
                  </a:lnTo>
                  <a:lnTo>
                    <a:pt x="430989" y="1634172"/>
                  </a:lnTo>
                  <a:lnTo>
                    <a:pt x="429293" y="1634586"/>
                  </a:lnTo>
                  <a:lnTo>
                    <a:pt x="427544" y="1634950"/>
                  </a:lnTo>
                  <a:lnTo>
                    <a:pt x="425741" y="1635266"/>
                  </a:lnTo>
                  <a:lnTo>
                    <a:pt x="423884" y="1635534"/>
                  </a:lnTo>
                  <a:lnTo>
                    <a:pt x="421973" y="1635753"/>
                  </a:lnTo>
                  <a:lnTo>
                    <a:pt x="420008" y="1635923"/>
                  </a:lnTo>
                  <a:lnTo>
                    <a:pt x="417990" y="1636044"/>
                  </a:lnTo>
                  <a:lnTo>
                    <a:pt x="415917" y="1636117"/>
                  </a:lnTo>
                  <a:lnTo>
                    <a:pt x="413791" y="1636141"/>
                  </a:lnTo>
                  <a:lnTo>
                    <a:pt x="411432" y="1636111"/>
                  </a:lnTo>
                  <a:lnTo>
                    <a:pt x="409148" y="1636020"/>
                  </a:lnTo>
                  <a:lnTo>
                    <a:pt x="406939" y="1635868"/>
                  </a:lnTo>
                  <a:lnTo>
                    <a:pt x="404804" y="1635655"/>
                  </a:lnTo>
                  <a:lnTo>
                    <a:pt x="402744" y="1635382"/>
                  </a:lnTo>
                  <a:lnTo>
                    <a:pt x="400758" y="1635048"/>
                  </a:lnTo>
                  <a:lnTo>
                    <a:pt x="398848" y="1634653"/>
                  </a:lnTo>
                  <a:lnTo>
                    <a:pt x="397011" y="1634197"/>
                  </a:lnTo>
                  <a:lnTo>
                    <a:pt x="395250" y="1633680"/>
                  </a:lnTo>
                  <a:lnTo>
                    <a:pt x="393563" y="1633103"/>
                  </a:lnTo>
                  <a:lnTo>
                    <a:pt x="391960" y="1632476"/>
                  </a:lnTo>
                  <a:lnTo>
                    <a:pt x="390413" y="1631811"/>
                  </a:lnTo>
                  <a:lnTo>
                    <a:pt x="388924" y="1631108"/>
                  </a:lnTo>
                  <a:lnTo>
                    <a:pt x="387493" y="1630366"/>
                  </a:lnTo>
                  <a:lnTo>
                    <a:pt x="386119" y="1629587"/>
                  </a:lnTo>
                  <a:lnTo>
                    <a:pt x="384802" y="1628769"/>
                  </a:lnTo>
                  <a:lnTo>
                    <a:pt x="383542" y="1627913"/>
                  </a:lnTo>
                  <a:lnTo>
                    <a:pt x="382339" y="1627019"/>
                  </a:lnTo>
                  <a:lnTo>
                    <a:pt x="381194" y="1626086"/>
                  </a:lnTo>
                  <a:lnTo>
                    <a:pt x="380107" y="1625116"/>
                  </a:lnTo>
                  <a:lnTo>
                    <a:pt x="379090" y="1624096"/>
                  </a:lnTo>
                  <a:lnTo>
                    <a:pt x="378124" y="1623050"/>
                  </a:lnTo>
                  <a:lnTo>
                    <a:pt x="377208" y="1621977"/>
                  </a:lnTo>
                  <a:lnTo>
                    <a:pt x="376342" y="1620879"/>
                  </a:lnTo>
                  <a:lnTo>
                    <a:pt x="375527" y="1619755"/>
                  </a:lnTo>
                  <a:lnTo>
                    <a:pt x="374762" y="1618605"/>
                  </a:lnTo>
                  <a:lnTo>
                    <a:pt x="374048" y="1617428"/>
                  </a:lnTo>
                  <a:lnTo>
                    <a:pt x="373383" y="1616226"/>
                  </a:lnTo>
                  <a:lnTo>
                    <a:pt x="372770" y="1614997"/>
                  </a:lnTo>
                  <a:lnTo>
                    <a:pt x="372206" y="1613743"/>
                  </a:lnTo>
                  <a:lnTo>
                    <a:pt x="371704" y="1612474"/>
                  </a:lnTo>
                  <a:lnTo>
                    <a:pt x="371237" y="1611201"/>
                  </a:lnTo>
                  <a:lnTo>
                    <a:pt x="370808" y="1609925"/>
                  </a:lnTo>
                  <a:lnTo>
                    <a:pt x="370414" y="1608645"/>
                  </a:lnTo>
                  <a:lnTo>
                    <a:pt x="370058" y="1607362"/>
                  </a:lnTo>
                  <a:lnTo>
                    <a:pt x="369737" y="1606075"/>
                  </a:lnTo>
                  <a:lnTo>
                    <a:pt x="369453" y="1604785"/>
                  </a:lnTo>
                  <a:lnTo>
                    <a:pt x="369206" y="1603492"/>
                  </a:lnTo>
                  <a:lnTo>
                    <a:pt x="368995" y="1602195"/>
                  </a:lnTo>
                  <a:lnTo>
                    <a:pt x="368820" y="1600894"/>
                  </a:lnTo>
                  <a:lnTo>
                    <a:pt x="393650" y="1598724"/>
                  </a:lnTo>
                  <a:lnTo>
                    <a:pt x="393763" y="1599499"/>
                  </a:lnTo>
                  <a:lnTo>
                    <a:pt x="393893" y="1600262"/>
                  </a:lnTo>
                  <a:lnTo>
                    <a:pt x="394041" y="1601013"/>
                  </a:lnTo>
                  <a:lnTo>
                    <a:pt x="394206" y="1601752"/>
                  </a:lnTo>
                  <a:lnTo>
                    <a:pt x="394388" y="1602478"/>
                  </a:lnTo>
                  <a:lnTo>
                    <a:pt x="394588" y="1603193"/>
                  </a:lnTo>
                  <a:lnTo>
                    <a:pt x="394805" y="1603895"/>
                  </a:lnTo>
                  <a:lnTo>
                    <a:pt x="395039" y="1604585"/>
                  </a:lnTo>
                  <a:lnTo>
                    <a:pt x="395291" y="1605264"/>
                  </a:lnTo>
                  <a:lnTo>
                    <a:pt x="395560" y="1605929"/>
                  </a:lnTo>
                  <a:lnTo>
                    <a:pt x="395865" y="1606563"/>
                  </a:lnTo>
                  <a:lnTo>
                    <a:pt x="396188" y="1607180"/>
                  </a:lnTo>
                  <a:lnTo>
                    <a:pt x="396531" y="1607779"/>
                  </a:lnTo>
                  <a:lnTo>
                    <a:pt x="396893" y="1608360"/>
                  </a:lnTo>
                  <a:lnTo>
                    <a:pt x="397274" y="1608925"/>
                  </a:lnTo>
                  <a:lnTo>
                    <a:pt x="397675" y="1609471"/>
                  </a:lnTo>
                  <a:lnTo>
                    <a:pt x="398094" y="1610001"/>
                  </a:lnTo>
                  <a:lnTo>
                    <a:pt x="398532" y="1610513"/>
                  </a:lnTo>
                  <a:lnTo>
                    <a:pt x="398990" y="1611008"/>
                  </a:lnTo>
                  <a:lnTo>
                    <a:pt x="399467" y="1611486"/>
                  </a:lnTo>
                  <a:lnTo>
                    <a:pt x="399963" y="1611944"/>
                  </a:lnTo>
                  <a:lnTo>
                    <a:pt x="400481" y="1612382"/>
                  </a:lnTo>
                  <a:lnTo>
                    <a:pt x="401019" y="1612798"/>
                  </a:lnTo>
                  <a:lnTo>
                    <a:pt x="401578" y="1613194"/>
                  </a:lnTo>
                  <a:lnTo>
                    <a:pt x="402158" y="1613569"/>
                  </a:lnTo>
                  <a:lnTo>
                    <a:pt x="402759" y="1613923"/>
                  </a:lnTo>
                  <a:lnTo>
                    <a:pt x="403380" y="1614257"/>
                  </a:lnTo>
                  <a:lnTo>
                    <a:pt x="404023" y="1614569"/>
                  </a:lnTo>
                  <a:lnTo>
                    <a:pt x="404686" y="1614861"/>
                  </a:lnTo>
                  <a:lnTo>
                    <a:pt x="405370" y="1615132"/>
                  </a:lnTo>
                  <a:lnTo>
                    <a:pt x="406094" y="1615363"/>
                  </a:lnTo>
                  <a:lnTo>
                    <a:pt x="406843" y="1615569"/>
                  </a:lnTo>
                  <a:lnTo>
                    <a:pt x="407615" y="1615752"/>
                  </a:lnTo>
                  <a:lnTo>
                    <a:pt x="408412" y="1615910"/>
                  </a:lnTo>
                  <a:lnTo>
                    <a:pt x="409233" y="1616043"/>
                  </a:lnTo>
                  <a:lnTo>
                    <a:pt x="410079" y="1616153"/>
                  </a:lnTo>
                  <a:lnTo>
                    <a:pt x="410949" y="1616238"/>
                  </a:lnTo>
                  <a:lnTo>
                    <a:pt x="411843" y="1616299"/>
                  </a:lnTo>
                  <a:lnTo>
                    <a:pt x="412762" y="1616335"/>
                  </a:lnTo>
                  <a:lnTo>
                    <a:pt x="413704" y="1616347"/>
                  </a:lnTo>
                  <a:lnTo>
                    <a:pt x="415419" y="1616304"/>
                  </a:lnTo>
                  <a:lnTo>
                    <a:pt x="417056" y="1616174"/>
                  </a:lnTo>
                  <a:lnTo>
                    <a:pt x="418614" y="1615957"/>
                  </a:lnTo>
                  <a:lnTo>
                    <a:pt x="420094" y="1615653"/>
                  </a:lnTo>
                  <a:lnTo>
                    <a:pt x="421496" y="1615262"/>
                  </a:lnTo>
                  <a:lnTo>
                    <a:pt x="422820" y="1614785"/>
                  </a:lnTo>
                  <a:lnTo>
                    <a:pt x="424066" y="1614220"/>
                  </a:lnTo>
                  <a:lnTo>
                    <a:pt x="425234" y="1613569"/>
                  </a:lnTo>
                  <a:lnTo>
                    <a:pt x="426323" y="1612831"/>
                  </a:lnTo>
                  <a:lnTo>
                    <a:pt x="427335" y="1612007"/>
                  </a:lnTo>
                  <a:lnTo>
                    <a:pt x="428258" y="1611092"/>
                  </a:lnTo>
                  <a:lnTo>
                    <a:pt x="429085" y="1610086"/>
                  </a:lnTo>
                  <a:lnTo>
                    <a:pt x="429814" y="1608988"/>
                  </a:lnTo>
                  <a:lnTo>
                    <a:pt x="430446" y="1607798"/>
                  </a:lnTo>
                  <a:lnTo>
                    <a:pt x="430981" y="1606515"/>
                  </a:lnTo>
                  <a:lnTo>
                    <a:pt x="431419" y="1605141"/>
                  </a:lnTo>
                  <a:lnTo>
                    <a:pt x="431759" y="1603675"/>
                  </a:lnTo>
                  <a:lnTo>
                    <a:pt x="432002" y="1602116"/>
                  </a:lnTo>
                  <a:lnTo>
                    <a:pt x="432148" y="1600466"/>
                  </a:lnTo>
                  <a:lnTo>
                    <a:pt x="432196" y="1598724"/>
                  </a:lnTo>
                  <a:lnTo>
                    <a:pt x="432173" y="1597651"/>
                  </a:lnTo>
                  <a:lnTo>
                    <a:pt x="432103" y="1596623"/>
                  </a:lnTo>
                  <a:lnTo>
                    <a:pt x="431985" y="1595637"/>
                  </a:lnTo>
                  <a:lnTo>
                    <a:pt x="431821" y="1594695"/>
                  </a:lnTo>
                  <a:lnTo>
                    <a:pt x="431610" y="1593797"/>
                  </a:lnTo>
                  <a:lnTo>
                    <a:pt x="431353" y="1592942"/>
                  </a:lnTo>
                  <a:lnTo>
                    <a:pt x="431048" y="1592130"/>
                  </a:lnTo>
                  <a:lnTo>
                    <a:pt x="430696" y="1591362"/>
                  </a:lnTo>
                  <a:lnTo>
                    <a:pt x="430298" y="1590637"/>
                  </a:lnTo>
                  <a:lnTo>
                    <a:pt x="429852" y="1589955"/>
                  </a:lnTo>
                  <a:lnTo>
                    <a:pt x="429388" y="1589311"/>
                  </a:lnTo>
                  <a:lnTo>
                    <a:pt x="428897" y="1588698"/>
                  </a:lnTo>
                  <a:lnTo>
                    <a:pt x="428381" y="1588116"/>
                  </a:lnTo>
                  <a:lnTo>
                    <a:pt x="427838" y="1587566"/>
                  </a:lnTo>
                  <a:lnTo>
                    <a:pt x="427270" y="1587047"/>
                  </a:lnTo>
                  <a:lnTo>
                    <a:pt x="426675" y="1586559"/>
                  </a:lnTo>
                  <a:lnTo>
                    <a:pt x="426054" y="1586102"/>
                  </a:lnTo>
                  <a:lnTo>
                    <a:pt x="425407" y="1585677"/>
                  </a:lnTo>
                  <a:lnTo>
                    <a:pt x="424735" y="1585283"/>
                  </a:lnTo>
                  <a:lnTo>
                    <a:pt x="424036" y="1584920"/>
                  </a:lnTo>
                  <a:lnTo>
                    <a:pt x="423335" y="1584567"/>
                  </a:lnTo>
                  <a:lnTo>
                    <a:pt x="422622" y="1584239"/>
                  </a:lnTo>
                  <a:lnTo>
                    <a:pt x="421897" y="1583935"/>
                  </a:lnTo>
                  <a:lnTo>
                    <a:pt x="421160" y="1583656"/>
                  </a:lnTo>
                  <a:lnTo>
                    <a:pt x="420411" y="1583401"/>
                  </a:lnTo>
                  <a:lnTo>
                    <a:pt x="419650" y="1583170"/>
                  </a:lnTo>
                  <a:lnTo>
                    <a:pt x="418876" y="1582963"/>
                  </a:lnTo>
                  <a:lnTo>
                    <a:pt x="418090" y="1582781"/>
                  </a:lnTo>
                  <a:lnTo>
                    <a:pt x="417293" y="1582623"/>
                  </a:lnTo>
                  <a:lnTo>
                    <a:pt x="416483" y="1582489"/>
                  </a:lnTo>
                  <a:lnTo>
                    <a:pt x="415671" y="1582373"/>
                  </a:lnTo>
                  <a:lnTo>
                    <a:pt x="414868" y="1582270"/>
                  </a:lnTo>
                  <a:lnTo>
                    <a:pt x="414073" y="1582179"/>
                  </a:lnTo>
                  <a:lnTo>
                    <a:pt x="413288" y="1582100"/>
                  </a:lnTo>
                  <a:lnTo>
                    <a:pt x="412511" y="1582033"/>
                  </a:lnTo>
                  <a:lnTo>
                    <a:pt x="411742" y="1581978"/>
                  </a:lnTo>
                  <a:lnTo>
                    <a:pt x="410983" y="1581936"/>
                  </a:lnTo>
                  <a:lnTo>
                    <a:pt x="410232" y="1581906"/>
                  </a:lnTo>
                  <a:lnTo>
                    <a:pt x="409490" y="1581887"/>
                  </a:lnTo>
                  <a:lnTo>
                    <a:pt x="408756" y="1581881"/>
                  </a:lnTo>
                  <a:lnTo>
                    <a:pt x="400248" y="1581881"/>
                  </a:lnTo>
                  <a:lnTo>
                    <a:pt x="400248" y="1562174"/>
                  </a:lnTo>
                  <a:lnTo>
                    <a:pt x="408235" y="1562174"/>
                  </a:lnTo>
                  <a:lnTo>
                    <a:pt x="408965" y="1562167"/>
                  </a:lnTo>
                  <a:lnTo>
                    <a:pt x="409697" y="1562146"/>
                  </a:lnTo>
                  <a:lnTo>
                    <a:pt x="410431" y="1562111"/>
                  </a:lnTo>
                  <a:lnTo>
                    <a:pt x="411166" y="1562063"/>
                  </a:lnTo>
                  <a:lnTo>
                    <a:pt x="411903" y="1562000"/>
                  </a:lnTo>
                  <a:lnTo>
                    <a:pt x="412642" y="1561924"/>
                  </a:lnTo>
                  <a:lnTo>
                    <a:pt x="413382" y="1561834"/>
                  </a:lnTo>
                  <a:lnTo>
                    <a:pt x="414125" y="1561729"/>
                  </a:lnTo>
                  <a:lnTo>
                    <a:pt x="414869" y="1561611"/>
                  </a:lnTo>
                  <a:lnTo>
                    <a:pt x="415614" y="1561479"/>
                  </a:lnTo>
                  <a:lnTo>
                    <a:pt x="416371" y="1561329"/>
                  </a:lnTo>
                  <a:lnTo>
                    <a:pt x="417111" y="1561156"/>
                  </a:lnTo>
                  <a:lnTo>
                    <a:pt x="417836" y="1560961"/>
                  </a:lnTo>
                  <a:lnTo>
                    <a:pt x="418545" y="1560743"/>
                  </a:lnTo>
                  <a:lnTo>
                    <a:pt x="419239" y="1560503"/>
                  </a:lnTo>
                  <a:lnTo>
                    <a:pt x="419917" y="1560240"/>
                  </a:lnTo>
                  <a:lnTo>
                    <a:pt x="420579" y="1559954"/>
                  </a:lnTo>
                  <a:lnTo>
                    <a:pt x="421226" y="1559646"/>
                  </a:lnTo>
                  <a:lnTo>
                    <a:pt x="421857" y="1559315"/>
                  </a:lnTo>
                  <a:lnTo>
                    <a:pt x="422473" y="1558962"/>
                  </a:lnTo>
                  <a:lnTo>
                    <a:pt x="423069" y="1558583"/>
                  </a:lnTo>
                  <a:lnTo>
                    <a:pt x="423643" y="1558177"/>
                  </a:lnTo>
                  <a:lnTo>
                    <a:pt x="424195" y="1557743"/>
                  </a:lnTo>
                  <a:lnTo>
                    <a:pt x="424723" y="1557281"/>
                  </a:lnTo>
                  <a:lnTo>
                    <a:pt x="425229" y="1556791"/>
                  </a:lnTo>
                  <a:lnTo>
                    <a:pt x="425713" y="1556274"/>
                  </a:lnTo>
                  <a:lnTo>
                    <a:pt x="426174" y="1555729"/>
                  </a:lnTo>
                  <a:lnTo>
                    <a:pt x="426612" y="1555156"/>
                  </a:lnTo>
                  <a:lnTo>
                    <a:pt x="427028" y="1554555"/>
                  </a:lnTo>
                  <a:lnTo>
                    <a:pt x="427421" y="1553926"/>
                  </a:lnTo>
                  <a:lnTo>
                    <a:pt x="427784" y="1553249"/>
                  </a:lnTo>
                  <a:lnTo>
                    <a:pt x="428109" y="1552537"/>
                  </a:lnTo>
                  <a:lnTo>
                    <a:pt x="428396" y="1551791"/>
                  </a:lnTo>
                  <a:lnTo>
                    <a:pt x="428644" y="1551009"/>
                  </a:lnTo>
                  <a:lnTo>
                    <a:pt x="428854" y="1550193"/>
                  </a:lnTo>
                  <a:lnTo>
                    <a:pt x="429026" y="1549342"/>
                  </a:lnTo>
                  <a:lnTo>
                    <a:pt x="429160" y="1548457"/>
                  </a:lnTo>
                  <a:lnTo>
                    <a:pt x="429255" y="1547537"/>
                  </a:lnTo>
                  <a:lnTo>
                    <a:pt x="429312" y="1546582"/>
                  </a:lnTo>
                  <a:lnTo>
                    <a:pt x="429331" y="1545592"/>
                  </a:lnTo>
                  <a:lnTo>
                    <a:pt x="429289" y="1544114"/>
                  </a:lnTo>
                  <a:lnTo>
                    <a:pt x="429161" y="1542703"/>
                  </a:lnTo>
                  <a:lnTo>
                    <a:pt x="428984" y="1541582"/>
                  </a:lnTo>
                  <a:lnTo>
                    <a:pt x="395960" y="1541582"/>
                  </a:lnTo>
                  <a:lnTo>
                    <a:pt x="395733" y="1542501"/>
                  </a:lnTo>
                  <a:lnTo>
                    <a:pt x="395477" y="1543925"/>
                  </a:lnTo>
                  <a:lnTo>
                    <a:pt x="395299" y="1545418"/>
                  </a:lnTo>
                  <a:lnTo>
                    <a:pt x="370904" y="1543682"/>
                  </a:lnTo>
                  <a:lnTo>
                    <a:pt x="371138" y="1541986"/>
                  </a:lnTo>
                  <a:lnTo>
                    <a:pt x="371208" y="1541582"/>
                  </a:lnTo>
                  <a:lnTo>
                    <a:pt x="454057" y="1541582"/>
                  </a:lnTo>
                  <a:lnTo>
                    <a:pt x="454074" y="1542553"/>
                  </a:lnTo>
                  <a:lnTo>
                    <a:pt x="454058" y="1543623"/>
                  </a:lnTo>
                  <a:lnTo>
                    <a:pt x="454012" y="1544679"/>
                  </a:lnTo>
                  <a:lnTo>
                    <a:pt x="453933" y="1545720"/>
                  </a:lnTo>
                  <a:lnTo>
                    <a:pt x="453824" y="1546748"/>
                  </a:lnTo>
                  <a:lnTo>
                    <a:pt x="453683" y="1547762"/>
                  </a:lnTo>
                  <a:lnTo>
                    <a:pt x="453512" y="1548763"/>
                  </a:lnTo>
                  <a:lnTo>
                    <a:pt x="453308" y="1549749"/>
                  </a:lnTo>
                  <a:lnTo>
                    <a:pt x="453074" y="1550721"/>
                  </a:lnTo>
                  <a:lnTo>
                    <a:pt x="452808" y="1551680"/>
                  </a:lnTo>
                  <a:lnTo>
                    <a:pt x="452511" y="1552624"/>
                  </a:lnTo>
                  <a:lnTo>
                    <a:pt x="452182" y="1553536"/>
                  </a:lnTo>
                  <a:lnTo>
                    <a:pt x="451820" y="1554430"/>
                  </a:lnTo>
                  <a:lnTo>
                    <a:pt x="451425" y="1555307"/>
                  </a:lnTo>
                  <a:lnTo>
                    <a:pt x="450997" y="1556166"/>
                  </a:lnTo>
                  <a:lnTo>
                    <a:pt x="450536" y="1557008"/>
                  </a:lnTo>
                  <a:lnTo>
                    <a:pt x="450042" y="1557833"/>
                  </a:lnTo>
                  <a:lnTo>
                    <a:pt x="449515" y="1558640"/>
                  </a:lnTo>
                  <a:lnTo>
                    <a:pt x="448955" y="1559431"/>
                  </a:lnTo>
                  <a:lnTo>
                    <a:pt x="448362" y="1560203"/>
                  </a:lnTo>
                  <a:lnTo>
                    <a:pt x="447737" y="1560958"/>
                  </a:lnTo>
                  <a:lnTo>
                    <a:pt x="447093" y="1561678"/>
                  </a:lnTo>
                  <a:lnTo>
                    <a:pt x="446413" y="1562379"/>
                  </a:lnTo>
                  <a:lnTo>
                    <a:pt x="445697" y="1563060"/>
                  </a:lnTo>
                  <a:lnTo>
                    <a:pt x="444944" y="1563723"/>
                  </a:lnTo>
                  <a:lnTo>
                    <a:pt x="444155" y="1564366"/>
                  </a:lnTo>
                  <a:lnTo>
                    <a:pt x="443330" y="1564990"/>
                  </a:lnTo>
                  <a:lnTo>
                    <a:pt x="442468" y="1565595"/>
                  </a:lnTo>
                  <a:lnTo>
                    <a:pt x="441569" y="1566181"/>
                  </a:lnTo>
                  <a:lnTo>
                    <a:pt x="440634" y="1566748"/>
                  </a:lnTo>
                  <a:lnTo>
                    <a:pt x="439663" y="1567296"/>
                  </a:lnTo>
                  <a:lnTo>
                    <a:pt x="438655" y="1567804"/>
                  </a:lnTo>
                  <a:lnTo>
                    <a:pt x="437610" y="1568286"/>
                  </a:lnTo>
                  <a:lnTo>
                    <a:pt x="436529" y="1568742"/>
                  </a:lnTo>
                  <a:lnTo>
                    <a:pt x="435412" y="1569171"/>
                  </a:lnTo>
                  <a:lnTo>
                    <a:pt x="434258" y="1569575"/>
                  </a:lnTo>
                  <a:lnTo>
                    <a:pt x="433068" y="1569953"/>
                  </a:lnTo>
                  <a:lnTo>
                    <a:pt x="431841" y="1570304"/>
                  </a:lnTo>
                  <a:lnTo>
                    <a:pt x="430578" y="1570630"/>
                  </a:lnTo>
                  <a:lnTo>
                    <a:pt x="429278" y="1570929"/>
                  </a:lnTo>
                  <a:lnTo>
                    <a:pt x="427942" y="1571203"/>
                  </a:lnTo>
                  <a:lnTo>
                    <a:pt x="427942" y="1571550"/>
                  </a:lnTo>
                  <a:lnTo>
                    <a:pt x="429433" y="1571741"/>
                  </a:lnTo>
                  <a:lnTo>
                    <a:pt x="430884" y="1571967"/>
                  </a:lnTo>
                  <a:lnTo>
                    <a:pt x="432294" y="1572227"/>
                  </a:lnTo>
                  <a:lnTo>
                    <a:pt x="433665" y="1572522"/>
                  </a:lnTo>
                  <a:lnTo>
                    <a:pt x="434996" y="1572852"/>
                  </a:lnTo>
                  <a:lnTo>
                    <a:pt x="436287" y="1573217"/>
                  </a:lnTo>
                  <a:lnTo>
                    <a:pt x="437538" y="1573616"/>
                  </a:lnTo>
                  <a:lnTo>
                    <a:pt x="438749" y="1574050"/>
                  </a:lnTo>
                  <a:lnTo>
                    <a:pt x="439920" y="1574519"/>
                  </a:lnTo>
                  <a:lnTo>
                    <a:pt x="441052" y="1575023"/>
                  </a:lnTo>
                  <a:lnTo>
                    <a:pt x="442143" y="1575539"/>
                  </a:lnTo>
                  <a:lnTo>
                    <a:pt x="443194" y="1576082"/>
                  </a:lnTo>
                  <a:lnTo>
                    <a:pt x="444206" y="1576651"/>
                  </a:lnTo>
                  <a:lnTo>
                    <a:pt x="445177" y="1577245"/>
                  </a:lnTo>
                  <a:lnTo>
                    <a:pt x="446109" y="1577866"/>
                  </a:lnTo>
                  <a:lnTo>
                    <a:pt x="447000" y="1578513"/>
                  </a:lnTo>
                  <a:lnTo>
                    <a:pt x="447852" y="1579186"/>
                  </a:lnTo>
                  <a:lnTo>
                    <a:pt x="448664" y="1579884"/>
                  </a:lnTo>
                  <a:lnTo>
                    <a:pt x="449436" y="1580609"/>
                  </a:lnTo>
                  <a:lnTo>
                    <a:pt x="450167" y="1581360"/>
                  </a:lnTo>
                  <a:lnTo>
                    <a:pt x="450861" y="1582135"/>
                  </a:lnTo>
                  <a:lnTo>
                    <a:pt x="451518" y="1582930"/>
                  </a:lnTo>
                  <a:lnTo>
                    <a:pt x="452139" y="1583746"/>
                  </a:lnTo>
                  <a:lnTo>
                    <a:pt x="452723" y="1584583"/>
                  </a:lnTo>
                  <a:lnTo>
                    <a:pt x="453271" y="1585441"/>
                  </a:lnTo>
                  <a:lnTo>
                    <a:pt x="453782" y="1586319"/>
                  </a:lnTo>
                  <a:lnTo>
                    <a:pt x="454257" y="1587219"/>
                  </a:lnTo>
                  <a:lnTo>
                    <a:pt x="454696" y="1588139"/>
                  </a:lnTo>
                  <a:lnTo>
                    <a:pt x="455098" y="1589080"/>
                  </a:lnTo>
                  <a:lnTo>
                    <a:pt x="455463" y="1590042"/>
                  </a:lnTo>
                  <a:lnTo>
                    <a:pt x="455793" y="1591003"/>
                  </a:lnTo>
                  <a:lnTo>
                    <a:pt x="456088" y="1591976"/>
                  </a:lnTo>
                  <a:lnTo>
                    <a:pt x="456349" y="1592962"/>
                  </a:lnTo>
                  <a:lnTo>
                    <a:pt x="456574" y="1593959"/>
                  </a:lnTo>
                  <a:lnTo>
                    <a:pt x="456765" y="1594969"/>
                  </a:lnTo>
                  <a:lnTo>
                    <a:pt x="456922" y="1595991"/>
                  </a:lnTo>
                  <a:lnTo>
                    <a:pt x="457043" y="1597025"/>
                  </a:lnTo>
                  <a:lnTo>
                    <a:pt x="457130" y="1598071"/>
                  </a:lnTo>
                  <a:lnTo>
                    <a:pt x="457182" y="1599129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h18"/>
            <p:cNvSpPr/>
            <p:nvPr/>
          </p:nvSpPr>
          <p:spPr>
            <a:xfrm>
              <a:off x="4184446" y="737412"/>
              <a:ext cx="482289" cy="1600200"/>
            </a:xfrm>
            <a:custGeom>
              <a:avLst/>
              <a:pathLst>
                <a:path w="482289" h="1600200">
                  <a:moveTo>
                    <a:pt x="457200" y="1600200"/>
                  </a:moveTo>
                  <a:lnTo>
                    <a:pt x="457200" y="1573720"/>
                  </a:lnTo>
                  <a:lnTo>
                    <a:pt x="482289" y="1573720"/>
                  </a:lnTo>
                  <a:lnTo>
                    <a:pt x="482289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h19"/>
            <p:cNvSpPr/>
            <p:nvPr/>
          </p:nvSpPr>
          <p:spPr>
            <a:xfrm>
              <a:off x="4303384" y="712496"/>
              <a:ext cx="473521" cy="1625116"/>
            </a:xfrm>
            <a:custGeom>
              <a:avLst/>
              <a:pathLst>
                <a:path w="473521" h="1625116">
                  <a:moveTo>
                    <a:pt x="457200" y="1600200"/>
                  </a:moveTo>
                  <a:lnTo>
                    <a:pt x="457200" y="1625116"/>
                  </a:lnTo>
                  <a:lnTo>
                    <a:pt x="433933" y="1625116"/>
                  </a:lnTo>
                  <a:lnTo>
                    <a:pt x="433933" y="1600200"/>
                  </a:lnTo>
                  <a:lnTo>
                    <a:pt x="378283" y="1600200"/>
                  </a:lnTo>
                  <a:lnTo>
                    <a:pt x="378283" y="1581881"/>
                  </a:lnTo>
                  <a:lnTo>
                    <a:pt x="410501" y="1532553"/>
                  </a:lnTo>
                  <a:lnTo>
                    <a:pt x="457200" y="1532553"/>
                  </a:lnTo>
                  <a:lnTo>
                    <a:pt x="457200" y="1582055"/>
                  </a:lnTo>
                  <a:lnTo>
                    <a:pt x="473521" y="1582055"/>
                  </a:lnTo>
                  <a:lnTo>
                    <a:pt x="473521" y="1600200"/>
                  </a:lnTo>
                  <a:close/>
                  <a:moveTo>
                    <a:pt x="433933" y="1542033"/>
                  </a:moveTo>
                  <a:lnTo>
                    <a:pt x="433933" y="1541729"/>
                  </a:lnTo>
                  <a:lnTo>
                    <a:pt x="433933" y="1541407"/>
                  </a:lnTo>
                  <a:lnTo>
                    <a:pt x="433933" y="1541069"/>
                  </a:lnTo>
                  <a:lnTo>
                    <a:pt x="433933" y="1540713"/>
                  </a:lnTo>
                  <a:lnTo>
                    <a:pt x="433933" y="1540340"/>
                  </a:lnTo>
                  <a:lnTo>
                    <a:pt x="433933" y="1539949"/>
                  </a:lnTo>
                  <a:lnTo>
                    <a:pt x="433933" y="1539541"/>
                  </a:lnTo>
                  <a:lnTo>
                    <a:pt x="433933" y="1539115"/>
                  </a:lnTo>
                  <a:lnTo>
                    <a:pt x="433933" y="1538673"/>
                  </a:lnTo>
                  <a:lnTo>
                    <a:pt x="433933" y="1538213"/>
                  </a:lnTo>
                  <a:lnTo>
                    <a:pt x="433950" y="1537726"/>
                  </a:lnTo>
                  <a:lnTo>
                    <a:pt x="433967" y="1537237"/>
                  </a:lnTo>
                  <a:lnTo>
                    <a:pt x="433985" y="1536746"/>
                  </a:lnTo>
                  <a:lnTo>
                    <a:pt x="434002" y="1536254"/>
                  </a:lnTo>
                  <a:lnTo>
                    <a:pt x="434020" y="1535760"/>
                  </a:lnTo>
                  <a:lnTo>
                    <a:pt x="434037" y="1535264"/>
                  </a:lnTo>
                  <a:lnTo>
                    <a:pt x="434054" y="1534767"/>
                  </a:lnTo>
                  <a:lnTo>
                    <a:pt x="434072" y="1534268"/>
                  </a:lnTo>
                  <a:lnTo>
                    <a:pt x="434089" y="1533767"/>
                  </a:lnTo>
                  <a:lnTo>
                    <a:pt x="434106" y="1533264"/>
                  </a:lnTo>
                  <a:lnTo>
                    <a:pt x="434140" y="1532763"/>
                  </a:lnTo>
                  <a:lnTo>
                    <a:pt x="434154" y="1532553"/>
                  </a:lnTo>
                  <a:lnTo>
                    <a:pt x="430462" y="1532639"/>
                  </a:lnTo>
                  <a:lnTo>
                    <a:pt x="430224" y="1533038"/>
                  </a:lnTo>
                  <a:lnTo>
                    <a:pt x="429983" y="1533438"/>
                  </a:lnTo>
                  <a:lnTo>
                    <a:pt x="429738" y="1533837"/>
                  </a:lnTo>
                  <a:lnTo>
                    <a:pt x="429489" y="1534236"/>
                  </a:lnTo>
                  <a:lnTo>
                    <a:pt x="429238" y="1534636"/>
                  </a:lnTo>
                  <a:lnTo>
                    <a:pt x="428982" y="1535035"/>
                  </a:lnTo>
                  <a:lnTo>
                    <a:pt x="428724" y="1535434"/>
                  </a:lnTo>
                  <a:lnTo>
                    <a:pt x="428483" y="1535829"/>
                  </a:lnTo>
                  <a:lnTo>
                    <a:pt x="428248" y="1536212"/>
                  </a:lnTo>
                  <a:lnTo>
                    <a:pt x="428018" y="1536586"/>
                  </a:lnTo>
                  <a:lnTo>
                    <a:pt x="427793" y="1536949"/>
                  </a:lnTo>
                  <a:lnTo>
                    <a:pt x="427573" y="1537301"/>
                  </a:lnTo>
                  <a:lnTo>
                    <a:pt x="427359" y="1537643"/>
                  </a:lnTo>
                  <a:lnTo>
                    <a:pt x="427150" y="1537975"/>
                  </a:lnTo>
                  <a:lnTo>
                    <a:pt x="426946" y="1538296"/>
                  </a:lnTo>
                  <a:lnTo>
                    <a:pt x="426747" y="1538607"/>
                  </a:lnTo>
                  <a:lnTo>
                    <a:pt x="426553" y="1538907"/>
                  </a:lnTo>
                  <a:lnTo>
                    <a:pt x="398164" y="1582055"/>
                  </a:lnTo>
                  <a:lnTo>
                    <a:pt x="433933" y="1582055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h20"/>
            <p:cNvSpPr/>
            <p:nvPr/>
          </p:nvSpPr>
          <p:spPr>
            <a:xfrm>
              <a:off x="4412946" y="674297"/>
              <a:ext cx="457200" cy="1665051"/>
            </a:xfrm>
            <a:custGeom>
              <a:avLst/>
              <a:pathLst>
                <a:path w="457200" h="1665051">
                  <a:moveTo>
                    <a:pt x="457200" y="1600200"/>
                  </a:moveTo>
                  <a:lnTo>
                    <a:pt x="457081" y="1606547"/>
                  </a:lnTo>
                  <a:lnTo>
                    <a:pt x="456724" y="1612566"/>
                  </a:lnTo>
                  <a:lnTo>
                    <a:pt x="456129" y="1618256"/>
                  </a:lnTo>
                  <a:lnTo>
                    <a:pt x="455296" y="1623619"/>
                  </a:lnTo>
                  <a:lnTo>
                    <a:pt x="454226" y="1628654"/>
                  </a:lnTo>
                  <a:lnTo>
                    <a:pt x="452918" y="1633360"/>
                  </a:lnTo>
                  <a:lnTo>
                    <a:pt x="451372" y="1637738"/>
                  </a:lnTo>
                  <a:lnTo>
                    <a:pt x="449587" y="1641788"/>
                  </a:lnTo>
                  <a:lnTo>
                    <a:pt x="447565" y="1645510"/>
                  </a:lnTo>
                  <a:lnTo>
                    <a:pt x="445306" y="1648904"/>
                  </a:lnTo>
                  <a:lnTo>
                    <a:pt x="442827" y="1651972"/>
                  </a:lnTo>
                  <a:lnTo>
                    <a:pt x="440149" y="1654717"/>
                  </a:lnTo>
                  <a:lnTo>
                    <a:pt x="437271" y="1657139"/>
                  </a:lnTo>
                  <a:lnTo>
                    <a:pt x="434193" y="1659238"/>
                  </a:lnTo>
                  <a:lnTo>
                    <a:pt x="430916" y="1661014"/>
                  </a:lnTo>
                  <a:lnTo>
                    <a:pt x="427439" y="1662468"/>
                  </a:lnTo>
                  <a:lnTo>
                    <a:pt x="423762" y="1663598"/>
                  </a:lnTo>
                  <a:lnTo>
                    <a:pt x="419886" y="1664405"/>
                  </a:lnTo>
                  <a:lnTo>
                    <a:pt x="415810" y="1664890"/>
                  </a:lnTo>
                  <a:lnTo>
                    <a:pt x="411534" y="1665051"/>
                  </a:lnTo>
                  <a:lnTo>
                    <a:pt x="409970" y="1665035"/>
                  </a:lnTo>
                  <a:lnTo>
                    <a:pt x="408436" y="1664985"/>
                  </a:lnTo>
                  <a:lnTo>
                    <a:pt x="406935" y="1664903"/>
                  </a:lnTo>
                  <a:lnTo>
                    <a:pt x="405464" y="1664787"/>
                  </a:lnTo>
                  <a:lnTo>
                    <a:pt x="404024" y="1664639"/>
                  </a:lnTo>
                  <a:lnTo>
                    <a:pt x="402616" y="1664458"/>
                  </a:lnTo>
                  <a:lnTo>
                    <a:pt x="401239" y="1664243"/>
                  </a:lnTo>
                  <a:lnTo>
                    <a:pt x="399894" y="1663996"/>
                  </a:lnTo>
                  <a:lnTo>
                    <a:pt x="398579" y="1663715"/>
                  </a:lnTo>
                  <a:lnTo>
                    <a:pt x="397296" y="1663402"/>
                  </a:lnTo>
                  <a:lnTo>
                    <a:pt x="396062" y="1663054"/>
                  </a:lnTo>
                  <a:lnTo>
                    <a:pt x="394858" y="1662669"/>
                  </a:lnTo>
                  <a:lnTo>
                    <a:pt x="393686" y="1662248"/>
                  </a:lnTo>
                  <a:lnTo>
                    <a:pt x="392546" y="1661791"/>
                  </a:lnTo>
                  <a:lnTo>
                    <a:pt x="391436" y="1661297"/>
                  </a:lnTo>
                  <a:lnTo>
                    <a:pt x="390358" y="1660766"/>
                  </a:lnTo>
                  <a:lnTo>
                    <a:pt x="389311" y="1660199"/>
                  </a:lnTo>
                  <a:lnTo>
                    <a:pt x="388295" y="1659596"/>
                  </a:lnTo>
                  <a:lnTo>
                    <a:pt x="387311" y="1658956"/>
                  </a:lnTo>
                  <a:lnTo>
                    <a:pt x="386357" y="1658280"/>
                  </a:lnTo>
                  <a:lnTo>
                    <a:pt x="385434" y="1657565"/>
                  </a:lnTo>
                  <a:lnTo>
                    <a:pt x="384538" y="1656811"/>
                  </a:lnTo>
                  <a:lnTo>
                    <a:pt x="383669" y="1656016"/>
                  </a:lnTo>
                  <a:lnTo>
                    <a:pt x="382829" y="1655182"/>
                  </a:lnTo>
                  <a:lnTo>
                    <a:pt x="382016" y="1654308"/>
                  </a:lnTo>
                  <a:lnTo>
                    <a:pt x="381232" y="1653394"/>
                  </a:lnTo>
                  <a:lnTo>
                    <a:pt x="380475" y="1652440"/>
                  </a:lnTo>
                  <a:lnTo>
                    <a:pt x="379745" y="1651445"/>
                  </a:lnTo>
                  <a:lnTo>
                    <a:pt x="379044" y="1650412"/>
                  </a:lnTo>
                  <a:lnTo>
                    <a:pt x="378370" y="1649338"/>
                  </a:lnTo>
                  <a:lnTo>
                    <a:pt x="377741" y="1648223"/>
                  </a:lnTo>
                  <a:lnTo>
                    <a:pt x="377137" y="1647066"/>
                  </a:lnTo>
                  <a:lnTo>
                    <a:pt x="376560" y="1645868"/>
                  </a:lnTo>
                  <a:lnTo>
                    <a:pt x="376009" y="1644629"/>
                  </a:lnTo>
                  <a:lnTo>
                    <a:pt x="375484" y="1643347"/>
                  </a:lnTo>
                  <a:lnTo>
                    <a:pt x="374984" y="1642024"/>
                  </a:lnTo>
                  <a:lnTo>
                    <a:pt x="374511" y="1640659"/>
                  </a:lnTo>
                  <a:lnTo>
                    <a:pt x="374064" y="1639253"/>
                  </a:lnTo>
                  <a:lnTo>
                    <a:pt x="373643" y="1637805"/>
                  </a:lnTo>
                  <a:lnTo>
                    <a:pt x="373248" y="1636315"/>
                  </a:lnTo>
                  <a:lnTo>
                    <a:pt x="396168" y="1633103"/>
                  </a:lnTo>
                  <a:lnTo>
                    <a:pt x="396537" y="1634371"/>
                  </a:lnTo>
                  <a:lnTo>
                    <a:pt x="396949" y="1635572"/>
                  </a:lnTo>
                  <a:lnTo>
                    <a:pt x="397405" y="1636705"/>
                  </a:lnTo>
                  <a:lnTo>
                    <a:pt x="397904" y="1637770"/>
                  </a:lnTo>
                  <a:lnTo>
                    <a:pt x="398446" y="1638768"/>
                  </a:lnTo>
                  <a:lnTo>
                    <a:pt x="399033" y="1639697"/>
                  </a:lnTo>
                  <a:lnTo>
                    <a:pt x="399662" y="1640560"/>
                  </a:lnTo>
                  <a:lnTo>
                    <a:pt x="400335" y="1641354"/>
                  </a:lnTo>
                  <a:lnTo>
                    <a:pt x="401051" y="1642081"/>
                  </a:lnTo>
                  <a:lnTo>
                    <a:pt x="401811" y="1642740"/>
                  </a:lnTo>
                  <a:lnTo>
                    <a:pt x="402629" y="1643333"/>
                  </a:lnTo>
                  <a:lnTo>
                    <a:pt x="403488" y="1643865"/>
                  </a:lnTo>
                  <a:lnTo>
                    <a:pt x="404386" y="1644333"/>
                  </a:lnTo>
                  <a:lnTo>
                    <a:pt x="405325" y="1644740"/>
                  </a:lnTo>
                  <a:lnTo>
                    <a:pt x="406303" y="1645084"/>
                  </a:lnTo>
                  <a:lnTo>
                    <a:pt x="407322" y="1645365"/>
                  </a:lnTo>
                  <a:lnTo>
                    <a:pt x="408380" y="1645584"/>
                  </a:lnTo>
                  <a:lnTo>
                    <a:pt x="409478" y="1645740"/>
                  </a:lnTo>
                  <a:lnTo>
                    <a:pt x="410616" y="1645834"/>
                  </a:lnTo>
                  <a:lnTo>
                    <a:pt x="411795" y="1645865"/>
                  </a:lnTo>
                  <a:lnTo>
                    <a:pt x="412774" y="1645841"/>
                  </a:lnTo>
                  <a:lnTo>
                    <a:pt x="413732" y="1645771"/>
                  </a:lnTo>
                  <a:lnTo>
                    <a:pt x="414670" y="1645654"/>
                  </a:lnTo>
                  <a:lnTo>
                    <a:pt x="415587" y="1645490"/>
                  </a:lnTo>
                  <a:lnTo>
                    <a:pt x="416483" y="1645279"/>
                  </a:lnTo>
                  <a:lnTo>
                    <a:pt x="417358" y="1645021"/>
                  </a:lnTo>
                  <a:lnTo>
                    <a:pt x="418212" y="1644716"/>
                  </a:lnTo>
                  <a:lnTo>
                    <a:pt x="419045" y="1644365"/>
                  </a:lnTo>
                  <a:lnTo>
                    <a:pt x="419858" y="1643966"/>
                  </a:lnTo>
                  <a:lnTo>
                    <a:pt x="420650" y="1643521"/>
                  </a:lnTo>
                  <a:lnTo>
                    <a:pt x="421420" y="1643028"/>
                  </a:lnTo>
                  <a:lnTo>
                    <a:pt x="422167" y="1642486"/>
                  </a:lnTo>
                  <a:lnTo>
                    <a:pt x="422892" y="1641896"/>
                  </a:lnTo>
                  <a:lnTo>
                    <a:pt x="423595" y="1641257"/>
                  </a:lnTo>
                  <a:lnTo>
                    <a:pt x="424274" y="1640569"/>
                  </a:lnTo>
                  <a:lnTo>
                    <a:pt x="424932" y="1639833"/>
                  </a:lnTo>
                  <a:lnTo>
                    <a:pt x="425566" y="1639048"/>
                  </a:lnTo>
                  <a:lnTo>
                    <a:pt x="426178" y="1638215"/>
                  </a:lnTo>
                  <a:lnTo>
                    <a:pt x="426768" y="1637333"/>
                  </a:lnTo>
                  <a:lnTo>
                    <a:pt x="427335" y="1636402"/>
                  </a:lnTo>
                  <a:lnTo>
                    <a:pt x="427877" y="1635422"/>
                  </a:lnTo>
                  <a:lnTo>
                    <a:pt x="428394" y="1634391"/>
                  </a:lnTo>
                  <a:lnTo>
                    <a:pt x="428884" y="1633310"/>
                  </a:lnTo>
                  <a:lnTo>
                    <a:pt x="429349" y="1632179"/>
                  </a:lnTo>
                  <a:lnTo>
                    <a:pt x="429787" y="1630998"/>
                  </a:lnTo>
                  <a:lnTo>
                    <a:pt x="430200" y="1629766"/>
                  </a:lnTo>
                  <a:lnTo>
                    <a:pt x="430586" y="1628483"/>
                  </a:lnTo>
                  <a:lnTo>
                    <a:pt x="430946" y="1627151"/>
                  </a:lnTo>
                  <a:lnTo>
                    <a:pt x="431280" y="1625768"/>
                  </a:lnTo>
                  <a:lnTo>
                    <a:pt x="431589" y="1624334"/>
                  </a:lnTo>
                  <a:lnTo>
                    <a:pt x="431886" y="1622833"/>
                  </a:lnTo>
                  <a:lnTo>
                    <a:pt x="432155" y="1621279"/>
                  </a:lnTo>
                  <a:lnTo>
                    <a:pt x="432393" y="1619672"/>
                  </a:lnTo>
                  <a:lnTo>
                    <a:pt x="432603" y="1618014"/>
                  </a:lnTo>
                  <a:lnTo>
                    <a:pt x="432782" y="1616304"/>
                  </a:lnTo>
                  <a:lnTo>
                    <a:pt x="432933" y="1614542"/>
                  </a:lnTo>
                  <a:lnTo>
                    <a:pt x="433053" y="1612727"/>
                  </a:lnTo>
                  <a:lnTo>
                    <a:pt x="433144" y="1610861"/>
                  </a:lnTo>
                  <a:lnTo>
                    <a:pt x="433206" y="1608942"/>
                  </a:lnTo>
                  <a:lnTo>
                    <a:pt x="433238" y="1606971"/>
                  </a:lnTo>
                  <a:lnTo>
                    <a:pt x="432880" y="1607641"/>
                  </a:lnTo>
                  <a:lnTo>
                    <a:pt x="432498" y="1608294"/>
                  </a:lnTo>
                  <a:lnTo>
                    <a:pt x="432095" y="1608932"/>
                  </a:lnTo>
                  <a:lnTo>
                    <a:pt x="431669" y="1609555"/>
                  </a:lnTo>
                  <a:lnTo>
                    <a:pt x="431220" y="1610162"/>
                  </a:lnTo>
                  <a:lnTo>
                    <a:pt x="430748" y="1610753"/>
                  </a:lnTo>
                  <a:lnTo>
                    <a:pt x="430254" y="1611328"/>
                  </a:lnTo>
                  <a:lnTo>
                    <a:pt x="429738" y="1611888"/>
                  </a:lnTo>
                  <a:lnTo>
                    <a:pt x="429199" y="1612433"/>
                  </a:lnTo>
                  <a:lnTo>
                    <a:pt x="428637" y="1612962"/>
                  </a:lnTo>
                  <a:lnTo>
                    <a:pt x="428056" y="1613474"/>
                  </a:lnTo>
                  <a:lnTo>
                    <a:pt x="427460" y="1613969"/>
                  </a:lnTo>
                  <a:lnTo>
                    <a:pt x="426848" y="1614446"/>
                  </a:lnTo>
                  <a:lnTo>
                    <a:pt x="426220" y="1614906"/>
                  </a:lnTo>
                  <a:lnTo>
                    <a:pt x="425577" y="1615349"/>
                  </a:lnTo>
                  <a:lnTo>
                    <a:pt x="424918" y="1615774"/>
                  </a:lnTo>
                  <a:lnTo>
                    <a:pt x="424243" y="1616182"/>
                  </a:lnTo>
                  <a:lnTo>
                    <a:pt x="423553" y="1616573"/>
                  </a:lnTo>
                  <a:lnTo>
                    <a:pt x="422847" y="1616946"/>
                  </a:lnTo>
                  <a:lnTo>
                    <a:pt x="422126" y="1617302"/>
                  </a:lnTo>
                  <a:lnTo>
                    <a:pt x="421409" y="1617642"/>
                  </a:lnTo>
                  <a:lnTo>
                    <a:pt x="420681" y="1617966"/>
                  </a:lnTo>
                  <a:lnTo>
                    <a:pt x="419943" y="1618274"/>
                  </a:lnTo>
                  <a:lnTo>
                    <a:pt x="419195" y="1618566"/>
                  </a:lnTo>
                  <a:lnTo>
                    <a:pt x="418436" y="1618843"/>
                  </a:lnTo>
                  <a:lnTo>
                    <a:pt x="417667" y="1619105"/>
                  </a:lnTo>
                  <a:lnTo>
                    <a:pt x="416887" y="1619350"/>
                  </a:lnTo>
                  <a:lnTo>
                    <a:pt x="416097" y="1619580"/>
                  </a:lnTo>
                  <a:lnTo>
                    <a:pt x="415297" y="1619795"/>
                  </a:lnTo>
                  <a:lnTo>
                    <a:pt x="414486" y="1619994"/>
                  </a:lnTo>
                  <a:lnTo>
                    <a:pt x="413669" y="1620159"/>
                  </a:lnTo>
                  <a:lnTo>
                    <a:pt x="412850" y="1620306"/>
                  </a:lnTo>
                  <a:lnTo>
                    <a:pt x="412030" y="1620436"/>
                  </a:lnTo>
                  <a:lnTo>
                    <a:pt x="411208" y="1620549"/>
                  </a:lnTo>
                  <a:lnTo>
                    <a:pt x="410384" y="1620645"/>
                  </a:lnTo>
                  <a:lnTo>
                    <a:pt x="409558" y="1620723"/>
                  </a:lnTo>
                  <a:lnTo>
                    <a:pt x="408731" y="1620784"/>
                  </a:lnTo>
                  <a:lnTo>
                    <a:pt x="407902" y="1620827"/>
                  </a:lnTo>
                  <a:lnTo>
                    <a:pt x="407071" y="1620853"/>
                  </a:lnTo>
                  <a:lnTo>
                    <a:pt x="406238" y="1620862"/>
                  </a:lnTo>
                  <a:lnTo>
                    <a:pt x="404656" y="1620834"/>
                  </a:lnTo>
                  <a:lnTo>
                    <a:pt x="403102" y="1620751"/>
                  </a:lnTo>
                  <a:lnTo>
                    <a:pt x="401579" y="1620612"/>
                  </a:lnTo>
                  <a:lnTo>
                    <a:pt x="400085" y="1620417"/>
                  </a:lnTo>
                  <a:lnTo>
                    <a:pt x="398620" y="1620167"/>
                  </a:lnTo>
                  <a:lnTo>
                    <a:pt x="397185" y="1619862"/>
                  </a:lnTo>
                  <a:lnTo>
                    <a:pt x="395779" y="1619501"/>
                  </a:lnTo>
                  <a:lnTo>
                    <a:pt x="394403" y="1619084"/>
                  </a:lnTo>
                  <a:lnTo>
                    <a:pt x="393057" y="1618612"/>
                  </a:lnTo>
                  <a:lnTo>
                    <a:pt x="391740" y="1618084"/>
                  </a:lnTo>
                  <a:lnTo>
                    <a:pt x="390457" y="1617486"/>
                  </a:lnTo>
                  <a:lnTo>
                    <a:pt x="389212" y="1616840"/>
                  </a:lnTo>
                  <a:lnTo>
                    <a:pt x="388005" y="1616146"/>
                  </a:lnTo>
                  <a:lnTo>
                    <a:pt x="386837" y="1615403"/>
                  </a:lnTo>
                  <a:lnTo>
                    <a:pt x="385706" y="1614611"/>
                  </a:lnTo>
                  <a:lnTo>
                    <a:pt x="384614" y="1613771"/>
                  </a:lnTo>
                  <a:lnTo>
                    <a:pt x="383560" y="1612882"/>
                  </a:lnTo>
                  <a:lnTo>
                    <a:pt x="382544" y="1611944"/>
                  </a:lnTo>
                  <a:lnTo>
                    <a:pt x="381567" y="1610958"/>
                  </a:lnTo>
                  <a:lnTo>
                    <a:pt x="380627" y="1609923"/>
                  </a:lnTo>
                  <a:lnTo>
                    <a:pt x="379728" y="1608842"/>
                  </a:lnTo>
                  <a:lnTo>
                    <a:pt x="378870" y="1607718"/>
                  </a:lnTo>
                  <a:lnTo>
                    <a:pt x="378054" y="1606550"/>
                  </a:lnTo>
                  <a:lnTo>
                    <a:pt x="377280" y="1605339"/>
                  </a:lnTo>
                  <a:lnTo>
                    <a:pt x="376547" y="1604085"/>
                  </a:lnTo>
                  <a:lnTo>
                    <a:pt x="375856" y="1602787"/>
                  </a:lnTo>
                  <a:lnTo>
                    <a:pt x="375207" y="1601445"/>
                  </a:lnTo>
                  <a:lnTo>
                    <a:pt x="374599" y="1600061"/>
                  </a:lnTo>
                  <a:lnTo>
                    <a:pt x="374033" y="1598632"/>
                  </a:lnTo>
                  <a:lnTo>
                    <a:pt x="373508" y="1597161"/>
                  </a:lnTo>
                  <a:lnTo>
                    <a:pt x="373047" y="1595631"/>
                  </a:lnTo>
                  <a:lnTo>
                    <a:pt x="372633" y="1594063"/>
                  </a:lnTo>
                  <a:lnTo>
                    <a:pt x="372269" y="1592457"/>
                  </a:lnTo>
                  <a:lnTo>
                    <a:pt x="371953" y="1590813"/>
                  </a:lnTo>
                  <a:lnTo>
                    <a:pt x="371685" y="1589130"/>
                  </a:lnTo>
                  <a:lnTo>
                    <a:pt x="371467" y="1587410"/>
                  </a:lnTo>
                  <a:lnTo>
                    <a:pt x="371296" y="1585651"/>
                  </a:lnTo>
                  <a:lnTo>
                    <a:pt x="371175" y="1583854"/>
                  </a:lnTo>
                  <a:lnTo>
                    <a:pt x="371102" y="1582018"/>
                  </a:lnTo>
                  <a:lnTo>
                    <a:pt x="371078" y="1580145"/>
                  </a:lnTo>
                  <a:lnTo>
                    <a:pt x="371106" y="1578221"/>
                  </a:lnTo>
                  <a:lnTo>
                    <a:pt x="371192" y="1576339"/>
                  </a:lnTo>
                  <a:lnTo>
                    <a:pt x="371335" y="1574498"/>
                  </a:lnTo>
                  <a:lnTo>
                    <a:pt x="371536" y="1572700"/>
                  </a:lnTo>
                  <a:lnTo>
                    <a:pt x="371794" y="1570942"/>
                  </a:lnTo>
                  <a:lnTo>
                    <a:pt x="371829" y="1570752"/>
                  </a:lnTo>
                  <a:lnTo>
                    <a:pt x="453773" y="1570752"/>
                  </a:lnTo>
                  <a:lnTo>
                    <a:pt x="454335" y="1572939"/>
                  </a:lnTo>
                  <a:lnTo>
                    <a:pt x="454879" y="1575275"/>
                  </a:lnTo>
                  <a:lnTo>
                    <a:pt x="455366" y="1577697"/>
                  </a:lnTo>
                  <a:lnTo>
                    <a:pt x="455796" y="1580206"/>
                  </a:lnTo>
                  <a:lnTo>
                    <a:pt x="456168" y="1582801"/>
                  </a:lnTo>
                  <a:lnTo>
                    <a:pt x="456483" y="1585484"/>
                  </a:lnTo>
                  <a:lnTo>
                    <a:pt x="456741" y="1588254"/>
                  </a:lnTo>
                  <a:lnTo>
                    <a:pt x="456942" y="1591110"/>
                  </a:lnTo>
                  <a:lnTo>
                    <a:pt x="457085" y="1594053"/>
                  </a:lnTo>
                  <a:lnTo>
                    <a:pt x="457171" y="1597083"/>
                  </a:lnTo>
                  <a:close/>
                  <a:moveTo>
                    <a:pt x="431415" y="1583097"/>
                  </a:moveTo>
                  <a:lnTo>
                    <a:pt x="431403" y="1582062"/>
                  </a:lnTo>
                  <a:lnTo>
                    <a:pt x="431366" y="1581041"/>
                  </a:lnTo>
                  <a:lnTo>
                    <a:pt x="431306" y="1580034"/>
                  </a:lnTo>
                  <a:lnTo>
                    <a:pt x="431221" y="1579041"/>
                  </a:lnTo>
                  <a:lnTo>
                    <a:pt x="431111" y="1578061"/>
                  </a:lnTo>
                  <a:lnTo>
                    <a:pt x="430977" y="1577096"/>
                  </a:lnTo>
                  <a:lnTo>
                    <a:pt x="430819" y="1576144"/>
                  </a:lnTo>
                  <a:lnTo>
                    <a:pt x="430637" y="1575207"/>
                  </a:lnTo>
                  <a:lnTo>
                    <a:pt x="430431" y="1574283"/>
                  </a:lnTo>
                  <a:lnTo>
                    <a:pt x="430200" y="1573373"/>
                  </a:lnTo>
                  <a:lnTo>
                    <a:pt x="429962" y="1572466"/>
                  </a:lnTo>
                  <a:lnTo>
                    <a:pt x="429700" y="1571585"/>
                  </a:lnTo>
                  <a:lnTo>
                    <a:pt x="429421" y="1570752"/>
                  </a:lnTo>
                  <a:lnTo>
                    <a:pt x="397064" y="1570752"/>
                  </a:lnTo>
                  <a:lnTo>
                    <a:pt x="396949" y="1571116"/>
                  </a:lnTo>
                  <a:lnTo>
                    <a:pt x="396734" y="1571942"/>
                  </a:lnTo>
                  <a:lnTo>
                    <a:pt x="396543" y="1572790"/>
                  </a:lnTo>
                  <a:lnTo>
                    <a:pt x="396373" y="1573658"/>
                  </a:lnTo>
                  <a:lnTo>
                    <a:pt x="396227" y="1574547"/>
                  </a:lnTo>
                  <a:lnTo>
                    <a:pt x="396102" y="1575457"/>
                  </a:lnTo>
                  <a:lnTo>
                    <a:pt x="396001" y="1576387"/>
                  </a:lnTo>
                  <a:lnTo>
                    <a:pt x="395922" y="1577339"/>
                  </a:lnTo>
                  <a:lnTo>
                    <a:pt x="395865" y="1578311"/>
                  </a:lnTo>
                  <a:lnTo>
                    <a:pt x="395832" y="1579305"/>
                  </a:lnTo>
                  <a:lnTo>
                    <a:pt x="395820" y="1580319"/>
                  </a:lnTo>
                  <a:lnTo>
                    <a:pt x="395832" y="1581267"/>
                  </a:lnTo>
                  <a:lnTo>
                    <a:pt x="395865" y="1582204"/>
                  </a:lnTo>
                  <a:lnTo>
                    <a:pt x="395922" y="1583129"/>
                  </a:lnTo>
                  <a:lnTo>
                    <a:pt x="396001" y="1584041"/>
                  </a:lnTo>
                  <a:lnTo>
                    <a:pt x="396102" y="1584942"/>
                  </a:lnTo>
                  <a:lnTo>
                    <a:pt x="396227" y="1585830"/>
                  </a:lnTo>
                  <a:lnTo>
                    <a:pt x="396373" y="1586706"/>
                  </a:lnTo>
                  <a:lnTo>
                    <a:pt x="396543" y="1587569"/>
                  </a:lnTo>
                  <a:lnTo>
                    <a:pt x="396734" y="1588421"/>
                  </a:lnTo>
                  <a:lnTo>
                    <a:pt x="396949" y="1589261"/>
                  </a:lnTo>
                  <a:lnTo>
                    <a:pt x="397185" y="1590066"/>
                  </a:lnTo>
                  <a:lnTo>
                    <a:pt x="397442" y="1590851"/>
                  </a:lnTo>
                  <a:lnTo>
                    <a:pt x="397720" y="1591615"/>
                  </a:lnTo>
                  <a:lnTo>
                    <a:pt x="398018" y="1592358"/>
                  </a:lnTo>
                  <a:lnTo>
                    <a:pt x="398338" y="1593081"/>
                  </a:lnTo>
                  <a:lnTo>
                    <a:pt x="398678" y="1593782"/>
                  </a:lnTo>
                  <a:lnTo>
                    <a:pt x="399039" y="1594463"/>
                  </a:lnTo>
                  <a:lnTo>
                    <a:pt x="399421" y="1595122"/>
                  </a:lnTo>
                  <a:lnTo>
                    <a:pt x="399824" y="1595761"/>
                  </a:lnTo>
                  <a:lnTo>
                    <a:pt x="400248" y="1596380"/>
                  </a:lnTo>
                  <a:lnTo>
                    <a:pt x="400693" y="1596958"/>
                  </a:lnTo>
                  <a:lnTo>
                    <a:pt x="401161" y="1597512"/>
                  </a:lnTo>
                  <a:lnTo>
                    <a:pt x="401652" y="1598041"/>
                  </a:lnTo>
                  <a:lnTo>
                    <a:pt x="402165" y="1598547"/>
                  </a:lnTo>
                  <a:lnTo>
                    <a:pt x="402701" y="1599027"/>
                  </a:lnTo>
                  <a:lnTo>
                    <a:pt x="403259" y="1599484"/>
                  </a:lnTo>
                  <a:lnTo>
                    <a:pt x="403840" y="1599916"/>
                  </a:lnTo>
                  <a:lnTo>
                    <a:pt x="404443" y="1600325"/>
                  </a:lnTo>
                  <a:lnTo>
                    <a:pt x="405069" y="1600708"/>
                  </a:lnTo>
                  <a:lnTo>
                    <a:pt x="405717" y="1601068"/>
                  </a:lnTo>
                  <a:lnTo>
                    <a:pt x="406387" y="1601381"/>
                  </a:lnTo>
                  <a:lnTo>
                    <a:pt x="407075" y="1601661"/>
                  </a:lnTo>
                  <a:lnTo>
                    <a:pt x="407783" y="1601909"/>
                  </a:lnTo>
                  <a:lnTo>
                    <a:pt x="408509" y="1602123"/>
                  </a:lnTo>
                  <a:lnTo>
                    <a:pt x="409255" y="1602305"/>
                  </a:lnTo>
                  <a:lnTo>
                    <a:pt x="410020" y="1602453"/>
                  </a:lnTo>
                  <a:lnTo>
                    <a:pt x="410804" y="1602569"/>
                  </a:lnTo>
                  <a:lnTo>
                    <a:pt x="411607" y="1602651"/>
                  </a:lnTo>
                  <a:lnTo>
                    <a:pt x="412429" y="1602701"/>
                  </a:lnTo>
                  <a:lnTo>
                    <a:pt x="413270" y="1602717"/>
                  </a:lnTo>
                  <a:lnTo>
                    <a:pt x="413946" y="1602705"/>
                  </a:lnTo>
                  <a:lnTo>
                    <a:pt x="414618" y="1602669"/>
                  </a:lnTo>
                  <a:lnTo>
                    <a:pt x="415286" y="1602608"/>
                  </a:lnTo>
                  <a:lnTo>
                    <a:pt x="415951" y="1602523"/>
                  </a:lnTo>
                  <a:lnTo>
                    <a:pt x="416613" y="1602413"/>
                  </a:lnTo>
                  <a:lnTo>
                    <a:pt x="417271" y="1602280"/>
                  </a:lnTo>
                  <a:lnTo>
                    <a:pt x="417925" y="1602122"/>
                  </a:lnTo>
                  <a:lnTo>
                    <a:pt x="418577" y="1601939"/>
                  </a:lnTo>
                  <a:lnTo>
                    <a:pt x="419224" y="1601733"/>
                  </a:lnTo>
                  <a:lnTo>
                    <a:pt x="419868" y="1601502"/>
                  </a:lnTo>
                  <a:lnTo>
                    <a:pt x="420520" y="1601247"/>
                  </a:lnTo>
                  <a:lnTo>
                    <a:pt x="421157" y="1600967"/>
                  </a:lnTo>
                  <a:lnTo>
                    <a:pt x="421778" y="1600663"/>
                  </a:lnTo>
                  <a:lnTo>
                    <a:pt x="422383" y="1600335"/>
                  </a:lnTo>
                  <a:lnTo>
                    <a:pt x="422972" y="1599982"/>
                  </a:lnTo>
                  <a:lnTo>
                    <a:pt x="423546" y="1599606"/>
                  </a:lnTo>
                  <a:lnTo>
                    <a:pt x="424104" y="1599205"/>
                  </a:lnTo>
                  <a:lnTo>
                    <a:pt x="424647" y="1598779"/>
                  </a:lnTo>
                  <a:lnTo>
                    <a:pt x="425174" y="1598329"/>
                  </a:lnTo>
                  <a:lnTo>
                    <a:pt x="425685" y="1597855"/>
                  </a:lnTo>
                  <a:lnTo>
                    <a:pt x="426196" y="1597357"/>
                  </a:lnTo>
                  <a:lnTo>
                    <a:pt x="426685" y="1596834"/>
                  </a:lnTo>
                  <a:lnTo>
                    <a:pt x="427154" y="1596288"/>
                  </a:lnTo>
                  <a:lnTo>
                    <a:pt x="427602" y="1595716"/>
                  </a:lnTo>
                  <a:lnTo>
                    <a:pt x="428029" y="1595121"/>
                  </a:lnTo>
                  <a:lnTo>
                    <a:pt x="428435" y="1594501"/>
                  </a:lnTo>
                  <a:lnTo>
                    <a:pt x="428821" y="1593857"/>
                  </a:lnTo>
                  <a:lnTo>
                    <a:pt x="429186" y="1593188"/>
                  </a:lnTo>
                  <a:lnTo>
                    <a:pt x="429529" y="1592495"/>
                  </a:lnTo>
                  <a:lnTo>
                    <a:pt x="429852" y="1591778"/>
                  </a:lnTo>
                  <a:lnTo>
                    <a:pt x="430149" y="1591020"/>
                  </a:lnTo>
                  <a:lnTo>
                    <a:pt x="430415" y="1590236"/>
                  </a:lnTo>
                  <a:lnTo>
                    <a:pt x="430649" y="1589429"/>
                  </a:lnTo>
                  <a:lnTo>
                    <a:pt x="430852" y="1588597"/>
                  </a:lnTo>
                  <a:lnTo>
                    <a:pt x="431024" y="1587741"/>
                  </a:lnTo>
                  <a:lnTo>
                    <a:pt x="431165" y="1586861"/>
                  </a:lnTo>
                  <a:lnTo>
                    <a:pt x="431274" y="1585956"/>
                  </a:lnTo>
                  <a:lnTo>
                    <a:pt x="431353" y="1585027"/>
                  </a:lnTo>
                  <a:lnTo>
                    <a:pt x="431399" y="1584074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h21"/>
            <p:cNvSpPr/>
            <p:nvPr/>
          </p:nvSpPr>
          <p:spPr>
            <a:xfrm>
              <a:off x="4511136" y="709978"/>
              <a:ext cx="457200" cy="1629370"/>
            </a:xfrm>
            <a:custGeom>
              <a:avLst/>
              <a:pathLst>
                <a:path w="457200" h="1629370">
                  <a:moveTo>
                    <a:pt x="457200" y="1600200"/>
                  </a:moveTo>
                  <a:lnTo>
                    <a:pt x="457171" y="1601540"/>
                  </a:lnTo>
                  <a:lnTo>
                    <a:pt x="457085" y="1602853"/>
                  </a:lnTo>
                  <a:lnTo>
                    <a:pt x="456942" y="1604137"/>
                  </a:lnTo>
                  <a:lnTo>
                    <a:pt x="456741" y="1605395"/>
                  </a:lnTo>
                  <a:lnTo>
                    <a:pt x="456483" y="1606624"/>
                  </a:lnTo>
                  <a:lnTo>
                    <a:pt x="456168" y="1607825"/>
                  </a:lnTo>
                  <a:lnTo>
                    <a:pt x="455796" y="1608999"/>
                  </a:lnTo>
                  <a:lnTo>
                    <a:pt x="455366" y="1610145"/>
                  </a:lnTo>
                  <a:lnTo>
                    <a:pt x="454879" y="1611263"/>
                  </a:lnTo>
                  <a:lnTo>
                    <a:pt x="454335" y="1612354"/>
                  </a:lnTo>
                  <a:lnTo>
                    <a:pt x="453753" y="1613415"/>
                  </a:lnTo>
                  <a:lnTo>
                    <a:pt x="453119" y="1614444"/>
                  </a:lnTo>
                  <a:lnTo>
                    <a:pt x="452433" y="1615443"/>
                  </a:lnTo>
                  <a:lnTo>
                    <a:pt x="451695" y="1616410"/>
                  </a:lnTo>
                  <a:lnTo>
                    <a:pt x="450905" y="1617346"/>
                  </a:lnTo>
                  <a:lnTo>
                    <a:pt x="450063" y="1618250"/>
                  </a:lnTo>
                  <a:lnTo>
                    <a:pt x="449169" y="1619124"/>
                  </a:lnTo>
                  <a:lnTo>
                    <a:pt x="448223" y="1619966"/>
                  </a:lnTo>
                  <a:lnTo>
                    <a:pt x="447224" y="1620777"/>
                  </a:lnTo>
                  <a:lnTo>
                    <a:pt x="446174" y="1621556"/>
                  </a:lnTo>
                  <a:lnTo>
                    <a:pt x="445073" y="1622286"/>
                  </a:lnTo>
                  <a:lnTo>
                    <a:pt x="443924" y="1622984"/>
                  </a:lnTo>
                  <a:lnTo>
                    <a:pt x="442725" y="1623648"/>
                  </a:lnTo>
                  <a:lnTo>
                    <a:pt x="441479" y="1624279"/>
                  </a:lnTo>
                  <a:lnTo>
                    <a:pt x="440183" y="1624877"/>
                  </a:lnTo>
                  <a:lnTo>
                    <a:pt x="438840" y="1625442"/>
                  </a:lnTo>
                  <a:lnTo>
                    <a:pt x="437447" y="1625974"/>
                  </a:lnTo>
                  <a:lnTo>
                    <a:pt x="436006" y="1626474"/>
                  </a:lnTo>
                  <a:lnTo>
                    <a:pt x="434516" y="1626940"/>
                  </a:lnTo>
                  <a:lnTo>
                    <a:pt x="432978" y="1627373"/>
                  </a:lnTo>
                  <a:lnTo>
                    <a:pt x="431393" y="1627752"/>
                  </a:lnTo>
                  <a:lnTo>
                    <a:pt x="429766" y="1628092"/>
                  </a:lnTo>
                  <a:lnTo>
                    <a:pt x="428094" y="1628391"/>
                  </a:lnTo>
                  <a:lnTo>
                    <a:pt x="426380" y="1628651"/>
                  </a:lnTo>
                  <a:lnTo>
                    <a:pt x="424622" y="1628871"/>
                  </a:lnTo>
                  <a:lnTo>
                    <a:pt x="422820" y="1629050"/>
                  </a:lnTo>
                  <a:lnTo>
                    <a:pt x="420975" y="1629190"/>
                  </a:lnTo>
                  <a:lnTo>
                    <a:pt x="419087" y="1629290"/>
                  </a:lnTo>
                  <a:lnTo>
                    <a:pt x="417155" y="1629350"/>
                  </a:lnTo>
                  <a:lnTo>
                    <a:pt x="415180" y="1629370"/>
                  </a:lnTo>
                  <a:lnTo>
                    <a:pt x="413409" y="1629357"/>
                  </a:lnTo>
                  <a:lnTo>
                    <a:pt x="411673" y="1629318"/>
                  </a:lnTo>
                  <a:lnTo>
                    <a:pt x="409971" y="1629253"/>
                  </a:lnTo>
                  <a:lnTo>
                    <a:pt x="408305" y="1629161"/>
                  </a:lnTo>
                  <a:lnTo>
                    <a:pt x="406672" y="1629044"/>
                  </a:lnTo>
                  <a:lnTo>
                    <a:pt x="405075" y="1628901"/>
                  </a:lnTo>
                  <a:lnTo>
                    <a:pt x="403512" y="1628732"/>
                  </a:lnTo>
                  <a:lnTo>
                    <a:pt x="401984" y="1628536"/>
                  </a:lnTo>
                  <a:lnTo>
                    <a:pt x="400491" y="1628315"/>
                  </a:lnTo>
                  <a:lnTo>
                    <a:pt x="399033" y="1628068"/>
                  </a:lnTo>
                  <a:lnTo>
                    <a:pt x="397609" y="1627791"/>
                  </a:lnTo>
                  <a:lnTo>
                    <a:pt x="396220" y="1627481"/>
                  </a:lnTo>
                  <a:lnTo>
                    <a:pt x="394865" y="1627138"/>
                  </a:lnTo>
                  <a:lnTo>
                    <a:pt x="393546" y="1626762"/>
                  </a:lnTo>
                  <a:lnTo>
                    <a:pt x="392261" y="1626353"/>
                  </a:lnTo>
                  <a:lnTo>
                    <a:pt x="391011" y="1625911"/>
                  </a:lnTo>
                  <a:lnTo>
                    <a:pt x="389795" y="1625436"/>
                  </a:lnTo>
                  <a:lnTo>
                    <a:pt x="388615" y="1624928"/>
                  </a:lnTo>
                  <a:lnTo>
                    <a:pt x="387469" y="1624387"/>
                  </a:lnTo>
                  <a:lnTo>
                    <a:pt x="386357" y="1623814"/>
                  </a:lnTo>
                  <a:lnTo>
                    <a:pt x="385298" y="1623188"/>
                  </a:lnTo>
                  <a:lnTo>
                    <a:pt x="384274" y="1622529"/>
                  </a:lnTo>
                  <a:lnTo>
                    <a:pt x="383284" y="1621834"/>
                  </a:lnTo>
                  <a:lnTo>
                    <a:pt x="382329" y="1621105"/>
                  </a:lnTo>
                  <a:lnTo>
                    <a:pt x="381409" y="1620341"/>
                  </a:lnTo>
                  <a:lnTo>
                    <a:pt x="380523" y="1619542"/>
                  </a:lnTo>
                  <a:lnTo>
                    <a:pt x="379672" y="1618709"/>
                  </a:lnTo>
                  <a:lnTo>
                    <a:pt x="378856" y="1617841"/>
                  </a:lnTo>
                  <a:lnTo>
                    <a:pt x="378075" y="1616938"/>
                  </a:lnTo>
                  <a:lnTo>
                    <a:pt x="377328" y="1616000"/>
                  </a:lnTo>
                  <a:lnTo>
                    <a:pt x="376617" y="1615023"/>
                  </a:lnTo>
                  <a:lnTo>
                    <a:pt x="375943" y="1614000"/>
                  </a:lnTo>
                  <a:lnTo>
                    <a:pt x="375305" y="1612932"/>
                  </a:lnTo>
                  <a:lnTo>
                    <a:pt x="374703" y="1611819"/>
                  </a:lnTo>
                  <a:lnTo>
                    <a:pt x="374138" y="1610661"/>
                  </a:lnTo>
                  <a:lnTo>
                    <a:pt x="373609" y="1609458"/>
                  </a:lnTo>
                  <a:lnTo>
                    <a:pt x="373117" y="1608209"/>
                  </a:lnTo>
                  <a:lnTo>
                    <a:pt x="372661" y="1606916"/>
                  </a:lnTo>
                  <a:lnTo>
                    <a:pt x="372242" y="1605577"/>
                  </a:lnTo>
                  <a:lnTo>
                    <a:pt x="371859" y="1604193"/>
                  </a:lnTo>
                  <a:lnTo>
                    <a:pt x="393303" y="1600981"/>
                  </a:lnTo>
                  <a:lnTo>
                    <a:pt x="393519" y="1601747"/>
                  </a:lnTo>
                  <a:lnTo>
                    <a:pt x="393751" y="1602485"/>
                  </a:lnTo>
                  <a:lnTo>
                    <a:pt x="393998" y="1603192"/>
                  </a:lnTo>
                  <a:lnTo>
                    <a:pt x="394261" y="1603870"/>
                  </a:lnTo>
                  <a:lnTo>
                    <a:pt x="394540" y="1604519"/>
                  </a:lnTo>
                  <a:lnTo>
                    <a:pt x="394834" y="1605138"/>
                  </a:lnTo>
                  <a:lnTo>
                    <a:pt x="395144" y="1605727"/>
                  </a:lnTo>
                  <a:lnTo>
                    <a:pt x="395470" y="1606287"/>
                  </a:lnTo>
                  <a:lnTo>
                    <a:pt x="395811" y="1606818"/>
                  </a:lnTo>
                  <a:lnTo>
                    <a:pt x="396168" y="1607318"/>
                  </a:lnTo>
                  <a:lnTo>
                    <a:pt x="396541" y="1607793"/>
                  </a:lnTo>
                  <a:lnTo>
                    <a:pt x="396932" y="1608246"/>
                  </a:lnTo>
                  <a:lnTo>
                    <a:pt x="397340" y="1608675"/>
                  </a:lnTo>
                  <a:lnTo>
                    <a:pt x="397765" y="1609083"/>
                  </a:lnTo>
                  <a:lnTo>
                    <a:pt x="398208" y="1609467"/>
                  </a:lnTo>
                  <a:lnTo>
                    <a:pt x="398668" y="1609829"/>
                  </a:lnTo>
                  <a:lnTo>
                    <a:pt x="399145" y="1610169"/>
                  </a:lnTo>
                  <a:lnTo>
                    <a:pt x="399640" y="1610486"/>
                  </a:lnTo>
                  <a:lnTo>
                    <a:pt x="400152" y="1610780"/>
                  </a:lnTo>
                  <a:lnTo>
                    <a:pt x="400682" y="1611052"/>
                  </a:lnTo>
                  <a:lnTo>
                    <a:pt x="401229" y="1611303"/>
                  </a:lnTo>
                  <a:lnTo>
                    <a:pt x="401793" y="1611538"/>
                  </a:lnTo>
                  <a:lnTo>
                    <a:pt x="402375" y="1611755"/>
                  </a:lnTo>
                  <a:lnTo>
                    <a:pt x="402974" y="1611954"/>
                  </a:lnTo>
                  <a:lnTo>
                    <a:pt x="403590" y="1612137"/>
                  </a:lnTo>
                  <a:lnTo>
                    <a:pt x="404224" y="1612302"/>
                  </a:lnTo>
                  <a:lnTo>
                    <a:pt x="404875" y="1612449"/>
                  </a:lnTo>
                  <a:lnTo>
                    <a:pt x="405544" y="1612580"/>
                  </a:lnTo>
                  <a:lnTo>
                    <a:pt x="406230" y="1612692"/>
                  </a:lnTo>
                  <a:lnTo>
                    <a:pt x="406933" y="1612788"/>
                  </a:lnTo>
                  <a:lnTo>
                    <a:pt x="407672" y="1612870"/>
                  </a:lnTo>
                  <a:lnTo>
                    <a:pt x="408430" y="1612944"/>
                  </a:lnTo>
                  <a:lnTo>
                    <a:pt x="409207" y="1613009"/>
                  </a:lnTo>
                  <a:lnTo>
                    <a:pt x="410003" y="1613066"/>
                  </a:lnTo>
                  <a:lnTo>
                    <a:pt x="410818" y="1613113"/>
                  </a:lnTo>
                  <a:lnTo>
                    <a:pt x="411652" y="1613153"/>
                  </a:lnTo>
                  <a:lnTo>
                    <a:pt x="412506" y="1613183"/>
                  </a:lnTo>
                  <a:lnTo>
                    <a:pt x="413378" y="1613205"/>
                  </a:lnTo>
                  <a:lnTo>
                    <a:pt x="414270" y="1613218"/>
                  </a:lnTo>
                  <a:lnTo>
                    <a:pt x="415180" y="1613222"/>
                  </a:lnTo>
                  <a:lnTo>
                    <a:pt x="416008" y="1613218"/>
                  </a:lnTo>
                  <a:lnTo>
                    <a:pt x="416823" y="1613205"/>
                  </a:lnTo>
                  <a:lnTo>
                    <a:pt x="417626" y="1613183"/>
                  </a:lnTo>
                  <a:lnTo>
                    <a:pt x="418417" y="1613153"/>
                  </a:lnTo>
                  <a:lnTo>
                    <a:pt x="419196" y="1613113"/>
                  </a:lnTo>
                  <a:lnTo>
                    <a:pt x="419962" y="1613066"/>
                  </a:lnTo>
                  <a:lnTo>
                    <a:pt x="420717" y="1613009"/>
                  </a:lnTo>
                  <a:lnTo>
                    <a:pt x="421459" y="1612944"/>
                  </a:lnTo>
                  <a:lnTo>
                    <a:pt x="422189" y="1612870"/>
                  </a:lnTo>
                  <a:lnTo>
                    <a:pt x="422907" y="1612788"/>
                  </a:lnTo>
                  <a:lnTo>
                    <a:pt x="423626" y="1612678"/>
                  </a:lnTo>
                  <a:lnTo>
                    <a:pt x="424324" y="1612555"/>
                  </a:lnTo>
                  <a:lnTo>
                    <a:pt x="425001" y="1612421"/>
                  </a:lnTo>
                  <a:lnTo>
                    <a:pt x="425657" y="1612274"/>
                  </a:lnTo>
                  <a:lnTo>
                    <a:pt x="426293" y="1612115"/>
                  </a:lnTo>
                  <a:lnTo>
                    <a:pt x="426908" y="1611944"/>
                  </a:lnTo>
                  <a:lnTo>
                    <a:pt x="427501" y="1611761"/>
                  </a:lnTo>
                  <a:lnTo>
                    <a:pt x="428074" y="1611566"/>
                  </a:lnTo>
                  <a:lnTo>
                    <a:pt x="428626" y="1611358"/>
                  </a:lnTo>
                  <a:lnTo>
                    <a:pt x="429158" y="1611138"/>
                  </a:lnTo>
                  <a:lnTo>
                    <a:pt x="429684" y="1610887"/>
                  </a:lnTo>
                  <a:lnTo>
                    <a:pt x="430186" y="1610617"/>
                  </a:lnTo>
                  <a:lnTo>
                    <a:pt x="430663" y="1610331"/>
                  </a:lnTo>
                  <a:lnTo>
                    <a:pt x="431116" y="1610027"/>
                  </a:lnTo>
                  <a:lnTo>
                    <a:pt x="431545" y="1609706"/>
                  </a:lnTo>
                  <a:lnTo>
                    <a:pt x="431950" y="1609367"/>
                  </a:lnTo>
                  <a:lnTo>
                    <a:pt x="432330" y="1609011"/>
                  </a:lnTo>
                  <a:lnTo>
                    <a:pt x="432686" y="1608638"/>
                  </a:lnTo>
                  <a:lnTo>
                    <a:pt x="433018" y="1608247"/>
                  </a:lnTo>
                  <a:lnTo>
                    <a:pt x="433325" y="1607839"/>
                  </a:lnTo>
                  <a:lnTo>
                    <a:pt x="433605" y="1607395"/>
                  </a:lnTo>
                  <a:lnTo>
                    <a:pt x="433856" y="1606930"/>
                  </a:lnTo>
                  <a:lnTo>
                    <a:pt x="434078" y="1606443"/>
                  </a:lnTo>
                  <a:lnTo>
                    <a:pt x="434270" y="1605936"/>
                  </a:lnTo>
                  <a:lnTo>
                    <a:pt x="434432" y="1605408"/>
                  </a:lnTo>
                  <a:lnTo>
                    <a:pt x="434565" y="1604860"/>
                  </a:lnTo>
                  <a:lnTo>
                    <a:pt x="434668" y="1604290"/>
                  </a:lnTo>
                  <a:lnTo>
                    <a:pt x="434742" y="1603700"/>
                  </a:lnTo>
                  <a:lnTo>
                    <a:pt x="434786" y="1603089"/>
                  </a:lnTo>
                  <a:lnTo>
                    <a:pt x="434801" y="1602457"/>
                  </a:lnTo>
                  <a:lnTo>
                    <a:pt x="434779" y="1601743"/>
                  </a:lnTo>
                  <a:lnTo>
                    <a:pt x="434714" y="1601061"/>
                  </a:lnTo>
                  <a:lnTo>
                    <a:pt x="434606" y="1600410"/>
                  </a:lnTo>
                  <a:lnTo>
                    <a:pt x="434454" y="1599790"/>
                  </a:lnTo>
                  <a:lnTo>
                    <a:pt x="434258" y="1599201"/>
                  </a:lnTo>
                  <a:lnTo>
                    <a:pt x="434020" y="1598644"/>
                  </a:lnTo>
                  <a:lnTo>
                    <a:pt x="433737" y="1598118"/>
                  </a:lnTo>
                  <a:lnTo>
                    <a:pt x="433412" y="1597623"/>
                  </a:lnTo>
                  <a:lnTo>
                    <a:pt x="433043" y="1597159"/>
                  </a:lnTo>
                  <a:lnTo>
                    <a:pt x="432630" y="1596727"/>
                  </a:lnTo>
                  <a:lnTo>
                    <a:pt x="432197" y="1596301"/>
                  </a:lnTo>
                  <a:lnTo>
                    <a:pt x="431731" y="1595893"/>
                  </a:lnTo>
                  <a:lnTo>
                    <a:pt x="431232" y="1595503"/>
                  </a:lnTo>
                  <a:lnTo>
                    <a:pt x="430700" y="1595129"/>
                  </a:lnTo>
                  <a:lnTo>
                    <a:pt x="430134" y="1594773"/>
                  </a:lnTo>
                  <a:lnTo>
                    <a:pt x="429536" y="1594435"/>
                  </a:lnTo>
                  <a:lnTo>
                    <a:pt x="428905" y="1594114"/>
                  </a:lnTo>
                  <a:lnTo>
                    <a:pt x="428241" y="1593810"/>
                  </a:lnTo>
                  <a:lnTo>
                    <a:pt x="427544" y="1593523"/>
                  </a:lnTo>
                  <a:lnTo>
                    <a:pt x="426814" y="1593254"/>
                  </a:lnTo>
                  <a:lnTo>
                    <a:pt x="426071" y="1592981"/>
                  </a:lnTo>
                  <a:lnTo>
                    <a:pt x="425300" y="1592716"/>
                  </a:lnTo>
                  <a:lnTo>
                    <a:pt x="424501" y="1592460"/>
                  </a:lnTo>
                  <a:lnTo>
                    <a:pt x="423674" y="1592212"/>
                  </a:lnTo>
                  <a:lnTo>
                    <a:pt x="422820" y="1591974"/>
                  </a:lnTo>
                  <a:lnTo>
                    <a:pt x="421938" y="1591744"/>
                  </a:lnTo>
                  <a:lnTo>
                    <a:pt x="421028" y="1591522"/>
                  </a:lnTo>
                  <a:lnTo>
                    <a:pt x="420091" y="1591310"/>
                  </a:lnTo>
                  <a:lnTo>
                    <a:pt x="419125" y="1591105"/>
                  </a:lnTo>
                  <a:lnTo>
                    <a:pt x="418132" y="1590910"/>
                  </a:lnTo>
                  <a:lnTo>
                    <a:pt x="417135" y="1590699"/>
                  </a:lnTo>
                  <a:lnTo>
                    <a:pt x="416125" y="1590483"/>
                  </a:lnTo>
                  <a:lnTo>
                    <a:pt x="415100" y="1590262"/>
                  </a:lnTo>
                  <a:lnTo>
                    <a:pt x="414062" y="1590035"/>
                  </a:lnTo>
                  <a:lnTo>
                    <a:pt x="413010" y="1589803"/>
                  </a:lnTo>
                  <a:lnTo>
                    <a:pt x="411944" y="1589566"/>
                  </a:lnTo>
                  <a:lnTo>
                    <a:pt x="410864" y="1589324"/>
                  </a:lnTo>
                  <a:lnTo>
                    <a:pt x="409770" y="1589077"/>
                  </a:lnTo>
                  <a:lnTo>
                    <a:pt x="408662" y="1588824"/>
                  </a:lnTo>
                  <a:lnTo>
                    <a:pt x="407541" y="1588566"/>
                  </a:lnTo>
                  <a:lnTo>
                    <a:pt x="406362" y="1588300"/>
                  </a:lnTo>
                  <a:lnTo>
                    <a:pt x="405186" y="1588024"/>
                  </a:lnTo>
                  <a:lnTo>
                    <a:pt x="404014" y="1587738"/>
                  </a:lnTo>
                  <a:lnTo>
                    <a:pt x="402845" y="1587441"/>
                  </a:lnTo>
                  <a:lnTo>
                    <a:pt x="401680" y="1587134"/>
                  </a:lnTo>
                  <a:lnTo>
                    <a:pt x="400519" y="1586816"/>
                  </a:lnTo>
                  <a:lnTo>
                    <a:pt x="399361" y="1586488"/>
                  </a:lnTo>
                  <a:lnTo>
                    <a:pt x="398206" y="1586149"/>
                  </a:lnTo>
                  <a:lnTo>
                    <a:pt x="397055" y="1585800"/>
                  </a:lnTo>
                  <a:lnTo>
                    <a:pt x="395907" y="1585441"/>
                  </a:lnTo>
                  <a:lnTo>
                    <a:pt x="394773" y="1585063"/>
                  </a:lnTo>
                  <a:lnTo>
                    <a:pt x="393664" y="1584659"/>
                  </a:lnTo>
                  <a:lnTo>
                    <a:pt x="392579" y="1584230"/>
                  </a:lnTo>
                  <a:lnTo>
                    <a:pt x="391518" y="1583774"/>
                  </a:lnTo>
                  <a:lnTo>
                    <a:pt x="390481" y="1583292"/>
                  </a:lnTo>
                  <a:lnTo>
                    <a:pt x="389469" y="1582784"/>
                  </a:lnTo>
                  <a:lnTo>
                    <a:pt x="388481" y="1582250"/>
                  </a:lnTo>
                  <a:lnTo>
                    <a:pt x="387517" y="1581690"/>
                  </a:lnTo>
                  <a:lnTo>
                    <a:pt x="386578" y="1581104"/>
                  </a:lnTo>
                  <a:lnTo>
                    <a:pt x="385663" y="1580492"/>
                  </a:lnTo>
                  <a:lnTo>
                    <a:pt x="384777" y="1579851"/>
                  </a:lnTo>
                  <a:lnTo>
                    <a:pt x="383926" y="1579176"/>
                  </a:lnTo>
                  <a:lnTo>
                    <a:pt x="383110" y="1578468"/>
                  </a:lnTo>
                  <a:lnTo>
                    <a:pt x="382329" y="1577728"/>
                  </a:lnTo>
                  <a:lnTo>
                    <a:pt x="381582" y="1576954"/>
                  </a:lnTo>
                  <a:lnTo>
                    <a:pt x="380871" y="1576148"/>
                  </a:lnTo>
                  <a:lnTo>
                    <a:pt x="380193" y="1575308"/>
                  </a:lnTo>
                  <a:lnTo>
                    <a:pt x="379551" y="1574436"/>
                  </a:lnTo>
                  <a:lnTo>
                    <a:pt x="378943" y="1573530"/>
                  </a:lnTo>
                  <a:lnTo>
                    <a:pt x="378370" y="1572592"/>
                  </a:lnTo>
                  <a:lnTo>
                    <a:pt x="377842" y="1571594"/>
                  </a:lnTo>
                  <a:lnTo>
                    <a:pt x="377370" y="1570546"/>
                  </a:lnTo>
                  <a:lnTo>
                    <a:pt x="376953" y="1569448"/>
                  </a:lnTo>
                  <a:lnTo>
                    <a:pt x="376592" y="1568300"/>
                  </a:lnTo>
                  <a:lnTo>
                    <a:pt x="376287" y="1567101"/>
                  </a:lnTo>
                  <a:lnTo>
                    <a:pt x="376037" y="1565851"/>
                  </a:lnTo>
                  <a:lnTo>
                    <a:pt x="375842" y="1564552"/>
                  </a:lnTo>
                  <a:lnTo>
                    <a:pt x="375703" y="1563202"/>
                  </a:lnTo>
                  <a:lnTo>
                    <a:pt x="375620" y="1561801"/>
                  </a:lnTo>
                  <a:lnTo>
                    <a:pt x="375592" y="1560351"/>
                  </a:lnTo>
                  <a:lnTo>
                    <a:pt x="375618" y="1559029"/>
                  </a:lnTo>
                  <a:lnTo>
                    <a:pt x="375696" y="1557736"/>
                  </a:lnTo>
                  <a:lnTo>
                    <a:pt x="375826" y="1556473"/>
                  </a:lnTo>
                  <a:lnTo>
                    <a:pt x="376009" y="1555239"/>
                  </a:lnTo>
                  <a:lnTo>
                    <a:pt x="376243" y="1554035"/>
                  </a:lnTo>
                  <a:lnTo>
                    <a:pt x="376530" y="1552860"/>
                  </a:lnTo>
                  <a:lnTo>
                    <a:pt x="376868" y="1551715"/>
                  </a:lnTo>
                  <a:lnTo>
                    <a:pt x="377259" y="1550600"/>
                  </a:lnTo>
                  <a:lnTo>
                    <a:pt x="377702" y="1549513"/>
                  </a:lnTo>
                  <a:lnTo>
                    <a:pt x="378197" y="1548457"/>
                  </a:lnTo>
                  <a:lnTo>
                    <a:pt x="378742" y="1547414"/>
                  </a:lnTo>
                  <a:lnTo>
                    <a:pt x="379336" y="1546405"/>
                  </a:lnTo>
                  <a:lnTo>
                    <a:pt x="379978" y="1545428"/>
                  </a:lnTo>
                  <a:lnTo>
                    <a:pt x="380669" y="1544484"/>
                  </a:lnTo>
                  <a:lnTo>
                    <a:pt x="381409" y="1543573"/>
                  </a:lnTo>
                  <a:lnTo>
                    <a:pt x="382197" y="1542696"/>
                  </a:lnTo>
                  <a:lnTo>
                    <a:pt x="383034" y="1541851"/>
                  </a:lnTo>
                  <a:lnTo>
                    <a:pt x="383920" y="1541039"/>
                  </a:lnTo>
                  <a:lnTo>
                    <a:pt x="384854" y="1540261"/>
                  </a:lnTo>
                  <a:lnTo>
                    <a:pt x="385836" y="1539515"/>
                  </a:lnTo>
                  <a:lnTo>
                    <a:pt x="386867" y="1538786"/>
                  </a:lnTo>
                  <a:lnTo>
                    <a:pt x="387944" y="1538095"/>
                  </a:lnTo>
                  <a:lnTo>
                    <a:pt x="389069" y="1537439"/>
                  </a:lnTo>
                  <a:lnTo>
                    <a:pt x="390240" y="1536820"/>
                  </a:lnTo>
                  <a:lnTo>
                    <a:pt x="391458" y="1536238"/>
                  </a:lnTo>
                  <a:lnTo>
                    <a:pt x="392723" y="1535691"/>
                  </a:lnTo>
                  <a:lnTo>
                    <a:pt x="394034" y="1535182"/>
                  </a:lnTo>
                  <a:lnTo>
                    <a:pt x="394354" y="1535071"/>
                  </a:lnTo>
                  <a:lnTo>
                    <a:pt x="435558" y="1535071"/>
                  </a:lnTo>
                  <a:lnTo>
                    <a:pt x="435843" y="1535174"/>
                  </a:lnTo>
                  <a:lnTo>
                    <a:pt x="437009" y="1535643"/>
                  </a:lnTo>
                  <a:lnTo>
                    <a:pt x="438149" y="1536146"/>
                  </a:lnTo>
                  <a:lnTo>
                    <a:pt x="439260" y="1536685"/>
                  </a:lnTo>
                  <a:lnTo>
                    <a:pt x="440343" y="1537258"/>
                  </a:lnTo>
                  <a:lnTo>
                    <a:pt x="441399" y="1537865"/>
                  </a:lnTo>
                  <a:lnTo>
                    <a:pt x="442423" y="1538490"/>
                  </a:lnTo>
                  <a:lnTo>
                    <a:pt x="443413" y="1539150"/>
                  </a:lnTo>
                  <a:lnTo>
                    <a:pt x="444368" y="1539845"/>
                  </a:lnTo>
                  <a:lnTo>
                    <a:pt x="445288" y="1540574"/>
                  </a:lnTo>
                  <a:lnTo>
                    <a:pt x="446174" y="1541338"/>
                  </a:lnTo>
                  <a:lnTo>
                    <a:pt x="447025" y="1542137"/>
                  </a:lnTo>
                  <a:lnTo>
                    <a:pt x="447841" y="1542970"/>
                  </a:lnTo>
                  <a:lnTo>
                    <a:pt x="448622" y="1543838"/>
                  </a:lnTo>
                  <a:lnTo>
                    <a:pt x="449369" y="1544741"/>
                  </a:lnTo>
                  <a:lnTo>
                    <a:pt x="450081" y="1545679"/>
                  </a:lnTo>
                  <a:lnTo>
                    <a:pt x="450771" y="1546654"/>
                  </a:lnTo>
                  <a:lnTo>
                    <a:pt x="451418" y="1547669"/>
                  </a:lnTo>
                  <a:lnTo>
                    <a:pt x="452021" y="1548723"/>
                  </a:lnTo>
                  <a:lnTo>
                    <a:pt x="452581" y="1549818"/>
                  </a:lnTo>
                  <a:lnTo>
                    <a:pt x="453097" y="1550953"/>
                  </a:lnTo>
                  <a:lnTo>
                    <a:pt x="453571" y="1552128"/>
                  </a:lnTo>
                  <a:lnTo>
                    <a:pt x="454000" y="1553342"/>
                  </a:lnTo>
                  <a:lnTo>
                    <a:pt x="454387" y="1554597"/>
                  </a:lnTo>
                  <a:lnTo>
                    <a:pt x="454730" y="1555891"/>
                  </a:lnTo>
                  <a:lnTo>
                    <a:pt x="455029" y="1557225"/>
                  </a:lnTo>
                  <a:lnTo>
                    <a:pt x="433412" y="1559483"/>
                  </a:lnTo>
                  <a:lnTo>
                    <a:pt x="433281" y="1558818"/>
                  </a:lnTo>
                  <a:lnTo>
                    <a:pt x="433131" y="1558177"/>
                  </a:lnTo>
                  <a:lnTo>
                    <a:pt x="432961" y="1557560"/>
                  </a:lnTo>
                  <a:lnTo>
                    <a:pt x="432773" y="1556968"/>
                  </a:lnTo>
                  <a:lnTo>
                    <a:pt x="432565" y="1556401"/>
                  </a:lnTo>
                  <a:lnTo>
                    <a:pt x="432339" y="1555857"/>
                  </a:lnTo>
                  <a:lnTo>
                    <a:pt x="432093" y="1555338"/>
                  </a:lnTo>
                  <a:lnTo>
                    <a:pt x="431828" y="1554843"/>
                  </a:lnTo>
                  <a:lnTo>
                    <a:pt x="431544" y="1554373"/>
                  </a:lnTo>
                  <a:lnTo>
                    <a:pt x="431241" y="1553926"/>
                  </a:lnTo>
                  <a:lnTo>
                    <a:pt x="430921" y="1553484"/>
                  </a:lnTo>
                  <a:lnTo>
                    <a:pt x="430585" y="1553062"/>
                  </a:lnTo>
                  <a:lnTo>
                    <a:pt x="430233" y="1552658"/>
                  </a:lnTo>
                  <a:lnTo>
                    <a:pt x="429866" y="1552273"/>
                  </a:lnTo>
                  <a:lnTo>
                    <a:pt x="429483" y="1551908"/>
                  </a:lnTo>
                  <a:lnTo>
                    <a:pt x="429085" y="1551561"/>
                  </a:lnTo>
                  <a:lnTo>
                    <a:pt x="428671" y="1551234"/>
                  </a:lnTo>
                  <a:lnTo>
                    <a:pt x="428241" y="1550926"/>
                  </a:lnTo>
                  <a:lnTo>
                    <a:pt x="427796" y="1550637"/>
                  </a:lnTo>
                  <a:lnTo>
                    <a:pt x="427335" y="1550367"/>
                  </a:lnTo>
                  <a:lnTo>
                    <a:pt x="426875" y="1550115"/>
                  </a:lnTo>
                  <a:lnTo>
                    <a:pt x="426401" y="1549881"/>
                  </a:lnTo>
                  <a:lnTo>
                    <a:pt x="425910" y="1549664"/>
                  </a:lnTo>
                  <a:lnTo>
                    <a:pt x="425404" y="1549464"/>
                  </a:lnTo>
                  <a:lnTo>
                    <a:pt x="424882" y="1549282"/>
                  </a:lnTo>
                  <a:lnTo>
                    <a:pt x="424345" y="1549117"/>
                  </a:lnTo>
                  <a:lnTo>
                    <a:pt x="423792" y="1548969"/>
                  </a:lnTo>
                  <a:lnTo>
                    <a:pt x="423223" y="1548839"/>
                  </a:lnTo>
                  <a:lnTo>
                    <a:pt x="422639" y="1548726"/>
                  </a:lnTo>
                  <a:lnTo>
                    <a:pt x="422039" y="1548631"/>
                  </a:lnTo>
                  <a:lnTo>
                    <a:pt x="421425" y="1548532"/>
                  </a:lnTo>
                  <a:lnTo>
                    <a:pt x="420799" y="1548443"/>
                  </a:lnTo>
                  <a:lnTo>
                    <a:pt x="420161" y="1548365"/>
                  </a:lnTo>
                  <a:lnTo>
                    <a:pt x="419511" y="1548297"/>
                  </a:lnTo>
                  <a:lnTo>
                    <a:pt x="418848" y="1548240"/>
                  </a:lnTo>
                  <a:lnTo>
                    <a:pt x="418174" y="1548193"/>
                  </a:lnTo>
                  <a:lnTo>
                    <a:pt x="417487" y="1548157"/>
                  </a:lnTo>
                  <a:lnTo>
                    <a:pt x="416788" y="1548130"/>
                  </a:lnTo>
                  <a:lnTo>
                    <a:pt x="416077" y="1548115"/>
                  </a:lnTo>
                  <a:lnTo>
                    <a:pt x="415354" y="1548110"/>
                  </a:lnTo>
                  <a:lnTo>
                    <a:pt x="413661" y="1548132"/>
                  </a:lnTo>
                  <a:lnTo>
                    <a:pt x="412055" y="1548200"/>
                  </a:lnTo>
                  <a:lnTo>
                    <a:pt x="410536" y="1548313"/>
                  </a:lnTo>
                  <a:lnTo>
                    <a:pt x="409103" y="1548471"/>
                  </a:lnTo>
                  <a:lnTo>
                    <a:pt x="407758" y="1548674"/>
                  </a:lnTo>
                  <a:lnTo>
                    <a:pt x="406499" y="1548922"/>
                  </a:lnTo>
                  <a:lnTo>
                    <a:pt x="405327" y="1549216"/>
                  </a:lnTo>
                  <a:lnTo>
                    <a:pt x="404241" y="1549554"/>
                  </a:lnTo>
                  <a:lnTo>
                    <a:pt x="403243" y="1549938"/>
                  </a:lnTo>
                  <a:lnTo>
                    <a:pt x="402332" y="1550367"/>
                  </a:lnTo>
                  <a:lnTo>
                    <a:pt x="401507" y="1550831"/>
                  </a:lnTo>
                  <a:lnTo>
                    <a:pt x="400769" y="1551357"/>
                  </a:lnTo>
                  <a:lnTo>
                    <a:pt x="400118" y="1551943"/>
                  </a:lnTo>
                  <a:lnTo>
                    <a:pt x="399553" y="1552589"/>
                  </a:lnTo>
                  <a:lnTo>
                    <a:pt x="399076" y="1553297"/>
                  </a:lnTo>
                  <a:lnTo>
                    <a:pt x="398685" y="1554065"/>
                  </a:lnTo>
                  <a:lnTo>
                    <a:pt x="398381" y="1554894"/>
                  </a:lnTo>
                  <a:lnTo>
                    <a:pt x="398164" y="1555784"/>
                  </a:lnTo>
                  <a:lnTo>
                    <a:pt x="398034" y="1556735"/>
                  </a:lnTo>
                  <a:lnTo>
                    <a:pt x="397991" y="1557746"/>
                  </a:lnTo>
                  <a:lnTo>
                    <a:pt x="398008" y="1558376"/>
                  </a:lnTo>
                  <a:lnTo>
                    <a:pt x="398060" y="1558979"/>
                  </a:lnTo>
                  <a:lnTo>
                    <a:pt x="398147" y="1559556"/>
                  </a:lnTo>
                  <a:lnTo>
                    <a:pt x="398269" y="1560108"/>
                  </a:lnTo>
                  <a:lnTo>
                    <a:pt x="398425" y="1560633"/>
                  </a:lnTo>
                  <a:lnTo>
                    <a:pt x="398616" y="1561132"/>
                  </a:lnTo>
                  <a:lnTo>
                    <a:pt x="398842" y="1561605"/>
                  </a:lnTo>
                  <a:lnTo>
                    <a:pt x="399102" y="1562052"/>
                  </a:lnTo>
                  <a:lnTo>
                    <a:pt x="399397" y="1562473"/>
                  </a:lnTo>
                  <a:lnTo>
                    <a:pt x="399727" y="1562868"/>
                  </a:lnTo>
                  <a:lnTo>
                    <a:pt x="400106" y="1563244"/>
                  </a:lnTo>
                  <a:lnTo>
                    <a:pt x="400512" y="1563608"/>
                  </a:lnTo>
                  <a:lnTo>
                    <a:pt x="400946" y="1563960"/>
                  </a:lnTo>
                  <a:lnTo>
                    <a:pt x="401408" y="1564299"/>
                  </a:lnTo>
                  <a:lnTo>
                    <a:pt x="401897" y="1564626"/>
                  </a:lnTo>
                  <a:lnTo>
                    <a:pt x="402415" y="1564942"/>
                  </a:lnTo>
                  <a:lnTo>
                    <a:pt x="402960" y="1565245"/>
                  </a:lnTo>
                  <a:lnTo>
                    <a:pt x="403533" y="1565535"/>
                  </a:lnTo>
                  <a:lnTo>
                    <a:pt x="404134" y="1565814"/>
                  </a:lnTo>
                  <a:lnTo>
                    <a:pt x="404762" y="1566081"/>
                  </a:lnTo>
                  <a:lnTo>
                    <a:pt x="405433" y="1566321"/>
                  </a:lnTo>
                  <a:lnTo>
                    <a:pt x="406127" y="1566556"/>
                  </a:lnTo>
                  <a:lnTo>
                    <a:pt x="406843" y="1566786"/>
                  </a:lnTo>
                  <a:lnTo>
                    <a:pt x="407582" y="1567011"/>
                  </a:lnTo>
                  <a:lnTo>
                    <a:pt x="408344" y="1567231"/>
                  </a:lnTo>
                  <a:lnTo>
                    <a:pt x="409128" y="1567445"/>
                  </a:lnTo>
                  <a:lnTo>
                    <a:pt x="409934" y="1567655"/>
                  </a:lnTo>
                  <a:lnTo>
                    <a:pt x="410763" y="1567859"/>
                  </a:lnTo>
                  <a:lnTo>
                    <a:pt x="411615" y="1568057"/>
                  </a:lnTo>
                  <a:lnTo>
                    <a:pt x="412489" y="1568251"/>
                  </a:lnTo>
                  <a:lnTo>
                    <a:pt x="413400" y="1568429"/>
                  </a:lnTo>
                  <a:lnTo>
                    <a:pt x="414326" y="1568616"/>
                  </a:lnTo>
                  <a:lnTo>
                    <a:pt x="415268" y="1568811"/>
                  </a:lnTo>
                  <a:lnTo>
                    <a:pt x="416226" y="1569015"/>
                  </a:lnTo>
                  <a:lnTo>
                    <a:pt x="417199" y="1569228"/>
                  </a:lnTo>
                  <a:lnTo>
                    <a:pt x="418188" y="1569449"/>
                  </a:lnTo>
                  <a:lnTo>
                    <a:pt x="419192" y="1569679"/>
                  </a:lnTo>
                  <a:lnTo>
                    <a:pt x="420212" y="1569918"/>
                  </a:lnTo>
                  <a:lnTo>
                    <a:pt x="421248" y="1570165"/>
                  </a:lnTo>
                  <a:lnTo>
                    <a:pt x="422299" y="1570421"/>
                  </a:lnTo>
                  <a:lnTo>
                    <a:pt x="423599" y="1570704"/>
                  </a:lnTo>
                  <a:lnTo>
                    <a:pt x="424893" y="1570998"/>
                  </a:lnTo>
                  <a:lnTo>
                    <a:pt x="426183" y="1571302"/>
                  </a:lnTo>
                  <a:lnTo>
                    <a:pt x="427467" y="1571616"/>
                  </a:lnTo>
                  <a:lnTo>
                    <a:pt x="428745" y="1571941"/>
                  </a:lnTo>
                  <a:lnTo>
                    <a:pt x="430019" y="1572276"/>
                  </a:lnTo>
                  <a:lnTo>
                    <a:pt x="431287" y="1572621"/>
                  </a:lnTo>
                  <a:lnTo>
                    <a:pt x="432551" y="1572977"/>
                  </a:lnTo>
                  <a:lnTo>
                    <a:pt x="433809" y="1573344"/>
                  </a:lnTo>
                  <a:lnTo>
                    <a:pt x="435061" y="1573720"/>
                  </a:lnTo>
                  <a:lnTo>
                    <a:pt x="436314" y="1574100"/>
                  </a:lnTo>
                  <a:lnTo>
                    <a:pt x="437537" y="1574509"/>
                  </a:lnTo>
                  <a:lnTo>
                    <a:pt x="438731" y="1574947"/>
                  </a:lnTo>
                  <a:lnTo>
                    <a:pt x="439895" y="1575415"/>
                  </a:lnTo>
                  <a:lnTo>
                    <a:pt x="441030" y="1575913"/>
                  </a:lnTo>
                  <a:lnTo>
                    <a:pt x="442135" y="1576440"/>
                  </a:lnTo>
                  <a:lnTo>
                    <a:pt x="443211" y="1576996"/>
                  </a:lnTo>
                  <a:lnTo>
                    <a:pt x="444257" y="1577582"/>
                  </a:lnTo>
                  <a:lnTo>
                    <a:pt x="445274" y="1578198"/>
                  </a:lnTo>
                  <a:lnTo>
                    <a:pt x="446261" y="1578843"/>
                  </a:lnTo>
                  <a:lnTo>
                    <a:pt x="447230" y="1579504"/>
                  </a:lnTo>
                  <a:lnTo>
                    <a:pt x="448160" y="1580204"/>
                  </a:lnTo>
                  <a:lnTo>
                    <a:pt x="449050" y="1580942"/>
                  </a:lnTo>
                  <a:lnTo>
                    <a:pt x="449900" y="1581718"/>
                  </a:lnTo>
                  <a:lnTo>
                    <a:pt x="450710" y="1582532"/>
                  </a:lnTo>
                  <a:lnTo>
                    <a:pt x="451480" y="1583385"/>
                  </a:lnTo>
                  <a:lnTo>
                    <a:pt x="452210" y="1584276"/>
                  </a:lnTo>
                  <a:lnTo>
                    <a:pt x="452900" y="1585205"/>
                  </a:lnTo>
                  <a:lnTo>
                    <a:pt x="453551" y="1586172"/>
                  </a:lnTo>
                  <a:lnTo>
                    <a:pt x="454161" y="1587177"/>
                  </a:lnTo>
                  <a:lnTo>
                    <a:pt x="454738" y="1588229"/>
                  </a:lnTo>
                  <a:lnTo>
                    <a:pt x="455255" y="1589337"/>
                  </a:lnTo>
                  <a:lnTo>
                    <a:pt x="455711" y="1590500"/>
                  </a:lnTo>
                  <a:lnTo>
                    <a:pt x="456106" y="1591719"/>
                  </a:lnTo>
                  <a:lnTo>
                    <a:pt x="456440" y="1592994"/>
                  </a:lnTo>
                  <a:lnTo>
                    <a:pt x="456713" y="1594324"/>
                  </a:lnTo>
                  <a:lnTo>
                    <a:pt x="456926" y="1595709"/>
                  </a:lnTo>
                  <a:lnTo>
                    <a:pt x="457078" y="1597151"/>
                  </a:lnTo>
                  <a:lnTo>
                    <a:pt x="457169" y="1598647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h22"/>
            <p:cNvSpPr/>
            <p:nvPr/>
          </p:nvSpPr>
          <p:spPr>
            <a:xfrm>
              <a:off x="6568254" y="3446390"/>
              <a:ext cx="457200" cy="1663141"/>
            </a:xfrm>
            <a:custGeom>
              <a:avLst/>
              <a:pathLst>
                <a:path w="457200" h="1663141">
                  <a:moveTo>
                    <a:pt x="457200" y="1600200"/>
                  </a:moveTo>
                  <a:lnTo>
                    <a:pt x="457167" y="1603652"/>
                  </a:lnTo>
                  <a:lnTo>
                    <a:pt x="457071" y="1606995"/>
                  </a:lnTo>
                  <a:lnTo>
                    <a:pt x="456910" y="1610229"/>
                  </a:lnTo>
                  <a:lnTo>
                    <a:pt x="456686" y="1613354"/>
                  </a:lnTo>
                  <a:lnTo>
                    <a:pt x="456396" y="1616369"/>
                  </a:lnTo>
                  <a:lnTo>
                    <a:pt x="456043" y="1619275"/>
                  </a:lnTo>
                  <a:lnTo>
                    <a:pt x="455626" y="1622071"/>
                  </a:lnTo>
                  <a:lnTo>
                    <a:pt x="455144" y="1624758"/>
                  </a:lnTo>
                  <a:lnTo>
                    <a:pt x="454598" y="1627336"/>
                  </a:lnTo>
                  <a:lnTo>
                    <a:pt x="453987" y="1629804"/>
                  </a:lnTo>
                  <a:lnTo>
                    <a:pt x="453320" y="1632155"/>
                  </a:lnTo>
                  <a:lnTo>
                    <a:pt x="452602" y="1634416"/>
                  </a:lnTo>
                  <a:lnTo>
                    <a:pt x="451833" y="1636586"/>
                  </a:lnTo>
                  <a:lnTo>
                    <a:pt x="451015" y="1638666"/>
                  </a:lnTo>
                  <a:lnTo>
                    <a:pt x="450146" y="1640656"/>
                  </a:lnTo>
                  <a:lnTo>
                    <a:pt x="449226" y="1642555"/>
                  </a:lnTo>
                  <a:lnTo>
                    <a:pt x="448257" y="1644365"/>
                  </a:lnTo>
                  <a:lnTo>
                    <a:pt x="447236" y="1646084"/>
                  </a:lnTo>
                  <a:lnTo>
                    <a:pt x="446166" y="1647712"/>
                  </a:lnTo>
                  <a:lnTo>
                    <a:pt x="445045" y="1649251"/>
                  </a:lnTo>
                  <a:lnTo>
                    <a:pt x="443895" y="1650686"/>
                  </a:lnTo>
                  <a:lnTo>
                    <a:pt x="442701" y="1652039"/>
                  </a:lnTo>
                  <a:lnTo>
                    <a:pt x="441464" y="1653311"/>
                  </a:lnTo>
                  <a:lnTo>
                    <a:pt x="440183" y="1654501"/>
                  </a:lnTo>
                  <a:lnTo>
                    <a:pt x="438860" y="1655610"/>
                  </a:lnTo>
                  <a:lnTo>
                    <a:pt x="437492" y="1656637"/>
                  </a:lnTo>
                  <a:lnTo>
                    <a:pt x="436081" y="1657583"/>
                  </a:lnTo>
                  <a:lnTo>
                    <a:pt x="434627" y="1658446"/>
                  </a:lnTo>
                  <a:lnTo>
                    <a:pt x="433130" y="1659229"/>
                  </a:lnTo>
                  <a:lnTo>
                    <a:pt x="431589" y="1659929"/>
                  </a:lnTo>
                  <a:lnTo>
                    <a:pt x="430029" y="1660540"/>
                  </a:lnTo>
                  <a:lnTo>
                    <a:pt x="428439" y="1661086"/>
                  </a:lnTo>
                  <a:lnTo>
                    <a:pt x="426820" y="1661567"/>
                  </a:lnTo>
                  <a:lnTo>
                    <a:pt x="425171" y="1661985"/>
                  </a:lnTo>
                  <a:lnTo>
                    <a:pt x="423493" y="1662338"/>
                  </a:lnTo>
                  <a:lnTo>
                    <a:pt x="421785" y="1662627"/>
                  </a:lnTo>
                  <a:lnTo>
                    <a:pt x="420048" y="1662852"/>
                  </a:lnTo>
                  <a:lnTo>
                    <a:pt x="418281" y="1663013"/>
                  </a:lnTo>
                  <a:lnTo>
                    <a:pt x="416485" y="1663109"/>
                  </a:lnTo>
                  <a:lnTo>
                    <a:pt x="414659" y="1663141"/>
                  </a:lnTo>
                  <a:lnTo>
                    <a:pt x="412834" y="1663109"/>
                  </a:lnTo>
                  <a:lnTo>
                    <a:pt x="411037" y="1663013"/>
                  </a:lnTo>
                  <a:lnTo>
                    <a:pt x="409271" y="1662852"/>
                  </a:lnTo>
                  <a:lnTo>
                    <a:pt x="407534" y="1662627"/>
                  </a:lnTo>
                  <a:lnTo>
                    <a:pt x="405826" y="1662338"/>
                  </a:lnTo>
                  <a:lnTo>
                    <a:pt x="404148" y="1661985"/>
                  </a:lnTo>
                  <a:lnTo>
                    <a:pt x="402499" y="1661567"/>
                  </a:lnTo>
                  <a:lnTo>
                    <a:pt x="400880" y="1661086"/>
                  </a:lnTo>
                  <a:lnTo>
                    <a:pt x="399290" y="1660540"/>
                  </a:lnTo>
                  <a:lnTo>
                    <a:pt x="397730" y="1659929"/>
                  </a:lnTo>
                  <a:lnTo>
                    <a:pt x="396207" y="1659245"/>
                  </a:lnTo>
                  <a:lnTo>
                    <a:pt x="394726" y="1658478"/>
                  </a:lnTo>
                  <a:lnTo>
                    <a:pt x="393290" y="1657627"/>
                  </a:lnTo>
                  <a:lnTo>
                    <a:pt x="391896" y="1656693"/>
                  </a:lnTo>
                  <a:lnTo>
                    <a:pt x="390546" y="1655675"/>
                  </a:lnTo>
                  <a:lnTo>
                    <a:pt x="389240" y="1654574"/>
                  </a:lnTo>
                  <a:lnTo>
                    <a:pt x="387976" y="1653390"/>
                  </a:lnTo>
                  <a:lnTo>
                    <a:pt x="386757" y="1652123"/>
                  </a:lnTo>
                  <a:lnTo>
                    <a:pt x="385580" y="1650772"/>
                  </a:lnTo>
                  <a:lnTo>
                    <a:pt x="384447" y="1649338"/>
                  </a:lnTo>
                  <a:lnTo>
                    <a:pt x="383360" y="1647799"/>
                  </a:lnTo>
                  <a:lnTo>
                    <a:pt x="382322" y="1646171"/>
                  </a:lnTo>
                  <a:lnTo>
                    <a:pt x="381332" y="1644452"/>
                  </a:lnTo>
                  <a:lnTo>
                    <a:pt x="380391" y="1642642"/>
                  </a:lnTo>
                  <a:lnTo>
                    <a:pt x="379499" y="1640743"/>
                  </a:lnTo>
                  <a:lnTo>
                    <a:pt x="378655" y="1638753"/>
                  </a:lnTo>
                  <a:lnTo>
                    <a:pt x="377860" y="1636673"/>
                  </a:lnTo>
                  <a:lnTo>
                    <a:pt x="377113" y="1634502"/>
                  </a:lnTo>
                  <a:lnTo>
                    <a:pt x="376415" y="1632242"/>
                  </a:lnTo>
                  <a:lnTo>
                    <a:pt x="375766" y="1629891"/>
                  </a:lnTo>
                  <a:lnTo>
                    <a:pt x="375172" y="1627422"/>
                  </a:lnTo>
                  <a:lnTo>
                    <a:pt x="374641" y="1624841"/>
                  </a:lnTo>
                  <a:lnTo>
                    <a:pt x="374172" y="1622150"/>
                  </a:lnTo>
                  <a:lnTo>
                    <a:pt x="373765" y="1619348"/>
                  </a:lnTo>
                  <a:lnTo>
                    <a:pt x="373422" y="1616434"/>
                  </a:lnTo>
                  <a:lnTo>
                    <a:pt x="373140" y="1613409"/>
                  </a:lnTo>
                  <a:lnTo>
                    <a:pt x="372922" y="1610274"/>
                  </a:lnTo>
                  <a:lnTo>
                    <a:pt x="372765" y="1607027"/>
                  </a:lnTo>
                  <a:lnTo>
                    <a:pt x="372672" y="1603669"/>
                  </a:lnTo>
                  <a:lnTo>
                    <a:pt x="372640" y="1600200"/>
                  </a:lnTo>
                  <a:lnTo>
                    <a:pt x="372671" y="1596565"/>
                  </a:lnTo>
                  <a:lnTo>
                    <a:pt x="372762" y="1593060"/>
                  </a:lnTo>
                  <a:lnTo>
                    <a:pt x="372914" y="1589683"/>
                  </a:lnTo>
                  <a:lnTo>
                    <a:pt x="373126" y="1586434"/>
                  </a:lnTo>
                  <a:lnTo>
                    <a:pt x="373400" y="1583314"/>
                  </a:lnTo>
                  <a:lnTo>
                    <a:pt x="373734" y="1580322"/>
                  </a:lnTo>
                  <a:lnTo>
                    <a:pt x="374129" y="1577459"/>
                  </a:lnTo>
                  <a:lnTo>
                    <a:pt x="374585" y="1574724"/>
                  </a:lnTo>
                  <a:lnTo>
                    <a:pt x="375102" y="1572118"/>
                  </a:lnTo>
                  <a:lnTo>
                    <a:pt x="375679" y="1569640"/>
                  </a:lnTo>
                  <a:lnTo>
                    <a:pt x="376329" y="1567259"/>
                  </a:lnTo>
                  <a:lnTo>
                    <a:pt x="377030" y="1564976"/>
                  </a:lnTo>
                  <a:lnTo>
                    <a:pt x="377781" y="1562793"/>
                  </a:lnTo>
                  <a:lnTo>
                    <a:pt x="378582" y="1560708"/>
                  </a:lnTo>
                  <a:lnTo>
                    <a:pt x="379434" y="1558723"/>
                  </a:lnTo>
                  <a:lnTo>
                    <a:pt x="380336" y="1556836"/>
                  </a:lnTo>
                  <a:lnTo>
                    <a:pt x="381288" y="1555049"/>
                  </a:lnTo>
                  <a:lnTo>
                    <a:pt x="382291" y="1553360"/>
                  </a:lnTo>
                  <a:lnTo>
                    <a:pt x="383344" y="1551771"/>
                  </a:lnTo>
                  <a:lnTo>
                    <a:pt x="384447" y="1550280"/>
                  </a:lnTo>
                  <a:lnTo>
                    <a:pt x="385598" y="1548882"/>
                  </a:lnTo>
                  <a:lnTo>
                    <a:pt x="386791" y="1547571"/>
                  </a:lnTo>
                  <a:lnTo>
                    <a:pt x="388029" y="1546347"/>
                  </a:lnTo>
                  <a:lnTo>
                    <a:pt x="389309" y="1545210"/>
                  </a:lnTo>
                  <a:lnTo>
                    <a:pt x="390633" y="1544160"/>
                  </a:lnTo>
                  <a:lnTo>
                    <a:pt x="392000" y="1543196"/>
                  </a:lnTo>
                  <a:lnTo>
                    <a:pt x="393411" y="1542319"/>
                  </a:lnTo>
                  <a:lnTo>
                    <a:pt x="394865" y="1541529"/>
                  </a:lnTo>
                  <a:lnTo>
                    <a:pt x="396363" y="1540826"/>
                  </a:lnTo>
                  <a:lnTo>
                    <a:pt x="397904" y="1540209"/>
                  </a:lnTo>
                  <a:lnTo>
                    <a:pt x="399500" y="1539649"/>
                  </a:lnTo>
                  <a:lnTo>
                    <a:pt x="401130" y="1539147"/>
                  </a:lnTo>
                  <a:lnTo>
                    <a:pt x="402793" y="1538704"/>
                  </a:lnTo>
                  <a:lnTo>
                    <a:pt x="404488" y="1538320"/>
                  </a:lnTo>
                  <a:lnTo>
                    <a:pt x="406217" y="1537996"/>
                  </a:lnTo>
                  <a:lnTo>
                    <a:pt x="407978" y="1537730"/>
                  </a:lnTo>
                  <a:lnTo>
                    <a:pt x="409773" y="1537523"/>
                  </a:lnTo>
                  <a:lnTo>
                    <a:pt x="411600" y="1537376"/>
                  </a:lnTo>
                  <a:lnTo>
                    <a:pt x="413461" y="1537287"/>
                  </a:lnTo>
                  <a:lnTo>
                    <a:pt x="415354" y="1537258"/>
                  </a:lnTo>
                  <a:lnTo>
                    <a:pt x="417129" y="1537287"/>
                  </a:lnTo>
                  <a:lnTo>
                    <a:pt x="418879" y="1537376"/>
                  </a:lnTo>
                  <a:lnTo>
                    <a:pt x="420602" y="1537523"/>
                  </a:lnTo>
                  <a:lnTo>
                    <a:pt x="422299" y="1537730"/>
                  </a:lnTo>
                  <a:lnTo>
                    <a:pt x="423971" y="1537996"/>
                  </a:lnTo>
                  <a:lnTo>
                    <a:pt x="425616" y="1538320"/>
                  </a:lnTo>
                  <a:lnTo>
                    <a:pt x="427235" y="1538704"/>
                  </a:lnTo>
                  <a:lnTo>
                    <a:pt x="428828" y="1539147"/>
                  </a:lnTo>
                  <a:lnTo>
                    <a:pt x="430395" y="1539649"/>
                  </a:lnTo>
                  <a:lnTo>
                    <a:pt x="431936" y="1540209"/>
                  </a:lnTo>
                  <a:lnTo>
                    <a:pt x="433460" y="1540826"/>
                  </a:lnTo>
                  <a:lnTo>
                    <a:pt x="434940" y="1541529"/>
                  </a:lnTo>
                  <a:lnTo>
                    <a:pt x="436377" y="1542319"/>
                  </a:lnTo>
                  <a:lnTo>
                    <a:pt x="437770" y="1543196"/>
                  </a:lnTo>
                  <a:lnTo>
                    <a:pt x="439120" y="1544160"/>
                  </a:lnTo>
                  <a:lnTo>
                    <a:pt x="440427" y="1545210"/>
                  </a:lnTo>
                  <a:lnTo>
                    <a:pt x="441690" y="1546347"/>
                  </a:lnTo>
                  <a:lnTo>
                    <a:pt x="442910" y="1547571"/>
                  </a:lnTo>
                  <a:lnTo>
                    <a:pt x="444086" y="1548882"/>
                  </a:lnTo>
                  <a:lnTo>
                    <a:pt x="445219" y="1550280"/>
                  </a:lnTo>
                  <a:lnTo>
                    <a:pt x="446322" y="1551771"/>
                  </a:lnTo>
                  <a:lnTo>
                    <a:pt x="447375" y="1553360"/>
                  </a:lnTo>
                  <a:lnTo>
                    <a:pt x="448378" y="1555049"/>
                  </a:lnTo>
                  <a:lnTo>
                    <a:pt x="449330" y="1556836"/>
                  </a:lnTo>
                  <a:lnTo>
                    <a:pt x="450232" y="1558723"/>
                  </a:lnTo>
                  <a:lnTo>
                    <a:pt x="451084" y="1560708"/>
                  </a:lnTo>
                  <a:lnTo>
                    <a:pt x="451885" y="1562793"/>
                  </a:lnTo>
                  <a:lnTo>
                    <a:pt x="452636" y="1564976"/>
                  </a:lnTo>
                  <a:lnTo>
                    <a:pt x="453337" y="1567259"/>
                  </a:lnTo>
                  <a:lnTo>
                    <a:pt x="453987" y="1569640"/>
                  </a:lnTo>
                  <a:lnTo>
                    <a:pt x="454598" y="1572118"/>
                  </a:lnTo>
                  <a:lnTo>
                    <a:pt x="455144" y="1574724"/>
                  </a:lnTo>
                  <a:lnTo>
                    <a:pt x="455626" y="1577459"/>
                  </a:lnTo>
                  <a:lnTo>
                    <a:pt x="456043" y="1580322"/>
                  </a:lnTo>
                  <a:lnTo>
                    <a:pt x="456396" y="1583314"/>
                  </a:lnTo>
                  <a:lnTo>
                    <a:pt x="456686" y="1586434"/>
                  </a:lnTo>
                  <a:lnTo>
                    <a:pt x="456910" y="1589683"/>
                  </a:lnTo>
                  <a:lnTo>
                    <a:pt x="457071" y="1593060"/>
                  </a:lnTo>
                  <a:lnTo>
                    <a:pt x="457167" y="1596565"/>
                  </a:lnTo>
                  <a:close/>
                  <a:moveTo>
                    <a:pt x="432717" y="1600200"/>
                  </a:moveTo>
                  <a:lnTo>
                    <a:pt x="432708" y="1597658"/>
                  </a:lnTo>
                  <a:lnTo>
                    <a:pt x="432679" y="1595206"/>
                  </a:lnTo>
                  <a:lnTo>
                    <a:pt x="432631" y="1592844"/>
                  </a:lnTo>
                  <a:lnTo>
                    <a:pt x="432564" y="1590573"/>
                  </a:lnTo>
                  <a:lnTo>
                    <a:pt x="432479" y="1588392"/>
                  </a:lnTo>
                  <a:lnTo>
                    <a:pt x="432373" y="1586302"/>
                  </a:lnTo>
                  <a:lnTo>
                    <a:pt x="432249" y="1584302"/>
                  </a:lnTo>
                  <a:lnTo>
                    <a:pt x="432106" y="1582392"/>
                  </a:lnTo>
                  <a:lnTo>
                    <a:pt x="431944" y="1580572"/>
                  </a:lnTo>
                  <a:lnTo>
                    <a:pt x="431762" y="1578843"/>
                  </a:lnTo>
                  <a:lnTo>
                    <a:pt x="431560" y="1577177"/>
                  </a:lnTo>
                  <a:lnTo>
                    <a:pt x="431335" y="1575582"/>
                  </a:lnTo>
                  <a:lnTo>
                    <a:pt x="431088" y="1574058"/>
                  </a:lnTo>
                  <a:lnTo>
                    <a:pt x="430818" y="1572606"/>
                  </a:lnTo>
                  <a:lnTo>
                    <a:pt x="430525" y="1571225"/>
                  </a:lnTo>
                  <a:lnTo>
                    <a:pt x="430210" y="1569914"/>
                  </a:lnTo>
                  <a:lnTo>
                    <a:pt x="429872" y="1568676"/>
                  </a:lnTo>
                  <a:lnTo>
                    <a:pt x="429512" y="1567508"/>
                  </a:lnTo>
                  <a:lnTo>
                    <a:pt x="429129" y="1566411"/>
                  </a:lnTo>
                  <a:lnTo>
                    <a:pt x="428724" y="1565386"/>
                  </a:lnTo>
                  <a:lnTo>
                    <a:pt x="428294" y="1564409"/>
                  </a:lnTo>
                  <a:lnTo>
                    <a:pt x="427838" y="1563494"/>
                  </a:lnTo>
                  <a:lnTo>
                    <a:pt x="427356" y="1562638"/>
                  </a:lnTo>
                  <a:lnTo>
                    <a:pt x="426848" y="1561844"/>
                  </a:lnTo>
                  <a:lnTo>
                    <a:pt x="426315" y="1561110"/>
                  </a:lnTo>
                  <a:lnTo>
                    <a:pt x="425755" y="1560438"/>
                  </a:lnTo>
                  <a:lnTo>
                    <a:pt x="425169" y="1559826"/>
                  </a:lnTo>
                  <a:lnTo>
                    <a:pt x="424557" y="1559274"/>
                  </a:lnTo>
                  <a:lnTo>
                    <a:pt x="423918" y="1558784"/>
                  </a:lnTo>
                  <a:lnTo>
                    <a:pt x="423254" y="1558354"/>
                  </a:lnTo>
                  <a:lnTo>
                    <a:pt x="422580" y="1557975"/>
                  </a:lnTo>
                  <a:lnTo>
                    <a:pt x="421876" y="1557635"/>
                  </a:lnTo>
                  <a:lnTo>
                    <a:pt x="421142" y="1557336"/>
                  </a:lnTo>
                  <a:lnTo>
                    <a:pt x="420379" y="1557076"/>
                  </a:lnTo>
                  <a:lnTo>
                    <a:pt x="419586" y="1556856"/>
                  </a:lnTo>
                  <a:lnTo>
                    <a:pt x="418764" y="1556677"/>
                  </a:lnTo>
                  <a:lnTo>
                    <a:pt x="417912" y="1556537"/>
                  </a:lnTo>
                  <a:lnTo>
                    <a:pt x="417031" y="1556437"/>
                  </a:lnTo>
                  <a:lnTo>
                    <a:pt x="416121" y="1556377"/>
                  </a:lnTo>
                  <a:lnTo>
                    <a:pt x="415180" y="1556357"/>
                  </a:lnTo>
                  <a:lnTo>
                    <a:pt x="414172" y="1556378"/>
                  </a:lnTo>
                  <a:lnTo>
                    <a:pt x="413197" y="1556441"/>
                  </a:lnTo>
                  <a:lnTo>
                    <a:pt x="412256" y="1556545"/>
                  </a:lnTo>
                  <a:lnTo>
                    <a:pt x="411347" y="1556691"/>
                  </a:lnTo>
                  <a:lnTo>
                    <a:pt x="410471" y="1556878"/>
                  </a:lnTo>
                  <a:lnTo>
                    <a:pt x="409628" y="1557107"/>
                  </a:lnTo>
                  <a:lnTo>
                    <a:pt x="408818" y="1557378"/>
                  </a:lnTo>
                  <a:lnTo>
                    <a:pt x="408041" y="1557691"/>
                  </a:lnTo>
                  <a:lnTo>
                    <a:pt x="407297" y="1558045"/>
                  </a:lnTo>
                  <a:lnTo>
                    <a:pt x="406586" y="1558441"/>
                  </a:lnTo>
                  <a:lnTo>
                    <a:pt x="405904" y="1558871"/>
                  </a:lnTo>
                  <a:lnTo>
                    <a:pt x="405249" y="1559361"/>
                  </a:lnTo>
                  <a:lnTo>
                    <a:pt x="404619" y="1559912"/>
                  </a:lnTo>
                  <a:lnTo>
                    <a:pt x="404016" y="1560524"/>
                  </a:lnTo>
                  <a:lnTo>
                    <a:pt x="403438" y="1561197"/>
                  </a:lnTo>
                  <a:lnTo>
                    <a:pt x="402887" y="1561931"/>
                  </a:lnTo>
                  <a:lnTo>
                    <a:pt x="402362" y="1562725"/>
                  </a:lnTo>
                  <a:lnTo>
                    <a:pt x="401863" y="1563580"/>
                  </a:lnTo>
                  <a:lnTo>
                    <a:pt x="401390" y="1564496"/>
                  </a:lnTo>
                  <a:lnTo>
                    <a:pt x="400942" y="1565473"/>
                  </a:lnTo>
                  <a:lnTo>
                    <a:pt x="400537" y="1566515"/>
                  </a:lnTo>
                  <a:lnTo>
                    <a:pt x="400154" y="1567626"/>
                  </a:lnTo>
                  <a:lnTo>
                    <a:pt x="399794" y="1568807"/>
                  </a:lnTo>
                  <a:lnTo>
                    <a:pt x="399456" y="1570057"/>
                  </a:lnTo>
                  <a:lnTo>
                    <a:pt x="399141" y="1571376"/>
                  </a:lnTo>
                  <a:lnTo>
                    <a:pt x="398848" y="1572766"/>
                  </a:lnTo>
                  <a:lnTo>
                    <a:pt x="398578" y="1574224"/>
                  </a:lnTo>
                  <a:lnTo>
                    <a:pt x="398331" y="1575752"/>
                  </a:lnTo>
                  <a:lnTo>
                    <a:pt x="398106" y="1577349"/>
                  </a:lnTo>
                  <a:lnTo>
                    <a:pt x="397904" y="1579016"/>
                  </a:lnTo>
                  <a:lnTo>
                    <a:pt x="397739" y="1580744"/>
                  </a:lnTo>
                  <a:lnTo>
                    <a:pt x="397591" y="1582558"/>
                  </a:lnTo>
                  <a:lnTo>
                    <a:pt x="397461" y="1584460"/>
                  </a:lnTo>
                  <a:lnTo>
                    <a:pt x="397348" y="1586448"/>
                  </a:lnTo>
                  <a:lnTo>
                    <a:pt x="397253" y="1588523"/>
                  </a:lnTo>
                  <a:lnTo>
                    <a:pt x="397175" y="1590684"/>
                  </a:lnTo>
                  <a:lnTo>
                    <a:pt x="397114" y="1592933"/>
                  </a:lnTo>
                  <a:lnTo>
                    <a:pt x="397070" y="1595268"/>
                  </a:lnTo>
                  <a:lnTo>
                    <a:pt x="397044" y="1597691"/>
                  </a:lnTo>
                  <a:lnTo>
                    <a:pt x="397036" y="1600200"/>
                  </a:lnTo>
                  <a:lnTo>
                    <a:pt x="397045" y="1602676"/>
                  </a:lnTo>
                  <a:lnTo>
                    <a:pt x="397074" y="1605068"/>
                  </a:lnTo>
                  <a:lnTo>
                    <a:pt x="397122" y="1607377"/>
                  </a:lnTo>
                  <a:lnTo>
                    <a:pt x="397189" y="1609603"/>
                  </a:lnTo>
                  <a:lnTo>
                    <a:pt x="397274" y="1611746"/>
                  </a:lnTo>
                  <a:lnTo>
                    <a:pt x="397380" y="1613805"/>
                  </a:lnTo>
                  <a:lnTo>
                    <a:pt x="397504" y="1615781"/>
                  </a:lnTo>
                  <a:lnTo>
                    <a:pt x="397647" y="1617674"/>
                  </a:lnTo>
                  <a:lnTo>
                    <a:pt x="397809" y="1619483"/>
                  </a:lnTo>
                  <a:lnTo>
                    <a:pt x="397991" y="1621209"/>
                  </a:lnTo>
                  <a:lnTo>
                    <a:pt x="398193" y="1622860"/>
                  </a:lnTo>
                  <a:lnTo>
                    <a:pt x="398418" y="1624446"/>
                  </a:lnTo>
                  <a:lnTo>
                    <a:pt x="398665" y="1625965"/>
                  </a:lnTo>
                  <a:lnTo>
                    <a:pt x="398935" y="1627418"/>
                  </a:lnTo>
                  <a:lnTo>
                    <a:pt x="399228" y="1628806"/>
                  </a:lnTo>
                  <a:lnTo>
                    <a:pt x="399543" y="1630127"/>
                  </a:lnTo>
                  <a:lnTo>
                    <a:pt x="399881" y="1631382"/>
                  </a:lnTo>
                  <a:lnTo>
                    <a:pt x="400241" y="1632572"/>
                  </a:lnTo>
                  <a:lnTo>
                    <a:pt x="400624" y="1633695"/>
                  </a:lnTo>
                  <a:lnTo>
                    <a:pt x="401029" y="1634752"/>
                  </a:lnTo>
                  <a:lnTo>
                    <a:pt x="401459" y="1635730"/>
                  </a:lnTo>
                  <a:lnTo>
                    <a:pt x="401915" y="1636649"/>
                  </a:lnTo>
                  <a:lnTo>
                    <a:pt x="402397" y="1637508"/>
                  </a:lnTo>
                  <a:lnTo>
                    <a:pt x="402905" y="1638308"/>
                  </a:lnTo>
                  <a:lnTo>
                    <a:pt x="403438" y="1639050"/>
                  </a:lnTo>
                  <a:lnTo>
                    <a:pt x="403998" y="1639732"/>
                  </a:lnTo>
                  <a:lnTo>
                    <a:pt x="404584" y="1640356"/>
                  </a:lnTo>
                  <a:lnTo>
                    <a:pt x="405196" y="1640920"/>
                  </a:lnTo>
                  <a:lnTo>
                    <a:pt x="405835" y="1641425"/>
                  </a:lnTo>
                  <a:lnTo>
                    <a:pt x="406499" y="1641871"/>
                  </a:lnTo>
                  <a:lnTo>
                    <a:pt x="407192" y="1642267"/>
                  </a:lnTo>
                  <a:lnTo>
                    <a:pt x="407916" y="1642621"/>
                  </a:lnTo>
                  <a:lnTo>
                    <a:pt x="408671" y="1642934"/>
                  </a:lnTo>
                  <a:lnTo>
                    <a:pt x="409457" y="1643205"/>
                  </a:lnTo>
                  <a:lnTo>
                    <a:pt x="410275" y="1643434"/>
                  </a:lnTo>
                  <a:lnTo>
                    <a:pt x="411124" y="1643622"/>
                  </a:lnTo>
                  <a:lnTo>
                    <a:pt x="412005" y="1643767"/>
                  </a:lnTo>
                  <a:lnTo>
                    <a:pt x="412916" y="1643872"/>
                  </a:lnTo>
                  <a:lnTo>
                    <a:pt x="413859" y="1643934"/>
                  </a:lnTo>
                  <a:lnTo>
                    <a:pt x="414833" y="1643955"/>
                  </a:lnTo>
                  <a:lnTo>
                    <a:pt x="415774" y="1643934"/>
                  </a:lnTo>
                  <a:lnTo>
                    <a:pt x="416687" y="1643872"/>
                  </a:lnTo>
                  <a:lnTo>
                    <a:pt x="417573" y="1643767"/>
                  </a:lnTo>
                  <a:lnTo>
                    <a:pt x="418431" y="1643622"/>
                  </a:lnTo>
                  <a:lnTo>
                    <a:pt x="419261" y="1643434"/>
                  </a:lnTo>
                  <a:lnTo>
                    <a:pt x="420063" y="1643205"/>
                  </a:lnTo>
                  <a:lnTo>
                    <a:pt x="420837" y="1642934"/>
                  </a:lnTo>
                  <a:lnTo>
                    <a:pt x="421584" y="1642621"/>
                  </a:lnTo>
                  <a:lnTo>
                    <a:pt x="422303" y="1642267"/>
                  </a:lnTo>
                  <a:lnTo>
                    <a:pt x="422994" y="1641871"/>
                  </a:lnTo>
                  <a:lnTo>
                    <a:pt x="423659" y="1641425"/>
                  </a:lnTo>
                  <a:lnTo>
                    <a:pt x="424300" y="1640920"/>
                  </a:lnTo>
                  <a:lnTo>
                    <a:pt x="424916" y="1640356"/>
                  </a:lnTo>
                  <a:lnTo>
                    <a:pt x="425508" y="1639732"/>
                  </a:lnTo>
                  <a:lnTo>
                    <a:pt x="426076" y="1639050"/>
                  </a:lnTo>
                  <a:lnTo>
                    <a:pt x="426619" y="1638308"/>
                  </a:lnTo>
                  <a:lnTo>
                    <a:pt x="427138" y="1637508"/>
                  </a:lnTo>
                  <a:lnTo>
                    <a:pt x="427633" y="1636649"/>
                  </a:lnTo>
                  <a:lnTo>
                    <a:pt x="428104" y="1635730"/>
                  </a:lnTo>
                  <a:lnTo>
                    <a:pt x="428550" y="1634752"/>
                  </a:lnTo>
                  <a:lnTo>
                    <a:pt x="428972" y="1633695"/>
                  </a:lnTo>
                  <a:lnTo>
                    <a:pt x="429370" y="1632572"/>
                  </a:lnTo>
                  <a:lnTo>
                    <a:pt x="429743" y="1631382"/>
                  </a:lnTo>
                  <a:lnTo>
                    <a:pt x="430092" y="1630127"/>
                  </a:lnTo>
                  <a:lnTo>
                    <a:pt x="430417" y="1628806"/>
                  </a:lnTo>
                  <a:lnTo>
                    <a:pt x="430717" y="1627418"/>
                  </a:lnTo>
                  <a:lnTo>
                    <a:pt x="430993" y="1625965"/>
                  </a:lnTo>
                  <a:lnTo>
                    <a:pt x="431245" y="1624446"/>
                  </a:lnTo>
                  <a:lnTo>
                    <a:pt x="431472" y="1622860"/>
                  </a:lnTo>
                  <a:lnTo>
                    <a:pt x="431675" y="1621209"/>
                  </a:lnTo>
                  <a:lnTo>
                    <a:pt x="431873" y="1619483"/>
                  </a:lnTo>
                  <a:lnTo>
                    <a:pt x="432051" y="1617674"/>
                  </a:lnTo>
                  <a:lnTo>
                    <a:pt x="432207" y="1615781"/>
                  </a:lnTo>
                  <a:lnTo>
                    <a:pt x="432342" y="1613805"/>
                  </a:lnTo>
                  <a:lnTo>
                    <a:pt x="432457" y="1611746"/>
                  </a:lnTo>
                  <a:lnTo>
                    <a:pt x="432551" y="1609603"/>
                  </a:lnTo>
                  <a:lnTo>
                    <a:pt x="432624" y="1607377"/>
                  </a:lnTo>
                  <a:lnTo>
                    <a:pt x="432676" y="1605068"/>
                  </a:lnTo>
                  <a:lnTo>
                    <a:pt x="432707" y="1602676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h23"/>
            <p:cNvSpPr/>
            <p:nvPr/>
          </p:nvSpPr>
          <p:spPr>
            <a:xfrm>
              <a:off x="6587615" y="3507596"/>
              <a:ext cx="482289" cy="1600200"/>
            </a:xfrm>
            <a:custGeom>
              <a:avLst/>
              <a:pathLst>
                <a:path w="482289" h="1600200">
                  <a:moveTo>
                    <a:pt x="457200" y="1600200"/>
                  </a:moveTo>
                  <a:lnTo>
                    <a:pt x="457200" y="1573720"/>
                  </a:lnTo>
                  <a:lnTo>
                    <a:pt x="482289" y="1573720"/>
                  </a:lnTo>
                  <a:lnTo>
                    <a:pt x="482289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h24"/>
            <p:cNvSpPr/>
            <p:nvPr/>
          </p:nvSpPr>
          <p:spPr>
            <a:xfrm>
              <a:off x="6717405" y="3473650"/>
              <a:ext cx="457200" cy="1636141"/>
            </a:xfrm>
            <a:custGeom>
              <a:avLst/>
              <a:pathLst>
                <a:path w="457200" h="1636141">
                  <a:moveTo>
                    <a:pt x="457200" y="1600200"/>
                  </a:moveTo>
                  <a:lnTo>
                    <a:pt x="457172" y="1601850"/>
                  </a:lnTo>
                  <a:lnTo>
                    <a:pt x="457088" y="1603467"/>
                  </a:lnTo>
                  <a:lnTo>
                    <a:pt x="456949" y="1605052"/>
                  </a:lnTo>
                  <a:lnTo>
                    <a:pt x="456755" y="1606603"/>
                  </a:lnTo>
                  <a:lnTo>
                    <a:pt x="456505" y="1608121"/>
                  </a:lnTo>
                  <a:lnTo>
                    <a:pt x="456199" y="1609607"/>
                  </a:lnTo>
                  <a:lnTo>
                    <a:pt x="455838" y="1611059"/>
                  </a:lnTo>
                  <a:lnTo>
                    <a:pt x="455422" y="1612479"/>
                  </a:lnTo>
                  <a:lnTo>
                    <a:pt x="454949" y="1613865"/>
                  </a:lnTo>
                  <a:lnTo>
                    <a:pt x="454421" y="1615219"/>
                  </a:lnTo>
                  <a:lnTo>
                    <a:pt x="453855" y="1616519"/>
                  </a:lnTo>
                  <a:lnTo>
                    <a:pt x="453234" y="1617782"/>
                  </a:lnTo>
                  <a:lnTo>
                    <a:pt x="452557" y="1619006"/>
                  </a:lnTo>
                  <a:lnTo>
                    <a:pt x="451824" y="1620192"/>
                  </a:lnTo>
                  <a:lnTo>
                    <a:pt x="451036" y="1621339"/>
                  </a:lnTo>
                  <a:lnTo>
                    <a:pt x="450192" y="1622449"/>
                  </a:lnTo>
                  <a:lnTo>
                    <a:pt x="449292" y="1623520"/>
                  </a:lnTo>
                  <a:lnTo>
                    <a:pt x="448337" y="1624553"/>
                  </a:lnTo>
                  <a:lnTo>
                    <a:pt x="447327" y="1625548"/>
                  </a:lnTo>
                  <a:lnTo>
                    <a:pt x="446261" y="1626505"/>
                  </a:lnTo>
                  <a:lnTo>
                    <a:pt x="445140" y="1627421"/>
                  </a:lnTo>
                  <a:lnTo>
                    <a:pt x="443965" y="1628293"/>
                  </a:lnTo>
                  <a:lnTo>
                    <a:pt x="442737" y="1629122"/>
                  </a:lnTo>
                  <a:lnTo>
                    <a:pt x="441454" y="1629908"/>
                  </a:lnTo>
                  <a:lnTo>
                    <a:pt x="440118" y="1630650"/>
                  </a:lnTo>
                  <a:lnTo>
                    <a:pt x="438728" y="1631349"/>
                  </a:lnTo>
                  <a:lnTo>
                    <a:pt x="437285" y="1632005"/>
                  </a:lnTo>
                  <a:lnTo>
                    <a:pt x="435787" y="1632617"/>
                  </a:lnTo>
                  <a:lnTo>
                    <a:pt x="434236" y="1633185"/>
                  </a:lnTo>
                  <a:lnTo>
                    <a:pt x="432630" y="1633711"/>
                  </a:lnTo>
                  <a:lnTo>
                    <a:pt x="430989" y="1634172"/>
                  </a:lnTo>
                  <a:lnTo>
                    <a:pt x="429293" y="1634586"/>
                  </a:lnTo>
                  <a:lnTo>
                    <a:pt x="427544" y="1634950"/>
                  </a:lnTo>
                  <a:lnTo>
                    <a:pt x="425741" y="1635266"/>
                  </a:lnTo>
                  <a:lnTo>
                    <a:pt x="423884" y="1635534"/>
                  </a:lnTo>
                  <a:lnTo>
                    <a:pt x="421973" y="1635753"/>
                  </a:lnTo>
                  <a:lnTo>
                    <a:pt x="420008" y="1635923"/>
                  </a:lnTo>
                  <a:lnTo>
                    <a:pt x="417990" y="1636044"/>
                  </a:lnTo>
                  <a:lnTo>
                    <a:pt x="415917" y="1636117"/>
                  </a:lnTo>
                  <a:lnTo>
                    <a:pt x="413791" y="1636141"/>
                  </a:lnTo>
                  <a:lnTo>
                    <a:pt x="411432" y="1636111"/>
                  </a:lnTo>
                  <a:lnTo>
                    <a:pt x="409148" y="1636020"/>
                  </a:lnTo>
                  <a:lnTo>
                    <a:pt x="406939" y="1635868"/>
                  </a:lnTo>
                  <a:lnTo>
                    <a:pt x="404804" y="1635655"/>
                  </a:lnTo>
                  <a:lnTo>
                    <a:pt x="402744" y="1635382"/>
                  </a:lnTo>
                  <a:lnTo>
                    <a:pt x="400758" y="1635048"/>
                  </a:lnTo>
                  <a:lnTo>
                    <a:pt x="398848" y="1634653"/>
                  </a:lnTo>
                  <a:lnTo>
                    <a:pt x="397011" y="1634197"/>
                  </a:lnTo>
                  <a:lnTo>
                    <a:pt x="395250" y="1633680"/>
                  </a:lnTo>
                  <a:lnTo>
                    <a:pt x="393563" y="1633103"/>
                  </a:lnTo>
                  <a:lnTo>
                    <a:pt x="391960" y="1632476"/>
                  </a:lnTo>
                  <a:lnTo>
                    <a:pt x="390413" y="1631811"/>
                  </a:lnTo>
                  <a:lnTo>
                    <a:pt x="388924" y="1631108"/>
                  </a:lnTo>
                  <a:lnTo>
                    <a:pt x="387493" y="1630366"/>
                  </a:lnTo>
                  <a:lnTo>
                    <a:pt x="386119" y="1629587"/>
                  </a:lnTo>
                  <a:lnTo>
                    <a:pt x="384802" y="1628769"/>
                  </a:lnTo>
                  <a:lnTo>
                    <a:pt x="383542" y="1627913"/>
                  </a:lnTo>
                  <a:lnTo>
                    <a:pt x="382339" y="1627019"/>
                  </a:lnTo>
                  <a:lnTo>
                    <a:pt x="381194" y="1626086"/>
                  </a:lnTo>
                  <a:lnTo>
                    <a:pt x="380107" y="1625116"/>
                  </a:lnTo>
                  <a:lnTo>
                    <a:pt x="379090" y="1624096"/>
                  </a:lnTo>
                  <a:lnTo>
                    <a:pt x="378124" y="1623050"/>
                  </a:lnTo>
                  <a:lnTo>
                    <a:pt x="377208" y="1621977"/>
                  </a:lnTo>
                  <a:lnTo>
                    <a:pt x="376342" y="1620879"/>
                  </a:lnTo>
                  <a:lnTo>
                    <a:pt x="375527" y="1619755"/>
                  </a:lnTo>
                  <a:lnTo>
                    <a:pt x="374762" y="1618605"/>
                  </a:lnTo>
                  <a:lnTo>
                    <a:pt x="374048" y="1617428"/>
                  </a:lnTo>
                  <a:lnTo>
                    <a:pt x="373383" y="1616226"/>
                  </a:lnTo>
                  <a:lnTo>
                    <a:pt x="372770" y="1614997"/>
                  </a:lnTo>
                  <a:lnTo>
                    <a:pt x="372206" y="1613743"/>
                  </a:lnTo>
                  <a:lnTo>
                    <a:pt x="371704" y="1612474"/>
                  </a:lnTo>
                  <a:lnTo>
                    <a:pt x="371237" y="1611201"/>
                  </a:lnTo>
                  <a:lnTo>
                    <a:pt x="370808" y="1609925"/>
                  </a:lnTo>
                  <a:lnTo>
                    <a:pt x="370414" y="1608645"/>
                  </a:lnTo>
                  <a:lnTo>
                    <a:pt x="370058" y="1607362"/>
                  </a:lnTo>
                  <a:lnTo>
                    <a:pt x="369737" y="1606075"/>
                  </a:lnTo>
                  <a:lnTo>
                    <a:pt x="369453" y="1604785"/>
                  </a:lnTo>
                  <a:lnTo>
                    <a:pt x="369206" y="1603492"/>
                  </a:lnTo>
                  <a:lnTo>
                    <a:pt x="368995" y="1602195"/>
                  </a:lnTo>
                  <a:lnTo>
                    <a:pt x="368820" y="1600894"/>
                  </a:lnTo>
                  <a:lnTo>
                    <a:pt x="393650" y="1598724"/>
                  </a:lnTo>
                  <a:lnTo>
                    <a:pt x="393763" y="1599499"/>
                  </a:lnTo>
                  <a:lnTo>
                    <a:pt x="393893" y="1600262"/>
                  </a:lnTo>
                  <a:lnTo>
                    <a:pt x="394041" y="1601013"/>
                  </a:lnTo>
                  <a:lnTo>
                    <a:pt x="394206" y="1601752"/>
                  </a:lnTo>
                  <a:lnTo>
                    <a:pt x="394388" y="1602478"/>
                  </a:lnTo>
                  <a:lnTo>
                    <a:pt x="394588" y="1603193"/>
                  </a:lnTo>
                  <a:lnTo>
                    <a:pt x="394805" y="1603895"/>
                  </a:lnTo>
                  <a:lnTo>
                    <a:pt x="395039" y="1604585"/>
                  </a:lnTo>
                  <a:lnTo>
                    <a:pt x="395291" y="1605264"/>
                  </a:lnTo>
                  <a:lnTo>
                    <a:pt x="395560" y="1605929"/>
                  </a:lnTo>
                  <a:lnTo>
                    <a:pt x="395865" y="1606563"/>
                  </a:lnTo>
                  <a:lnTo>
                    <a:pt x="396188" y="1607180"/>
                  </a:lnTo>
                  <a:lnTo>
                    <a:pt x="396531" y="1607779"/>
                  </a:lnTo>
                  <a:lnTo>
                    <a:pt x="396893" y="1608360"/>
                  </a:lnTo>
                  <a:lnTo>
                    <a:pt x="397274" y="1608925"/>
                  </a:lnTo>
                  <a:lnTo>
                    <a:pt x="397675" y="1609471"/>
                  </a:lnTo>
                  <a:lnTo>
                    <a:pt x="398094" y="1610001"/>
                  </a:lnTo>
                  <a:lnTo>
                    <a:pt x="398532" y="1610513"/>
                  </a:lnTo>
                  <a:lnTo>
                    <a:pt x="398990" y="1611008"/>
                  </a:lnTo>
                  <a:lnTo>
                    <a:pt x="399467" y="1611486"/>
                  </a:lnTo>
                  <a:lnTo>
                    <a:pt x="399963" y="1611944"/>
                  </a:lnTo>
                  <a:lnTo>
                    <a:pt x="400481" y="1612382"/>
                  </a:lnTo>
                  <a:lnTo>
                    <a:pt x="401019" y="1612798"/>
                  </a:lnTo>
                  <a:lnTo>
                    <a:pt x="401578" y="1613194"/>
                  </a:lnTo>
                  <a:lnTo>
                    <a:pt x="402158" y="1613569"/>
                  </a:lnTo>
                  <a:lnTo>
                    <a:pt x="402759" y="1613923"/>
                  </a:lnTo>
                  <a:lnTo>
                    <a:pt x="403380" y="1614257"/>
                  </a:lnTo>
                  <a:lnTo>
                    <a:pt x="404023" y="1614569"/>
                  </a:lnTo>
                  <a:lnTo>
                    <a:pt x="404686" y="1614861"/>
                  </a:lnTo>
                  <a:lnTo>
                    <a:pt x="405370" y="1615132"/>
                  </a:lnTo>
                  <a:lnTo>
                    <a:pt x="406094" y="1615363"/>
                  </a:lnTo>
                  <a:lnTo>
                    <a:pt x="406843" y="1615569"/>
                  </a:lnTo>
                  <a:lnTo>
                    <a:pt x="407615" y="1615752"/>
                  </a:lnTo>
                  <a:lnTo>
                    <a:pt x="408412" y="1615910"/>
                  </a:lnTo>
                  <a:lnTo>
                    <a:pt x="409233" y="1616043"/>
                  </a:lnTo>
                  <a:lnTo>
                    <a:pt x="410079" y="1616153"/>
                  </a:lnTo>
                  <a:lnTo>
                    <a:pt x="410949" y="1616238"/>
                  </a:lnTo>
                  <a:lnTo>
                    <a:pt x="411843" y="1616299"/>
                  </a:lnTo>
                  <a:lnTo>
                    <a:pt x="412762" y="1616335"/>
                  </a:lnTo>
                  <a:lnTo>
                    <a:pt x="413704" y="1616347"/>
                  </a:lnTo>
                  <a:lnTo>
                    <a:pt x="415419" y="1616304"/>
                  </a:lnTo>
                  <a:lnTo>
                    <a:pt x="417056" y="1616174"/>
                  </a:lnTo>
                  <a:lnTo>
                    <a:pt x="418614" y="1615957"/>
                  </a:lnTo>
                  <a:lnTo>
                    <a:pt x="420094" y="1615653"/>
                  </a:lnTo>
                  <a:lnTo>
                    <a:pt x="421496" y="1615262"/>
                  </a:lnTo>
                  <a:lnTo>
                    <a:pt x="422820" y="1614785"/>
                  </a:lnTo>
                  <a:lnTo>
                    <a:pt x="424066" y="1614220"/>
                  </a:lnTo>
                  <a:lnTo>
                    <a:pt x="425234" y="1613569"/>
                  </a:lnTo>
                  <a:lnTo>
                    <a:pt x="426323" y="1612831"/>
                  </a:lnTo>
                  <a:lnTo>
                    <a:pt x="427335" y="1612007"/>
                  </a:lnTo>
                  <a:lnTo>
                    <a:pt x="428258" y="1611092"/>
                  </a:lnTo>
                  <a:lnTo>
                    <a:pt x="429085" y="1610086"/>
                  </a:lnTo>
                  <a:lnTo>
                    <a:pt x="429814" y="1608988"/>
                  </a:lnTo>
                  <a:lnTo>
                    <a:pt x="430446" y="1607798"/>
                  </a:lnTo>
                  <a:lnTo>
                    <a:pt x="430981" y="1606515"/>
                  </a:lnTo>
                  <a:lnTo>
                    <a:pt x="431419" y="1605141"/>
                  </a:lnTo>
                  <a:lnTo>
                    <a:pt x="431759" y="1603675"/>
                  </a:lnTo>
                  <a:lnTo>
                    <a:pt x="432002" y="1602116"/>
                  </a:lnTo>
                  <a:lnTo>
                    <a:pt x="432148" y="1600466"/>
                  </a:lnTo>
                  <a:lnTo>
                    <a:pt x="432196" y="1598724"/>
                  </a:lnTo>
                  <a:lnTo>
                    <a:pt x="432173" y="1597651"/>
                  </a:lnTo>
                  <a:lnTo>
                    <a:pt x="432103" y="1596623"/>
                  </a:lnTo>
                  <a:lnTo>
                    <a:pt x="431985" y="1595637"/>
                  </a:lnTo>
                  <a:lnTo>
                    <a:pt x="431821" y="1594695"/>
                  </a:lnTo>
                  <a:lnTo>
                    <a:pt x="431610" y="1593797"/>
                  </a:lnTo>
                  <a:lnTo>
                    <a:pt x="431353" y="1592942"/>
                  </a:lnTo>
                  <a:lnTo>
                    <a:pt x="431048" y="1592130"/>
                  </a:lnTo>
                  <a:lnTo>
                    <a:pt x="430696" y="1591362"/>
                  </a:lnTo>
                  <a:lnTo>
                    <a:pt x="430298" y="1590637"/>
                  </a:lnTo>
                  <a:lnTo>
                    <a:pt x="429852" y="1589955"/>
                  </a:lnTo>
                  <a:lnTo>
                    <a:pt x="429388" y="1589311"/>
                  </a:lnTo>
                  <a:lnTo>
                    <a:pt x="428897" y="1588698"/>
                  </a:lnTo>
                  <a:lnTo>
                    <a:pt x="428381" y="1588116"/>
                  </a:lnTo>
                  <a:lnTo>
                    <a:pt x="427838" y="1587566"/>
                  </a:lnTo>
                  <a:lnTo>
                    <a:pt x="427270" y="1587047"/>
                  </a:lnTo>
                  <a:lnTo>
                    <a:pt x="426675" y="1586559"/>
                  </a:lnTo>
                  <a:lnTo>
                    <a:pt x="426054" y="1586102"/>
                  </a:lnTo>
                  <a:lnTo>
                    <a:pt x="425407" y="1585677"/>
                  </a:lnTo>
                  <a:lnTo>
                    <a:pt x="424735" y="1585283"/>
                  </a:lnTo>
                  <a:lnTo>
                    <a:pt x="424036" y="1584920"/>
                  </a:lnTo>
                  <a:lnTo>
                    <a:pt x="423335" y="1584567"/>
                  </a:lnTo>
                  <a:lnTo>
                    <a:pt x="422622" y="1584239"/>
                  </a:lnTo>
                  <a:lnTo>
                    <a:pt x="421897" y="1583935"/>
                  </a:lnTo>
                  <a:lnTo>
                    <a:pt x="421160" y="1583656"/>
                  </a:lnTo>
                  <a:lnTo>
                    <a:pt x="420411" y="1583401"/>
                  </a:lnTo>
                  <a:lnTo>
                    <a:pt x="419650" y="1583170"/>
                  </a:lnTo>
                  <a:lnTo>
                    <a:pt x="418876" y="1582963"/>
                  </a:lnTo>
                  <a:lnTo>
                    <a:pt x="418090" y="1582781"/>
                  </a:lnTo>
                  <a:lnTo>
                    <a:pt x="417293" y="1582623"/>
                  </a:lnTo>
                  <a:lnTo>
                    <a:pt x="416483" y="1582489"/>
                  </a:lnTo>
                  <a:lnTo>
                    <a:pt x="415671" y="1582373"/>
                  </a:lnTo>
                  <a:lnTo>
                    <a:pt x="414868" y="1582270"/>
                  </a:lnTo>
                  <a:lnTo>
                    <a:pt x="414073" y="1582179"/>
                  </a:lnTo>
                  <a:lnTo>
                    <a:pt x="413288" y="1582100"/>
                  </a:lnTo>
                  <a:lnTo>
                    <a:pt x="412511" y="1582033"/>
                  </a:lnTo>
                  <a:lnTo>
                    <a:pt x="411742" y="1581978"/>
                  </a:lnTo>
                  <a:lnTo>
                    <a:pt x="410983" y="1581936"/>
                  </a:lnTo>
                  <a:lnTo>
                    <a:pt x="410232" y="1581906"/>
                  </a:lnTo>
                  <a:lnTo>
                    <a:pt x="409490" y="1581887"/>
                  </a:lnTo>
                  <a:lnTo>
                    <a:pt x="408756" y="1581881"/>
                  </a:lnTo>
                  <a:lnTo>
                    <a:pt x="400248" y="1581881"/>
                  </a:lnTo>
                  <a:lnTo>
                    <a:pt x="400248" y="1562174"/>
                  </a:lnTo>
                  <a:lnTo>
                    <a:pt x="408235" y="1562174"/>
                  </a:lnTo>
                  <a:lnTo>
                    <a:pt x="408965" y="1562167"/>
                  </a:lnTo>
                  <a:lnTo>
                    <a:pt x="409697" y="1562146"/>
                  </a:lnTo>
                  <a:lnTo>
                    <a:pt x="410431" y="1562111"/>
                  </a:lnTo>
                  <a:lnTo>
                    <a:pt x="411166" y="1562063"/>
                  </a:lnTo>
                  <a:lnTo>
                    <a:pt x="411903" y="1562000"/>
                  </a:lnTo>
                  <a:lnTo>
                    <a:pt x="412642" y="1561924"/>
                  </a:lnTo>
                  <a:lnTo>
                    <a:pt x="413382" y="1561834"/>
                  </a:lnTo>
                  <a:lnTo>
                    <a:pt x="414125" y="1561729"/>
                  </a:lnTo>
                  <a:lnTo>
                    <a:pt x="414869" y="1561611"/>
                  </a:lnTo>
                  <a:lnTo>
                    <a:pt x="415614" y="1561479"/>
                  </a:lnTo>
                  <a:lnTo>
                    <a:pt x="416371" y="1561329"/>
                  </a:lnTo>
                  <a:lnTo>
                    <a:pt x="417111" y="1561156"/>
                  </a:lnTo>
                  <a:lnTo>
                    <a:pt x="417836" y="1560961"/>
                  </a:lnTo>
                  <a:lnTo>
                    <a:pt x="418545" y="1560743"/>
                  </a:lnTo>
                  <a:lnTo>
                    <a:pt x="419239" y="1560503"/>
                  </a:lnTo>
                  <a:lnTo>
                    <a:pt x="419917" y="1560240"/>
                  </a:lnTo>
                  <a:lnTo>
                    <a:pt x="420579" y="1559954"/>
                  </a:lnTo>
                  <a:lnTo>
                    <a:pt x="421226" y="1559646"/>
                  </a:lnTo>
                  <a:lnTo>
                    <a:pt x="421857" y="1559315"/>
                  </a:lnTo>
                  <a:lnTo>
                    <a:pt x="422473" y="1558962"/>
                  </a:lnTo>
                  <a:lnTo>
                    <a:pt x="423069" y="1558583"/>
                  </a:lnTo>
                  <a:lnTo>
                    <a:pt x="423643" y="1558177"/>
                  </a:lnTo>
                  <a:lnTo>
                    <a:pt x="424195" y="1557743"/>
                  </a:lnTo>
                  <a:lnTo>
                    <a:pt x="424723" y="1557281"/>
                  </a:lnTo>
                  <a:lnTo>
                    <a:pt x="425229" y="1556791"/>
                  </a:lnTo>
                  <a:lnTo>
                    <a:pt x="425713" y="1556274"/>
                  </a:lnTo>
                  <a:lnTo>
                    <a:pt x="426174" y="1555729"/>
                  </a:lnTo>
                  <a:lnTo>
                    <a:pt x="426612" y="1555156"/>
                  </a:lnTo>
                  <a:lnTo>
                    <a:pt x="427028" y="1554555"/>
                  </a:lnTo>
                  <a:lnTo>
                    <a:pt x="427421" y="1553926"/>
                  </a:lnTo>
                  <a:lnTo>
                    <a:pt x="427784" y="1553249"/>
                  </a:lnTo>
                  <a:lnTo>
                    <a:pt x="428109" y="1552537"/>
                  </a:lnTo>
                  <a:lnTo>
                    <a:pt x="428396" y="1551791"/>
                  </a:lnTo>
                  <a:lnTo>
                    <a:pt x="428644" y="1551009"/>
                  </a:lnTo>
                  <a:lnTo>
                    <a:pt x="428854" y="1550193"/>
                  </a:lnTo>
                  <a:lnTo>
                    <a:pt x="429026" y="1549342"/>
                  </a:lnTo>
                  <a:lnTo>
                    <a:pt x="429160" y="1548457"/>
                  </a:lnTo>
                  <a:lnTo>
                    <a:pt x="429255" y="1547537"/>
                  </a:lnTo>
                  <a:lnTo>
                    <a:pt x="429312" y="1546582"/>
                  </a:lnTo>
                  <a:lnTo>
                    <a:pt x="429331" y="1545592"/>
                  </a:lnTo>
                  <a:lnTo>
                    <a:pt x="429289" y="1544114"/>
                  </a:lnTo>
                  <a:lnTo>
                    <a:pt x="429161" y="1542703"/>
                  </a:lnTo>
                  <a:lnTo>
                    <a:pt x="428949" y="1541357"/>
                  </a:lnTo>
                  <a:lnTo>
                    <a:pt x="428651" y="1540077"/>
                  </a:lnTo>
                  <a:lnTo>
                    <a:pt x="428268" y="1538864"/>
                  </a:lnTo>
                  <a:lnTo>
                    <a:pt x="427800" y="1537716"/>
                  </a:lnTo>
                  <a:lnTo>
                    <a:pt x="427247" y="1536634"/>
                  </a:lnTo>
                  <a:lnTo>
                    <a:pt x="426609" y="1535619"/>
                  </a:lnTo>
                  <a:lnTo>
                    <a:pt x="425886" y="1534669"/>
                  </a:lnTo>
                  <a:lnTo>
                    <a:pt x="425077" y="1533785"/>
                  </a:lnTo>
                  <a:lnTo>
                    <a:pt x="424205" y="1532960"/>
                  </a:lnTo>
                  <a:lnTo>
                    <a:pt x="423254" y="1532222"/>
                  </a:lnTo>
                  <a:lnTo>
                    <a:pt x="422226" y="1531571"/>
                  </a:lnTo>
                  <a:lnTo>
                    <a:pt x="421119" y="1531007"/>
                  </a:lnTo>
                  <a:lnTo>
                    <a:pt x="419934" y="1530529"/>
                  </a:lnTo>
                  <a:lnTo>
                    <a:pt x="418670" y="1530139"/>
                  </a:lnTo>
                  <a:lnTo>
                    <a:pt x="417329" y="1529835"/>
                  </a:lnTo>
                  <a:lnTo>
                    <a:pt x="415910" y="1529618"/>
                  </a:lnTo>
                  <a:lnTo>
                    <a:pt x="414412" y="1529488"/>
                  </a:lnTo>
                  <a:lnTo>
                    <a:pt x="412836" y="1529444"/>
                  </a:lnTo>
                  <a:lnTo>
                    <a:pt x="411354" y="1529486"/>
                  </a:lnTo>
                  <a:lnTo>
                    <a:pt x="409930" y="1529611"/>
                  </a:lnTo>
                  <a:lnTo>
                    <a:pt x="408562" y="1529819"/>
                  </a:lnTo>
                  <a:lnTo>
                    <a:pt x="407252" y="1530111"/>
                  </a:lnTo>
                  <a:lnTo>
                    <a:pt x="406000" y="1530486"/>
                  </a:lnTo>
                  <a:lnTo>
                    <a:pt x="404804" y="1530944"/>
                  </a:lnTo>
                  <a:lnTo>
                    <a:pt x="403666" y="1531486"/>
                  </a:lnTo>
                  <a:lnTo>
                    <a:pt x="402585" y="1532111"/>
                  </a:lnTo>
                  <a:lnTo>
                    <a:pt x="401561" y="1532820"/>
                  </a:lnTo>
                  <a:lnTo>
                    <a:pt x="400595" y="1533611"/>
                  </a:lnTo>
                  <a:lnTo>
                    <a:pt x="399714" y="1534479"/>
                  </a:lnTo>
                  <a:lnTo>
                    <a:pt x="398911" y="1535417"/>
                  </a:lnTo>
                  <a:lnTo>
                    <a:pt x="398186" y="1536424"/>
                  </a:lnTo>
                  <a:lnTo>
                    <a:pt x="397539" y="1537501"/>
                  </a:lnTo>
                  <a:lnTo>
                    <a:pt x="396971" y="1538647"/>
                  </a:lnTo>
                  <a:lnTo>
                    <a:pt x="396480" y="1539862"/>
                  </a:lnTo>
                  <a:lnTo>
                    <a:pt x="396068" y="1541147"/>
                  </a:lnTo>
                  <a:lnTo>
                    <a:pt x="395733" y="1542501"/>
                  </a:lnTo>
                  <a:lnTo>
                    <a:pt x="395477" y="1543925"/>
                  </a:lnTo>
                  <a:lnTo>
                    <a:pt x="395299" y="1545418"/>
                  </a:lnTo>
                  <a:lnTo>
                    <a:pt x="370904" y="1543682"/>
                  </a:lnTo>
                  <a:lnTo>
                    <a:pt x="371138" y="1541986"/>
                  </a:lnTo>
                  <a:lnTo>
                    <a:pt x="371425" y="1540334"/>
                  </a:lnTo>
                  <a:lnTo>
                    <a:pt x="371763" y="1538728"/>
                  </a:lnTo>
                  <a:lnTo>
                    <a:pt x="372154" y="1537167"/>
                  </a:lnTo>
                  <a:lnTo>
                    <a:pt x="372597" y="1535652"/>
                  </a:lnTo>
                  <a:lnTo>
                    <a:pt x="373092" y="1534181"/>
                  </a:lnTo>
                  <a:lnTo>
                    <a:pt x="373639" y="1532755"/>
                  </a:lnTo>
                  <a:lnTo>
                    <a:pt x="374238" y="1531375"/>
                  </a:lnTo>
                  <a:lnTo>
                    <a:pt x="374889" y="1530040"/>
                  </a:lnTo>
                  <a:lnTo>
                    <a:pt x="375592" y="1528750"/>
                  </a:lnTo>
                  <a:lnTo>
                    <a:pt x="376357" y="1527504"/>
                  </a:lnTo>
                  <a:lnTo>
                    <a:pt x="377158" y="1526301"/>
                  </a:lnTo>
                  <a:lnTo>
                    <a:pt x="377996" y="1525142"/>
                  </a:lnTo>
                  <a:lnTo>
                    <a:pt x="378870" y="1524027"/>
                  </a:lnTo>
                  <a:lnTo>
                    <a:pt x="379781" y="1522955"/>
                  </a:lnTo>
                  <a:lnTo>
                    <a:pt x="380728" y="1521926"/>
                  </a:lnTo>
                  <a:lnTo>
                    <a:pt x="381712" y="1520940"/>
                  </a:lnTo>
                  <a:lnTo>
                    <a:pt x="382732" y="1519999"/>
                  </a:lnTo>
                  <a:lnTo>
                    <a:pt x="383788" y="1519100"/>
                  </a:lnTo>
                  <a:lnTo>
                    <a:pt x="384881" y="1518245"/>
                  </a:lnTo>
                  <a:lnTo>
                    <a:pt x="386027" y="1517433"/>
                  </a:lnTo>
                  <a:lnTo>
                    <a:pt x="387205" y="1516665"/>
                  </a:lnTo>
                  <a:lnTo>
                    <a:pt x="388416" y="1515940"/>
                  </a:lnTo>
                  <a:lnTo>
                    <a:pt x="389660" y="1515258"/>
                  </a:lnTo>
                  <a:lnTo>
                    <a:pt x="390937" y="1514620"/>
                  </a:lnTo>
                  <a:lnTo>
                    <a:pt x="392247" y="1514026"/>
                  </a:lnTo>
                  <a:lnTo>
                    <a:pt x="393590" y="1513474"/>
                  </a:lnTo>
                  <a:lnTo>
                    <a:pt x="394966" y="1512966"/>
                  </a:lnTo>
                  <a:lnTo>
                    <a:pt x="396375" y="1512502"/>
                  </a:lnTo>
                  <a:lnTo>
                    <a:pt x="397817" y="1512081"/>
                  </a:lnTo>
                  <a:lnTo>
                    <a:pt x="399284" y="1511685"/>
                  </a:lnTo>
                  <a:lnTo>
                    <a:pt x="400769" y="1511331"/>
                  </a:lnTo>
                  <a:lnTo>
                    <a:pt x="402271" y="1511018"/>
                  </a:lnTo>
                  <a:lnTo>
                    <a:pt x="403790" y="1510747"/>
                  </a:lnTo>
                  <a:lnTo>
                    <a:pt x="405327" y="1510518"/>
                  </a:lnTo>
                  <a:lnTo>
                    <a:pt x="406881" y="1510331"/>
                  </a:lnTo>
                  <a:lnTo>
                    <a:pt x="408452" y="1510185"/>
                  </a:lnTo>
                  <a:lnTo>
                    <a:pt x="410041" y="1510081"/>
                  </a:lnTo>
                  <a:lnTo>
                    <a:pt x="411647" y="1510018"/>
                  </a:lnTo>
                  <a:lnTo>
                    <a:pt x="413270" y="1509997"/>
                  </a:lnTo>
                  <a:lnTo>
                    <a:pt x="415393" y="1510023"/>
                  </a:lnTo>
                  <a:lnTo>
                    <a:pt x="417455" y="1510101"/>
                  </a:lnTo>
                  <a:lnTo>
                    <a:pt x="419456" y="1510232"/>
                  </a:lnTo>
                  <a:lnTo>
                    <a:pt x="421396" y="1510414"/>
                  </a:lnTo>
                  <a:lnTo>
                    <a:pt x="423276" y="1510648"/>
                  </a:lnTo>
                  <a:lnTo>
                    <a:pt x="425095" y="1510935"/>
                  </a:lnTo>
                  <a:lnTo>
                    <a:pt x="426853" y="1511273"/>
                  </a:lnTo>
                  <a:lnTo>
                    <a:pt x="428550" y="1511664"/>
                  </a:lnTo>
                  <a:lnTo>
                    <a:pt x="430187" y="1512107"/>
                  </a:lnTo>
                  <a:lnTo>
                    <a:pt x="431762" y="1512602"/>
                  </a:lnTo>
                  <a:lnTo>
                    <a:pt x="433280" y="1513141"/>
                  </a:lnTo>
                  <a:lnTo>
                    <a:pt x="434742" y="1513716"/>
                  </a:lnTo>
                  <a:lnTo>
                    <a:pt x="436148" y="1514329"/>
                  </a:lnTo>
                  <a:lnTo>
                    <a:pt x="437499" y="1514977"/>
                  </a:lnTo>
                  <a:lnTo>
                    <a:pt x="438794" y="1515662"/>
                  </a:lnTo>
                  <a:lnTo>
                    <a:pt x="440034" y="1516383"/>
                  </a:lnTo>
                  <a:lnTo>
                    <a:pt x="441218" y="1517141"/>
                  </a:lnTo>
                  <a:lnTo>
                    <a:pt x="442347" y="1517936"/>
                  </a:lnTo>
                  <a:lnTo>
                    <a:pt x="443420" y="1518767"/>
                  </a:lnTo>
                  <a:lnTo>
                    <a:pt x="444437" y="1519634"/>
                  </a:lnTo>
                  <a:lnTo>
                    <a:pt x="445401" y="1520534"/>
                  </a:lnTo>
                  <a:lnTo>
                    <a:pt x="446313" y="1521464"/>
                  </a:lnTo>
                  <a:lnTo>
                    <a:pt x="447172" y="1522423"/>
                  </a:lnTo>
                  <a:lnTo>
                    <a:pt x="447980" y="1523412"/>
                  </a:lnTo>
                  <a:lnTo>
                    <a:pt x="448735" y="1524430"/>
                  </a:lnTo>
                  <a:lnTo>
                    <a:pt x="449438" y="1525478"/>
                  </a:lnTo>
                  <a:lnTo>
                    <a:pt x="450089" y="1526556"/>
                  </a:lnTo>
                  <a:lnTo>
                    <a:pt x="450688" y="1527663"/>
                  </a:lnTo>
                  <a:lnTo>
                    <a:pt x="451235" y="1528799"/>
                  </a:lnTo>
                  <a:lnTo>
                    <a:pt x="451730" y="1529965"/>
                  </a:lnTo>
                  <a:lnTo>
                    <a:pt x="452175" y="1531154"/>
                  </a:lnTo>
                  <a:lnTo>
                    <a:pt x="452574" y="1532358"/>
                  </a:lnTo>
                  <a:lnTo>
                    <a:pt x="452926" y="1533577"/>
                  </a:lnTo>
                  <a:lnTo>
                    <a:pt x="453230" y="1534813"/>
                  </a:lnTo>
                  <a:lnTo>
                    <a:pt x="453488" y="1536064"/>
                  </a:lnTo>
                  <a:lnTo>
                    <a:pt x="453699" y="1537331"/>
                  </a:lnTo>
                  <a:lnTo>
                    <a:pt x="453863" y="1538613"/>
                  </a:lnTo>
                  <a:lnTo>
                    <a:pt x="453980" y="1539911"/>
                  </a:lnTo>
                  <a:lnTo>
                    <a:pt x="454051" y="1541224"/>
                  </a:lnTo>
                  <a:lnTo>
                    <a:pt x="454074" y="1542553"/>
                  </a:lnTo>
                  <a:lnTo>
                    <a:pt x="454058" y="1543623"/>
                  </a:lnTo>
                  <a:lnTo>
                    <a:pt x="454012" y="1544679"/>
                  </a:lnTo>
                  <a:lnTo>
                    <a:pt x="453933" y="1545720"/>
                  </a:lnTo>
                  <a:lnTo>
                    <a:pt x="453824" y="1546748"/>
                  </a:lnTo>
                  <a:lnTo>
                    <a:pt x="453683" y="1547762"/>
                  </a:lnTo>
                  <a:lnTo>
                    <a:pt x="453512" y="1548763"/>
                  </a:lnTo>
                  <a:lnTo>
                    <a:pt x="453308" y="1549749"/>
                  </a:lnTo>
                  <a:lnTo>
                    <a:pt x="453074" y="1550721"/>
                  </a:lnTo>
                  <a:lnTo>
                    <a:pt x="452808" y="1551680"/>
                  </a:lnTo>
                  <a:lnTo>
                    <a:pt x="452511" y="1552624"/>
                  </a:lnTo>
                  <a:lnTo>
                    <a:pt x="452182" y="1553536"/>
                  </a:lnTo>
                  <a:lnTo>
                    <a:pt x="451820" y="1554430"/>
                  </a:lnTo>
                  <a:lnTo>
                    <a:pt x="451425" y="1555307"/>
                  </a:lnTo>
                  <a:lnTo>
                    <a:pt x="450997" y="1556166"/>
                  </a:lnTo>
                  <a:lnTo>
                    <a:pt x="450536" y="1557008"/>
                  </a:lnTo>
                  <a:lnTo>
                    <a:pt x="450042" y="1557833"/>
                  </a:lnTo>
                  <a:lnTo>
                    <a:pt x="449515" y="1558640"/>
                  </a:lnTo>
                  <a:lnTo>
                    <a:pt x="448955" y="1559431"/>
                  </a:lnTo>
                  <a:lnTo>
                    <a:pt x="448362" y="1560203"/>
                  </a:lnTo>
                  <a:lnTo>
                    <a:pt x="447737" y="1560958"/>
                  </a:lnTo>
                  <a:lnTo>
                    <a:pt x="447093" y="1561678"/>
                  </a:lnTo>
                  <a:lnTo>
                    <a:pt x="446413" y="1562379"/>
                  </a:lnTo>
                  <a:lnTo>
                    <a:pt x="445697" y="1563060"/>
                  </a:lnTo>
                  <a:lnTo>
                    <a:pt x="444944" y="1563723"/>
                  </a:lnTo>
                  <a:lnTo>
                    <a:pt x="444155" y="1564366"/>
                  </a:lnTo>
                  <a:lnTo>
                    <a:pt x="443330" y="1564990"/>
                  </a:lnTo>
                  <a:lnTo>
                    <a:pt x="442468" y="1565595"/>
                  </a:lnTo>
                  <a:lnTo>
                    <a:pt x="441569" y="1566181"/>
                  </a:lnTo>
                  <a:lnTo>
                    <a:pt x="440634" y="1566748"/>
                  </a:lnTo>
                  <a:lnTo>
                    <a:pt x="439663" y="1567296"/>
                  </a:lnTo>
                  <a:lnTo>
                    <a:pt x="438655" y="1567804"/>
                  </a:lnTo>
                  <a:lnTo>
                    <a:pt x="437610" y="1568286"/>
                  </a:lnTo>
                  <a:lnTo>
                    <a:pt x="436529" y="1568742"/>
                  </a:lnTo>
                  <a:lnTo>
                    <a:pt x="435412" y="1569171"/>
                  </a:lnTo>
                  <a:lnTo>
                    <a:pt x="434258" y="1569575"/>
                  </a:lnTo>
                  <a:lnTo>
                    <a:pt x="433068" y="1569953"/>
                  </a:lnTo>
                  <a:lnTo>
                    <a:pt x="431841" y="1570304"/>
                  </a:lnTo>
                  <a:lnTo>
                    <a:pt x="430578" y="1570630"/>
                  </a:lnTo>
                  <a:lnTo>
                    <a:pt x="429278" y="1570929"/>
                  </a:lnTo>
                  <a:lnTo>
                    <a:pt x="427942" y="1571203"/>
                  </a:lnTo>
                  <a:lnTo>
                    <a:pt x="427942" y="1571550"/>
                  </a:lnTo>
                  <a:lnTo>
                    <a:pt x="429433" y="1571741"/>
                  </a:lnTo>
                  <a:lnTo>
                    <a:pt x="430884" y="1571967"/>
                  </a:lnTo>
                  <a:lnTo>
                    <a:pt x="432294" y="1572227"/>
                  </a:lnTo>
                  <a:lnTo>
                    <a:pt x="433665" y="1572522"/>
                  </a:lnTo>
                  <a:lnTo>
                    <a:pt x="434996" y="1572852"/>
                  </a:lnTo>
                  <a:lnTo>
                    <a:pt x="436287" y="1573217"/>
                  </a:lnTo>
                  <a:lnTo>
                    <a:pt x="437538" y="1573616"/>
                  </a:lnTo>
                  <a:lnTo>
                    <a:pt x="438749" y="1574050"/>
                  </a:lnTo>
                  <a:lnTo>
                    <a:pt x="439920" y="1574519"/>
                  </a:lnTo>
                  <a:lnTo>
                    <a:pt x="441052" y="1575023"/>
                  </a:lnTo>
                  <a:lnTo>
                    <a:pt x="442143" y="1575539"/>
                  </a:lnTo>
                  <a:lnTo>
                    <a:pt x="443194" y="1576082"/>
                  </a:lnTo>
                  <a:lnTo>
                    <a:pt x="444206" y="1576651"/>
                  </a:lnTo>
                  <a:lnTo>
                    <a:pt x="445177" y="1577245"/>
                  </a:lnTo>
                  <a:lnTo>
                    <a:pt x="446109" y="1577866"/>
                  </a:lnTo>
                  <a:lnTo>
                    <a:pt x="447000" y="1578513"/>
                  </a:lnTo>
                  <a:lnTo>
                    <a:pt x="447852" y="1579186"/>
                  </a:lnTo>
                  <a:lnTo>
                    <a:pt x="448664" y="1579884"/>
                  </a:lnTo>
                  <a:lnTo>
                    <a:pt x="449436" y="1580609"/>
                  </a:lnTo>
                  <a:lnTo>
                    <a:pt x="450167" y="1581360"/>
                  </a:lnTo>
                  <a:lnTo>
                    <a:pt x="450861" y="1582135"/>
                  </a:lnTo>
                  <a:lnTo>
                    <a:pt x="451518" y="1582930"/>
                  </a:lnTo>
                  <a:lnTo>
                    <a:pt x="452139" y="1583746"/>
                  </a:lnTo>
                  <a:lnTo>
                    <a:pt x="452723" y="1584583"/>
                  </a:lnTo>
                  <a:lnTo>
                    <a:pt x="453271" y="1585441"/>
                  </a:lnTo>
                  <a:lnTo>
                    <a:pt x="453782" y="1586319"/>
                  </a:lnTo>
                  <a:lnTo>
                    <a:pt x="454257" y="1587219"/>
                  </a:lnTo>
                  <a:lnTo>
                    <a:pt x="454696" y="1588139"/>
                  </a:lnTo>
                  <a:lnTo>
                    <a:pt x="455098" y="1589080"/>
                  </a:lnTo>
                  <a:lnTo>
                    <a:pt x="455463" y="1590042"/>
                  </a:lnTo>
                  <a:lnTo>
                    <a:pt x="455793" y="1591003"/>
                  </a:lnTo>
                  <a:lnTo>
                    <a:pt x="456088" y="1591976"/>
                  </a:lnTo>
                  <a:lnTo>
                    <a:pt x="456349" y="1592962"/>
                  </a:lnTo>
                  <a:lnTo>
                    <a:pt x="456574" y="1593959"/>
                  </a:lnTo>
                  <a:lnTo>
                    <a:pt x="456765" y="1594969"/>
                  </a:lnTo>
                  <a:lnTo>
                    <a:pt x="456922" y="1595991"/>
                  </a:lnTo>
                  <a:lnTo>
                    <a:pt x="457043" y="1597025"/>
                  </a:lnTo>
                  <a:lnTo>
                    <a:pt x="457130" y="1598071"/>
                  </a:lnTo>
                  <a:lnTo>
                    <a:pt x="457182" y="1599129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h25"/>
            <p:cNvSpPr/>
            <p:nvPr/>
          </p:nvSpPr>
          <p:spPr>
            <a:xfrm>
              <a:off x="6817765" y="3466879"/>
              <a:ext cx="457200" cy="1642653"/>
            </a:xfrm>
            <a:custGeom>
              <a:avLst/>
              <a:pathLst>
                <a:path w="457200" h="1642653">
                  <a:moveTo>
                    <a:pt x="457200" y="1600200"/>
                  </a:moveTo>
                  <a:lnTo>
                    <a:pt x="457170" y="1602026"/>
                  </a:lnTo>
                  <a:lnTo>
                    <a:pt x="457081" y="1603825"/>
                  </a:lnTo>
                  <a:lnTo>
                    <a:pt x="456934" y="1605596"/>
                  </a:lnTo>
                  <a:lnTo>
                    <a:pt x="456727" y="1607339"/>
                  </a:lnTo>
                  <a:lnTo>
                    <a:pt x="456462" y="1609055"/>
                  </a:lnTo>
                  <a:lnTo>
                    <a:pt x="456137" y="1610742"/>
                  </a:lnTo>
                  <a:lnTo>
                    <a:pt x="455753" y="1612402"/>
                  </a:lnTo>
                  <a:lnTo>
                    <a:pt x="455310" y="1614035"/>
                  </a:lnTo>
                  <a:lnTo>
                    <a:pt x="454809" y="1615639"/>
                  </a:lnTo>
                  <a:lnTo>
                    <a:pt x="454248" y="1617216"/>
                  </a:lnTo>
                  <a:lnTo>
                    <a:pt x="453646" y="1618741"/>
                  </a:lnTo>
                  <a:lnTo>
                    <a:pt x="452987" y="1620226"/>
                  </a:lnTo>
                  <a:lnTo>
                    <a:pt x="452271" y="1621672"/>
                  </a:lnTo>
                  <a:lnTo>
                    <a:pt x="451497" y="1623077"/>
                  </a:lnTo>
                  <a:lnTo>
                    <a:pt x="450667" y="1624443"/>
                  </a:lnTo>
                  <a:lnTo>
                    <a:pt x="449778" y="1625769"/>
                  </a:lnTo>
                  <a:lnTo>
                    <a:pt x="448833" y="1627054"/>
                  </a:lnTo>
                  <a:lnTo>
                    <a:pt x="447830" y="1628300"/>
                  </a:lnTo>
                  <a:lnTo>
                    <a:pt x="446770" y="1629506"/>
                  </a:lnTo>
                  <a:lnTo>
                    <a:pt x="445653" y="1630672"/>
                  </a:lnTo>
                  <a:lnTo>
                    <a:pt x="444479" y="1631776"/>
                  </a:lnTo>
                  <a:lnTo>
                    <a:pt x="443250" y="1632832"/>
                  </a:lnTo>
                  <a:lnTo>
                    <a:pt x="441965" y="1633839"/>
                  </a:lnTo>
                  <a:lnTo>
                    <a:pt x="440625" y="1634798"/>
                  </a:lnTo>
                  <a:lnTo>
                    <a:pt x="439229" y="1635707"/>
                  </a:lnTo>
                  <a:lnTo>
                    <a:pt x="437777" y="1636569"/>
                  </a:lnTo>
                  <a:lnTo>
                    <a:pt x="436270" y="1637381"/>
                  </a:lnTo>
                  <a:lnTo>
                    <a:pt x="434707" y="1638145"/>
                  </a:lnTo>
                  <a:lnTo>
                    <a:pt x="433089" y="1638861"/>
                  </a:lnTo>
                  <a:lnTo>
                    <a:pt x="431415" y="1639527"/>
                  </a:lnTo>
                  <a:lnTo>
                    <a:pt x="429704" y="1640121"/>
                  </a:lnTo>
                  <a:lnTo>
                    <a:pt x="427939" y="1640652"/>
                  </a:lnTo>
                  <a:lnTo>
                    <a:pt x="426120" y="1641121"/>
                  </a:lnTo>
                  <a:lnTo>
                    <a:pt x="424247" y="1641528"/>
                  </a:lnTo>
                  <a:lnTo>
                    <a:pt x="422321" y="1641871"/>
                  </a:lnTo>
                  <a:lnTo>
                    <a:pt x="420341" y="1642153"/>
                  </a:lnTo>
                  <a:lnTo>
                    <a:pt x="418307" y="1642371"/>
                  </a:lnTo>
                  <a:lnTo>
                    <a:pt x="416219" y="1642528"/>
                  </a:lnTo>
                  <a:lnTo>
                    <a:pt x="414077" y="1642621"/>
                  </a:lnTo>
                  <a:lnTo>
                    <a:pt x="411881" y="1642653"/>
                  </a:lnTo>
                  <a:lnTo>
                    <a:pt x="409859" y="1642628"/>
                  </a:lnTo>
                  <a:lnTo>
                    <a:pt x="407888" y="1642555"/>
                  </a:lnTo>
                  <a:lnTo>
                    <a:pt x="405969" y="1642434"/>
                  </a:lnTo>
                  <a:lnTo>
                    <a:pt x="404103" y="1642264"/>
                  </a:lnTo>
                  <a:lnTo>
                    <a:pt x="402288" y="1642045"/>
                  </a:lnTo>
                  <a:lnTo>
                    <a:pt x="400526" y="1641778"/>
                  </a:lnTo>
                  <a:lnTo>
                    <a:pt x="398815" y="1641462"/>
                  </a:lnTo>
                  <a:lnTo>
                    <a:pt x="397157" y="1641097"/>
                  </a:lnTo>
                  <a:lnTo>
                    <a:pt x="395551" y="1640684"/>
                  </a:lnTo>
                  <a:lnTo>
                    <a:pt x="393997" y="1640222"/>
                  </a:lnTo>
                  <a:lnTo>
                    <a:pt x="392493" y="1639700"/>
                  </a:lnTo>
                  <a:lnTo>
                    <a:pt x="391035" y="1639142"/>
                  </a:lnTo>
                  <a:lnTo>
                    <a:pt x="389624" y="1638547"/>
                  </a:lnTo>
                  <a:lnTo>
                    <a:pt x="388260" y="1637916"/>
                  </a:lnTo>
                  <a:lnTo>
                    <a:pt x="386943" y="1637248"/>
                  </a:lnTo>
                  <a:lnTo>
                    <a:pt x="385673" y="1636544"/>
                  </a:lnTo>
                  <a:lnTo>
                    <a:pt x="384450" y="1635804"/>
                  </a:lnTo>
                  <a:lnTo>
                    <a:pt x="383274" y="1635027"/>
                  </a:lnTo>
                  <a:lnTo>
                    <a:pt x="382144" y="1634213"/>
                  </a:lnTo>
                  <a:lnTo>
                    <a:pt x="381062" y="1633363"/>
                  </a:lnTo>
                  <a:lnTo>
                    <a:pt x="380041" y="1632463"/>
                  </a:lnTo>
                  <a:lnTo>
                    <a:pt x="379065" y="1631533"/>
                  </a:lnTo>
                  <a:lnTo>
                    <a:pt x="378131" y="1630574"/>
                  </a:lnTo>
                  <a:lnTo>
                    <a:pt x="377242" y="1629585"/>
                  </a:lnTo>
                  <a:lnTo>
                    <a:pt x="376395" y="1628567"/>
                  </a:lnTo>
                  <a:lnTo>
                    <a:pt x="375592" y="1627519"/>
                  </a:lnTo>
                  <a:lnTo>
                    <a:pt x="374832" y="1626441"/>
                  </a:lnTo>
                  <a:lnTo>
                    <a:pt x="374116" y="1625335"/>
                  </a:lnTo>
                  <a:lnTo>
                    <a:pt x="373443" y="1624198"/>
                  </a:lnTo>
                  <a:lnTo>
                    <a:pt x="372814" y="1623032"/>
                  </a:lnTo>
                  <a:lnTo>
                    <a:pt x="372242" y="1621843"/>
                  </a:lnTo>
                  <a:lnTo>
                    <a:pt x="371706" y="1620636"/>
                  </a:lnTo>
                  <a:lnTo>
                    <a:pt x="371207" y="1619412"/>
                  </a:lnTo>
                  <a:lnTo>
                    <a:pt x="370744" y="1618170"/>
                  </a:lnTo>
                  <a:lnTo>
                    <a:pt x="370318" y="1616912"/>
                  </a:lnTo>
                  <a:lnTo>
                    <a:pt x="369928" y="1615635"/>
                  </a:lnTo>
                  <a:lnTo>
                    <a:pt x="369575" y="1614342"/>
                  </a:lnTo>
                  <a:lnTo>
                    <a:pt x="369258" y="1613031"/>
                  </a:lnTo>
                  <a:lnTo>
                    <a:pt x="368978" y="1611703"/>
                  </a:lnTo>
                  <a:lnTo>
                    <a:pt x="368734" y="1610357"/>
                  </a:lnTo>
                  <a:lnTo>
                    <a:pt x="393129" y="1608360"/>
                  </a:lnTo>
                  <a:lnTo>
                    <a:pt x="393273" y="1608931"/>
                  </a:lnTo>
                  <a:lnTo>
                    <a:pt x="393428" y="1609499"/>
                  </a:lnTo>
                  <a:lnTo>
                    <a:pt x="393593" y="1610064"/>
                  </a:lnTo>
                  <a:lnTo>
                    <a:pt x="393768" y="1610624"/>
                  </a:lnTo>
                  <a:lnTo>
                    <a:pt x="393954" y="1611182"/>
                  </a:lnTo>
                  <a:lnTo>
                    <a:pt x="394150" y="1611736"/>
                  </a:lnTo>
                  <a:lnTo>
                    <a:pt x="394357" y="1612286"/>
                  </a:lnTo>
                  <a:lnTo>
                    <a:pt x="394574" y="1612833"/>
                  </a:lnTo>
                  <a:lnTo>
                    <a:pt x="394801" y="1613376"/>
                  </a:lnTo>
                  <a:lnTo>
                    <a:pt x="395039" y="1613916"/>
                  </a:lnTo>
                  <a:lnTo>
                    <a:pt x="395309" y="1614449"/>
                  </a:lnTo>
                  <a:lnTo>
                    <a:pt x="395598" y="1614969"/>
                  </a:lnTo>
                  <a:lnTo>
                    <a:pt x="395906" y="1615477"/>
                  </a:lnTo>
                  <a:lnTo>
                    <a:pt x="396234" y="1615972"/>
                  </a:lnTo>
                  <a:lnTo>
                    <a:pt x="396580" y="1616456"/>
                  </a:lnTo>
                  <a:lnTo>
                    <a:pt x="396945" y="1616927"/>
                  </a:lnTo>
                  <a:lnTo>
                    <a:pt x="397330" y="1617387"/>
                  </a:lnTo>
                  <a:lnTo>
                    <a:pt x="397734" y="1617834"/>
                  </a:lnTo>
                  <a:lnTo>
                    <a:pt x="398157" y="1618269"/>
                  </a:lnTo>
                  <a:lnTo>
                    <a:pt x="398598" y="1618691"/>
                  </a:lnTo>
                  <a:lnTo>
                    <a:pt x="399060" y="1619100"/>
                  </a:lnTo>
                  <a:lnTo>
                    <a:pt x="399543" y="1619494"/>
                  </a:lnTo>
                  <a:lnTo>
                    <a:pt x="400047" y="1619871"/>
                  </a:lnTo>
                  <a:lnTo>
                    <a:pt x="400571" y="1620233"/>
                  </a:lnTo>
                  <a:lnTo>
                    <a:pt x="401116" y="1620580"/>
                  </a:lnTo>
                  <a:lnTo>
                    <a:pt x="401682" y="1620910"/>
                  </a:lnTo>
                  <a:lnTo>
                    <a:pt x="402269" y="1621226"/>
                  </a:lnTo>
                  <a:lnTo>
                    <a:pt x="402877" y="1621525"/>
                  </a:lnTo>
                  <a:lnTo>
                    <a:pt x="403505" y="1621809"/>
                  </a:lnTo>
                  <a:lnTo>
                    <a:pt x="404155" y="1622077"/>
                  </a:lnTo>
                  <a:lnTo>
                    <a:pt x="404828" y="1622308"/>
                  </a:lnTo>
                  <a:lnTo>
                    <a:pt x="405530" y="1622515"/>
                  </a:lnTo>
                  <a:lnTo>
                    <a:pt x="406259" y="1622697"/>
                  </a:lnTo>
                  <a:lnTo>
                    <a:pt x="407016" y="1622855"/>
                  </a:lnTo>
                  <a:lnTo>
                    <a:pt x="407801" y="1622989"/>
                  </a:lnTo>
                  <a:lnTo>
                    <a:pt x="408614" y="1623098"/>
                  </a:lnTo>
                  <a:lnTo>
                    <a:pt x="409454" y="1623183"/>
                  </a:lnTo>
                  <a:lnTo>
                    <a:pt x="410322" y="1623244"/>
                  </a:lnTo>
                  <a:lnTo>
                    <a:pt x="411218" y="1623281"/>
                  </a:lnTo>
                  <a:lnTo>
                    <a:pt x="412142" y="1623293"/>
                  </a:lnTo>
                  <a:lnTo>
                    <a:pt x="413928" y="1623234"/>
                  </a:lnTo>
                  <a:lnTo>
                    <a:pt x="415639" y="1623060"/>
                  </a:lnTo>
                  <a:lnTo>
                    <a:pt x="417275" y="1622769"/>
                  </a:lnTo>
                  <a:lnTo>
                    <a:pt x="418837" y="1622362"/>
                  </a:lnTo>
                  <a:lnTo>
                    <a:pt x="420324" y="1621838"/>
                  </a:lnTo>
                  <a:lnTo>
                    <a:pt x="421737" y="1621199"/>
                  </a:lnTo>
                  <a:lnTo>
                    <a:pt x="423075" y="1620442"/>
                  </a:lnTo>
                  <a:lnTo>
                    <a:pt x="424338" y="1619570"/>
                  </a:lnTo>
                  <a:lnTo>
                    <a:pt x="425526" y="1618581"/>
                  </a:lnTo>
                  <a:lnTo>
                    <a:pt x="426640" y="1617476"/>
                  </a:lnTo>
                  <a:lnTo>
                    <a:pt x="427679" y="1616261"/>
                  </a:lnTo>
                  <a:lnTo>
                    <a:pt x="428609" y="1614944"/>
                  </a:lnTo>
                  <a:lnTo>
                    <a:pt x="429430" y="1613525"/>
                  </a:lnTo>
                  <a:lnTo>
                    <a:pt x="430141" y="1612003"/>
                  </a:lnTo>
                  <a:lnTo>
                    <a:pt x="430742" y="1610379"/>
                  </a:lnTo>
                  <a:lnTo>
                    <a:pt x="431234" y="1608652"/>
                  </a:lnTo>
                  <a:lnTo>
                    <a:pt x="431617" y="1606823"/>
                  </a:lnTo>
                  <a:lnTo>
                    <a:pt x="431891" y="1604891"/>
                  </a:lnTo>
                  <a:lnTo>
                    <a:pt x="432055" y="1602857"/>
                  </a:lnTo>
                  <a:lnTo>
                    <a:pt x="432110" y="1600720"/>
                  </a:lnTo>
                  <a:lnTo>
                    <a:pt x="432096" y="1599758"/>
                  </a:lnTo>
                  <a:lnTo>
                    <a:pt x="432054" y="1598814"/>
                  </a:lnTo>
                  <a:lnTo>
                    <a:pt x="431985" y="1597889"/>
                  </a:lnTo>
                  <a:lnTo>
                    <a:pt x="431887" y="1596984"/>
                  </a:lnTo>
                  <a:lnTo>
                    <a:pt x="431762" y="1596097"/>
                  </a:lnTo>
                  <a:lnTo>
                    <a:pt x="431609" y="1595230"/>
                  </a:lnTo>
                  <a:lnTo>
                    <a:pt x="431429" y="1594382"/>
                  </a:lnTo>
                  <a:lnTo>
                    <a:pt x="431221" y="1593553"/>
                  </a:lnTo>
                  <a:lnTo>
                    <a:pt x="430984" y="1592743"/>
                  </a:lnTo>
                  <a:lnTo>
                    <a:pt x="430720" y="1591952"/>
                  </a:lnTo>
                  <a:lnTo>
                    <a:pt x="430448" y="1591182"/>
                  </a:lnTo>
                  <a:lnTo>
                    <a:pt x="430151" y="1590434"/>
                  </a:lnTo>
                  <a:lnTo>
                    <a:pt x="429830" y="1589709"/>
                  </a:lnTo>
                  <a:lnTo>
                    <a:pt x="429484" y="1589007"/>
                  </a:lnTo>
                  <a:lnTo>
                    <a:pt x="429114" y="1588327"/>
                  </a:lnTo>
                  <a:lnTo>
                    <a:pt x="428720" y="1587670"/>
                  </a:lnTo>
                  <a:lnTo>
                    <a:pt x="428302" y="1587036"/>
                  </a:lnTo>
                  <a:lnTo>
                    <a:pt x="427859" y="1586423"/>
                  </a:lnTo>
                  <a:lnTo>
                    <a:pt x="427392" y="1585834"/>
                  </a:lnTo>
                  <a:lnTo>
                    <a:pt x="426901" y="1585267"/>
                  </a:lnTo>
                  <a:lnTo>
                    <a:pt x="426402" y="1584724"/>
                  </a:lnTo>
                  <a:lnTo>
                    <a:pt x="425880" y="1584208"/>
                  </a:lnTo>
                  <a:lnTo>
                    <a:pt x="425333" y="1583717"/>
                  </a:lnTo>
                  <a:lnTo>
                    <a:pt x="424761" y="1583253"/>
                  </a:lnTo>
                  <a:lnTo>
                    <a:pt x="424166" y="1582815"/>
                  </a:lnTo>
                  <a:lnTo>
                    <a:pt x="423546" y="1582402"/>
                  </a:lnTo>
                  <a:lnTo>
                    <a:pt x="422902" y="1582016"/>
                  </a:lnTo>
                  <a:lnTo>
                    <a:pt x="422233" y="1581656"/>
                  </a:lnTo>
                  <a:lnTo>
                    <a:pt x="421541" y="1581321"/>
                  </a:lnTo>
                  <a:lnTo>
                    <a:pt x="420823" y="1581013"/>
                  </a:lnTo>
                  <a:lnTo>
                    <a:pt x="420101" y="1580733"/>
                  </a:lnTo>
                  <a:lnTo>
                    <a:pt x="419358" y="1580482"/>
                  </a:lnTo>
                  <a:lnTo>
                    <a:pt x="418594" y="1580260"/>
                  </a:lnTo>
                  <a:lnTo>
                    <a:pt x="417809" y="1580069"/>
                  </a:lnTo>
                  <a:lnTo>
                    <a:pt x="417004" y="1579906"/>
                  </a:lnTo>
                  <a:lnTo>
                    <a:pt x="416177" y="1579773"/>
                  </a:lnTo>
                  <a:lnTo>
                    <a:pt x="415330" y="1579670"/>
                  </a:lnTo>
                  <a:lnTo>
                    <a:pt x="414462" y="1579596"/>
                  </a:lnTo>
                  <a:lnTo>
                    <a:pt x="413573" y="1579552"/>
                  </a:lnTo>
                  <a:lnTo>
                    <a:pt x="412663" y="1579537"/>
                  </a:lnTo>
                  <a:lnTo>
                    <a:pt x="411469" y="1579561"/>
                  </a:lnTo>
                  <a:lnTo>
                    <a:pt x="410319" y="1579631"/>
                  </a:lnTo>
                  <a:lnTo>
                    <a:pt x="409212" y="1579748"/>
                  </a:lnTo>
                  <a:lnTo>
                    <a:pt x="408148" y="1579912"/>
                  </a:lnTo>
                  <a:lnTo>
                    <a:pt x="407128" y="1580123"/>
                  </a:lnTo>
                  <a:lnTo>
                    <a:pt x="406151" y="1580381"/>
                  </a:lnTo>
                  <a:lnTo>
                    <a:pt x="405218" y="1580686"/>
                  </a:lnTo>
                  <a:lnTo>
                    <a:pt x="404328" y="1581037"/>
                  </a:lnTo>
                  <a:lnTo>
                    <a:pt x="403482" y="1581436"/>
                  </a:lnTo>
                  <a:lnTo>
                    <a:pt x="402679" y="1581881"/>
                  </a:lnTo>
                  <a:lnTo>
                    <a:pt x="401910" y="1582343"/>
                  </a:lnTo>
                  <a:lnTo>
                    <a:pt x="401165" y="1582826"/>
                  </a:lnTo>
                  <a:lnTo>
                    <a:pt x="400444" y="1583329"/>
                  </a:lnTo>
                  <a:lnTo>
                    <a:pt x="399748" y="1583854"/>
                  </a:lnTo>
                  <a:lnTo>
                    <a:pt x="399076" y="1584399"/>
                  </a:lnTo>
                  <a:lnTo>
                    <a:pt x="398428" y="1584965"/>
                  </a:lnTo>
                  <a:lnTo>
                    <a:pt x="397805" y="1585552"/>
                  </a:lnTo>
                  <a:lnTo>
                    <a:pt x="397206" y="1586160"/>
                  </a:lnTo>
                  <a:lnTo>
                    <a:pt x="396631" y="1586788"/>
                  </a:lnTo>
                  <a:lnTo>
                    <a:pt x="396081" y="1587437"/>
                  </a:lnTo>
                  <a:lnTo>
                    <a:pt x="372293" y="1587437"/>
                  </a:lnTo>
                  <a:lnTo>
                    <a:pt x="376547" y="1518592"/>
                  </a:lnTo>
                  <a:lnTo>
                    <a:pt x="450081" y="1518592"/>
                  </a:lnTo>
                  <a:lnTo>
                    <a:pt x="450081" y="1536737"/>
                  </a:lnTo>
                  <a:lnTo>
                    <a:pt x="398685" y="1536737"/>
                  </a:lnTo>
                  <a:lnTo>
                    <a:pt x="396688" y="1567643"/>
                  </a:lnTo>
                  <a:lnTo>
                    <a:pt x="397437" y="1567010"/>
                  </a:lnTo>
                  <a:lnTo>
                    <a:pt x="398223" y="1566397"/>
                  </a:lnTo>
                  <a:lnTo>
                    <a:pt x="399048" y="1565802"/>
                  </a:lnTo>
                  <a:lnTo>
                    <a:pt x="399911" y="1565226"/>
                  </a:lnTo>
                  <a:lnTo>
                    <a:pt x="400812" y="1564670"/>
                  </a:lnTo>
                  <a:lnTo>
                    <a:pt x="401752" y="1564132"/>
                  </a:lnTo>
                  <a:lnTo>
                    <a:pt x="402729" y="1563614"/>
                  </a:lnTo>
                  <a:lnTo>
                    <a:pt x="403745" y="1563115"/>
                  </a:lnTo>
                  <a:lnTo>
                    <a:pt x="404799" y="1562635"/>
                  </a:lnTo>
                  <a:lnTo>
                    <a:pt x="405891" y="1562174"/>
                  </a:lnTo>
                  <a:lnTo>
                    <a:pt x="407020" y="1561729"/>
                  </a:lnTo>
                  <a:lnTo>
                    <a:pt x="408186" y="1561330"/>
                  </a:lnTo>
                  <a:lnTo>
                    <a:pt x="409389" y="1560978"/>
                  </a:lnTo>
                  <a:lnTo>
                    <a:pt x="410628" y="1560674"/>
                  </a:lnTo>
                  <a:lnTo>
                    <a:pt x="411903" y="1560416"/>
                  </a:lnTo>
                  <a:lnTo>
                    <a:pt x="413215" y="1560205"/>
                  </a:lnTo>
                  <a:lnTo>
                    <a:pt x="414563" y="1560041"/>
                  </a:lnTo>
                  <a:lnTo>
                    <a:pt x="415948" y="1559924"/>
                  </a:lnTo>
                  <a:lnTo>
                    <a:pt x="417369" y="1559853"/>
                  </a:lnTo>
                  <a:lnTo>
                    <a:pt x="418827" y="1559830"/>
                  </a:lnTo>
                  <a:lnTo>
                    <a:pt x="420613" y="1559859"/>
                  </a:lnTo>
                  <a:lnTo>
                    <a:pt x="422362" y="1559948"/>
                  </a:lnTo>
                  <a:lnTo>
                    <a:pt x="424072" y="1560096"/>
                  </a:lnTo>
                  <a:lnTo>
                    <a:pt x="425744" y="1560302"/>
                  </a:lnTo>
                  <a:lnTo>
                    <a:pt x="427378" y="1560568"/>
                  </a:lnTo>
                  <a:lnTo>
                    <a:pt x="428974" y="1560893"/>
                  </a:lnTo>
                  <a:lnTo>
                    <a:pt x="430531" y="1561276"/>
                  </a:lnTo>
                  <a:lnTo>
                    <a:pt x="432051" y="1561719"/>
                  </a:lnTo>
                  <a:lnTo>
                    <a:pt x="433532" y="1562221"/>
                  </a:lnTo>
                  <a:lnTo>
                    <a:pt x="434975" y="1562782"/>
                  </a:lnTo>
                  <a:lnTo>
                    <a:pt x="436377" y="1563395"/>
                  </a:lnTo>
                  <a:lnTo>
                    <a:pt x="437735" y="1564056"/>
                  </a:lnTo>
                  <a:lnTo>
                    <a:pt x="439051" y="1564764"/>
                  </a:lnTo>
                  <a:lnTo>
                    <a:pt x="440322" y="1565518"/>
                  </a:lnTo>
                  <a:lnTo>
                    <a:pt x="441551" y="1566319"/>
                  </a:lnTo>
                  <a:lnTo>
                    <a:pt x="442736" y="1567168"/>
                  </a:lnTo>
                  <a:lnTo>
                    <a:pt x="443878" y="1568063"/>
                  </a:lnTo>
                  <a:lnTo>
                    <a:pt x="444976" y="1569005"/>
                  </a:lnTo>
                  <a:lnTo>
                    <a:pt x="446031" y="1569993"/>
                  </a:lnTo>
                  <a:lnTo>
                    <a:pt x="447042" y="1571029"/>
                  </a:lnTo>
                  <a:lnTo>
                    <a:pt x="448008" y="1572110"/>
                  </a:lnTo>
                  <a:lnTo>
                    <a:pt x="448928" y="1573234"/>
                  </a:lnTo>
                  <a:lnTo>
                    <a:pt x="449800" y="1574402"/>
                  </a:lnTo>
                  <a:lnTo>
                    <a:pt x="450626" y="1575613"/>
                  </a:lnTo>
                  <a:lnTo>
                    <a:pt x="451405" y="1576868"/>
                  </a:lnTo>
                  <a:lnTo>
                    <a:pt x="452136" y="1578165"/>
                  </a:lnTo>
                  <a:lnTo>
                    <a:pt x="452821" y="1579507"/>
                  </a:lnTo>
                  <a:lnTo>
                    <a:pt x="453459" y="1580892"/>
                  </a:lnTo>
                  <a:lnTo>
                    <a:pt x="454051" y="1582320"/>
                  </a:lnTo>
                  <a:lnTo>
                    <a:pt x="454595" y="1583791"/>
                  </a:lnTo>
                  <a:lnTo>
                    <a:pt x="455090" y="1585284"/>
                  </a:lnTo>
                  <a:lnTo>
                    <a:pt x="455533" y="1586809"/>
                  </a:lnTo>
                  <a:lnTo>
                    <a:pt x="455923" y="1588367"/>
                  </a:lnTo>
                  <a:lnTo>
                    <a:pt x="456262" y="1589959"/>
                  </a:lnTo>
                  <a:lnTo>
                    <a:pt x="456548" y="1591583"/>
                  </a:lnTo>
                  <a:lnTo>
                    <a:pt x="456783" y="1593240"/>
                  </a:lnTo>
                  <a:lnTo>
                    <a:pt x="456965" y="1594931"/>
                  </a:lnTo>
                  <a:lnTo>
                    <a:pt x="457095" y="1596654"/>
                  </a:lnTo>
                  <a:lnTo>
                    <a:pt x="457173" y="159841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h26"/>
            <p:cNvSpPr/>
            <p:nvPr/>
          </p:nvSpPr>
          <p:spPr>
            <a:xfrm>
              <a:off x="6914305" y="3480162"/>
              <a:ext cx="457200" cy="1629370"/>
            </a:xfrm>
            <a:custGeom>
              <a:avLst/>
              <a:pathLst>
                <a:path w="457200" h="1629370">
                  <a:moveTo>
                    <a:pt x="457200" y="1600200"/>
                  </a:moveTo>
                  <a:lnTo>
                    <a:pt x="457171" y="1601540"/>
                  </a:lnTo>
                  <a:lnTo>
                    <a:pt x="457085" y="1602853"/>
                  </a:lnTo>
                  <a:lnTo>
                    <a:pt x="456942" y="1604137"/>
                  </a:lnTo>
                  <a:lnTo>
                    <a:pt x="456741" y="1605395"/>
                  </a:lnTo>
                  <a:lnTo>
                    <a:pt x="456483" y="1606624"/>
                  </a:lnTo>
                  <a:lnTo>
                    <a:pt x="456168" y="1607825"/>
                  </a:lnTo>
                  <a:lnTo>
                    <a:pt x="455796" y="1608999"/>
                  </a:lnTo>
                  <a:lnTo>
                    <a:pt x="455366" y="1610145"/>
                  </a:lnTo>
                  <a:lnTo>
                    <a:pt x="454879" y="1611263"/>
                  </a:lnTo>
                  <a:lnTo>
                    <a:pt x="454335" y="1612354"/>
                  </a:lnTo>
                  <a:lnTo>
                    <a:pt x="453753" y="1613415"/>
                  </a:lnTo>
                  <a:lnTo>
                    <a:pt x="453119" y="1614444"/>
                  </a:lnTo>
                  <a:lnTo>
                    <a:pt x="452433" y="1615443"/>
                  </a:lnTo>
                  <a:lnTo>
                    <a:pt x="451695" y="1616410"/>
                  </a:lnTo>
                  <a:lnTo>
                    <a:pt x="450905" y="1617346"/>
                  </a:lnTo>
                  <a:lnTo>
                    <a:pt x="450063" y="1618250"/>
                  </a:lnTo>
                  <a:lnTo>
                    <a:pt x="449169" y="1619124"/>
                  </a:lnTo>
                  <a:lnTo>
                    <a:pt x="448223" y="1619966"/>
                  </a:lnTo>
                  <a:lnTo>
                    <a:pt x="447224" y="1620777"/>
                  </a:lnTo>
                  <a:lnTo>
                    <a:pt x="446174" y="1621556"/>
                  </a:lnTo>
                  <a:lnTo>
                    <a:pt x="445073" y="1622286"/>
                  </a:lnTo>
                  <a:lnTo>
                    <a:pt x="443924" y="1622984"/>
                  </a:lnTo>
                  <a:lnTo>
                    <a:pt x="442725" y="1623648"/>
                  </a:lnTo>
                  <a:lnTo>
                    <a:pt x="441479" y="1624279"/>
                  </a:lnTo>
                  <a:lnTo>
                    <a:pt x="440183" y="1624877"/>
                  </a:lnTo>
                  <a:lnTo>
                    <a:pt x="438840" y="1625442"/>
                  </a:lnTo>
                  <a:lnTo>
                    <a:pt x="437447" y="1625974"/>
                  </a:lnTo>
                  <a:lnTo>
                    <a:pt x="436006" y="1626474"/>
                  </a:lnTo>
                  <a:lnTo>
                    <a:pt x="434516" y="1626940"/>
                  </a:lnTo>
                  <a:lnTo>
                    <a:pt x="432978" y="1627373"/>
                  </a:lnTo>
                  <a:lnTo>
                    <a:pt x="431393" y="1627752"/>
                  </a:lnTo>
                  <a:lnTo>
                    <a:pt x="429766" y="1628092"/>
                  </a:lnTo>
                  <a:lnTo>
                    <a:pt x="428094" y="1628391"/>
                  </a:lnTo>
                  <a:lnTo>
                    <a:pt x="426380" y="1628651"/>
                  </a:lnTo>
                  <a:lnTo>
                    <a:pt x="424622" y="1628871"/>
                  </a:lnTo>
                  <a:lnTo>
                    <a:pt x="422820" y="1629050"/>
                  </a:lnTo>
                  <a:lnTo>
                    <a:pt x="420975" y="1629190"/>
                  </a:lnTo>
                  <a:lnTo>
                    <a:pt x="419087" y="1629290"/>
                  </a:lnTo>
                  <a:lnTo>
                    <a:pt x="417155" y="1629350"/>
                  </a:lnTo>
                  <a:lnTo>
                    <a:pt x="415180" y="1629370"/>
                  </a:lnTo>
                  <a:lnTo>
                    <a:pt x="413409" y="1629357"/>
                  </a:lnTo>
                  <a:lnTo>
                    <a:pt x="411673" y="1629318"/>
                  </a:lnTo>
                  <a:lnTo>
                    <a:pt x="409971" y="1629253"/>
                  </a:lnTo>
                  <a:lnTo>
                    <a:pt x="408305" y="1629161"/>
                  </a:lnTo>
                  <a:lnTo>
                    <a:pt x="406672" y="1629044"/>
                  </a:lnTo>
                  <a:lnTo>
                    <a:pt x="405075" y="1628901"/>
                  </a:lnTo>
                  <a:lnTo>
                    <a:pt x="403512" y="1628732"/>
                  </a:lnTo>
                  <a:lnTo>
                    <a:pt x="401984" y="1628536"/>
                  </a:lnTo>
                  <a:lnTo>
                    <a:pt x="400491" y="1628315"/>
                  </a:lnTo>
                  <a:lnTo>
                    <a:pt x="399033" y="1628068"/>
                  </a:lnTo>
                  <a:lnTo>
                    <a:pt x="397609" y="1627791"/>
                  </a:lnTo>
                  <a:lnTo>
                    <a:pt x="396220" y="1627481"/>
                  </a:lnTo>
                  <a:lnTo>
                    <a:pt x="394865" y="1627138"/>
                  </a:lnTo>
                  <a:lnTo>
                    <a:pt x="393546" y="1626762"/>
                  </a:lnTo>
                  <a:lnTo>
                    <a:pt x="392261" y="1626353"/>
                  </a:lnTo>
                  <a:lnTo>
                    <a:pt x="391011" y="1625911"/>
                  </a:lnTo>
                  <a:lnTo>
                    <a:pt x="389795" y="1625436"/>
                  </a:lnTo>
                  <a:lnTo>
                    <a:pt x="388615" y="1624928"/>
                  </a:lnTo>
                  <a:lnTo>
                    <a:pt x="387469" y="1624387"/>
                  </a:lnTo>
                  <a:lnTo>
                    <a:pt x="386357" y="1623814"/>
                  </a:lnTo>
                  <a:lnTo>
                    <a:pt x="385298" y="1623188"/>
                  </a:lnTo>
                  <a:lnTo>
                    <a:pt x="384274" y="1622529"/>
                  </a:lnTo>
                  <a:lnTo>
                    <a:pt x="383284" y="1621834"/>
                  </a:lnTo>
                  <a:lnTo>
                    <a:pt x="382329" y="1621105"/>
                  </a:lnTo>
                  <a:lnTo>
                    <a:pt x="381409" y="1620341"/>
                  </a:lnTo>
                  <a:lnTo>
                    <a:pt x="380523" y="1619542"/>
                  </a:lnTo>
                  <a:lnTo>
                    <a:pt x="379672" y="1618709"/>
                  </a:lnTo>
                  <a:lnTo>
                    <a:pt x="378856" y="1617841"/>
                  </a:lnTo>
                  <a:lnTo>
                    <a:pt x="378075" y="1616938"/>
                  </a:lnTo>
                  <a:lnTo>
                    <a:pt x="377328" y="1616000"/>
                  </a:lnTo>
                  <a:lnTo>
                    <a:pt x="376617" y="1615023"/>
                  </a:lnTo>
                  <a:lnTo>
                    <a:pt x="375943" y="1614000"/>
                  </a:lnTo>
                  <a:lnTo>
                    <a:pt x="375305" y="1612932"/>
                  </a:lnTo>
                  <a:lnTo>
                    <a:pt x="374703" y="1611819"/>
                  </a:lnTo>
                  <a:lnTo>
                    <a:pt x="374138" y="1610661"/>
                  </a:lnTo>
                  <a:lnTo>
                    <a:pt x="373609" y="1609458"/>
                  </a:lnTo>
                  <a:lnTo>
                    <a:pt x="373117" y="1608209"/>
                  </a:lnTo>
                  <a:lnTo>
                    <a:pt x="372661" y="1606916"/>
                  </a:lnTo>
                  <a:lnTo>
                    <a:pt x="372242" y="1605577"/>
                  </a:lnTo>
                  <a:lnTo>
                    <a:pt x="371859" y="1604193"/>
                  </a:lnTo>
                  <a:lnTo>
                    <a:pt x="393303" y="1600981"/>
                  </a:lnTo>
                  <a:lnTo>
                    <a:pt x="393519" y="1601747"/>
                  </a:lnTo>
                  <a:lnTo>
                    <a:pt x="393751" y="1602485"/>
                  </a:lnTo>
                  <a:lnTo>
                    <a:pt x="393998" y="1603192"/>
                  </a:lnTo>
                  <a:lnTo>
                    <a:pt x="394261" y="1603870"/>
                  </a:lnTo>
                  <a:lnTo>
                    <a:pt x="394540" y="1604519"/>
                  </a:lnTo>
                  <a:lnTo>
                    <a:pt x="394834" y="1605138"/>
                  </a:lnTo>
                  <a:lnTo>
                    <a:pt x="395144" y="1605727"/>
                  </a:lnTo>
                  <a:lnTo>
                    <a:pt x="395470" y="1606287"/>
                  </a:lnTo>
                  <a:lnTo>
                    <a:pt x="395811" y="1606818"/>
                  </a:lnTo>
                  <a:lnTo>
                    <a:pt x="396168" y="1607318"/>
                  </a:lnTo>
                  <a:lnTo>
                    <a:pt x="396541" y="1607793"/>
                  </a:lnTo>
                  <a:lnTo>
                    <a:pt x="396932" y="1608246"/>
                  </a:lnTo>
                  <a:lnTo>
                    <a:pt x="397340" y="1608675"/>
                  </a:lnTo>
                  <a:lnTo>
                    <a:pt x="397765" y="1609083"/>
                  </a:lnTo>
                  <a:lnTo>
                    <a:pt x="398208" y="1609467"/>
                  </a:lnTo>
                  <a:lnTo>
                    <a:pt x="398668" y="1609829"/>
                  </a:lnTo>
                  <a:lnTo>
                    <a:pt x="399145" y="1610169"/>
                  </a:lnTo>
                  <a:lnTo>
                    <a:pt x="399640" y="1610486"/>
                  </a:lnTo>
                  <a:lnTo>
                    <a:pt x="400152" y="1610780"/>
                  </a:lnTo>
                  <a:lnTo>
                    <a:pt x="400682" y="1611052"/>
                  </a:lnTo>
                  <a:lnTo>
                    <a:pt x="401229" y="1611303"/>
                  </a:lnTo>
                  <a:lnTo>
                    <a:pt x="401793" y="1611538"/>
                  </a:lnTo>
                  <a:lnTo>
                    <a:pt x="402375" y="1611755"/>
                  </a:lnTo>
                  <a:lnTo>
                    <a:pt x="402974" y="1611954"/>
                  </a:lnTo>
                  <a:lnTo>
                    <a:pt x="403590" y="1612137"/>
                  </a:lnTo>
                  <a:lnTo>
                    <a:pt x="404224" y="1612302"/>
                  </a:lnTo>
                  <a:lnTo>
                    <a:pt x="404875" y="1612449"/>
                  </a:lnTo>
                  <a:lnTo>
                    <a:pt x="405544" y="1612580"/>
                  </a:lnTo>
                  <a:lnTo>
                    <a:pt x="406230" y="1612692"/>
                  </a:lnTo>
                  <a:lnTo>
                    <a:pt x="406933" y="1612788"/>
                  </a:lnTo>
                  <a:lnTo>
                    <a:pt x="407672" y="1612870"/>
                  </a:lnTo>
                  <a:lnTo>
                    <a:pt x="408430" y="1612944"/>
                  </a:lnTo>
                  <a:lnTo>
                    <a:pt x="409207" y="1613009"/>
                  </a:lnTo>
                  <a:lnTo>
                    <a:pt x="410003" y="1613066"/>
                  </a:lnTo>
                  <a:lnTo>
                    <a:pt x="410818" y="1613113"/>
                  </a:lnTo>
                  <a:lnTo>
                    <a:pt x="411652" y="1613153"/>
                  </a:lnTo>
                  <a:lnTo>
                    <a:pt x="412506" y="1613183"/>
                  </a:lnTo>
                  <a:lnTo>
                    <a:pt x="413378" y="1613205"/>
                  </a:lnTo>
                  <a:lnTo>
                    <a:pt x="414270" y="1613218"/>
                  </a:lnTo>
                  <a:lnTo>
                    <a:pt x="415180" y="1613222"/>
                  </a:lnTo>
                  <a:lnTo>
                    <a:pt x="416008" y="1613218"/>
                  </a:lnTo>
                  <a:lnTo>
                    <a:pt x="416823" y="1613205"/>
                  </a:lnTo>
                  <a:lnTo>
                    <a:pt x="417626" y="1613183"/>
                  </a:lnTo>
                  <a:lnTo>
                    <a:pt x="418417" y="1613153"/>
                  </a:lnTo>
                  <a:lnTo>
                    <a:pt x="419196" y="1613113"/>
                  </a:lnTo>
                  <a:lnTo>
                    <a:pt x="419962" y="1613066"/>
                  </a:lnTo>
                  <a:lnTo>
                    <a:pt x="420717" y="1613009"/>
                  </a:lnTo>
                  <a:lnTo>
                    <a:pt x="421459" y="1612944"/>
                  </a:lnTo>
                  <a:lnTo>
                    <a:pt x="422189" y="1612870"/>
                  </a:lnTo>
                  <a:lnTo>
                    <a:pt x="422907" y="1612788"/>
                  </a:lnTo>
                  <a:lnTo>
                    <a:pt x="423626" y="1612678"/>
                  </a:lnTo>
                  <a:lnTo>
                    <a:pt x="424324" y="1612555"/>
                  </a:lnTo>
                  <a:lnTo>
                    <a:pt x="425001" y="1612421"/>
                  </a:lnTo>
                  <a:lnTo>
                    <a:pt x="425657" y="1612274"/>
                  </a:lnTo>
                  <a:lnTo>
                    <a:pt x="426293" y="1612115"/>
                  </a:lnTo>
                  <a:lnTo>
                    <a:pt x="426908" y="1611944"/>
                  </a:lnTo>
                  <a:lnTo>
                    <a:pt x="427501" y="1611761"/>
                  </a:lnTo>
                  <a:lnTo>
                    <a:pt x="428074" y="1611566"/>
                  </a:lnTo>
                  <a:lnTo>
                    <a:pt x="428626" y="1611358"/>
                  </a:lnTo>
                  <a:lnTo>
                    <a:pt x="429158" y="1611138"/>
                  </a:lnTo>
                  <a:lnTo>
                    <a:pt x="429684" y="1610887"/>
                  </a:lnTo>
                  <a:lnTo>
                    <a:pt x="430186" y="1610617"/>
                  </a:lnTo>
                  <a:lnTo>
                    <a:pt x="430663" y="1610331"/>
                  </a:lnTo>
                  <a:lnTo>
                    <a:pt x="431116" y="1610027"/>
                  </a:lnTo>
                  <a:lnTo>
                    <a:pt x="431545" y="1609706"/>
                  </a:lnTo>
                  <a:lnTo>
                    <a:pt x="431950" y="1609367"/>
                  </a:lnTo>
                  <a:lnTo>
                    <a:pt x="432330" y="1609011"/>
                  </a:lnTo>
                  <a:lnTo>
                    <a:pt x="432686" y="1608638"/>
                  </a:lnTo>
                  <a:lnTo>
                    <a:pt x="433018" y="1608247"/>
                  </a:lnTo>
                  <a:lnTo>
                    <a:pt x="433325" y="1607839"/>
                  </a:lnTo>
                  <a:lnTo>
                    <a:pt x="433605" y="1607395"/>
                  </a:lnTo>
                  <a:lnTo>
                    <a:pt x="433856" y="1606930"/>
                  </a:lnTo>
                  <a:lnTo>
                    <a:pt x="434078" y="1606443"/>
                  </a:lnTo>
                  <a:lnTo>
                    <a:pt x="434270" y="1605936"/>
                  </a:lnTo>
                  <a:lnTo>
                    <a:pt x="434432" y="1605408"/>
                  </a:lnTo>
                  <a:lnTo>
                    <a:pt x="434565" y="1604860"/>
                  </a:lnTo>
                  <a:lnTo>
                    <a:pt x="434668" y="1604290"/>
                  </a:lnTo>
                  <a:lnTo>
                    <a:pt x="434742" y="1603700"/>
                  </a:lnTo>
                  <a:lnTo>
                    <a:pt x="434786" y="1603089"/>
                  </a:lnTo>
                  <a:lnTo>
                    <a:pt x="434801" y="1602457"/>
                  </a:lnTo>
                  <a:lnTo>
                    <a:pt x="434779" y="1601743"/>
                  </a:lnTo>
                  <a:lnTo>
                    <a:pt x="434714" y="1601061"/>
                  </a:lnTo>
                  <a:lnTo>
                    <a:pt x="434606" y="1600410"/>
                  </a:lnTo>
                  <a:lnTo>
                    <a:pt x="434454" y="1599790"/>
                  </a:lnTo>
                  <a:lnTo>
                    <a:pt x="434258" y="1599201"/>
                  </a:lnTo>
                  <a:lnTo>
                    <a:pt x="434020" y="1598644"/>
                  </a:lnTo>
                  <a:lnTo>
                    <a:pt x="433737" y="1598118"/>
                  </a:lnTo>
                  <a:lnTo>
                    <a:pt x="433412" y="1597623"/>
                  </a:lnTo>
                  <a:lnTo>
                    <a:pt x="433043" y="1597159"/>
                  </a:lnTo>
                  <a:lnTo>
                    <a:pt x="432630" y="1596727"/>
                  </a:lnTo>
                  <a:lnTo>
                    <a:pt x="432197" y="1596301"/>
                  </a:lnTo>
                  <a:lnTo>
                    <a:pt x="431731" y="1595893"/>
                  </a:lnTo>
                  <a:lnTo>
                    <a:pt x="431232" y="1595503"/>
                  </a:lnTo>
                  <a:lnTo>
                    <a:pt x="430700" y="1595129"/>
                  </a:lnTo>
                  <a:lnTo>
                    <a:pt x="430134" y="1594773"/>
                  </a:lnTo>
                  <a:lnTo>
                    <a:pt x="429536" y="1594435"/>
                  </a:lnTo>
                  <a:lnTo>
                    <a:pt x="428905" y="1594114"/>
                  </a:lnTo>
                  <a:lnTo>
                    <a:pt x="428241" y="1593810"/>
                  </a:lnTo>
                  <a:lnTo>
                    <a:pt x="427544" y="1593523"/>
                  </a:lnTo>
                  <a:lnTo>
                    <a:pt x="426814" y="1593254"/>
                  </a:lnTo>
                  <a:lnTo>
                    <a:pt x="426071" y="1592981"/>
                  </a:lnTo>
                  <a:lnTo>
                    <a:pt x="425300" y="1592716"/>
                  </a:lnTo>
                  <a:lnTo>
                    <a:pt x="424501" y="1592460"/>
                  </a:lnTo>
                  <a:lnTo>
                    <a:pt x="423674" y="1592212"/>
                  </a:lnTo>
                  <a:lnTo>
                    <a:pt x="422820" y="1591974"/>
                  </a:lnTo>
                  <a:lnTo>
                    <a:pt x="421938" y="1591744"/>
                  </a:lnTo>
                  <a:lnTo>
                    <a:pt x="421028" y="1591522"/>
                  </a:lnTo>
                  <a:lnTo>
                    <a:pt x="420091" y="1591310"/>
                  </a:lnTo>
                  <a:lnTo>
                    <a:pt x="419125" y="1591105"/>
                  </a:lnTo>
                  <a:lnTo>
                    <a:pt x="418132" y="1590910"/>
                  </a:lnTo>
                  <a:lnTo>
                    <a:pt x="417135" y="1590699"/>
                  </a:lnTo>
                  <a:lnTo>
                    <a:pt x="416125" y="1590483"/>
                  </a:lnTo>
                  <a:lnTo>
                    <a:pt x="415100" y="1590262"/>
                  </a:lnTo>
                  <a:lnTo>
                    <a:pt x="414062" y="1590035"/>
                  </a:lnTo>
                  <a:lnTo>
                    <a:pt x="413010" y="1589803"/>
                  </a:lnTo>
                  <a:lnTo>
                    <a:pt x="411944" y="1589566"/>
                  </a:lnTo>
                  <a:lnTo>
                    <a:pt x="410864" y="1589324"/>
                  </a:lnTo>
                  <a:lnTo>
                    <a:pt x="409770" y="1589077"/>
                  </a:lnTo>
                  <a:lnTo>
                    <a:pt x="408662" y="1588824"/>
                  </a:lnTo>
                  <a:lnTo>
                    <a:pt x="407541" y="1588566"/>
                  </a:lnTo>
                  <a:lnTo>
                    <a:pt x="406362" y="1588300"/>
                  </a:lnTo>
                  <a:lnTo>
                    <a:pt x="405186" y="1588024"/>
                  </a:lnTo>
                  <a:lnTo>
                    <a:pt x="404014" y="1587738"/>
                  </a:lnTo>
                  <a:lnTo>
                    <a:pt x="402845" y="1587441"/>
                  </a:lnTo>
                  <a:lnTo>
                    <a:pt x="401680" y="1587134"/>
                  </a:lnTo>
                  <a:lnTo>
                    <a:pt x="400519" y="1586816"/>
                  </a:lnTo>
                  <a:lnTo>
                    <a:pt x="399361" y="1586488"/>
                  </a:lnTo>
                  <a:lnTo>
                    <a:pt x="398206" y="1586149"/>
                  </a:lnTo>
                  <a:lnTo>
                    <a:pt x="397055" y="1585800"/>
                  </a:lnTo>
                  <a:lnTo>
                    <a:pt x="395907" y="1585441"/>
                  </a:lnTo>
                  <a:lnTo>
                    <a:pt x="394773" y="1585063"/>
                  </a:lnTo>
                  <a:lnTo>
                    <a:pt x="393664" y="1584659"/>
                  </a:lnTo>
                  <a:lnTo>
                    <a:pt x="392579" y="1584230"/>
                  </a:lnTo>
                  <a:lnTo>
                    <a:pt x="391518" y="1583774"/>
                  </a:lnTo>
                  <a:lnTo>
                    <a:pt x="390481" y="1583292"/>
                  </a:lnTo>
                  <a:lnTo>
                    <a:pt x="389469" y="1582784"/>
                  </a:lnTo>
                  <a:lnTo>
                    <a:pt x="388481" y="1582250"/>
                  </a:lnTo>
                  <a:lnTo>
                    <a:pt x="387517" y="1581690"/>
                  </a:lnTo>
                  <a:lnTo>
                    <a:pt x="386578" y="1581104"/>
                  </a:lnTo>
                  <a:lnTo>
                    <a:pt x="385663" y="1580492"/>
                  </a:lnTo>
                  <a:lnTo>
                    <a:pt x="384777" y="1579851"/>
                  </a:lnTo>
                  <a:lnTo>
                    <a:pt x="383926" y="1579176"/>
                  </a:lnTo>
                  <a:lnTo>
                    <a:pt x="383110" y="1578468"/>
                  </a:lnTo>
                  <a:lnTo>
                    <a:pt x="382329" y="1577728"/>
                  </a:lnTo>
                  <a:lnTo>
                    <a:pt x="381582" y="1576954"/>
                  </a:lnTo>
                  <a:lnTo>
                    <a:pt x="380871" y="1576148"/>
                  </a:lnTo>
                  <a:lnTo>
                    <a:pt x="380193" y="1575308"/>
                  </a:lnTo>
                  <a:lnTo>
                    <a:pt x="379551" y="1574436"/>
                  </a:lnTo>
                  <a:lnTo>
                    <a:pt x="378943" y="1573530"/>
                  </a:lnTo>
                  <a:lnTo>
                    <a:pt x="378370" y="1572592"/>
                  </a:lnTo>
                  <a:lnTo>
                    <a:pt x="377842" y="1571594"/>
                  </a:lnTo>
                  <a:lnTo>
                    <a:pt x="377370" y="1570546"/>
                  </a:lnTo>
                  <a:lnTo>
                    <a:pt x="376953" y="1569448"/>
                  </a:lnTo>
                  <a:lnTo>
                    <a:pt x="376592" y="1568300"/>
                  </a:lnTo>
                  <a:lnTo>
                    <a:pt x="376287" y="1567101"/>
                  </a:lnTo>
                  <a:lnTo>
                    <a:pt x="376037" y="1565851"/>
                  </a:lnTo>
                  <a:lnTo>
                    <a:pt x="375842" y="1564552"/>
                  </a:lnTo>
                  <a:lnTo>
                    <a:pt x="375703" y="1563202"/>
                  </a:lnTo>
                  <a:lnTo>
                    <a:pt x="375620" y="1561801"/>
                  </a:lnTo>
                  <a:lnTo>
                    <a:pt x="375592" y="1560351"/>
                  </a:lnTo>
                  <a:lnTo>
                    <a:pt x="375618" y="1559029"/>
                  </a:lnTo>
                  <a:lnTo>
                    <a:pt x="375696" y="1557736"/>
                  </a:lnTo>
                  <a:lnTo>
                    <a:pt x="375826" y="1556473"/>
                  </a:lnTo>
                  <a:lnTo>
                    <a:pt x="376009" y="1555239"/>
                  </a:lnTo>
                  <a:lnTo>
                    <a:pt x="376243" y="1554035"/>
                  </a:lnTo>
                  <a:lnTo>
                    <a:pt x="376530" y="1552860"/>
                  </a:lnTo>
                  <a:lnTo>
                    <a:pt x="376868" y="1551715"/>
                  </a:lnTo>
                  <a:lnTo>
                    <a:pt x="377259" y="1550600"/>
                  </a:lnTo>
                  <a:lnTo>
                    <a:pt x="377702" y="1549513"/>
                  </a:lnTo>
                  <a:lnTo>
                    <a:pt x="378197" y="1548457"/>
                  </a:lnTo>
                  <a:lnTo>
                    <a:pt x="378742" y="1547414"/>
                  </a:lnTo>
                  <a:lnTo>
                    <a:pt x="379336" y="1546405"/>
                  </a:lnTo>
                  <a:lnTo>
                    <a:pt x="379978" y="1545428"/>
                  </a:lnTo>
                  <a:lnTo>
                    <a:pt x="380669" y="1544484"/>
                  </a:lnTo>
                  <a:lnTo>
                    <a:pt x="381409" y="1543573"/>
                  </a:lnTo>
                  <a:lnTo>
                    <a:pt x="382197" y="1542696"/>
                  </a:lnTo>
                  <a:lnTo>
                    <a:pt x="383034" y="1541851"/>
                  </a:lnTo>
                  <a:lnTo>
                    <a:pt x="383920" y="1541039"/>
                  </a:lnTo>
                  <a:lnTo>
                    <a:pt x="384854" y="1540261"/>
                  </a:lnTo>
                  <a:lnTo>
                    <a:pt x="385836" y="1539515"/>
                  </a:lnTo>
                  <a:lnTo>
                    <a:pt x="386867" y="1538786"/>
                  </a:lnTo>
                  <a:lnTo>
                    <a:pt x="387944" y="1538095"/>
                  </a:lnTo>
                  <a:lnTo>
                    <a:pt x="389069" y="1537439"/>
                  </a:lnTo>
                  <a:lnTo>
                    <a:pt x="390240" y="1536820"/>
                  </a:lnTo>
                  <a:lnTo>
                    <a:pt x="391458" y="1536238"/>
                  </a:lnTo>
                  <a:lnTo>
                    <a:pt x="392723" y="1535691"/>
                  </a:lnTo>
                  <a:lnTo>
                    <a:pt x="394034" y="1535182"/>
                  </a:lnTo>
                  <a:lnTo>
                    <a:pt x="395393" y="1534709"/>
                  </a:lnTo>
                  <a:lnTo>
                    <a:pt x="396799" y="1534272"/>
                  </a:lnTo>
                  <a:lnTo>
                    <a:pt x="398251" y="1533872"/>
                  </a:lnTo>
                  <a:lnTo>
                    <a:pt x="399766" y="1533492"/>
                  </a:lnTo>
                  <a:lnTo>
                    <a:pt x="401324" y="1533153"/>
                  </a:lnTo>
                  <a:lnTo>
                    <a:pt x="402926" y="1532853"/>
                  </a:lnTo>
                  <a:lnTo>
                    <a:pt x="404571" y="1532594"/>
                  </a:lnTo>
                  <a:lnTo>
                    <a:pt x="406260" y="1532374"/>
                  </a:lnTo>
                  <a:lnTo>
                    <a:pt x="407992" y="1532194"/>
                  </a:lnTo>
                  <a:lnTo>
                    <a:pt x="409767" y="1532055"/>
                  </a:lnTo>
                  <a:lnTo>
                    <a:pt x="411586" y="1531955"/>
                  </a:lnTo>
                  <a:lnTo>
                    <a:pt x="413448" y="1531895"/>
                  </a:lnTo>
                  <a:lnTo>
                    <a:pt x="415354" y="1531875"/>
                  </a:lnTo>
                  <a:lnTo>
                    <a:pt x="416872" y="1531890"/>
                  </a:lnTo>
                  <a:lnTo>
                    <a:pt x="418368" y="1531934"/>
                  </a:lnTo>
                  <a:lnTo>
                    <a:pt x="419844" y="1532008"/>
                  </a:lnTo>
                  <a:lnTo>
                    <a:pt x="421299" y="1532111"/>
                  </a:lnTo>
                  <a:lnTo>
                    <a:pt x="422733" y="1532244"/>
                  </a:lnTo>
                  <a:lnTo>
                    <a:pt x="424147" y="1532406"/>
                  </a:lnTo>
                  <a:lnTo>
                    <a:pt x="425539" y="1532598"/>
                  </a:lnTo>
                  <a:lnTo>
                    <a:pt x="426911" y="1532820"/>
                  </a:lnTo>
                  <a:lnTo>
                    <a:pt x="428262" y="1533070"/>
                  </a:lnTo>
                  <a:lnTo>
                    <a:pt x="429592" y="1533351"/>
                  </a:lnTo>
                  <a:lnTo>
                    <a:pt x="430898" y="1533646"/>
                  </a:lnTo>
                  <a:lnTo>
                    <a:pt x="432176" y="1533976"/>
                  </a:lnTo>
                  <a:lnTo>
                    <a:pt x="433426" y="1534341"/>
                  </a:lnTo>
                  <a:lnTo>
                    <a:pt x="434648" y="1534740"/>
                  </a:lnTo>
                  <a:lnTo>
                    <a:pt x="435843" y="1535174"/>
                  </a:lnTo>
                  <a:lnTo>
                    <a:pt x="437009" y="1535643"/>
                  </a:lnTo>
                  <a:lnTo>
                    <a:pt x="438149" y="1536146"/>
                  </a:lnTo>
                  <a:lnTo>
                    <a:pt x="439260" y="1536685"/>
                  </a:lnTo>
                  <a:lnTo>
                    <a:pt x="440343" y="1537258"/>
                  </a:lnTo>
                  <a:lnTo>
                    <a:pt x="441399" y="1537865"/>
                  </a:lnTo>
                  <a:lnTo>
                    <a:pt x="442423" y="1538490"/>
                  </a:lnTo>
                  <a:lnTo>
                    <a:pt x="443413" y="1539150"/>
                  </a:lnTo>
                  <a:lnTo>
                    <a:pt x="444368" y="1539845"/>
                  </a:lnTo>
                  <a:lnTo>
                    <a:pt x="445288" y="1540574"/>
                  </a:lnTo>
                  <a:lnTo>
                    <a:pt x="446174" y="1541338"/>
                  </a:lnTo>
                  <a:lnTo>
                    <a:pt x="447025" y="1542137"/>
                  </a:lnTo>
                  <a:lnTo>
                    <a:pt x="447841" y="1542970"/>
                  </a:lnTo>
                  <a:lnTo>
                    <a:pt x="448622" y="1543838"/>
                  </a:lnTo>
                  <a:lnTo>
                    <a:pt x="449369" y="1544741"/>
                  </a:lnTo>
                  <a:lnTo>
                    <a:pt x="450081" y="1545679"/>
                  </a:lnTo>
                  <a:lnTo>
                    <a:pt x="450771" y="1546654"/>
                  </a:lnTo>
                  <a:lnTo>
                    <a:pt x="451418" y="1547669"/>
                  </a:lnTo>
                  <a:lnTo>
                    <a:pt x="452021" y="1548723"/>
                  </a:lnTo>
                  <a:lnTo>
                    <a:pt x="452581" y="1549818"/>
                  </a:lnTo>
                  <a:lnTo>
                    <a:pt x="453097" y="1550953"/>
                  </a:lnTo>
                  <a:lnTo>
                    <a:pt x="453571" y="1552128"/>
                  </a:lnTo>
                  <a:lnTo>
                    <a:pt x="454000" y="1553342"/>
                  </a:lnTo>
                  <a:lnTo>
                    <a:pt x="454387" y="1554597"/>
                  </a:lnTo>
                  <a:lnTo>
                    <a:pt x="454730" y="1555891"/>
                  </a:lnTo>
                  <a:lnTo>
                    <a:pt x="455029" y="1557225"/>
                  </a:lnTo>
                  <a:lnTo>
                    <a:pt x="433412" y="1559483"/>
                  </a:lnTo>
                  <a:lnTo>
                    <a:pt x="433281" y="1558818"/>
                  </a:lnTo>
                  <a:lnTo>
                    <a:pt x="433131" y="1558177"/>
                  </a:lnTo>
                  <a:lnTo>
                    <a:pt x="432961" y="1557560"/>
                  </a:lnTo>
                  <a:lnTo>
                    <a:pt x="432773" y="1556968"/>
                  </a:lnTo>
                  <a:lnTo>
                    <a:pt x="432565" y="1556401"/>
                  </a:lnTo>
                  <a:lnTo>
                    <a:pt x="432339" y="1555857"/>
                  </a:lnTo>
                  <a:lnTo>
                    <a:pt x="432093" y="1555338"/>
                  </a:lnTo>
                  <a:lnTo>
                    <a:pt x="431828" y="1554843"/>
                  </a:lnTo>
                  <a:lnTo>
                    <a:pt x="431544" y="1554373"/>
                  </a:lnTo>
                  <a:lnTo>
                    <a:pt x="431241" y="1553926"/>
                  </a:lnTo>
                  <a:lnTo>
                    <a:pt x="430921" y="1553484"/>
                  </a:lnTo>
                  <a:lnTo>
                    <a:pt x="430585" y="1553062"/>
                  </a:lnTo>
                  <a:lnTo>
                    <a:pt x="430233" y="1552658"/>
                  </a:lnTo>
                  <a:lnTo>
                    <a:pt x="429866" y="1552273"/>
                  </a:lnTo>
                  <a:lnTo>
                    <a:pt x="429483" y="1551908"/>
                  </a:lnTo>
                  <a:lnTo>
                    <a:pt x="429085" y="1551561"/>
                  </a:lnTo>
                  <a:lnTo>
                    <a:pt x="428671" y="1551234"/>
                  </a:lnTo>
                  <a:lnTo>
                    <a:pt x="428241" y="1550926"/>
                  </a:lnTo>
                  <a:lnTo>
                    <a:pt x="427796" y="1550637"/>
                  </a:lnTo>
                  <a:lnTo>
                    <a:pt x="427335" y="1550367"/>
                  </a:lnTo>
                  <a:lnTo>
                    <a:pt x="426875" y="1550115"/>
                  </a:lnTo>
                  <a:lnTo>
                    <a:pt x="426401" y="1549881"/>
                  </a:lnTo>
                  <a:lnTo>
                    <a:pt x="425910" y="1549664"/>
                  </a:lnTo>
                  <a:lnTo>
                    <a:pt x="425404" y="1549464"/>
                  </a:lnTo>
                  <a:lnTo>
                    <a:pt x="424882" y="1549282"/>
                  </a:lnTo>
                  <a:lnTo>
                    <a:pt x="424345" y="1549117"/>
                  </a:lnTo>
                  <a:lnTo>
                    <a:pt x="423792" y="1548969"/>
                  </a:lnTo>
                  <a:lnTo>
                    <a:pt x="423223" y="1548839"/>
                  </a:lnTo>
                  <a:lnTo>
                    <a:pt x="422639" y="1548726"/>
                  </a:lnTo>
                  <a:lnTo>
                    <a:pt x="422039" y="1548631"/>
                  </a:lnTo>
                  <a:lnTo>
                    <a:pt x="421425" y="1548532"/>
                  </a:lnTo>
                  <a:lnTo>
                    <a:pt x="420799" y="1548443"/>
                  </a:lnTo>
                  <a:lnTo>
                    <a:pt x="420161" y="1548365"/>
                  </a:lnTo>
                  <a:lnTo>
                    <a:pt x="419511" y="1548297"/>
                  </a:lnTo>
                  <a:lnTo>
                    <a:pt x="418848" y="1548240"/>
                  </a:lnTo>
                  <a:lnTo>
                    <a:pt x="418174" y="1548193"/>
                  </a:lnTo>
                  <a:lnTo>
                    <a:pt x="417487" y="1548157"/>
                  </a:lnTo>
                  <a:lnTo>
                    <a:pt x="416788" y="1548130"/>
                  </a:lnTo>
                  <a:lnTo>
                    <a:pt x="416077" y="1548115"/>
                  </a:lnTo>
                  <a:lnTo>
                    <a:pt x="415354" y="1548110"/>
                  </a:lnTo>
                  <a:lnTo>
                    <a:pt x="413661" y="1548132"/>
                  </a:lnTo>
                  <a:lnTo>
                    <a:pt x="412055" y="1548200"/>
                  </a:lnTo>
                  <a:lnTo>
                    <a:pt x="410536" y="1548313"/>
                  </a:lnTo>
                  <a:lnTo>
                    <a:pt x="409103" y="1548471"/>
                  </a:lnTo>
                  <a:lnTo>
                    <a:pt x="407758" y="1548674"/>
                  </a:lnTo>
                  <a:lnTo>
                    <a:pt x="406499" y="1548922"/>
                  </a:lnTo>
                  <a:lnTo>
                    <a:pt x="405327" y="1549216"/>
                  </a:lnTo>
                  <a:lnTo>
                    <a:pt x="404241" y="1549554"/>
                  </a:lnTo>
                  <a:lnTo>
                    <a:pt x="403243" y="1549938"/>
                  </a:lnTo>
                  <a:lnTo>
                    <a:pt x="402332" y="1550367"/>
                  </a:lnTo>
                  <a:lnTo>
                    <a:pt x="401507" y="1550831"/>
                  </a:lnTo>
                  <a:lnTo>
                    <a:pt x="400769" y="1551357"/>
                  </a:lnTo>
                  <a:lnTo>
                    <a:pt x="400118" y="1551943"/>
                  </a:lnTo>
                  <a:lnTo>
                    <a:pt x="399553" y="1552589"/>
                  </a:lnTo>
                  <a:lnTo>
                    <a:pt x="399076" y="1553297"/>
                  </a:lnTo>
                  <a:lnTo>
                    <a:pt x="398685" y="1554065"/>
                  </a:lnTo>
                  <a:lnTo>
                    <a:pt x="398381" y="1554894"/>
                  </a:lnTo>
                  <a:lnTo>
                    <a:pt x="398164" y="1555784"/>
                  </a:lnTo>
                  <a:lnTo>
                    <a:pt x="398034" y="1556735"/>
                  </a:lnTo>
                  <a:lnTo>
                    <a:pt x="397991" y="1557746"/>
                  </a:lnTo>
                  <a:lnTo>
                    <a:pt x="398008" y="1558376"/>
                  </a:lnTo>
                  <a:lnTo>
                    <a:pt x="398060" y="1558979"/>
                  </a:lnTo>
                  <a:lnTo>
                    <a:pt x="398147" y="1559556"/>
                  </a:lnTo>
                  <a:lnTo>
                    <a:pt x="398269" y="1560108"/>
                  </a:lnTo>
                  <a:lnTo>
                    <a:pt x="398425" y="1560633"/>
                  </a:lnTo>
                  <a:lnTo>
                    <a:pt x="398616" y="1561132"/>
                  </a:lnTo>
                  <a:lnTo>
                    <a:pt x="398842" y="1561605"/>
                  </a:lnTo>
                  <a:lnTo>
                    <a:pt x="399102" y="1562052"/>
                  </a:lnTo>
                  <a:lnTo>
                    <a:pt x="399397" y="1562473"/>
                  </a:lnTo>
                  <a:lnTo>
                    <a:pt x="399727" y="1562868"/>
                  </a:lnTo>
                  <a:lnTo>
                    <a:pt x="400106" y="1563244"/>
                  </a:lnTo>
                  <a:lnTo>
                    <a:pt x="400512" y="1563608"/>
                  </a:lnTo>
                  <a:lnTo>
                    <a:pt x="400946" y="1563960"/>
                  </a:lnTo>
                  <a:lnTo>
                    <a:pt x="401408" y="1564299"/>
                  </a:lnTo>
                  <a:lnTo>
                    <a:pt x="401897" y="1564626"/>
                  </a:lnTo>
                  <a:lnTo>
                    <a:pt x="402415" y="1564942"/>
                  </a:lnTo>
                  <a:lnTo>
                    <a:pt x="402960" y="1565245"/>
                  </a:lnTo>
                  <a:lnTo>
                    <a:pt x="403533" y="1565535"/>
                  </a:lnTo>
                  <a:lnTo>
                    <a:pt x="404134" y="1565814"/>
                  </a:lnTo>
                  <a:lnTo>
                    <a:pt x="404762" y="1566081"/>
                  </a:lnTo>
                  <a:lnTo>
                    <a:pt x="405433" y="1566321"/>
                  </a:lnTo>
                  <a:lnTo>
                    <a:pt x="406127" y="1566556"/>
                  </a:lnTo>
                  <a:lnTo>
                    <a:pt x="406843" y="1566786"/>
                  </a:lnTo>
                  <a:lnTo>
                    <a:pt x="407582" y="1567011"/>
                  </a:lnTo>
                  <a:lnTo>
                    <a:pt x="408344" y="1567231"/>
                  </a:lnTo>
                  <a:lnTo>
                    <a:pt x="409128" y="1567445"/>
                  </a:lnTo>
                  <a:lnTo>
                    <a:pt x="409934" y="1567655"/>
                  </a:lnTo>
                  <a:lnTo>
                    <a:pt x="410763" y="1567859"/>
                  </a:lnTo>
                  <a:lnTo>
                    <a:pt x="411615" y="1568057"/>
                  </a:lnTo>
                  <a:lnTo>
                    <a:pt x="412489" y="1568251"/>
                  </a:lnTo>
                  <a:lnTo>
                    <a:pt x="413400" y="1568429"/>
                  </a:lnTo>
                  <a:lnTo>
                    <a:pt x="414326" y="1568616"/>
                  </a:lnTo>
                  <a:lnTo>
                    <a:pt x="415268" y="1568811"/>
                  </a:lnTo>
                  <a:lnTo>
                    <a:pt x="416226" y="1569015"/>
                  </a:lnTo>
                  <a:lnTo>
                    <a:pt x="417199" y="1569228"/>
                  </a:lnTo>
                  <a:lnTo>
                    <a:pt x="418188" y="1569449"/>
                  </a:lnTo>
                  <a:lnTo>
                    <a:pt x="419192" y="1569679"/>
                  </a:lnTo>
                  <a:lnTo>
                    <a:pt x="420212" y="1569918"/>
                  </a:lnTo>
                  <a:lnTo>
                    <a:pt x="421248" y="1570165"/>
                  </a:lnTo>
                  <a:lnTo>
                    <a:pt x="422299" y="1570421"/>
                  </a:lnTo>
                  <a:lnTo>
                    <a:pt x="423599" y="1570704"/>
                  </a:lnTo>
                  <a:lnTo>
                    <a:pt x="424893" y="1570998"/>
                  </a:lnTo>
                  <a:lnTo>
                    <a:pt x="426183" y="1571302"/>
                  </a:lnTo>
                  <a:lnTo>
                    <a:pt x="427467" y="1571616"/>
                  </a:lnTo>
                  <a:lnTo>
                    <a:pt x="428745" y="1571941"/>
                  </a:lnTo>
                  <a:lnTo>
                    <a:pt x="430019" y="1572276"/>
                  </a:lnTo>
                  <a:lnTo>
                    <a:pt x="431287" y="1572621"/>
                  </a:lnTo>
                  <a:lnTo>
                    <a:pt x="432551" y="1572977"/>
                  </a:lnTo>
                  <a:lnTo>
                    <a:pt x="433809" y="1573344"/>
                  </a:lnTo>
                  <a:lnTo>
                    <a:pt x="435061" y="1573720"/>
                  </a:lnTo>
                  <a:lnTo>
                    <a:pt x="436314" y="1574100"/>
                  </a:lnTo>
                  <a:lnTo>
                    <a:pt x="437537" y="1574509"/>
                  </a:lnTo>
                  <a:lnTo>
                    <a:pt x="438731" y="1574947"/>
                  </a:lnTo>
                  <a:lnTo>
                    <a:pt x="439895" y="1575415"/>
                  </a:lnTo>
                  <a:lnTo>
                    <a:pt x="441030" y="1575913"/>
                  </a:lnTo>
                  <a:lnTo>
                    <a:pt x="442135" y="1576440"/>
                  </a:lnTo>
                  <a:lnTo>
                    <a:pt x="443211" y="1576996"/>
                  </a:lnTo>
                  <a:lnTo>
                    <a:pt x="444257" y="1577582"/>
                  </a:lnTo>
                  <a:lnTo>
                    <a:pt x="445274" y="1578198"/>
                  </a:lnTo>
                  <a:lnTo>
                    <a:pt x="446261" y="1578843"/>
                  </a:lnTo>
                  <a:lnTo>
                    <a:pt x="447230" y="1579504"/>
                  </a:lnTo>
                  <a:lnTo>
                    <a:pt x="448160" y="1580204"/>
                  </a:lnTo>
                  <a:lnTo>
                    <a:pt x="449050" y="1580942"/>
                  </a:lnTo>
                  <a:lnTo>
                    <a:pt x="449900" y="1581718"/>
                  </a:lnTo>
                  <a:lnTo>
                    <a:pt x="450710" y="1582532"/>
                  </a:lnTo>
                  <a:lnTo>
                    <a:pt x="451480" y="1583385"/>
                  </a:lnTo>
                  <a:lnTo>
                    <a:pt x="452210" y="1584276"/>
                  </a:lnTo>
                  <a:lnTo>
                    <a:pt x="452900" y="1585205"/>
                  </a:lnTo>
                  <a:lnTo>
                    <a:pt x="453551" y="1586172"/>
                  </a:lnTo>
                  <a:lnTo>
                    <a:pt x="454161" y="1587177"/>
                  </a:lnTo>
                  <a:lnTo>
                    <a:pt x="454738" y="1588229"/>
                  </a:lnTo>
                  <a:lnTo>
                    <a:pt x="455255" y="1589337"/>
                  </a:lnTo>
                  <a:lnTo>
                    <a:pt x="455711" y="1590500"/>
                  </a:lnTo>
                  <a:lnTo>
                    <a:pt x="456106" y="1591719"/>
                  </a:lnTo>
                  <a:lnTo>
                    <a:pt x="456440" y="1592994"/>
                  </a:lnTo>
                  <a:lnTo>
                    <a:pt x="456713" y="1594324"/>
                  </a:lnTo>
                  <a:lnTo>
                    <a:pt x="456926" y="1595709"/>
                  </a:lnTo>
                  <a:lnTo>
                    <a:pt x="457078" y="1597151"/>
                  </a:lnTo>
                  <a:lnTo>
                    <a:pt x="457169" y="1598647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h27"/>
            <p:cNvSpPr/>
            <p:nvPr/>
          </p:nvSpPr>
          <p:spPr>
            <a:xfrm>
              <a:off x="365623" y="3873041"/>
              <a:ext cx="457200" cy="1650553"/>
            </a:xfrm>
            <a:custGeom>
              <a:avLst/>
              <a:pathLst>
                <a:path w="457200" h="1650553">
                  <a:moveTo>
                    <a:pt x="457200" y="1600200"/>
                  </a:moveTo>
                  <a:lnTo>
                    <a:pt x="457172" y="1602975"/>
                  </a:lnTo>
                  <a:lnTo>
                    <a:pt x="457091" y="1605661"/>
                  </a:lnTo>
                  <a:lnTo>
                    <a:pt x="456956" y="1608259"/>
                  </a:lnTo>
                  <a:lnTo>
                    <a:pt x="456766" y="1610767"/>
                  </a:lnTo>
                  <a:lnTo>
                    <a:pt x="456522" y="1613187"/>
                  </a:lnTo>
                  <a:lnTo>
                    <a:pt x="456224" y="1615518"/>
                  </a:lnTo>
                  <a:lnTo>
                    <a:pt x="455872" y="1617760"/>
                  </a:lnTo>
                  <a:lnTo>
                    <a:pt x="455466" y="1619913"/>
                  </a:lnTo>
                  <a:lnTo>
                    <a:pt x="455005" y="1621977"/>
                  </a:lnTo>
                  <a:lnTo>
                    <a:pt x="454491" y="1623952"/>
                  </a:lnTo>
                  <a:lnTo>
                    <a:pt x="453943" y="1625833"/>
                  </a:lnTo>
                  <a:lnTo>
                    <a:pt x="453355" y="1627642"/>
                  </a:lnTo>
                  <a:lnTo>
                    <a:pt x="452726" y="1629378"/>
                  </a:lnTo>
                  <a:lnTo>
                    <a:pt x="452057" y="1631042"/>
                  </a:lnTo>
                  <a:lnTo>
                    <a:pt x="451348" y="1632634"/>
                  </a:lnTo>
                  <a:lnTo>
                    <a:pt x="450599" y="1634154"/>
                  </a:lnTo>
                  <a:lnTo>
                    <a:pt x="449809" y="1635601"/>
                  </a:lnTo>
                  <a:lnTo>
                    <a:pt x="448979" y="1636976"/>
                  </a:lnTo>
                  <a:lnTo>
                    <a:pt x="448109" y="1638279"/>
                  </a:lnTo>
                  <a:lnTo>
                    <a:pt x="447198" y="1639510"/>
                  </a:lnTo>
                  <a:lnTo>
                    <a:pt x="446265" y="1640657"/>
                  </a:lnTo>
                  <a:lnTo>
                    <a:pt x="445298" y="1641738"/>
                  </a:lnTo>
                  <a:lnTo>
                    <a:pt x="444298" y="1642752"/>
                  </a:lnTo>
                  <a:lnTo>
                    <a:pt x="443264" y="1643699"/>
                  </a:lnTo>
                  <a:lnTo>
                    <a:pt x="442198" y="1644580"/>
                  </a:lnTo>
                  <a:lnTo>
                    <a:pt x="441097" y="1645394"/>
                  </a:lnTo>
                  <a:lnTo>
                    <a:pt x="439964" y="1646141"/>
                  </a:lnTo>
                  <a:lnTo>
                    <a:pt x="438797" y="1646822"/>
                  </a:lnTo>
                  <a:lnTo>
                    <a:pt x="437597" y="1647436"/>
                  </a:lnTo>
                  <a:lnTo>
                    <a:pt x="436364" y="1647983"/>
                  </a:lnTo>
                  <a:lnTo>
                    <a:pt x="435105" y="1648472"/>
                  </a:lnTo>
                  <a:lnTo>
                    <a:pt x="433830" y="1648908"/>
                  </a:lnTo>
                  <a:lnTo>
                    <a:pt x="432538" y="1649294"/>
                  </a:lnTo>
                  <a:lnTo>
                    <a:pt x="431230" y="1649628"/>
                  </a:lnTo>
                  <a:lnTo>
                    <a:pt x="429904" y="1649911"/>
                  </a:lnTo>
                  <a:lnTo>
                    <a:pt x="428563" y="1650142"/>
                  </a:lnTo>
                  <a:lnTo>
                    <a:pt x="427204" y="1650322"/>
                  </a:lnTo>
                  <a:lnTo>
                    <a:pt x="425829" y="1650450"/>
                  </a:lnTo>
                  <a:lnTo>
                    <a:pt x="424437" y="1650527"/>
                  </a:lnTo>
                  <a:lnTo>
                    <a:pt x="423029" y="1650553"/>
                  </a:lnTo>
                  <a:lnTo>
                    <a:pt x="421608" y="1650527"/>
                  </a:lnTo>
                  <a:lnTo>
                    <a:pt x="420206" y="1650450"/>
                  </a:lnTo>
                  <a:lnTo>
                    <a:pt x="418824" y="1650322"/>
                  </a:lnTo>
                  <a:lnTo>
                    <a:pt x="417461" y="1650142"/>
                  </a:lnTo>
                  <a:lnTo>
                    <a:pt x="416118" y="1649911"/>
                  </a:lnTo>
                  <a:lnTo>
                    <a:pt x="414794" y="1649628"/>
                  </a:lnTo>
                  <a:lnTo>
                    <a:pt x="413490" y="1649294"/>
                  </a:lnTo>
                  <a:lnTo>
                    <a:pt x="412205" y="1648908"/>
                  </a:lnTo>
                  <a:lnTo>
                    <a:pt x="410940" y="1648472"/>
                  </a:lnTo>
                  <a:lnTo>
                    <a:pt x="409694" y="1647983"/>
                  </a:lnTo>
                  <a:lnTo>
                    <a:pt x="408473" y="1647436"/>
                  </a:lnTo>
                  <a:lnTo>
                    <a:pt x="407285" y="1646822"/>
                  </a:lnTo>
                  <a:lnTo>
                    <a:pt x="406129" y="1646141"/>
                  </a:lnTo>
                  <a:lnTo>
                    <a:pt x="405004" y="1645394"/>
                  </a:lnTo>
                  <a:lnTo>
                    <a:pt x="403912" y="1644580"/>
                  </a:lnTo>
                  <a:lnTo>
                    <a:pt x="402851" y="1643699"/>
                  </a:lnTo>
                  <a:lnTo>
                    <a:pt x="401822" y="1642752"/>
                  </a:lnTo>
                  <a:lnTo>
                    <a:pt x="400826" y="1641738"/>
                  </a:lnTo>
                  <a:lnTo>
                    <a:pt x="399861" y="1640657"/>
                  </a:lnTo>
                  <a:lnTo>
                    <a:pt x="398928" y="1639510"/>
                  </a:lnTo>
                  <a:lnTo>
                    <a:pt x="398044" y="1638292"/>
                  </a:lnTo>
                  <a:lnTo>
                    <a:pt x="397198" y="1637001"/>
                  </a:lnTo>
                  <a:lnTo>
                    <a:pt x="396388" y="1635637"/>
                  </a:lnTo>
                  <a:lnTo>
                    <a:pt x="395617" y="1634198"/>
                  </a:lnTo>
                  <a:lnTo>
                    <a:pt x="394883" y="1632686"/>
                  </a:lnTo>
                  <a:lnTo>
                    <a:pt x="394186" y="1631101"/>
                  </a:lnTo>
                  <a:lnTo>
                    <a:pt x="393527" y="1629441"/>
                  </a:lnTo>
                  <a:lnTo>
                    <a:pt x="392905" y="1627708"/>
                  </a:lnTo>
                  <a:lnTo>
                    <a:pt x="392321" y="1625902"/>
                  </a:lnTo>
                  <a:lnTo>
                    <a:pt x="391775" y="1624022"/>
                  </a:lnTo>
                  <a:lnTo>
                    <a:pt x="391286" y="1622046"/>
                  </a:lnTo>
                  <a:lnTo>
                    <a:pt x="390850" y="1619980"/>
                  </a:lnTo>
                  <a:lnTo>
                    <a:pt x="390464" y="1617823"/>
                  </a:lnTo>
                  <a:lnTo>
                    <a:pt x="390130" y="1615576"/>
                  </a:lnTo>
                  <a:lnTo>
                    <a:pt x="389847" y="1613239"/>
                  </a:lnTo>
                  <a:lnTo>
                    <a:pt x="389616" y="1610812"/>
                  </a:lnTo>
                  <a:lnTo>
                    <a:pt x="389436" y="1608294"/>
                  </a:lnTo>
                  <a:lnTo>
                    <a:pt x="389308" y="1605686"/>
                  </a:lnTo>
                  <a:lnTo>
                    <a:pt x="389231" y="1602988"/>
                  </a:lnTo>
                  <a:lnTo>
                    <a:pt x="389205" y="1600200"/>
                  </a:lnTo>
                  <a:lnTo>
                    <a:pt x="389231" y="1597292"/>
                  </a:lnTo>
                  <a:lnTo>
                    <a:pt x="389308" y="1594488"/>
                  </a:lnTo>
                  <a:lnTo>
                    <a:pt x="389436" y="1591786"/>
                  </a:lnTo>
                  <a:lnTo>
                    <a:pt x="389616" y="1589187"/>
                  </a:lnTo>
                  <a:lnTo>
                    <a:pt x="389847" y="1586691"/>
                  </a:lnTo>
                  <a:lnTo>
                    <a:pt x="390130" y="1584298"/>
                  </a:lnTo>
                  <a:lnTo>
                    <a:pt x="390464" y="1582007"/>
                  </a:lnTo>
                  <a:lnTo>
                    <a:pt x="390850" y="1579819"/>
                  </a:lnTo>
                  <a:lnTo>
                    <a:pt x="391286" y="1577734"/>
                  </a:lnTo>
                  <a:lnTo>
                    <a:pt x="391775" y="1575752"/>
                  </a:lnTo>
                  <a:lnTo>
                    <a:pt x="392322" y="1573847"/>
                  </a:lnTo>
                  <a:lnTo>
                    <a:pt x="392908" y="1572021"/>
                  </a:lnTo>
                  <a:lnTo>
                    <a:pt x="393533" y="1570274"/>
                  </a:lnTo>
                  <a:lnTo>
                    <a:pt x="394197" y="1568607"/>
                  </a:lnTo>
                  <a:lnTo>
                    <a:pt x="394900" y="1567018"/>
                  </a:lnTo>
                  <a:lnTo>
                    <a:pt x="395642" y="1565509"/>
                  </a:lnTo>
                  <a:lnTo>
                    <a:pt x="396422" y="1564079"/>
                  </a:lnTo>
                  <a:lnTo>
                    <a:pt x="397242" y="1562728"/>
                  </a:lnTo>
                  <a:lnTo>
                    <a:pt x="398100" y="1561456"/>
                  </a:lnTo>
                  <a:lnTo>
                    <a:pt x="398998" y="1560264"/>
                  </a:lnTo>
                  <a:lnTo>
                    <a:pt x="399931" y="1559146"/>
                  </a:lnTo>
                  <a:lnTo>
                    <a:pt x="400898" y="1558097"/>
                  </a:lnTo>
                  <a:lnTo>
                    <a:pt x="401898" y="1557118"/>
                  </a:lnTo>
                  <a:lnTo>
                    <a:pt x="402932" y="1556208"/>
                  </a:lnTo>
                  <a:lnTo>
                    <a:pt x="403998" y="1555368"/>
                  </a:lnTo>
                  <a:lnTo>
                    <a:pt x="405099" y="1554597"/>
                  </a:lnTo>
                  <a:lnTo>
                    <a:pt x="406232" y="1553895"/>
                  </a:lnTo>
                  <a:lnTo>
                    <a:pt x="407399" y="1553263"/>
                  </a:lnTo>
                  <a:lnTo>
                    <a:pt x="408599" y="1552701"/>
                  </a:lnTo>
                  <a:lnTo>
                    <a:pt x="409832" y="1552207"/>
                  </a:lnTo>
                  <a:lnTo>
                    <a:pt x="411094" y="1551759"/>
                  </a:lnTo>
                  <a:lnTo>
                    <a:pt x="412377" y="1551357"/>
                  </a:lnTo>
                  <a:lnTo>
                    <a:pt x="413683" y="1551003"/>
                  </a:lnTo>
                  <a:lnTo>
                    <a:pt x="415011" y="1550696"/>
                  </a:lnTo>
                  <a:lnTo>
                    <a:pt x="416361" y="1550436"/>
                  </a:lnTo>
                  <a:lnTo>
                    <a:pt x="417733" y="1550224"/>
                  </a:lnTo>
                  <a:lnTo>
                    <a:pt x="419128" y="1550059"/>
                  </a:lnTo>
                  <a:lnTo>
                    <a:pt x="420545" y="1549940"/>
                  </a:lnTo>
                  <a:lnTo>
                    <a:pt x="421984" y="1549870"/>
                  </a:lnTo>
                  <a:lnTo>
                    <a:pt x="423445" y="1549846"/>
                  </a:lnTo>
                  <a:lnTo>
                    <a:pt x="424839" y="1549870"/>
                  </a:lnTo>
                  <a:lnTo>
                    <a:pt x="426215" y="1549940"/>
                  </a:lnTo>
                  <a:lnTo>
                    <a:pt x="427573" y="1550059"/>
                  </a:lnTo>
                  <a:lnTo>
                    <a:pt x="428913" y="1550224"/>
                  </a:lnTo>
                  <a:lnTo>
                    <a:pt x="430234" y="1550436"/>
                  </a:lnTo>
                  <a:lnTo>
                    <a:pt x="431538" y="1550696"/>
                  </a:lnTo>
                  <a:lnTo>
                    <a:pt x="432824" y="1551003"/>
                  </a:lnTo>
                  <a:lnTo>
                    <a:pt x="434091" y="1551357"/>
                  </a:lnTo>
                  <a:lnTo>
                    <a:pt x="435341" y="1551759"/>
                  </a:lnTo>
                  <a:lnTo>
                    <a:pt x="436572" y="1552207"/>
                  </a:lnTo>
                  <a:lnTo>
                    <a:pt x="437792" y="1552701"/>
                  </a:lnTo>
                  <a:lnTo>
                    <a:pt x="438981" y="1553263"/>
                  </a:lnTo>
                  <a:lnTo>
                    <a:pt x="440137" y="1553895"/>
                  </a:lnTo>
                  <a:lnTo>
                    <a:pt x="441261" y="1554597"/>
                  </a:lnTo>
                  <a:lnTo>
                    <a:pt x="442354" y="1555368"/>
                  </a:lnTo>
                  <a:lnTo>
                    <a:pt x="443414" y="1556208"/>
                  </a:lnTo>
                  <a:lnTo>
                    <a:pt x="444443" y="1557118"/>
                  </a:lnTo>
                  <a:lnTo>
                    <a:pt x="445440" y="1558097"/>
                  </a:lnTo>
                  <a:lnTo>
                    <a:pt x="446404" y="1559146"/>
                  </a:lnTo>
                  <a:lnTo>
                    <a:pt x="447337" y="1560264"/>
                  </a:lnTo>
                  <a:lnTo>
                    <a:pt x="448234" y="1561456"/>
                  </a:lnTo>
                  <a:lnTo>
                    <a:pt x="449093" y="1562728"/>
                  </a:lnTo>
                  <a:lnTo>
                    <a:pt x="449912" y="1564079"/>
                  </a:lnTo>
                  <a:lnTo>
                    <a:pt x="450693" y="1565509"/>
                  </a:lnTo>
                  <a:lnTo>
                    <a:pt x="451435" y="1567018"/>
                  </a:lnTo>
                  <a:lnTo>
                    <a:pt x="452138" y="1568607"/>
                  </a:lnTo>
                  <a:lnTo>
                    <a:pt x="452802" y="1570274"/>
                  </a:lnTo>
                  <a:lnTo>
                    <a:pt x="453427" y="1572021"/>
                  </a:lnTo>
                  <a:lnTo>
                    <a:pt x="454013" y="1573847"/>
                  </a:lnTo>
                  <a:lnTo>
                    <a:pt x="454560" y="1575752"/>
                  </a:lnTo>
                  <a:lnTo>
                    <a:pt x="455062" y="1577734"/>
                  </a:lnTo>
                  <a:lnTo>
                    <a:pt x="455510" y="1579819"/>
                  </a:lnTo>
                  <a:lnTo>
                    <a:pt x="455906" y="1582007"/>
                  </a:lnTo>
                  <a:lnTo>
                    <a:pt x="456249" y="1584298"/>
                  </a:lnTo>
                  <a:lnTo>
                    <a:pt x="456540" y="1586691"/>
                  </a:lnTo>
                  <a:lnTo>
                    <a:pt x="456777" y="1589187"/>
                  </a:lnTo>
                  <a:lnTo>
                    <a:pt x="456962" y="1591786"/>
                  </a:lnTo>
                  <a:lnTo>
                    <a:pt x="457094" y="1594488"/>
                  </a:lnTo>
                  <a:lnTo>
                    <a:pt x="457173" y="1597292"/>
                  </a:lnTo>
                  <a:close/>
                  <a:moveTo>
                    <a:pt x="444490" y="1600200"/>
                  </a:moveTo>
                  <a:lnTo>
                    <a:pt x="444476" y="1597905"/>
                  </a:lnTo>
                  <a:lnTo>
                    <a:pt x="444434" y="1595691"/>
                  </a:lnTo>
                  <a:lnTo>
                    <a:pt x="444365" y="1593555"/>
                  </a:lnTo>
                  <a:lnTo>
                    <a:pt x="444267" y="1591498"/>
                  </a:lnTo>
                  <a:lnTo>
                    <a:pt x="444142" y="1589521"/>
                  </a:lnTo>
                  <a:lnTo>
                    <a:pt x="443990" y="1587623"/>
                  </a:lnTo>
                  <a:lnTo>
                    <a:pt x="443809" y="1585804"/>
                  </a:lnTo>
                  <a:lnTo>
                    <a:pt x="443601" y="1584064"/>
                  </a:lnTo>
                  <a:lnTo>
                    <a:pt x="443364" y="1582404"/>
                  </a:lnTo>
                  <a:lnTo>
                    <a:pt x="443101" y="1580822"/>
                  </a:lnTo>
                  <a:lnTo>
                    <a:pt x="442810" y="1579298"/>
                  </a:lnTo>
                  <a:lnTo>
                    <a:pt x="442492" y="1577838"/>
                  </a:lnTo>
                  <a:lnTo>
                    <a:pt x="442148" y="1576442"/>
                  </a:lnTo>
                  <a:lnTo>
                    <a:pt x="441778" y="1575110"/>
                  </a:lnTo>
                  <a:lnTo>
                    <a:pt x="441382" y="1573842"/>
                  </a:lnTo>
                  <a:lnTo>
                    <a:pt x="440959" y="1572638"/>
                  </a:lnTo>
                  <a:lnTo>
                    <a:pt x="440509" y="1571497"/>
                  </a:lnTo>
                  <a:lnTo>
                    <a:pt x="440033" y="1570421"/>
                  </a:lnTo>
                  <a:lnTo>
                    <a:pt x="439531" y="1569408"/>
                  </a:lnTo>
                  <a:lnTo>
                    <a:pt x="439003" y="1568459"/>
                  </a:lnTo>
                  <a:lnTo>
                    <a:pt x="438449" y="1567557"/>
                  </a:lnTo>
                  <a:lnTo>
                    <a:pt x="437869" y="1566709"/>
                  </a:lnTo>
                  <a:lnTo>
                    <a:pt x="437265" y="1565917"/>
                  </a:lnTo>
                  <a:lnTo>
                    <a:pt x="436636" y="1565181"/>
                  </a:lnTo>
                  <a:lnTo>
                    <a:pt x="435982" y="1564501"/>
                  </a:lnTo>
                  <a:lnTo>
                    <a:pt x="435302" y="1563876"/>
                  </a:lnTo>
                  <a:lnTo>
                    <a:pt x="434598" y="1563306"/>
                  </a:lnTo>
                  <a:lnTo>
                    <a:pt x="433869" y="1562792"/>
                  </a:lnTo>
                  <a:lnTo>
                    <a:pt x="433115" y="1562334"/>
                  </a:lnTo>
                  <a:lnTo>
                    <a:pt x="432335" y="1561931"/>
                  </a:lnTo>
                  <a:lnTo>
                    <a:pt x="431546" y="1561561"/>
                  </a:lnTo>
                  <a:lnTo>
                    <a:pt x="430735" y="1561231"/>
                  </a:lnTo>
                  <a:lnTo>
                    <a:pt x="429902" y="1560939"/>
                  </a:lnTo>
                  <a:lnTo>
                    <a:pt x="429046" y="1560686"/>
                  </a:lnTo>
                  <a:lnTo>
                    <a:pt x="428168" y="1560472"/>
                  </a:lnTo>
                  <a:lnTo>
                    <a:pt x="427268" y="1560297"/>
                  </a:lnTo>
                  <a:lnTo>
                    <a:pt x="426346" y="1560161"/>
                  </a:lnTo>
                  <a:lnTo>
                    <a:pt x="425401" y="1560064"/>
                  </a:lnTo>
                  <a:lnTo>
                    <a:pt x="424434" y="1560006"/>
                  </a:lnTo>
                  <a:lnTo>
                    <a:pt x="423445" y="1559986"/>
                  </a:lnTo>
                  <a:lnTo>
                    <a:pt x="422402" y="1560006"/>
                  </a:lnTo>
                  <a:lnTo>
                    <a:pt x="421384" y="1560064"/>
                  </a:lnTo>
                  <a:lnTo>
                    <a:pt x="420391" y="1560161"/>
                  </a:lnTo>
                  <a:lnTo>
                    <a:pt x="419423" y="1560297"/>
                  </a:lnTo>
                  <a:lnTo>
                    <a:pt x="418479" y="1560472"/>
                  </a:lnTo>
                  <a:lnTo>
                    <a:pt x="417561" y="1560686"/>
                  </a:lnTo>
                  <a:lnTo>
                    <a:pt x="416668" y="1560939"/>
                  </a:lnTo>
                  <a:lnTo>
                    <a:pt x="415800" y="1561231"/>
                  </a:lnTo>
                  <a:lnTo>
                    <a:pt x="414957" y="1561561"/>
                  </a:lnTo>
                  <a:lnTo>
                    <a:pt x="414139" y="1561931"/>
                  </a:lnTo>
                  <a:lnTo>
                    <a:pt x="413345" y="1562347"/>
                  </a:lnTo>
                  <a:lnTo>
                    <a:pt x="412577" y="1562817"/>
                  </a:lnTo>
                  <a:lnTo>
                    <a:pt x="411834" y="1563341"/>
                  </a:lnTo>
                  <a:lnTo>
                    <a:pt x="411116" y="1563920"/>
                  </a:lnTo>
                  <a:lnTo>
                    <a:pt x="410423" y="1564553"/>
                  </a:lnTo>
                  <a:lnTo>
                    <a:pt x="409755" y="1565240"/>
                  </a:lnTo>
                  <a:lnTo>
                    <a:pt x="409112" y="1565981"/>
                  </a:lnTo>
                  <a:lnTo>
                    <a:pt x="408493" y="1566776"/>
                  </a:lnTo>
                  <a:lnTo>
                    <a:pt x="407900" y="1567625"/>
                  </a:lnTo>
                  <a:lnTo>
                    <a:pt x="407332" y="1568529"/>
                  </a:lnTo>
                  <a:lnTo>
                    <a:pt x="406804" y="1569478"/>
                  </a:lnTo>
                  <a:lnTo>
                    <a:pt x="406301" y="1570490"/>
                  </a:lnTo>
                  <a:lnTo>
                    <a:pt x="405826" y="1571567"/>
                  </a:lnTo>
                  <a:lnTo>
                    <a:pt x="405376" y="1572707"/>
                  </a:lnTo>
                  <a:lnTo>
                    <a:pt x="404953" y="1573911"/>
                  </a:lnTo>
                  <a:lnTo>
                    <a:pt x="404557" y="1575180"/>
                  </a:lnTo>
                  <a:lnTo>
                    <a:pt x="404187" y="1576512"/>
                  </a:lnTo>
                  <a:lnTo>
                    <a:pt x="403843" y="1577908"/>
                  </a:lnTo>
                  <a:lnTo>
                    <a:pt x="403525" y="1579368"/>
                  </a:lnTo>
                  <a:lnTo>
                    <a:pt x="403234" y="1580892"/>
                  </a:lnTo>
                  <a:lnTo>
                    <a:pt x="402971" y="1582472"/>
                  </a:lnTo>
                  <a:lnTo>
                    <a:pt x="402734" y="1584131"/>
                  </a:lnTo>
                  <a:lnTo>
                    <a:pt x="402526" y="1585867"/>
                  </a:lnTo>
                  <a:lnTo>
                    <a:pt x="402345" y="1587681"/>
                  </a:lnTo>
                  <a:lnTo>
                    <a:pt x="402193" y="1589573"/>
                  </a:lnTo>
                  <a:lnTo>
                    <a:pt x="402068" y="1591543"/>
                  </a:lnTo>
                  <a:lnTo>
                    <a:pt x="401970" y="1593590"/>
                  </a:lnTo>
                  <a:lnTo>
                    <a:pt x="401901" y="1595716"/>
                  </a:lnTo>
                  <a:lnTo>
                    <a:pt x="401859" y="1597919"/>
                  </a:lnTo>
                  <a:lnTo>
                    <a:pt x="401845" y="1600200"/>
                  </a:lnTo>
                  <a:lnTo>
                    <a:pt x="401859" y="1602414"/>
                  </a:lnTo>
                  <a:lnTo>
                    <a:pt x="401901" y="1604558"/>
                  </a:lnTo>
                  <a:lnTo>
                    <a:pt x="401970" y="1606632"/>
                  </a:lnTo>
                  <a:lnTo>
                    <a:pt x="402068" y="1608634"/>
                  </a:lnTo>
                  <a:lnTo>
                    <a:pt x="402193" y="1610565"/>
                  </a:lnTo>
                  <a:lnTo>
                    <a:pt x="402345" y="1612426"/>
                  </a:lnTo>
                  <a:lnTo>
                    <a:pt x="402526" y="1614216"/>
                  </a:lnTo>
                  <a:lnTo>
                    <a:pt x="402734" y="1615935"/>
                  </a:lnTo>
                  <a:lnTo>
                    <a:pt x="402971" y="1617583"/>
                  </a:lnTo>
                  <a:lnTo>
                    <a:pt x="403234" y="1619160"/>
                  </a:lnTo>
                  <a:lnTo>
                    <a:pt x="403539" y="1620672"/>
                  </a:lnTo>
                  <a:lnTo>
                    <a:pt x="403868" y="1622124"/>
                  </a:lnTo>
                  <a:lnTo>
                    <a:pt x="404222" y="1623517"/>
                  </a:lnTo>
                  <a:lnTo>
                    <a:pt x="404601" y="1624850"/>
                  </a:lnTo>
                  <a:lnTo>
                    <a:pt x="405005" y="1626123"/>
                  </a:lnTo>
                  <a:lnTo>
                    <a:pt x="405435" y="1627336"/>
                  </a:lnTo>
                  <a:lnTo>
                    <a:pt x="405889" y="1628490"/>
                  </a:lnTo>
                  <a:lnTo>
                    <a:pt x="406368" y="1629584"/>
                  </a:lnTo>
                  <a:lnTo>
                    <a:pt x="406872" y="1630618"/>
                  </a:lnTo>
                  <a:lnTo>
                    <a:pt x="407402" y="1631592"/>
                  </a:lnTo>
                  <a:lnTo>
                    <a:pt x="407969" y="1632497"/>
                  </a:lnTo>
                  <a:lnTo>
                    <a:pt x="408560" y="1633351"/>
                  </a:lnTo>
                  <a:lnTo>
                    <a:pt x="409175" y="1634153"/>
                  </a:lnTo>
                  <a:lnTo>
                    <a:pt x="409813" y="1634904"/>
                  </a:lnTo>
                  <a:lnTo>
                    <a:pt x="410475" y="1635603"/>
                  </a:lnTo>
                  <a:lnTo>
                    <a:pt x="411160" y="1636251"/>
                  </a:lnTo>
                  <a:lnTo>
                    <a:pt x="411870" y="1636848"/>
                  </a:lnTo>
                  <a:lnTo>
                    <a:pt x="412602" y="1637393"/>
                  </a:lnTo>
                  <a:lnTo>
                    <a:pt x="413359" y="1637887"/>
                  </a:lnTo>
                  <a:lnTo>
                    <a:pt x="414139" y="1638329"/>
                  </a:lnTo>
                  <a:lnTo>
                    <a:pt x="414941" y="1638712"/>
                  </a:lnTo>
                  <a:lnTo>
                    <a:pt x="415767" y="1639054"/>
                  </a:lnTo>
                  <a:lnTo>
                    <a:pt x="416614" y="1639356"/>
                  </a:lnTo>
                  <a:lnTo>
                    <a:pt x="417483" y="1639618"/>
                  </a:lnTo>
                  <a:lnTo>
                    <a:pt x="418375" y="1639840"/>
                  </a:lnTo>
                  <a:lnTo>
                    <a:pt x="419289" y="1640021"/>
                  </a:lnTo>
                  <a:lnTo>
                    <a:pt x="420225" y="1640162"/>
                  </a:lnTo>
                  <a:lnTo>
                    <a:pt x="421184" y="1640263"/>
                  </a:lnTo>
                  <a:lnTo>
                    <a:pt x="422165" y="1640323"/>
                  </a:lnTo>
                  <a:lnTo>
                    <a:pt x="423167" y="1640343"/>
                  </a:lnTo>
                  <a:lnTo>
                    <a:pt x="424144" y="1640323"/>
                  </a:lnTo>
                  <a:lnTo>
                    <a:pt x="425101" y="1640263"/>
                  </a:lnTo>
                  <a:lnTo>
                    <a:pt x="426039" y="1640162"/>
                  </a:lnTo>
                  <a:lnTo>
                    <a:pt x="426957" y="1640021"/>
                  </a:lnTo>
                  <a:lnTo>
                    <a:pt x="427856" y="1639840"/>
                  </a:lnTo>
                  <a:lnTo>
                    <a:pt x="428735" y="1639618"/>
                  </a:lnTo>
                  <a:lnTo>
                    <a:pt x="429595" y="1639356"/>
                  </a:lnTo>
                  <a:lnTo>
                    <a:pt x="430435" y="1639054"/>
                  </a:lnTo>
                  <a:lnTo>
                    <a:pt x="431256" y="1638712"/>
                  </a:lnTo>
                  <a:lnTo>
                    <a:pt x="432057" y="1638329"/>
                  </a:lnTo>
                  <a:lnTo>
                    <a:pt x="432837" y="1637887"/>
                  </a:lnTo>
                  <a:lnTo>
                    <a:pt x="433591" y="1637393"/>
                  </a:lnTo>
                  <a:lnTo>
                    <a:pt x="434320" y="1636848"/>
                  </a:lnTo>
                  <a:lnTo>
                    <a:pt x="435025" y="1636251"/>
                  </a:lnTo>
                  <a:lnTo>
                    <a:pt x="435704" y="1635603"/>
                  </a:lnTo>
                  <a:lnTo>
                    <a:pt x="436358" y="1634904"/>
                  </a:lnTo>
                  <a:lnTo>
                    <a:pt x="436987" y="1634153"/>
                  </a:lnTo>
                  <a:lnTo>
                    <a:pt x="437591" y="1633351"/>
                  </a:lnTo>
                  <a:lnTo>
                    <a:pt x="438171" y="1632497"/>
                  </a:lnTo>
                  <a:lnTo>
                    <a:pt x="438725" y="1631592"/>
                  </a:lnTo>
                  <a:lnTo>
                    <a:pt x="439267" y="1630618"/>
                  </a:lnTo>
                  <a:lnTo>
                    <a:pt x="439783" y="1629584"/>
                  </a:lnTo>
                  <a:lnTo>
                    <a:pt x="440273" y="1628490"/>
                  </a:lnTo>
                  <a:lnTo>
                    <a:pt x="440736" y="1627336"/>
                  </a:lnTo>
                  <a:lnTo>
                    <a:pt x="441173" y="1626123"/>
                  </a:lnTo>
                  <a:lnTo>
                    <a:pt x="441584" y="1624850"/>
                  </a:lnTo>
                  <a:lnTo>
                    <a:pt x="441968" y="1623517"/>
                  </a:lnTo>
                  <a:lnTo>
                    <a:pt x="442325" y="1622124"/>
                  </a:lnTo>
                  <a:lnTo>
                    <a:pt x="442657" y="1620672"/>
                  </a:lnTo>
                  <a:lnTo>
                    <a:pt x="442962" y="1619160"/>
                  </a:lnTo>
                  <a:lnTo>
                    <a:pt x="443252" y="1617583"/>
                  </a:lnTo>
                  <a:lnTo>
                    <a:pt x="443512" y="1615935"/>
                  </a:lnTo>
                  <a:lnTo>
                    <a:pt x="443741" y="1614216"/>
                  </a:lnTo>
                  <a:lnTo>
                    <a:pt x="443940" y="1612426"/>
                  </a:lnTo>
                  <a:lnTo>
                    <a:pt x="444108" y="1610565"/>
                  </a:lnTo>
                  <a:lnTo>
                    <a:pt x="444245" y="1608634"/>
                  </a:lnTo>
                  <a:lnTo>
                    <a:pt x="444352" y="1606632"/>
                  </a:lnTo>
                  <a:lnTo>
                    <a:pt x="444428" y="1604558"/>
                  </a:lnTo>
                  <a:lnTo>
                    <a:pt x="444474" y="1602414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h28"/>
            <p:cNvSpPr/>
            <p:nvPr/>
          </p:nvSpPr>
          <p:spPr>
            <a:xfrm>
              <a:off x="302907" y="3042307"/>
              <a:ext cx="518527" cy="1600200"/>
            </a:xfrm>
            <a:custGeom>
              <a:avLst/>
              <a:pathLst>
                <a:path w="518527" h="1600200">
                  <a:moveTo>
                    <a:pt x="457200" y="1600200"/>
                  </a:moveTo>
                  <a:lnTo>
                    <a:pt x="457200" y="1589573"/>
                  </a:lnTo>
                  <a:lnTo>
                    <a:pt x="482133" y="1589573"/>
                  </a:lnTo>
                  <a:lnTo>
                    <a:pt x="482133" y="1514286"/>
                  </a:lnTo>
                  <a:lnTo>
                    <a:pt x="460047" y="1530052"/>
                  </a:lnTo>
                  <a:lnTo>
                    <a:pt x="460047" y="1518245"/>
                  </a:lnTo>
                  <a:lnTo>
                    <a:pt x="483175" y="1502340"/>
                  </a:lnTo>
                  <a:lnTo>
                    <a:pt x="494704" y="1502340"/>
                  </a:lnTo>
                  <a:lnTo>
                    <a:pt x="494704" y="1589573"/>
                  </a:lnTo>
                  <a:lnTo>
                    <a:pt x="518527" y="1589573"/>
                  </a:lnTo>
                  <a:lnTo>
                    <a:pt x="518527" y="1600200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h29"/>
            <p:cNvSpPr/>
            <p:nvPr/>
          </p:nvSpPr>
          <p:spPr>
            <a:xfrm>
              <a:off x="299226" y="2162609"/>
              <a:ext cx="521999" cy="1600199"/>
            </a:xfrm>
            <a:custGeom>
              <a:avLst/>
              <a:pathLst>
                <a:path w="521999" h="1600199">
                  <a:moveTo>
                    <a:pt x="457200" y="1600199"/>
                  </a:moveTo>
                  <a:lnTo>
                    <a:pt x="457200" y="1591379"/>
                  </a:lnTo>
                  <a:lnTo>
                    <a:pt x="457923" y="1589773"/>
                  </a:lnTo>
                  <a:lnTo>
                    <a:pt x="458677" y="1588206"/>
                  </a:lnTo>
                  <a:lnTo>
                    <a:pt x="459462" y="1586678"/>
                  </a:lnTo>
                  <a:lnTo>
                    <a:pt x="460278" y="1585189"/>
                  </a:lnTo>
                  <a:lnTo>
                    <a:pt x="461124" y="1583739"/>
                  </a:lnTo>
                  <a:lnTo>
                    <a:pt x="462000" y="1582328"/>
                  </a:lnTo>
                  <a:lnTo>
                    <a:pt x="462907" y="1580955"/>
                  </a:lnTo>
                  <a:lnTo>
                    <a:pt x="463845" y="1579622"/>
                  </a:lnTo>
                  <a:lnTo>
                    <a:pt x="464813" y="1578327"/>
                  </a:lnTo>
                  <a:lnTo>
                    <a:pt x="465812" y="1577072"/>
                  </a:lnTo>
                  <a:lnTo>
                    <a:pt x="466844" y="1575834"/>
                  </a:lnTo>
                  <a:lnTo>
                    <a:pt x="467887" y="1574621"/>
                  </a:lnTo>
                  <a:lnTo>
                    <a:pt x="468939" y="1573434"/>
                  </a:lnTo>
                  <a:lnTo>
                    <a:pt x="470001" y="1572271"/>
                  </a:lnTo>
                  <a:lnTo>
                    <a:pt x="471073" y="1571133"/>
                  </a:lnTo>
                  <a:lnTo>
                    <a:pt x="472154" y="1570021"/>
                  </a:lnTo>
                  <a:lnTo>
                    <a:pt x="473245" y="1568933"/>
                  </a:lnTo>
                  <a:lnTo>
                    <a:pt x="474346" y="1567870"/>
                  </a:lnTo>
                  <a:lnTo>
                    <a:pt x="475457" y="1566833"/>
                  </a:lnTo>
                  <a:lnTo>
                    <a:pt x="476577" y="1565820"/>
                  </a:lnTo>
                  <a:lnTo>
                    <a:pt x="477701" y="1564814"/>
                  </a:lnTo>
                  <a:lnTo>
                    <a:pt x="478822" y="1563823"/>
                  </a:lnTo>
                  <a:lnTo>
                    <a:pt x="479940" y="1562847"/>
                  </a:lnTo>
                  <a:lnTo>
                    <a:pt x="481055" y="1561886"/>
                  </a:lnTo>
                  <a:lnTo>
                    <a:pt x="482168" y="1560941"/>
                  </a:lnTo>
                  <a:lnTo>
                    <a:pt x="483278" y="1560011"/>
                  </a:lnTo>
                  <a:lnTo>
                    <a:pt x="484385" y="1559096"/>
                  </a:lnTo>
                  <a:lnTo>
                    <a:pt x="485489" y="1558197"/>
                  </a:lnTo>
                  <a:lnTo>
                    <a:pt x="486591" y="1557313"/>
                  </a:lnTo>
                  <a:lnTo>
                    <a:pt x="487689" y="1556444"/>
                  </a:lnTo>
                  <a:lnTo>
                    <a:pt x="488790" y="1555583"/>
                  </a:lnTo>
                  <a:lnTo>
                    <a:pt x="489867" y="1554722"/>
                  </a:lnTo>
                  <a:lnTo>
                    <a:pt x="490923" y="1553860"/>
                  </a:lnTo>
                  <a:lnTo>
                    <a:pt x="491957" y="1552999"/>
                  </a:lnTo>
                  <a:lnTo>
                    <a:pt x="492968" y="1552138"/>
                  </a:lnTo>
                  <a:lnTo>
                    <a:pt x="493957" y="1551277"/>
                  </a:lnTo>
                  <a:lnTo>
                    <a:pt x="494924" y="1550416"/>
                  </a:lnTo>
                  <a:lnTo>
                    <a:pt x="495868" y="1549554"/>
                  </a:lnTo>
                  <a:lnTo>
                    <a:pt x="496791" y="1548693"/>
                  </a:lnTo>
                  <a:lnTo>
                    <a:pt x="497691" y="1547832"/>
                  </a:lnTo>
                  <a:lnTo>
                    <a:pt x="498562" y="1546966"/>
                  </a:lnTo>
                  <a:lnTo>
                    <a:pt x="499399" y="1546093"/>
                  </a:lnTo>
                  <a:lnTo>
                    <a:pt x="500201" y="1545211"/>
                  </a:lnTo>
                  <a:lnTo>
                    <a:pt x="500969" y="1544320"/>
                  </a:lnTo>
                  <a:lnTo>
                    <a:pt x="501702" y="1543422"/>
                  </a:lnTo>
                  <a:lnTo>
                    <a:pt x="502400" y="1542515"/>
                  </a:lnTo>
                  <a:lnTo>
                    <a:pt x="503063" y="1541599"/>
                  </a:lnTo>
                  <a:lnTo>
                    <a:pt x="503691" y="1540675"/>
                  </a:lnTo>
                  <a:lnTo>
                    <a:pt x="504285" y="1539743"/>
                  </a:lnTo>
                  <a:lnTo>
                    <a:pt x="504844" y="1538803"/>
                  </a:lnTo>
                  <a:lnTo>
                    <a:pt x="505372" y="1537846"/>
                  </a:lnTo>
                  <a:lnTo>
                    <a:pt x="505844" y="1536864"/>
                  </a:lnTo>
                  <a:lnTo>
                    <a:pt x="506261" y="1535857"/>
                  </a:lnTo>
                  <a:lnTo>
                    <a:pt x="506622" y="1534825"/>
                  </a:lnTo>
                  <a:lnTo>
                    <a:pt x="506928" y="1533768"/>
                  </a:lnTo>
                  <a:lnTo>
                    <a:pt x="507178" y="1532686"/>
                  </a:lnTo>
                  <a:lnTo>
                    <a:pt x="507372" y="1531578"/>
                  </a:lnTo>
                  <a:lnTo>
                    <a:pt x="507511" y="1530446"/>
                  </a:lnTo>
                  <a:lnTo>
                    <a:pt x="507595" y="1529289"/>
                  </a:lnTo>
                  <a:lnTo>
                    <a:pt x="507622" y="1528107"/>
                  </a:lnTo>
                  <a:lnTo>
                    <a:pt x="507610" y="1527284"/>
                  </a:lnTo>
                  <a:lnTo>
                    <a:pt x="507572" y="1526482"/>
                  </a:lnTo>
                  <a:lnTo>
                    <a:pt x="507510" y="1525701"/>
                  </a:lnTo>
                  <a:lnTo>
                    <a:pt x="507422" y="1524940"/>
                  </a:lnTo>
                  <a:lnTo>
                    <a:pt x="507310" y="1524200"/>
                  </a:lnTo>
                  <a:lnTo>
                    <a:pt x="507172" y="1523482"/>
                  </a:lnTo>
                  <a:lnTo>
                    <a:pt x="507010" y="1522784"/>
                  </a:lnTo>
                  <a:lnTo>
                    <a:pt x="506822" y="1522106"/>
                  </a:lnTo>
                  <a:lnTo>
                    <a:pt x="506610" y="1521450"/>
                  </a:lnTo>
                  <a:lnTo>
                    <a:pt x="506372" y="1520815"/>
                  </a:lnTo>
                  <a:lnTo>
                    <a:pt x="506111" y="1520186"/>
                  </a:lnTo>
                  <a:lnTo>
                    <a:pt x="505828" y="1519578"/>
                  </a:lnTo>
                  <a:lnTo>
                    <a:pt x="505522" y="1518991"/>
                  </a:lnTo>
                  <a:lnTo>
                    <a:pt x="505194" y="1518425"/>
                  </a:lnTo>
                  <a:lnTo>
                    <a:pt x="504844" y="1517880"/>
                  </a:lnTo>
                  <a:lnTo>
                    <a:pt x="504472" y="1517356"/>
                  </a:lnTo>
                  <a:lnTo>
                    <a:pt x="504078" y="1516852"/>
                  </a:lnTo>
                  <a:lnTo>
                    <a:pt x="503661" y="1516370"/>
                  </a:lnTo>
                  <a:lnTo>
                    <a:pt x="503222" y="1515908"/>
                  </a:lnTo>
                  <a:lnTo>
                    <a:pt x="502761" y="1515467"/>
                  </a:lnTo>
                  <a:lnTo>
                    <a:pt x="502279" y="1515047"/>
                  </a:lnTo>
                  <a:lnTo>
                    <a:pt x="501777" y="1514650"/>
                  </a:lnTo>
                  <a:lnTo>
                    <a:pt x="501256" y="1514275"/>
                  </a:lnTo>
                  <a:lnTo>
                    <a:pt x="500716" y="1513922"/>
                  </a:lnTo>
                  <a:lnTo>
                    <a:pt x="500156" y="1513591"/>
                  </a:lnTo>
                  <a:lnTo>
                    <a:pt x="499577" y="1513283"/>
                  </a:lnTo>
                  <a:lnTo>
                    <a:pt x="498978" y="1512997"/>
                  </a:lnTo>
                  <a:lnTo>
                    <a:pt x="498360" y="1512733"/>
                  </a:lnTo>
                  <a:lnTo>
                    <a:pt x="497723" y="1512491"/>
                  </a:lnTo>
                  <a:lnTo>
                    <a:pt x="497066" y="1512272"/>
                  </a:lnTo>
                  <a:lnTo>
                    <a:pt x="496405" y="1512061"/>
                  </a:lnTo>
                  <a:lnTo>
                    <a:pt x="495729" y="1511872"/>
                  </a:lnTo>
                  <a:lnTo>
                    <a:pt x="495038" y="1511705"/>
                  </a:lnTo>
                  <a:lnTo>
                    <a:pt x="494332" y="1511561"/>
                  </a:lnTo>
                  <a:lnTo>
                    <a:pt x="493610" y="1511438"/>
                  </a:lnTo>
                  <a:lnTo>
                    <a:pt x="492873" y="1511338"/>
                  </a:lnTo>
                  <a:lnTo>
                    <a:pt x="492121" y="1511261"/>
                  </a:lnTo>
                  <a:lnTo>
                    <a:pt x="491354" y="1511205"/>
                  </a:lnTo>
                  <a:lnTo>
                    <a:pt x="490571" y="1511172"/>
                  </a:lnTo>
                  <a:lnTo>
                    <a:pt x="489773" y="1511161"/>
                  </a:lnTo>
                  <a:lnTo>
                    <a:pt x="489027" y="1511171"/>
                  </a:lnTo>
                  <a:lnTo>
                    <a:pt x="488289" y="1511202"/>
                  </a:lnTo>
                  <a:lnTo>
                    <a:pt x="487560" y="1511254"/>
                  </a:lnTo>
                  <a:lnTo>
                    <a:pt x="486839" y="1511327"/>
                  </a:lnTo>
                  <a:lnTo>
                    <a:pt x="486127" y="1511421"/>
                  </a:lnTo>
                  <a:lnTo>
                    <a:pt x="485422" y="1511536"/>
                  </a:lnTo>
                  <a:lnTo>
                    <a:pt x="484727" y="1511671"/>
                  </a:lnTo>
                  <a:lnTo>
                    <a:pt x="484039" y="1511827"/>
                  </a:lnTo>
                  <a:lnTo>
                    <a:pt x="483360" y="1512004"/>
                  </a:lnTo>
                  <a:lnTo>
                    <a:pt x="482689" y="1512202"/>
                  </a:lnTo>
                  <a:lnTo>
                    <a:pt x="482043" y="1512421"/>
                  </a:lnTo>
                  <a:lnTo>
                    <a:pt x="481411" y="1512661"/>
                  </a:lnTo>
                  <a:lnTo>
                    <a:pt x="480793" y="1512921"/>
                  </a:lnTo>
                  <a:lnTo>
                    <a:pt x="480188" y="1513203"/>
                  </a:lnTo>
                  <a:lnTo>
                    <a:pt x="479598" y="1513505"/>
                  </a:lnTo>
                  <a:lnTo>
                    <a:pt x="479022" y="1513828"/>
                  </a:lnTo>
                  <a:lnTo>
                    <a:pt x="478459" y="1514171"/>
                  </a:lnTo>
                  <a:lnTo>
                    <a:pt x="477910" y="1514536"/>
                  </a:lnTo>
                  <a:lnTo>
                    <a:pt x="477376" y="1514921"/>
                  </a:lnTo>
                  <a:lnTo>
                    <a:pt x="476855" y="1515328"/>
                  </a:lnTo>
                  <a:lnTo>
                    <a:pt x="476350" y="1515755"/>
                  </a:lnTo>
                  <a:lnTo>
                    <a:pt x="475863" y="1516203"/>
                  </a:lnTo>
                  <a:lnTo>
                    <a:pt x="475394" y="1516672"/>
                  </a:lnTo>
                  <a:lnTo>
                    <a:pt x="474943" y="1517161"/>
                  </a:lnTo>
                  <a:lnTo>
                    <a:pt x="474511" y="1517672"/>
                  </a:lnTo>
                  <a:lnTo>
                    <a:pt x="474096" y="1518203"/>
                  </a:lnTo>
                  <a:lnTo>
                    <a:pt x="473699" y="1518755"/>
                  </a:lnTo>
                  <a:lnTo>
                    <a:pt x="473321" y="1519328"/>
                  </a:lnTo>
                  <a:lnTo>
                    <a:pt x="472960" y="1519922"/>
                  </a:lnTo>
                  <a:lnTo>
                    <a:pt x="472618" y="1520537"/>
                  </a:lnTo>
                  <a:lnTo>
                    <a:pt x="472310" y="1521158"/>
                  </a:lnTo>
                  <a:lnTo>
                    <a:pt x="472024" y="1521801"/>
                  </a:lnTo>
                  <a:lnTo>
                    <a:pt x="471760" y="1522464"/>
                  </a:lnTo>
                  <a:lnTo>
                    <a:pt x="471518" y="1523148"/>
                  </a:lnTo>
                  <a:lnTo>
                    <a:pt x="471298" y="1523853"/>
                  </a:lnTo>
                  <a:lnTo>
                    <a:pt x="471101" y="1524579"/>
                  </a:lnTo>
                  <a:lnTo>
                    <a:pt x="470926" y="1525326"/>
                  </a:lnTo>
                  <a:lnTo>
                    <a:pt x="470773" y="1526093"/>
                  </a:lnTo>
                  <a:lnTo>
                    <a:pt x="470643" y="1526881"/>
                  </a:lnTo>
                  <a:lnTo>
                    <a:pt x="470534" y="1527690"/>
                  </a:lnTo>
                  <a:lnTo>
                    <a:pt x="457755" y="1526510"/>
                  </a:lnTo>
                  <a:lnTo>
                    <a:pt x="457897" y="1525460"/>
                  </a:lnTo>
                  <a:lnTo>
                    <a:pt x="458072" y="1524423"/>
                  </a:lnTo>
                  <a:lnTo>
                    <a:pt x="458280" y="1523399"/>
                  </a:lnTo>
                  <a:lnTo>
                    <a:pt x="458522" y="1522387"/>
                  </a:lnTo>
                  <a:lnTo>
                    <a:pt x="458797" y="1521388"/>
                  </a:lnTo>
                  <a:lnTo>
                    <a:pt x="459105" y="1520401"/>
                  </a:lnTo>
                  <a:lnTo>
                    <a:pt x="459447" y="1519426"/>
                  </a:lnTo>
                  <a:lnTo>
                    <a:pt x="459822" y="1518464"/>
                  </a:lnTo>
                  <a:lnTo>
                    <a:pt x="460230" y="1517515"/>
                  </a:lnTo>
                  <a:lnTo>
                    <a:pt x="460672" y="1516578"/>
                  </a:lnTo>
                  <a:lnTo>
                    <a:pt x="461148" y="1515659"/>
                  </a:lnTo>
                  <a:lnTo>
                    <a:pt x="461658" y="1514764"/>
                  </a:lnTo>
                  <a:lnTo>
                    <a:pt x="462204" y="1513892"/>
                  </a:lnTo>
                  <a:lnTo>
                    <a:pt x="462784" y="1513044"/>
                  </a:lnTo>
                  <a:lnTo>
                    <a:pt x="463398" y="1512220"/>
                  </a:lnTo>
                  <a:lnTo>
                    <a:pt x="464048" y="1511419"/>
                  </a:lnTo>
                  <a:lnTo>
                    <a:pt x="464732" y="1510642"/>
                  </a:lnTo>
                  <a:lnTo>
                    <a:pt x="465451" y="1509888"/>
                  </a:lnTo>
                  <a:lnTo>
                    <a:pt x="466204" y="1509158"/>
                  </a:lnTo>
                  <a:lnTo>
                    <a:pt x="466992" y="1508452"/>
                  </a:lnTo>
                  <a:lnTo>
                    <a:pt x="467814" y="1507759"/>
                  </a:lnTo>
                  <a:lnTo>
                    <a:pt x="468668" y="1507096"/>
                  </a:lnTo>
                  <a:lnTo>
                    <a:pt x="469553" y="1506464"/>
                  </a:lnTo>
                  <a:lnTo>
                    <a:pt x="470471" y="1505863"/>
                  </a:lnTo>
                  <a:lnTo>
                    <a:pt x="471420" y="1505292"/>
                  </a:lnTo>
                  <a:lnTo>
                    <a:pt x="472401" y="1504751"/>
                  </a:lnTo>
                  <a:lnTo>
                    <a:pt x="473415" y="1504242"/>
                  </a:lnTo>
                  <a:lnTo>
                    <a:pt x="474460" y="1503762"/>
                  </a:lnTo>
                  <a:lnTo>
                    <a:pt x="475537" y="1503314"/>
                  </a:lnTo>
                  <a:lnTo>
                    <a:pt x="476646" y="1502896"/>
                  </a:lnTo>
                  <a:lnTo>
                    <a:pt x="477803" y="1502513"/>
                  </a:lnTo>
                  <a:lnTo>
                    <a:pt x="478994" y="1502171"/>
                  </a:lnTo>
                  <a:lnTo>
                    <a:pt x="480220" y="1501868"/>
                  </a:lnTo>
                  <a:lnTo>
                    <a:pt x="481480" y="1501607"/>
                  </a:lnTo>
                  <a:lnTo>
                    <a:pt x="482776" y="1501385"/>
                  </a:lnTo>
                  <a:lnTo>
                    <a:pt x="484106" y="1501204"/>
                  </a:lnTo>
                  <a:lnTo>
                    <a:pt x="485470" y="1501063"/>
                  </a:lnTo>
                  <a:lnTo>
                    <a:pt x="486870" y="1500962"/>
                  </a:lnTo>
                  <a:lnTo>
                    <a:pt x="488304" y="1500902"/>
                  </a:lnTo>
                  <a:lnTo>
                    <a:pt x="489773" y="1500882"/>
                  </a:lnTo>
                  <a:lnTo>
                    <a:pt x="491216" y="1500899"/>
                  </a:lnTo>
                  <a:lnTo>
                    <a:pt x="492626" y="1500951"/>
                  </a:lnTo>
                  <a:lnTo>
                    <a:pt x="494005" y="1501038"/>
                  </a:lnTo>
                  <a:lnTo>
                    <a:pt x="495351" y="1501159"/>
                  </a:lnTo>
                  <a:lnTo>
                    <a:pt x="496666" y="1501316"/>
                  </a:lnTo>
                  <a:lnTo>
                    <a:pt x="497949" y="1501507"/>
                  </a:lnTo>
                  <a:lnTo>
                    <a:pt x="499200" y="1501732"/>
                  </a:lnTo>
                  <a:lnTo>
                    <a:pt x="500419" y="1501993"/>
                  </a:lnTo>
                  <a:lnTo>
                    <a:pt x="501606" y="1502288"/>
                  </a:lnTo>
                  <a:lnTo>
                    <a:pt x="502761" y="1502618"/>
                  </a:lnTo>
                  <a:lnTo>
                    <a:pt x="503882" y="1502982"/>
                  </a:lnTo>
                  <a:lnTo>
                    <a:pt x="504967" y="1503379"/>
                  </a:lnTo>
                  <a:lnTo>
                    <a:pt x="506015" y="1503810"/>
                  </a:lnTo>
                  <a:lnTo>
                    <a:pt x="507028" y="1504274"/>
                  </a:lnTo>
                  <a:lnTo>
                    <a:pt x="508004" y="1504771"/>
                  </a:lnTo>
                  <a:lnTo>
                    <a:pt x="508945" y="1505302"/>
                  </a:lnTo>
                  <a:lnTo>
                    <a:pt x="509849" y="1505865"/>
                  </a:lnTo>
                  <a:lnTo>
                    <a:pt x="510717" y="1506463"/>
                  </a:lnTo>
                  <a:lnTo>
                    <a:pt x="511549" y="1507093"/>
                  </a:lnTo>
                  <a:lnTo>
                    <a:pt x="512345" y="1507757"/>
                  </a:lnTo>
                  <a:lnTo>
                    <a:pt x="513118" y="1508454"/>
                  </a:lnTo>
                  <a:lnTo>
                    <a:pt x="513854" y="1509183"/>
                  </a:lnTo>
                  <a:lnTo>
                    <a:pt x="514552" y="1509943"/>
                  </a:lnTo>
                  <a:lnTo>
                    <a:pt x="515212" y="1510736"/>
                  </a:lnTo>
                  <a:lnTo>
                    <a:pt x="515835" y="1511560"/>
                  </a:lnTo>
                  <a:lnTo>
                    <a:pt x="516421" y="1512416"/>
                  </a:lnTo>
                  <a:lnTo>
                    <a:pt x="516969" y="1513305"/>
                  </a:lnTo>
                  <a:lnTo>
                    <a:pt x="517479" y="1514225"/>
                  </a:lnTo>
                  <a:lnTo>
                    <a:pt x="517952" y="1515177"/>
                  </a:lnTo>
                  <a:lnTo>
                    <a:pt x="518388" y="1516161"/>
                  </a:lnTo>
                  <a:lnTo>
                    <a:pt x="518784" y="1517177"/>
                  </a:lnTo>
                  <a:lnTo>
                    <a:pt x="519138" y="1518223"/>
                  </a:lnTo>
                  <a:lnTo>
                    <a:pt x="519450" y="1519299"/>
                  </a:lnTo>
                  <a:lnTo>
                    <a:pt x="519721" y="1520406"/>
                  </a:lnTo>
                  <a:lnTo>
                    <a:pt x="519950" y="1521544"/>
                  </a:lnTo>
                  <a:lnTo>
                    <a:pt x="520138" y="1522712"/>
                  </a:lnTo>
                  <a:lnTo>
                    <a:pt x="520284" y="1523911"/>
                  </a:lnTo>
                  <a:lnTo>
                    <a:pt x="520388" y="1525140"/>
                  </a:lnTo>
                  <a:lnTo>
                    <a:pt x="520450" y="1526400"/>
                  </a:lnTo>
                  <a:lnTo>
                    <a:pt x="520471" y="1527690"/>
                  </a:lnTo>
                  <a:lnTo>
                    <a:pt x="520453" y="1528672"/>
                  </a:lnTo>
                  <a:lnTo>
                    <a:pt x="520399" y="1529643"/>
                  </a:lnTo>
                  <a:lnTo>
                    <a:pt x="520309" y="1530605"/>
                  </a:lnTo>
                  <a:lnTo>
                    <a:pt x="520182" y="1531558"/>
                  </a:lnTo>
                  <a:lnTo>
                    <a:pt x="520020" y="1532500"/>
                  </a:lnTo>
                  <a:lnTo>
                    <a:pt x="519821" y="1533433"/>
                  </a:lnTo>
                  <a:lnTo>
                    <a:pt x="519586" y="1534356"/>
                  </a:lnTo>
                  <a:lnTo>
                    <a:pt x="519316" y="1535269"/>
                  </a:lnTo>
                  <a:lnTo>
                    <a:pt x="519009" y="1536173"/>
                  </a:lnTo>
                  <a:lnTo>
                    <a:pt x="518666" y="1537067"/>
                  </a:lnTo>
                  <a:lnTo>
                    <a:pt x="518306" y="1537951"/>
                  </a:lnTo>
                  <a:lnTo>
                    <a:pt x="517921" y="1538828"/>
                  </a:lnTo>
                  <a:lnTo>
                    <a:pt x="517511" y="1539696"/>
                  </a:lnTo>
                  <a:lnTo>
                    <a:pt x="517076" y="1540556"/>
                  </a:lnTo>
                  <a:lnTo>
                    <a:pt x="516617" y="1541407"/>
                  </a:lnTo>
                  <a:lnTo>
                    <a:pt x="516132" y="1542251"/>
                  </a:lnTo>
                  <a:lnTo>
                    <a:pt x="515622" y="1543085"/>
                  </a:lnTo>
                  <a:lnTo>
                    <a:pt x="515087" y="1543912"/>
                  </a:lnTo>
                  <a:lnTo>
                    <a:pt x="514527" y="1544730"/>
                  </a:lnTo>
                  <a:lnTo>
                    <a:pt x="513943" y="1545540"/>
                  </a:lnTo>
                  <a:lnTo>
                    <a:pt x="513350" y="1546343"/>
                  </a:lnTo>
                  <a:lnTo>
                    <a:pt x="512737" y="1547140"/>
                  </a:lnTo>
                  <a:lnTo>
                    <a:pt x="512105" y="1547932"/>
                  </a:lnTo>
                  <a:lnTo>
                    <a:pt x="511454" y="1548718"/>
                  </a:lnTo>
                  <a:lnTo>
                    <a:pt x="510783" y="1549499"/>
                  </a:lnTo>
                  <a:lnTo>
                    <a:pt x="510092" y="1550274"/>
                  </a:lnTo>
                  <a:lnTo>
                    <a:pt x="509382" y="1551043"/>
                  </a:lnTo>
                  <a:lnTo>
                    <a:pt x="508653" y="1551807"/>
                  </a:lnTo>
                  <a:lnTo>
                    <a:pt x="507904" y="1552566"/>
                  </a:lnTo>
                  <a:lnTo>
                    <a:pt x="507136" y="1553319"/>
                  </a:lnTo>
                  <a:lnTo>
                    <a:pt x="506355" y="1554067"/>
                  </a:lnTo>
                  <a:lnTo>
                    <a:pt x="505567" y="1554813"/>
                  </a:lnTo>
                  <a:lnTo>
                    <a:pt x="504771" y="1555556"/>
                  </a:lnTo>
                  <a:lnTo>
                    <a:pt x="503969" y="1556297"/>
                  </a:lnTo>
                  <a:lnTo>
                    <a:pt x="503160" y="1557034"/>
                  </a:lnTo>
                  <a:lnTo>
                    <a:pt x="502344" y="1557769"/>
                  </a:lnTo>
                  <a:lnTo>
                    <a:pt x="501521" y="1558501"/>
                  </a:lnTo>
                  <a:lnTo>
                    <a:pt x="500691" y="1559230"/>
                  </a:lnTo>
                  <a:lnTo>
                    <a:pt x="499854" y="1559957"/>
                  </a:lnTo>
                  <a:lnTo>
                    <a:pt x="499010" y="1560681"/>
                  </a:lnTo>
                  <a:lnTo>
                    <a:pt x="498162" y="1561389"/>
                  </a:lnTo>
                  <a:lnTo>
                    <a:pt x="497313" y="1562098"/>
                  </a:lnTo>
                  <a:lnTo>
                    <a:pt x="496462" y="1562806"/>
                  </a:lnTo>
                  <a:lnTo>
                    <a:pt x="495610" y="1563514"/>
                  </a:lnTo>
                  <a:lnTo>
                    <a:pt x="494756" y="1564223"/>
                  </a:lnTo>
                  <a:lnTo>
                    <a:pt x="493901" y="1564931"/>
                  </a:lnTo>
                  <a:lnTo>
                    <a:pt x="493045" y="1565640"/>
                  </a:lnTo>
                  <a:lnTo>
                    <a:pt x="492187" y="1566348"/>
                  </a:lnTo>
                  <a:lnTo>
                    <a:pt x="491328" y="1567056"/>
                  </a:lnTo>
                  <a:lnTo>
                    <a:pt x="490468" y="1567765"/>
                  </a:lnTo>
                  <a:lnTo>
                    <a:pt x="489611" y="1568460"/>
                  </a:lnTo>
                  <a:lnTo>
                    <a:pt x="488765" y="1569157"/>
                  </a:lnTo>
                  <a:lnTo>
                    <a:pt x="487928" y="1569855"/>
                  </a:lnTo>
                  <a:lnTo>
                    <a:pt x="487100" y="1570554"/>
                  </a:lnTo>
                  <a:lnTo>
                    <a:pt x="486283" y="1571255"/>
                  </a:lnTo>
                  <a:lnTo>
                    <a:pt x="485475" y="1571957"/>
                  </a:lnTo>
                  <a:lnTo>
                    <a:pt x="484677" y="1572661"/>
                  </a:lnTo>
                  <a:lnTo>
                    <a:pt x="483889" y="1573366"/>
                  </a:lnTo>
                  <a:lnTo>
                    <a:pt x="483110" y="1574072"/>
                  </a:lnTo>
                  <a:lnTo>
                    <a:pt x="482342" y="1574780"/>
                  </a:lnTo>
                  <a:lnTo>
                    <a:pt x="481599" y="1575489"/>
                  </a:lnTo>
                  <a:lnTo>
                    <a:pt x="480872" y="1576202"/>
                  </a:lnTo>
                  <a:lnTo>
                    <a:pt x="480160" y="1576917"/>
                  </a:lnTo>
                  <a:lnTo>
                    <a:pt x="479463" y="1577636"/>
                  </a:lnTo>
                  <a:lnTo>
                    <a:pt x="478782" y="1578356"/>
                  </a:lnTo>
                  <a:lnTo>
                    <a:pt x="478116" y="1579080"/>
                  </a:lnTo>
                  <a:lnTo>
                    <a:pt x="477465" y="1579807"/>
                  </a:lnTo>
                  <a:lnTo>
                    <a:pt x="476830" y="1580536"/>
                  </a:lnTo>
                  <a:lnTo>
                    <a:pt x="476210" y="1581268"/>
                  </a:lnTo>
                  <a:lnTo>
                    <a:pt x="475605" y="1582003"/>
                  </a:lnTo>
                  <a:lnTo>
                    <a:pt x="475020" y="1582729"/>
                  </a:lnTo>
                  <a:lnTo>
                    <a:pt x="474463" y="1583461"/>
                  </a:lnTo>
                  <a:lnTo>
                    <a:pt x="473931" y="1584201"/>
                  </a:lnTo>
                  <a:lnTo>
                    <a:pt x="473427" y="1584948"/>
                  </a:lnTo>
                  <a:lnTo>
                    <a:pt x="472948" y="1585701"/>
                  </a:lnTo>
                  <a:lnTo>
                    <a:pt x="472496" y="1586462"/>
                  </a:lnTo>
                  <a:lnTo>
                    <a:pt x="472070" y="1587229"/>
                  </a:lnTo>
                  <a:lnTo>
                    <a:pt x="471671" y="1588004"/>
                  </a:lnTo>
                  <a:lnTo>
                    <a:pt x="471298" y="1588785"/>
                  </a:lnTo>
                  <a:lnTo>
                    <a:pt x="470951" y="1589573"/>
                  </a:lnTo>
                  <a:lnTo>
                    <a:pt x="521999" y="1589573"/>
                  </a:lnTo>
                  <a:lnTo>
                    <a:pt x="521999" y="1600199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h30"/>
            <p:cNvSpPr/>
            <p:nvPr/>
          </p:nvSpPr>
          <p:spPr>
            <a:xfrm>
              <a:off x="364929" y="1255893"/>
              <a:ext cx="457200" cy="1628606"/>
            </a:xfrm>
            <a:custGeom>
              <a:avLst/>
              <a:pathLst>
                <a:path w="457200" h="1628606">
                  <a:moveTo>
                    <a:pt x="457200" y="1600200"/>
                  </a:moveTo>
                  <a:lnTo>
                    <a:pt x="457177" y="1601532"/>
                  </a:lnTo>
                  <a:lnTo>
                    <a:pt x="457111" y="1602836"/>
                  </a:lnTo>
                  <a:lnTo>
                    <a:pt x="456999" y="1604110"/>
                  </a:lnTo>
                  <a:lnTo>
                    <a:pt x="456844" y="1605356"/>
                  </a:lnTo>
                  <a:lnTo>
                    <a:pt x="456644" y="1606572"/>
                  </a:lnTo>
                  <a:lnTo>
                    <a:pt x="456399" y="1607759"/>
                  </a:lnTo>
                  <a:lnTo>
                    <a:pt x="456110" y="1608917"/>
                  </a:lnTo>
                  <a:lnTo>
                    <a:pt x="455777" y="1610045"/>
                  </a:lnTo>
                  <a:lnTo>
                    <a:pt x="455399" y="1611145"/>
                  </a:lnTo>
                  <a:lnTo>
                    <a:pt x="454977" y="1612215"/>
                  </a:lnTo>
                  <a:lnTo>
                    <a:pt x="454526" y="1613255"/>
                  </a:lnTo>
                  <a:lnTo>
                    <a:pt x="454032" y="1614262"/>
                  </a:lnTo>
                  <a:lnTo>
                    <a:pt x="453498" y="1615238"/>
                  </a:lnTo>
                  <a:lnTo>
                    <a:pt x="452921" y="1616182"/>
                  </a:lnTo>
                  <a:lnTo>
                    <a:pt x="452303" y="1617094"/>
                  </a:lnTo>
                  <a:lnTo>
                    <a:pt x="451643" y="1617974"/>
                  </a:lnTo>
                  <a:lnTo>
                    <a:pt x="450942" y="1618822"/>
                  </a:lnTo>
                  <a:lnTo>
                    <a:pt x="450199" y="1619638"/>
                  </a:lnTo>
                  <a:lnTo>
                    <a:pt x="449414" y="1620422"/>
                  </a:lnTo>
                  <a:lnTo>
                    <a:pt x="448587" y="1621174"/>
                  </a:lnTo>
                  <a:lnTo>
                    <a:pt x="447733" y="1621880"/>
                  </a:lnTo>
                  <a:lnTo>
                    <a:pt x="446837" y="1622552"/>
                  </a:lnTo>
                  <a:lnTo>
                    <a:pt x="445899" y="1623191"/>
                  </a:lnTo>
                  <a:lnTo>
                    <a:pt x="444920" y="1623797"/>
                  </a:lnTo>
                  <a:lnTo>
                    <a:pt x="443899" y="1624369"/>
                  </a:lnTo>
                  <a:lnTo>
                    <a:pt x="442837" y="1624908"/>
                  </a:lnTo>
                  <a:lnTo>
                    <a:pt x="441732" y="1625414"/>
                  </a:lnTo>
                  <a:lnTo>
                    <a:pt x="440586" y="1625886"/>
                  </a:lnTo>
                  <a:lnTo>
                    <a:pt x="439399" y="1626325"/>
                  </a:lnTo>
                  <a:lnTo>
                    <a:pt x="438169" y="1626731"/>
                  </a:lnTo>
                  <a:lnTo>
                    <a:pt x="436915" y="1627087"/>
                  </a:lnTo>
                  <a:lnTo>
                    <a:pt x="435625" y="1627406"/>
                  </a:lnTo>
                  <a:lnTo>
                    <a:pt x="434298" y="1627687"/>
                  </a:lnTo>
                  <a:lnTo>
                    <a:pt x="432935" y="1627931"/>
                  </a:lnTo>
                  <a:lnTo>
                    <a:pt x="431537" y="1628137"/>
                  </a:lnTo>
                  <a:lnTo>
                    <a:pt x="430102" y="1628306"/>
                  </a:lnTo>
                  <a:lnTo>
                    <a:pt x="428631" y="1628437"/>
                  </a:lnTo>
                  <a:lnTo>
                    <a:pt x="427124" y="1628531"/>
                  </a:lnTo>
                  <a:lnTo>
                    <a:pt x="425580" y="1628587"/>
                  </a:lnTo>
                  <a:lnTo>
                    <a:pt x="424001" y="1628606"/>
                  </a:lnTo>
                  <a:lnTo>
                    <a:pt x="422210" y="1628584"/>
                  </a:lnTo>
                  <a:lnTo>
                    <a:pt x="420475" y="1628517"/>
                  </a:lnTo>
                  <a:lnTo>
                    <a:pt x="418798" y="1628406"/>
                  </a:lnTo>
                  <a:lnTo>
                    <a:pt x="417178" y="1628250"/>
                  </a:lnTo>
                  <a:lnTo>
                    <a:pt x="415614" y="1628050"/>
                  </a:lnTo>
                  <a:lnTo>
                    <a:pt x="414108" y="1627806"/>
                  </a:lnTo>
                  <a:lnTo>
                    <a:pt x="412659" y="1627517"/>
                  </a:lnTo>
                  <a:lnTo>
                    <a:pt x="411266" y="1627183"/>
                  </a:lnTo>
                  <a:lnTo>
                    <a:pt x="409930" y="1626806"/>
                  </a:lnTo>
                  <a:lnTo>
                    <a:pt x="408652" y="1626383"/>
                  </a:lnTo>
                  <a:lnTo>
                    <a:pt x="407437" y="1625911"/>
                  </a:lnTo>
                  <a:lnTo>
                    <a:pt x="406265" y="1625411"/>
                  </a:lnTo>
                  <a:lnTo>
                    <a:pt x="405137" y="1624883"/>
                  </a:lnTo>
                  <a:lnTo>
                    <a:pt x="404051" y="1624328"/>
                  </a:lnTo>
                  <a:lnTo>
                    <a:pt x="403009" y="1623744"/>
                  </a:lnTo>
                  <a:lnTo>
                    <a:pt x="402009" y="1623133"/>
                  </a:lnTo>
                  <a:lnTo>
                    <a:pt x="401053" y="1622494"/>
                  </a:lnTo>
                  <a:lnTo>
                    <a:pt x="400140" y="1621827"/>
                  </a:lnTo>
                  <a:lnTo>
                    <a:pt x="399269" y="1621133"/>
                  </a:lnTo>
                  <a:lnTo>
                    <a:pt x="398442" y="1620410"/>
                  </a:lnTo>
                  <a:lnTo>
                    <a:pt x="397657" y="1619651"/>
                  </a:lnTo>
                  <a:lnTo>
                    <a:pt x="396911" y="1618871"/>
                  </a:lnTo>
                  <a:lnTo>
                    <a:pt x="396206" y="1618073"/>
                  </a:lnTo>
                  <a:lnTo>
                    <a:pt x="395542" y="1617254"/>
                  </a:lnTo>
                  <a:lnTo>
                    <a:pt x="394917" y="1616417"/>
                  </a:lnTo>
                  <a:lnTo>
                    <a:pt x="394333" y="1615560"/>
                  </a:lnTo>
                  <a:lnTo>
                    <a:pt x="393789" y="1614683"/>
                  </a:lnTo>
                  <a:lnTo>
                    <a:pt x="393286" y="1613787"/>
                  </a:lnTo>
                  <a:lnTo>
                    <a:pt x="392823" y="1612872"/>
                  </a:lnTo>
                  <a:lnTo>
                    <a:pt x="392400" y="1611937"/>
                  </a:lnTo>
                  <a:lnTo>
                    <a:pt x="392011" y="1610976"/>
                  </a:lnTo>
                  <a:lnTo>
                    <a:pt x="391650" y="1610009"/>
                  </a:lnTo>
                  <a:lnTo>
                    <a:pt x="391316" y="1609037"/>
                  </a:lnTo>
                  <a:lnTo>
                    <a:pt x="391011" y="1608059"/>
                  </a:lnTo>
                  <a:lnTo>
                    <a:pt x="390733" y="1607075"/>
                  </a:lnTo>
                  <a:lnTo>
                    <a:pt x="390483" y="1606086"/>
                  </a:lnTo>
                  <a:lnTo>
                    <a:pt x="390261" y="1605092"/>
                  </a:lnTo>
                  <a:lnTo>
                    <a:pt x="390066" y="1604092"/>
                  </a:lnTo>
                  <a:lnTo>
                    <a:pt x="389899" y="1603086"/>
                  </a:lnTo>
                  <a:lnTo>
                    <a:pt x="389761" y="1602075"/>
                  </a:lnTo>
                  <a:lnTo>
                    <a:pt x="402679" y="1600894"/>
                  </a:lnTo>
                  <a:lnTo>
                    <a:pt x="402799" y="1601665"/>
                  </a:lnTo>
                  <a:lnTo>
                    <a:pt x="402937" y="1602422"/>
                  </a:lnTo>
                  <a:lnTo>
                    <a:pt x="403093" y="1603165"/>
                  </a:lnTo>
                  <a:lnTo>
                    <a:pt x="403268" y="1603894"/>
                  </a:lnTo>
                  <a:lnTo>
                    <a:pt x="403460" y="1604610"/>
                  </a:lnTo>
                  <a:lnTo>
                    <a:pt x="403671" y="1605311"/>
                  </a:lnTo>
                  <a:lnTo>
                    <a:pt x="403899" y="1605999"/>
                  </a:lnTo>
                  <a:lnTo>
                    <a:pt x="404146" y="1606673"/>
                  </a:lnTo>
                  <a:lnTo>
                    <a:pt x="404410" y="1607332"/>
                  </a:lnTo>
                  <a:lnTo>
                    <a:pt x="404693" y="1607978"/>
                  </a:lnTo>
                  <a:lnTo>
                    <a:pt x="405009" y="1608608"/>
                  </a:lnTo>
                  <a:lnTo>
                    <a:pt x="405346" y="1609220"/>
                  </a:lnTo>
                  <a:lnTo>
                    <a:pt x="405703" y="1609814"/>
                  </a:lnTo>
                  <a:lnTo>
                    <a:pt x="406082" y="1610390"/>
                  </a:lnTo>
                  <a:lnTo>
                    <a:pt x="406481" y="1610947"/>
                  </a:lnTo>
                  <a:lnTo>
                    <a:pt x="406902" y="1611487"/>
                  </a:lnTo>
                  <a:lnTo>
                    <a:pt x="407343" y="1612009"/>
                  </a:lnTo>
                  <a:lnTo>
                    <a:pt x="407804" y="1612512"/>
                  </a:lnTo>
                  <a:lnTo>
                    <a:pt x="408287" y="1612998"/>
                  </a:lnTo>
                  <a:lnTo>
                    <a:pt x="408791" y="1613465"/>
                  </a:lnTo>
                  <a:lnTo>
                    <a:pt x="409316" y="1613913"/>
                  </a:lnTo>
                  <a:lnTo>
                    <a:pt x="409866" y="1614340"/>
                  </a:lnTo>
                  <a:lnTo>
                    <a:pt x="410439" y="1614746"/>
                  </a:lnTo>
                  <a:lnTo>
                    <a:pt x="411035" y="1615132"/>
                  </a:lnTo>
                  <a:lnTo>
                    <a:pt x="411656" y="1615497"/>
                  </a:lnTo>
                  <a:lnTo>
                    <a:pt x="412299" y="1615840"/>
                  </a:lnTo>
                  <a:lnTo>
                    <a:pt x="412967" y="1616163"/>
                  </a:lnTo>
                  <a:lnTo>
                    <a:pt x="413658" y="1616465"/>
                  </a:lnTo>
                  <a:lnTo>
                    <a:pt x="414373" y="1616747"/>
                  </a:lnTo>
                  <a:lnTo>
                    <a:pt x="415111" y="1617007"/>
                  </a:lnTo>
                  <a:lnTo>
                    <a:pt x="415875" y="1617245"/>
                  </a:lnTo>
                  <a:lnTo>
                    <a:pt x="416667" y="1617457"/>
                  </a:lnTo>
                  <a:lnTo>
                    <a:pt x="417486" y="1617645"/>
                  </a:lnTo>
                  <a:lnTo>
                    <a:pt x="418334" y="1617807"/>
                  </a:lnTo>
                  <a:lnTo>
                    <a:pt x="419209" y="1617945"/>
                  </a:lnTo>
                  <a:lnTo>
                    <a:pt x="420112" y="1618057"/>
                  </a:lnTo>
                  <a:lnTo>
                    <a:pt x="421042" y="1618145"/>
                  </a:lnTo>
                  <a:lnTo>
                    <a:pt x="422001" y="1618207"/>
                  </a:lnTo>
                  <a:lnTo>
                    <a:pt x="422987" y="1618245"/>
                  </a:lnTo>
                  <a:lnTo>
                    <a:pt x="424001" y="1618257"/>
                  </a:lnTo>
                  <a:lnTo>
                    <a:pt x="425849" y="1618211"/>
                  </a:lnTo>
                  <a:lnTo>
                    <a:pt x="427615" y="1618071"/>
                  </a:lnTo>
                  <a:lnTo>
                    <a:pt x="429299" y="1617839"/>
                  </a:lnTo>
                  <a:lnTo>
                    <a:pt x="430902" y="1617513"/>
                  </a:lnTo>
                  <a:lnTo>
                    <a:pt x="432422" y="1617094"/>
                  </a:lnTo>
                  <a:lnTo>
                    <a:pt x="433860" y="1616582"/>
                  </a:lnTo>
                  <a:lnTo>
                    <a:pt x="435217" y="1615977"/>
                  </a:lnTo>
                  <a:lnTo>
                    <a:pt x="436491" y="1615279"/>
                  </a:lnTo>
                  <a:lnTo>
                    <a:pt x="437684" y="1614488"/>
                  </a:lnTo>
                  <a:lnTo>
                    <a:pt x="438794" y="1613604"/>
                  </a:lnTo>
                  <a:lnTo>
                    <a:pt x="439824" y="1612628"/>
                  </a:lnTo>
                  <a:lnTo>
                    <a:pt x="440745" y="1611562"/>
                  </a:lnTo>
                  <a:lnTo>
                    <a:pt x="441557" y="1610406"/>
                  </a:lnTo>
                  <a:lnTo>
                    <a:pt x="442262" y="1609159"/>
                  </a:lnTo>
                  <a:lnTo>
                    <a:pt x="442857" y="1607822"/>
                  </a:lnTo>
                  <a:lnTo>
                    <a:pt x="443345" y="1606395"/>
                  </a:lnTo>
                  <a:lnTo>
                    <a:pt x="443724" y="1604877"/>
                  </a:lnTo>
                  <a:lnTo>
                    <a:pt x="443995" y="1603269"/>
                  </a:lnTo>
                  <a:lnTo>
                    <a:pt x="444158" y="1601571"/>
                  </a:lnTo>
                  <a:lnTo>
                    <a:pt x="444212" y="1599783"/>
                  </a:lnTo>
                  <a:lnTo>
                    <a:pt x="444187" y="1598721"/>
                  </a:lnTo>
                  <a:lnTo>
                    <a:pt x="444115" y="1597702"/>
                  </a:lnTo>
                  <a:lnTo>
                    <a:pt x="443993" y="1596726"/>
                  </a:lnTo>
                  <a:lnTo>
                    <a:pt x="443823" y="1595793"/>
                  </a:lnTo>
                  <a:lnTo>
                    <a:pt x="443604" y="1594904"/>
                  </a:lnTo>
                  <a:lnTo>
                    <a:pt x="443337" y="1594057"/>
                  </a:lnTo>
                  <a:lnTo>
                    <a:pt x="443021" y="1593253"/>
                  </a:lnTo>
                  <a:lnTo>
                    <a:pt x="442656" y="1592493"/>
                  </a:lnTo>
                  <a:lnTo>
                    <a:pt x="442243" y="1591776"/>
                  </a:lnTo>
                  <a:lnTo>
                    <a:pt x="441781" y="1591101"/>
                  </a:lnTo>
                  <a:lnTo>
                    <a:pt x="441296" y="1590450"/>
                  </a:lnTo>
                  <a:lnTo>
                    <a:pt x="440786" y="1589829"/>
                  </a:lnTo>
                  <a:lnTo>
                    <a:pt x="440252" y="1589238"/>
                  </a:lnTo>
                  <a:lnTo>
                    <a:pt x="439692" y="1588679"/>
                  </a:lnTo>
                  <a:lnTo>
                    <a:pt x="439107" y="1588149"/>
                  </a:lnTo>
                  <a:lnTo>
                    <a:pt x="438497" y="1587651"/>
                  </a:lnTo>
                  <a:lnTo>
                    <a:pt x="437862" y="1587183"/>
                  </a:lnTo>
                  <a:lnTo>
                    <a:pt x="437203" y="1586745"/>
                  </a:lnTo>
                  <a:lnTo>
                    <a:pt x="436518" y="1586338"/>
                  </a:lnTo>
                  <a:lnTo>
                    <a:pt x="435808" y="1585962"/>
                  </a:lnTo>
                  <a:lnTo>
                    <a:pt x="435093" y="1585599"/>
                  </a:lnTo>
                  <a:lnTo>
                    <a:pt x="434363" y="1585262"/>
                  </a:lnTo>
                  <a:lnTo>
                    <a:pt x="433620" y="1584949"/>
                  </a:lnTo>
                  <a:lnTo>
                    <a:pt x="432863" y="1584661"/>
                  </a:lnTo>
                  <a:lnTo>
                    <a:pt x="432092" y="1584399"/>
                  </a:lnTo>
                  <a:lnTo>
                    <a:pt x="431307" y="1584161"/>
                  </a:lnTo>
                  <a:lnTo>
                    <a:pt x="430509" y="1583949"/>
                  </a:lnTo>
                  <a:lnTo>
                    <a:pt x="429696" y="1583761"/>
                  </a:lnTo>
                  <a:lnTo>
                    <a:pt x="428870" y="1583599"/>
                  </a:lnTo>
                  <a:lnTo>
                    <a:pt x="428029" y="1583461"/>
                  </a:lnTo>
                  <a:lnTo>
                    <a:pt x="427202" y="1583343"/>
                  </a:lnTo>
                  <a:lnTo>
                    <a:pt x="426387" y="1583236"/>
                  </a:lnTo>
                  <a:lnTo>
                    <a:pt x="425585" y="1583143"/>
                  </a:lnTo>
                  <a:lnTo>
                    <a:pt x="424795" y="1583061"/>
                  </a:lnTo>
                  <a:lnTo>
                    <a:pt x="424018" y="1582992"/>
                  </a:lnTo>
                  <a:lnTo>
                    <a:pt x="423254" y="1582936"/>
                  </a:lnTo>
                  <a:lnTo>
                    <a:pt x="422501" y="1582892"/>
                  </a:lnTo>
                  <a:lnTo>
                    <a:pt x="421762" y="1582861"/>
                  </a:lnTo>
                  <a:lnTo>
                    <a:pt x="421035" y="1582842"/>
                  </a:lnTo>
                  <a:lnTo>
                    <a:pt x="420320" y="1582836"/>
                  </a:lnTo>
                  <a:lnTo>
                    <a:pt x="413236" y="1582836"/>
                  </a:lnTo>
                  <a:lnTo>
                    <a:pt x="413236" y="1572002"/>
                  </a:lnTo>
                  <a:lnTo>
                    <a:pt x="420042" y="1572002"/>
                  </a:lnTo>
                  <a:lnTo>
                    <a:pt x="420753" y="1571995"/>
                  </a:lnTo>
                  <a:lnTo>
                    <a:pt x="421470" y="1571974"/>
                  </a:lnTo>
                  <a:lnTo>
                    <a:pt x="422192" y="1571939"/>
                  </a:lnTo>
                  <a:lnTo>
                    <a:pt x="422920" y="1571890"/>
                  </a:lnTo>
                  <a:lnTo>
                    <a:pt x="423654" y="1571828"/>
                  </a:lnTo>
                  <a:lnTo>
                    <a:pt x="424393" y="1571752"/>
                  </a:lnTo>
                  <a:lnTo>
                    <a:pt x="425137" y="1571661"/>
                  </a:lnTo>
                  <a:lnTo>
                    <a:pt x="425887" y="1571557"/>
                  </a:lnTo>
                  <a:lnTo>
                    <a:pt x="426643" y="1571439"/>
                  </a:lnTo>
                  <a:lnTo>
                    <a:pt x="427404" y="1571307"/>
                  </a:lnTo>
                  <a:lnTo>
                    <a:pt x="428161" y="1571143"/>
                  </a:lnTo>
                  <a:lnTo>
                    <a:pt x="428904" y="1570957"/>
                  </a:lnTo>
                  <a:lnTo>
                    <a:pt x="429634" y="1570749"/>
                  </a:lnTo>
                  <a:lnTo>
                    <a:pt x="430349" y="1570518"/>
                  </a:lnTo>
                  <a:lnTo>
                    <a:pt x="431050" y="1570265"/>
                  </a:lnTo>
                  <a:lnTo>
                    <a:pt x="431738" y="1569990"/>
                  </a:lnTo>
                  <a:lnTo>
                    <a:pt x="432412" y="1569693"/>
                  </a:lnTo>
                  <a:lnTo>
                    <a:pt x="433071" y="1569373"/>
                  </a:lnTo>
                  <a:lnTo>
                    <a:pt x="433717" y="1569032"/>
                  </a:lnTo>
                  <a:lnTo>
                    <a:pt x="434349" y="1568668"/>
                  </a:lnTo>
                  <a:lnTo>
                    <a:pt x="434977" y="1568266"/>
                  </a:lnTo>
                  <a:lnTo>
                    <a:pt x="435580" y="1567837"/>
                  </a:lnTo>
                  <a:lnTo>
                    <a:pt x="436160" y="1567382"/>
                  </a:lnTo>
                  <a:lnTo>
                    <a:pt x="436716" y="1566901"/>
                  </a:lnTo>
                  <a:lnTo>
                    <a:pt x="437249" y="1566393"/>
                  </a:lnTo>
                  <a:lnTo>
                    <a:pt x="437758" y="1565859"/>
                  </a:lnTo>
                  <a:lnTo>
                    <a:pt x="438244" y="1565299"/>
                  </a:lnTo>
                  <a:lnTo>
                    <a:pt x="438706" y="1564712"/>
                  </a:lnTo>
                  <a:lnTo>
                    <a:pt x="439144" y="1564098"/>
                  </a:lnTo>
                  <a:lnTo>
                    <a:pt x="439558" y="1563459"/>
                  </a:lnTo>
                  <a:lnTo>
                    <a:pt x="439954" y="1562788"/>
                  </a:lnTo>
                  <a:lnTo>
                    <a:pt x="440309" y="1562081"/>
                  </a:lnTo>
                  <a:lnTo>
                    <a:pt x="440621" y="1561338"/>
                  </a:lnTo>
                  <a:lnTo>
                    <a:pt x="440892" y="1560558"/>
                  </a:lnTo>
                  <a:lnTo>
                    <a:pt x="441121" y="1559743"/>
                  </a:lnTo>
                  <a:lnTo>
                    <a:pt x="441309" y="1558892"/>
                  </a:lnTo>
                  <a:lnTo>
                    <a:pt x="441454" y="1558004"/>
                  </a:lnTo>
                  <a:lnTo>
                    <a:pt x="441559" y="1557080"/>
                  </a:lnTo>
                  <a:lnTo>
                    <a:pt x="441621" y="1556120"/>
                  </a:lnTo>
                  <a:lnTo>
                    <a:pt x="441642" y="1555124"/>
                  </a:lnTo>
                  <a:lnTo>
                    <a:pt x="441595" y="1553588"/>
                  </a:lnTo>
                  <a:lnTo>
                    <a:pt x="441456" y="1552118"/>
                  </a:lnTo>
                  <a:lnTo>
                    <a:pt x="441223" y="1550716"/>
                  </a:lnTo>
                  <a:lnTo>
                    <a:pt x="440897" y="1549379"/>
                  </a:lnTo>
                  <a:lnTo>
                    <a:pt x="440479" y="1548110"/>
                  </a:lnTo>
                  <a:lnTo>
                    <a:pt x="439967" y="1546907"/>
                  </a:lnTo>
                  <a:lnTo>
                    <a:pt x="439362" y="1545770"/>
                  </a:lnTo>
                  <a:lnTo>
                    <a:pt x="438664" y="1544701"/>
                  </a:lnTo>
                  <a:lnTo>
                    <a:pt x="437873" y="1543698"/>
                  </a:lnTo>
                  <a:lnTo>
                    <a:pt x="436989" y="1542762"/>
                  </a:lnTo>
                  <a:lnTo>
                    <a:pt x="436027" y="1541891"/>
                  </a:lnTo>
                  <a:lnTo>
                    <a:pt x="434975" y="1541112"/>
                  </a:lnTo>
                  <a:lnTo>
                    <a:pt x="433832" y="1540424"/>
                  </a:lnTo>
                  <a:lnTo>
                    <a:pt x="432599" y="1539828"/>
                  </a:lnTo>
                  <a:lnTo>
                    <a:pt x="431276" y="1539324"/>
                  </a:lnTo>
                  <a:lnTo>
                    <a:pt x="429863" y="1538911"/>
                  </a:lnTo>
                  <a:lnTo>
                    <a:pt x="428359" y="1538590"/>
                  </a:lnTo>
                  <a:lnTo>
                    <a:pt x="426765" y="1538361"/>
                  </a:lnTo>
                  <a:lnTo>
                    <a:pt x="425081" y="1538224"/>
                  </a:lnTo>
                  <a:lnTo>
                    <a:pt x="423306" y="1538178"/>
                  </a:lnTo>
                  <a:lnTo>
                    <a:pt x="421685" y="1538220"/>
                  </a:lnTo>
                  <a:lnTo>
                    <a:pt x="420125" y="1538347"/>
                  </a:lnTo>
                  <a:lnTo>
                    <a:pt x="418629" y="1538559"/>
                  </a:lnTo>
                  <a:lnTo>
                    <a:pt x="417195" y="1538856"/>
                  </a:lnTo>
                  <a:lnTo>
                    <a:pt x="415823" y="1539237"/>
                  </a:lnTo>
                  <a:lnTo>
                    <a:pt x="414514" y="1539703"/>
                  </a:lnTo>
                  <a:lnTo>
                    <a:pt x="413267" y="1540254"/>
                  </a:lnTo>
                  <a:lnTo>
                    <a:pt x="412083" y="1540889"/>
                  </a:lnTo>
                  <a:lnTo>
                    <a:pt x="410961" y="1541610"/>
                  </a:lnTo>
                  <a:lnTo>
                    <a:pt x="409902" y="1542414"/>
                  </a:lnTo>
                  <a:lnTo>
                    <a:pt x="408930" y="1543297"/>
                  </a:lnTo>
                  <a:lnTo>
                    <a:pt x="408043" y="1544248"/>
                  </a:lnTo>
                  <a:lnTo>
                    <a:pt x="407241" y="1545269"/>
                  </a:lnTo>
                  <a:lnTo>
                    <a:pt x="406524" y="1546359"/>
                  </a:lnTo>
                  <a:lnTo>
                    <a:pt x="405891" y="1547519"/>
                  </a:lnTo>
                  <a:lnTo>
                    <a:pt x="405343" y="1548749"/>
                  </a:lnTo>
                  <a:lnTo>
                    <a:pt x="404880" y="1550047"/>
                  </a:lnTo>
                  <a:lnTo>
                    <a:pt x="404501" y="1551416"/>
                  </a:lnTo>
                  <a:lnTo>
                    <a:pt x="404207" y="1552853"/>
                  </a:lnTo>
                  <a:lnTo>
                    <a:pt x="403998" y="1554360"/>
                  </a:lnTo>
                  <a:lnTo>
                    <a:pt x="391427" y="1553388"/>
                  </a:lnTo>
                  <a:lnTo>
                    <a:pt x="391600" y="1552113"/>
                  </a:lnTo>
                  <a:lnTo>
                    <a:pt x="391814" y="1550871"/>
                  </a:lnTo>
                  <a:lnTo>
                    <a:pt x="392067" y="1549663"/>
                  </a:lnTo>
                  <a:lnTo>
                    <a:pt x="392361" y="1548487"/>
                  </a:lnTo>
                  <a:lnTo>
                    <a:pt x="392695" y="1547346"/>
                  </a:lnTo>
                  <a:lnTo>
                    <a:pt x="393069" y="1546237"/>
                  </a:lnTo>
                  <a:lnTo>
                    <a:pt x="393484" y="1545162"/>
                  </a:lnTo>
                  <a:lnTo>
                    <a:pt x="393939" y="1544120"/>
                  </a:lnTo>
                  <a:lnTo>
                    <a:pt x="394434" y="1543112"/>
                  </a:lnTo>
                  <a:lnTo>
                    <a:pt x="394970" y="1542137"/>
                  </a:lnTo>
                  <a:lnTo>
                    <a:pt x="395540" y="1541195"/>
                  </a:lnTo>
                  <a:lnTo>
                    <a:pt x="396139" y="1540286"/>
                  </a:lnTo>
                  <a:lnTo>
                    <a:pt x="396768" y="1539411"/>
                  </a:lnTo>
                  <a:lnTo>
                    <a:pt x="397425" y="1538570"/>
                  </a:lnTo>
                  <a:lnTo>
                    <a:pt x="398112" y="1537761"/>
                  </a:lnTo>
                  <a:lnTo>
                    <a:pt x="398828" y="1536986"/>
                  </a:lnTo>
                  <a:lnTo>
                    <a:pt x="399574" y="1536244"/>
                  </a:lnTo>
                  <a:lnTo>
                    <a:pt x="400348" y="1535536"/>
                  </a:lnTo>
                  <a:lnTo>
                    <a:pt x="401152" y="1534861"/>
                  </a:lnTo>
                  <a:lnTo>
                    <a:pt x="401984" y="1534219"/>
                  </a:lnTo>
                  <a:lnTo>
                    <a:pt x="402857" y="1533597"/>
                  </a:lnTo>
                  <a:lnTo>
                    <a:pt x="403754" y="1533008"/>
                  </a:lnTo>
                  <a:lnTo>
                    <a:pt x="404674" y="1532452"/>
                  </a:lnTo>
                  <a:lnTo>
                    <a:pt x="405618" y="1531930"/>
                  </a:lnTo>
                  <a:lnTo>
                    <a:pt x="406586" y="1531441"/>
                  </a:lnTo>
                  <a:lnTo>
                    <a:pt x="407577" y="1530985"/>
                  </a:lnTo>
                  <a:lnTo>
                    <a:pt x="408591" y="1530563"/>
                  </a:lnTo>
                  <a:lnTo>
                    <a:pt x="409630" y="1530174"/>
                  </a:lnTo>
                  <a:lnTo>
                    <a:pt x="410692" y="1529818"/>
                  </a:lnTo>
                  <a:lnTo>
                    <a:pt x="411777" y="1529496"/>
                  </a:lnTo>
                  <a:lnTo>
                    <a:pt x="412881" y="1529193"/>
                  </a:lnTo>
                  <a:lnTo>
                    <a:pt x="414000" y="1528921"/>
                  </a:lnTo>
                  <a:lnTo>
                    <a:pt x="415132" y="1528682"/>
                  </a:lnTo>
                  <a:lnTo>
                    <a:pt x="416278" y="1528474"/>
                  </a:lnTo>
                  <a:lnTo>
                    <a:pt x="417438" y="1528298"/>
                  </a:lnTo>
                  <a:lnTo>
                    <a:pt x="418611" y="1528154"/>
                  </a:lnTo>
                  <a:lnTo>
                    <a:pt x="419799" y="1528043"/>
                  </a:lnTo>
                  <a:lnTo>
                    <a:pt x="421001" y="1527963"/>
                  </a:lnTo>
                  <a:lnTo>
                    <a:pt x="422216" y="1527915"/>
                  </a:lnTo>
                  <a:lnTo>
                    <a:pt x="423445" y="1527899"/>
                  </a:lnTo>
                  <a:lnTo>
                    <a:pt x="425061" y="1527920"/>
                  </a:lnTo>
                  <a:lnTo>
                    <a:pt x="426632" y="1527982"/>
                  </a:lnTo>
                  <a:lnTo>
                    <a:pt x="428156" y="1528086"/>
                  </a:lnTo>
                  <a:lnTo>
                    <a:pt x="429635" y="1528232"/>
                  </a:lnTo>
                  <a:lnTo>
                    <a:pt x="431068" y="1528420"/>
                  </a:lnTo>
                  <a:lnTo>
                    <a:pt x="432455" y="1528649"/>
                  </a:lnTo>
                  <a:lnTo>
                    <a:pt x="433796" y="1528920"/>
                  </a:lnTo>
                  <a:lnTo>
                    <a:pt x="435091" y="1529232"/>
                  </a:lnTo>
                  <a:lnTo>
                    <a:pt x="436341" y="1529587"/>
                  </a:lnTo>
                  <a:lnTo>
                    <a:pt x="437544" y="1529982"/>
                  </a:lnTo>
                  <a:lnTo>
                    <a:pt x="438703" y="1530400"/>
                  </a:lnTo>
                  <a:lnTo>
                    <a:pt x="439820" y="1530849"/>
                  </a:lnTo>
                  <a:lnTo>
                    <a:pt x="440893" y="1531328"/>
                  </a:lnTo>
                  <a:lnTo>
                    <a:pt x="441923" y="1531838"/>
                  </a:lnTo>
                  <a:lnTo>
                    <a:pt x="442910" y="1532379"/>
                  </a:lnTo>
                  <a:lnTo>
                    <a:pt x="443853" y="1532949"/>
                  </a:lnTo>
                  <a:lnTo>
                    <a:pt x="444754" y="1533551"/>
                  </a:lnTo>
                  <a:lnTo>
                    <a:pt x="445612" y="1534183"/>
                  </a:lnTo>
                  <a:lnTo>
                    <a:pt x="446427" y="1534845"/>
                  </a:lnTo>
                  <a:lnTo>
                    <a:pt x="447198" y="1535539"/>
                  </a:lnTo>
                  <a:lnTo>
                    <a:pt x="447928" y="1536246"/>
                  </a:lnTo>
                  <a:lnTo>
                    <a:pt x="448618" y="1536978"/>
                  </a:lnTo>
                  <a:lnTo>
                    <a:pt x="449267" y="1537735"/>
                  </a:lnTo>
                  <a:lnTo>
                    <a:pt x="449876" y="1538517"/>
                  </a:lnTo>
                  <a:lnTo>
                    <a:pt x="450445" y="1539324"/>
                  </a:lnTo>
                  <a:lnTo>
                    <a:pt x="450974" y="1540156"/>
                  </a:lnTo>
                  <a:lnTo>
                    <a:pt x="451462" y="1541013"/>
                  </a:lnTo>
                  <a:lnTo>
                    <a:pt x="451910" y="1541895"/>
                  </a:lnTo>
                  <a:lnTo>
                    <a:pt x="452318" y="1542802"/>
                  </a:lnTo>
                  <a:lnTo>
                    <a:pt x="452685" y="1543734"/>
                  </a:lnTo>
                  <a:lnTo>
                    <a:pt x="453028" y="1544685"/>
                  </a:lnTo>
                  <a:lnTo>
                    <a:pt x="453335" y="1545648"/>
                  </a:lnTo>
                  <a:lnTo>
                    <a:pt x="453606" y="1546624"/>
                  </a:lnTo>
                  <a:lnTo>
                    <a:pt x="453841" y="1547612"/>
                  </a:lnTo>
                  <a:lnTo>
                    <a:pt x="454039" y="1548613"/>
                  </a:lnTo>
                  <a:lnTo>
                    <a:pt x="454202" y="1549627"/>
                  </a:lnTo>
                  <a:lnTo>
                    <a:pt x="454328" y="1550652"/>
                  </a:lnTo>
                  <a:lnTo>
                    <a:pt x="454419" y="1551691"/>
                  </a:lnTo>
                  <a:lnTo>
                    <a:pt x="454473" y="1552741"/>
                  </a:lnTo>
                  <a:lnTo>
                    <a:pt x="454491" y="1553805"/>
                  </a:lnTo>
                  <a:lnTo>
                    <a:pt x="454479" y="1554660"/>
                  </a:lnTo>
                  <a:lnTo>
                    <a:pt x="454444" y="1555505"/>
                  </a:lnTo>
                  <a:lnTo>
                    <a:pt x="454385" y="1556338"/>
                  </a:lnTo>
                  <a:lnTo>
                    <a:pt x="454302" y="1557161"/>
                  </a:lnTo>
                  <a:lnTo>
                    <a:pt x="454196" y="1557972"/>
                  </a:lnTo>
                  <a:lnTo>
                    <a:pt x="454066" y="1558772"/>
                  </a:lnTo>
                  <a:lnTo>
                    <a:pt x="453912" y="1559561"/>
                  </a:lnTo>
                  <a:lnTo>
                    <a:pt x="453735" y="1560339"/>
                  </a:lnTo>
                  <a:lnTo>
                    <a:pt x="453534" y="1561106"/>
                  </a:lnTo>
                  <a:lnTo>
                    <a:pt x="453310" y="1561861"/>
                  </a:lnTo>
                  <a:lnTo>
                    <a:pt x="453061" y="1562604"/>
                  </a:lnTo>
                  <a:lnTo>
                    <a:pt x="452785" y="1563331"/>
                  </a:lnTo>
                  <a:lnTo>
                    <a:pt x="452483" y="1564043"/>
                  </a:lnTo>
                  <a:lnTo>
                    <a:pt x="452154" y="1564740"/>
                  </a:lnTo>
                  <a:lnTo>
                    <a:pt x="451800" y="1565421"/>
                  </a:lnTo>
                  <a:lnTo>
                    <a:pt x="451418" y="1566087"/>
                  </a:lnTo>
                  <a:lnTo>
                    <a:pt x="451011" y="1566738"/>
                  </a:lnTo>
                  <a:lnTo>
                    <a:pt x="450576" y="1567373"/>
                  </a:lnTo>
                  <a:lnTo>
                    <a:pt x="450116" y="1567993"/>
                  </a:lnTo>
                  <a:lnTo>
                    <a:pt x="449629" y="1568598"/>
                  </a:lnTo>
                  <a:lnTo>
                    <a:pt x="449115" y="1569187"/>
                  </a:lnTo>
                  <a:lnTo>
                    <a:pt x="448573" y="1569760"/>
                  </a:lnTo>
                  <a:lnTo>
                    <a:pt x="448004" y="1570315"/>
                  </a:lnTo>
                  <a:lnTo>
                    <a:pt x="447407" y="1570854"/>
                  </a:lnTo>
                  <a:lnTo>
                    <a:pt x="446782" y="1571376"/>
                  </a:lnTo>
                  <a:lnTo>
                    <a:pt x="446129" y="1571882"/>
                  </a:lnTo>
                  <a:lnTo>
                    <a:pt x="445448" y="1572371"/>
                  </a:lnTo>
                  <a:lnTo>
                    <a:pt x="444740" y="1572843"/>
                  </a:lnTo>
                  <a:lnTo>
                    <a:pt x="444003" y="1573299"/>
                  </a:lnTo>
                  <a:lnTo>
                    <a:pt x="443239" y="1573738"/>
                  </a:lnTo>
                  <a:lnTo>
                    <a:pt x="442459" y="1574158"/>
                  </a:lnTo>
                  <a:lnTo>
                    <a:pt x="441648" y="1574557"/>
                  </a:lnTo>
                  <a:lnTo>
                    <a:pt x="440804" y="1574936"/>
                  </a:lnTo>
                  <a:lnTo>
                    <a:pt x="439928" y="1575294"/>
                  </a:lnTo>
                  <a:lnTo>
                    <a:pt x="439020" y="1575630"/>
                  </a:lnTo>
                  <a:lnTo>
                    <a:pt x="438080" y="1575946"/>
                  </a:lnTo>
                  <a:lnTo>
                    <a:pt x="437109" y="1576242"/>
                  </a:lnTo>
                  <a:lnTo>
                    <a:pt x="436105" y="1576516"/>
                  </a:lnTo>
                  <a:lnTo>
                    <a:pt x="435070" y="1576769"/>
                  </a:lnTo>
                  <a:lnTo>
                    <a:pt x="434002" y="1577002"/>
                  </a:lnTo>
                  <a:lnTo>
                    <a:pt x="434002" y="1577280"/>
                  </a:lnTo>
                  <a:lnTo>
                    <a:pt x="435168" y="1577420"/>
                  </a:lnTo>
                  <a:lnTo>
                    <a:pt x="436302" y="1577588"/>
                  </a:lnTo>
                  <a:lnTo>
                    <a:pt x="437407" y="1577786"/>
                  </a:lnTo>
                  <a:lnTo>
                    <a:pt x="438480" y="1578013"/>
                  </a:lnTo>
                  <a:lnTo>
                    <a:pt x="439524" y="1578270"/>
                  </a:lnTo>
                  <a:lnTo>
                    <a:pt x="440536" y="1578555"/>
                  </a:lnTo>
                  <a:lnTo>
                    <a:pt x="441518" y="1578870"/>
                  </a:lnTo>
                  <a:lnTo>
                    <a:pt x="442470" y="1579214"/>
                  </a:lnTo>
                  <a:lnTo>
                    <a:pt x="443391" y="1579587"/>
                  </a:lnTo>
                  <a:lnTo>
                    <a:pt x="444281" y="1579989"/>
                  </a:lnTo>
                  <a:lnTo>
                    <a:pt x="445141" y="1580402"/>
                  </a:lnTo>
                  <a:lnTo>
                    <a:pt x="445970" y="1580836"/>
                  </a:lnTo>
                  <a:lnTo>
                    <a:pt x="446769" y="1581291"/>
                  </a:lnTo>
                  <a:lnTo>
                    <a:pt x="447537" y="1581767"/>
                  </a:lnTo>
                  <a:lnTo>
                    <a:pt x="448275" y="1582263"/>
                  </a:lnTo>
                  <a:lnTo>
                    <a:pt x="448982" y="1582781"/>
                  </a:lnTo>
                  <a:lnTo>
                    <a:pt x="449658" y="1583319"/>
                  </a:lnTo>
                  <a:lnTo>
                    <a:pt x="450304" y="1583878"/>
                  </a:lnTo>
                  <a:lnTo>
                    <a:pt x="450920" y="1584458"/>
                  </a:lnTo>
                  <a:lnTo>
                    <a:pt x="451504" y="1585059"/>
                  </a:lnTo>
                  <a:lnTo>
                    <a:pt x="452059" y="1585678"/>
                  </a:lnTo>
                  <a:lnTo>
                    <a:pt x="452585" y="1586314"/>
                  </a:lnTo>
                  <a:lnTo>
                    <a:pt x="453082" y="1586967"/>
                  </a:lnTo>
                  <a:lnTo>
                    <a:pt x="453549" y="1587637"/>
                  </a:lnTo>
                  <a:lnTo>
                    <a:pt x="453987" y="1588323"/>
                  </a:lnTo>
                  <a:lnTo>
                    <a:pt x="454396" y="1589026"/>
                  </a:lnTo>
                  <a:lnTo>
                    <a:pt x="454776" y="1589745"/>
                  </a:lnTo>
                  <a:lnTo>
                    <a:pt x="455127" y="1590482"/>
                  </a:lnTo>
                  <a:lnTo>
                    <a:pt x="455449" y="1591234"/>
                  </a:lnTo>
                  <a:lnTo>
                    <a:pt x="455741" y="1592004"/>
                  </a:lnTo>
                  <a:lnTo>
                    <a:pt x="456018" y="1592786"/>
                  </a:lnTo>
                  <a:lnTo>
                    <a:pt x="456266" y="1593576"/>
                  </a:lnTo>
                  <a:lnTo>
                    <a:pt x="456485" y="1594375"/>
                  </a:lnTo>
                  <a:lnTo>
                    <a:pt x="456674" y="1595182"/>
                  </a:lnTo>
                  <a:lnTo>
                    <a:pt x="456835" y="1595998"/>
                  </a:lnTo>
                  <a:lnTo>
                    <a:pt x="456966" y="1596821"/>
                  </a:lnTo>
                  <a:lnTo>
                    <a:pt x="457068" y="1597653"/>
                  </a:lnTo>
                  <a:lnTo>
                    <a:pt x="457141" y="1598494"/>
                  </a:lnTo>
                  <a:lnTo>
                    <a:pt x="457185" y="1599342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908091" y="5627001"/>
              <a:ext cx="7690140" cy="0"/>
            </a:xfrm>
            <a:custGeom>
              <a:avLst/>
              <a:pathLst>
                <a:path w="7690140" h="0">
                  <a:moveTo>
                    <a:pt x="0" y="0"/>
                  </a:moveTo>
                  <a:lnTo>
                    <a:pt x="7690140" y="0"/>
                  </a:lnTo>
                </a:path>
              </a:pathLst>
            </a:custGeom>
            <a:ln w="21681" cap="flat">
              <a:solidFill>
                <a:srgbClr val="BDC3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2"/>
            <p:cNvSpPr/>
            <p:nvPr/>
          </p:nvSpPr>
          <p:spPr>
            <a:xfrm>
              <a:off x="1854315" y="4154991"/>
              <a:ext cx="457200" cy="1650970"/>
            </a:xfrm>
            <a:custGeom>
              <a:avLst/>
              <a:pathLst>
                <a:path w="457200" h="1650970">
                  <a:moveTo>
                    <a:pt x="457200" y="1600200"/>
                  </a:moveTo>
                  <a:lnTo>
                    <a:pt x="457166" y="1602471"/>
                  </a:lnTo>
                  <a:lnTo>
                    <a:pt x="457066" y="1604700"/>
                  </a:lnTo>
                  <a:lnTo>
                    <a:pt x="456899" y="1606888"/>
                  </a:lnTo>
                  <a:lnTo>
                    <a:pt x="456666" y="1609034"/>
                  </a:lnTo>
                  <a:lnTo>
                    <a:pt x="456366" y="1611138"/>
                  </a:lnTo>
                  <a:lnTo>
                    <a:pt x="455999" y="1613201"/>
                  </a:lnTo>
                  <a:lnTo>
                    <a:pt x="455566" y="1615222"/>
                  </a:lnTo>
                  <a:lnTo>
                    <a:pt x="455066" y="1617202"/>
                  </a:lnTo>
                  <a:lnTo>
                    <a:pt x="454499" y="1619139"/>
                  </a:lnTo>
                  <a:lnTo>
                    <a:pt x="453866" y="1621035"/>
                  </a:lnTo>
                  <a:lnTo>
                    <a:pt x="453183" y="1622884"/>
                  </a:lnTo>
                  <a:lnTo>
                    <a:pt x="452441" y="1624678"/>
                  </a:lnTo>
                  <a:lnTo>
                    <a:pt x="451638" y="1626417"/>
                  </a:lnTo>
                  <a:lnTo>
                    <a:pt x="450776" y="1628103"/>
                  </a:lnTo>
                  <a:lnTo>
                    <a:pt x="449855" y="1629734"/>
                  </a:lnTo>
                  <a:lnTo>
                    <a:pt x="448873" y="1631312"/>
                  </a:lnTo>
                  <a:lnTo>
                    <a:pt x="447832" y="1632835"/>
                  </a:lnTo>
                  <a:lnTo>
                    <a:pt x="446732" y="1634304"/>
                  </a:lnTo>
                  <a:lnTo>
                    <a:pt x="445571" y="1635719"/>
                  </a:lnTo>
                  <a:lnTo>
                    <a:pt x="444351" y="1637079"/>
                  </a:lnTo>
                  <a:lnTo>
                    <a:pt x="443073" y="1638382"/>
                  </a:lnTo>
                  <a:lnTo>
                    <a:pt x="441739" y="1639624"/>
                  </a:lnTo>
                  <a:lnTo>
                    <a:pt x="440350" y="1640805"/>
                  </a:lnTo>
                  <a:lnTo>
                    <a:pt x="438906" y="1641924"/>
                  </a:lnTo>
                  <a:lnTo>
                    <a:pt x="437405" y="1642983"/>
                  </a:lnTo>
                  <a:lnTo>
                    <a:pt x="435850" y="1643980"/>
                  </a:lnTo>
                  <a:lnTo>
                    <a:pt x="434238" y="1644916"/>
                  </a:lnTo>
                  <a:lnTo>
                    <a:pt x="432571" y="1645791"/>
                  </a:lnTo>
                  <a:lnTo>
                    <a:pt x="430849" y="1646605"/>
                  </a:lnTo>
                  <a:lnTo>
                    <a:pt x="429071" y="1647358"/>
                  </a:lnTo>
                  <a:lnTo>
                    <a:pt x="427241" y="1648044"/>
                  </a:lnTo>
                  <a:lnTo>
                    <a:pt x="425362" y="1648658"/>
                  </a:lnTo>
                  <a:lnTo>
                    <a:pt x="423435" y="1649200"/>
                  </a:lnTo>
                  <a:lnTo>
                    <a:pt x="421459" y="1649670"/>
                  </a:lnTo>
                  <a:lnTo>
                    <a:pt x="419434" y="1650067"/>
                  </a:lnTo>
                  <a:lnTo>
                    <a:pt x="417361" y="1650392"/>
                  </a:lnTo>
                  <a:lnTo>
                    <a:pt x="415239" y="1650645"/>
                  </a:lnTo>
                  <a:lnTo>
                    <a:pt x="413069" y="1650825"/>
                  </a:lnTo>
                  <a:lnTo>
                    <a:pt x="410850" y="1650934"/>
                  </a:lnTo>
                  <a:lnTo>
                    <a:pt x="408582" y="1650970"/>
                  </a:lnTo>
                  <a:lnTo>
                    <a:pt x="406195" y="1650932"/>
                  </a:lnTo>
                  <a:lnTo>
                    <a:pt x="403868" y="1650820"/>
                  </a:lnTo>
                  <a:lnTo>
                    <a:pt x="401600" y="1650632"/>
                  </a:lnTo>
                  <a:lnTo>
                    <a:pt x="399392" y="1650370"/>
                  </a:lnTo>
                  <a:lnTo>
                    <a:pt x="397244" y="1650032"/>
                  </a:lnTo>
                  <a:lnTo>
                    <a:pt x="395156" y="1649620"/>
                  </a:lnTo>
                  <a:lnTo>
                    <a:pt x="393127" y="1649132"/>
                  </a:lnTo>
                  <a:lnTo>
                    <a:pt x="391158" y="1648569"/>
                  </a:lnTo>
                  <a:lnTo>
                    <a:pt x="389249" y="1647932"/>
                  </a:lnTo>
                  <a:lnTo>
                    <a:pt x="387399" y="1647219"/>
                  </a:lnTo>
                  <a:lnTo>
                    <a:pt x="385610" y="1646426"/>
                  </a:lnTo>
                  <a:lnTo>
                    <a:pt x="383882" y="1645575"/>
                  </a:lnTo>
                  <a:lnTo>
                    <a:pt x="382215" y="1644665"/>
                  </a:lnTo>
                  <a:lnTo>
                    <a:pt x="380609" y="1643697"/>
                  </a:lnTo>
                  <a:lnTo>
                    <a:pt x="379065" y="1642670"/>
                  </a:lnTo>
                  <a:lnTo>
                    <a:pt x="377581" y="1641585"/>
                  </a:lnTo>
                  <a:lnTo>
                    <a:pt x="376159" y="1640442"/>
                  </a:lnTo>
                  <a:lnTo>
                    <a:pt x="374798" y="1639240"/>
                  </a:lnTo>
                  <a:lnTo>
                    <a:pt x="373497" y="1637981"/>
                  </a:lnTo>
                  <a:lnTo>
                    <a:pt x="372258" y="1636662"/>
                  </a:lnTo>
                  <a:lnTo>
                    <a:pt x="371080" y="1635276"/>
                  </a:lnTo>
                  <a:lnTo>
                    <a:pt x="369961" y="1633840"/>
                  </a:lnTo>
                  <a:lnTo>
                    <a:pt x="368902" y="1632354"/>
                  </a:lnTo>
                  <a:lnTo>
                    <a:pt x="367902" y="1630817"/>
                  </a:lnTo>
                  <a:lnTo>
                    <a:pt x="366963" y="1629231"/>
                  </a:lnTo>
                  <a:lnTo>
                    <a:pt x="366083" y="1627595"/>
                  </a:lnTo>
                  <a:lnTo>
                    <a:pt x="365262" y="1625908"/>
                  </a:lnTo>
                  <a:lnTo>
                    <a:pt x="364502" y="1624172"/>
                  </a:lnTo>
                  <a:lnTo>
                    <a:pt x="363801" y="1622386"/>
                  </a:lnTo>
                  <a:lnTo>
                    <a:pt x="363160" y="1620549"/>
                  </a:lnTo>
                  <a:lnTo>
                    <a:pt x="362579" y="1618671"/>
                  </a:lnTo>
                  <a:lnTo>
                    <a:pt x="362060" y="1616757"/>
                  </a:lnTo>
                  <a:lnTo>
                    <a:pt x="361601" y="1614809"/>
                  </a:lnTo>
                  <a:lnTo>
                    <a:pt x="361204" y="1612826"/>
                  </a:lnTo>
                  <a:lnTo>
                    <a:pt x="360868" y="1610808"/>
                  </a:lnTo>
                  <a:lnTo>
                    <a:pt x="360593" y="1608756"/>
                  </a:lnTo>
                  <a:lnTo>
                    <a:pt x="360379" y="1606669"/>
                  </a:lnTo>
                  <a:lnTo>
                    <a:pt x="360226" y="1604547"/>
                  </a:lnTo>
                  <a:lnTo>
                    <a:pt x="360135" y="1602391"/>
                  </a:lnTo>
                  <a:lnTo>
                    <a:pt x="360104" y="1600200"/>
                  </a:lnTo>
                  <a:lnTo>
                    <a:pt x="360136" y="1597930"/>
                  </a:lnTo>
                  <a:lnTo>
                    <a:pt x="360232" y="1595704"/>
                  </a:lnTo>
                  <a:lnTo>
                    <a:pt x="360392" y="1593524"/>
                  </a:lnTo>
                  <a:lnTo>
                    <a:pt x="360615" y="1591387"/>
                  </a:lnTo>
                  <a:lnTo>
                    <a:pt x="360903" y="1589295"/>
                  </a:lnTo>
                  <a:lnTo>
                    <a:pt x="361254" y="1587248"/>
                  </a:lnTo>
                  <a:lnTo>
                    <a:pt x="361670" y="1585245"/>
                  </a:lnTo>
                  <a:lnTo>
                    <a:pt x="362149" y="1583286"/>
                  </a:lnTo>
                  <a:lnTo>
                    <a:pt x="362692" y="1581372"/>
                  </a:lnTo>
                  <a:lnTo>
                    <a:pt x="363299" y="1579502"/>
                  </a:lnTo>
                  <a:lnTo>
                    <a:pt x="363968" y="1577683"/>
                  </a:lnTo>
                  <a:lnTo>
                    <a:pt x="364696" y="1575919"/>
                  </a:lnTo>
                  <a:lnTo>
                    <a:pt x="365485" y="1574210"/>
                  </a:lnTo>
                  <a:lnTo>
                    <a:pt x="366333" y="1572557"/>
                  </a:lnTo>
                  <a:lnTo>
                    <a:pt x="367240" y="1570960"/>
                  </a:lnTo>
                  <a:lnTo>
                    <a:pt x="368208" y="1569418"/>
                  </a:lnTo>
                  <a:lnTo>
                    <a:pt x="369235" y="1567932"/>
                  </a:lnTo>
                  <a:lnTo>
                    <a:pt x="370322" y="1566501"/>
                  </a:lnTo>
                  <a:lnTo>
                    <a:pt x="371469" y="1565126"/>
                  </a:lnTo>
                  <a:lnTo>
                    <a:pt x="372675" y="1563806"/>
                  </a:lnTo>
                  <a:lnTo>
                    <a:pt x="373940" y="1562531"/>
                  </a:lnTo>
                  <a:lnTo>
                    <a:pt x="375261" y="1561317"/>
                  </a:lnTo>
                  <a:lnTo>
                    <a:pt x="376640" y="1560164"/>
                  </a:lnTo>
                  <a:lnTo>
                    <a:pt x="378076" y="1559072"/>
                  </a:lnTo>
                  <a:lnTo>
                    <a:pt x="379568" y="1558041"/>
                  </a:lnTo>
                  <a:lnTo>
                    <a:pt x="381118" y="1557072"/>
                  </a:lnTo>
                  <a:lnTo>
                    <a:pt x="382724" y="1556163"/>
                  </a:lnTo>
                  <a:lnTo>
                    <a:pt x="384388" y="1555316"/>
                  </a:lnTo>
                  <a:lnTo>
                    <a:pt x="386108" y="1554530"/>
                  </a:lnTo>
                  <a:lnTo>
                    <a:pt x="387885" y="1553805"/>
                  </a:lnTo>
                  <a:lnTo>
                    <a:pt x="389731" y="1553132"/>
                  </a:lnTo>
                  <a:lnTo>
                    <a:pt x="391630" y="1552530"/>
                  </a:lnTo>
                  <a:lnTo>
                    <a:pt x="393582" y="1551998"/>
                  </a:lnTo>
                  <a:lnTo>
                    <a:pt x="395586" y="1551538"/>
                  </a:lnTo>
                  <a:lnTo>
                    <a:pt x="397643" y="1551148"/>
                  </a:lnTo>
                  <a:lnTo>
                    <a:pt x="399753" y="1550829"/>
                  </a:lnTo>
                  <a:lnTo>
                    <a:pt x="401916" y="1550581"/>
                  </a:lnTo>
                  <a:lnTo>
                    <a:pt x="404132" y="1550404"/>
                  </a:lnTo>
                  <a:lnTo>
                    <a:pt x="406400" y="1550298"/>
                  </a:lnTo>
                  <a:lnTo>
                    <a:pt x="408721" y="1550263"/>
                  </a:lnTo>
                  <a:lnTo>
                    <a:pt x="411028" y="1550298"/>
                  </a:lnTo>
                  <a:lnTo>
                    <a:pt x="413283" y="1550404"/>
                  </a:lnTo>
                  <a:lnTo>
                    <a:pt x="415485" y="1550581"/>
                  </a:lnTo>
                  <a:lnTo>
                    <a:pt x="417633" y="1550829"/>
                  </a:lnTo>
                  <a:lnTo>
                    <a:pt x="419730" y="1551148"/>
                  </a:lnTo>
                  <a:lnTo>
                    <a:pt x="421773" y="1551538"/>
                  </a:lnTo>
                  <a:lnTo>
                    <a:pt x="423763" y="1551998"/>
                  </a:lnTo>
                  <a:lnTo>
                    <a:pt x="425701" y="1552530"/>
                  </a:lnTo>
                  <a:lnTo>
                    <a:pt x="427586" y="1553132"/>
                  </a:lnTo>
                  <a:lnTo>
                    <a:pt x="429418" y="1553805"/>
                  </a:lnTo>
                  <a:lnTo>
                    <a:pt x="431208" y="1554543"/>
                  </a:lnTo>
                  <a:lnTo>
                    <a:pt x="432938" y="1555341"/>
                  </a:lnTo>
                  <a:lnTo>
                    <a:pt x="434608" y="1556199"/>
                  </a:lnTo>
                  <a:lnTo>
                    <a:pt x="436219" y="1557116"/>
                  </a:lnTo>
                  <a:lnTo>
                    <a:pt x="437770" y="1558094"/>
                  </a:lnTo>
                  <a:lnTo>
                    <a:pt x="439261" y="1559130"/>
                  </a:lnTo>
                  <a:lnTo>
                    <a:pt x="440693" y="1560227"/>
                  </a:lnTo>
                  <a:lnTo>
                    <a:pt x="442064" y="1561384"/>
                  </a:lnTo>
                  <a:lnTo>
                    <a:pt x="443376" y="1562600"/>
                  </a:lnTo>
                  <a:lnTo>
                    <a:pt x="444628" y="1563876"/>
                  </a:lnTo>
                  <a:lnTo>
                    <a:pt x="445835" y="1565208"/>
                  </a:lnTo>
                  <a:lnTo>
                    <a:pt x="446982" y="1566595"/>
                  </a:lnTo>
                  <a:lnTo>
                    <a:pt x="448068" y="1568036"/>
                  </a:lnTo>
                  <a:lnTo>
                    <a:pt x="449096" y="1569532"/>
                  </a:lnTo>
                  <a:lnTo>
                    <a:pt x="450063" y="1571081"/>
                  </a:lnTo>
                  <a:lnTo>
                    <a:pt x="450971" y="1572685"/>
                  </a:lnTo>
                  <a:lnTo>
                    <a:pt x="451819" y="1574343"/>
                  </a:lnTo>
                  <a:lnTo>
                    <a:pt x="452607" y="1576055"/>
                  </a:lnTo>
                  <a:lnTo>
                    <a:pt x="453336" y="1577821"/>
                  </a:lnTo>
                  <a:lnTo>
                    <a:pt x="454005" y="1579641"/>
                  </a:lnTo>
                  <a:lnTo>
                    <a:pt x="454612" y="1581510"/>
                  </a:lnTo>
                  <a:lnTo>
                    <a:pt x="455155" y="1583420"/>
                  </a:lnTo>
                  <a:lnTo>
                    <a:pt x="455634" y="1585371"/>
                  </a:lnTo>
                  <a:lnTo>
                    <a:pt x="456049" y="1587365"/>
                  </a:lnTo>
                  <a:lnTo>
                    <a:pt x="456401" y="1589400"/>
                  </a:lnTo>
                  <a:lnTo>
                    <a:pt x="456688" y="1591476"/>
                  </a:lnTo>
                  <a:lnTo>
                    <a:pt x="456912" y="1593595"/>
                  </a:lnTo>
                  <a:lnTo>
                    <a:pt x="457072" y="1595755"/>
                  </a:lnTo>
                  <a:lnTo>
                    <a:pt x="457168" y="1597956"/>
                  </a:lnTo>
                  <a:close/>
                  <a:moveTo>
                    <a:pt x="443656" y="1600200"/>
                  </a:moveTo>
                  <a:lnTo>
                    <a:pt x="443633" y="1598451"/>
                  </a:lnTo>
                  <a:lnTo>
                    <a:pt x="443564" y="1596735"/>
                  </a:lnTo>
                  <a:lnTo>
                    <a:pt x="443450" y="1595051"/>
                  </a:lnTo>
                  <a:lnTo>
                    <a:pt x="443289" y="1593399"/>
                  </a:lnTo>
                  <a:lnTo>
                    <a:pt x="443083" y="1591778"/>
                  </a:lnTo>
                  <a:lnTo>
                    <a:pt x="442831" y="1590190"/>
                  </a:lnTo>
                  <a:lnTo>
                    <a:pt x="442533" y="1588633"/>
                  </a:lnTo>
                  <a:lnTo>
                    <a:pt x="442189" y="1587109"/>
                  </a:lnTo>
                  <a:lnTo>
                    <a:pt x="441800" y="1585616"/>
                  </a:lnTo>
                  <a:lnTo>
                    <a:pt x="441364" y="1584156"/>
                  </a:lnTo>
                  <a:lnTo>
                    <a:pt x="440897" y="1582732"/>
                  </a:lnTo>
                  <a:lnTo>
                    <a:pt x="440386" y="1581350"/>
                  </a:lnTo>
                  <a:lnTo>
                    <a:pt x="439831" y="1580009"/>
                  </a:lnTo>
                  <a:lnTo>
                    <a:pt x="439231" y="1578711"/>
                  </a:lnTo>
                  <a:lnTo>
                    <a:pt x="438586" y="1577454"/>
                  </a:lnTo>
                  <a:lnTo>
                    <a:pt x="437897" y="1576238"/>
                  </a:lnTo>
                  <a:lnTo>
                    <a:pt x="437164" y="1575064"/>
                  </a:lnTo>
                  <a:lnTo>
                    <a:pt x="436386" y="1573932"/>
                  </a:lnTo>
                  <a:lnTo>
                    <a:pt x="435563" y="1572842"/>
                  </a:lnTo>
                  <a:lnTo>
                    <a:pt x="434697" y="1571793"/>
                  </a:lnTo>
                  <a:lnTo>
                    <a:pt x="433800" y="1570789"/>
                  </a:lnTo>
                  <a:lnTo>
                    <a:pt x="432860" y="1569832"/>
                  </a:lnTo>
                  <a:lnTo>
                    <a:pt x="431878" y="1568922"/>
                  </a:lnTo>
                  <a:lnTo>
                    <a:pt x="430852" y="1568059"/>
                  </a:lnTo>
                  <a:lnTo>
                    <a:pt x="429783" y="1567244"/>
                  </a:lnTo>
                  <a:lnTo>
                    <a:pt x="428671" y="1566476"/>
                  </a:lnTo>
                  <a:lnTo>
                    <a:pt x="427516" y="1565755"/>
                  </a:lnTo>
                  <a:lnTo>
                    <a:pt x="426318" y="1565081"/>
                  </a:lnTo>
                  <a:lnTo>
                    <a:pt x="425077" y="1564455"/>
                  </a:lnTo>
                  <a:lnTo>
                    <a:pt x="423793" y="1563876"/>
                  </a:lnTo>
                  <a:lnTo>
                    <a:pt x="422467" y="1563348"/>
                  </a:lnTo>
                  <a:lnTo>
                    <a:pt x="421101" y="1562875"/>
                  </a:lnTo>
                  <a:lnTo>
                    <a:pt x="419694" y="1562459"/>
                  </a:lnTo>
                  <a:lnTo>
                    <a:pt x="418247" y="1562098"/>
                  </a:lnTo>
                  <a:lnTo>
                    <a:pt x="416760" y="1561792"/>
                  </a:lnTo>
                  <a:lnTo>
                    <a:pt x="415233" y="1561542"/>
                  </a:lnTo>
                  <a:lnTo>
                    <a:pt x="413666" y="1561347"/>
                  </a:lnTo>
                  <a:lnTo>
                    <a:pt x="412058" y="1561209"/>
                  </a:lnTo>
                  <a:lnTo>
                    <a:pt x="410410" y="1561125"/>
                  </a:lnTo>
                  <a:lnTo>
                    <a:pt x="408721" y="1561097"/>
                  </a:lnTo>
                  <a:lnTo>
                    <a:pt x="406993" y="1561125"/>
                  </a:lnTo>
                  <a:lnTo>
                    <a:pt x="405307" y="1561209"/>
                  </a:lnTo>
                  <a:lnTo>
                    <a:pt x="403664" y="1561347"/>
                  </a:lnTo>
                  <a:lnTo>
                    <a:pt x="402065" y="1561542"/>
                  </a:lnTo>
                  <a:lnTo>
                    <a:pt x="400508" y="1561792"/>
                  </a:lnTo>
                  <a:lnTo>
                    <a:pt x="398995" y="1562098"/>
                  </a:lnTo>
                  <a:lnTo>
                    <a:pt x="397525" y="1562459"/>
                  </a:lnTo>
                  <a:lnTo>
                    <a:pt x="396097" y="1562875"/>
                  </a:lnTo>
                  <a:lnTo>
                    <a:pt x="394713" y="1563348"/>
                  </a:lnTo>
                  <a:lnTo>
                    <a:pt x="393372" y="1563876"/>
                  </a:lnTo>
                  <a:lnTo>
                    <a:pt x="392074" y="1564455"/>
                  </a:lnTo>
                  <a:lnTo>
                    <a:pt x="390819" y="1565081"/>
                  </a:lnTo>
                  <a:lnTo>
                    <a:pt x="389607" y="1565755"/>
                  </a:lnTo>
                  <a:lnTo>
                    <a:pt x="388438" y="1566476"/>
                  </a:lnTo>
                  <a:lnTo>
                    <a:pt x="387312" y="1567244"/>
                  </a:lnTo>
                  <a:lnTo>
                    <a:pt x="386230" y="1568059"/>
                  </a:lnTo>
                  <a:lnTo>
                    <a:pt x="385190" y="1568922"/>
                  </a:lnTo>
                  <a:lnTo>
                    <a:pt x="384193" y="1569832"/>
                  </a:lnTo>
                  <a:lnTo>
                    <a:pt x="383240" y="1570789"/>
                  </a:lnTo>
                  <a:lnTo>
                    <a:pt x="382329" y="1571793"/>
                  </a:lnTo>
                  <a:lnTo>
                    <a:pt x="381475" y="1572842"/>
                  </a:lnTo>
                  <a:lnTo>
                    <a:pt x="380665" y="1573932"/>
                  </a:lnTo>
                  <a:lnTo>
                    <a:pt x="379897" y="1575064"/>
                  </a:lnTo>
                  <a:lnTo>
                    <a:pt x="379173" y="1576238"/>
                  </a:lnTo>
                  <a:lnTo>
                    <a:pt x="378492" y="1577454"/>
                  </a:lnTo>
                  <a:lnTo>
                    <a:pt x="377853" y="1578711"/>
                  </a:lnTo>
                  <a:lnTo>
                    <a:pt x="377258" y="1580009"/>
                  </a:lnTo>
                  <a:lnTo>
                    <a:pt x="376706" y="1581350"/>
                  </a:lnTo>
                  <a:lnTo>
                    <a:pt x="376197" y="1582732"/>
                  </a:lnTo>
                  <a:lnTo>
                    <a:pt x="375731" y="1584156"/>
                  </a:lnTo>
                  <a:lnTo>
                    <a:pt x="375322" y="1585616"/>
                  </a:lnTo>
                  <a:lnTo>
                    <a:pt x="374956" y="1587109"/>
                  </a:lnTo>
                  <a:lnTo>
                    <a:pt x="374633" y="1588633"/>
                  </a:lnTo>
                  <a:lnTo>
                    <a:pt x="374353" y="1590190"/>
                  </a:lnTo>
                  <a:lnTo>
                    <a:pt x="374116" y="1591778"/>
                  </a:lnTo>
                  <a:lnTo>
                    <a:pt x="373922" y="1593399"/>
                  </a:lnTo>
                  <a:lnTo>
                    <a:pt x="373772" y="1595051"/>
                  </a:lnTo>
                  <a:lnTo>
                    <a:pt x="373664" y="1596735"/>
                  </a:lnTo>
                  <a:lnTo>
                    <a:pt x="373599" y="1598451"/>
                  </a:lnTo>
                  <a:lnTo>
                    <a:pt x="373578" y="1600200"/>
                  </a:lnTo>
                  <a:lnTo>
                    <a:pt x="373600" y="1601949"/>
                  </a:lnTo>
                  <a:lnTo>
                    <a:pt x="373667" y="1603669"/>
                  </a:lnTo>
                  <a:lnTo>
                    <a:pt x="373778" y="1605361"/>
                  </a:lnTo>
                  <a:lnTo>
                    <a:pt x="373934" y="1607023"/>
                  </a:lnTo>
                  <a:lnTo>
                    <a:pt x="374134" y="1608655"/>
                  </a:lnTo>
                  <a:lnTo>
                    <a:pt x="374378" y="1610259"/>
                  </a:lnTo>
                  <a:lnTo>
                    <a:pt x="374667" y="1611834"/>
                  </a:lnTo>
                  <a:lnTo>
                    <a:pt x="375000" y="1613379"/>
                  </a:lnTo>
                  <a:lnTo>
                    <a:pt x="375378" y="1614895"/>
                  </a:lnTo>
                  <a:lnTo>
                    <a:pt x="375800" y="1616382"/>
                  </a:lnTo>
                  <a:lnTo>
                    <a:pt x="376280" y="1617821"/>
                  </a:lnTo>
                  <a:lnTo>
                    <a:pt x="376801" y="1619221"/>
                  </a:lnTo>
                  <a:lnTo>
                    <a:pt x="377363" y="1620583"/>
                  </a:lnTo>
                  <a:lnTo>
                    <a:pt x="377967" y="1621905"/>
                  </a:lnTo>
                  <a:lnTo>
                    <a:pt x="378613" y="1623188"/>
                  </a:lnTo>
                  <a:lnTo>
                    <a:pt x="379301" y="1624433"/>
                  </a:lnTo>
                  <a:lnTo>
                    <a:pt x="380030" y="1625639"/>
                  </a:lnTo>
                  <a:lnTo>
                    <a:pt x="380801" y="1626806"/>
                  </a:lnTo>
                  <a:lnTo>
                    <a:pt x="381614" y="1627934"/>
                  </a:lnTo>
                  <a:lnTo>
                    <a:pt x="382468" y="1629023"/>
                  </a:lnTo>
                  <a:lnTo>
                    <a:pt x="383378" y="1630055"/>
                  </a:lnTo>
                  <a:lnTo>
                    <a:pt x="384329" y="1631042"/>
                  </a:lnTo>
                  <a:lnTo>
                    <a:pt x="385322" y="1631983"/>
                  </a:lnTo>
                  <a:lnTo>
                    <a:pt x="386357" y="1632879"/>
                  </a:lnTo>
                  <a:lnTo>
                    <a:pt x="387434" y="1633728"/>
                  </a:lnTo>
                  <a:lnTo>
                    <a:pt x="388552" y="1634532"/>
                  </a:lnTo>
                  <a:lnTo>
                    <a:pt x="389712" y="1635289"/>
                  </a:lnTo>
                  <a:lnTo>
                    <a:pt x="390913" y="1636001"/>
                  </a:lnTo>
                  <a:lnTo>
                    <a:pt x="392157" y="1636667"/>
                  </a:lnTo>
                  <a:lnTo>
                    <a:pt x="393442" y="1637287"/>
                  </a:lnTo>
                  <a:lnTo>
                    <a:pt x="394781" y="1637842"/>
                  </a:lnTo>
                  <a:lnTo>
                    <a:pt x="396159" y="1638338"/>
                  </a:lnTo>
                  <a:lnTo>
                    <a:pt x="397575" y="1638775"/>
                  </a:lnTo>
                  <a:lnTo>
                    <a:pt x="399031" y="1639154"/>
                  </a:lnTo>
                  <a:lnTo>
                    <a:pt x="400526" y="1639475"/>
                  </a:lnTo>
                  <a:lnTo>
                    <a:pt x="402059" y="1639738"/>
                  </a:lnTo>
                  <a:lnTo>
                    <a:pt x="403632" y="1639942"/>
                  </a:lnTo>
                  <a:lnTo>
                    <a:pt x="405243" y="1640088"/>
                  </a:lnTo>
                  <a:lnTo>
                    <a:pt x="406893" y="1640175"/>
                  </a:lnTo>
                  <a:lnTo>
                    <a:pt x="408582" y="1640204"/>
                  </a:lnTo>
                  <a:lnTo>
                    <a:pt x="410390" y="1640175"/>
                  </a:lnTo>
                  <a:lnTo>
                    <a:pt x="412147" y="1640085"/>
                  </a:lnTo>
                  <a:lnTo>
                    <a:pt x="413852" y="1639936"/>
                  </a:lnTo>
                  <a:lnTo>
                    <a:pt x="415505" y="1639727"/>
                  </a:lnTo>
                  <a:lnTo>
                    <a:pt x="417108" y="1639458"/>
                  </a:lnTo>
                  <a:lnTo>
                    <a:pt x="418659" y="1639129"/>
                  </a:lnTo>
                  <a:lnTo>
                    <a:pt x="420158" y="1638741"/>
                  </a:lnTo>
                  <a:lnTo>
                    <a:pt x="421606" y="1638293"/>
                  </a:lnTo>
                  <a:lnTo>
                    <a:pt x="423003" y="1637785"/>
                  </a:lnTo>
                  <a:lnTo>
                    <a:pt x="424348" y="1637218"/>
                  </a:lnTo>
                  <a:lnTo>
                    <a:pt x="425657" y="1636598"/>
                  </a:lnTo>
                  <a:lnTo>
                    <a:pt x="426918" y="1635932"/>
                  </a:lnTo>
                  <a:lnTo>
                    <a:pt x="428130" y="1635220"/>
                  </a:lnTo>
                  <a:lnTo>
                    <a:pt x="429293" y="1634462"/>
                  </a:lnTo>
                  <a:lnTo>
                    <a:pt x="430408" y="1633659"/>
                  </a:lnTo>
                  <a:lnTo>
                    <a:pt x="431474" y="1632809"/>
                  </a:lnTo>
                  <a:lnTo>
                    <a:pt x="432492" y="1631914"/>
                  </a:lnTo>
                  <a:lnTo>
                    <a:pt x="433460" y="1630973"/>
                  </a:lnTo>
                  <a:lnTo>
                    <a:pt x="434381" y="1629986"/>
                  </a:lnTo>
                  <a:lnTo>
                    <a:pt x="435252" y="1628953"/>
                  </a:lnTo>
                  <a:lnTo>
                    <a:pt x="436091" y="1627863"/>
                  </a:lnTo>
                  <a:lnTo>
                    <a:pt x="436883" y="1626733"/>
                  </a:lnTo>
                  <a:lnTo>
                    <a:pt x="437630" y="1625563"/>
                  </a:lnTo>
                  <a:lnTo>
                    <a:pt x="438330" y="1624353"/>
                  </a:lnTo>
                  <a:lnTo>
                    <a:pt x="438985" y="1623102"/>
                  </a:lnTo>
                  <a:lnTo>
                    <a:pt x="439595" y="1621811"/>
                  </a:lnTo>
                  <a:lnTo>
                    <a:pt x="440158" y="1620479"/>
                  </a:lnTo>
                  <a:lnTo>
                    <a:pt x="440675" y="1619107"/>
                  </a:lnTo>
                  <a:lnTo>
                    <a:pt x="441147" y="1617695"/>
                  </a:lnTo>
                  <a:lnTo>
                    <a:pt x="441573" y="1616243"/>
                  </a:lnTo>
                  <a:lnTo>
                    <a:pt x="441968" y="1614758"/>
                  </a:lnTo>
                  <a:lnTo>
                    <a:pt x="442323" y="1613246"/>
                  </a:lnTo>
                  <a:lnTo>
                    <a:pt x="442635" y="1611707"/>
                  </a:lnTo>
                  <a:lnTo>
                    <a:pt x="442906" y="1610142"/>
                  </a:lnTo>
                  <a:lnTo>
                    <a:pt x="443135" y="1608551"/>
                  </a:lnTo>
                  <a:lnTo>
                    <a:pt x="443323" y="1606934"/>
                  </a:lnTo>
                  <a:lnTo>
                    <a:pt x="443469" y="1605290"/>
                  </a:lnTo>
                  <a:lnTo>
                    <a:pt x="443573" y="1603619"/>
                  </a:lnTo>
                  <a:lnTo>
                    <a:pt x="443635" y="1601923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h33"/>
            <p:cNvSpPr/>
            <p:nvPr/>
          </p:nvSpPr>
          <p:spPr>
            <a:xfrm>
              <a:off x="1872790" y="4204372"/>
              <a:ext cx="519916" cy="1600200"/>
            </a:xfrm>
            <a:custGeom>
              <a:avLst/>
              <a:pathLst>
                <a:path w="519916" h="1600200">
                  <a:moveTo>
                    <a:pt x="457200" y="1600200"/>
                  </a:moveTo>
                  <a:lnTo>
                    <a:pt x="457200" y="1502340"/>
                  </a:lnTo>
                  <a:lnTo>
                    <a:pt x="470465" y="1502340"/>
                  </a:lnTo>
                  <a:lnTo>
                    <a:pt x="470465" y="1589365"/>
                  </a:lnTo>
                  <a:lnTo>
                    <a:pt x="519916" y="1589365"/>
                  </a:lnTo>
                  <a:lnTo>
                    <a:pt x="519916" y="1600200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h34"/>
            <p:cNvSpPr/>
            <p:nvPr/>
          </p:nvSpPr>
          <p:spPr>
            <a:xfrm>
              <a:off x="2028573" y="4177355"/>
              <a:ext cx="457200" cy="1628606"/>
            </a:xfrm>
            <a:custGeom>
              <a:avLst/>
              <a:pathLst>
                <a:path w="457200" h="1628606">
                  <a:moveTo>
                    <a:pt x="457200" y="1600200"/>
                  </a:moveTo>
                  <a:lnTo>
                    <a:pt x="457175" y="1601426"/>
                  </a:lnTo>
                  <a:lnTo>
                    <a:pt x="457102" y="1602633"/>
                  </a:lnTo>
                  <a:lnTo>
                    <a:pt x="456981" y="1603821"/>
                  </a:lnTo>
                  <a:lnTo>
                    <a:pt x="456811" y="1604989"/>
                  </a:lnTo>
                  <a:lnTo>
                    <a:pt x="456592" y="1606138"/>
                  </a:lnTo>
                  <a:lnTo>
                    <a:pt x="456324" y="1607267"/>
                  </a:lnTo>
                  <a:lnTo>
                    <a:pt x="456008" y="1608377"/>
                  </a:lnTo>
                  <a:lnTo>
                    <a:pt x="455644" y="1609467"/>
                  </a:lnTo>
                  <a:lnTo>
                    <a:pt x="455231" y="1610538"/>
                  </a:lnTo>
                  <a:lnTo>
                    <a:pt x="454769" y="1611590"/>
                  </a:lnTo>
                  <a:lnTo>
                    <a:pt x="454270" y="1612618"/>
                  </a:lnTo>
                  <a:lnTo>
                    <a:pt x="453719" y="1613618"/>
                  </a:lnTo>
                  <a:lnTo>
                    <a:pt x="453114" y="1614590"/>
                  </a:lnTo>
                  <a:lnTo>
                    <a:pt x="452457" y="1615535"/>
                  </a:lnTo>
                  <a:lnTo>
                    <a:pt x="451747" y="1616452"/>
                  </a:lnTo>
                  <a:lnTo>
                    <a:pt x="450985" y="1617341"/>
                  </a:lnTo>
                  <a:lnTo>
                    <a:pt x="450169" y="1618202"/>
                  </a:lnTo>
                  <a:lnTo>
                    <a:pt x="449301" y="1619035"/>
                  </a:lnTo>
                  <a:lnTo>
                    <a:pt x="448380" y="1619841"/>
                  </a:lnTo>
                  <a:lnTo>
                    <a:pt x="447407" y="1620619"/>
                  </a:lnTo>
                  <a:lnTo>
                    <a:pt x="446380" y="1621353"/>
                  </a:lnTo>
                  <a:lnTo>
                    <a:pt x="445301" y="1622055"/>
                  </a:lnTo>
                  <a:lnTo>
                    <a:pt x="444169" y="1622725"/>
                  </a:lnTo>
                  <a:lnTo>
                    <a:pt x="442984" y="1623364"/>
                  </a:lnTo>
                  <a:lnTo>
                    <a:pt x="441746" y="1623970"/>
                  </a:lnTo>
                  <a:lnTo>
                    <a:pt x="440456" y="1624544"/>
                  </a:lnTo>
                  <a:lnTo>
                    <a:pt x="439113" y="1625087"/>
                  </a:lnTo>
                  <a:lnTo>
                    <a:pt x="437717" y="1625597"/>
                  </a:lnTo>
                  <a:lnTo>
                    <a:pt x="436268" y="1626076"/>
                  </a:lnTo>
                  <a:lnTo>
                    <a:pt x="434766" y="1626522"/>
                  </a:lnTo>
                  <a:lnTo>
                    <a:pt x="433224" y="1626918"/>
                  </a:lnTo>
                  <a:lnTo>
                    <a:pt x="431624" y="1627272"/>
                  </a:lnTo>
                  <a:lnTo>
                    <a:pt x="429968" y="1627585"/>
                  </a:lnTo>
                  <a:lnTo>
                    <a:pt x="428254" y="1627856"/>
                  </a:lnTo>
                  <a:lnTo>
                    <a:pt x="426484" y="1628085"/>
                  </a:lnTo>
                  <a:lnTo>
                    <a:pt x="424657" y="1628272"/>
                  </a:lnTo>
                  <a:lnTo>
                    <a:pt x="422772" y="1628418"/>
                  </a:lnTo>
                  <a:lnTo>
                    <a:pt x="420831" y="1628522"/>
                  </a:lnTo>
                  <a:lnTo>
                    <a:pt x="418833" y="1628585"/>
                  </a:lnTo>
                  <a:lnTo>
                    <a:pt x="416778" y="1628606"/>
                  </a:lnTo>
                  <a:lnTo>
                    <a:pt x="413205" y="1628542"/>
                  </a:lnTo>
                  <a:lnTo>
                    <a:pt x="409794" y="1628350"/>
                  </a:lnTo>
                  <a:lnTo>
                    <a:pt x="406543" y="1628031"/>
                  </a:lnTo>
                  <a:lnTo>
                    <a:pt x="403454" y="1627583"/>
                  </a:lnTo>
                  <a:lnTo>
                    <a:pt x="400526" y="1627008"/>
                  </a:lnTo>
                  <a:lnTo>
                    <a:pt x="397759" y="1626306"/>
                  </a:lnTo>
                  <a:lnTo>
                    <a:pt x="395153" y="1625475"/>
                  </a:lnTo>
                  <a:lnTo>
                    <a:pt x="392708" y="1624516"/>
                  </a:lnTo>
                  <a:lnTo>
                    <a:pt x="390424" y="1623430"/>
                  </a:lnTo>
                  <a:lnTo>
                    <a:pt x="388302" y="1622216"/>
                  </a:lnTo>
                  <a:lnTo>
                    <a:pt x="386334" y="1620881"/>
                  </a:lnTo>
                  <a:lnTo>
                    <a:pt x="384515" y="1619432"/>
                  </a:lnTo>
                  <a:lnTo>
                    <a:pt x="382845" y="1617870"/>
                  </a:lnTo>
                  <a:lnTo>
                    <a:pt x="381323" y="1616193"/>
                  </a:lnTo>
                  <a:lnTo>
                    <a:pt x="379950" y="1614403"/>
                  </a:lnTo>
                  <a:lnTo>
                    <a:pt x="378726" y="1612498"/>
                  </a:lnTo>
                  <a:lnTo>
                    <a:pt x="377650" y="1610480"/>
                  </a:lnTo>
                  <a:lnTo>
                    <a:pt x="376723" y="1608348"/>
                  </a:lnTo>
                  <a:lnTo>
                    <a:pt x="375944" y="1606102"/>
                  </a:lnTo>
                  <a:lnTo>
                    <a:pt x="375314" y="1603742"/>
                  </a:lnTo>
                  <a:lnTo>
                    <a:pt x="388163" y="1601172"/>
                  </a:lnTo>
                  <a:lnTo>
                    <a:pt x="388368" y="1601929"/>
                  </a:lnTo>
                  <a:lnTo>
                    <a:pt x="388594" y="1602672"/>
                  </a:lnTo>
                  <a:lnTo>
                    <a:pt x="388840" y="1603401"/>
                  </a:lnTo>
                  <a:lnTo>
                    <a:pt x="389108" y="1604117"/>
                  </a:lnTo>
                  <a:lnTo>
                    <a:pt x="389396" y="1604818"/>
                  </a:lnTo>
                  <a:lnTo>
                    <a:pt x="389705" y="1605506"/>
                  </a:lnTo>
                  <a:lnTo>
                    <a:pt x="390035" y="1606179"/>
                  </a:lnTo>
                  <a:lnTo>
                    <a:pt x="390386" y="1606839"/>
                  </a:lnTo>
                  <a:lnTo>
                    <a:pt x="390757" y="1607485"/>
                  </a:lnTo>
                  <a:lnTo>
                    <a:pt x="391150" y="1608117"/>
                  </a:lnTo>
                  <a:lnTo>
                    <a:pt x="391566" y="1608734"/>
                  </a:lnTo>
                  <a:lnTo>
                    <a:pt x="392011" y="1609334"/>
                  </a:lnTo>
                  <a:lnTo>
                    <a:pt x="392483" y="1609917"/>
                  </a:lnTo>
                  <a:lnTo>
                    <a:pt x="392983" y="1610484"/>
                  </a:lnTo>
                  <a:lnTo>
                    <a:pt x="393511" y="1611034"/>
                  </a:lnTo>
                  <a:lnTo>
                    <a:pt x="394067" y="1611568"/>
                  </a:lnTo>
                  <a:lnTo>
                    <a:pt x="394650" y="1612084"/>
                  </a:lnTo>
                  <a:lnTo>
                    <a:pt x="395261" y="1612584"/>
                  </a:lnTo>
                  <a:lnTo>
                    <a:pt x="395900" y="1613068"/>
                  </a:lnTo>
                  <a:lnTo>
                    <a:pt x="396567" y="1613535"/>
                  </a:lnTo>
                  <a:lnTo>
                    <a:pt x="397277" y="1613969"/>
                  </a:lnTo>
                  <a:lnTo>
                    <a:pt x="398020" y="1614385"/>
                  </a:lnTo>
                  <a:lnTo>
                    <a:pt x="398794" y="1614780"/>
                  </a:lnTo>
                  <a:lnTo>
                    <a:pt x="399601" y="1615157"/>
                  </a:lnTo>
                  <a:lnTo>
                    <a:pt x="400439" y="1615514"/>
                  </a:lnTo>
                  <a:lnTo>
                    <a:pt x="401309" y="1615851"/>
                  </a:lnTo>
                  <a:lnTo>
                    <a:pt x="402211" y="1616170"/>
                  </a:lnTo>
                  <a:lnTo>
                    <a:pt x="403146" y="1616468"/>
                  </a:lnTo>
                  <a:lnTo>
                    <a:pt x="404112" y="1616747"/>
                  </a:lnTo>
                  <a:lnTo>
                    <a:pt x="405110" y="1617007"/>
                  </a:lnTo>
                  <a:lnTo>
                    <a:pt x="406144" y="1617245"/>
                  </a:lnTo>
                  <a:lnTo>
                    <a:pt x="407218" y="1617457"/>
                  </a:lnTo>
                  <a:lnTo>
                    <a:pt x="408333" y="1617645"/>
                  </a:lnTo>
                  <a:lnTo>
                    <a:pt x="409488" y="1617807"/>
                  </a:lnTo>
                  <a:lnTo>
                    <a:pt x="410683" y="1617945"/>
                  </a:lnTo>
                  <a:lnTo>
                    <a:pt x="411919" y="1618057"/>
                  </a:lnTo>
                  <a:lnTo>
                    <a:pt x="413195" y="1618145"/>
                  </a:lnTo>
                  <a:lnTo>
                    <a:pt x="414511" y="1618207"/>
                  </a:lnTo>
                  <a:lnTo>
                    <a:pt x="415867" y="1618245"/>
                  </a:lnTo>
                  <a:lnTo>
                    <a:pt x="417264" y="1618257"/>
                  </a:lnTo>
                  <a:lnTo>
                    <a:pt x="418435" y="1618248"/>
                  </a:lnTo>
                  <a:lnTo>
                    <a:pt x="419586" y="1618218"/>
                  </a:lnTo>
                  <a:lnTo>
                    <a:pt x="420719" y="1618170"/>
                  </a:lnTo>
                  <a:lnTo>
                    <a:pt x="421831" y="1618102"/>
                  </a:lnTo>
                  <a:lnTo>
                    <a:pt x="422924" y="1618014"/>
                  </a:lnTo>
                  <a:lnTo>
                    <a:pt x="423998" y="1617907"/>
                  </a:lnTo>
                  <a:lnTo>
                    <a:pt x="425052" y="1617781"/>
                  </a:lnTo>
                  <a:lnTo>
                    <a:pt x="426087" y="1617635"/>
                  </a:lnTo>
                  <a:lnTo>
                    <a:pt x="427103" y="1617470"/>
                  </a:lnTo>
                  <a:lnTo>
                    <a:pt x="428099" y="1617285"/>
                  </a:lnTo>
                  <a:lnTo>
                    <a:pt x="429071" y="1617066"/>
                  </a:lnTo>
                  <a:lnTo>
                    <a:pt x="430016" y="1616827"/>
                  </a:lnTo>
                  <a:lnTo>
                    <a:pt x="430932" y="1616566"/>
                  </a:lnTo>
                  <a:lnTo>
                    <a:pt x="431821" y="1616285"/>
                  </a:lnTo>
                  <a:lnTo>
                    <a:pt x="432683" y="1615983"/>
                  </a:lnTo>
                  <a:lnTo>
                    <a:pt x="433516" y="1615660"/>
                  </a:lnTo>
                  <a:lnTo>
                    <a:pt x="434322" y="1615316"/>
                  </a:lnTo>
                  <a:lnTo>
                    <a:pt x="435100" y="1614951"/>
                  </a:lnTo>
                  <a:lnTo>
                    <a:pt x="435850" y="1614566"/>
                  </a:lnTo>
                  <a:lnTo>
                    <a:pt x="436572" y="1614160"/>
                  </a:lnTo>
                  <a:lnTo>
                    <a:pt x="437264" y="1613731"/>
                  </a:lnTo>
                  <a:lnTo>
                    <a:pt x="437925" y="1613279"/>
                  </a:lnTo>
                  <a:lnTo>
                    <a:pt x="438553" y="1612803"/>
                  </a:lnTo>
                  <a:lnTo>
                    <a:pt x="439150" y="1612304"/>
                  </a:lnTo>
                  <a:lnTo>
                    <a:pt x="439715" y="1611781"/>
                  </a:lnTo>
                  <a:lnTo>
                    <a:pt x="440247" y="1611234"/>
                  </a:lnTo>
                  <a:lnTo>
                    <a:pt x="440748" y="1610664"/>
                  </a:lnTo>
                  <a:lnTo>
                    <a:pt x="441217" y="1610070"/>
                  </a:lnTo>
                  <a:lnTo>
                    <a:pt x="441654" y="1609453"/>
                  </a:lnTo>
                  <a:lnTo>
                    <a:pt x="442059" y="1608812"/>
                  </a:lnTo>
                  <a:lnTo>
                    <a:pt x="442441" y="1608132"/>
                  </a:lnTo>
                  <a:lnTo>
                    <a:pt x="442784" y="1607428"/>
                  </a:lnTo>
                  <a:lnTo>
                    <a:pt x="443086" y="1606699"/>
                  </a:lnTo>
                  <a:lnTo>
                    <a:pt x="443348" y="1605945"/>
                  </a:lnTo>
                  <a:lnTo>
                    <a:pt x="443569" y="1605165"/>
                  </a:lnTo>
                  <a:lnTo>
                    <a:pt x="443751" y="1604361"/>
                  </a:lnTo>
                  <a:lnTo>
                    <a:pt x="443892" y="1603532"/>
                  </a:lnTo>
                  <a:lnTo>
                    <a:pt x="443992" y="1602678"/>
                  </a:lnTo>
                  <a:lnTo>
                    <a:pt x="444053" y="1601798"/>
                  </a:lnTo>
                  <a:lnTo>
                    <a:pt x="444073" y="1600894"/>
                  </a:lnTo>
                  <a:lnTo>
                    <a:pt x="444051" y="1599954"/>
                  </a:lnTo>
                  <a:lnTo>
                    <a:pt x="443984" y="1599049"/>
                  </a:lnTo>
                  <a:lnTo>
                    <a:pt x="443873" y="1598181"/>
                  </a:lnTo>
                  <a:lnTo>
                    <a:pt x="443717" y="1597349"/>
                  </a:lnTo>
                  <a:lnTo>
                    <a:pt x="443517" y="1596553"/>
                  </a:lnTo>
                  <a:lnTo>
                    <a:pt x="443273" y="1595793"/>
                  </a:lnTo>
                  <a:lnTo>
                    <a:pt x="442984" y="1595070"/>
                  </a:lnTo>
                  <a:lnTo>
                    <a:pt x="442650" y="1594382"/>
                  </a:lnTo>
                  <a:lnTo>
                    <a:pt x="442273" y="1593731"/>
                  </a:lnTo>
                  <a:lnTo>
                    <a:pt x="441850" y="1593115"/>
                  </a:lnTo>
                  <a:lnTo>
                    <a:pt x="441402" y="1592528"/>
                  </a:lnTo>
                  <a:lnTo>
                    <a:pt x="440917" y="1591962"/>
                  </a:lnTo>
                  <a:lnTo>
                    <a:pt x="440396" y="1591417"/>
                  </a:lnTo>
                  <a:lnTo>
                    <a:pt x="439839" y="1590893"/>
                  </a:lnTo>
                  <a:lnTo>
                    <a:pt x="439246" y="1590389"/>
                  </a:lnTo>
                  <a:lnTo>
                    <a:pt x="438617" y="1589907"/>
                  </a:lnTo>
                  <a:lnTo>
                    <a:pt x="437951" y="1589445"/>
                  </a:lnTo>
                  <a:lnTo>
                    <a:pt x="437250" y="1589004"/>
                  </a:lnTo>
                  <a:lnTo>
                    <a:pt x="436512" y="1588583"/>
                  </a:lnTo>
                  <a:lnTo>
                    <a:pt x="435738" y="1588184"/>
                  </a:lnTo>
                  <a:lnTo>
                    <a:pt x="434931" y="1587801"/>
                  </a:lnTo>
                  <a:lnTo>
                    <a:pt x="434094" y="1587431"/>
                  </a:lnTo>
                  <a:lnTo>
                    <a:pt x="433226" y="1587074"/>
                  </a:lnTo>
                  <a:lnTo>
                    <a:pt x="432327" y="1586728"/>
                  </a:lnTo>
                  <a:lnTo>
                    <a:pt x="431398" y="1586396"/>
                  </a:lnTo>
                  <a:lnTo>
                    <a:pt x="430438" y="1586076"/>
                  </a:lnTo>
                  <a:lnTo>
                    <a:pt x="429447" y="1585768"/>
                  </a:lnTo>
                  <a:lnTo>
                    <a:pt x="428426" y="1585473"/>
                  </a:lnTo>
                  <a:lnTo>
                    <a:pt x="427375" y="1585190"/>
                  </a:lnTo>
                  <a:lnTo>
                    <a:pt x="426293" y="1584920"/>
                  </a:lnTo>
                  <a:lnTo>
                    <a:pt x="425184" y="1584654"/>
                  </a:lnTo>
                  <a:lnTo>
                    <a:pt x="424051" y="1584384"/>
                  </a:lnTo>
                  <a:lnTo>
                    <a:pt x="422895" y="1584109"/>
                  </a:lnTo>
                  <a:lnTo>
                    <a:pt x="421715" y="1583831"/>
                  </a:lnTo>
                  <a:lnTo>
                    <a:pt x="420511" y="1583548"/>
                  </a:lnTo>
                  <a:lnTo>
                    <a:pt x="419284" y="1583261"/>
                  </a:lnTo>
                  <a:lnTo>
                    <a:pt x="418033" y="1582970"/>
                  </a:lnTo>
                  <a:lnTo>
                    <a:pt x="416758" y="1582675"/>
                  </a:lnTo>
                  <a:lnTo>
                    <a:pt x="415460" y="1582376"/>
                  </a:lnTo>
                  <a:lnTo>
                    <a:pt x="414139" y="1582072"/>
                  </a:lnTo>
                  <a:lnTo>
                    <a:pt x="413318" y="1581890"/>
                  </a:lnTo>
                  <a:lnTo>
                    <a:pt x="412497" y="1581706"/>
                  </a:lnTo>
                  <a:lnTo>
                    <a:pt x="411674" y="1581518"/>
                  </a:lnTo>
                  <a:lnTo>
                    <a:pt x="410849" y="1581328"/>
                  </a:lnTo>
                  <a:lnTo>
                    <a:pt x="410023" y="1581135"/>
                  </a:lnTo>
                  <a:lnTo>
                    <a:pt x="409196" y="1580939"/>
                  </a:lnTo>
                  <a:lnTo>
                    <a:pt x="408368" y="1580740"/>
                  </a:lnTo>
                  <a:lnTo>
                    <a:pt x="407538" y="1580539"/>
                  </a:lnTo>
                  <a:lnTo>
                    <a:pt x="406706" y="1580335"/>
                  </a:lnTo>
                  <a:lnTo>
                    <a:pt x="405874" y="1580128"/>
                  </a:lnTo>
                  <a:lnTo>
                    <a:pt x="405057" y="1579902"/>
                  </a:lnTo>
                  <a:lnTo>
                    <a:pt x="404246" y="1579669"/>
                  </a:lnTo>
                  <a:lnTo>
                    <a:pt x="403440" y="1579430"/>
                  </a:lnTo>
                  <a:lnTo>
                    <a:pt x="402640" y="1579183"/>
                  </a:lnTo>
                  <a:lnTo>
                    <a:pt x="401845" y="1578929"/>
                  </a:lnTo>
                  <a:lnTo>
                    <a:pt x="401056" y="1578669"/>
                  </a:lnTo>
                  <a:lnTo>
                    <a:pt x="400273" y="1578402"/>
                  </a:lnTo>
                  <a:lnTo>
                    <a:pt x="399495" y="1578127"/>
                  </a:lnTo>
                  <a:lnTo>
                    <a:pt x="398723" y="1577846"/>
                  </a:lnTo>
                  <a:lnTo>
                    <a:pt x="397956" y="1577558"/>
                  </a:lnTo>
                  <a:lnTo>
                    <a:pt x="397210" y="1577247"/>
                  </a:lnTo>
                  <a:lnTo>
                    <a:pt x="396472" y="1576927"/>
                  </a:lnTo>
                  <a:lnTo>
                    <a:pt x="395743" y="1576597"/>
                  </a:lnTo>
                  <a:lnTo>
                    <a:pt x="395022" y="1576258"/>
                  </a:lnTo>
                  <a:lnTo>
                    <a:pt x="394310" y="1575908"/>
                  </a:lnTo>
                  <a:lnTo>
                    <a:pt x="393605" y="1575549"/>
                  </a:lnTo>
                  <a:lnTo>
                    <a:pt x="392910" y="1575180"/>
                  </a:lnTo>
                  <a:lnTo>
                    <a:pt x="392222" y="1574802"/>
                  </a:lnTo>
                  <a:lnTo>
                    <a:pt x="391543" y="1574414"/>
                  </a:lnTo>
                  <a:lnTo>
                    <a:pt x="390872" y="1574016"/>
                  </a:lnTo>
                  <a:lnTo>
                    <a:pt x="390214" y="1573605"/>
                  </a:lnTo>
                  <a:lnTo>
                    <a:pt x="389574" y="1573179"/>
                  </a:lnTo>
                  <a:lnTo>
                    <a:pt x="388953" y="1572738"/>
                  </a:lnTo>
                  <a:lnTo>
                    <a:pt x="388349" y="1572282"/>
                  </a:lnTo>
                  <a:lnTo>
                    <a:pt x="387764" y="1571811"/>
                  </a:lnTo>
                  <a:lnTo>
                    <a:pt x="387196" y="1571324"/>
                  </a:lnTo>
                  <a:lnTo>
                    <a:pt x="386647" y="1570822"/>
                  </a:lnTo>
                  <a:lnTo>
                    <a:pt x="386116" y="1570304"/>
                  </a:lnTo>
                  <a:lnTo>
                    <a:pt x="385602" y="1569771"/>
                  </a:lnTo>
                  <a:lnTo>
                    <a:pt x="385107" y="1569223"/>
                  </a:lnTo>
                  <a:lnTo>
                    <a:pt x="384631" y="1568646"/>
                  </a:lnTo>
                  <a:lnTo>
                    <a:pt x="384176" y="1568051"/>
                  </a:lnTo>
                  <a:lnTo>
                    <a:pt x="383742" y="1567440"/>
                  </a:lnTo>
                  <a:lnTo>
                    <a:pt x="383329" y="1566812"/>
                  </a:lnTo>
                  <a:lnTo>
                    <a:pt x="382937" y="1566167"/>
                  </a:lnTo>
                  <a:lnTo>
                    <a:pt x="382565" y="1565506"/>
                  </a:lnTo>
                  <a:lnTo>
                    <a:pt x="382214" y="1564828"/>
                  </a:lnTo>
                  <a:lnTo>
                    <a:pt x="381885" y="1564134"/>
                  </a:lnTo>
                  <a:lnTo>
                    <a:pt x="381575" y="1563423"/>
                  </a:lnTo>
                  <a:lnTo>
                    <a:pt x="381287" y="1562695"/>
                  </a:lnTo>
                  <a:lnTo>
                    <a:pt x="381023" y="1561934"/>
                  </a:lnTo>
                  <a:lnTo>
                    <a:pt x="380787" y="1561150"/>
                  </a:lnTo>
                  <a:lnTo>
                    <a:pt x="380579" y="1560345"/>
                  </a:lnTo>
                  <a:lnTo>
                    <a:pt x="380398" y="1559517"/>
                  </a:lnTo>
                  <a:lnTo>
                    <a:pt x="380245" y="1558667"/>
                  </a:lnTo>
                  <a:lnTo>
                    <a:pt x="380120" y="1557794"/>
                  </a:lnTo>
                  <a:lnTo>
                    <a:pt x="380023" y="1556900"/>
                  </a:lnTo>
                  <a:lnTo>
                    <a:pt x="379954" y="1555983"/>
                  </a:lnTo>
                  <a:lnTo>
                    <a:pt x="379912" y="1555044"/>
                  </a:lnTo>
                  <a:lnTo>
                    <a:pt x="379898" y="1554083"/>
                  </a:lnTo>
                  <a:lnTo>
                    <a:pt x="379926" y="1552714"/>
                  </a:lnTo>
                  <a:lnTo>
                    <a:pt x="380009" y="1551385"/>
                  </a:lnTo>
                  <a:lnTo>
                    <a:pt x="380148" y="1550097"/>
                  </a:lnTo>
                  <a:lnTo>
                    <a:pt x="380343" y="1548849"/>
                  </a:lnTo>
                  <a:lnTo>
                    <a:pt x="380593" y="1547641"/>
                  </a:lnTo>
                  <a:lnTo>
                    <a:pt x="380898" y="1546473"/>
                  </a:lnTo>
                  <a:lnTo>
                    <a:pt x="381259" y="1545346"/>
                  </a:lnTo>
                  <a:lnTo>
                    <a:pt x="381676" y="1544259"/>
                  </a:lnTo>
                  <a:lnTo>
                    <a:pt x="382148" y="1543213"/>
                  </a:lnTo>
                  <a:lnTo>
                    <a:pt x="382676" y="1542206"/>
                  </a:lnTo>
                  <a:lnTo>
                    <a:pt x="383267" y="1541224"/>
                  </a:lnTo>
                  <a:lnTo>
                    <a:pt x="383901" y="1540278"/>
                  </a:lnTo>
                  <a:lnTo>
                    <a:pt x="384579" y="1539368"/>
                  </a:lnTo>
                  <a:lnTo>
                    <a:pt x="385299" y="1538495"/>
                  </a:lnTo>
                  <a:lnTo>
                    <a:pt x="386062" y="1537657"/>
                  </a:lnTo>
                  <a:lnTo>
                    <a:pt x="386868" y="1536855"/>
                  </a:lnTo>
                  <a:lnTo>
                    <a:pt x="387718" y="1536090"/>
                  </a:lnTo>
                  <a:lnTo>
                    <a:pt x="388610" y="1535361"/>
                  </a:lnTo>
                  <a:lnTo>
                    <a:pt x="389546" y="1534668"/>
                  </a:lnTo>
                  <a:lnTo>
                    <a:pt x="390525" y="1534011"/>
                  </a:lnTo>
                  <a:lnTo>
                    <a:pt x="391543" y="1533389"/>
                  </a:lnTo>
                  <a:lnTo>
                    <a:pt x="392597" y="1532802"/>
                  </a:lnTo>
                  <a:lnTo>
                    <a:pt x="393687" y="1532250"/>
                  </a:lnTo>
                  <a:lnTo>
                    <a:pt x="394814" y="1531733"/>
                  </a:lnTo>
                  <a:lnTo>
                    <a:pt x="395977" y="1531250"/>
                  </a:lnTo>
                  <a:lnTo>
                    <a:pt x="397175" y="1530802"/>
                  </a:lnTo>
                  <a:lnTo>
                    <a:pt x="398410" y="1530389"/>
                  </a:lnTo>
                  <a:lnTo>
                    <a:pt x="399681" y="1530010"/>
                  </a:lnTo>
                  <a:lnTo>
                    <a:pt x="400988" y="1529666"/>
                  </a:lnTo>
                  <a:lnTo>
                    <a:pt x="402332" y="1529357"/>
                  </a:lnTo>
                  <a:lnTo>
                    <a:pt x="403704" y="1529080"/>
                  </a:lnTo>
                  <a:lnTo>
                    <a:pt x="405099" y="1528832"/>
                  </a:lnTo>
                  <a:lnTo>
                    <a:pt x="406515" y="1528613"/>
                  </a:lnTo>
                  <a:lnTo>
                    <a:pt x="407954" y="1528424"/>
                  </a:lnTo>
                  <a:lnTo>
                    <a:pt x="409416" y="1528263"/>
                  </a:lnTo>
                  <a:lnTo>
                    <a:pt x="410899" y="1528132"/>
                  </a:lnTo>
                  <a:lnTo>
                    <a:pt x="412405" y="1528030"/>
                  </a:lnTo>
                  <a:lnTo>
                    <a:pt x="413933" y="1527957"/>
                  </a:lnTo>
                  <a:lnTo>
                    <a:pt x="415483" y="1527913"/>
                  </a:lnTo>
                  <a:lnTo>
                    <a:pt x="417056" y="1527899"/>
                  </a:lnTo>
                  <a:lnTo>
                    <a:pt x="418849" y="1527913"/>
                  </a:lnTo>
                  <a:lnTo>
                    <a:pt x="420589" y="1527957"/>
                  </a:lnTo>
                  <a:lnTo>
                    <a:pt x="422277" y="1528030"/>
                  </a:lnTo>
                  <a:lnTo>
                    <a:pt x="423912" y="1528132"/>
                  </a:lnTo>
                  <a:lnTo>
                    <a:pt x="425494" y="1528263"/>
                  </a:lnTo>
                  <a:lnTo>
                    <a:pt x="427024" y="1528424"/>
                  </a:lnTo>
                  <a:lnTo>
                    <a:pt x="428500" y="1528613"/>
                  </a:lnTo>
                  <a:lnTo>
                    <a:pt x="429924" y="1528832"/>
                  </a:lnTo>
                  <a:lnTo>
                    <a:pt x="431295" y="1529080"/>
                  </a:lnTo>
                  <a:lnTo>
                    <a:pt x="432613" y="1529357"/>
                  </a:lnTo>
                  <a:lnTo>
                    <a:pt x="433885" y="1529650"/>
                  </a:lnTo>
                  <a:lnTo>
                    <a:pt x="435116" y="1529971"/>
                  </a:lnTo>
                  <a:lnTo>
                    <a:pt x="436307" y="1530322"/>
                  </a:lnTo>
                  <a:lnTo>
                    <a:pt x="437458" y="1530702"/>
                  </a:lnTo>
                  <a:lnTo>
                    <a:pt x="438569" y="1531111"/>
                  </a:lnTo>
                  <a:lnTo>
                    <a:pt x="439639" y="1531549"/>
                  </a:lnTo>
                  <a:lnTo>
                    <a:pt x="440669" y="1532017"/>
                  </a:lnTo>
                  <a:lnTo>
                    <a:pt x="441659" y="1532513"/>
                  </a:lnTo>
                  <a:lnTo>
                    <a:pt x="442608" y="1533039"/>
                  </a:lnTo>
                  <a:lnTo>
                    <a:pt x="443517" y="1533594"/>
                  </a:lnTo>
                  <a:lnTo>
                    <a:pt x="444388" y="1534177"/>
                  </a:lnTo>
                  <a:lnTo>
                    <a:pt x="445223" y="1534789"/>
                  </a:lnTo>
                  <a:lnTo>
                    <a:pt x="446022" y="1535428"/>
                  </a:lnTo>
                  <a:lnTo>
                    <a:pt x="446784" y="1536094"/>
                  </a:lnTo>
                  <a:lnTo>
                    <a:pt x="447511" y="1536789"/>
                  </a:lnTo>
                  <a:lnTo>
                    <a:pt x="448201" y="1537511"/>
                  </a:lnTo>
                  <a:lnTo>
                    <a:pt x="448855" y="1538261"/>
                  </a:lnTo>
                  <a:lnTo>
                    <a:pt x="449474" y="1539039"/>
                  </a:lnTo>
                  <a:lnTo>
                    <a:pt x="450056" y="1539845"/>
                  </a:lnTo>
                  <a:lnTo>
                    <a:pt x="450601" y="1540678"/>
                  </a:lnTo>
                  <a:lnTo>
                    <a:pt x="451132" y="1541526"/>
                  </a:lnTo>
                  <a:lnTo>
                    <a:pt x="451640" y="1542401"/>
                  </a:lnTo>
                  <a:lnTo>
                    <a:pt x="452127" y="1543304"/>
                  </a:lnTo>
                  <a:lnTo>
                    <a:pt x="452591" y="1544234"/>
                  </a:lnTo>
                  <a:lnTo>
                    <a:pt x="453032" y="1545193"/>
                  </a:lnTo>
                  <a:lnTo>
                    <a:pt x="453452" y="1546179"/>
                  </a:lnTo>
                  <a:lnTo>
                    <a:pt x="453849" y="1547193"/>
                  </a:lnTo>
                  <a:lnTo>
                    <a:pt x="454224" y="1548235"/>
                  </a:lnTo>
                  <a:lnTo>
                    <a:pt x="454577" y="1549304"/>
                  </a:lnTo>
                  <a:lnTo>
                    <a:pt x="454908" y="1550402"/>
                  </a:lnTo>
                  <a:lnTo>
                    <a:pt x="441850" y="1552694"/>
                  </a:lnTo>
                  <a:lnTo>
                    <a:pt x="441647" y="1551993"/>
                  </a:lnTo>
                  <a:lnTo>
                    <a:pt x="441425" y="1551307"/>
                  </a:lnTo>
                  <a:lnTo>
                    <a:pt x="441186" y="1550637"/>
                  </a:lnTo>
                  <a:lnTo>
                    <a:pt x="440928" y="1549982"/>
                  </a:lnTo>
                  <a:lnTo>
                    <a:pt x="440652" y="1549342"/>
                  </a:lnTo>
                  <a:lnTo>
                    <a:pt x="440359" y="1548718"/>
                  </a:lnTo>
                  <a:lnTo>
                    <a:pt x="440047" y="1548109"/>
                  </a:lnTo>
                  <a:lnTo>
                    <a:pt x="439717" y="1547515"/>
                  </a:lnTo>
                  <a:lnTo>
                    <a:pt x="439369" y="1546937"/>
                  </a:lnTo>
                  <a:lnTo>
                    <a:pt x="439003" y="1546373"/>
                  </a:lnTo>
                  <a:lnTo>
                    <a:pt x="438630" y="1545827"/>
                  </a:lnTo>
                  <a:lnTo>
                    <a:pt x="438233" y="1545298"/>
                  </a:lnTo>
                  <a:lnTo>
                    <a:pt x="437813" y="1544788"/>
                  </a:lnTo>
                  <a:lnTo>
                    <a:pt x="437369" y="1544295"/>
                  </a:lnTo>
                  <a:lnTo>
                    <a:pt x="436902" y="1543821"/>
                  </a:lnTo>
                  <a:lnTo>
                    <a:pt x="436411" y="1543365"/>
                  </a:lnTo>
                  <a:lnTo>
                    <a:pt x="435896" y="1542926"/>
                  </a:lnTo>
                  <a:lnTo>
                    <a:pt x="435358" y="1542506"/>
                  </a:lnTo>
                  <a:lnTo>
                    <a:pt x="434796" y="1542104"/>
                  </a:lnTo>
                  <a:lnTo>
                    <a:pt x="434211" y="1541720"/>
                  </a:lnTo>
                  <a:lnTo>
                    <a:pt x="433600" y="1541354"/>
                  </a:lnTo>
                  <a:lnTo>
                    <a:pt x="432963" y="1541006"/>
                  </a:lnTo>
                  <a:lnTo>
                    <a:pt x="432300" y="1540676"/>
                  </a:lnTo>
                  <a:lnTo>
                    <a:pt x="431610" y="1540364"/>
                  </a:lnTo>
                  <a:lnTo>
                    <a:pt x="430894" y="1540070"/>
                  </a:lnTo>
                  <a:lnTo>
                    <a:pt x="430152" y="1539795"/>
                  </a:lnTo>
                  <a:lnTo>
                    <a:pt x="429383" y="1539537"/>
                  </a:lnTo>
                  <a:lnTo>
                    <a:pt x="428588" y="1539297"/>
                  </a:lnTo>
                  <a:lnTo>
                    <a:pt x="427766" y="1539076"/>
                  </a:lnTo>
                  <a:lnTo>
                    <a:pt x="426918" y="1538872"/>
                  </a:lnTo>
                  <a:lnTo>
                    <a:pt x="426055" y="1538688"/>
                  </a:lnTo>
                  <a:lnTo>
                    <a:pt x="425162" y="1538522"/>
                  </a:lnTo>
                  <a:lnTo>
                    <a:pt x="424238" y="1538376"/>
                  </a:lnTo>
                  <a:lnTo>
                    <a:pt x="423284" y="1538250"/>
                  </a:lnTo>
                  <a:lnTo>
                    <a:pt x="422299" y="1538143"/>
                  </a:lnTo>
                  <a:lnTo>
                    <a:pt x="421284" y="1538056"/>
                  </a:lnTo>
                  <a:lnTo>
                    <a:pt x="420238" y="1537988"/>
                  </a:lnTo>
                  <a:lnTo>
                    <a:pt x="419161" y="1537939"/>
                  </a:lnTo>
                  <a:lnTo>
                    <a:pt x="418054" y="1537910"/>
                  </a:lnTo>
                  <a:lnTo>
                    <a:pt x="416917" y="1537900"/>
                  </a:lnTo>
                  <a:lnTo>
                    <a:pt x="415577" y="1537913"/>
                  </a:lnTo>
                  <a:lnTo>
                    <a:pt x="414280" y="1537950"/>
                  </a:lnTo>
                  <a:lnTo>
                    <a:pt x="413027" y="1538013"/>
                  </a:lnTo>
                  <a:lnTo>
                    <a:pt x="411816" y="1538100"/>
                  </a:lnTo>
                  <a:lnTo>
                    <a:pt x="410649" y="1538213"/>
                  </a:lnTo>
                  <a:lnTo>
                    <a:pt x="409524" y="1538350"/>
                  </a:lnTo>
                  <a:lnTo>
                    <a:pt x="408443" y="1538513"/>
                  </a:lnTo>
                  <a:lnTo>
                    <a:pt x="407404" y="1538700"/>
                  </a:lnTo>
                  <a:lnTo>
                    <a:pt x="406409" y="1538913"/>
                  </a:lnTo>
                  <a:lnTo>
                    <a:pt x="405457" y="1539150"/>
                  </a:lnTo>
                  <a:lnTo>
                    <a:pt x="404558" y="1539395"/>
                  </a:lnTo>
                  <a:lnTo>
                    <a:pt x="403693" y="1539659"/>
                  </a:lnTo>
                  <a:lnTo>
                    <a:pt x="402863" y="1539940"/>
                  </a:lnTo>
                  <a:lnTo>
                    <a:pt x="402068" y="1540239"/>
                  </a:lnTo>
                  <a:lnTo>
                    <a:pt x="401307" y="1540557"/>
                  </a:lnTo>
                  <a:lnTo>
                    <a:pt x="400581" y="1540892"/>
                  </a:lnTo>
                  <a:lnTo>
                    <a:pt x="399890" y="1541246"/>
                  </a:lnTo>
                  <a:lnTo>
                    <a:pt x="399234" y="1541617"/>
                  </a:lnTo>
                  <a:lnTo>
                    <a:pt x="398612" y="1542007"/>
                  </a:lnTo>
                  <a:lnTo>
                    <a:pt x="398025" y="1542415"/>
                  </a:lnTo>
                  <a:lnTo>
                    <a:pt x="397485" y="1542839"/>
                  </a:lnTo>
                  <a:lnTo>
                    <a:pt x="396975" y="1543278"/>
                  </a:lnTo>
                  <a:lnTo>
                    <a:pt x="396496" y="1543733"/>
                  </a:lnTo>
                  <a:lnTo>
                    <a:pt x="396047" y="1544204"/>
                  </a:lnTo>
                  <a:lnTo>
                    <a:pt x="395629" y="1544689"/>
                  </a:lnTo>
                  <a:lnTo>
                    <a:pt x="395242" y="1545190"/>
                  </a:lnTo>
                  <a:lnTo>
                    <a:pt x="394885" y="1545706"/>
                  </a:lnTo>
                  <a:lnTo>
                    <a:pt x="394558" y="1546237"/>
                  </a:lnTo>
                  <a:lnTo>
                    <a:pt x="394262" y="1546784"/>
                  </a:lnTo>
                  <a:lnTo>
                    <a:pt x="393997" y="1547346"/>
                  </a:lnTo>
                  <a:lnTo>
                    <a:pt x="393773" y="1547906"/>
                  </a:lnTo>
                  <a:lnTo>
                    <a:pt x="393572" y="1548476"/>
                  </a:lnTo>
                  <a:lnTo>
                    <a:pt x="393395" y="1549056"/>
                  </a:lnTo>
                  <a:lnTo>
                    <a:pt x="393242" y="1549646"/>
                  </a:lnTo>
                  <a:lnTo>
                    <a:pt x="393112" y="1550245"/>
                  </a:lnTo>
                  <a:lnTo>
                    <a:pt x="393005" y="1550854"/>
                  </a:lnTo>
                  <a:lnTo>
                    <a:pt x="392923" y="1551473"/>
                  </a:lnTo>
                  <a:lnTo>
                    <a:pt x="392864" y="1552102"/>
                  </a:lnTo>
                  <a:lnTo>
                    <a:pt x="392828" y="1552740"/>
                  </a:lnTo>
                  <a:lnTo>
                    <a:pt x="392816" y="1553388"/>
                  </a:lnTo>
                  <a:lnTo>
                    <a:pt x="392838" y="1554248"/>
                  </a:lnTo>
                  <a:lnTo>
                    <a:pt x="392903" y="1555077"/>
                  </a:lnTo>
                  <a:lnTo>
                    <a:pt x="393010" y="1555876"/>
                  </a:lnTo>
                  <a:lnTo>
                    <a:pt x="393161" y="1556644"/>
                  </a:lnTo>
                  <a:lnTo>
                    <a:pt x="393355" y="1557382"/>
                  </a:lnTo>
                  <a:lnTo>
                    <a:pt x="393592" y="1558089"/>
                  </a:lnTo>
                  <a:lnTo>
                    <a:pt x="393871" y="1558765"/>
                  </a:lnTo>
                  <a:lnTo>
                    <a:pt x="394194" y="1559411"/>
                  </a:lnTo>
                  <a:lnTo>
                    <a:pt x="394560" y="1560026"/>
                  </a:lnTo>
                  <a:lnTo>
                    <a:pt x="394969" y="1560611"/>
                  </a:lnTo>
                  <a:lnTo>
                    <a:pt x="395429" y="1561158"/>
                  </a:lnTo>
                  <a:lnTo>
                    <a:pt x="395920" y="1561686"/>
                  </a:lnTo>
                  <a:lnTo>
                    <a:pt x="396441" y="1562197"/>
                  </a:lnTo>
                  <a:lnTo>
                    <a:pt x="396992" y="1562689"/>
                  </a:lnTo>
                  <a:lnTo>
                    <a:pt x="397574" y="1563164"/>
                  </a:lnTo>
                  <a:lnTo>
                    <a:pt x="398187" y="1563620"/>
                  </a:lnTo>
                  <a:lnTo>
                    <a:pt x="398830" y="1564058"/>
                  </a:lnTo>
                  <a:lnTo>
                    <a:pt x="399503" y="1564478"/>
                  </a:lnTo>
                  <a:lnTo>
                    <a:pt x="400208" y="1564881"/>
                  </a:lnTo>
                  <a:lnTo>
                    <a:pt x="400942" y="1565265"/>
                  </a:lnTo>
                  <a:lnTo>
                    <a:pt x="401704" y="1565633"/>
                  </a:lnTo>
                  <a:lnTo>
                    <a:pt x="402490" y="1565990"/>
                  </a:lnTo>
                  <a:lnTo>
                    <a:pt x="403299" y="1566333"/>
                  </a:lnTo>
                  <a:lnTo>
                    <a:pt x="404132" y="1566665"/>
                  </a:lnTo>
                  <a:lnTo>
                    <a:pt x="404988" y="1566984"/>
                  </a:lnTo>
                  <a:lnTo>
                    <a:pt x="405868" y="1567290"/>
                  </a:lnTo>
                  <a:lnTo>
                    <a:pt x="406772" y="1567584"/>
                  </a:lnTo>
                  <a:lnTo>
                    <a:pt x="407699" y="1567865"/>
                  </a:lnTo>
                  <a:lnTo>
                    <a:pt x="408650" y="1568134"/>
                  </a:lnTo>
                  <a:lnTo>
                    <a:pt x="409624" y="1568390"/>
                  </a:lnTo>
                  <a:lnTo>
                    <a:pt x="410617" y="1568640"/>
                  </a:lnTo>
                  <a:lnTo>
                    <a:pt x="411622" y="1568890"/>
                  </a:lnTo>
                  <a:lnTo>
                    <a:pt x="412639" y="1569140"/>
                  </a:lnTo>
                  <a:lnTo>
                    <a:pt x="413669" y="1569390"/>
                  </a:lnTo>
                  <a:lnTo>
                    <a:pt x="414712" y="1569640"/>
                  </a:lnTo>
                  <a:lnTo>
                    <a:pt x="415767" y="1569890"/>
                  </a:lnTo>
                  <a:lnTo>
                    <a:pt x="416834" y="1570140"/>
                  </a:lnTo>
                  <a:lnTo>
                    <a:pt x="417914" y="1570390"/>
                  </a:lnTo>
                  <a:lnTo>
                    <a:pt x="419007" y="1570640"/>
                  </a:lnTo>
                  <a:lnTo>
                    <a:pt x="420112" y="1570890"/>
                  </a:lnTo>
                  <a:lnTo>
                    <a:pt x="421014" y="1571099"/>
                  </a:lnTo>
                  <a:lnTo>
                    <a:pt x="421915" y="1571310"/>
                  </a:lnTo>
                  <a:lnTo>
                    <a:pt x="422814" y="1571522"/>
                  </a:lnTo>
                  <a:lnTo>
                    <a:pt x="423712" y="1571735"/>
                  </a:lnTo>
                  <a:lnTo>
                    <a:pt x="424609" y="1571949"/>
                  </a:lnTo>
                  <a:lnTo>
                    <a:pt x="425504" y="1572165"/>
                  </a:lnTo>
                  <a:lnTo>
                    <a:pt x="426398" y="1572383"/>
                  </a:lnTo>
                  <a:lnTo>
                    <a:pt x="427290" y="1572602"/>
                  </a:lnTo>
                  <a:lnTo>
                    <a:pt x="428181" y="1572822"/>
                  </a:lnTo>
                  <a:lnTo>
                    <a:pt x="429071" y="1573043"/>
                  </a:lnTo>
                  <a:lnTo>
                    <a:pt x="429970" y="1573257"/>
                  </a:lnTo>
                  <a:lnTo>
                    <a:pt x="430860" y="1573479"/>
                  </a:lnTo>
                  <a:lnTo>
                    <a:pt x="431742" y="1573712"/>
                  </a:lnTo>
                  <a:lnTo>
                    <a:pt x="432616" y="1573955"/>
                  </a:lnTo>
                  <a:lnTo>
                    <a:pt x="433481" y="1574207"/>
                  </a:lnTo>
                  <a:lnTo>
                    <a:pt x="434338" y="1574469"/>
                  </a:lnTo>
                  <a:lnTo>
                    <a:pt x="435187" y="1574740"/>
                  </a:lnTo>
                  <a:lnTo>
                    <a:pt x="436027" y="1575021"/>
                  </a:lnTo>
                  <a:lnTo>
                    <a:pt x="436859" y="1575312"/>
                  </a:lnTo>
                  <a:lnTo>
                    <a:pt x="437683" y="1575613"/>
                  </a:lnTo>
                  <a:lnTo>
                    <a:pt x="438497" y="1575910"/>
                  </a:lnTo>
                  <a:lnTo>
                    <a:pt x="439300" y="1576219"/>
                  </a:lnTo>
                  <a:lnTo>
                    <a:pt x="440092" y="1576538"/>
                  </a:lnTo>
                  <a:lnTo>
                    <a:pt x="440872" y="1576869"/>
                  </a:lnTo>
                  <a:lnTo>
                    <a:pt x="441642" y="1577211"/>
                  </a:lnTo>
                  <a:lnTo>
                    <a:pt x="442400" y="1577563"/>
                  </a:lnTo>
                  <a:lnTo>
                    <a:pt x="443148" y="1577927"/>
                  </a:lnTo>
                  <a:lnTo>
                    <a:pt x="443884" y="1578302"/>
                  </a:lnTo>
                  <a:lnTo>
                    <a:pt x="444609" y="1578688"/>
                  </a:lnTo>
                  <a:lnTo>
                    <a:pt x="445323" y="1579086"/>
                  </a:lnTo>
                  <a:lnTo>
                    <a:pt x="446036" y="1579498"/>
                  </a:lnTo>
                  <a:lnTo>
                    <a:pt x="446729" y="1579928"/>
                  </a:lnTo>
                  <a:lnTo>
                    <a:pt x="447402" y="1580375"/>
                  </a:lnTo>
                  <a:lnTo>
                    <a:pt x="448057" y="1580842"/>
                  </a:lnTo>
                  <a:lnTo>
                    <a:pt x="448691" y="1581326"/>
                  </a:lnTo>
                  <a:lnTo>
                    <a:pt x="449307" y="1581828"/>
                  </a:lnTo>
                  <a:lnTo>
                    <a:pt x="449903" y="1582348"/>
                  </a:lnTo>
                  <a:lnTo>
                    <a:pt x="450479" y="1582886"/>
                  </a:lnTo>
                  <a:lnTo>
                    <a:pt x="451036" y="1583443"/>
                  </a:lnTo>
                  <a:lnTo>
                    <a:pt x="451574" y="1584017"/>
                  </a:lnTo>
                  <a:lnTo>
                    <a:pt x="452090" y="1584611"/>
                  </a:lnTo>
                  <a:lnTo>
                    <a:pt x="452582" y="1585225"/>
                  </a:lnTo>
                  <a:lnTo>
                    <a:pt x="453051" y="1585861"/>
                  </a:lnTo>
                  <a:lnTo>
                    <a:pt x="453496" y="1586517"/>
                  </a:lnTo>
                  <a:lnTo>
                    <a:pt x="453918" y="1587194"/>
                  </a:lnTo>
                  <a:lnTo>
                    <a:pt x="454316" y="1587892"/>
                  </a:lnTo>
                  <a:lnTo>
                    <a:pt x="454690" y="1588611"/>
                  </a:lnTo>
                  <a:lnTo>
                    <a:pt x="455041" y="1589351"/>
                  </a:lnTo>
                  <a:lnTo>
                    <a:pt x="455368" y="1590111"/>
                  </a:lnTo>
                  <a:lnTo>
                    <a:pt x="455672" y="1590893"/>
                  </a:lnTo>
                  <a:lnTo>
                    <a:pt x="455962" y="1591698"/>
                  </a:lnTo>
                  <a:lnTo>
                    <a:pt x="456222" y="1592532"/>
                  </a:lnTo>
                  <a:lnTo>
                    <a:pt x="456451" y="1593393"/>
                  </a:lnTo>
                  <a:lnTo>
                    <a:pt x="456649" y="1594282"/>
                  </a:lnTo>
                  <a:lnTo>
                    <a:pt x="456818" y="1595199"/>
                  </a:lnTo>
                  <a:lnTo>
                    <a:pt x="456955" y="1596143"/>
                  </a:lnTo>
                  <a:lnTo>
                    <a:pt x="457062" y="1597116"/>
                  </a:lnTo>
                  <a:lnTo>
                    <a:pt x="457138" y="1598116"/>
                  </a:lnTo>
                  <a:lnTo>
                    <a:pt x="457184" y="1599144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h35"/>
            <p:cNvSpPr/>
            <p:nvPr/>
          </p:nvSpPr>
          <p:spPr>
            <a:xfrm>
              <a:off x="4190983" y="4204372"/>
              <a:ext cx="472479" cy="1600200"/>
            </a:xfrm>
            <a:custGeom>
              <a:avLst/>
              <a:pathLst>
                <a:path w="472479" h="1600200">
                  <a:moveTo>
                    <a:pt x="457200" y="1600200"/>
                  </a:moveTo>
                  <a:lnTo>
                    <a:pt x="431780" y="1559569"/>
                  </a:lnTo>
                  <a:lnTo>
                    <a:pt x="401290" y="1559569"/>
                  </a:lnTo>
                  <a:lnTo>
                    <a:pt x="401290" y="1600200"/>
                  </a:lnTo>
                  <a:lnTo>
                    <a:pt x="388024" y="1600200"/>
                  </a:lnTo>
                  <a:lnTo>
                    <a:pt x="388024" y="1502340"/>
                  </a:lnTo>
                  <a:lnTo>
                    <a:pt x="434072" y="1502340"/>
                  </a:lnTo>
                  <a:lnTo>
                    <a:pt x="435719" y="1502359"/>
                  </a:lnTo>
                  <a:lnTo>
                    <a:pt x="437328" y="1502418"/>
                  </a:lnTo>
                  <a:lnTo>
                    <a:pt x="438897" y="1502515"/>
                  </a:lnTo>
                  <a:lnTo>
                    <a:pt x="440428" y="1502651"/>
                  </a:lnTo>
                  <a:lnTo>
                    <a:pt x="441920" y="1502826"/>
                  </a:lnTo>
                  <a:lnTo>
                    <a:pt x="443373" y="1503040"/>
                  </a:lnTo>
                  <a:lnTo>
                    <a:pt x="444787" y="1503293"/>
                  </a:lnTo>
                  <a:lnTo>
                    <a:pt x="446162" y="1503585"/>
                  </a:lnTo>
                  <a:lnTo>
                    <a:pt x="447498" y="1503915"/>
                  </a:lnTo>
                  <a:lnTo>
                    <a:pt x="448796" y="1504285"/>
                  </a:lnTo>
                  <a:lnTo>
                    <a:pt x="450067" y="1504677"/>
                  </a:lnTo>
                  <a:lnTo>
                    <a:pt x="451296" y="1505104"/>
                  </a:lnTo>
                  <a:lnTo>
                    <a:pt x="452484" y="1505566"/>
                  </a:lnTo>
                  <a:lnTo>
                    <a:pt x="453630" y="1506063"/>
                  </a:lnTo>
                  <a:lnTo>
                    <a:pt x="454734" y="1506594"/>
                  </a:lnTo>
                  <a:lnTo>
                    <a:pt x="455797" y="1507160"/>
                  </a:lnTo>
                  <a:lnTo>
                    <a:pt x="456818" y="1507761"/>
                  </a:lnTo>
                  <a:lnTo>
                    <a:pt x="457797" y="1508396"/>
                  </a:lnTo>
                  <a:lnTo>
                    <a:pt x="458734" y="1509067"/>
                  </a:lnTo>
                  <a:lnTo>
                    <a:pt x="459630" y="1509772"/>
                  </a:lnTo>
                  <a:lnTo>
                    <a:pt x="460485" y="1510510"/>
                  </a:lnTo>
                  <a:lnTo>
                    <a:pt x="461297" y="1511280"/>
                  </a:lnTo>
                  <a:lnTo>
                    <a:pt x="462068" y="1512082"/>
                  </a:lnTo>
                  <a:lnTo>
                    <a:pt x="462797" y="1512916"/>
                  </a:lnTo>
                  <a:lnTo>
                    <a:pt x="463485" y="1513782"/>
                  </a:lnTo>
                  <a:lnTo>
                    <a:pt x="464131" y="1514680"/>
                  </a:lnTo>
                  <a:lnTo>
                    <a:pt x="464735" y="1515610"/>
                  </a:lnTo>
                  <a:lnTo>
                    <a:pt x="465298" y="1516572"/>
                  </a:lnTo>
                  <a:lnTo>
                    <a:pt x="465819" y="1517566"/>
                  </a:lnTo>
                  <a:lnTo>
                    <a:pt x="466298" y="1518592"/>
                  </a:lnTo>
                  <a:lnTo>
                    <a:pt x="466733" y="1519647"/>
                  </a:lnTo>
                  <a:lnTo>
                    <a:pt x="467123" y="1520728"/>
                  </a:lnTo>
                  <a:lnTo>
                    <a:pt x="467467" y="1521836"/>
                  </a:lnTo>
                  <a:lnTo>
                    <a:pt x="467765" y="1522970"/>
                  </a:lnTo>
                  <a:lnTo>
                    <a:pt x="468017" y="1524131"/>
                  </a:lnTo>
                  <a:lnTo>
                    <a:pt x="468223" y="1525318"/>
                  </a:lnTo>
                  <a:lnTo>
                    <a:pt x="468384" y="1526531"/>
                  </a:lnTo>
                  <a:lnTo>
                    <a:pt x="468498" y="1527771"/>
                  </a:lnTo>
                  <a:lnTo>
                    <a:pt x="468567" y="1529037"/>
                  </a:lnTo>
                  <a:lnTo>
                    <a:pt x="468590" y="1530330"/>
                  </a:lnTo>
                  <a:lnTo>
                    <a:pt x="468576" y="1531259"/>
                  </a:lnTo>
                  <a:lnTo>
                    <a:pt x="468534" y="1532185"/>
                  </a:lnTo>
                  <a:lnTo>
                    <a:pt x="468465" y="1533109"/>
                  </a:lnTo>
                  <a:lnTo>
                    <a:pt x="468368" y="1534030"/>
                  </a:lnTo>
                  <a:lnTo>
                    <a:pt x="468243" y="1534948"/>
                  </a:lnTo>
                  <a:lnTo>
                    <a:pt x="468090" y="1535864"/>
                  </a:lnTo>
                  <a:lnTo>
                    <a:pt x="467909" y="1536776"/>
                  </a:lnTo>
                  <a:lnTo>
                    <a:pt x="467701" y="1537686"/>
                  </a:lnTo>
                  <a:lnTo>
                    <a:pt x="467465" y="1538593"/>
                  </a:lnTo>
                  <a:lnTo>
                    <a:pt x="467201" y="1539497"/>
                  </a:lnTo>
                  <a:lnTo>
                    <a:pt x="466921" y="1540393"/>
                  </a:lnTo>
                  <a:lnTo>
                    <a:pt x="466609" y="1541273"/>
                  </a:lnTo>
                  <a:lnTo>
                    <a:pt x="466265" y="1542137"/>
                  </a:lnTo>
                  <a:lnTo>
                    <a:pt x="465889" y="1542987"/>
                  </a:lnTo>
                  <a:lnTo>
                    <a:pt x="465482" y="1543821"/>
                  </a:lnTo>
                  <a:lnTo>
                    <a:pt x="465042" y="1544640"/>
                  </a:lnTo>
                  <a:lnTo>
                    <a:pt x="464571" y="1545443"/>
                  </a:lnTo>
                  <a:lnTo>
                    <a:pt x="464067" y="1546232"/>
                  </a:lnTo>
                  <a:lnTo>
                    <a:pt x="463532" y="1547005"/>
                  </a:lnTo>
                  <a:lnTo>
                    <a:pt x="462964" y="1547762"/>
                  </a:lnTo>
                  <a:lnTo>
                    <a:pt x="462365" y="1548502"/>
                  </a:lnTo>
                  <a:lnTo>
                    <a:pt x="461733" y="1549221"/>
                  </a:lnTo>
                  <a:lnTo>
                    <a:pt x="461070" y="1549919"/>
                  </a:lnTo>
                  <a:lnTo>
                    <a:pt x="460375" y="1550596"/>
                  </a:lnTo>
                  <a:lnTo>
                    <a:pt x="459648" y="1551252"/>
                  </a:lnTo>
                  <a:lnTo>
                    <a:pt x="458889" y="1551888"/>
                  </a:lnTo>
                  <a:lnTo>
                    <a:pt x="458098" y="1552503"/>
                  </a:lnTo>
                  <a:lnTo>
                    <a:pt x="457275" y="1553096"/>
                  </a:lnTo>
                  <a:lnTo>
                    <a:pt x="456420" y="1553669"/>
                  </a:lnTo>
                  <a:lnTo>
                    <a:pt x="455533" y="1554222"/>
                  </a:lnTo>
                  <a:lnTo>
                    <a:pt x="454612" y="1554747"/>
                  </a:lnTo>
                  <a:lnTo>
                    <a:pt x="453655" y="1555241"/>
                  </a:lnTo>
                  <a:lnTo>
                    <a:pt x="452661" y="1555703"/>
                  </a:lnTo>
                  <a:lnTo>
                    <a:pt x="451632" y="1556133"/>
                  </a:lnTo>
                  <a:lnTo>
                    <a:pt x="450567" y="1556531"/>
                  </a:lnTo>
                  <a:lnTo>
                    <a:pt x="449465" y="1556897"/>
                  </a:lnTo>
                  <a:lnTo>
                    <a:pt x="448328" y="1557231"/>
                  </a:lnTo>
                  <a:lnTo>
                    <a:pt x="447154" y="1557533"/>
                  </a:lnTo>
                  <a:lnTo>
                    <a:pt x="445944" y="1557803"/>
                  </a:lnTo>
                  <a:lnTo>
                    <a:pt x="444698" y="1558041"/>
                  </a:lnTo>
                  <a:lnTo>
                    <a:pt x="472479" y="1600200"/>
                  </a:lnTo>
                  <a:close/>
                  <a:moveTo>
                    <a:pt x="455255" y="1530469"/>
                  </a:moveTo>
                  <a:lnTo>
                    <a:pt x="455240" y="1529591"/>
                  </a:lnTo>
                  <a:lnTo>
                    <a:pt x="455194" y="1528738"/>
                  </a:lnTo>
                  <a:lnTo>
                    <a:pt x="455117" y="1527908"/>
                  </a:lnTo>
                  <a:lnTo>
                    <a:pt x="455010" y="1527101"/>
                  </a:lnTo>
                  <a:lnTo>
                    <a:pt x="454873" y="1526319"/>
                  </a:lnTo>
                  <a:lnTo>
                    <a:pt x="454705" y="1525560"/>
                  </a:lnTo>
                  <a:lnTo>
                    <a:pt x="454506" y="1524824"/>
                  </a:lnTo>
                  <a:lnTo>
                    <a:pt x="454277" y="1524112"/>
                  </a:lnTo>
                  <a:lnTo>
                    <a:pt x="454017" y="1523424"/>
                  </a:lnTo>
                  <a:lnTo>
                    <a:pt x="453727" y="1522759"/>
                  </a:lnTo>
                  <a:lnTo>
                    <a:pt x="453407" y="1522118"/>
                  </a:lnTo>
                  <a:lnTo>
                    <a:pt x="453060" y="1521498"/>
                  </a:lnTo>
                  <a:lnTo>
                    <a:pt x="452685" y="1520901"/>
                  </a:lnTo>
                  <a:lnTo>
                    <a:pt x="452282" y="1520326"/>
                  </a:lnTo>
                  <a:lnTo>
                    <a:pt x="451852" y="1519773"/>
                  </a:lnTo>
                  <a:lnTo>
                    <a:pt x="451393" y="1519242"/>
                  </a:lnTo>
                  <a:lnTo>
                    <a:pt x="450907" y="1518734"/>
                  </a:lnTo>
                  <a:lnTo>
                    <a:pt x="450393" y="1518248"/>
                  </a:lnTo>
                  <a:lnTo>
                    <a:pt x="449851" y="1517784"/>
                  </a:lnTo>
                  <a:lnTo>
                    <a:pt x="449282" y="1517342"/>
                  </a:lnTo>
                  <a:lnTo>
                    <a:pt x="448686" y="1516909"/>
                  </a:lnTo>
                  <a:lnTo>
                    <a:pt x="448065" y="1516500"/>
                  </a:lnTo>
                  <a:lnTo>
                    <a:pt x="447419" y="1516115"/>
                  </a:lnTo>
                  <a:lnTo>
                    <a:pt x="446748" y="1515753"/>
                  </a:lnTo>
                  <a:lnTo>
                    <a:pt x="446052" y="1515415"/>
                  </a:lnTo>
                  <a:lnTo>
                    <a:pt x="445331" y="1515100"/>
                  </a:lnTo>
                  <a:lnTo>
                    <a:pt x="444585" y="1514809"/>
                  </a:lnTo>
                  <a:lnTo>
                    <a:pt x="443814" y="1514542"/>
                  </a:lnTo>
                  <a:lnTo>
                    <a:pt x="443019" y="1514298"/>
                  </a:lnTo>
                  <a:lnTo>
                    <a:pt x="442198" y="1514078"/>
                  </a:lnTo>
                  <a:lnTo>
                    <a:pt x="441353" y="1513866"/>
                  </a:lnTo>
                  <a:lnTo>
                    <a:pt x="440486" y="1513678"/>
                  </a:lnTo>
                  <a:lnTo>
                    <a:pt x="439597" y="1513511"/>
                  </a:lnTo>
                  <a:lnTo>
                    <a:pt x="438686" y="1513366"/>
                  </a:lnTo>
                  <a:lnTo>
                    <a:pt x="437753" y="1513244"/>
                  </a:lnTo>
                  <a:lnTo>
                    <a:pt x="436797" y="1513144"/>
                  </a:lnTo>
                  <a:lnTo>
                    <a:pt x="435819" y="1513066"/>
                  </a:lnTo>
                  <a:lnTo>
                    <a:pt x="434819" y="1513011"/>
                  </a:lnTo>
                  <a:lnTo>
                    <a:pt x="433797" y="1512977"/>
                  </a:lnTo>
                  <a:lnTo>
                    <a:pt x="432752" y="1512966"/>
                  </a:lnTo>
                  <a:lnTo>
                    <a:pt x="401290" y="1512966"/>
                  </a:lnTo>
                  <a:lnTo>
                    <a:pt x="401290" y="1549082"/>
                  </a:lnTo>
                  <a:lnTo>
                    <a:pt x="433308" y="1549082"/>
                  </a:lnTo>
                  <a:lnTo>
                    <a:pt x="434431" y="1549068"/>
                  </a:lnTo>
                  <a:lnTo>
                    <a:pt x="435525" y="1549026"/>
                  </a:lnTo>
                  <a:lnTo>
                    <a:pt x="436587" y="1548957"/>
                  </a:lnTo>
                  <a:lnTo>
                    <a:pt x="437619" y="1548860"/>
                  </a:lnTo>
                  <a:lnTo>
                    <a:pt x="438621" y="1548735"/>
                  </a:lnTo>
                  <a:lnTo>
                    <a:pt x="439592" y="1548582"/>
                  </a:lnTo>
                  <a:lnTo>
                    <a:pt x="440532" y="1548401"/>
                  </a:lnTo>
                  <a:lnTo>
                    <a:pt x="441442" y="1548193"/>
                  </a:lnTo>
                  <a:lnTo>
                    <a:pt x="442321" y="1547957"/>
                  </a:lnTo>
                  <a:lnTo>
                    <a:pt x="443170" y="1547693"/>
                  </a:lnTo>
                  <a:lnTo>
                    <a:pt x="443988" y="1547391"/>
                  </a:lnTo>
                  <a:lnTo>
                    <a:pt x="444776" y="1547068"/>
                  </a:lnTo>
                  <a:lnTo>
                    <a:pt x="445533" y="1546724"/>
                  </a:lnTo>
                  <a:lnTo>
                    <a:pt x="446259" y="1546359"/>
                  </a:lnTo>
                  <a:lnTo>
                    <a:pt x="446955" y="1545974"/>
                  </a:lnTo>
                  <a:lnTo>
                    <a:pt x="447621" y="1545568"/>
                  </a:lnTo>
                  <a:lnTo>
                    <a:pt x="448255" y="1545141"/>
                  </a:lnTo>
                  <a:lnTo>
                    <a:pt x="448860" y="1544693"/>
                  </a:lnTo>
                  <a:lnTo>
                    <a:pt x="449433" y="1544224"/>
                  </a:lnTo>
                  <a:lnTo>
                    <a:pt x="449976" y="1543734"/>
                  </a:lnTo>
                  <a:lnTo>
                    <a:pt x="450504" y="1543225"/>
                  </a:lnTo>
                  <a:lnTo>
                    <a:pt x="451002" y="1542698"/>
                  </a:lnTo>
                  <a:lnTo>
                    <a:pt x="451470" y="1542153"/>
                  </a:lnTo>
                  <a:lnTo>
                    <a:pt x="451910" y="1541589"/>
                  </a:lnTo>
                  <a:lnTo>
                    <a:pt x="452320" y="1541008"/>
                  </a:lnTo>
                  <a:lnTo>
                    <a:pt x="452702" y="1540409"/>
                  </a:lnTo>
                  <a:lnTo>
                    <a:pt x="453054" y="1539791"/>
                  </a:lnTo>
                  <a:lnTo>
                    <a:pt x="453377" y="1539156"/>
                  </a:lnTo>
                  <a:lnTo>
                    <a:pt x="453671" y="1538502"/>
                  </a:lnTo>
                  <a:lnTo>
                    <a:pt x="453935" y="1537831"/>
                  </a:lnTo>
                  <a:lnTo>
                    <a:pt x="454186" y="1537144"/>
                  </a:lnTo>
                  <a:lnTo>
                    <a:pt x="454410" y="1536447"/>
                  </a:lnTo>
                  <a:lnTo>
                    <a:pt x="454608" y="1535739"/>
                  </a:lnTo>
                  <a:lnTo>
                    <a:pt x="454780" y="1535019"/>
                  </a:lnTo>
                  <a:lnTo>
                    <a:pt x="454925" y="1534288"/>
                  </a:lnTo>
                  <a:lnTo>
                    <a:pt x="455044" y="1533547"/>
                  </a:lnTo>
                  <a:lnTo>
                    <a:pt x="455136" y="1532794"/>
                  </a:lnTo>
                  <a:lnTo>
                    <a:pt x="455202" y="1532030"/>
                  </a:lnTo>
                  <a:lnTo>
                    <a:pt x="455242" y="1531255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h36"/>
            <p:cNvSpPr/>
            <p:nvPr/>
          </p:nvSpPr>
          <p:spPr>
            <a:xfrm>
              <a:off x="4222376" y="4113249"/>
              <a:ext cx="469701" cy="1691322"/>
            </a:xfrm>
            <a:custGeom>
              <a:avLst/>
              <a:pathLst>
                <a:path w="469701" h="1691322">
                  <a:moveTo>
                    <a:pt x="457200" y="1600200"/>
                  </a:moveTo>
                  <a:lnTo>
                    <a:pt x="457200" y="1588254"/>
                  </a:lnTo>
                  <a:lnTo>
                    <a:pt x="469701" y="1588254"/>
                  </a:lnTo>
                  <a:lnTo>
                    <a:pt x="469701" y="1600200"/>
                  </a:lnTo>
                  <a:close/>
                  <a:moveTo>
                    <a:pt x="457200" y="1691322"/>
                  </a:moveTo>
                  <a:lnTo>
                    <a:pt x="457200" y="1616174"/>
                  </a:lnTo>
                  <a:lnTo>
                    <a:pt x="469701" y="1616174"/>
                  </a:lnTo>
                  <a:lnTo>
                    <a:pt x="469701" y="1691322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h37"/>
            <p:cNvSpPr/>
            <p:nvPr/>
          </p:nvSpPr>
          <p:spPr>
            <a:xfrm>
              <a:off x="4301483" y="4192287"/>
              <a:ext cx="470118" cy="1613673"/>
            </a:xfrm>
            <a:custGeom>
              <a:avLst/>
              <a:pathLst>
                <a:path w="470118" h="1613673">
                  <a:moveTo>
                    <a:pt x="457200" y="1600200"/>
                  </a:moveTo>
                  <a:lnTo>
                    <a:pt x="456482" y="1601603"/>
                  </a:lnTo>
                  <a:lnTo>
                    <a:pt x="455719" y="1602925"/>
                  </a:lnTo>
                  <a:lnTo>
                    <a:pt x="454910" y="1604165"/>
                  </a:lnTo>
                  <a:lnTo>
                    <a:pt x="454055" y="1605322"/>
                  </a:lnTo>
                  <a:lnTo>
                    <a:pt x="453154" y="1606398"/>
                  </a:lnTo>
                  <a:lnTo>
                    <a:pt x="452207" y="1607392"/>
                  </a:lnTo>
                  <a:lnTo>
                    <a:pt x="451215" y="1608304"/>
                  </a:lnTo>
                  <a:lnTo>
                    <a:pt x="450176" y="1609134"/>
                  </a:lnTo>
                  <a:lnTo>
                    <a:pt x="449092" y="1609882"/>
                  </a:lnTo>
                  <a:lnTo>
                    <a:pt x="447962" y="1610548"/>
                  </a:lnTo>
                  <a:lnTo>
                    <a:pt x="446795" y="1611142"/>
                  </a:lnTo>
                  <a:lnTo>
                    <a:pt x="445573" y="1611673"/>
                  </a:lnTo>
                  <a:lnTo>
                    <a:pt x="444295" y="1612142"/>
                  </a:lnTo>
                  <a:lnTo>
                    <a:pt x="442962" y="1612548"/>
                  </a:lnTo>
                  <a:lnTo>
                    <a:pt x="441573" y="1612892"/>
                  </a:lnTo>
                  <a:lnTo>
                    <a:pt x="440128" y="1613173"/>
                  </a:lnTo>
                  <a:lnTo>
                    <a:pt x="438628" y="1613392"/>
                  </a:lnTo>
                  <a:lnTo>
                    <a:pt x="437072" y="1613548"/>
                  </a:lnTo>
                  <a:lnTo>
                    <a:pt x="435461" y="1613642"/>
                  </a:lnTo>
                  <a:lnTo>
                    <a:pt x="433794" y="1613673"/>
                  </a:lnTo>
                  <a:lnTo>
                    <a:pt x="431021" y="1613578"/>
                  </a:lnTo>
                  <a:lnTo>
                    <a:pt x="428399" y="1613290"/>
                  </a:lnTo>
                  <a:lnTo>
                    <a:pt x="425926" y="1612811"/>
                  </a:lnTo>
                  <a:lnTo>
                    <a:pt x="423604" y="1612140"/>
                  </a:lnTo>
                  <a:lnTo>
                    <a:pt x="421431" y="1611277"/>
                  </a:lnTo>
                  <a:lnTo>
                    <a:pt x="419409" y="1610223"/>
                  </a:lnTo>
                  <a:lnTo>
                    <a:pt x="417536" y="1608977"/>
                  </a:lnTo>
                  <a:lnTo>
                    <a:pt x="415814" y="1607539"/>
                  </a:lnTo>
                  <a:lnTo>
                    <a:pt x="414241" y="1605910"/>
                  </a:lnTo>
                  <a:lnTo>
                    <a:pt x="412819" y="1604089"/>
                  </a:lnTo>
                  <a:lnTo>
                    <a:pt x="411552" y="1602073"/>
                  </a:lnTo>
                  <a:lnTo>
                    <a:pt x="410419" y="1599861"/>
                  </a:lnTo>
                  <a:lnTo>
                    <a:pt x="409419" y="1597451"/>
                  </a:lnTo>
                  <a:lnTo>
                    <a:pt x="408552" y="1594843"/>
                  </a:lnTo>
                  <a:lnTo>
                    <a:pt x="407818" y="1592039"/>
                  </a:lnTo>
                  <a:lnTo>
                    <a:pt x="407218" y="1589037"/>
                  </a:lnTo>
                  <a:lnTo>
                    <a:pt x="406752" y="1585838"/>
                  </a:lnTo>
                  <a:lnTo>
                    <a:pt x="406418" y="1582442"/>
                  </a:lnTo>
                  <a:lnTo>
                    <a:pt x="406218" y="1578848"/>
                  </a:lnTo>
                  <a:lnTo>
                    <a:pt x="406151" y="1575057"/>
                  </a:lnTo>
                  <a:lnTo>
                    <a:pt x="406428" y="1567588"/>
                  </a:lnTo>
                  <a:lnTo>
                    <a:pt x="407257" y="1560906"/>
                  </a:lnTo>
                  <a:lnTo>
                    <a:pt x="408639" y="1555009"/>
                  </a:lnTo>
                  <a:lnTo>
                    <a:pt x="410574" y="1549899"/>
                  </a:lnTo>
                  <a:lnTo>
                    <a:pt x="413062" y="1545575"/>
                  </a:lnTo>
                  <a:lnTo>
                    <a:pt x="416103" y="1542037"/>
                  </a:lnTo>
                  <a:lnTo>
                    <a:pt x="419696" y="1539285"/>
                  </a:lnTo>
                  <a:lnTo>
                    <a:pt x="423843" y="1537319"/>
                  </a:lnTo>
                  <a:lnTo>
                    <a:pt x="428542" y="1536140"/>
                  </a:lnTo>
                  <a:lnTo>
                    <a:pt x="433794" y="1535747"/>
                  </a:lnTo>
                  <a:lnTo>
                    <a:pt x="435474" y="1535778"/>
                  </a:lnTo>
                  <a:lnTo>
                    <a:pt x="437097" y="1535872"/>
                  </a:lnTo>
                  <a:lnTo>
                    <a:pt x="438663" y="1536028"/>
                  </a:lnTo>
                  <a:lnTo>
                    <a:pt x="440172" y="1536247"/>
                  </a:lnTo>
                  <a:lnTo>
                    <a:pt x="441625" y="1536528"/>
                  </a:lnTo>
                  <a:lnTo>
                    <a:pt x="443020" y="1536872"/>
                  </a:lnTo>
                  <a:lnTo>
                    <a:pt x="444358" y="1537278"/>
                  </a:lnTo>
                  <a:lnTo>
                    <a:pt x="445640" y="1537747"/>
                  </a:lnTo>
                  <a:lnTo>
                    <a:pt x="446864" y="1538279"/>
                  </a:lnTo>
                  <a:lnTo>
                    <a:pt x="448032" y="1538872"/>
                  </a:lnTo>
                  <a:lnTo>
                    <a:pt x="449148" y="1539534"/>
                  </a:lnTo>
                  <a:lnTo>
                    <a:pt x="450221" y="1540270"/>
                  </a:lnTo>
                  <a:lnTo>
                    <a:pt x="451249" y="1541079"/>
                  </a:lnTo>
                  <a:lnTo>
                    <a:pt x="452232" y="1541962"/>
                  </a:lnTo>
                  <a:lnTo>
                    <a:pt x="453171" y="1542918"/>
                  </a:lnTo>
                  <a:lnTo>
                    <a:pt x="454066" y="1543948"/>
                  </a:lnTo>
                  <a:lnTo>
                    <a:pt x="454916" y="1545052"/>
                  </a:lnTo>
                  <a:lnTo>
                    <a:pt x="455722" y="1546229"/>
                  </a:lnTo>
                  <a:lnTo>
                    <a:pt x="456483" y="1547480"/>
                  </a:lnTo>
                  <a:lnTo>
                    <a:pt x="457200" y="1548804"/>
                  </a:lnTo>
                  <a:lnTo>
                    <a:pt x="457338" y="1548804"/>
                  </a:lnTo>
                  <a:lnTo>
                    <a:pt x="457338" y="1548658"/>
                  </a:lnTo>
                  <a:lnTo>
                    <a:pt x="457336" y="1548496"/>
                  </a:lnTo>
                  <a:lnTo>
                    <a:pt x="457332" y="1548319"/>
                  </a:lnTo>
                  <a:lnTo>
                    <a:pt x="457327" y="1548126"/>
                  </a:lnTo>
                  <a:lnTo>
                    <a:pt x="457321" y="1547919"/>
                  </a:lnTo>
                  <a:lnTo>
                    <a:pt x="457313" y="1547696"/>
                  </a:lnTo>
                  <a:lnTo>
                    <a:pt x="457304" y="1547457"/>
                  </a:lnTo>
                  <a:lnTo>
                    <a:pt x="457294" y="1547204"/>
                  </a:lnTo>
                  <a:lnTo>
                    <a:pt x="457282" y="1546935"/>
                  </a:lnTo>
                  <a:lnTo>
                    <a:pt x="457269" y="1546651"/>
                  </a:lnTo>
                  <a:lnTo>
                    <a:pt x="457268" y="1546345"/>
                  </a:lnTo>
                  <a:lnTo>
                    <a:pt x="457266" y="1546037"/>
                  </a:lnTo>
                  <a:lnTo>
                    <a:pt x="457263" y="1545728"/>
                  </a:lnTo>
                  <a:lnTo>
                    <a:pt x="457258" y="1545418"/>
                  </a:lnTo>
                  <a:lnTo>
                    <a:pt x="457252" y="1545106"/>
                  </a:lnTo>
                  <a:lnTo>
                    <a:pt x="457244" y="1544793"/>
                  </a:lnTo>
                  <a:lnTo>
                    <a:pt x="457235" y="1544478"/>
                  </a:lnTo>
                  <a:lnTo>
                    <a:pt x="457225" y="1544162"/>
                  </a:lnTo>
                  <a:lnTo>
                    <a:pt x="457213" y="1543845"/>
                  </a:lnTo>
                  <a:lnTo>
                    <a:pt x="457200" y="1543526"/>
                  </a:lnTo>
                  <a:lnTo>
                    <a:pt x="457200" y="1543194"/>
                  </a:lnTo>
                  <a:lnTo>
                    <a:pt x="457200" y="1542867"/>
                  </a:lnTo>
                  <a:lnTo>
                    <a:pt x="457200" y="1542544"/>
                  </a:lnTo>
                  <a:lnTo>
                    <a:pt x="457200" y="1542226"/>
                  </a:lnTo>
                  <a:lnTo>
                    <a:pt x="457200" y="1541911"/>
                  </a:lnTo>
                  <a:lnTo>
                    <a:pt x="457200" y="1541601"/>
                  </a:lnTo>
                  <a:lnTo>
                    <a:pt x="457200" y="1541294"/>
                  </a:lnTo>
                  <a:lnTo>
                    <a:pt x="457200" y="1540992"/>
                  </a:lnTo>
                  <a:lnTo>
                    <a:pt x="457200" y="1540694"/>
                  </a:lnTo>
                  <a:lnTo>
                    <a:pt x="457200" y="1540400"/>
                  </a:lnTo>
                  <a:lnTo>
                    <a:pt x="457200" y="1540117"/>
                  </a:lnTo>
                  <a:lnTo>
                    <a:pt x="457200" y="1539850"/>
                  </a:lnTo>
                  <a:lnTo>
                    <a:pt x="457200" y="1539600"/>
                  </a:lnTo>
                  <a:lnTo>
                    <a:pt x="457200" y="1539367"/>
                  </a:lnTo>
                  <a:lnTo>
                    <a:pt x="457200" y="1539150"/>
                  </a:lnTo>
                  <a:lnTo>
                    <a:pt x="457200" y="1538950"/>
                  </a:lnTo>
                  <a:lnTo>
                    <a:pt x="457200" y="1538767"/>
                  </a:lnTo>
                  <a:lnTo>
                    <a:pt x="457200" y="1538600"/>
                  </a:lnTo>
                  <a:lnTo>
                    <a:pt x="457200" y="1538450"/>
                  </a:lnTo>
                  <a:lnTo>
                    <a:pt x="457200" y="1538317"/>
                  </a:lnTo>
                  <a:lnTo>
                    <a:pt x="457200" y="1509216"/>
                  </a:lnTo>
                  <a:lnTo>
                    <a:pt x="469701" y="1509216"/>
                  </a:lnTo>
                  <a:lnTo>
                    <a:pt x="469701" y="1596796"/>
                  </a:lnTo>
                  <a:lnTo>
                    <a:pt x="469701" y="1597336"/>
                  </a:lnTo>
                  <a:lnTo>
                    <a:pt x="469701" y="1597871"/>
                  </a:lnTo>
                  <a:lnTo>
                    <a:pt x="469701" y="1598403"/>
                  </a:lnTo>
                  <a:lnTo>
                    <a:pt x="469701" y="1598930"/>
                  </a:lnTo>
                  <a:lnTo>
                    <a:pt x="469701" y="1599453"/>
                  </a:lnTo>
                  <a:lnTo>
                    <a:pt x="469701" y="1599972"/>
                  </a:lnTo>
                  <a:lnTo>
                    <a:pt x="469701" y="1600486"/>
                  </a:lnTo>
                  <a:lnTo>
                    <a:pt x="469701" y="1600997"/>
                  </a:lnTo>
                  <a:lnTo>
                    <a:pt x="469701" y="1601503"/>
                  </a:lnTo>
                  <a:lnTo>
                    <a:pt x="469701" y="1602005"/>
                  </a:lnTo>
                  <a:lnTo>
                    <a:pt x="469715" y="1602501"/>
                  </a:lnTo>
                  <a:lnTo>
                    <a:pt x="469729" y="1602989"/>
                  </a:lnTo>
                  <a:lnTo>
                    <a:pt x="469743" y="1603468"/>
                  </a:lnTo>
                  <a:lnTo>
                    <a:pt x="469757" y="1603939"/>
                  </a:lnTo>
                  <a:lnTo>
                    <a:pt x="469771" y="1604401"/>
                  </a:lnTo>
                  <a:lnTo>
                    <a:pt x="469784" y="1604856"/>
                  </a:lnTo>
                  <a:lnTo>
                    <a:pt x="469798" y="1605302"/>
                  </a:lnTo>
                  <a:lnTo>
                    <a:pt x="469812" y="1605739"/>
                  </a:lnTo>
                  <a:lnTo>
                    <a:pt x="469826" y="1606168"/>
                  </a:lnTo>
                  <a:lnTo>
                    <a:pt x="469840" y="1606589"/>
                  </a:lnTo>
                  <a:lnTo>
                    <a:pt x="469854" y="1607000"/>
                  </a:lnTo>
                  <a:lnTo>
                    <a:pt x="469868" y="1607400"/>
                  </a:lnTo>
                  <a:lnTo>
                    <a:pt x="469882" y="1607789"/>
                  </a:lnTo>
                  <a:lnTo>
                    <a:pt x="469896" y="1608167"/>
                  </a:lnTo>
                  <a:lnTo>
                    <a:pt x="469909" y="1608534"/>
                  </a:lnTo>
                  <a:lnTo>
                    <a:pt x="469923" y="1608889"/>
                  </a:lnTo>
                  <a:lnTo>
                    <a:pt x="469937" y="1609234"/>
                  </a:lnTo>
                  <a:lnTo>
                    <a:pt x="469951" y="1609567"/>
                  </a:lnTo>
                  <a:lnTo>
                    <a:pt x="469965" y="1609890"/>
                  </a:lnTo>
                  <a:lnTo>
                    <a:pt x="469979" y="1610201"/>
                  </a:lnTo>
                  <a:lnTo>
                    <a:pt x="469993" y="1610484"/>
                  </a:lnTo>
                  <a:lnTo>
                    <a:pt x="470007" y="1610751"/>
                  </a:lnTo>
                  <a:lnTo>
                    <a:pt x="470021" y="1611001"/>
                  </a:lnTo>
                  <a:lnTo>
                    <a:pt x="470034" y="1611234"/>
                  </a:lnTo>
                  <a:lnTo>
                    <a:pt x="470048" y="1611451"/>
                  </a:lnTo>
                  <a:lnTo>
                    <a:pt x="470062" y="1611651"/>
                  </a:lnTo>
                  <a:lnTo>
                    <a:pt x="470076" y="1611834"/>
                  </a:lnTo>
                  <a:lnTo>
                    <a:pt x="470090" y="1612001"/>
                  </a:lnTo>
                  <a:lnTo>
                    <a:pt x="470104" y="1612151"/>
                  </a:lnTo>
                  <a:lnTo>
                    <a:pt x="470118" y="1612284"/>
                  </a:lnTo>
                  <a:lnTo>
                    <a:pt x="458172" y="1612284"/>
                  </a:lnTo>
                  <a:lnTo>
                    <a:pt x="458144" y="1612140"/>
                  </a:lnTo>
                  <a:lnTo>
                    <a:pt x="458116" y="1611984"/>
                  </a:lnTo>
                  <a:lnTo>
                    <a:pt x="458089" y="1611818"/>
                  </a:lnTo>
                  <a:lnTo>
                    <a:pt x="458061" y="1611640"/>
                  </a:lnTo>
                  <a:lnTo>
                    <a:pt x="458033" y="1611451"/>
                  </a:lnTo>
                  <a:lnTo>
                    <a:pt x="458005" y="1611251"/>
                  </a:lnTo>
                  <a:lnTo>
                    <a:pt x="457977" y="1611040"/>
                  </a:lnTo>
                  <a:lnTo>
                    <a:pt x="457950" y="1610817"/>
                  </a:lnTo>
                  <a:lnTo>
                    <a:pt x="457922" y="1610584"/>
                  </a:lnTo>
                  <a:lnTo>
                    <a:pt x="457894" y="1610340"/>
                  </a:lnTo>
                  <a:lnTo>
                    <a:pt x="457879" y="1610072"/>
                  </a:lnTo>
                  <a:lnTo>
                    <a:pt x="457863" y="1609798"/>
                  </a:lnTo>
                  <a:lnTo>
                    <a:pt x="457846" y="1609517"/>
                  </a:lnTo>
                  <a:lnTo>
                    <a:pt x="457827" y="1609228"/>
                  </a:lnTo>
                  <a:lnTo>
                    <a:pt x="457807" y="1608933"/>
                  </a:lnTo>
                  <a:lnTo>
                    <a:pt x="457786" y="1608631"/>
                  </a:lnTo>
                  <a:lnTo>
                    <a:pt x="457763" y="1608322"/>
                  </a:lnTo>
                  <a:lnTo>
                    <a:pt x="457738" y="1608006"/>
                  </a:lnTo>
                  <a:lnTo>
                    <a:pt x="457713" y="1607683"/>
                  </a:lnTo>
                  <a:lnTo>
                    <a:pt x="457686" y="1607353"/>
                  </a:lnTo>
                  <a:lnTo>
                    <a:pt x="457672" y="1607018"/>
                  </a:lnTo>
                  <a:lnTo>
                    <a:pt x="457658" y="1606681"/>
                  </a:lnTo>
                  <a:lnTo>
                    <a:pt x="457644" y="1606341"/>
                  </a:lnTo>
                  <a:lnTo>
                    <a:pt x="457630" y="1605997"/>
                  </a:lnTo>
                  <a:lnTo>
                    <a:pt x="457616" y="1605652"/>
                  </a:lnTo>
                  <a:lnTo>
                    <a:pt x="457602" y="1605303"/>
                  </a:lnTo>
                  <a:lnTo>
                    <a:pt x="457588" y="1604951"/>
                  </a:lnTo>
                  <a:lnTo>
                    <a:pt x="457575" y="1604597"/>
                  </a:lnTo>
                  <a:lnTo>
                    <a:pt x="457561" y="1604240"/>
                  </a:lnTo>
                  <a:lnTo>
                    <a:pt x="457547" y="1603881"/>
                  </a:lnTo>
                  <a:lnTo>
                    <a:pt x="457534" y="1603506"/>
                  </a:lnTo>
                  <a:lnTo>
                    <a:pt x="457522" y="1603133"/>
                  </a:lnTo>
                  <a:lnTo>
                    <a:pt x="457511" y="1602762"/>
                  </a:lnTo>
                  <a:lnTo>
                    <a:pt x="457502" y="1602391"/>
                  </a:lnTo>
                  <a:lnTo>
                    <a:pt x="457495" y="1602023"/>
                  </a:lnTo>
                  <a:lnTo>
                    <a:pt x="457488" y="1601655"/>
                  </a:lnTo>
                  <a:lnTo>
                    <a:pt x="457484" y="1601289"/>
                  </a:lnTo>
                  <a:lnTo>
                    <a:pt x="457480" y="1600925"/>
                  </a:lnTo>
                  <a:lnTo>
                    <a:pt x="457478" y="1600561"/>
                  </a:lnTo>
                  <a:lnTo>
                    <a:pt x="457477" y="1600200"/>
                  </a:lnTo>
                  <a:close/>
                  <a:moveTo>
                    <a:pt x="419278" y="1574641"/>
                  </a:moveTo>
                  <a:lnTo>
                    <a:pt x="419288" y="1576174"/>
                  </a:lnTo>
                  <a:lnTo>
                    <a:pt x="419317" y="1577663"/>
                  </a:lnTo>
                  <a:lnTo>
                    <a:pt x="419366" y="1579108"/>
                  </a:lnTo>
                  <a:lnTo>
                    <a:pt x="419434" y="1580508"/>
                  </a:lnTo>
                  <a:lnTo>
                    <a:pt x="419521" y="1581864"/>
                  </a:lnTo>
                  <a:lnTo>
                    <a:pt x="419628" y="1583175"/>
                  </a:lnTo>
                  <a:lnTo>
                    <a:pt x="419755" y="1584442"/>
                  </a:lnTo>
                  <a:lnTo>
                    <a:pt x="419900" y="1585664"/>
                  </a:lnTo>
                  <a:lnTo>
                    <a:pt x="420066" y="1586842"/>
                  </a:lnTo>
                  <a:lnTo>
                    <a:pt x="420250" y="1587976"/>
                  </a:lnTo>
                  <a:lnTo>
                    <a:pt x="420457" y="1589068"/>
                  </a:lnTo>
                  <a:lnTo>
                    <a:pt x="420687" y="1590120"/>
                  </a:lnTo>
                  <a:lnTo>
                    <a:pt x="420940" y="1591134"/>
                  </a:lnTo>
                  <a:lnTo>
                    <a:pt x="421217" y="1592110"/>
                  </a:lnTo>
                  <a:lnTo>
                    <a:pt x="421518" y="1593046"/>
                  </a:lnTo>
                  <a:lnTo>
                    <a:pt x="421842" y="1593943"/>
                  </a:lnTo>
                  <a:lnTo>
                    <a:pt x="422190" y="1594802"/>
                  </a:lnTo>
                  <a:lnTo>
                    <a:pt x="422562" y="1595621"/>
                  </a:lnTo>
                  <a:lnTo>
                    <a:pt x="422957" y="1596402"/>
                  </a:lnTo>
                  <a:lnTo>
                    <a:pt x="423376" y="1597144"/>
                  </a:lnTo>
                  <a:lnTo>
                    <a:pt x="423818" y="1597833"/>
                  </a:lnTo>
                  <a:lnTo>
                    <a:pt x="424284" y="1598485"/>
                  </a:lnTo>
                  <a:lnTo>
                    <a:pt x="424774" y="1599100"/>
                  </a:lnTo>
                  <a:lnTo>
                    <a:pt x="425287" y="1599677"/>
                  </a:lnTo>
                  <a:lnTo>
                    <a:pt x="425824" y="1600217"/>
                  </a:lnTo>
                  <a:lnTo>
                    <a:pt x="426385" y="1600719"/>
                  </a:lnTo>
                  <a:lnTo>
                    <a:pt x="426969" y="1601184"/>
                  </a:lnTo>
                  <a:lnTo>
                    <a:pt x="427576" y="1601611"/>
                  </a:lnTo>
                  <a:lnTo>
                    <a:pt x="428208" y="1602000"/>
                  </a:lnTo>
                  <a:lnTo>
                    <a:pt x="428863" y="1602353"/>
                  </a:lnTo>
                  <a:lnTo>
                    <a:pt x="429544" y="1602669"/>
                  </a:lnTo>
                  <a:lnTo>
                    <a:pt x="430254" y="1602953"/>
                  </a:lnTo>
                  <a:lnTo>
                    <a:pt x="430994" y="1603203"/>
                  </a:lnTo>
                  <a:lnTo>
                    <a:pt x="431763" y="1603419"/>
                  </a:lnTo>
                  <a:lnTo>
                    <a:pt x="432561" y="1603603"/>
                  </a:lnTo>
                  <a:lnTo>
                    <a:pt x="433388" y="1603753"/>
                  </a:lnTo>
                  <a:lnTo>
                    <a:pt x="434245" y="1603869"/>
                  </a:lnTo>
                  <a:lnTo>
                    <a:pt x="435130" y="1603953"/>
                  </a:lnTo>
                  <a:lnTo>
                    <a:pt x="436045" y="1604003"/>
                  </a:lnTo>
                  <a:lnTo>
                    <a:pt x="436989" y="1604019"/>
                  </a:lnTo>
                  <a:lnTo>
                    <a:pt x="437963" y="1604003"/>
                  </a:lnTo>
                  <a:lnTo>
                    <a:pt x="438914" y="1603956"/>
                  </a:lnTo>
                  <a:lnTo>
                    <a:pt x="439841" y="1603876"/>
                  </a:lnTo>
                  <a:lnTo>
                    <a:pt x="440745" y="1603764"/>
                  </a:lnTo>
                  <a:lnTo>
                    <a:pt x="441625" y="1603620"/>
                  </a:lnTo>
                  <a:lnTo>
                    <a:pt x="442481" y="1603444"/>
                  </a:lnTo>
                  <a:lnTo>
                    <a:pt x="443314" y="1603237"/>
                  </a:lnTo>
                  <a:lnTo>
                    <a:pt x="444123" y="1602997"/>
                  </a:lnTo>
                  <a:lnTo>
                    <a:pt x="444908" y="1602726"/>
                  </a:lnTo>
                  <a:lnTo>
                    <a:pt x="445670" y="1602422"/>
                  </a:lnTo>
                  <a:lnTo>
                    <a:pt x="446421" y="1602083"/>
                  </a:lnTo>
                  <a:lnTo>
                    <a:pt x="447145" y="1601705"/>
                  </a:lnTo>
                  <a:lnTo>
                    <a:pt x="447843" y="1601289"/>
                  </a:lnTo>
                  <a:lnTo>
                    <a:pt x="448515" y="1600833"/>
                  </a:lnTo>
                  <a:lnTo>
                    <a:pt x="449160" y="1600338"/>
                  </a:lnTo>
                  <a:lnTo>
                    <a:pt x="449779" y="1599805"/>
                  </a:lnTo>
                  <a:lnTo>
                    <a:pt x="450372" y="1599233"/>
                  </a:lnTo>
                  <a:lnTo>
                    <a:pt x="450938" y="1598622"/>
                  </a:lnTo>
                  <a:lnTo>
                    <a:pt x="451477" y="1597971"/>
                  </a:lnTo>
                  <a:lnTo>
                    <a:pt x="451991" y="1597282"/>
                  </a:lnTo>
                  <a:lnTo>
                    <a:pt x="452492" y="1596539"/>
                  </a:lnTo>
                  <a:lnTo>
                    <a:pt x="452968" y="1595752"/>
                  </a:lnTo>
                  <a:lnTo>
                    <a:pt x="453420" y="1594922"/>
                  </a:lnTo>
                  <a:lnTo>
                    <a:pt x="453846" y="1594049"/>
                  </a:lnTo>
                  <a:lnTo>
                    <a:pt x="454248" y="1593133"/>
                  </a:lnTo>
                  <a:lnTo>
                    <a:pt x="454624" y="1592173"/>
                  </a:lnTo>
                  <a:lnTo>
                    <a:pt x="454976" y="1591171"/>
                  </a:lnTo>
                  <a:lnTo>
                    <a:pt x="455302" y="1590126"/>
                  </a:lnTo>
                  <a:lnTo>
                    <a:pt x="455603" y="1589038"/>
                  </a:lnTo>
                  <a:lnTo>
                    <a:pt x="455880" y="1587906"/>
                  </a:lnTo>
                  <a:lnTo>
                    <a:pt x="456131" y="1586728"/>
                  </a:lnTo>
                  <a:lnTo>
                    <a:pt x="456355" y="1585498"/>
                  </a:lnTo>
                  <a:lnTo>
                    <a:pt x="456553" y="1584216"/>
                  </a:lnTo>
                  <a:lnTo>
                    <a:pt x="456724" y="1582883"/>
                  </a:lnTo>
                  <a:lnTo>
                    <a:pt x="456870" y="1581499"/>
                  </a:lnTo>
                  <a:lnTo>
                    <a:pt x="456988" y="1580064"/>
                  </a:lnTo>
                  <a:lnTo>
                    <a:pt x="457081" y="1578577"/>
                  </a:lnTo>
                  <a:lnTo>
                    <a:pt x="457147" y="1577038"/>
                  </a:lnTo>
                  <a:lnTo>
                    <a:pt x="457186" y="1575448"/>
                  </a:lnTo>
                  <a:lnTo>
                    <a:pt x="457200" y="1573807"/>
                  </a:lnTo>
                  <a:lnTo>
                    <a:pt x="457186" y="1572235"/>
                  </a:lnTo>
                  <a:lnTo>
                    <a:pt x="457147" y="1570712"/>
                  </a:lnTo>
                  <a:lnTo>
                    <a:pt x="457081" y="1569240"/>
                  </a:lnTo>
                  <a:lnTo>
                    <a:pt x="456988" y="1567818"/>
                  </a:lnTo>
                  <a:lnTo>
                    <a:pt x="456870" y="1566445"/>
                  </a:lnTo>
                  <a:lnTo>
                    <a:pt x="456724" y="1565123"/>
                  </a:lnTo>
                  <a:lnTo>
                    <a:pt x="456553" y="1563851"/>
                  </a:lnTo>
                  <a:lnTo>
                    <a:pt x="456355" y="1562628"/>
                  </a:lnTo>
                  <a:lnTo>
                    <a:pt x="456131" y="1561456"/>
                  </a:lnTo>
                  <a:lnTo>
                    <a:pt x="455880" y="1560333"/>
                  </a:lnTo>
                  <a:lnTo>
                    <a:pt x="455603" y="1559244"/>
                  </a:lnTo>
                  <a:lnTo>
                    <a:pt x="455302" y="1558197"/>
                  </a:lnTo>
                  <a:lnTo>
                    <a:pt x="454976" y="1557193"/>
                  </a:lnTo>
                  <a:lnTo>
                    <a:pt x="454624" y="1556233"/>
                  </a:lnTo>
                  <a:lnTo>
                    <a:pt x="454248" y="1555315"/>
                  </a:lnTo>
                  <a:lnTo>
                    <a:pt x="453846" y="1554441"/>
                  </a:lnTo>
                  <a:lnTo>
                    <a:pt x="453420" y="1553610"/>
                  </a:lnTo>
                  <a:lnTo>
                    <a:pt x="452968" y="1552821"/>
                  </a:lnTo>
                  <a:lnTo>
                    <a:pt x="452492" y="1552076"/>
                  </a:lnTo>
                  <a:lnTo>
                    <a:pt x="451991" y="1551374"/>
                  </a:lnTo>
                  <a:lnTo>
                    <a:pt x="451465" y="1550713"/>
                  </a:lnTo>
                  <a:lnTo>
                    <a:pt x="450915" y="1550090"/>
                  </a:lnTo>
                  <a:lnTo>
                    <a:pt x="450342" y="1549507"/>
                  </a:lnTo>
                  <a:lnTo>
                    <a:pt x="449746" y="1548963"/>
                  </a:lnTo>
                  <a:lnTo>
                    <a:pt x="449126" y="1548457"/>
                  </a:lnTo>
                  <a:lnTo>
                    <a:pt x="448482" y="1547990"/>
                  </a:lnTo>
                  <a:lnTo>
                    <a:pt x="447814" y="1547562"/>
                  </a:lnTo>
                  <a:lnTo>
                    <a:pt x="447123" y="1547173"/>
                  </a:lnTo>
                  <a:lnTo>
                    <a:pt x="446409" y="1546823"/>
                  </a:lnTo>
                  <a:lnTo>
                    <a:pt x="445670" y="1546512"/>
                  </a:lnTo>
                  <a:lnTo>
                    <a:pt x="444922" y="1546222"/>
                  </a:lnTo>
                  <a:lnTo>
                    <a:pt x="444151" y="1545962"/>
                  </a:lnTo>
                  <a:lnTo>
                    <a:pt x="443355" y="1545733"/>
                  </a:lnTo>
                  <a:lnTo>
                    <a:pt x="442537" y="1545534"/>
                  </a:lnTo>
                  <a:lnTo>
                    <a:pt x="441694" y="1545366"/>
                  </a:lnTo>
                  <a:lnTo>
                    <a:pt x="440828" y="1545229"/>
                  </a:lnTo>
                  <a:lnTo>
                    <a:pt x="439938" y="1545122"/>
                  </a:lnTo>
                  <a:lnTo>
                    <a:pt x="439025" y="1545045"/>
                  </a:lnTo>
                  <a:lnTo>
                    <a:pt x="438088" y="1545000"/>
                  </a:lnTo>
                  <a:lnTo>
                    <a:pt x="437128" y="1544984"/>
                  </a:lnTo>
                  <a:lnTo>
                    <a:pt x="436223" y="1545000"/>
                  </a:lnTo>
                  <a:lnTo>
                    <a:pt x="435344" y="1545048"/>
                  </a:lnTo>
                  <a:lnTo>
                    <a:pt x="434490" y="1545128"/>
                  </a:lnTo>
                  <a:lnTo>
                    <a:pt x="433660" y="1545240"/>
                  </a:lnTo>
                  <a:lnTo>
                    <a:pt x="432856" y="1545384"/>
                  </a:lnTo>
                  <a:lnTo>
                    <a:pt x="432077" y="1545559"/>
                  </a:lnTo>
                  <a:lnTo>
                    <a:pt x="431323" y="1545767"/>
                  </a:lnTo>
                  <a:lnTo>
                    <a:pt x="430593" y="1546007"/>
                  </a:lnTo>
                  <a:lnTo>
                    <a:pt x="429889" y="1546278"/>
                  </a:lnTo>
                  <a:lnTo>
                    <a:pt x="429210" y="1546582"/>
                  </a:lnTo>
                  <a:lnTo>
                    <a:pt x="428554" y="1546921"/>
                  </a:lnTo>
                  <a:lnTo>
                    <a:pt x="427921" y="1547298"/>
                  </a:lnTo>
                  <a:lnTo>
                    <a:pt x="427310" y="1547715"/>
                  </a:lnTo>
                  <a:lnTo>
                    <a:pt x="426721" y="1548171"/>
                  </a:lnTo>
                  <a:lnTo>
                    <a:pt x="426154" y="1548665"/>
                  </a:lnTo>
                  <a:lnTo>
                    <a:pt x="425609" y="1549199"/>
                  </a:lnTo>
                  <a:lnTo>
                    <a:pt x="425087" y="1549771"/>
                  </a:lnTo>
                  <a:lnTo>
                    <a:pt x="424587" y="1550382"/>
                  </a:lnTo>
                  <a:lnTo>
                    <a:pt x="424109" y="1551032"/>
                  </a:lnTo>
                  <a:lnTo>
                    <a:pt x="423654" y="1551721"/>
                  </a:lnTo>
                  <a:lnTo>
                    <a:pt x="423220" y="1552451"/>
                  </a:lnTo>
                  <a:lnTo>
                    <a:pt x="422809" y="1553224"/>
                  </a:lnTo>
                  <a:lnTo>
                    <a:pt x="422420" y="1554040"/>
                  </a:lnTo>
                  <a:lnTo>
                    <a:pt x="422053" y="1554899"/>
                  </a:lnTo>
                  <a:lnTo>
                    <a:pt x="421709" y="1555802"/>
                  </a:lnTo>
                  <a:lnTo>
                    <a:pt x="421387" y="1556747"/>
                  </a:lnTo>
                  <a:lnTo>
                    <a:pt x="421087" y="1557735"/>
                  </a:lnTo>
                  <a:lnTo>
                    <a:pt x="420809" y="1558767"/>
                  </a:lnTo>
                  <a:lnTo>
                    <a:pt x="420553" y="1559841"/>
                  </a:lnTo>
                  <a:lnTo>
                    <a:pt x="420320" y="1560958"/>
                  </a:lnTo>
                  <a:lnTo>
                    <a:pt x="420122" y="1562108"/>
                  </a:lnTo>
                  <a:lnTo>
                    <a:pt x="419945" y="1563306"/>
                  </a:lnTo>
                  <a:lnTo>
                    <a:pt x="419789" y="1564553"/>
                  </a:lnTo>
                  <a:lnTo>
                    <a:pt x="419653" y="1565848"/>
                  </a:lnTo>
                  <a:lnTo>
                    <a:pt x="419539" y="1567192"/>
                  </a:lnTo>
                  <a:lnTo>
                    <a:pt x="419445" y="1568584"/>
                  </a:lnTo>
                  <a:lnTo>
                    <a:pt x="419372" y="1570026"/>
                  </a:lnTo>
                  <a:lnTo>
                    <a:pt x="419320" y="1571515"/>
                  </a:lnTo>
                  <a:lnTo>
                    <a:pt x="419289" y="1573054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h38"/>
            <p:cNvSpPr/>
            <p:nvPr/>
          </p:nvSpPr>
          <p:spPr>
            <a:xfrm>
              <a:off x="4361629" y="4233889"/>
              <a:ext cx="489078" cy="1600200"/>
            </a:xfrm>
            <a:custGeom>
              <a:avLst/>
              <a:pathLst>
                <a:path w="489078" h="1600200">
                  <a:moveTo>
                    <a:pt x="457200" y="1600200"/>
                  </a:moveTo>
                  <a:lnTo>
                    <a:pt x="455922" y="1600186"/>
                  </a:lnTo>
                  <a:lnTo>
                    <a:pt x="454674" y="1600147"/>
                  </a:lnTo>
                  <a:lnTo>
                    <a:pt x="453455" y="1600081"/>
                  </a:lnTo>
                  <a:lnTo>
                    <a:pt x="452266" y="1599988"/>
                  </a:lnTo>
                  <a:lnTo>
                    <a:pt x="451105" y="1599870"/>
                  </a:lnTo>
                  <a:lnTo>
                    <a:pt x="449974" y="1599724"/>
                  </a:lnTo>
                  <a:lnTo>
                    <a:pt x="448871" y="1599553"/>
                  </a:lnTo>
                  <a:lnTo>
                    <a:pt x="447798" y="1599355"/>
                  </a:lnTo>
                  <a:lnTo>
                    <a:pt x="446754" y="1599131"/>
                  </a:lnTo>
                  <a:lnTo>
                    <a:pt x="445740" y="1598880"/>
                  </a:lnTo>
                  <a:lnTo>
                    <a:pt x="444754" y="1598604"/>
                  </a:lnTo>
                  <a:lnTo>
                    <a:pt x="443798" y="1598305"/>
                  </a:lnTo>
                  <a:lnTo>
                    <a:pt x="442871" y="1597982"/>
                  </a:lnTo>
                  <a:lnTo>
                    <a:pt x="441973" y="1597635"/>
                  </a:lnTo>
                  <a:lnTo>
                    <a:pt x="441104" y="1597265"/>
                  </a:lnTo>
                  <a:lnTo>
                    <a:pt x="440264" y="1596871"/>
                  </a:lnTo>
                  <a:lnTo>
                    <a:pt x="439454" y="1596454"/>
                  </a:lnTo>
                  <a:lnTo>
                    <a:pt x="438672" y="1596013"/>
                  </a:lnTo>
                  <a:lnTo>
                    <a:pt x="437920" y="1595548"/>
                  </a:lnTo>
                  <a:lnTo>
                    <a:pt x="437197" y="1595060"/>
                  </a:lnTo>
                  <a:lnTo>
                    <a:pt x="436502" y="1594564"/>
                  </a:lnTo>
                  <a:lnTo>
                    <a:pt x="435833" y="1594049"/>
                  </a:lnTo>
                  <a:lnTo>
                    <a:pt x="435190" y="1593514"/>
                  </a:lnTo>
                  <a:lnTo>
                    <a:pt x="434574" y="1592960"/>
                  </a:lnTo>
                  <a:lnTo>
                    <a:pt x="433985" y="1592386"/>
                  </a:lnTo>
                  <a:lnTo>
                    <a:pt x="433422" y="1591793"/>
                  </a:lnTo>
                  <a:lnTo>
                    <a:pt x="432885" y="1591180"/>
                  </a:lnTo>
                  <a:lnTo>
                    <a:pt x="432374" y="1590548"/>
                  </a:lnTo>
                  <a:lnTo>
                    <a:pt x="431890" y="1589897"/>
                  </a:lnTo>
                  <a:lnTo>
                    <a:pt x="431432" y="1589226"/>
                  </a:lnTo>
                  <a:lnTo>
                    <a:pt x="431000" y="1588538"/>
                  </a:lnTo>
                  <a:lnTo>
                    <a:pt x="430593" y="1587834"/>
                  </a:lnTo>
                  <a:lnTo>
                    <a:pt x="430211" y="1587115"/>
                  </a:lnTo>
                  <a:lnTo>
                    <a:pt x="429854" y="1586381"/>
                  </a:lnTo>
                  <a:lnTo>
                    <a:pt x="429522" y="1585632"/>
                  </a:lnTo>
                  <a:lnTo>
                    <a:pt x="429215" y="1584867"/>
                  </a:lnTo>
                  <a:lnTo>
                    <a:pt x="428933" y="1584087"/>
                  </a:lnTo>
                  <a:lnTo>
                    <a:pt x="428676" y="1583292"/>
                  </a:lnTo>
                  <a:lnTo>
                    <a:pt x="428445" y="1582481"/>
                  </a:lnTo>
                  <a:lnTo>
                    <a:pt x="428238" y="1581656"/>
                  </a:lnTo>
                  <a:lnTo>
                    <a:pt x="440809" y="1579850"/>
                  </a:lnTo>
                  <a:lnTo>
                    <a:pt x="441088" y="1580867"/>
                  </a:lnTo>
                  <a:lnTo>
                    <a:pt x="441428" y="1581836"/>
                  </a:lnTo>
                  <a:lnTo>
                    <a:pt x="441827" y="1582756"/>
                  </a:lnTo>
                  <a:lnTo>
                    <a:pt x="442287" y="1583628"/>
                  </a:lnTo>
                  <a:lnTo>
                    <a:pt x="442805" y="1584451"/>
                  </a:lnTo>
                  <a:lnTo>
                    <a:pt x="443384" y="1585225"/>
                  </a:lnTo>
                  <a:lnTo>
                    <a:pt x="444022" y="1585951"/>
                  </a:lnTo>
                  <a:lnTo>
                    <a:pt x="444720" y="1586628"/>
                  </a:lnTo>
                  <a:lnTo>
                    <a:pt x="445478" y="1587257"/>
                  </a:lnTo>
                  <a:lnTo>
                    <a:pt x="446295" y="1587837"/>
                  </a:lnTo>
                  <a:lnTo>
                    <a:pt x="447183" y="1588378"/>
                  </a:lnTo>
                  <a:lnTo>
                    <a:pt x="448123" y="1588862"/>
                  </a:lnTo>
                  <a:lnTo>
                    <a:pt x="449117" y="1589289"/>
                  </a:lnTo>
                  <a:lnTo>
                    <a:pt x="450163" y="1589659"/>
                  </a:lnTo>
                  <a:lnTo>
                    <a:pt x="451261" y="1589973"/>
                  </a:lnTo>
                  <a:lnTo>
                    <a:pt x="452413" y="1590229"/>
                  </a:lnTo>
                  <a:lnTo>
                    <a:pt x="453617" y="1590428"/>
                  </a:lnTo>
                  <a:lnTo>
                    <a:pt x="454874" y="1590571"/>
                  </a:lnTo>
                  <a:lnTo>
                    <a:pt x="456184" y="1590656"/>
                  </a:lnTo>
                  <a:lnTo>
                    <a:pt x="457547" y="1590684"/>
                  </a:lnTo>
                  <a:lnTo>
                    <a:pt x="458386" y="1590673"/>
                  </a:lnTo>
                  <a:lnTo>
                    <a:pt x="459211" y="1590637"/>
                  </a:lnTo>
                  <a:lnTo>
                    <a:pt x="460020" y="1590578"/>
                  </a:lnTo>
                  <a:lnTo>
                    <a:pt x="460814" y="1590496"/>
                  </a:lnTo>
                  <a:lnTo>
                    <a:pt x="461592" y="1590389"/>
                  </a:lnTo>
                  <a:lnTo>
                    <a:pt x="462356" y="1590259"/>
                  </a:lnTo>
                  <a:lnTo>
                    <a:pt x="463104" y="1590106"/>
                  </a:lnTo>
                  <a:lnTo>
                    <a:pt x="463836" y="1589929"/>
                  </a:lnTo>
                  <a:lnTo>
                    <a:pt x="464554" y="1589728"/>
                  </a:lnTo>
                  <a:lnTo>
                    <a:pt x="465256" y="1589504"/>
                  </a:lnTo>
                  <a:lnTo>
                    <a:pt x="465940" y="1589253"/>
                  </a:lnTo>
                  <a:lnTo>
                    <a:pt x="466603" y="1588973"/>
                  </a:lnTo>
                  <a:lnTo>
                    <a:pt x="467246" y="1588664"/>
                  </a:lnTo>
                  <a:lnTo>
                    <a:pt x="467868" y="1588326"/>
                  </a:lnTo>
                  <a:lnTo>
                    <a:pt x="468468" y="1587958"/>
                  </a:lnTo>
                  <a:lnTo>
                    <a:pt x="469048" y="1587562"/>
                  </a:lnTo>
                  <a:lnTo>
                    <a:pt x="469607" y="1587136"/>
                  </a:lnTo>
                  <a:lnTo>
                    <a:pt x="470146" y="1586681"/>
                  </a:lnTo>
                  <a:lnTo>
                    <a:pt x="470663" y="1586197"/>
                  </a:lnTo>
                  <a:lnTo>
                    <a:pt x="471160" y="1585684"/>
                  </a:lnTo>
                  <a:lnTo>
                    <a:pt x="471635" y="1585154"/>
                  </a:lnTo>
                  <a:lnTo>
                    <a:pt x="472087" y="1584592"/>
                  </a:lnTo>
                  <a:lnTo>
                    <a:pt x="472518" y="1583998"/>
                  </a:lnTo>
                  <a:lnTo>
                    <a:pt x="472926" y="1583372"/>
                  </a:lnTo>
                  <a:lnTo>
                    <a:pt x="473313" y="1582715"/>
                  </a:lnTo>
                  <a:lnTo>
                    <a:pt x="473677" y="1582025"/>
                  </a:lnTo>
                  <a:lnTo>
                    <a:pt x="474018" y="1581303"/>
                  </a:lnTo>
                  <a:lnTo>
                    <a:pt x="474338" y="1580550"/>
                  </a:lnTo>
                  <a:lnTo>
                    <a:pt x="474635" y="1579764"/>
                  </a:lnTo>
                  <a:lnTo>
                    <a:pt x="474910" y="1578947"/>
                  </a:lnTo>
                  <a:lnTo>
                    <a:pt x="475161" y="1578095"/>
                  </a:lnTo>
                  <a:lnTo>
                    <a:pt x="475385" y="1577208"/>
                  </a:lnTo>
                  <a:lnTo>
                    <a:pt x="475583" y="1576284"/>
                  </a:lnTo>
                  <a:lnTo>
                    <a:pt x="475755" y="1575324"/>
                  </a:lnTo>
                  <a:lnTo>
                    <a:pt x="475900" y="1574328"/>
                  </a:lnTo>
                  <a:lnTo>
                    <a:pt x="476019" y="1573296"/>
                  </a:lnTo>
                  <a:lnTo>
                    <a:pt x="476111" y="1572228"/>
                  </a:lnTo>
                  <a:lnTo>
                    <a:pt x="476177" y="1571124"/>
                  </a:lnTo>
                  <a:lnTo>
                    <a:pt x="476216" y="1569983"/>
                  </a:lnTo>
                  <a:lnTo>
                    <a:pt x="476230" y="1568807"/>
                  </a:lnTo>
                  <a:lnTo>
                    <a:pt x="476230" y="1556722"/>
                  </a:lnTo>
                  <a:lnTo>
                    <a:pt x="476091" y="1556722"/>
                  </a:lnTo>
                  <a:lnTo>
                    <a:pt x="475806" y="1557289"/>
                  </a:lnTo>
                  <a:lnTo>
                    <a:pt x="475507" y="1557853"/>
                  </a:lnTo>
                  <a:lnTo>
                    <a:pt x="475195" y="1558412"/>
                  </a:lnTo>
                  <a:lnTo>
                    <a:pt x="474868" y="1558967"/>
                  </a:lnTo>
                  <a:lnTo>
                    <a:pt x="474528" y="1559517"/>
                  </a:lnTo>
                  <a:lnTo>
                    <a:pt x="474174" y="1560064"/>
                  </a:lnTo>
                  <a:lnTo>
                    <a:pt x="473806" y="1560606"/>
                  </a:lnTo>
                  <a:lnTo>
                    <a:pt x="473424" y="1561145"/>
                  </a:lnTo>
                  <a:lnTo>
                    <a:pt x="473028" y="1561679"/>
                  </a:lnTo>
                  <a:lnTo>
                    <a:pt x="472618" y="1562209"/>
                  </a:lnTo>
                  <a:lnTo>
                    <a:pt x="472206" y="1562717"/>
                  </a:lnTo>
                  <a:lnTo>
                    <a:pt x="471774" y="1563214"/>
                  </a:lnTo>
                  <a:lnTo>
                    <a:pt x="471322" y="1563700"/>
                  </a:lnTo>
                  <a:lnTo>
                    <a:pt x="470851" y="1564176"/>
                  </a:lnTo>
                  <a:lnTo>
                    <a:pt x="470361" y="1564640"/>
                  </a:lnTo>
                  <a:lnTo>
                    <a:pt x="469851" y="1565092"/>
                  </a:lnTo>
                  <a:lnTo>
                    <a:pt x="469322" y="1565534"/>
                  </a:lnTo>
                  <a:lnTo>
                    <a:pt x="468773" y="1565965"/>
                  </a:lnTo>
                  <a:lnTo>
                    <a:pt x="468205" y="1566384"/>
                  </a:lnTo>
                  <a:lnTo>
                    <a:pt x="467617" y="1566793"/>
                  </a:lnTo>
                  <a:lnTo>
                    <a:pt x="467024" y="1567188"/>
                  </a:lnTo>
                  <a:lnTo>
                    <a:pt x="466412" y="1567568"/>
                  </a:lnTo>
                  <a:lnTo>
                    <a:pt x="465780" y="1567932"/>
                  </a:lnTo>
                  <a:lnTo>
                    <a:pt x="465128" y="1568282"/>
                  </a:lnTo>
                  <a:lnTo>
                    <a:pt x="464457" y="1568616"/>
                  </a:lnTo>
                  <a:lnTo>
                    <a:pt x="463767" y="1568934"/>
                  </a:lnTo>
                  <a:lnTo>
                    <a:pt x="463057" y="1569238"/>
                  </a:lnTo>
                  <a:lnTo>
                    <a:pt x="462328" y="1569526"/>
                  </a:lnTo>
                  <a:lnTo>
                    <a:pt x="461579" y="1569799"/>
                  </a:lnTo>
                  <a:lnTo>
                    <a:pt x="460811" y="1570057"/>
                  </a:lnTo>
                  <a:lnTo>
                    <a:pt x="460022" y="1570281"/>
                  </a:lnTo>
                  <a:lnTo>
                    <a:pt x="459211" y="1570482"/>
                  </a:lnTo>
                  <a:lnTo>
                    <a:pt x="458377" y="1570659"/>
                  </a:lnTo>
                  <a:lnTo>
                    <a:pt x="457522" y="1570812"/>
                  </a:lnTo>
                  <a:lnTo>
                    <a:pt x="456644" y="1570942"/>
                  </a:lnTo>
                  <a:lnTo>
                    <a:pt x="455744" y="1571049"/>
                  </a:lnTo>
                  <a:lnTo>
                    <a:pt x="454821" y="1571131"/>
                  </a:lnTo>
                  <a:lnTo>
                    <a:pt x="453877" y="1571190"/>
                  </a:lnTo>
                  <a:lnTo>
                    <a:pt x="452910" y="1571226"/>
                  </a:lnTo>
                  <a:lnTo>
                    <a:pt x="451921" y="1571238"/>
                  </a:lnTo>
                  <a:lnTo>
                    <a:pt x="450510" y="1571214"/>
                  </a:lnTo>
                  <a:lnTo>
                    <a:pt x="449140" y="1571143"/>
                  </a:lnTo>
                  <a:lnTo>
                    <a:pt x="447810" y="1571025"/>
                  </a:lnTo>
                  <a:lnTo>
                    <a:pt x="446520" y="1570860"/>
                  </a:lnTo>
                  <a:lnTo>
                    <a:pt x="445271" y="1570647"/>
                  </a:lnTo>
                  <a:lnTo>
                    <a:pt x="444062" y="1570387"/>
                  </a:lnTo>
                  <a:lnTo>
                    <a:pt x="442893" y="1570080"/>
                  </a:lnTo>
                  <a:lnTo>
                    <a:pt x="441764" y="1569726"/>
                  </a:lnTo>
                  <a:lnTo>
                    <a:pt x="440676" y="1569325"/>
                  </a:lnTo>
                  <a:lnTo>
                    <a:pt x="439628" y="1568876"/>
                  </a:lnTo>
                  <a:lnTo>
                    <a:pt x="438632" y="1568366"/>
                  </a:lnTo>
                  <a:lnTo>
                    <a:pt x="437672" y="1567809"/>
                  </a:lnTo>
                  <a:lnTo>
                    <a:pt x="436748" y="1567205"/>
                  </a:lnTo>
                  <a:lnTo>
                    <a:pt x="435861" y="1566554"/>
                  </a:lnTo>
                  <a:lnTo>
                    <a:pt x="435009" y="1565855"/>
                  </a:lnTo>
                  <a:lnTo>
                    <a:pt x="434194" y="1565109"/>
                  </a:lnTo>
                  <a:lnTo>
                    <a:pt x="433415" y="1564316"/>
                  </a:lnTo>
                  <a:lnTo>
                    <a:pt x="432671" y="1563475"/>
                  </a:lnTo>
                  <a:lnTo>
                    <a:pt x="431964" y="1562588"/>
                  </a:lnTo>
                  <a:lnTo>
                    <a:pt x="431293" y="1561653"/>
                  </a:lnTo>
                  <a:lnTo>
                    <a:pt x="430671" y="1560672"/>
                  </a:lnTo>
                  <a:lnTo>
                    <a:pt x="430082" y="1559644"/>
                  </a:lnTo>
                  <a:lnTo>
                    <a:pt x="429527" y="1558571"/>
                  </a:lnTo>
                  <a:lnTo>
                    <a:pt x="429004" y="1557452"/>
                  </a:lnTo>
                  <a:lnTo>
                    <a:pt x="428515" y="1556288"/>
                  </a:lnTo>
                  <a:lnTo>
                    <a:pt x="428060" y="1555077"/>
                  </a:lnTo>
                  <a:lnTo>
                    <a:pt x="427637" y="1553821"/>
                  </a:lnTo>
                  <a:lnTo>
                    <a:pt x="427249" y="1552519"/>
                  </a:lnTo>
                  <a:lnTo>
                    <a:pt x="426893" y="1551170"/>
                  </a:lnTo>
                  <a:lnTo>
                    <a:pt x="426571" y="1549777"/>
                  </a:lnTo>
                  <a:lnTo>
                    <a:pt x="426294" y="1548324"/>
                  </a:lnTo>
                  <a:lnTo>
                    <a:pt x="426046" y="1546826"/>
                  </a:lnTo>
                  <a:lnTo>
                    <a:pt x="425827" y="1545284"/>
                  </a:lnTo>
                  <a:lnTo>
                    <a:pt x="425637" y="1543698"/>
                  </a:lnTo>
                  <a:lnTo>
                    <a:pt x="425477" y="1542067"/>
                  </a:lnTo>
                  <a:lnTo>
                    <a:pt x="425346" y="1540392"/>
                  </a:lnTo>
                  <a:lnTo>
                    <a:pt x="425243" y="1538672"/>
                  </a:lnTo>
                  <a:lnTo>
                    <a:pt x="425170" y="1536908"/>
                  </a:lnTo>
                  <a:lnTo>
                    <a:pt x="425127" y="1535100"/>
                  </a:lnTo>
                  <a:lnTo>
                    <a:pt x="425112" y="1533247"/>
                  </a:lnTo>
                  <a:lnTo>
                    <a:pt x="425127" y="1531459"/>
                  </a:lnTo>
                  <a:lnTo>
                    <a:pt x="425170" y="1529707"/>
                  </a:lnTo>
                  <a:lnTo>
                    <a:pt x="425243" y="1527992"/>
                  </a:lnTo>
                  <a:lnTo>
                    <a:pt x="425346" y="1526312"/>
                  </a:lnTo>
                  <a:lnTo>
                    <a:pt x="425477" y="1524669"/>
                  </a:lnTo>
                  <a:lnTo>
                    <a:pt x="425637" y="1523062"/>
                  </a:lnTo>
                  <a:lnTo>
                    <a:pt x="425827" y="1521491"/>
                  </a:lnTo>
                  <a:lnTo>
                    <a:pt x="426046" y="1519956"/>
                  </a:lnTo>
                  <a:lnTo>
                    <a:pt x="426294" y="1518457"/>
                  </a:lnTo>
                  <a:lnTo>
                    <a:pt x="426571" y="1516995"/>
                  </a:lnTo>
                  <a:lnTo>
                    <a:pt x="426894" y="1515572"/>
                  </a:lnTo>
                  <a:lnTo>
                    <a:pt x="427254" y="1514194"/>
                  </a:lnTo>
                  <a:lnTo>
                    <a:pt x="427650" y="1512861"/>
                  </a:lnTo>
                  <a:lnTo>
                    <a:pt x="428082" y="1511572"/>
                  </a:lnTo>
                  <a:lnTo>
                    <a:pt x="428550" y="1510327"/>
                  </a:lnTo>
                  <a:lnTo>
                    <a:pt x="429054" y="1509127"/>
                  </a:lnTo>
                  <a:lnTo>
                    <a:pt x="429595" y="1507971"/>
                  </a:lnTo>
                  <a:lnTo>
                    <a:pt x="430171" y="1506860"/>
                  </a:lnTo>
                  <a:lnTo>
                    <a:pt x="430784" y="1505793"/>
                  </a:lnTo>
                  <a:lnTo>
                    <a:pt x="431432" y="1504771"/>
                  </a:lnTo>
                  <a:lnTo>
                    <a:pt x="432132" y="1503781"/>
                  </a:lnTo>
                  <a:lnTo>
                    <a:pt x="432871" y="1502840"/>
                  </a:lnTo>
                  <a:lnTo>
                    <a:pt x="433649" y="1501948"/>
                  </a:lnTo>
                  <a:lnTo>
                    <a:pt x="434466" y="1501104"/>
                  </a:lnTo>
                  <a:lnTo>
                    <a:pt x="435322" y="1500309"/>
                  </a:lnTo>
                  <a:lnTo>
                    <a:pt x="436216" y="1499562"/>
                  </a:lnTo>
                  <a:lnTo>
                    <a:pt x="437150" y="1498864"/>
                  </a:lnTo>
                  <a:lnTo>
                    <a:pt x="438122" y="1498215"/>
                  </a:lnTo>
                  <a:lnTo>
                    <a:pt x="439133" y="1497614"/>
                  </a:lnTo>
                  <a:lnTo>
                    <a:pt x="440183" y="1497062"/>
                  </a:lnTo>
                  <a:lnTo>
                    <a:pt x="441290" y="1496547"/>
                  </a:lnTo>
                  <a:lnTo>
                    <a:pt x="442442" y="1496086"/>
                  </a:lnTo>
                  <a:lnTo>
                    <a:pt x="443640" y="1495680"/>
                  </a:lnTo>
                  <a:lnTo>
                    <a:pt x="444884" y="1495328"/>
                  </a:lnTo>
                  <a:lnTo>
                    <a:pt x="446174" y="1495030"/>
                  </a:lnTo>
                  <a:lnTo>
                    <a:pt x="447509" y="1494786"/>
                  </a:lnTo>
                  <a:lnTo>
                    <a:pt x="448891" y="1494597"/>
                  </a:lnTo>
                  <a:lnTo>
                    <a:pt x="450318" y="1494461"/>
                  </a:lnTo>
                  <a:lnTo>
                    <a:pt x="451791" y="1494380"/>
                  </a:lnTo>
                  <a:lnTo>
                    <a:pt x="453310" y="1494353"/>
                  </a:lnTo>
                  <a:lnTo>
                    <a:pt x="454886" y="1494390"/>
                  </a:lnTo>
                  <a:lnTo>
                    <a:pt x="456419" y="1494500"/>
                  </a:lnTo>
                  <a:lnTo>
                    <a:pt x="457909" y="1494684"/>
                  </a:lnTo>
                  <a:lnTo>
                    <a:pt x="459355" y="1494942"/>
                  </a:lnTo>
                  <a:lnTo>
                    <a:pt x="460759" y="1495273"/>
                  </a:lnTo>
                  <a:lnTo>
                    <a:pt x="462120" y="1495678"/>
                  </a:lnTo>
                  <a:lnTo>
                    <a:pt x="463437" y="1496157"/>
                  </a:lnTo>
                  <a:lnTo>
                    <a:pt x="464712" y="1496709"/>
                  </a:lnTo>
                  <a:lnTo>
                    <a:pt x="465943" y="1497335"/>
                  </a:lnTo>
                  <a:lnTo>
                    <a:pt x="467131" y="1498034"/>
                  </a:lnTo>
                  <a:lnTo>
                    <a:pt x="468285" y="1498788"/>
                  </a:lnTo>
                  <a:lnTo>
                    <a:pt x="469384" y="1499604"/>
                  </a:lnTo>
                  <a:lnTo>
                    <a:pt x="470430" y="1500482"/>
                  </a:lnTo>
                  <a:lnTo>
                    <a:pt x="471421" y="1501423"/>
                  </a:lnTo>
                  <a:lnTo>
                    <a:pt x="472358" y="1502427"/>
                  </a:lnTo>
                  <a:lnTo>
                    <a:pt x="473240" y="1503493"/>
                  </a:lnTo>
                  <a:lnTo>
                    <a:pt x="474069" y="1504622"/>
                  </a:lnTo>
                  <a:lnTo>
                    <a:pt x="474843" y="1505813"/>
                  </a:lnTo>
                  <a:lnTo>
                    <a:pt x="475564" y="1507066"/>
                  </a:lnTo>
                  <a:lnTo>
                    <a:pt x="476230" y="1508382"/>
                  </a:lnTo>
                  <a:lnTo>
                    <a:pt x="476369" y="1508382"/>
                  </a:lnTo>
                  <a:lnTo>
                    <a:pt x="476369" y="1508031"/>
                  </a:lnTo>
                  <a:lnTo>
                    <a:pt x="476371" y="1507671"/>
                  </a:lnTo>
                  <a:lnTo>
                    <a:pt x="476375" y="1507303"/>
                  </a:lnTo>
                  <a:lnTo>
                    <a:pt x="476380" y="1506927"/>
                  </a:lnTo>
                  <a:lnTo>
                    <a:pt x="476386" y="1506542"/>
                  </a:lnTo>
                  <a:lnTo>
                    <a:pt x="476394" y="1506149"/>
                  </a:lnTo>
                  <a:lnTo>
                    <a:pt x="476403" y="1505747"/>
                  </a:lnTo>
                  <a:lnTo>
                    <a:pt x="476413" y="1505338"/>
                  </a:lnTo>
                  <a:lnTo>
                    <a:pt x="476425" y="1504920"/>
                  </a:lnTo>
                  <a:lnTo>
                    <a:pt x="476438" y="1504493"/>
                  </a:lnTo>
                  <a:lnTo>
                    <a:pt x="476465" y="1504065"/>
                  </a:lnTo>
                  <a:lnTo>
                    <a:pt x="476491" y="1503643"/>
                  </a:lnTo>
                  <a:lnTo>
                    <a:pt x="476515" y="1503226"/>
                  </a:lnTo>
                  <a:lnTo>
                    <a:pt x="476538" y="1502815"/>
                  </a:lnTo>
                  <a:lnTo>
                    <a:pt x="476560" y="1502410"/>
                  </a:lnTo>
                  <a:lnTo>
                    <a:pt x="476580" y="1502009"/>
                  </a:lnTo>
                  <a:lnTo>
                    <a:pt x="476598" y="1501615"/>
                  </a:lnTo>
                  <a:lnTo>
                    <a:pt x="476616" y="1501226"/>
                  </a:lnTo>
                  <a:lnTo>
                    <a:pt x="476632" y="1500843"/>
                  </a:lnTo>
                  <a:lnTo>
                    <a:pt x="476646" y="1500465"/>
                  </a:lnTo>
                  <a:lnTo>
                    <a:pt x="476674" y="1500081"/>
                  </a:lnTo>
                  <a:lnTo>
                    <a:pt x="476702" y="1499709"/>
                  </a:lnTo>
                  <a:lnTo>
                    <a:pt x="476730" y="1499348"/>
                  </a:lnTo>
                  <a:lnTo>
                    <a:pt x="476758" y="1498998"/>
                  </a:lnTo>
                  <a:lnTo>
                    <a:pt x="476785" y="1498659"/>
                  </a:lnTo>
                  <a:lnTo>
                    <a:pt x="476813" y="1498331"/>
                  </a:lnTo>
                  <a:lnTo>
                    <a:pt x="476841" y="1498015"/>
                  </a:lnTo>
                  <a:lnTo>
                    <a:pt x="476869" y="1497709"/>
                  </a:lnTo>
                  <a:lnTo>
                    <a:pt x="476896" y="1497414"/>
                  </a:lnTo>
                  <a:lnTo>
                    <a:pt x="476924" y="1497131"/>
                  </a:lnTo>
                  <a:lnTo>
                    <a:pt x="476952" y="1496865"/>
                  </a:lnTo>
                  <a:lnTo>
                    <a:pt x="476980" y="1496623"/>
                  </a:lnTo>
                  <a:lnTo>
                    <a:pt x="477008" y="1496404"/>
                  </a:lnTo>
                  <a:lnTo>
                    <a:pt x="477035" y="1496209"/>
                  </a:lnTo>
                  <a:lnTo>
                    <a:pt x="477063" y="1496037"/>
                  </a:lnTo>
                  <a:lnTo>
                    <a:pt x="477202" y="1495534"/>
                  </a:lnTo>
                  <a:lnTo>
                    <a:pt x="489078" y="1495534"/>
                  </a:lnTo>
                  <a:lnTo>
                    <a:pt x="489065" y="1495668"/>
                  </a:lnTo>
                  <a:lnTo>
                    <a:pt x="489051" y="1495820"/>
                  </a:lnTo>
                  <a:lnTo>
                    <a:pt x="489037" y="1495990"/>
                  </a:lnTo>
                  <a:lnTo>
                    <a:pt x="489023" y="1496178"/>
                  </a:lnTo>
                  <a:lnTo>
                    <a:pt x="489009" y="1496384"/>
                  </a:lnTo>
                  <a:lnTo>
                    <a:pt x="488995" y="1496609"/>
                  </a:lnTo>
                  <a:lnTo>
                    <a:pt x="488981" y="1496851"/>
                  </a:lnTo>
                  <a:lnTo>
                    <a:pt x="488967" y="1497112"/>
                  </a:lnTo>
                  <a:lnTo>
                    <a:pt x="488953" y="1497390"/>
                  </a:lnTo>
                  <a:lnTo>
                    <a:pt x="488940" y="1497687"/>
                  </a:lnTo>
                  <a:lnTo>
                    <a:pt x="488926" y="1497985"/>
                  </a:lnTo>
                  <a:lnTo>
                    <a:pt x="488912" y="1498295"/>
                  </a:lnTo>
                  <a:lnTo>
                    <a:pt x="488898" y="1498618"/>
                  </a:lnTo>
                  <a:lnTo>
                    <a:pt x="488884" y="1498954"/>
                  </a:lnTo>
                  <a:lnTo>
                    <a:pt x="488870" y="1499301"/>
                  </a:lnTo>
                  <a:lnTo>
                    <a:pt x="488856" y="1499662"/>
                  </a:lnTo>
                  <a:lnTo>
                    <a:pt x="488842" y="1500035"/>
                  </a:lnTo>
                  <a:lnTo>
                    <a:pt x="488828" y="1500420"/>
                  </a:lnTo>
                  <a:lnTo>
                    <a:pt x="488815" y="1500818"/>
                  </a:lnTo>
                  <a:lnTo>
                    <a:pt x="488801" y="1501229"/>
                  </a:lnTo>
                  <a:lnTo>
                    <a:pt x="488787" y="1501650"/>
                  </a:lnTo>
                  <a:lnTo>
                    <a:pt x="488773" y="1502082"/>
                  </a:lnTo>
                  <a:lnTo>
                    <a:pt x="488759" y="1502523"/>
                  </a:lnTo>
                  <a:lnTo>
                    <a:pt x="488745" y="1502973"/>
                  </a:lnTo>
                  <a:lnTo>
                    <a:pt x="488731" y="1503434"/>
                  </a:lnTo>
                  <a:lnTo>
                    <a:pt x="488717" y="1503904"/>
                  </a:lnTo>
                  <a:lnTo>
                    <a:pt x="488703" y="1504384"/>
                  </a:lnTo>
                  <a:lnTo>
                    <a:pt x="488690" y="1504874"/>
                  </a:lnTo>
                  <a:lnTo>
                    <a:pt x="488676" y="1505373"/>
                  </a:lnTo>
                  <a:lnTo>
                    <a:pt x="488662" y="1505882"/>
                  </a:lnTo>
                  <a:lnTo>
                    <a:pt x="488662" y="1506384"/>
                  </a:lnTo>
                  <a:lnTo>
                    <a:pt x="488662" y="1506891"/>
                  </a:lnTo>
                  <a:lnTo>
                    <a:pt x="488662" y="1507401"/>
                  </a:lnTo>
                  <a:lnTo>
                    <a:pt x="488662" y="1507916"/>
                  </a:lnTo>
                  <a:lnTo>
                    <a:pt x="488662" y="1508435"/>
                  </a:lnTo>
                  <a:lnTo>
                    <a:pt x="488662" y="1508958"/>
                  </a:lnTo>
                  <a:lnTo>
                    <a:pt x="488662" y="1509485"/>
                  </a:lnTo>
                  <a:lnTo>
                    <a:pt x="488662" y="1510016"/>
                  </a:lnTo>
                  <a:lnTo>
                    <a:pt x="488662" y="1510551"/>
                  </a:lnTo>
                  <a:lnTo>
                    <a:pt x="488662" y="1511091"/>
                  </a:lnTo>
                  <a:lnTo>
                    <a:pt x="488662" y="1568529"/>
                  </a:lnTo>
                  <a:lnTo>
                    <a:pt x="488584" y="1571604"/>
                  </a:lnTo>
                  <a:lnTo>
                    <a:pt x="488351" y="1574521"/>
                  </a:lnTo>
                  <a:lnTo>
                    <a:pt x="487962" y="1577282"/>
                  </a:lnTo>
                  <a:lnTo>
                    <a:pt x="487417" y="1579886"/>
                  </a:lnTo>
                  <a:lnTo>
                    <a:pt x="486717" y="1582333"/>
                  </a:lnTo>
                  <a:lnTo>
                    <a:pt x="485861" y="1584623"/>
                  </a:lnTo>
                  <a:lnTo>
                    <a:pt x="484850" y="1586755"/>
                  </a:lnTo>
                  <a:lnTo>
                    <a:pt x="483683" y="1588731"/>
                  </a:lnTo>
                  <a:lnTo>
                    <a:pt x="482361" y="1590550"/>
                  </a:lnTo>
                  <a:lnTo>
                    <a:pt x="480883" y="1592212"/>
                  </a:lnTo>
                  <a:lnTo>
                    <a:pt x="479259" y="1593730"/>
                  </a:lnTo>
                  <a:lnTo>
                    <a:pt x="477469" y="1595088"/>
                  </a:lnTo>
                  <a:lnTo>
                    <a:pt x="475514" y="1596286"/>
                  </a:lnTo>
                  <a:lnTo>
                    <a:pt x="473393" y="1597324"/>
                  </a:lnTo>
                  <a:lnTo>
                    <a:pt x="471107" y="1598203"/>
                  </a:lnTo>
                  <a:lnTo>
                    <a:pt x="468656" y="1598922"/>
                  </a:lnTo>
                  <a:lnTo>
                    <a:pt x="466040" y="1599481"/>
                  </a:lnTo>
                  <a:lnTo>
                    <a:pt x="463259" y="1599880"/>
                  </a:lnTo>
                  <a:lnTo>
                    <a:pt x="460312" y="1600120"/>
                  </a:lnTo>
                  <a:close/>
                  <a:moveTo>
                    <a:pt x="476230" y="1533108"/>
                  </a:moveTo>
                  <a:lnTo>
                    <a:pt x="476212" y="1531561"/>
                  </a:lnTo>
                  <a:lnTo>
                    <a:pt x="476160" y="1530060"/>
                  </a:lnTo>
                  <a:lnTo>
                    <a:pt x="476073" y="1528605"/>
                  </a:lnTo>
                  <a:lnTo>
                    <a:pt x="475952" y="1527196"/>
                  </a:lnTo>
                  <a:lnTo>
                    <a:pt x="475796" y="1525833"/>
                  </a:lnTo>
                  <a:lnTo>
                    <a:pt x="475605" y="1524515"/>
                  </a:lnTo>
                  <a:lnTo>
                    <a:pt x="475379" y="1523243"/>
                  </a:lnTo>
                  <a:lnTo>
                    <a:pt x="475118" y="1522018"/>
                  </a:lnTo>
                  <a:lnTo>
                    <a:pt x="474823" y="1520837"/>
                  </a:lnTo>
                  <a:lnTo>
                    <a:pt x="474493" y="1519703"/>
                  </a:lnTo>
                  <a:lnTo>
                    <a:pt x="474149" y="1518599"/>
                  </a:lnTo>
                  <a:lnTo>
                    <a:pt x="473782" y="1517536"/>
                  </a:lnTo>
                  <a:lnTo>
                    <a:pt x="473393" y="1516515"/>
                  </a:lnTo>
                  <a:lnTo>
                    <a:pt x="472982" y="1515536"/>
                  </a:lnTo>
                  <a:lnTo>
                    <a:pt x="472549" y="1514599"/>
                  </a:lnTo>
                  <a:lnTo>
                    <a:pt x="472093" y="1513703"/>
                  </a:lnTo>
                  <a:lnTo>
                    <a:pt x="471615" y="1512848"/>
                  </a:lnTo>
                  <a:lnTo>
                    <a:pt x="471115" y="1512036"/>
                  </a:lnTo>
                  <a:lnTo>
                    <a:pt x="470593" y="1511265"/>
                  </a:lnTo>
                  <a:lnTo>
                    <a:pt x="470048" y="1510536"/>
                  </a:lnTo>
                  <a:lnTo>
                    <a:pt x="469484" y="1509846"/>
                  </a:lnTo>
                  <a:lnTo>
                    <a:pt x="468904" y="1509194"/>
                  </a:lnTo>
                  <a:lnTo>
                    <a:pt x="468306" y="1508579"/>
                  </a:lnTo>
                  <a:lnTo>
                    <a:pt x="467692" y="1508002"/>
                  </a:lnTo>
                  <a:lnTo>
                    <a:pt x="467062" y="1507462"/>
                  </a:lnTo>
                  <a:lnTo>
                    <a:pt x="466415" y="1506960"/>
                  </a:lnTo>
                  <a:lnTo>
                    <a:pt x="465751" y="1506495"/>
                  </a:lnTo>
                  <a:lnTo>
                    <a:pt x="465070" y="1506068"/>
                  </a:lnTo>
                  <a:lnTo>
                    <a:pt x="464373" y="1505679"/>
                  </a:lnTo>
                  <a:lnTo>
                    <a:pt x="463659" y="1505327"/>
                  </a:lnTo>
                  <a:lnTo>
                    <a:pt x="462948" y="1505010"/>
                  </a:lnTo>
                  <a:lnTo>
                    <a:pt x="462233" y="1504726"/>
                  </a:lnTo>
                  <a:lnTo>
                    <a:pt x="461515" y="1504476"/>
                  </a:lnTo>
                  <a:lnTo>
                    <a:pt x="460792" y="1504260"/>
                  </a:lnTo>
                  <a:lnTo>
                    <a:pt x="460064" y="1504076"/>
                  </a:lnTo>
                  <a:lnTo>
                    <a:pt x="459333" y="1503926"/>
                  </a:lnTo>
                  <a:lnTo>
                    <a:pt x="458598" y="1503810"/>
                  </a:lnTo>
                  <a:lnTo>
                    <a:pt x="457858" y="1503726"/>
                  </a:lnTo>
                  <a:lnTo>
                    <a:pt x="457114" y="1503676"/>
                  </a:lnTo>
                  <a:lnTo>
                    <a:pt x="456366" y="1503660"/>
                  </a:lnTo>
                  <a:lnTo>
                    <a:pt x="455421" y="1503676"/>
                  </a:lnTo>
                  <a:lnTo>
                    <a:pt x="454502" y="1503726"/>
                  </a:lnTo>
                  <a:lnTo>
                    <a:pt x="453609" y="1503810"/>
                  </a:lnTo>
                  <a:lnTo>
                    <a:pt x="452743" y="1503926"/>
                  </a:lnTo>
                  <a:lnTo>
                    <a:pt x="451904" y="1504076"/>
                  </a:lnTo>
                  <a:lnTo>
                    <a:pt x="451090" y="1504260"/>
                  </a:lnTo>
                  <a:lnTo>
                    <a:pt x="450303" y="1504476"/>
                  </a:lnTo>
                  <a:lnTo>
                    <a:pt x="449543" y="1504726"/>
                  </a:lnTo>
                  <a:lnTo>
                    <a:pt x="448809" y="1505010"/>
                  </a:lnTo>
                  <a:lnTo>
                    <a:pt x="448101" y="1505327"/>
                  </a:lnTo>
                  <a:lnTo>
                    <a:pt x="447432" y="1505679"/>
                  </a:lnTo>
                  <a:lnTo>
                    <a:pt x="446784" y="1506071"/>
                  </a:lnTo>
                  <a:lnTo>
                    <a:pt x="446159" y="1506502"/>
                  </a:lnTo>
                  <a:lnTo>
                    <a:pt x="445556" y="1506971"/>
                  </a:lnTo>
                  <a:lnTo>
                    <a:pt x="444976" y="1507480"/>
                  </a:lnTo>
                  <a:lnTo>
                    <a:pt x="444417" y="1508027"/>
                  </a:lnTo>
                  <a:lnTo>
                    <a:pt x="443881" y="1508613"/>
                  </a:lnTo>
                  <a:lnTo>
                    <a:pt x="443367" y="1509238"/>
                  </a:lnTo>
                  <a:lnTo>
                    <a:pt x="442875" y="1509902"/>
                  </a:lnTo>
                  <a:lnTo>
                    <a:pt x="442406" y="1510605"/>
                  </a:lnTo>
                  <a:lnTo>
                    <a:pt x="441973" y="1511334"/>
                  </a:lnTo>
                  <a:lnTo>
                    <a:pt x="441561" y="1512105"/>
                  </a:lnTo>
                  <a:lnTo>
                    <a:pt x="441172" y="1512918"/>
                  </a:lnTo>
                  <a:lnTo>
                    <a:pt x="440806" y="1513772"/>
                  </a:lnTo>
                  <a:lnTo>
                    <a:pt x="440461" y="1514668"/>
                  </a:lnTo>
                  <a:lnTo>
                    <a:pt x="440139" y="1515606"/>
                  </a:lnTo>
                  <a:lnTo>
                    <a:pt x="439839" y="1516585"/>
                  </a:lnTo>
                  <a:lnTo>
                    <a:pt x="439561" y="1517606"/>
                  </a:lnTo>
                  <a:lnTo>
                    <a:pt x="439306" y="1518668"/>
                  </a:lnTo>
                  <a:lnTo>
                    <a:pt x="439072" y="1519773"/>
                  </a:lnTo>
                  <a:lnTo>
                    <a:pt x="438874" y="1520906"/>
                  </a:lnTo>
                  <a:lnTo>
                    <a:pt x="438697" y="1522084"/>
                  </a:lnTo>
                  <a:lnTo>
                    <a:pt x="438541" y="1523307"/>
                  </a:lnTo>
                  <a:lnTo>
                    <a:pt x="438405" y="1524573"/>
                  </a:lnTo>
                  <a:lnTo>
                    <a:pt x="438291" y="1525885"/>
                  </a:lnTo>
                  <a:lnTo>
                    <a:pt x="438197" y="1527240"/>
                  </a:lnTo>
                  <a:lnTo>
                    <a:pt x="438124" y="1528641"/>
                  </a:lnTo>
                  <a:lnTo>
                    <a:pt x="438072" y="1530085"/>
                  </a:lnTo>
                  <a:lnTo>
                    <a:pt x="438041" y="1531574"/>
                  </a:lnTo>
                  <a:lnTo>
                    <a:pt x="438030" y="1533108"/>
                  </a:lnTo>
                  <a:lnTo>
                    <a:pt x="438041" y="1534707"/>
                  </a:lnTo>
                  <a:lnTo>
                    <a:pt x="438072" y="1536255"/>
                  </a:lnTo>
                  <a:lnTo>
                    <a:pt x="438124" y="1537752"/>
                  </a:lnTo>
                  <a:lnTo>
                    <a:pt x="438197" y="1539197"/>
                  </a:lnTo>
                  <a:lnTo>
                    <a:pt x="438291" y="1540591"/>
                  </a:lnTo>
                  <a:lnTo>
                    <a:pt x="438405" y="1541934"/>
                  </a:lnTo>
                  <a:lnTo>
                    <a:pt x="438541" y="1543225"/>
                  </a:lnTo>
                  <a:lnTo>
                    <a:pt x="438697" y="1544465"/>
                  </a:lnTo>
                  <a:lnTo>
                    <a:pt x="438874" y="1545653"/>
                  </a:lnTo>
                  <a:lnTo>
                    <a:pt x="439072" y="1546790"/>
                  </a:lnTo>
                  <a:lnTo>
                    <a:pt x="439306" y="1547867"/>
                  </a:lnTo>
                  <a:lnTo>
                    <a:pt x="439561" y="1548901"/>
                  </a:lnTo>
                  <a:lnTo>
                    <a:pt x="439839" y="1549895"/>
                  </a:lnTo>
                  <a:lnTo>
                    <a:pt x="440139" y="1550846"/>
                  </a:lnTo>
                  <a:lnTo>
                    <a:pt x="440461" y="1551756"/>
                  </a:lnTo>
                  <a:lnTo>
                    <a:pt x="440806" y="1552624"/>
                  </a:lnTo>
                  <a:lnTo>
                    <a:pt x="441172" y="1553451"/>
                  </a:lnTo>
                  <a:lnTo>
                    <a:pt x="441561" y="1554235"/>
                  </a:lnTo>
                  <a:lnTo>
                    <a:pt x="441973" y="1554979"/>
                  </a:lnTo>
                  <a:lnTo>
                    <a:pt x="442406" y="1555680"/>
                  </a:lnTo>
                  <a:lnTo>
                    <a:pt x="442862" y="1556341"/>
                  </a:lnTo>
                  <a:lnTo>
                    <a:pt x="443342" y="1556964"/>
                  </a:lnTo>
                  <a:lnTo>
                    <a:pt x="443846" y="1557547"/>
                  </a:lnTo>
                  <a:lnTo>
                    <a:pt x="444373" y="1558091"/>
                  </a:lnTo>
                  <a:lnTo>
                    <a:pt x="444924" y="1558597"/>
                  </a:lnTo>
                  <a:lnTo>
                    <a:pt x="445498" y="1559064"/>
                  </a:lnTo>
                  <a:lnTo>
                    <a:pt x="446096" y="1559492"/>
                  </a:lnTo>
                  <a:lnTo>
                    <a:pt x="446718" y="1559881"/>
                  </a:lnTo>
                  <a:lnTo>
                    <a:pt x="447363" y="1560231"/>
                  </a:lnTo>
                  <a:lnTo>
                    <a:pt x="448032" y="1560542"/>
                  </a:lnTo>
                  <a:lnTo>
                    <a:pt x="448726" y="1560819"/>
                  </a:lnTo>
                  <a:lnTo>
                    <a:pt x="449446" y="1561067"/>
                  </a:lnTo>
                  <a:lnTo>
                    <a:pt x="450192" y="1561286"/>
                  </a:lnTo>
                  <a:lnTo>
                    <a:pt x="450965" y="1561475"/>
                  </a:lnTo>
                  <a:lnTo>
                    <a:pt x="451765" y="1561636"/>
                  </a:lnTo>
                  <a:lnTo>
                    <a:pt x="452591" y="1561767"/>
                  </a:lnTo>
                  <a:lnTo>
                    <a:pt x="453443" y="1561869"/>
                  </a:lnTo>
                  <a:lnTo>
                    <a:pt x="454321" y="1561942"/>
                  </a:lnTo>
                  <a:lnTo>
                    <a:pt x="455226" y="1561986"/>
                  </a:lnTo>
                  <a:lnTo>
                    <a:pt x="456158" y="1562000"/>
                  </a:lnTo>
                  <a:lnTo>
                    <a:pt x="456906" y="1561984"/>
                  </a:lnTo>
                  <a:lnTo>
                    <a:pt x="457650" y="1561936"/>
                  </a:lnTo>
                  <a:lnTo>
                    <a:pt x="458389" y="1561857"/>
                  </a:lnTo>
                  <a:lnTo>
                    <a:pt x="459125" y="1561745"/>
                  </a:lnTo>
                  <a:lnTo>
                    <a:pt x="459856" y="1561601"/>
                  </a:lnTo>
                  <a:lnTo>
                    <a:pt x="460583" y="1561425"/>
                  </a:lnTo>
                  <a:lnTo>
                    <a:pt x="461306" y="1561218"/>
                  </a:lnTo>
                  <a:lnTo>
                    <a:pt x="462025" y="1560978"/>
                  </a:lnTo>
                  <a:lnTo>
                    <a:pt x="462740" y="1560706"/>
                  </a:lnTo>
                  <a:lnTo>
                    <a:pt x="463450" y="1560403"/>
                  </a:lnTo>
                  <a:lnTo>
                    <a:pt x="464165" y="1560065"/>
                  </a:lnTo>
                  <a:lnTo>
                    <a:pt x="464864" y="1559689"/>
                  </a:lnTo>
                  <a:lnTo>
                    <a:pt x="465548" y="1559276"/>
                  </a:lnTo>
                  <a:lnTo>
                    <a:pt x="466217" y="1558825"/>
                  </a:lnTo>
                  <a:lnTo>
                    <a:pt x="466871" y="1558337"/>
                  </a:lnTo>
                  <a:lnTo>
                    <a:pt x="467509" y="1557811"/>
                  </a:lnTo>
                  <a:lnTo>
                    <a:pt x="468132" y="1557248"/>
                  </a:lnTo>
                  <a:lnTo>
                    <a:pt x="468740" y="1556647"/>
                  </a:lnTo>
                  <a:lnTo>
                    <a:pt x="469332" y="1556009"/>
                  </a:lnTo>
                  <a:lnTo>
                    <a:pt x="469909" y="1555333"/>
                  </a:lnTo>
                  <a:lnTo>
                    <a:pt x="470468" y="1554618"/>
                  </a:lnTo>
                  <a:lnTo>
                    <a:pt x="471004" y="1553863"/>
                  </a:lnTo>
                  <a:lnTo>
                    <a:pt x="471518" y="1553068"/>
                  </a:lnTo>
                  <a:lnTo>
                    <a:pt x="472010" y="1552232"/>
                  </a:lnTo>
                  <a:lnTo>
                    <a:pt x="472479" y="1551357"/>
                  </a:lnTo>
                  <a:lnTo>
                    <a:pt x="472926" y="1550441"/>
                  </a:lnTo>
                  <a:lnTo>
                    <a:pt x="473352" y="1549484"/>
                  </a:lnTo>
                  <a:lnTo>
                    <a:pt x="473754" y="1548487"/>
                  </a:lnTo>
                  <a:lnTo>
                    <a:pt x="474135" y="1547451"/>
                  </a:lnTo>
                  <a:lnTo>
                    <a:pt x="474493" y="1546373"/>
                  </a:lnTo>
                  <a:lnTo>
                    <a:pt x="474823" y="1545253"/>
                  </a:lnTo>
                  <a:lnTo>
                    <a:pt x="475118" y="1544087"/>
                  </a:lnTo>
                  <a:lnTo>
                    <a:pt x="475379" y="1542875"/>
                  </a:lnTo>
                  <a:lnTo>
                    <a:pt x="475605" y="1541617"/>
                  </a:lnTo>
                  <a:lnTo>
                    <a:pt x="475796" y="1540314"/>
                  </a:lnTo>
                  <a:lnTo>
                    <a:pt x="475952" y="1538964"/>
                  </a:lnTo>
                  <a:lnTo>
                    <a:pt x="476073" y="1537569"/>
                  </a:lnTo>
                  <a:lnTo>
                    <a:pt x="476160" y="1536128"/>
                  </a:lnTo>
                  <a:lnTo>
                    <a:pt x="476212" y="1534641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h39"/>
            <p:cNvSpPr/>
            <p:nvPr/>
          </p:nvSpPr>
          <p:spPr>
            <a:xfrm>
              <a:off x="4421845" y="4169437"/>
              <a:ext cx="510817" cy="1636523"/>
            </a:xfrm>
            <a:custGeom>
              <a:avLst/>
              <a:pathLst>
                <a:path w="510817" h="1636523">
                  <a:moveTo>
                    <a:pt x="457200" y="1600200"/>
                  </a:moveTo>
                  <a:lnTo>
                    <a:pt x="457211" y="1601371"/>
                  </a:lnTo>
                  <a:lnTo>
                    <a:pt x="457247" y="1602525"/>
                  </a:lnTo>
                  <a:lnTo>
                    <a:pt x="457306" y="1603660"/>
                  </a:lnTo>
                  <a:lnTo>
                    <a:pt x="457388" y="1604778"/>
                  </a:lnTo>
                  <a:lnTo>
                    <a:pt x="457495" y="1605877"/>
                  </a:lnTo>
                  <a:lnTo>
                    <a:pt x="457625" y="1606959"/>
                  </a:lnTo>
                  <a:lnTo>
                    <a:pt x="457778" y="1608022"/>
                  </a:lnTo>
                  <a:lnTo>
                    <a:pt x="457955" y="1609067"/>
                  </a:lnTo>
                  <a:lnTo>
                    <a:pt x="458156" y="1610094"/>
                  </a:lnTo>
                  <a:lnTo>
                    <a:pt x="458380" y="1611104"/>
                  </a:lnTo>
                  <a:lnTo>
                    <a:pt x="458643" y="1612077"/>
                  </a:lnTo>
                  <a:lnTo>
                    <a:pt x="458930" y="1613023"/>
                  </a:lnTo>
                  <a:lnTo>
                    <a:pt x="459243" y="1613944"/>
                  </a:lnTo>
                  <a:lnTo>
                    <a:pt x="459580" y="1614837"/>
                  </a:lnTo>
                  <a:lnTo>
                    <a:pt x="459943" y="1615705"/>
                  </a:lnTo>
                  <a:lnTo>
                    <a:pt x="460330" y="1616546"/>
                  </a:lnTo>
                  <a:lnTo>
                    <a:pt x="460743" y="1617361"/>
                  </a:lnTo>
                  <a:lnTo>
                    <a:pt x="461181" y="1618149"/>
                  </a:lnTo>
                  <a:lnTo>
                    <a:pt x="461643" y="1618911"/>
                  </a:lnTo>
                  <a:lnTo>
                    <a:pt x="462131" y="1619646"/>
                  </a:lnTo>
                  <a:lnTo>
                    <a:pt x="462659" y="1620340"/>
                  </a:lnTo>
                  <a:lnTo>
                    <a:pt x="463214" y="1621002"/>
                  </a:lnTo>
                  <a:lnTo>
                    <a:pt x="463798" y="1621634"/>
                  </a:lnTo>
                  <a:lnTo>
                    <a:pt x="464409" y="1622236"/>
                  </a:lnTo>
                  <a:lnTo>
                    <a:pt x="465048" y="1622806"/>
                  </a:lnTo>
                  <a:lnTo>
                    <a:pt x="465714" y="1623347"/>
                  </a:lnTo>
                  <a:lnTo>
                    <a:pt x="466409" y="1623857"/>
                  </a:lnTo>
                  <a:lnTo>
                    <a:pt x="467131" y="1624336"/>
                  </a:lnTo>
                  <a:lnTo>
                    <a:pt x="467881" y="1624785"/>
                  </a:lnTo>
                  <a:lnTo>
                    <a:pt x="468659" y="1625203"/>
                  </a:lnTo>
                  <a:lnTo>
                    <a:pt x="469467" y="1625572"/>
                  </a:lnTo>
                  <a:lnTo>
                    <a:pt x="470307" y="1625903"/>
                  </a:lnTo>
                  <a:lnTo>
                    <a:pt x="471178" y="1626194"/>
                  </a:lnTo>
                  <a:lnTo>
                    <a:pt x="472082" y="1626447"/>
                  </a:lnTo>
                  <a:lnTo>
                    <a:pt x="473017" y="1626661"/>
                  </a:lnTo>
                  <a:lnTo>
                    <a:pt x="473985" y="1626836"/>
                  </a:lnTo>
                  <a:lnTo>
                    <a:pt x="474984" y="1626972"/>
                  </a:lnTo>
                  <a:lnTo>
                    <a:pt x="476016" y="1627070"/>
                  </a:lnTo>
                  <a:lnTo>
                    <a:pt x="477079" y="1627128"/>
                  </a:lnTo>
                  <a:lnTo>
                    <a:pt x="478174" y="1627147"/>
                  </a:lnTo>
                  <a:lnTo>
                    <a:pt x="479767" y="1627115"/>
                  </a:lnTo>
                  <a:lnTo>
                    <a:pt x="481294" y="1627017"/>
                  </a:lnTo>
                  <a:lnTo>
                    <a:pt x="482756" y="1626854"/>
                  </a:lnTo>
                  <a:lnTo>
                    <a:pt x="484153" y="1626625"/>
                  </a:lnTo>
                  <a:lnTo>
                    <a:pt x="485484" y="1626331"/>
                  </a:lnTo>
                  <a:lnTo>
                    <a:pt x="486750" y="1625972"/>
                  </a:lnTo>
                  <a:lnTo>
                    <a:pt x="487951" y="1625548"/>
                  </a:lnTo>
                  <a:lnTo>
                    <a:pt x="489087" y="1625058"/>
                  </a:lnTo>
                  <a:lnTo>
                    <a:pt x="490157" y="1624503"/>
                  </a:lnTo>
                  <a:lnTo>
                    <a:pt x="491162" y="1623883"/>
                  </a:lnTo>
                  <a:lnTo>
                    <a:pt x="492116" y="1623213"/>
                  </a:lnTo>
                  <a:lnTo>
                    <a:pt x="493007" y="1622508"/>
                  </a:lnTo>
                  <a:lnTo>
                    <a:pt x="493833" y="1621768"/>
                  </a:lnTo>
                  <a:lnTo>
                    <a:pt x="494596" y="1620994"/>
                  </a:lnTo>
                  <a:lnTo>
                    <a:pt x="495295" y="1620185"/>
                  </a:lnTo>
                  <a:lnTo>
                    <a:pt x="495929" y="1619341"/>
                  </a:lnTo>
                  <a:lnTo>
                    <a:pt x="496500" y="1618462"/>
                  </a:lnTo>
                  <a:lnTo>
                    <a:pt x="497007" y="1617549"/>
                  </a:lnTo>
                  <a:lnTo>
                    <a:pt x="497450" y="1616601"/>
                  </a:lnTo>
                  <a:lnTo>
                    <a:pt x="497830" y="1615618"/>
                  </a:lnTo>
                  <a:lnTo>
                    <a:pt x="508803" y="1618743"/>
                  </a:lnTo>
                  <a:lnTo>
                    <a:pt x="508557" y="1619369"/>
                  </a:lnTo>
                  <a:lnTo>
                    <a:pt x="508292" y="1619996"/>
                  </a:lnTo>
                  <a:lnTo>
                    <a:pt x="508007" y="1620625"/>
                  </a:lnTo>
                  <a:lnTo>
                    <a:pt x="507703" y="1621255"/>
                  </a:lnTo>
                  <a:lnTo>
                    <a:pt x="507379" y="1621886"/>
                  </a:lnTo>
                  <a:lnTo>
                    <a:pt x="507036" y="1622519"/>
                  </a:lnTo>
                  <a:lnTo>
                    <a:pt x="506674" y="1623153"/>
                  </a:lnTo>
                  <a:lnTo>
                    <a:pt x="506292" y="1623789"/>
                  </a:lnTo>
                  <a:lnTo>
                    <a:pt x="505890" y="1624425"/>
                  </a:lnTo>
                  <a:lnTo>
                    <a:pt x="505469" y="1625064"/>
                  </a:lnTo>
                  <a:lnTo>
                    <a:pt x="505038" y="1625683"/>
                  </a:lnTo>
                  <a:lnTo>
                    <a:pt x="504578" y="1626292"/>
                  </a:lnTo>
                  <a:lnTo>
                    <a:pt x="504088" y="1626889"/>
                  </a:lnTo>
                  <a:lnTo>
                    <a:pt x="503569" y="1627475"/>
                  </a:lnTo>
                  <a:lnTo>
                    <a:pt x="503021" y="1628050"/>
                  </a:lnTo>
                  <a:lnTo>
                    <a:pt x="502444" y="1628614"/>
                  </a:lnTo>
                  <a:lnTo>
                    <a:pt x="501838" y="1629167"/>
                  </a:lnTo>
                  <a:lnTo>
                    <a:pt x="501202" y="1629709"/>
                  </a:lnTo>
                  <a:lnTo>
                    <a:pt x="500538" y="1630239"/>
                  </a:lnTo>
                  <a:lnTo>
                    <a:pt x="499844" y="1630759"/>
                  </a:lnTo>
                  <a:lnTo>
                    <a:pt x="499117" y="1631251"/>
                  </a:lnTo>
                  <a:lnTo>
                    <a:pt x="498355" y="1631726"/>
                  </a:lnTo>
                  <a:lnTo>
                    <a:pt x="497556" y="1632184"/>
                  </a:lnTo>
                  <a:lnTo>
                    <a:pt x="496721" y="1632626"/>
                  </a:lnTo>
                  <a:lnTo>
                    <a:pt x="495850" y="1633051"/>
                  </a:lnTo>
                  <a:lnTo>
                    <a:pt x="494943" y="1633459"/>
                  </a:lnTo>
                  <a:lnTo>
                    <a:pt x="494000" y="1633851"/>
                  </a:lnTo>
                  <a:lnTo>
                    <a:pt x="493021" y="1634226"/>
                  </a:lnTo>
                  <a:lnTo>
                    <a:pt x="492005" y="1634584"/>
                  </a:lnTo>
                  <a:lnTo>
                    <a:pt x="490954" y="1634926"/>
                  </a:lnTo>
                  <a:lnTo>
                    <a:pt x="489876" y="1635230"/>
                  </a:lnTo>
                  <a:lnTo>
                    <a:pt x="488753" y="1635501"/>
                  </a:lnTo>
                  <a:lnTo>
                    <a:pt x="487587" y="1635741"/>
                  </a:lnTo>
                  <a:lnTo>
                    <a:pt x="486375" y="1635948"/>
                  </a:lnTo>
                  <a:lnTo>
                    <a:pt x="485120" y="1636124"/>
                  </a:lnTo>
                  <a:lnTo>
                    <a:pt x="483819" y="1636268"/>
                  </a:lnTo>
                  <a:lnTo>
                    <a:pt x="482475" y="1636380"/>
                  </a:lnTo>
                  <a:lnTo>
                    <a:pt x="481086" y="1636460"/>
                  </a:lnTo>
                  <a:lnTo>
                    <a:pt x="479652" y="1636508"/>
                  </a:lnTo>
                  <a:lnTo>
                    <a:pt x="478174" y="1636523"/>
                  </a:lnTo>
                  <a:lnTo>
                    <a:pt x="474920" y="1636424"/>
                  </a:lnTo>
                  <a:lnTo>
                    <a:pt x="471824" y="1636126"/>
                  </a:lnTo>
                  <a:lnTo>
                    <a:pt x="468886" y="1635630"/>
                  </a:lnTo>
                  <a:lnTo>
                    <a:pt x="466106" y="1634934"/>
                  </a:lnTo>
                  <a:lnTo>
                    <a:pt x="463485" y="1634041"/>
                  </a:lnTo>
                  <a:lnTo>
                    <a:pt x="461022" y="1632948"/>
                  </a:lnTo>
                  <a:lnTo>
                    <a:pt x="458718" y="1631657"/>
                  </a:lnTo>
                  <a:lnTo>
                    <a:pt x="456572" y="1630167"/>
                  </a:lnTo>
                  <a:lnTo>
                    <a:pt x="454584" y="1628479"/>
                  </a:lnTo>
                  <a:lnTo>
                    <a:pt x="452755" y="1626592"/>
                  </a:lnTo>
                  <a:lnTo>
                    <a:pt x="451105" y="1624509"/>
                  </a:lnTo>
                  <a:lnTo>
                    <a:pt x="449629" y="1622233"/>
                  </a:lnTo>
                  <a:lnTo>
                    <a:pt x="448327" y="1619764"/>
                  </a:lnTo>
                  <a:lnTo>
                    <a:pt x="447198" y="1617102"/>
                  </a:lnTo>
                  <a:lnTo>
                    <a:pt x="446243" y="1614246"/>
                  </a:lnTo>
                  <a:lnTo>
                    <a:pt x="445462" y="1611198"/>
                  </a:lnTo>
                  <a:lnTo>
                    <a:pt x="444854" y="1607957"/>
                  </a:lnTo>
                  <a:lnTo>
                    <a:pt x="444420" y="1604522"/>
                  </a:lnTo>
                  <a:lnTo>
                    <a:pt x="444160" y="1600895"/>
                  </a:lnTo>
                  <a:lnTo>
                    <a:pt x="444073" y="1597074"/>
                  </a:lnTo>
                  <a:lnTo>
                    <a:pt x="444099" y="1594995"/>
                  </a:lnTo>
                  <a:lnTo>
                    <a:pt x="444178" y="1592982"/>
                  </a:lnTo>
                  <a:lnTo>
                    <a:pt x="444310" y="1591034"/>
                  </a:lnTo>
                  <a:lnTo>
                    <a:pt x="444495" y="1589151"/>
                  </a:lnTo>
                  <a:lnTo>
                    <a:pt x="444733" y="1587333"/>
                  </a:lnTo>
                  <a:lnTo>
                    <a:pt x="445023" y="1585581"/>
                  </a:lnTo>
                  <a:lnTo>
                    <a:pt x="445366" y="1583894"/>
                  </a:lnTo>
                  <a:lnTo>
                    <a:pt x="445762" y="1582272"/>
                  </a:lnTo>
                  <a:lnTo>
                    <a:pt x="446211" y="1580716"/>
                  </a:lnTo>
                  <a:lnTo>
                    <a:pt x="446712" y="1579225"/>
                  </a:lnTo>
                  <a:lnTo>
                    <a:pt x="447259" y="1577780"/>
                  </a:lnTo>
                  <a:lnTo>
                    <a:pt x="447846" y="1576391"/>
                  </a:lnTo>
                  <a:lnTo>
                    <a:pt x="448471" y="1575057"/>
                  </a:lnTo>
                  <a:lnTo>
                    <a:pt x="449135" y="1573780"/>
                  </a:lnTo>
                  <a:lnTo>
                    <a:pt x="449837" y="1572557"/>
                  </a:lnTo>
                  <a:lnTo>
                    <a:pt x="450579" y="1571390"/>
                  </a:lnTo>
                  <a:lnTo>
                    <a:pt x="451360" y="1570279"/>
                  </a:lnTo>
                  <a:lnTo>
                    <a:pt x="452179" y="1569223"/>
                  </a:lnTo>
                  <a:lnTo>
                    <a:pt x="453038" y="1568223"/>
                  </a:lnTo>
                  <a:lnTo>
                    <a:pt x="453935" y="1567279"/>
                  </a:lnTo>
                  <a:lnTo>
                    <a:pt x="454867" y="1566388"/>
                  </a:lnTo>
                  <a:lnTo>
                    <a:pt x="455830" y="1565548"/>
                  </a:lnTo>
                  <a:lnTo>
                    <a:pt x="456823" y="1564760"/>
                  </a:lnTo>
                  <a:lnTo>
                    <a:pt x="457847" y="1564023"/>
                  </a:lnTo>
                  <a:lnTo>
                    <a:pt x="458901" y="1563337"/>
                  </a:lnTo>
                  <a:lnTo>
                    <a:pt x="459986" y="1562703"/>
                  </a:lnTo>
                  <a:lnTo>
                    <a:pt x="461101" y="1562120"/>
                  </a:lnTo>
                  <a:lnTo>
                    <a:pt x="462247" y="1561589"/>
                  </a:lnTo>
                  <a:lnTo>
                    <a:pt x="463424" y="1561109"/>
                  </a:lnTo>
                  <a:lnTo>
                    <a:pt x="464631" y="1560681"/>
                  </a:lnTo>
                  <a:lnTo>
                    <a:pt x="465862" y="1560285"/>
                  </a:lnTo>
                  <a:lnTo>
                    <a:pt x="467109" y="1559931"/>
                  </a:lnTo>
                  <a:lnTo>
                    <a:pt x="468373" y="1559618"/>
                  </a:lnTo>
                  <a:lnTo>
                    <a:pt x="469654" y="1559347"/>
                  </a:lnTo>
                  <a:lnTo>
                    <a:pt x="470951" y="1559118"/>
                  </a:lnTo>
                  <a:lnTo>
                    <a:pt x="472265" y="1558930"/>
                  </a:lnTo>
                  <a:lnTo>
                    <a:pt x="473596" y="1558785"/>
                  </a:lnTo>
                  <a:lnTo>
                    <a:pt x="474943" y="1558680"/>
                  </a:lnTo>
                  <a:lnTo>
                    <a:pt x="476307" y="1558618"/>
                  </a:lnTo>
                  <a:lnTo>
                    <a:pt x="477688" y="1558597"/>
                  </a:lnTo>
                  <a:lnTo>
                    <a:pt x="479546" y="1558628"/>
                  </a:lnTo>
                  <a:lnTo>
                    <a:pt x="481341" y="1558719"/>
                  </a:lnTo>
                  <a:lnTo>
                    <a:pt x="483074" y="1558872"/>
                  </a:lnTo>
                  <a:lnTo>
                    <a:pt x="484745" y="1559086"/>
                  </a:lnTo>
                  <a:lnTo>
                    <a:pt x="486352" y="1559361"/>
                  </a:lnTo>
                  <a:lnTo>
                    <a:pt x="487898" y="1559697"/>
                  </a:lnTo>
                  <a:lnTo>
                    <a:pt x="489381" y="1560094"/>
                  </a:lnTo>
                  <a:lnTo>
                    <a:pt x="490801" y="1560553"/>
                  </a:lnTo>
                  <a:lnTo>
                    <a:pt x="492159" y="1561072"/>
                  </a:lnTo>
                  <a:lnTo>
                    <a:pt x="493454" y="1561653"/>
                  </a:lnTo>
                  <a:lnTo>
                    <a:pt x="494706" y="1562288"/>
                  </a:lnTo>
                  <a:lnTo>
                    <a:pt x="495907" y="1562970"/>
                  </a:lnTo>
                  <a:lnTo>
                    <a:pt x="497057" y="1563699"/>
                  </a:lnTo>
                  <a:lnTo>
                    <a:pt x="498155" y="1564476"/>
                  </a:lnTo>
                  <a:lnTo>
                    <a:pt x="499201" y="1565299"/>
                  </a:lnTo>
                  <a:lnTo>
                    <a:pt x="500197" y="1566170"/>
                  </a:lnTo>
                  <a:lnTo>
                    <a:pt x="501140" y="1567088"/>
                  </a:lnTo>
                  <a:lnTo>
                    <a:pt x="502033" y="1568054"/>
                  </a:lnTo>
                  <a:lnTo>
                    <a:pt x="502874" y="1569066"/>
                  </a:lnTo>
                  <a:lnTo>
                    <a:pt x="503664" y="1570126"/>
                  </a:lnTo>
                  <a:lnTo>
                    <a:pt x="504419" y="1571215"/>
                  </a:lnTo>
                  <a:lnTo>
                    <a:pt x="505128" y="1572343"/>
                  </a:lnTo>
                  <a:lnTo>
                    <a:pt x="505791" y="1573510"/>
                  </a:lnTo>
                  <a:lnTo>
                    <a:pt x="506408" y="1574716"/>
                  </a:lnTo>
                  <a:lnTo>
                    <a:pt x="506980" y="1575960"/>
                  </a:lnTo>
                  <a:lnTo>
                    <a:pt x="507506" y="1577244"/>
                  </a:lnTo>
                  <a:lnTo>
                    <a:pt x="507986" y="1578566"/>
                  </a:lnTo>
                  <a:lnTo>
                    <a:pt x="508420" y="1579928"/>
                  </a:lnTo>
                  <a:lnTo>
                    <a:pt x="508808" y="1581328"/>
                  </a:lnTo>
                  <a:lnTo>
                    <a:pt x="509150" y="1582767"/>
                  </a:lnTo>
                  <a:lnTo>
                    <a:pt x="509467" y="1584237"/>
                  </a:lnTo>
                  <a:lnTo>
                    <a:pt x="509751" y="1585731"/>
                  </a:lnTo>
                  <a:lnTo>
                    <a:pt x="510001" y="1587249"/>
                  </a:lnTo>
                  <a:lnTo>
                    <a:pt x="510217" y="1588790"/>
                  </a:lnTo>
                  <a:lnTo>
                    <a:pt x="510401" y="1590355"/>
                  </a:lnTo>
                  <a:lnTo>
                    <a:pt x="510551" y="1591943"/>
                  </a:lnTo>
                  <a:lnTo>
                    <a:pt x="510667" y="1593555"/>
                  </a:lnTo>
                  <a:lnTo>
                    <a:pt x="510751" y="1595191"/>
                  </a:lnTo>
                  <a:lnTo>
                    <a:pt x="510801" y="1596850"/>
                  </a:lnTo>
                  <a:lnTo>
                    <a:pt x="510817" y="1598533"/>
                  </a:lnTo>
                  <a:lnTo>
                    <a:pt x="510817" y="1600200"/>
                  </a:lnTo>
                  <a:close/>
                  <a:moveTo>
                    <a:pt x="497899" y="1590615"/>
                  </a:moveTo>
                  <a:lnTo>
                    <a:pt x="497651" y="1588304"/>
                  </a:lnTo>
                  <a:lnTo>
                    <a:pt x="497324" y="1586123"/>
                  </a:lnTo>
                  <a:lnTo>
                    <a:pt x="496918" y="1584070"/>
                  </a:lnTo>
                  <a:lnTo>
                    <a:pt x="496432" y="1582147"/>
                  </a:lnTo>
                  <a:lnTo>
                    <a:pt x="495868" y="1580353"/>
                  </a:lnTo>
                  <a:lnTo>
                    <a:pt x="495224" y="1578688"/>
                  </a:lnTo>
                  <a:lnTo>
                    <a:pt x="494501" y="1577153"/>
                  </a:lnTo>
                  <a:lnTo>
                    <a:pt x="493699" y="1575746"/>
                  </a:lnTo>
                  <a:lnTo>
                    <a:pt x="492817" y="1574469"/>
                  </a:lnTo>
                  <a:lnTo>
                    <a:pt x="491857" y="1573321"/>
                  </a:lnTo>
                  <a:lnTo>
                    <a:pt x="490813" y="1572279"/>
                  </a:lnTo>
                  <a:lnTo>
                    <a:pt x="489681" y="1571346"/>
                  </a:lnTo>
                  <a:lnTo>
                    <a:pt x="488462" y="1570523"/>
                  </a:lnTo>
                  <a:lnTo>
                    <a:pt x="487156" y="1569810"/>
                  </a:lnTo>
                  <a:lnTo>
                    <a:pt x="485762" y="1569206"/>
                  </a:lnTo>
                  <a:lnTo>
                    <a:pt x="484281" y="1568712"/>
                  </a:lnTo>
                  <a:lnTo>
                    <a:pt x="482712" y="1568328"/>
                  </a:lnTo>
                  <a:lnTo>
                    <a:pt x="481055" y="1568054"/>
                  </a:lnTo>
                  <a:lnTo>
                    <a:pt x="479311" y="1567889"/>
                  </a:lnTo>
                  <a:lnTo>
                    <a:pt x="477480" y="1567834"/>
                  </a:lnTo>
                  <a:lnTo>
                    <a:pt x="476851" y="1567845"/>
                  </a:lnTo>
                  <a:lnTo>
                    <a:pt x="476216" y="1567876"/>
                  </a:lnTo>
                  <a:lnTo>
                    <a:pt x="475573" y="1567928"/>
                  </a:lnTo>
                  <a:lnTo>
                    <a:pt x="474924" y="1568001"/>
                  </a:lnTo>
                  <a:lnTo>
                    <a:pt x="474268" y="1568095"/>
                  </a:lnTo>
                  <a:lnTo>
                    <a:pt x="473604" y="1568209"/>
                  </a:lnTo>
                  <a:lnTo>
                    <a:pt x="472934" y="1568345"/>
                  </a:lnTo>
                  <a:lnTo>
                    <a:pt x="472257" y="1568501"/>
                  </a:lnTo>
                  <a:lnTo>
                    <a:pt x="471573" y="1568678"/>
                  </a:lnTo>
                  <a:lnTo>
                    <a:pt x="470882" y="1568876"/>
                  </a:lnTo>
                  <a:lnTo>
                    <a:pt x="470206" y="1569087"/>
                  </a:lnTo>
                  <a:lnTo>
                    <a:pt x="469540" y="1569329"/>
                  </a:lnTo>
                  <a:lnTo>
                    <a:pt x="468884" y="1569603"/>
                  </a:lnTo>
                  <a:lnTo>
                    <a:pt x="468237" y="1569910"/>
                  </a:lnTo>
                  <a:lnTo>
                    <a:pt x="467600" y="1570248"/>
                  </a:lnTo>
                  <a:lnTo>
                    <a:pt x="466973" y="1570618"/>
                  </a:lnTo>
                  <a:lnTo>
                    <a:pt x="466356" y="1571020"/>
                  </a:lnTo>
                  <a:lnTo>
                    <a:pt x="465748" y="1571454"/>
                  </a:lnTo>
                  <a:lnTo>
                    <a:pt x="465150" y="1571920"/>
                  </a:lnTo>
                  <a:lnTo>
                    <a:pt x="464562" y="1572418"/>
                  </a:lnTo>
                  <a:lnTo>
                    <a:pt x="463987" y="1572951"/>
                  </a:lnTo>
                  <a:lnTo>
                    <a:pt x="463431" y="1573521"/>
                  </a:lnTo>
                  <a:lnTo>
                    <a:pt x="462893" y="1574129"/>
                  </a:lnTo>
                  <a:lnTo>
                    <a:pt x="462372" y="1574774"/>
                  </a:lnTo>
                  <a:lnTo>
                    <a:pt x="461870" y="1575457"/>
                  </a:lnTo>
                  <a:lnTo>
                    <a:pt x="461386" y="1576177"/>
                  </a:lnTo>
                  <a:lnTo>
                    <a:pt x="460920" y="1576935"/>
                  </a:lnTo>
                  <a:lnTo>
                    <a:pt x="460472" y="1577730"/>
                  </a:lnTo>
                  <a:lnTo>
                    <a:pt x="460042" y="1578563"/>
                  </a:lnTo>
                  <a:lnTo>
                    <a:pt x="459630" y="1579433"/>
                  </a:lnTo>
                  <a:lnTo>
                    <a:pt x="459245" y="1580332"/>
                  </a:lnTo>
                  <a:lnTo>
                    <a:pt x="458894" y="1581280"/>
                  </a:lnTo>
                  <a:lnTo>
                    <a:pt x="458578" y="1582277"/>
                  </a:lnTo>
                  <a:lnTo>
                    <a:pt x="458297" y="1583322"/>
                  </a:lnTo>
                  <a:lnTo>
                    <a:pt x="458050" y="1584416"/>
                  </a:lnTo>
                  <a:lnTo>
                    <a:pt x="457838" y="1585559"/>
                  </a:lnTo>
                  <a:lnTo>
                    <a:pt x="457661" y="1586750"/>
                  </a:lnTo>
                  <a:lnTo>
                    <a:pt x="457519" y="1587990"/>
                  </a:lnTo>
                  <a:lnTo>
                    <a:pt x="457411" y="1589278"/>
                  </a:lnTo>
                  <a:lnTo>
                    <a:pt x="457338" y="1590615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h40"/>
            <p:cNvSpPr/>
            <p:nvPr/>
          </p:nvSpPr>
          <p:spPr>
            <a:xfrm>
              <a:off x="6544284" y="4154991"/>
              <a:ext cx="550058" cy="1650970"/>
            </a:xfrm>
            <a:custGeom>
              <a:avLst/>
              <a:pathLst>
                <a:path w="550058" h="1650970">
                  <a:moveTo>
                    <a:pt x="457200" y="1600200"/>
                  </a:moveTo>
                  <a:lnTo>
                    <a:pt x="457230" y="1597930"/>
                  </a:lnTo>
                  <a:lnTo>
                    <a:pt x="457322" y="1595704"/>
                  </a:lnTo>
                  <a:lnTo>
                    <a:pt x="457475" y="1593524"/>
                  </a:lnTo>
                  <a:lnTo>
                    <a:pt x="457688" y="1591387"/>
                  </a:lnTo>
                  <a:lnTo>
                    <a:pt x="457963" y="1589295"/>
                  </a:lnTo>
                  <a:lnTo>
                    <a:pt x="458300" y="1587248"/>
                  </a:lnTo>
                  <a:lnTo>
                    <a:pt x="458697" y="1585245"/>
                  </a:lnTo>
                  <a:lnTo>
                    <a:pt x="459155" y="1583286"/>
                  </a:lnTo>
                  <a:lnTo>
                    <a:pt x="459675" y="1581372"/>
                  </a:lnTo>
                  <a:lnTo>
                    <a:pt x="460255" y="1579502"/>
                  </a:lnTo>
                  <a:lnTo>
                    <a:pt x="460910" y="1577683"/>
                  </a:lnTo>
                  <a:lnTo>
                    <a:pt x="461625" y="1575919"/>
                  </a:lnTo>
                  <a:lnTo>
                    <a:pt x="462399" y="1574210"/>
                  </a:lnTo>
                  <a:lnTo>
                    <a:pt x="463234" y="1572557"/>
                  </a:lnTo>
                  <a:lnTo>
                    <a:pt x="464127" y="1570960"/>
                  </a:lnTo>
                  <a:lnTo>
                    <a:pt x="465081" y="1569418"/>
                  </a:lnTo>
                  <a:lnTo>
                    <a:pt x="466094" y="1567932"/>
                  </a:lnTo>
                  <a:lnTo>
                    <a:pt x="467167" y="1566501"/>
                  </a:lnTo>
                  <a:lnTo>
                    <a:pt x="468300" y="1565126"/>
                  </a:lnTo>
                  <a:lnTo>
                    <a:pt x="469493" y="1563806"/>
                  </a:lnTo>
                  <a:lnTo>
                    <a:pt x="470758" y="1562531"/>
                  </a:lnTo>
                  <a:lnTo>
                    <a:pt x="472082" y="1561317"/>
                  </a:lnTo>
                  <a:lnTo>
                    <a:pt x="473464" y="1560164"/>
                  </a:lnTo>
                  <a:lnTo>
                    <a:pt x="474904" y="1559072"/>
                  </a:lnTo>
                  <a:lnTo>
                    <a:pt x="476403" y="1558041"/>
                  </a:lnTo>
                  <a:lnTo>
                    <a:pt x="477960" y="1557072"/>
                  </a:lnTo>
                  <a:lnTo>
                    <a:pt x="479576" y="1556163"/>
                  </a:lnTo>
                  <a:lnTo>
                    <a:pt x="481250" y="1555316"/>
                  </a:lnTo>
                  <a:lnTo>
                    <a:pt x="482982" y="1554530"/>
                  </a:lnTo>
                  <a:lnTo>
                    <a:pt x="484772" y="1553805"/>
                  </a:lnTo>
                  <a:lnTo>
                    <a:pt x="486621" y="1553132"/>
                  </a:lnTo>
                  <a:lnTo>
                    <a:pt x="488528" y="1552530"/>
                  </a:lnTo>
                  <a:lnTo>
                    <a:pt x="490494" y="1551998"/>
                  </a:lnTo>
                  <a:lnTo>
                    <a:pt x="492518" y="1551538"/>
                  </a:lnTo>
                  <a:lnTo>
                    <a:pt x="494600" y="1551148"/>
                  </a:lnTo>
                  <a:lnTo>
                    <a:pt x="496741" y="1550829"/>
                  </a:lnTo>
                  <a:lnTo>
                    <a:pt x="498939" y="1550581"/>
                  </a:lnTo>
                  <a:lnTo>
                    <a:pt x="501197" y="1550404"/>
                  </a:lnTo>
                  <a:lnTo>
                    <a:pt x="503512" y="1550298"/>
                  </a:lnTo>
                  <a:lnTo>
                    <a:pt x="505886" y="1550263"/>
                  </a:lnTo>
                  <a:lnTo>
                    <a:pt x="507670" y="1550279"/>
                  </a:lnTo>
                  <a:lnTo>
                    <a:pt x="509409" y="1550327"/>
                  </a:lnTo>
                  <a:lnTo>
                    <a:pt x="511103" y="1550406"/>
                  </a:lnTo>
                  <a:lnTo>
                    <a:pt x="512754" y="1550518"/>
                  </a:lnTo>
                  <a:lnTo>
                    <a:pt x="514359" y="1550662"/>
                  </a:lnTo>
                  <a:lnTo>
                    <a:pt x="515921" y="1550838"/>
                  </a:lnTo>
                  <a:lnTo>
                    <a:pt x="517438" y="1551045"/>
                  </a:lnTo>
                  <a:lnTo>
                    <a:pt x="518910" y="1551285"/>
                  </a:lnTo>
                  <a:lnTo>
                    <a:pt x="520338" y="1551557"/>
                  </a:lnTo>
                  <a:lnTo>
                    <a:pt x="521721" y="1551860"/>
                  </a:lnTo>
                  <a:lnTo>
                    <a:pt x="523065" y="1552193"/>
                  </a:lnTo>
                  <a:lnTo>
                    <a:pt x="524372" y="1552555"/>
                  </a:lnTo>
                  <a:lnTo>
                    <a:pt x="525643" y="1552944"/>
                  </a:lnTo>
                  <a:lnTo>
                    <a:pt x="526878" y="1553360"/>
                  </a:lnTo>
                  <a:lnTo>
                    <a:pt x="528076" y="1553805"/>
                  </a:lnTo>
                  <a:lnTo>
                    <a:pt x="529239" y="1554277"/>
                  </a:lnTo>
                  <a:lnTo>
                    <a:pt x="530366" y="1554777"/>
                  </a:lnTo>
                  <a:lnTo>
                    <a:pt x="531456" y="1555305"/>
                  </a:lnTo>
                  <a:lnTo>
                    <a:pt x="532510" y="1555861"/>
                  </a:lnTo>
                  <a:lnTo>
                    <a:pt x="533528" y="1556444"/>
                  </a:lnTo>
                  <a:lnTo>
                    <a:pt x="534513" y="1557055"/>
                  </a:lnTo>
                  <a:lnTo>
                    <a:pt x="535468" y="1557691"/>
                  </a:lnTo>
                  <a:lnTo>
                    <a:pt x="536391" y="1558355"/>
                  </a:lnTo>
                  <a:lnTo>
                    <a:pt x="537285" y="1559044"/>
                  </a:lnTo>
                  <a:lnTo>
                    <a:pt x="538147" y="1559760"/>
                  </a:lnTo>
                  <a:lnTo>
                    <a:pt x="538979" y="1560503"/>
                  </a:lnTo>
                  <a:lnTo>
                    <a:pt x="539781" y="1561272"/>
                  </a:lnTo>
                  <a:lnTo>
                    <a:pt x="540552" y="1562067"/>
                  </a:lnTo>
                  <a:lnTo>
                    <a:pt x="541292" y="1562889"/>
                  </a:lnTo>
                  <a:lnTo>
                    <a:pt x="542002" y="1563737"/>
                  </a:lnTo>
                  <a:lnTo>
                    <a:pt x="542686" y="1564595"/>
                  </a:lnTo>
                  <a:lnTo>
                    <a:pt x="543349" y="1565476"/>
                  </a:lnTo>
                  <a:lnTo>
                    <a:pt x="543992" y="1566379"/>
                  </a:lnTo>
                  <a:lnTo>
                    <a:pt x="544613" y="1567304"/>
                  </a:lnTo>
                  <a:lnTo>
                    <a:pt x="545214" y="1568251"/>
                  </a:lnTo>
                  <a:lnTo>
                    <a:pt x="545794" y="1569221"/>
                  </a:lnTo>
                  <a:lnTo>
                    <a:pt x="546353" y="1570212"/>
                  </a:lnTo>
                  <a:lnTo>
                    <a:pt x="546891" y="1571226"/>
                  </a:lnTo>
                  <a:lnTo>
                    <a:pt x="547409" y="1572263"/>
                  </a:lnTo>
                  <a:lnTo>
                    <a:pt x="547905" y="1573321"/>
                  </a:lnTo>
                  <a:lnTo>
                    <a:pt x="535265" y="1577072"/>
                  </a:lnTo>
                  <a:lnTo>
                    <a:pt x="534896" y="1576356"/>
                  </a:lnTo>
                  <a:lnTo>
                    <a:pt x="534512" y="1575655"/>
                  </a:lnTo>
                  <a:lnTo>
                    <a:pt x="534113" y="1574967"/>
                  </a:lnTo>
                  <a:lnTo>
                    <a:pt x="533698" y="1574293"/>
                  </a:lnTo>
                  <a:lnTo>
                    <a:pt x="533268" y="1573634"/>
                  </a:lnTo>
                  <a:lnTo>
                    <a:pt x="532823" y="1572988"/>
                  </a:lnTo>
                  <a:lnTo>
                    <a:pt x="532362" y="1572356"/>
                  </a:lnTo>
                  <a:lnTo>
                    <a:pt x="531887" y="1571738"/>
                  </a:lnTo>
                  <a:lnTo>
                    <a:pt x="531396" y="1571133"/>
                  </a:lnTo>
                  <a:lnTo>
                    <a:pt x="530889" y="1570543"/>
                  </a:lnTo>
                  <a:lnTo>
                    <a:pt x="530378" y="1569955"/>
                  </a:lnTo>
                  <a:lnTo>
                    <a:pt x="529845" y="1569385"/>
                  </a:lnTo>
                  <a:lnTo>
                    <a:pt x="529289" y="1568832"/>
                  </a:lnTo>
                  <a:lnTo>
                    <a:pt x="528711" y="1568298"/>
                  </a:lnTo>
                  <a:lnTo>
                    <a:pt x="528111" y="1567782"/>
                  </a:lnTo>
                  <a:lnTo>
                    <a:pt x="527489" y="1567284"/>
                  </a:lnTo>
                  <a:lnTo>
                    <a:pt x="526844" y="1566804"/>
                  </a:lnTo>
                  <a:lnTo>
                    <a:pt x="526178" y="1566342"/>
                  </a:lnTo>
                  <a:lnTo>
                    <a:pt x="525489" y="1565899"/>
                  </a:lnTo>
                  <a:lnTo>
                    <a:pt x="524777" y="1565473"/>
                  </a:lnTo>
                  <a:lnTo>
                    <a:pt x="524043" y="1565066"/>
                  </a:lnTo>
                  <a:lnTo>
                    <a:pt x="523286" y="1564678"/>
                  </a:lnTo>
                  <a:lnTo>
                    <a:pt x="522504" y="1564310"/>
                  </a:lnTo>
                  <a:lnTo>
                    <a:pt x="521699" y="1563962"/>
                  </a:lnTo>
                  <a:lnTo>
                    <a:pt x="520871" y="1563632"/>
                  </a:lnTo>
                  <a:lnTo>
                    <a:pt x="520018" y="1563323"/>
                  </a:lnTo>
                  <a:lnTo>
                    <a:pt x="519143" y="1563032"/>
                  </a:lnTo>
                  <a:lnTo>
                    <a:pt x="518243" y="1562761"/>
                  </a:lnTo>
                  <a:lnTo>
                    <a:pt x="517320" y="1562510"/>
                  </a:lnTo>
                  <a:lnTo>
                    <a:pt x="516374" y="1562278"/>
                  </a:lnTo>
                  <a:lnTo>
                    <a:pt x="515415" y="1562054"/>
                  </a:lnTo>
                  <a:lnTo>
                    <a:pt x="514429" y="1561853"/>
                  </a:lnTo>
                  <a:lnTo>
                    <a:pt x="513415" y="1561676"/>
                  </a:lnTo>
                  <a:lnTo>
                    <a:pt x="512373" y="1561522"/>
                  </a:lnTo>
                  <a:lnTo>
                    <a:pt x="511303" y="1561393"/>
                  </a:lnTo>
                  <a:lnTo>
                    <a:pt x="510206" y="1561286"/>
                  </a:lnTo>
                  <a:lnTo>
                    <a:pt x="509081" y="1561204"/>
                  </a:lnTo>
                  <a:lnTo>
                    <a:pt x="507928" y="1561145"/>
                  </a:lnTo>
                  <a:lnTo>
                    <a:pt x="506747" y="1561109"/>
                  </a:lnTo>
                  <a:lnTo>
                    <a:pt x="505539" y="1561097"/>
                  </a:lnTo>
                  <a:lnTo>
                    <a:pt x="503784" y="1561125"/>
                  </a:lnTo>
                  <a:lnTo>
                    <a:pt x="502075" y="1561209"/>
                  </a:lnTo>
                  <a:lnTo>
                    <a:pt x="500411" y="1561347"/>
                  </a:lnTo>
                  <a:lnTo>
                    <a:pt x="498794" y="1561542"/>
                  </a:lnTo>
                  <a:lnTo>
                    <a:pt x="497222" y="1561792"/>
                  </a:lnTo>
                  <a:lnTo>
                    <a:pt x="495696" y="1562098"/>
                  </a:lnTo>
                  <a:lnTo>
                    <a:pt x="494216" y="1562459"/>
                  </a:lnTo>
                  <a:lnTo>
                    <a:pt x="492782" y="1562875"/>
                  </a:lnTo>
                  <a:lnTo>
                    <a:pt x="491393" y="1563348"/>
                  </a:lnTo>
                  <a:lnTo>
                    <a:pt x="490051" y="1563876"/>
                  </a:lnTo>
                  <a:lnTo>
                    <a:pt x="488767" y="1564455"/>
                  </a:lnTo>
                  <a:lnTo>
                    <a:pt x="487528" y="1565081"/>
                  </a:lnTo>
                  <a:lnTo>
                    <a:pt x="486334" y="1565755"/>
                  </a:lnTo>
                  <a:lnTo>
                    <a:pt x="485184" y="1566476"/>
                  </a:lnTo>
                  <a:lnTo>
                    <a:pt x="484078" y="1567244"/>
                  </a:lnTo>
                  <a:lnTo>
                    <a:pt x="483017" y="1568059"/>
                  </a:lnTo>
                  <a:lnTo>
                    <a:pt x="482000" y="1568922"/>
                  </a:lnTo>
                  <a:lnTo>
                    <a:pt x="481027" y="1569832"/>
                  </a:lnTo>
                  <a:lnTo>
                    <a:pt x="480100" y="1570789"/>
                  </a:lnTo>
                  <a:lnTo>
                    <a:pt x="479216" y="1571793"/>
                  </a:lnTo>
                  <a:lnTo>
                    <a:pt x="478376" y="1572842"/>
                  </a:lnTo>
                  <a:lnTo>
                    <a:pt x="477580" y="1573932"/>
                  </a:lnTo>
                  <a:lnTo>
                    <a:pt x="476826" y="1575064"/>
                  </a:lnTo>
                  <a:lnTo>
                    <a:pt x="476116" y="1576238"/>
                  </a:lnTo>
                  <a:lnTo>
                    <a:pt x="475448" y="1577454"/>
                  </a:lnTo>
                  <a:lnTo>
                    <a:pt x="474824" y="1578711"/>
                  </a:lnTo>
                  <a:lnTo>
                    <a:pt x="474243" y="1580009"/>
                  </a:lnTo>
                  <a:lnTo>
                    <a:pt x="473704" y="1581350"/>
                  </a:lnTo>
                  <a:lnTo>
                    <a:pt x="473209" y="1582732"/>
                  </a:lnTo>
                  <a:lnTo>
                    <a:pt x="472757" y="1584156"/>
                  </a:lnTo>
                  <a:lnTo>
                    <a:pt x="472361" y="1585616"/>
                  </a:lnTo>
                  <a:lnTo>
                    <a:pt x="472007" y="1587109"/>
                  </a:lnTo>
                  <a:lnTo>
                    <a:pt x="471694" y="1588633"/>
                  </a:lnTo>
                  <a:lnTo>
                    <a:pt x="471424" y="1590190"/>
                  </a:lnTo>
                  <a:lnTo>
                    <a:pt x="471194" y="1591778"/>
                  </a:lnTo>
                  <a:lnTo>
                    <a:pt x="471007" y="1593399"/>
                  </a:lnTo>
                  <a:lnTo>
                    <a:pt x="470861" y="1595051"/>
                  </a:lnTo>
                  <a:lnTo>
                    <a:pt x="470757" y="1596735"/>
                  </a:lnTo>
                  <a:lnTo>
                    <a:pt x="470694" y="1598451"/>
                  </a:lnTo>
                  <a:lnTo>
                    <a:pt x="470673" y="1600200"/>
                  </a:lnTo>
                  <a:lnTo>
                    <a:pt x="470696" y="1601949"/>
                  </a:lnTo>
                  <a:lnTo>
                    <a:pt x="470765" y="1603669"/>
                  </a:lnTo>
                  <a:lnTo>
                    <a:pt x="470880" y="1605361"/>
                  </a:lnTo>
                  <a:lnTo>
                    <a:pt x="471040" y="1607023"/>
                  </a:lnTo>
                  <a:lnTo>
                    <a:pt x="471246" y="1608655"/>
                  </a:lnTo>
                  <a:lnTo>
                    <a:pt x="471499" y="1610259"/>
                  </a:lnTo>
                  <a:lnTo>
                    <a:pt x="471796" y="1611834"/>
                  </a:lnTo>
                  <a:lnTo>
                    <a:pt x="472140" y="1613379"/>
                  </a:lnTo>
                  <a:lnTo>
                    <a:pt x="472530" y="1614895"/>
                  </a:lnTo>
                  <a:lnTo>
                    <a:pt x="472965" y="1616382"/>
                  </a:lnTo>
                  <a:lnTo>
                    <a:pt x="473446" y="1617821"/>
                  </a:lnTo>
                  <a:lnTo>
                    <a:pt x="473971" y="1619221"/>
                  </a:lnTo>
                  <a:lnTo>
                    <a:pt x="474541" y="1620583"/>
                  </a:lnTo>
                  <a:lnTo>
                    <a:pt x="475155" y="1621905"/>
                  </a:lnTo>
                  <a:lnTo>
                    <a:pt x="475813" y="1623188"/>
                  </a:lnTo>
                  <a:lnTo>
                    <a:pt x="476516" y="1624433"/>
                  </a:lnTo>
                  <a:lnTo>
                    <a:pt x="477263" y="1625639"/>
                  </a:lnTo>
                  <a:lnTo>
                    <a:pt x="478055" y="1626806"/>
                  </a:lnTo>
                  <a:lnTo>
                    <a:pt x="478891" y="1627934"/>
                  </a:lnTo>
                  <a:lnTo>
                    <a:pt x="479772" y="1629023"/>
                  </a:lnTo>
                  <a:lnTo>
                    <a:pt x="480696" y="1630055"/>
                  </a:lnTo>
                  <a:lnTo>
                    <a:pt x="481664" y="1631042"/>
                  </a:lnTo>
                  <a:lnTo>
                    <a:pt x="482674" y="1631983"/>
                  </a:lnTo>
                  <a:lnTo>
                    <a:pt x="483728" y="1632879"/>
                  </a:lnTo>
                  <a:lnTo>
                    <a:pt x="484824" y="1633728"/>
                  </a:lnTo>
                  <a:lnTo>
                    <a:pt x="485964" y="1634532"/>
                  </a:lnTo>
                  <a:lnTo>
                    <a:pt x="487147" y="1635289"/>
                  </a:lnTo>
                  <a:lnTo>
                    <a:pt x="488373" y="1636001"/>
                  </a:lnTo>
                  <a:lnTo>
                    <a:pt x="489642" y="1636667"/>
                  </a:lnTo>
                  <a:lnTo>
                    <a:pt x="490954" y="1637287"/>
                  </a:lnTo>
                  <a:lnTo>
                    <a:pt x="492322" y="1637842"/>
                  </a:lnTo>
                  <a:lnTo>
                    <a:pt x="493732" y="1638338"/>
                  </a:lnTo>
                  <a:lnTo>
                    <a:pt x="495183" y="1638775"/>
                  </a:lnTo>
                  <a:lnTo>
                    <a:pt x="496677" y="1639154"/>
                  </a:lnTo>
                  <a:lnTo>
                    <a:pt x="498212" y="1639475"/>
                  </a:lnTo>
                  <a:lnTo>
                    <a:pt x="499788" y="1639738"/>
                  </a:lnTo>
                  <a:lnTo>
                    <a:pt x="501406" y="1639942"/>
                  </a:lnTo>
                  <a:lnTo>
                    <a:pt x="503066" y="1640088"/>
                  </a:lnTo>
                  <a:lnTo>
                    <a:pt x="504768" y="1640175"/>
                  </a:lnTo>
                  <a:lnTo>
                    <a:pt x="506511" y="1640204"/>
                  </a:lnTo>
                  <a:lnTo>
                    <a:pt x="507655" y="1640195"/>
                  </a:lnTo>
                  <a:lnTo>
                    <a:pt x="508781" y="1640166"/>
                  </a:lnTo>
                  <a:lnTo>
                    <a:pt x="509889" y="1640117"/>
                  </a:lnTo>
                  <a:lnTo>
                    <a:pt x="510978" y="1640049"/>
                  </a:lnTo>
                  <a:lnTo>
                    <a:pt x="512050" y="1639961"/>
                  </a:lnTo>
                  <a:lnTo>
                    <a:pt x="513104" y="1639854"/>
                  </a:lnTo>
                  <a:lnTo>
                    <a:pt x="514139" y="1639728"/>
                  </a:lnTo>
                  <a:lnTo>
                    <a:pt x="515157" y="1639582"/>
                  </a:lnTo>
                  <a:lnTo>
                    <a:pt x="516156" y="1639417"/>
                  </a:lnTo>
                  <a:lnTo>
                    <a:pt x="517138" y="1639232"/>
                  </a:lnTo>
                  <a:lnTo>
                    <a:pt x="518100" y="1639032"/>
                  </a:lnTo>
                  <a:lnTo>
                    <a:pt x="519043" y="1638821"/>
                  </a:lnTo>
                  <a:lnTo>
                    <a:pt x="519967" y="1638599"/>
                  </a:lnTo>
                  <a:lnTo>
                    <a:pt x="520871" y="1638365"/>
                  </a:lnTo>
                  <a:lnTo>
                    <a:pt x="521756" y="1638121"/>
                  </a:lnTo>
                  <a:lnTo>
                    <a:pt x="522622" y="1637865"/>
                  </a:lnTo>
                  <a:lnTo>
                    <a:pt x="523468" y="1637599"/>
                  </a:lnTo>
                  <a:lnTo>
                    <a:pt x="524294" y="1637321"/>
                  </a:lnTo>
                  <a:lnTo>
                    <a:pt x="525101" y="1637032"/>
                  </a:lnTo>
                  <a:lnTo>
                    <a:pt x="525889" y="1636732"/>
                  </a:lnTo>
                  <a:lnTo>
                    <a:pt x="526671" y="1636410"/>
                  </a:lnTo>
                  <a:lnTo>
                    <a:pt x="527433" y="1636082"/>
                  </a:lnTo>
                  <a:lnTo>
                    <a:pt x="528176" y="1635748"/>
                  </a:lnTo>
                  <a:lnTo>
                    <a:pt x="528900" y="1635409"/>
                  </a:lnTo>
                  <a:lnTo>
                    <a:pt x="529604" y="1635065"/>
                  </a:lnTo>
                  <a:lnTo>
                    <a:pt x="530289" y="1634715"/>
                  </a:lnTo>
                  <a:lnTo>
                    <a:pt x="530955" y="1634359"/>
                  </a:lnTo>
                  <a:lnTo>
                    <a:pt x="531600" y="1633998"/>
                  </a:lnTo>
                  <a:lnTo>
                    <a:pt x="532227" y="1633631"/>
                  </a:lnTo>
                  <a:lnTo>
                    <a:pt x="532834" y="1633259"/>
                  </a:lnTo>
                  <a:lnTo>
                    <a:pt x="533422" y="1632870"/>
                  </a:lnTo>
                  <a:lnTo>
                    <a:pt x="533990" y="1632481"/>
                  </a:lnTo>
                  <a:lnTo>
                    <a:pt x="534538" y="1632092"/>
                  </a:lnTo>
                  <a:lnTo>
                    <a:pt x="535068" y="1631703"/>
                  </a:lnTo>
                  <a:lnTo>
                    <a:pt x="535577" y="1631315"/>
                  </a:lnTo>
                  <a:lnTo>
                    <a:pt x="536068" y="1630926"/>
                  </a:lnTo>
                  <a:lnTo>
                    <a:pt x="536539" y="1630537"/>
                  </a:lnTo>
                  <a:lnTo>
                    <a:pt x="536990" y="1630148"/>
                  </a:lnTo>
                  <a:lnTo>
                    <a:pt x="537422" y="1629759"/>
                  </a:lnTo>
                  <a:lnTo>
                    <a:pt x="537835" y="1629370"/>
                  </a:lnTo>
                  <a:lnTo>
                    <a:pt x="537835" y="1611729"/>
                  </a:lnTo>
                  <a:lnTo>
                    <a:pt x="508595" y="1611729"/>
                  </a:lnTo>
                  <a:lnTo>
                    <a:pt x="508595" y="1600616"/>
                  </a:lnTo>
                  <a:lnTo>
                    <a:pt x="550058" y="1600616"/>
                  </a:lnTo>
                  <a:lnTo>
                    <a:pt x="550058" y="1634370"/>
                  </a:lnTo>
                  <a:lnTo>
                    <a:pt x="549394" y="1635034"/>
                  </a:lnTo>
                  <a:lnTo>
                    <a:pt x="548705" y="1635693"/>
                  </a:lnTo>
                  <a:lnTo>
                    <a:pt x="547993" y="1636346"/>
                  </a:lnTo>
                  <a:lnTo>
                    <a:pt x="547258" y="1636993"/>
                  </a:lnTo>
                  <a:lnTo>
                    <a:pt x="546499" y="1637635"/>
                  </a:lnTo>
                  <a:lnTo>
                    <a:pt x="545716" y="1638271"/>
                  </a:lnTo>
                  <a:lnTo>
                    <a:pt x="544910" y="1638902"/>
                  </a:lnTo>
                  <a:lnTo>
                    <a:pt x="544080" y="1639527"/>
                  </a:lnTo>
                  <a:lnTo>
                    <a:pt x="543226" y="1640146"/>
                  </a:lnTo>
                  <a:lnTo>
                    <a:pt x="542349" y="1640760"/>
                  </a:lnTo>
                  <a:lnTo>
                    <a:pt x="541463" y="1641350"/>
                  </a:lnTo>
                  <a:lnTo>
                    <a:pt x="540554" y="1641927"/>
                  </a:lnTo>
                  <a:lnTo>
                    <a:pt x="539624" y="1642490"/>
                  </a:lnTo>
                  <a:lnTo>
                    <a:pt x="538671" y="1643038"/>
                  </a:lnTo>
                  <a:lnTo>
                    <a:pt x="537696" y="1643573"/>
                  </a:lnTo>
                  <a:lnTo>
                    <a:pt x="536698" y="1644094"/>
                  </a:lnTo>
                  <a:lnTo>
                    <a:pt x="535679" y="1644601"/>
                  </a:lnTo>
                  <a:lnTo>
                    <a:pt x="534637" y="1645094"/>
                  </a:lnTo>
                  <a:lnTo>
                    <a:pt x="533573" y="1645573"/>
                  </a:lnTo>
                  <a:lnTo>
                    <a:pt x="532487" y="1646039"/>
                  </a:lnTo>
                  <a:lnTo>
                    <a:pt x="531379" y="1646487"/>
                  </a:lnTo>
                  <a:lnTo>
                    <a:pt x="530250" y="1646916"/>
                  </a:lnTo>
                  <a:lnTo>
                    <a:pt x="529101" y="1647326"/>
                  </a:lnTo>
                  <a:lnTo>
                    <a:pt x="527931" y="1647717"/>
                  </a:lnTo>
                  <a:lnTo>
                    <a:pt x="526739" y="1648087"/>
                  </a:lnTo>
                  <a:lnTo>
                    <a:pt x="525527" y="1648439"/>
                  </a:lnTo>
                  <a:lnTo>
                    <a:pt x="524295" y="1648771"/>
                  </a:lnTo>
                  <a:lnTo>
                    <a:pt x="523041" y="1649083"/>
                  </a:lnTo>
                  <a:lnTo>
                    <a:pt x="521767" y="1649376"/>
                  </a:lnTo>
                  <a:lnTo>
                    <a:pt x="520471" y="1649650"/>
                  </a:lnTo>
                  <a:lnTo>
                    <a:pt x="519157" y="1649901"/>
                  </a:lnTo>
                  <a:lnTo>
                    <a:pt x="517824" y="1650125"/>
                  </a:lnTo>
                  <a:lnTo>
                    <a:pt x="516473" y="1650323"/>
                  </a:lnTo>
                  <a:lnTo>
                    <a:pt x="515104" y="1650495"/>
                  </a:lnTo>
                  <a:lnTo>
                    <a:pt x="513717" y="1650640"/>
                  </a:lnTo>
                  <a:lnTo>
                    <a:pt x="512312" y="1650759"/>
                  </a:lnTo>
                  <a:lnTo>
                    <a:pt x="510889" y="1650851"/>
                  </a:lnTo>
                  <a:lnTo>
                    <a:pt x="509448" y="1650917"/>
                  </a:lnTo>
                  <a:lnTo>
                    <a:pt x="507988" y="1650957"/>
                  </a:lnTo>
                  <a:lnTo>
                    <a:pt x="506511" y="1650970"/>
                  </a:lnTo>
                  <a:lnTo>
                    <a:pt x="504070" y="1650932"/>
                  </a:lnTo>
                  <a:lnTo>
                    <a:pt x="501691" y="1650820"/>
                  </a:lnTo>
                  <a:lnTo>
                    <a:pt x="499375" y="1650632"/>
                  </a:lnTo>
                  <a:lnTo>
                    <a:pt x="497121" y="1650370"/>
                  </a:lnTo>
                  <a:lnTo>
                    <a:pt x="494930" y="1650032"/>
                  </a:lnTo>
                  <a:lnTo>
                    <a:pt x="492801" y="1649620"/>
                  </a:lnTo>
                  <a:lnTo>
                    <a:pt x="490735" y="1649132"/>
                  </a:lnTo>
                  <a:lnTo>
                    <a:pt x="488731" y="1648569"/>
                  </a:lnTo>
                  <a:lnTo>
                    <a:pt x="486790" y="1647932"/>
                  </a:lnTo>
                  <a:lnTo>
                    <a:pt x="484911" y="1647219"/>
                  </a:lnTo>
                  <a:lnTo>
                    <a:pt x="483094" y="1646426"/>
                  </a:lnTo>
                  <a:lnTo>
                    <a:pt x="481339" y="1645575"/>
                  </a:lnTo>
                  <a:lnTo>
                    <a:pt x="479644" y="1644665"/>
                  </a:lnTo>
                  <a:lnTo>
                    <a:pt x="478010" y="1643697"/>
                  </a:lnTo>
                  <a:lnTo>
                    <a:pt x="476438" y="1642670"/>
                  </a:lnTo>
                  <a:lnTo>
                    <a:pt x="474927" y="1641585"/>
                  </a:lnTo>
                  <a:lnTo>
                    <a:pt x="473477" y="1640442"/>
                  </a:lnTo>
                  <a:lnTo>
                    <a:pt x="472087" y="1639240"/>
                  </a:lnTo>
                  <a:lnTo>
                    <a:pt x="470760" y="1637981"/>
                  </a:lnTo>
                  <a:lnTo>
                    <a:pt x="469493" y="1636662"/>
                  </a:lnTo>
                  <a:lnTo>
                    <a:pt x="468300" y="1635276"/>
                  </a:lnTo>
                  <a:lnTo>
                    <a:pt x="467167" y="1633840"/>
                  </a:lnTo>
                  <a:lnTo>
                    <a:pt x="466094" y="1632354"/>
                  </a:lnTo>
                  <a:lnTo>
                    <a:pt x="465081" y="1630817"/>
                  </a:lnTo>
                  <a:lnTo>
                    <a:pt x="464127" y="1629231"/>
                  </a:lnTo>
                  <a:lnTo>
                    <a:pt x="463234" y="1627595"/>
                  </a:lnTo>
                  <a:lnTo>
                    <a:pt x="462399" y="1625908"/>
                  </a:lnTo>
                  <a:lnTo>
                    <a:pt x="461625" y="1624172"/>
                  </a:lnTo>
                  <a:lnTo>
                    <a:pt x="460910" y="1622386"/>
                  </a:lnTo>
                  <a:lnTo>
                    <a:pt x="460255" y="1620549"/>
                  </a:lnTo>
                  <a:lnTo>
                    <a:pt x="459675" y="1618671"/>
                  </a:lnTo>
                  <a:lnTo>
                    <a:pt x="459155" y="1616757"/>
                  </a:lnTo>
                  <a:lnTo>
                    <a:pt x="458697" y="1614809"/>
                  </a:lnTo>
                  <a:lnTo>
                    <a:pt x="458300" y="1612826"/>
                  </a:lnTo>
                  <a:lnTo>
                    <a:pt x="457963" y="1610808"/>
                  </a:lnTo>
                  <a:lnTo>
                    <a:pt x="457688" y="1608756"/>
                  </a:lnTo>
                  <a:lnTo>
                    <a:pt x="457475" y="1606669"/>
                  </a:lnTo>
                  <a:lnTo>
                    <a:pt x="457322" y="1604547"/>
                  </a:lnTo>
                  <a:lnTo>
                    <a:pt x="457230" y="1602391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h41"/>
            <p:cNvSpPr/>
            <p:nvPr/>
          </p:nvSpPr>
          <p:spPr>
            <a:xfrm>
              <a:off x="6728821" y="4204372"/>
              <a:ext cx="470743" cy="1600200"/>
            </a:xfrm>
            <a:custGeom>
              <a:avLst/>
              <a:pathLst>
                <a:path w="470743" h="1600200">
                  <a:moveTo>
                    <a:pt x="457200" y="1600200"/>
                  </a:moveTo>
                  <a:lnTo>
                    <a:pt x="446018" y="1571585"/>
                  </a:lnTo>
                  <a:lnTo>
                    <a:pt x="401429" y="1571585"/>
                  </a:lnTo>
                  <a:lnTo>
                    <a:pt x="390177" y="1600200"/>
                  </a:lnTo>
                  <a:lnTo>
                    <a:pt x="376426" y="1600200"/>
                  </a:lnTo>
                  <a:lnTo>
                    <a:pt x="416361" y="1502340"/>
                  </a:lnTo>
                  <a:lnTo>
                    <a:pt x="431432" y="1502340"/>
                  </a:lnTo>
                  <a:lnTo>
                    <a:pt x="470743" y="1600200"/>
                  </a:lnTo>
                  <a:close/>
                  <a:moveTo>
                    <a:pt x="429488" y="1528941"/>
                  </a:moveTo>
                  <a:lnTo>
                    <a:pt x="429266" y="1528384"/>
                  </a:lnTo>
                  <a:lnTo>
                    <a:pt x="429046" y="1527827"/>
                  </a:lnTo>
                  <a:lnTo>
                    <a:pt x="428827" y="1527267"/>
                  </a:lnTo>
                  <a:lnTo>
                    <a:pt x="428610" y="1526707"/>
                  </a:lnTo>
                  <a:lnTo>
                    <a:pt x="428394" y="1526145"/>
                  </a:lnTo>
                  <a:lnTo>
                    <a:pt x="428179" y="1525582"/>
                  </a:lnTo>
                  <a:lnTo>
                    <a:pt x="427966" y="1525017"/>
                  </a:lnTo>
                  <a:lnTo>
                    <a:pt x="427754" y="1524451"/>
                  </a:lnTo>
                  <a:lnTo>
                    <a:pt x="427544" y="1523884"/>
                  </a:lnTo>
                  <a:lnTo>
                    <a:pt x="427335" y="1523315"/>
                  </a:lnTo>
                  <a:lnTo>
                    <a:pt x="427142" y="1522751"/>
                  </a:lnTo>
                  <a:lnTo>
                    <a:pt x="426954" y="1522198"/>
                  </a:lnTo>
                  <a:lnTo>
                    <a:pt x="426770" y="1521656"/>
                  </a:lnTo>
                  <a:lnTo>
                    <a:pt x="426590" y="1521126"/>
                  </a:lnTo>
                  <a:lnTo>
                    <a:pt x="426414" y="1520606"/>
                  </a:lnTo>
                  <a:lnTo>
                    <a:pt x="426243" y="1520098"/>
                  </a:lnTo>
                  <a:lnTo>
                    <a:pt x="426075" y="1519601"/>
                  </a:lnTo>
                  <a:lnTo>
                    <a:pt x="425912" y="1519114"/>
                  </a:lnTo>
                  <a:lnTo>
                    <a:pt x="425753" y="1518639"/>
                  </a:lnTo>
                  <a:lnTo>
                    <a:pt x="425598" y="1518175"/>
                  </a:lnTo>
                  <a:lnTo>
                    <a:pt x="425448" y="1517711"/>
                  </a:lnTo>
                  <a:lnTo>
                    <a:pt x="425301" y="1517264"/>
                  </a:lnTo>
                  <a:lnTo>
                    <a:pt x="425159" y="1516834"/>
                  </a:lnTo>
                  <a:lnTo>
                    <a:pt x="425020" y="1516420"/>
                  </a:lnTo>
                  <a:lnTo>
                    <a:pt x="424886" y="1516022"/>
                  </a:lnTo>
                  <a:lnTo>
                    <a:pt x="424757" y="1515642"/>
                  </a:lnTo>
                  <a:lnTo>
                    <a:pt x="424631" y="1515278"/>
                  </a:lnTo>
                  <a:lnTo>
                    <a:pt x="424509" y="1514931"/>
                  </a:lnTo>
                  <a:lnTo>
                    <a:pt x="424392" y="1514600"/>
                  </a:lnTo>
                  <a:lnTo>
                    <a:pt x="424279" y="1514286"/>
                  </a:lnTo>
                  <a:lnTo>
                    <a:pt x="424186" y="1513979"/>
                  </a:lnTo>
                  <a:lnTo>
                    <a:pt x="424101" y="1513697"/>
                  </a:lnTo>
                  <a:lnTo>
                    <a:pt x="424025" y="1513440"/>
                  </a:lnTo>
                  <a:lnTo>
                    <a:pt x="423956" y="1513208"/>
                  </a:lnTo>
                  <a:lnTo>
                    <a:pt x="423897" y="1513001"/>
                  </a:lnTo>
                  <a:lnTo>
                    <a:pt x="423845" y="1512819"/>
                  </a:lnTo>
                  <a:lnTo>
                    <a:pt x="423802" y="1512662"/>
                  </a:lnTo>
                  <a:lnTo>
                    <a:pt x="423654" y="1512530"/>
                  </a:lnTo>
                  <a:lnTo>
                    <a:pt x="423608" y="1512662"/>
                  </a:lnTo>
                  <a:lnTo>
                    <a:pt x="423556" y="1512819"/>
                  </a:lnTo>
                  <a:lnTo>
                    <a:pt x="423497" y="1513001"/>
                  </a:lnTo>
                  <a:lnTo>
                    <a:pt x="423431" y="1513208"/>
                  </a:lnTo>
                  <a:lnTo>
                    <a:pt x="423358" y="1513440"/>
                  </a:lnTo>
                  <a:lnTo>
                    <a:pt x="423279" y="1513697"/>
                  </a:lnTo>
                  <a:lnTo>
                    <a:pt x="423192" y="1513979"/>
                  </a:lnTo>
                  <a:lnTo>
                    <a:pt x="423098" y="1514286"/>
                  </a:lnTo>
                  <a:lnTo>
                    <a:pt x="422997" y="1514613"/>
                  </a:lnTo>
                  <a:lnTo>
                    <a:pt x="422890" y="1514956"/>
                  </a:lnTo>
                  <a:lnTo>
                    <a:pt x="422775" y="1515313"/>
                  </a:lnTo>
                  <a:lnTo>
                    <a:pt x="422654" y="1515686"/>
                  </a:lnTo>
                  <a:lnTo>
                    <a:pt x="422525" y="1516074"/>
                  </a:lnTo>
                  <a:lnTo>
                    <a:pt x="422390" y="1516478"/>
                  </a:lnTo>
                  <a:lnTo>
                    <a:pt x="422247" y="1516897"/>
                  </a:lnTo>
                  <a:lnTo>
                    <a:pt x="422098" y="1517331"/>
                  </a:lnTo>
                  <a:lnTo>
                    <a:pt x="421942" y="1517780"/>
                  </a:lnTo>
                  <a:lnTo>
                    <a:pt x="421778" y="1518245"/>
                  </a:lnTo>
                  <a:lnTo>
                    <a:pt x="421623" y="1518722"/>
                  </a:lnTo>
                  <a:lnTo>
                    <a:pt x="421462" y="1519209"/>
                  </a:lnTo>
                  <a:lnTo>
                    <a:pt x="421295" y="1519705"/>
                  </a:lnTo>
                  <a:lnTo>
                    <a:pt x="421123" y="1520212"/>
                  </a:lnTo>
                  <a:lnTo>
                    <a:pt x="420945" y="1520728"/>
                  </a:lnTo>
                  <a:lnTo>
                    <a:pt x="420762" y="1521254"/>
                  </a:lnTo>
                  <a:lnTo>
                    <a:pt x="420573" y="1521789"/>
                  </a:lnTo>
                  <a:lnTo>
                    <a:pt x="420378" y="1522334"/>
                  </a:lnTo>
                  <a:lnTo>
                    <a:pt x="420178" y="1522889"/>
                  </a:lnTo>
                  <a:lnTo>
                    <a:pt x="419973" y="1523454"/>
                  </a:lnTo>
                  <a:lnTo>
                    <a:pt x="419777" y="1524023"/>
                  </a:lnTo>
                  <a:lnTo>
                    <a:pt x="419581" y="1524590"/>
                  </a:lnTo>
                  <a:lnTo>
                    <a:pt x="419383" y="1525156"/>
                  </a:lnTo>
                  <a:lnTo>
                    <a:pt x="419184" y="1525721"/>
                  </a:lnTo>
                  <a:lnTo>
                    <a:pt x="418983" y="1526284"/>
                  </a:lnTo>
                  <a:lnTo>
                    <a:pt x="418781" y="1526846"/>
                  </a:lnTo>
                  <a:lnTo>
                    <a:pt x="418577" y="1527406"/>
                  </a:lnTo>
                  <a:lnTo>
                    <a:pt x="418372" y="1527965"/>
                  </a:lnTo>
                  <a:lnTo>
                    <a:pt x="418166" y="1528523"/>
                  </a:lnTo>
                  <a:lnTo>
                    <a:pt x="417958" y="1529080"/>
                  </a:lnTo>
                  <a:lnTo>
                    <a:pt x="405457" y="1561236"/>
                  </a:lnTo>
                  <a:lnTo>
                    <a:pt x="442059" y="1561236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h42"/>
            <p:cNvSpPr/>
            <p:nvPr/>
          </p:nvSpPr>
          <p:spPr>
            <a:xfrm>
              <a:off x="6837516" y="4204372"/>
              <a:ext cx="469145" cy="1600200"/>
            </a:xfrm>
            <a:custGeom>
              <a:avLst/>
              <a:pathLst>
                <a:path w="469145" h="1600200">
                  <a:moveTo>
                    <a:pt x="457200" y="1600200"/>
                  </a:moveTo>
                  <a:lnTo>
                    <a:pt x="457200" y="1534914"/>
                  </a:lnTo>
                  <a:lnTo>
                    <a:pt x="457200" y="1534204"/>
                  </a:lnTo>
                  <a:lnTo>
                    <a:pt x="457202" y="1533491"/>
                  </a:lnTo>
                  <a:lnTo>
                    <a:pt x="457206" y="1532776"/>
                  </a:lnTo>
                  <a:lnTo>
                    <a:pt x="457211" y="1532058"/>
                  </a:lnTo>
                  <a:lnTo>
                    <a:pt x="457217" y="1531337"/>
                  </a:lnTo>
                  <a:lnTo>
                    <a:pt x="457225" y="1530613"/>
                  </a:lnTo>
                  <a:lnTo>
                    <a:pt x="457234" y="1529887"/>
                  </a:lnTo>
                  <a:lnTo>
                    <a:pt x="457244" y="1529157"/>
                  </a:lnTo>
                  <a:lnTo>
                    <a:pt x="457256" y="1528425"/>
                  </a:lnTo>
                  <a:lnTo>
                    <a:pt x="457269" y="1527690"/>
                  </a:lnTo>
                  <a:lnTo>
                    <a:pt x="457284" y="1526960"/>
                  </a:lnTo>
                  <a:lnTo>
                    <a:pt x="457300" y="1526243"/>
                  </a:lnTo>
                  <a:lnTo>
                    <a:pt x="457317" y="1525538"/>
                  </a:lnTo>
                  <a:lnTo>
                    <a:pt x="457336" y="1524846"/>
                  </a:lnTo>
                  <a:lnTo>
                    <a:pt x="457356" y="1524166"/>
                  </a:lnTo>
                  <a:lnTo>
                    <a:pt x="457377" y="1523498"/>
                  </a:lnTo>
                  <a:lnTo>
                    <a:pt x="457400" y="1522843"/>
                  </a:lnTo>
                  <a:lnTo>
                    <a:pt x="457425" y="1522201"/>
                  </a:lnTo>
                  <a:lnTo>
                    <a:pt x="457450" y="1521571"/>
                  </a:lnTo>
                  <a:lnTo>
                    <a:pt x="457477" y="1520953"/>
                  </a:lnTo>
                  <a:lnTo>
                    <a:pt x="457506" y="1520247"/>
                  </a:lnTo>
                  <a:lnTo>
                    <a:pt x="457536" y="1519545"/>
                  </a:lnTo>
                  <a:lnTo>
                    <a:pt x="457567" y="1518847"/>
                  </a:lnTo>
                  <a:lnTo>
                    <a:pt x="457600" y="1518153"/>
                  </a:lnTo>
                  <a:lnTo>
                    <a:pt x="457634" y="1517463"/>
                  </a:lnTo>
                  <a:lnTo>
                    <a:pt x="457669" y="1516778"/>
                  </a:lnTo>
                  <a:lnTo>
                    <a:pt x="457706" y="1516097"/>
                  </a:lnTo>
                  <a:lnTo>
                    <a:pt x="457744" y="1515419"/>
                  </a:lnTo>
                  <a:lnTo>
                    <a:pt x="457784" y="1514746"/>
                  </a:lnTo>
                  <a:lnTo>
                    <a:pt x="457825" y="1514078"/>
                  </a:lnTo>
                  <a:lnTo>
                    <a:pt x="457629" y="1514785"/>
                  </a:lnTo>
                  <a:lnTo>
                    <a:pt x="457433" y="1515492"/>
                  </a:lnTo>
                  <a:lnTo>
                    <a:pt x="457235" y="1516197"/>
                  </a:lnTo>
                  <a:lnTo>
                    <a:pt x="457036" y="1516900"/>
                  </a:lnTo>
                  <a:lnTo>
                    <a:pt x="456835" y="1517602"/>
                  </a:lnTo>
                  <a:lnTo>
                    <a:pt x="456633" y="1518303"/>
                  </a:lnTo>
                  <a:lnTo>
                    <a:pt x="456429" y="1519003"/>
                  </a:lnTo>
                  <a:lnTo>
                    <a:pt x="456224" y="1519701"/>
                  </a:lnTo>
                  <a:lnTo>
                    <a:pt x="456018" y="1520397"/>
                  </a:lnTo>
                  <a:lnTo>
                    <a:pt x="455810" y="1521092"/>
                  </a:lnTo>
                  <a:lnTo>
                    <a:pt x="455628" y="1521694"/>
                  </a:lnTo>
                  <a:lnTo>
                    <a:pt x="455441" y="1522304"/>
                  </a:lnTo>
                  <a:lnTo>
                    <a:pt x="455250" y="1522922"/>
                  </a:lnTo>
                  <a:lnTo>
                    <a:pt x="455055" y="1523548"/>
                  </a:lnTo>
                  <a:lnTo>
                    <a:pt x="454855" y="1524183"/>
                  </a:lnTo>
                  <a:lnTo>
                    <a:pt x="454652" y="1524826"/>
                  </a:lnTo>
                  <a:lnTo>
                    <a:pt x="454444" y="1525478"/>
                  </a:lnTo>
                  <a:lnTo>
                    <a:pt x="454232" y="1526137"/>
                  </a:lnTo>
                  <a:lnTo>
                    <a:pt x="454016" y="1526806"/>
                  </a:lnTo>
                  <a:lnTo>
                    <a:pt x="453796" y="1527482"/>
                  </a:lnTo>
                  <a:lnTo>
                    <a:pt x="453588" y="1528143"/>
                  </a:lnTo>
                  <a:lnTo>
                    <a:pt x="453380" y="1528791"/>
                  </a:lnTo>
                  <a:lnTo>
                    <a:pt x="453171" y="1529426"/>
                  </a:lnTo>
                  <a:lnTo>
                    <a:pt x="452963" y="1530049"/>
                  </a:lnTo>
                  <a:lnTo>
                    <a:pt x="452755" y="1530660"/>
                  </a:lnTo>
                  <a:lnTo>
                    <a:pt x="452546" y="1531258"/>
                  </a:lnTo>
                  <a:lnTo>
                    <a:pt x="452338" y="1531843"/>
                  </a:lnTo>
                  <a:lnTo>
                    <a:pt x="452129" y="1532416"/>
                  </a:lnTo>
                  <a:lnTo>
                    <a:pt x="451921" y="1532977"/>
                  </a:lnTo>
                  <a:lnTo>
                    <a:pt x="451713" y="1533525"/>
                  </a:lnTo>
                  <a:lnTo>
                    <a:pt x="426432" y="1600200"/>
                  </a:lnTo>
                  <a:lnTo>
                    <a:pt x="417125" y="1600200"/>
                  </a:lnTo>
                  <a:lnTo>
                    <a:pt x="391497" y="1533525"/>
                  </a:lnTo>
                  <a:lnTo>
                    <a:pt x="391413" y="1533313"/>
                  </a:lnTo>
                  <a:lnTo>
                    <a:pt x="391327" y="1533094"/>
                  </a:lnTo>
                  <a:lnTo>
                    <a:pt x="391241" y="1532868"/>
                  </a:lnTo>
                  <a:lnTo>
                    <a:pt x="391152" y="1532636"/>
                  </a:lnTo>
                  <a:lnTo>
                    <a:pt x="391063" y="1532396"/>
                  </a:lnTo>
                  <a:lnTo>
                    <a:pt x="390972" y="1532149"/>
                  </a:lnTo>
                  <a:lnTo>
                    <a:pt x="390879" y="1531896"/>
                  </a:lnTo>
                  <a:lnTo>
                    <a:pt x="390786" y="1531635"/>
                  </a:lnTo>
                  <a:lnTo>
                    <a:pt x="390690" y="1531368"/>
                  </a:lnTo>
                  <a:lnTo>
                    <a:pt x="390594" y="1531094"/>
                  </a:lnTo>
                  <a:lnTo>
                    <a:pt x="390509" y="1530814"/>
                  </a:lnTo>
                  <a:lnTo>
                    <a:pt x="390422" y="1530532"/>
                  </a:lnTo>
                  <a:lnTo>
                    <a:pt x="390331" y="1530248"/>
                  </a:lnTo>
                  <a:lnTo>
                    <a:pt x="390238" y="1529960"/>
                  </a:lnTo>
                  <a:lnTo>
                    <a:pt x="390143" y="1529670"/>
                  </a:lnTo>
                  <a:lnTo>
                    <a:pt x="390044" y="1529377"/>
                  </a:lnTo>
                  <a:lnTo>
                    <a:pt x="389942" y="1529081"/>
                  </a:lnTo>
                  <a:lnTo>
                    <a:pt x="389838" y="1528782"/>
                  </a:lnTo>
                  <a:lnTo>
                    <a:pt x="389731" y="1528481"/>
                  </a:lnTo>
                  <a:lnTo>
                    <a:pt x="389622" y="1528177"/>
                  </a:lnTo>
                  <a:lnTo>
                    <a:pt x="389524" y="1527857"/>
                  </a:lnTo>
                  <a:lnTo>
                    <a:pt x="389424" y="1527538"/>
                  </a:lnTo>
                  <a:lnTo>
                    <a:pt x="389324" y="1527218"/>
                  </a:lnTo>
                  <a:lnTo>
                    <a:pt x="389222" y="1526899"/>
                  </a:lnTo>
                  <a:lnTo>
                    <a:pt x="389118" y="1526579"/>
                  </a:lnTo>
                  <a:lnTo>
                    <a:pt x="389013" y="1526260"/>
                  </a:lnTo>
                  <a:lnTo>
                    <a:pt x="388907" y="1525940"/>
                  </a:lnTo>
                  <a:lnTo>
                    <a:pt x="388799" y="1525621"/>
                  </a:lnTo>
                  <a:lnTo>
                    <a:pt x="388690" y="1525301"/>
                  </a:lnTo>
                  <a:lnTo>
                    <a:pt x="388580" y="1524982"/>
                  </a:lnTo>
                  <a:lnTo>
                    <a:pt x="388483" y="1524649"/>
                  </a:lnTo>
                  <a:lnTo>
                    <a:pt x="388385" y="1524318"/>
                  </a:lnTo>
                  <a:lnTo>
                    <a:pt x="388288" y="1523988"/>
                  </a:lnTo>
                  <a:lnTo>
                    <a:pt x="388191" y="1523659"/>
                  </a:lnTo>
                  <a:lnTo>
                    <a:pt x="388094" y="1523332"/>
                  </a:lnTo>
                  <a:lnTo>
                    <a:pt x="387996" y="1523007"/>
                  </a:lnTo>
                  <a:lnTo>
                    <a:pt x="387899" y="1522682"/>
                  </a:lnTo>
                  <a:lnTo>
                    <a:pt x="387802" y="1522359"/>
                  </a:lnTo>
                  <a:lnTo>
                    <a:pt x="387705" y="1522038"/>
                  </a:lnTo>
                  <a:lnTo>
                    <a:pt x="387607" y="1521717"/>
                  </a:lnTo>
                  <a:lnTo>
                    <a:pt x="387372" y="1520978"/>
                  </a:lnTo>
                  <a:lnTo>
                    <a:pt x="387138" y="1520234"/>
                  </a:lnTo>
                  <a:lnTo>
                    <a:pt x="386905" y="1519484"/>
                  </a:lnTo>
                  <a:lnTo>
                    <a:pt x="386674" y="1518728"/>
                  </a:lnTo>
                  <a:lnTo>
                    <a:pt x="386444" y="1517967"/>
                  </a:lnTo>
                  <a:lnTo>
                    <a:pt x="386216" y="1517200"/>
                  </a:lnTo>
                  <a:lnTo>
                    <a:pt x="385989" y="1516428"/>
                  </a:lnTo>
                  <a:lnTo>
                    <a:pt x="385763" y="1515650"/>
                  </a:lnTo>
                  <a:lnTo>
                    <a:pt x="385538" y="1514867"/>
                  </a:lnTo>
                  <a:lnTo>
                    <a:pt x="385316" y="1514078"/>
                  </a:lnTo>
                  <a:lnTo>
                    <a:pt x="385330" y="1514855"/>
                  </a:lnTo>
                  <a:lnTo>
                    <a:pt x="385346" y="1515631"/>
                  </a:lnTo>
                  <a:lnTo>
                    <a:pt x="385363" y="1516405"/>
                  </a:lnTo>
                  <a:lnTo>
                    <a:pt x="385382" y="1517178"/>
                  </a:lnTo>
                  <a:lnTo>
                    <a:pt x="385402" y="1517950"/>
                  </a:lnTo>
                  <a:lnTo>
                    <a:pt x="385424" y="1518720"/>
                  </a:lnTo>
                  <a:lnTo>
                    <a:pt x="385447" y="1519489"/>
                  </a:lnTo>
                  <a:lnTo>
                    <a:pt x="385471" y="1520256"/>
                  </a:lnTo>
                  <a:lnTo>
                    <a:pt x="385497" y="1521022"/>
                  </a:lnTo>
                  <a:lnTo>
                    <a:pt x="385524" y="1521787"/>
                  </a:lnTo>
                  <a:lnTo>
                    <a:pt x="385551" y="1522443"/>
                  </a:lnTo>
                  <a:lnTo>
                    <a:pt x="385577" y="1523107"/>
                  </a:lnTo>
                  <a:lnTo>
                    <a:pt x="385601" y="1523777"/>
                  </a:lnTo>
                  <a:lnTo>
                    <a:pt x="385624" y="1524454"/>
                  </a:lnTo>
                  <a:lnTo>
                    <a:pt x="385645" y="1525138"/>
                  </a:lnTo>
                  <a:lnTo>
                    <a:pt x="385666" y="1525829"/>
                  </a:lnTo>
                  <a:lnTo>
                    <a:pt x="385684" y="1526527"/>
                  </a:lnTo>
                  <a:lnTo>
                    <a:pt x="385702" y="1527232"/>
                  </a:lnTo>
                  <a:lnTo>
                    <a:pt x="385718" y="1527944"/>
                  </a:lnTo>
                  <a:lnTo>
                    <a:pt x="385732" y="1528663"/>
                  </a:lnTo>
                  <a:lnTo>
                    <a:pt x="385745" y="1529363"/>
                  </a:lnTo>
                  <a:lnTo>
                    <a:pt x="385757" y="1530046"/>
                  </a:lnTo>
                  <a:lnTo>
                    <a:pt x="385768" y="1530713"/>
                  </a:lnTo>
                  <a:lnTo>
                    <a:pt x="385777" y="1531363"/>
                  </a:lnTo>
                  <a:lnTo>
                    <a:pt x="385784" y="1531997"/>
                  </a:lnTo>
                  <a:lnTo>
                    <a:pt x="385791" y="1532613"/>
                  </a:lnTo>
                  <a:lnTo>
                    <a:pt x="385795" y="1533213"/>
                  </a:lnTo>
                  <a:lnTo>
                    <a:pt x="385799" y="1533797"/>
                  </a:lnTo>
                  <a:lnTo>
                    <a:pt x="385801" y="1534363"/>
                  </a:lnTo>
                  <a:lnTo>
                    <a:pt x="385802" y="1534914"/>
                  </a:lnTo>
                  <a:lnTo>
                    <a:pt x="385802" y="1600200"/>
                  </a:lnTo>
                  <a:lnTo>
                    <a:pt x="373995" y="1600200"/>
                  </a:lnTo>
                  <a:lnTo>
                    <a:pt x="373995" y="1502340"/>
                  </a:lnTo>
                  <a:lnTo>
                    <a:pt x="391427" y="1502340"/>
                  </a:lnTo>
                  <a:lnTo>
                    <a:pt x="417472" y="1570196"/>
                  </a:lnTo>
                  <a:lnTo>
                    <a:pt x="417572" y="1570482"/>
                  </a:lnTo>
                  <a:lnTo>
                    <a:pt x="417675" y="1570785"/>
                  </a:lnTo>
                  <a:lnTo>
                    <a:pt x="417783" y="1571104"/>
                  </a:lnTo>
                  <a:lnTo>
                    <a:pt x="417895" y="1571440"/>
                  </a:lnTo>
                  <a:lnTo>
                    <a:pt x="418011" y="1571793"/>
                  </a:lnTo>
                  <a:lnTo>
                    <a:pt x="418131" y="1572163"/>
                  </a:lnTo>
                  <a:lnTo>
                    <a:pt x="418255" y="1572549"/>
                  </a:lnTo>
                  <a:lnTo>
                    <a:pt x="418384" y="1572952"/>
                  </a:lnTo>
                  <a:lnTo>
                    <a:pt x="418516" y="1573371"/>
                  </a:lnTo>
                  <a:lnTo>
                    <a:pt x="418653" y="1573807"/>
                  </a:lnTo>
                  <a:lnTo>
                    <a:pt x="418791" y="1574239"/>
                  </a:lnTo>
                  <a:lnTo>
                    <a:pt x="418928" y="1574674"/>
                  </a:lnTo>
                  <a:lnTo>
                    <a:pt x="419063" y="1575112"/>
                  </a:lnTo>
                  <a:lnTo>
                    <a:pt x="419198" y="1575552"/>
                  </a:lnTo>
                  <a:lnTo>
                    <a:pt x="419330" y="1575995"/>
                  </a:lnTo>
                  <a:lnTo>
                    <a:pt x="419461" y="1576441"/>
                  </a:lnTo>
                  <a:lnTo>
                    <a:pt x="419591" y="1576890"/>
                  </a:lnTo>
                  <a:lnTo>
                    <a:pt x="419720" y="1577341"/>
                  </a:lnTo>
                  <a:lnTo>
                    <a:pt x="419847" y="1577795"/>
                  </a:lnTo>
                  <a:lnTo>
                    <a:pt x="419973" y="1578252"/>
                  </a:lnTo>
                  <a:lnTo>
                    <a:pt x="420096" y="1578709"/>
                  </a:lnTo>
                  <a:lnTo>
                    <a:pt x="420217" y="1579161"/>
                  </a:lnTo>
                  <a:lnTo>
                    <a:pt x="420335" y="1579609"/>
                  </a:lnTo>
                  <a:lnTo>
                    <a:pt x="420450" y="1580053"/>
                  </a:lnTo>
                  <a:lnTo>
                    <a:pt x="420563" y="1580492"/>
                  </a:lnTo>
                  <a:lnTo>
                    <a:pt x="420673" y="1580928"/>
                  </a:lnTo>
                  <a:lnTo>
                    <a:pt x="420780" y="1581359"/>
                  </a:lnTo>
                  <a:lnTo>
                    <a:pt x="420884" y="1581786"/>
                  </a:lnTo>
                  <a:lnTo>
                    <a:pt x="420985" y="1582209"/>
                  </a:lnTo>
                  <a:lnTo>
                    <a:pt x="421084" y="1582628"/>
                  </a:lnTo>
                  <a:lnTo>
                    <a:pt x="421192" y="1583022"/>
                  </a:lnTo>
                  <a:lnTo>
                    <a:pt x="421292" y="1583397"/>
                  </a:lnTo>
                  <a:lnTo>
                    <a:pt x="421386" y="1583755"/>
                  </a:lnTo>
                  <a:lnTo>
                    <a:pt x="421473" y="1584095"/>
                  </a:lnTo>
                  <a:lnTo>
                    <a:pt x="421553" y="1584416"/>
                  </a:lnTo>
                  <a:lnTo>
                    <a:pt x="421626" y="1584720"/>
                  </a:lnTo>
                  <a:lnTo>
                    <a:pt x="421692" y="1585005"/>
                  </a:lnTo>
                  <a:lnTo>
                    <a:pt x="421751" y="1585273"/>
                  </a:lnTo>
                  <a:lnTo>
                    <a:pt x="421803" y="1585522"/>
                  </a:lnTo>
                  <a:lnTo>
                    <a:pt x="421848" y="1585753"/>
                  </a:lnTo>
                  <a:lnTo>
                    <a:pt x="421893" y="1585521"/>
                  </a:lnTo>
                  <a:lnTo>
                    <a:pt x="421945" y="1585270"/>
                  </a:lnTo>
                  <a:lnTo>
                    <a:pt x="422004" y="1584999"/>
                  </a:lnTo>
                  <a:lnTo>
                    <a:pt x="422070" y="1584709"/>
                  </a:lnTo>
                  <a:lnTo>
                    <a:pt x="422143" y="1584399"/>
                  </a:lnTo>
                  <a:lnTo>
                    <a:pt x="422223" y="1584070"/>
                  </a:lnTo>
                  <a:lnTo>
                    <a:pt x="422310" y="1583721"/>
                  </a:lnTo>
                  <a:lnTo>
                    <a:pt x="422403" y="1583353"/>
                  </a:lnTo>
                  <a:lnTo>
                    <a:pt x="422504" y="1582965"/>
                  </a:lnTo>
                  <a:lnTo>
                    <a:pt x="422612" y="1582558"/>
                  </a:lnTo>
                  <a:lnTo>
                    <a:pt x="422724" y="1582140"/>
                  </a:lnTo>
                  <a:lnTo>
                    <a:pt x="422840" y="1581717"/>
                  </a:lnTo>
                  <a:lnTo>
                    <a:pt x="422958" y="1581289"/>
                  </a:lnTo>
                  <a:lnTo>
                    <a:pt x="423079" y="1580858"/>
                  </a:lnTo>
                  <a:lnTo>
                    <a:pt x="423202" y="1580423"/>
                  </a:lnTo>
                  <a:lnTo>
                    <a:pt x="423329" y="1579983"/>
                  </a:lnTo>
                  <a:lnTo>
                    <a:pt x="423458" y="1579539"/>
                  </a:lnTo>
                  <a:lnTo>
                    <a:pt x="423590" y="1579091"/>
                  </a:lnTo>
                  <a:lnTo>
                    <a:pt x="423724" y="1578639"/>
                  </a:lnTo>
                  <a:lnTo>
                    <a:pt x="423862" y="1578183"/>
                  </a:lnTo>
                  <a:lnTo>
                    <a:pt x="424014" y="1577726"/>
                  </a:lnTo>
                  <a:lnTo>
                    <a:pt x="424165" y="1577272"/>
                  </a:lnTo>
                  <a:lnTo>
                    <a:pt x="424314" y="1576820"/>
                  </a:lnTo>
                  <a:lnTo>
                    <a:pt x="424462" y="1576372"/>
                  </a:lnTo>
                  <a:lnTo>
                    <a:pt x="424609" y="1575926"/>
                  </a:lnTo>
                  <a:lnTo>
                    <a:pt x="424754" y="1575483"/>
                  </a:lnTo>
                  <a:lnTo>
                    <a:pt x="424898" y="1575042"/>
                  </a:lnTo>
                  <a:lnTo>
                    <a:pt x="425040" y="1574605"/>
                  </a:lnTo>
                  <a:lnTo>
                    <a:pt x="425181" y="1574170"/>
                  </a:lnTo>
                  <a:lnTo>
                    <a:pt x="425321" y="1573738"/>
                  </a:lnTo>
                  <a:lnTo>
                    <a:pt x="425458" y="1573315"/>
                  </a:lnTo>
                  <a:lnTo>
                    <a:pt x="425593" y="1572907"/>
                  </a:lnTo>
                  <a:lnTo>
                    <a:pt x="425725" y="1572515"/>
                  </a:lnTo>
                  <a:lnTo>
                    <a:pt x="425854" y="1572138"/>
                  </a:lnTo>
                  <a:lnTo>
                    <a:pt x="425980" y="1571776"/>
                  </a:lnTo>
                  <a:lnTo>
                    <a:pt x="426104" y="1571429"/>
                  </a:lnTo>
                  <a:lnTo>
                    <a:pt x="426225" y="1571098"/>
                  </a:lnTo>
                  <a:lnTo>
                    <a:pt x="426343" y="1570782"/>
                  </a:lnTo>
                  <a:lnTo>
                    <a:pt x="426458" y="1570481"/>
                  </a:lnTo>
                  <a:lnTo>
                    <a:pt x="426571" y="1570196"/>
                  </a:lnTo>
                  <a:lnTo>
                    <a:pt x="452129" y="1502340"/>
                  </a:lnTo>
                  <a:lnTo>
                    <a:pt x="469145" y="1502340"/>
                  </a:lnTo>
                  <a:lnTo>
                    <a:pt x="469145" y="1600200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h43"/>
            <p:cNvSpPr/>
            <p:nvPr/>
          </p:nvSpPr>
          <p:spPr>
            <a:xfrm>
              <a:off x="4107049" y="4400498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h44"/>
            <p:cNvSpPr/>
            <p:nvPr/>
          </p:nvSpPr>
          <p:spPr>
            <a:xfrm>
              <a:off x="4171987" y="4400498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h45"/>
            <p:cNvSpPr/>
            <p:nvPr/>
          </p:nvSpPr>
          <p:spPr>
            <a:xfrm>
              <a:off x="4236926" y="4400498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h46"/>
            <p:cNvSpPr/>
            <p:nvPr/>
          </p:nvSpPr>
          <p:spPr>
            <a:xfrm>
              <a:off x="4301865" y="4400498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h47"/>
            <p:cNvSpPr/>
            <p:nvPr/>
          </p:nvSpPr>
          <p:spPr>
            <a:xfrm>
              <a:off x="4366803" y="4400498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h48"/>
            <p:cNvSpPr/>
            <p:nvPr/>
          </p:nvSpPr>
          <p:spPr>
            <a:xfrm>
              <a:off x="4431742" y="4400498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h49"/>
            <p:cNvSpPr/>
            <p:nvPr/>
          </p:nvSpPr>
          <p:spPr>
            <a:xfrm>
              <a:off x="210892" y="2593149"/>
              <a:ext cx="457200" cy="1600200"/>
            </a:xfrm>
            <a:custGeom>
              <a:avLst/>
              <a:pathLst>
                <a:path w="457200" h="1600200">
                  <a:moveTo>
                    <a:pt x="457200" y="1600200"/>
                  </a:moveTo>
                  <a:lnTo>
                    <a:pt x="338695" y="1600200"/>
                  </a:lnTo>
                  <a:lnTo>
                    <a:pt x="338695" y="1552971"/>
                  </a:lnTo>
                  <a:lnTo>
                    <a:pt x="457200" y="1552971"/>
                  </a:lnTo>
                  <a:close/>
                  <a:moveTo>
                    <a:pt x="451296" y="1594296"/>
                  </a:moveTo>
                  <a:lnTo>
                    <a:pt x="451296" y="1558875"/>
                  </a:lnTo>
                  <a:lnTo>
                    <a:pt x="344599" y="1558875"/>
                  </a:lnTo>
                  <a:lnTo>
                    <a:pt x="344599" y="1594296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h50"/>
            <p:cNvSpPr/>
            <p:nvPr/>
          </p:nvSpPr>
          <p:spPr>
            <a:xfrm>
              <a:off x="210892" y="2528210"/>
              <a:ext cx="457200" cy="1600200"/>
            </a:xfrm>
            <a:custGeom>
              <a:avLst/>
              <a:pathLst>
                <a:path w="457200" h="1600200">
                  <a:moveTo>
                    <a:pt x="457200" y="1600200"/>
                  </a:moveTo>
                  <a:lnTo>
                    <a:pt x="338695" y="1600200"/>
                  </a:lnTo>
                  <a:lnTo>
                    <a:pt x="338695" y="1552971"/>
                  </a:lnTo>
                  <a:lnTo>
                    <a:pt x="457200" y="1552971"/>
                  </a:lnTo>
                  <a:close/>
                  <a:moveTo>
                    <a:pt x="451296" y="1594296"/>
                  </a:moveTo>
                  <a:lnTo>
                    <a:pt x="451296" y="1558875"/>
                  </a:lnTo>
                  <a:lnTo>
                    <a:pt x="344599" y="1558875"/>
                  </a:lnTo>
                  <a:lnTo>
                    <a:pt x="344599" y="1594296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h51"/>
            <p:cNvSpPr/>
            <p:nvPr/>
          </p:nvSpPr>
          <p:spPr>
            <a:xfrm>
              <a:off x="210892" y="2463272"/>
              <a:ext cx="457200" cy="1600200"/>
            </a:xfrm>
            <a:custGeom>
              <a:avLst/>
              <a:pathLst>
                <a:path w="457200" h="1600200">
                  <a:moveTo>
                    <a:pt x="457200" y="1600200"/>
                  </a:moveTo>
                  <a:lnTo>
                    <a:pt x="338695" y="1600200"/>
                  </a:lnTo>
                  <a:lnTo>
                    <a:pt x="338695" y="1552971"/>
                  </a:lnTo>
                  <a:lnTo>
                    <a:pt x="457200" y="1552971"/>
                  </a:lnTo>
                  <a:close/>
                  <a:moveTo>
                    <a:pt x="451296" y="1594296"/>
                  </a:moveTo>
                  <a:lnTo>
                    <a:pt x="451296" y="1558875"/>
                  </a:lnTo>
                  <a:lnTo>
                    <a:pt x="344599" y="1558875"/>
                  </a:lnTo>
                  <a:lnTo>
                    <a:pt x="344599" y="1594296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h52"/>
            <p:cNvSpPr/>
            <p:nvPr/>
          </p:nvSpPr>
          <p:spPr>
            <a:xfrm>
              <a:off x="210892" y="2398333"/>
              <a:ext cx="457200" cy="1600200"/>
            </a:xfrm>
            <a:custGeom>
              <a:avLst/>
              <a:pathLst>
                <a:path w="457200" h="1600200">
                  <a:moveTo>
                    <a:pt x="457200" y="1600200"/>
                  </a:moveTo>
                  <a:lnTo>
                    <a:pt x="338695" y="1600200"/>
                  </a:lnTo>
                  <a:lnTo>
                    <a:pt x="338695" y="1552971"/>
                  </a:lnTo>
                  <a:lnTo>
                    <a:pt x="457200" y="1552971"/>
                  </a:lnTo>
                  <a:close/>
                  <a:moveTo>
                    <a:pt x="451296" y="1594296"/>
                  </a:moveTo>
                  <a:lnTo>
                    <a:pt x="451296" y="1558875"/>
                  </a:lnTo>
                  <a:lnTo>
                    <a:pt x="344599" y="1558875"/>
                  </a:lnTo>
                  <a:lnTo>
                    <a:pt x="344599" y="1594296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h53"/>
            <p:cNvSpPr/>
            <p:nvPr/>
          </p:nvSpPr>
          <p:spPr>
            <a:xfrm>
              <a:off x="247789" y="2255260"/>
              <a:ext cx="457200" cy="1625984"/>
            </a:xfrm>
            <a:custGeom>
              <a:avLst/>
              <a:pathLst>
                <a:path w="457200" h="1625984">
                  <a:moveTo>
                    <a:pt x="457200" y="1600200"/>
                  </a:moveTo>
                  <a:lnTo>
                    <a:pt x="455273" y="1601518"/>
                  </a:lnTo>
                  <a:lnTo>
                    <a:pt x="453348" y="1602801"/>
                  </a:lnTo>
                  <a:lnTo>
                    <a:pt x="451425" y="1604046"/>
                  </a:lnTo>
                  <a:lnTo>
                    <a:pt x="449504" y="1605256"/>
                  </a:lnTo>
                  <a:lnTo>
                    <a:pt x="447585" y="1606429"/>
                  </a:lnTo>
                  <a:lnTo>
                    <a:pt x="445667" y="1607565"/>
                  </a:lnTo>
                  <a:lnTo>
                    <a:pt x="443751" y="1608665"/>
                  </a:lnTo>
                  <a:lnTo>
                    <a:pt x="441836" y="1609728"/>
                  </a:lnTo>
                  <a:lnTo>
                    <a:pt x="439924" y="1610756"/>
                  </a:lnTo>
                  <a:lnTo>
                    <a:pt x="438013" y="1611746"/>
                  </a:lnTo>
                  <a:lnTo>
                    <a:pt x="436098" y="1612702"/>
                  </a:lnTo>
                  <a:lnTo>
                    <a:pt x="434172" y="1613625"/>
                  </a:lnTo>
                  <a:lnTo>
                    <a:pt x="432236" y="1614515"/>
                  </a:lnTo>
                  <a:lnTo>
                    <a:pt x="430290" y="1615372"/>
                  </a:lnTo>
                  <a:lnTo>
                    <a:pt x="428333" y="1616195"/>
                  </a:lnTo>
                  <a:lnTo>
                    <a:pt x="426366" y="1616986"/>
                  </a:lnTo>
                  <a:lnTo>
                    <a:pt x="424388" y="1617744"/>
                  </a:lnTo>
                  <a:lnTo>
                    <a:pt x="422400" y="1618469"/>
                  </a:lnTo>
                  <a:lnTo>
                    <a:pt x="420401" y="1619161"/>
                  </a:lnTo>
                  <a:lnTo>
                    <a:pt x="418393" y="1619820"/>
                  </a:lnTo>
                  <a:lnTo>
                    <a:pt x="416371" y="1620429"/>
                  </a:lnTo>
                  <a:lnTo>
                    <a:pt x="414333" y="1621008"/>
                  </a:lnTo>
                  <a:lnTo>
                    <a:pt x="412280" y="1621555"/>
                  </a:lnTo>
                  <a:lnTo>
                    <a:pt x="410211" y="1622070"/>
                  </a:lnTo>
                  <a:lnTo>
                    <a:pt x="408127" y="1622555"/>
                  </a:lnTo>
                  <a:lnTo>
                    <a:pt x="406026" y="1623008"/>
                  </a:lnTo>
                  <a:lnTo>
                    <a:pt x="403911" y="1623430"/>
                  </a:lnTo>
                  <a:lnTo>
                    <a:pt x="401779" y="1623821"/>
                  </a:lnTo>
                  <a:lnTo>
                    <a:pt x="399632" y="1624180"/>
                  </a:lnTo>
                  <a:lnTo>
                    <a:pt x="397470" y="1624508"/>
                  </a:lnTo>
                  <a:lnTo>
                    <a:pt x="395268" y="1624789"/>
                  </a:lnTo>
                  <a:lnTo>
                    <a:pt x="393039" y="1625039"/>
                  </a:lnTo>
                  <a:lnTo>
                    <a:pt x="390781" y="1625261"/>
                  </a:lnTo>
                  <a:lnTo>
                    <a:pt x="388496" y="1625453"/>
                  </a:lnTo>
                  <a:lnTo>
                    <a:pt x="386184" y="1625615"/>
                  </a:lnTo>
                  <a:lnTo>
                    <a:pt x="383843" y="1625748"/>
                  </a:lnTo>
                  <a:lnTo>
                    <a:pt x="381475" y="1625851"/>
                  </a:lnTo>
                  <a:lnTo>
                    <a:pt x="379079" y="1625925"/>
                  </a:lnTo>
                  <a:lnTo>
                    <a:pt x="376655" y="1625969"/>
                  </a:lnTo>
                  <a:lnTo>
                    <a:pt x="374203" y="1625984"/>
                  </a:lnTo>
                  <a:lnTo>
                    <a:pt x="371737" y="1625969"/>
                  </a:lnTo>
                  <a:lnTo>
                    <a:pt x="369303" y="1625925"/>
                  </a:lnTo>
                  <a:lnTo>
                    <a:pt x="366903" y="1625851"/>
                  </a:lnTo>
                  <a:lnTo>
                    <a:pt x="364535" y="1625748"/>
                  </a:lnTo>
                  <a:lnTo>
                    <a:pt x="362201" y="1625615"/>
                  </a:lnTo>
                  <a:lnTo>
                    <a:pt x="359899" y="1625453"/>
                  </a:lnTo>
                  <a:lnTo>
                    <a:pt x="357631" y="1625261"/>
                  </a:lnTo>
                  <a:lnTo>
                    <a:pt x="355395" y="1625039"/>
                  </a:lnTo>
                  <a:lnTo>
                    <a:pt x="353193" y="1624789"/>
                  </a:lnTo>
                  <a:lnTo>
                    <a:pt x="351023" y="1624508"/>
                  </a:lnTo>
                  <a:lnTo>
                    <a:pt x="348861" y="1624180"/>
                  </a:lnTo>
                  <a:lnTo>
                    <a:pt x="346717" y="1623821"/>
                  </a:lnTo>
                  <a:lnTo>
                    <a:pt x="344590" y="1623430"/>
                  </a:lnTo>
                  <a:lnTo>
                    <a:pt x="342480" y="1623008"/>
                  </a:lnTo>
                  <a:lnTo>
                    <a:pt x="340388" y="1622555"/>
                  </a:lnTo>
                  <a:lnTo>
                    <a:pt x="338313" y="1622070"/>
                  </a:lnTo>
                  <a:lnTo>
                    <a:pt x="336256" y="1621555"/>
                  </a:lnTo>
                  <a:lnTo>
                    <a:pt x="334215" y="1621008"/>
                  </a:lnTo>
                  <a:lnTo>
                    <a:pt x="332193" y="1620429"/>
                  </a:lnTo>
                  <a:lnTo>
                    <a:pt x="330187" y="1619820"/>
                  </a:lnTo>
                  <a:lnTo>
                    <a:pt x="328179" y="1619161"/>
                  </a:lnTo>
                  <a:lnTo>
                    <a:pt x="326183" y="1618469"/>
                  </a:lnTo>
                  <a:lnTo>
                    <a:pt x="324199" y="1617744"/>
                  </a:lnTo>
                  <a:lnTo>
                    <a:pt x="322228" y="1616986"/>
                  </a:lnTo>
                  <a:lnTo>
                    <a:pt x="320268" y="1616195"/>
                  </a:lnTo>
                  <a:lnTo>
                    <a:pt x="318321" y="1615372"/>
                  </a:lnTo>
                  <a:lnTo>
                    <a:pt x="316386" y="1614515"/>
                  </a:lnTo>
                  <a:lnTo>
                    <a:pt x="314463" y="1613625"/>
                  </a:lnTo>
                  <a:lnTo>
                    <a:pt x="312552" y="1612702"/>
                  </a:lnTo>
                  <a:lnTo>
                    <a:pt x="310653" y="1611746"/>
                  </a:lnTo>
                  <a:lnTo>
                    <a:pt x="308743" y="1610756"/>
                  </a:lnTo>
                  <a:lnTo>
                    <a:pt x="306830" y="1609728"/>
                  </a:lnTo>
                  <a:lnTo>
                    <a:pt x="304916" y="1608665"/>
                  </a:lnTo>
                  <a:lnTo>
                    <a:pt x="303000" y="1607565"/>
                  </a:lnTo>
                  <a:lnTo>
                    <a:pt x="301082" y="1606429"/>
                  </a:lnTo>
                  <a:lnTo>
                    <a:pt x="299162" y="1605256"/>
                  </a:lnTo>
                  <a:lnTo>
                    <a:pt x="297241" y="1604046"/>
                  </a:lnTo>
                  <a:lnTo>
                    <a:pt x="295318" y="1602801"/>
                  </a:lnTo>
                  <a:lnTo>
                    <a:pt x="293393" y="1601518"/>
                  </a:lnTo>
                  <a:lnTo>
                    <a:pt x="291467" y="1600200"/>
                  </a:lnTo>
                  <a:lnTo>
                    <a:pt x="291467" y="1575804"/>
                  </a:lnTo>
                  <a:lnTo>
                    <a:pt x="293479" y="1577173"/>
                  </a:lnTo>
                  <a:lnTo>
                    <a:pt x="295485" y="1578502"/>
                  </a:lnTo>
                  <a:lnTo>
                    <a:pt x="297486" y="1579792"/>
                  </a:lnTo>
                  <a:lnTo>
                    <a:pt x="299482" y="1581041"/>
                  </a:lnTo>
                  <a:lnTo>
                    <a:pt x="301473" y="1582250"/>
                  </a:lnTo>
                  <a:lnTo>
                    <a:pt x="303458" y="1583420"/>
                  </a:lnTo>
                  <a:lnTo>
                    <a:pt x="305438" y="1584549"/>
                  </a:lnTo>
                  <a:lnTo>
                    <a:pt x="307413" y="1585639"/>
                  </a:lnTo>
                  <a:lnTo>
                    <a:pt x="309383" y="1586688"/>
                  </a:lnTo>
                  <a:lnTo>
                    <a:pt x="311348" y="1587698"/>
                  </a:lnTo>
                  <a:lnTo>
                    <a:pt x="313313" y="1588670"/>
                  </a:lnTo>
                  <a:lnTo>
                    <a:pt x="315282" y="1589608"/>
                  </a:lnTo>
                  <a:lnTo>
                    <a:pt x="317258" y="1590511"/>
                  </a:lnTo>
                  <a:lnTo>
                    <a:pt x="319238" y="1591379"/>
                  </a:lnTo>
                  <a:lnTo>
                    <a:pt x="321223" y="1592212"/>
                  </a:lnTo>
                  <a:lnTo>
                    <a:pt x="323214" y="1593011"/>
                  </a:lnTo>
                  <a:lnTo>
                    <a:pt x="325210" y="1593775"/>
                  </a:lnTo>
                  <a:lnTo>
                    <a:pt x="327211" y="1594504"/>
                  </a:lnTo>
                  <a:lnTo>
                    <a:pt x="329217" y="1595199"/>
                  </a:lnTo>
                  <a:lnTo>
                    <a:pt x="331229" y="1595859"/>
                  </a:lnTo>
                  <a:lnTo>
                    <a:pt x="333249" y="1596467"/>
                  </a:lnTo>
                  <a:lnTo>
                    <a:pt x="335281" y="1597043"/>
                  </a:lnTo>
                  <a:lnTo>
                    <a:pt x="337326" y="1597585"/>
                  </a:lnTo>
                  <a:lnTo>
                    <a:pt x="339383" y="1598095"/>
                  </a:lnTo>
                  <a:lnTo>
                    <a:pt x="341452" y="1598572"/>
                  </a:lnTo>
                  <a:lnTo>
                    <a:pt x="343533" y="1599015"/>
                  </a:lnTo>
                  <a:lnTo>
                    <a:pt x="345626" y="1599426"/>
                  </a:lnTo>
                  <a:lnTo>
                    <a:pt x="347731" y="1599804"/>
                  </a:lnTo>
                  <a:lnTo>
                    <a:pt x="349848" y="1600148"/>
                  </a:lnTo>
                  <a:lnTo>
                    <a:pt x="351978" y="1600460"/>
                  </a:lnTo>
                  <a:lnTo>
                    <a:pt x="354108" y="1600740"/>
                  </a:lnTo>
                  <a:lnTo>
                    <a:pt x="356260" y="1600991"/>
                  </a:lnTo>
                  <a:lnTo>
                    <a:pt x="358435" y="1601213"/>
                  </a:lnTo>
                  <a:lnTo>
                    <a:pt x="360632" y="1601405"/>
                  </a:lnTo>
                  <a:lnTo>
                    <a:pt x="362852" y="1601567"/>
                  </a:lnTo>
                  <a:lnTo>
                    <a:pt x="365094" y="1601700"/>
                  </a:lnTo>
                  <a:lnTo>
                    <a:pt x="367359" y="1601803"/>
                  </a:lnTo>
                  <a:lnTo>
                    <a:pt x="369647" y="1601877"/>
                  </a:lnTo>
                  <a:lnTo>
                    <a:pt x="371957" y="1601921"/>
                  </a:lnTo>
                  <a:lnTo>
                    <a:pt x="374290" y="1601936"/>
                  </a:lnTo>
                  <a:lnTo>
                    <a:pt x="376640" y="1601921"/>
                  </a:lnTo>
                  <a:lnTo>
                    <a:pt x="378968" y="1601877"/>
                  </a:lnTo>
                  <a:lnTo>
                    <a:pt x="381272" y="1601803"/>
                  </a:lnTo>
                  <a:lnTo>
                    <a:pt x="383555" y="1601700"/>
                  </a:lnTo>
                  <a:lnTo>
                    <a:pt x="385815" y="1601567"/>
                  </a:lnTo>
                  <a:lnTo>
                    <a:pt x="388052" y="1601405"/>
                  </a:lnTo>
                  <a:lnTo>
                    <a:pt x="390267" y="1601213"/>
                  </a:lnTo>
                  <a:lnTo>
                    <a:pt x="392459" y="1600991"/>
                  </a:lnTo>
                  <a:lnTo>
                    <a:pt x="394628" y="1600740"/>
                  </a:lnTo>
                  <a:lnTo>
                    <a:pt x="396775" y="1600460"/>
                  </a:lnTo>
                  <a:lnTo>
                    <a:pt x="398888" y="1600148"/>
                  </a:lnTo>
                  <a:lnTo>
                    <a:pt x="400991" y="1599804"/>
                  </a:lnTo>
                  <a:lnTo>
                    <a:pt x="403083" y="1599426"/>
                  </a:lnTo>
                  <a:lnTo>
                    <a:pt x="405165" y="1599015"/>
                  </a:lnTo>
                  <a:lnTo>
                    <a:pt x="407237" y="1598572"/>
                  </a:lnTo>
                  <a:lnTo>
                    <a:pt x="409298" y="1598095"/>
                  </a:lnTo>
                  <a:lnTo>
                    <a:pt x="411348" y="1597585"/>
                  </a:lnTo>
                  <a:lnTo>
                    <a:pt x="413388" y="1597043"/>
                  </a:lnTo>
                  <a:lnTo>
                    <a:pt x="415418" y="1596467"/>
                  </a:lnTo>
                  <a:lnTo>
                    <a:pt x="417438" y="1595859"/>
                  </a:lnTo>
                  <a:lnTo>
                    <a:pt x="419448" y="1595199"/>
                  </a:lnTo>
                  <a:lnTo>
                    <a:pt x="421452" y="1594504"/>
                  </a:lnTo>
                  <a:lnTo>
                    <a:pt x="423449" y="1593775"/>
                  </a:lnTo>
                  <a:lnTo>
                    <a:pt x="425439" y="1593011"/>
                  </a:lnTo>
                  <a:lnTo>
                    <a:pt x="427421" y="1592212"/>
                  </a:lnTo>
                  <a:lnTo>
                    <a:pt x="429397" y="1591379"/>
                  </a:lnTo>
                  <a:lnTo>
                    <a:pt x="431366" y="1590511"/>
                  </a:lnTo>
                  <a:lnTo>
                    <a:pt x="433328" y="1589608"/>
                  </a:lnTo>
                  <a:lnTo>
                    <a:pt x="435284" y="1588670"/>
                  </a:lnTo>
                  <a:lnTo>
                    <a:pt x="437232" y="1587698"/>
                  </a:lnTo>
                  <a:lnTo>
                    <a:pt x="439197" y="1586688"/>
                  </a:lnTo>
                  <a:lnTo>
                    <a:pt x="441170" y="1585639"/>
                  </a:lnTo>
                  <a:lnTo>
                    <a:pt x="443149" y="1584549"/>
                  </a:lnTo>
                  <a:lnTo>
                    <a:pt x="445135" y="1583420"/>
                  </a:lnTo>
                  <a:lnTo>
                    <a:pt x="447129" y="1582250"/>
                  </a:lnTo>
                  <a:lnTo>
                    <a:pt x="449129" y="1581041"/>
                  </a:lnTo>
                  <a:lnTo>
                    <a:pt x="451136" y="1579792"/>
                  </a:lnTo>
                  <a:lnTo>
                    <a:pt x="453150" y="1578502"/>
                  </a:lnTo>
                  <a:lnTo>
                    <a:pt x="455171" y="1577173"/>
                  </a:lnTo>
                  <a:lnTo>
                    <a:pt x="457200" y="1575804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h54"/>
            <p:cNvSpPr/>
            <p:nvPr/>
          </p:nvSpPr>
          <p:spPr>
            <a:xfrm>
              <a:off x="183458" y="2139099"/>
              <a:ext cx="486370" cy="1685540"/>
            </a:xfrm>
            <a:custGeom>
              <a:avLst/>
              <a:pathLst>
                <a:path w="486370" h="1685540">
                  <a:moveTo>
                    <a:pt x="457200" y="1600200"/>
                  </a:moveTo>
                  <a:lnTo>
                    <a:pt x="458540" y="1600228"/>
                  </a:lnTo>
                  <a:lnTo>
                    <a:pt x="459853" y="1600314"/>
                  </a:lnTo>
                  <a:lnTo>
                    <a:pt x="461137" y="1600457"/>
                  </a:lnTo>
                  <a:lnTo>
                    <a:pt x="462395" y="1600658"/>
                  </a:lnTo>
                  <a:lnTo>
                    <a:pt x="463624" y="1600916"/>
                  </a:lnTo>
                  <a:lnTo>
                    <a:pt x="464825" y="1601231"/>
                  </a:lnTo>
                  <a:lnTo>
                    <a:pt x="465999" y="1601603"/>
                  </a:lnTo>
                  <a:lnTo>
                    <a:pt x="467145" y="1602033"/>
                  </a:lnTo>
                  <a:lnTo>
                    <a:pt x="468263" y="1602520"/>
                  </a:lnTo>
                  <a:lnTo>
                    <a:pt x="469354" y="1603064"/>
                  </a:lnTo>
                  <a:lnTo>
                    <a:pt x="470415" y="1603646"/>
                  </a:lnTo>
                  <a:lnTo>
                    <a:pt x="471444" y="1604280"/>
                  </a:lnTo>
                  <a:lnTo>
                    <a:pt x="472443" y="1604966"/>
                  </a:lnTo>
                  <a:lnTo>
                    <a:pt x="473410" y="1605704"/>
                  </a:lnTo>
                  <a:lnTo>
                    <a:pt x="474346" y="1606494"/>
                  </a:lnTo>
                  <a:lnTo>
                    <a:pt x="475250" y="1607336"/>
                  </a:lnTo>
                  <a:lnTo>
                    <a:pt x="476124" y="1608230"/>
                  </a:lnTo>
                  <a:lnTo>
                    <a:pt x="476966" y="1609176"/>
                  </a:lnTo>
                  <a:lnTo>
                    <a:pt x="477777" y="1610175"/>
                  </a:lnTo>
                  <a:lnTo>
                    <a:pt x="478556" y="1611225"/>
                  </a:lnTo>
                  <a:lnTo>
                    <a:pt x="479286" y="1612326"/>
                  </a:lnTo>
                  <a:lnTo>
                    <a:pt x="479984" y="1613475"/>
                  </a:lnTo>
                  <a:lnTo>
                    <a:pt x="480648" y="1614674"/>
                  </a:lnTo>
                  <a:lnTo>
                    <a:pt x="481279" y="1615920"/>
                  </a:lnTo>
                  <a:lnTo>
                    <a:pt x="481877" y="1617216"/>
                  </a:lnTo>
                  <a:lnTo>
                    <a:pt x="482442" y="1618559"/>
                  </a:lnTo>
                  <a:lnTo>
                    <a:pt x="482974" y="1619952"/>
                  </a:lnTo>
                  <a:lnTo>
                    <a:pt x="483474" y="1621393"/>
                  </a:lnTo>
                  <a:lnTo>
                    <a:pt x="483940" y="1622883"/>
                  </a:lnTo>
                  <a:lnTo>
                    <a:pt x="484373" y="1624421"/>
                  </a:lnTo>
                  <a:lnTo>
                    <a:pt x="484752" y="1626006"/>
                  </a:lnTo>
                  <a:lnTo>
                    <a:pt x="485092" y="1627633"/>
                  </a:lnTo>
                  <a:lnTo>
                    <a:pt x="485391" y="1629305"/>
                  </a:lnTo>
                  <a:lnTo>
                    <a:pt x="485651" y="1631019"/>
                  </a:lnTo>
                  <a:lnTo>
                    <a:pt x="485871" y="1632777"/>
                  </a:lnTo>
                  <a:lnTo>
                    <a:pt x="486050" y="1634579"/>
                  </a:lnTo>
                  <a:lnTo>
                    <a:pt x="486190" y="1636424"/>
                  </a:lnTo>
                  <a:lnTo>
                    <a:pt x="486290" y="1638312"/>
                  </a:lnTo>
                  <a:lnTo>
                    <a:pt x="486350" y="1640244"/>
                  </a:lnTo>
                  <a:lnTo>
                    <a:pt x="486370" y="1642219"/>
                  </a:lnTo>
                  <a:lnTo>
                    <a:pt x="486357" y="1643990"/>
                  </a:lnTo>
                  <a:lnTo>
                    <a:pt x="486318" y="1645726"/>
                  </a:lnTo>
                  <a:lnTo>
                    <a:pt x="486253" y="1647428"/>
                  </a:lnTo>
                  <a:lnTo>
                    <a:pt x="486161" y="1649095"/>
                  </a:lnTo>
                  <a:lnTo>
                    <a:pt x="486044" y="1650727"/>
                  </a:lnTo>
                  <a:lnTo>
                    <a:pt x="485901" y="1652324"/>
                  </a:lnTo>
                  <a:lnTo>
                    <a:pt x="485732" y="1653887"/>
                  </a:lnTo>
                  <a:lnTo>
                    <a:pt x="485536" y="1655415"/>
                  </a:lnTo>
                  <a:lnTo>
                    <a:pt x="485315" y="1656908"/>
                  </a:lnTo>
                  <a:lnTo>
                    <a:pt x="485068" y="1658366"/>
                  </a:lnTo>
                  <a:lnTo>
                    <a:pt x="484791" y="1659790"/>
                  </a:lnTo>
                  <a:lnTo>
                    <a:pt x="484481" y="1661179"/>
                  </a:lnTo>
                  <a:lnTo>
                    <a:pt x="484138" y="1662534"/>
                  </a:lnTo>
                  <a:lnTo>
                    <a:pt x="483762" y="1663853"/>
                  </a:lnTo>
                  <a:lnTo>
                    <a:pt x="483353" y="1665138"/>
                  </a:lnTo>
                  <a:lnTo>
                    <a:pt x="482911" y="1666388"/>
                  </a:lnTo>
                  <a:lnTo>
                    <a:pt x="482436" y="1667604"/>
                  </a:lnTo>
                  <a:lnTo>
                    <a:pt x="481928" y="1668784"/>
                  </a:lnTo>
                  <a:lnTo>
                    <a:pt x="481387" y="1669930"/>
                  </a:lnTo>
                  <a:lnTo>
                    <a:pt x="480814" y="1671042"/>
                  </a:lnTo>
                  <a:lnTo>
                    <a:pt x="480188" y="1672101"/>
                  </a:lnTo>
                  <a:lnTo>
                    <a:pt x="479529" y="1673125"/>
                  </a:lnTo>
                  <a:lnTo>
                    <a:pt x="478834" y="1674115"/>
                  </a:lnTo>
                  <a:lnTo>
                    <a:pt x="478105" y="1675070"/>
                  </a:lnTo>
                  <a:lnTo>
                    <a:pt x="477341" y="1675990"/>
                  </a:lnTo>
                  <a:lnTo>
                    <a:pt x="476542" y="1676876"/>
                  </a:lnTo>
                  <a:lnTo>
                    <a:pt x="475709" y="1677727"/>
                  </a:lnTo>
                  <a:lnTo>
                    <a:pt x="474841" y="1678543"/>
                  </a:lnTo>
                  <a:lnTo>
                    <a:pt x="473938" y="1679324"/>
                  </a:lnTo>
                  <a:lnTo>
                    <a:pt x="473000" y="1680071"/>
                  </a:lnTo>
                  <a:lnTo>
                    <a:pt x="472023" y="1680782"/>
                  </a:lnTo>
                  <a:lnTo>
                    <a:pt x="471000" y="1681456"/>
                  </a:lnTo>
                  <a:lnTo>
                    <a:pt x="469932" y="1682094"/>
                  </a:lnTo>
                  <a:lnTo>
                    <a:pt x="468819" y="1682696"/>
                  </a:lnTo>
                  <a:lnTo>
                    <a:pt x="467661" y="1683261"/>
                  </a:lnTo>
                  <a:lnTo>
                    <a:pt x="466458" y="1683790"/>
                  </a:lnTo>
                  <a:lnTo>
                    <a:pt x="465209" y="1684282"/>
                  </a:lnTo>
                  <a:lnTo>
                    <a:pt x="463916" y="1684738"/>
                  </a:lnTo>
                  <a:lnTo>
                    <a:pt x="462577" y="1685157"/>
                  </a:lnTo>
                  <a:lnTo>
                    <a:pt x="461193" y="1685540"/>
                  </a:lnTo>
                  <a:lnTo>
                    <a:pt x="457981" y="1664096"/>
                  </a:lnTo>
                  <a:lnTo>
                    <a:pt x="458747" y="1663880"/>
                  </a:lnTo>
                  <a:lnTo>
                    <a:pt x="459485" y="1663648"/>
                  </a:lnTo>
                  <a:lnTo>
                    <a:pt x="460192" y="1663401"/>
                  </a:lnTo>
                  <a:lnTo>
                    <a:pt x="460870" y="1663138"/>
                  </a:lnTo>
                  <a:lnTo>
                    <a:pt x="461519" y="1662859"/>
                  </a:lnTo>
                  <a:lnTo>
                    <a:pt x="462138" y="1662565"/>
                  </a:lnTo>
                  <a:lnTo>
                    <a:pt x="462727" y="1662255"/>
                  </a:lnTo>
                  <a:lnTo>
                    <a:pt x="463287" y="1661929"/>
                  </a:lnTo>
                  <a:lnTo>
                    <a:pt x="463818" y="1661588"/>
                  </a:lnTo>
                  <a:lnTo>
                    <a:pt x="464318" y="1661231"/>
                  </a:lnTo>
                  <a:lnTo>
                    <a:pt x="464793" y="1660858"/>
                  </a:lnTo>
                  <a:lnTo>
                    <a:pt x="465246" y="1660467"/>
                  </a:lnTo>
                  <a:lnTo>
                    <a:pt x="465675" y="1660059"/>
                  </a:lnTo>
                  <a:lnTo>
                    <a:pt x="466083" y="1659634"/>
                  </a:lnTo>
                  <a:lnTo>
                    <a:pt x="466467" y="1659191"/>
                  </a:lnTo>
                  <a:lnTo>
                    <a:pt x="466829" y="1658731"/>
                  </a:lnTo>
                  <a:lnTo>
                    <a:pt x="467169" y="1658254"/>
                  </a:lnTo>
                  <a:lnTo>
                    <a:pt x="467486" y="1657759"/>
                  </a:lnTo>
                  <a:lnTo>
                    <a:pt x="467780" y="1657247"/>
                  </a:lnTo>
                  <a:lnTo>
                    <a:pt x="468052" y="1656717"/>
                  </a:lnTo>
                  <a:lnTo>
                    <a:pt x="468303" y="1656170"/>
                  </a:lnTo>
                  <a:lnTo>
                    <a:pt x="468538" y="1655606"/>
                  </a:lnTo>
                  <a:lnTo>
                    <a:pt x="468755" y="1655024"/>
                  </a:lnTo>
                  <a:lnTo>
                    <a:pt x="468954" y="1654425"/>
                  </a:lnTo>
                  <a:lnTo>
                    <a:pt x="469137" y="1653809"/>
                  </a:lnTo>
                  <a:lnTo>
                    <a:pt x="469302" y="1653175"/>
                  </a:lnTo>
                  <a:lnTo>
                    <a:pt x="469449" y="1652524"/>
                  </a:lnTo>
                  <a:lnTo>
                    <a:pt x="469580" y="1651855"/>
                  </a:lnTo>
                  <a:lnTo>
                    <a:pt x="469692" y="1651169"/>
                  </a:lnTo>
                  <a:lnTo>
                    <a:pt x="469788" y="1650466"/>
                  </a:lnTo>
                  <a:lnTo>
                    <a:pt x="469870" y="1649727"/>
                  </a:lnTo>
                  <a:lnTo>
                    <a:pt x="469944" y="1648969"/>
                  </a:lnTo>
                  <a:lnTo>
                    <a:pt x="470009" y="1648192"/>
                  </a:lnTo>
                  <a:lnTo>
                    <a:pt x="470066" y="1647396"/>
                  </a:lnTo>
                  <a:lnTo>
                    <a:pt x="470113" y="1646581"/>
                  </a:lnTo>
                  <a:lnTo>
                    <a:pt x="470153" y="1645747"/>
                  </a:lnTo>
                  <a:lnTo>
                    <a:pt x="470183" y="1644893"/>
                  </a:lnTo>
                  <a:lnTo>
                    <a:pt x="470205" y="1644021"/>
                  </a:lnTo>
                  <a:lnTo>
                    <a:pt x="470218" y="1643129"/>
                  </a:lnTo>
                  <a:lnTo>
                    <a:pt x="470222" y="1642219"/>
                  </a:lnTo>
                  <a:lnTo>
                    <a:pt x="470218" y="1641391"/>
                  </a:lnTo>
                  <a:lnTo>
                    <a:pt x="470205" y="1640576"/>
                  </a:lnTo>
                  <a:lnTo>
                    <a:pt x="470183" y="1639773"/>
                  </a:lnTo>
                  <a:lnTo>
                    <a:pt x="470153" y="1638982"/>
                  </a:lnTo>
                  <a:lnTo>
                    <a:pt x="470113" y="1638203"/>
                  </a:lnTo>
                  <a:lnTo>
                    <a:pt x="470066" y="1637437"/>
                  </a:lnTo>
                  <a:lnTo>
                    <a:pt x="470009" y="1636682"/>
                  </a:lnTo>
                  <a:lnTo>
                    <a:pt x="469944" y="1635940"/>
                  </a:lnTo>
                  <a:lnTo>
                    <a:pt x="469870" y="1635210"/>
                  </a:lnTo>
                  <a:lnTo>
                    <a:pt x="469788" y="1634492"/>
                  </a:lnTo>
                  <a:lnTo>
                    <a:pt x="469678" y="1633773"/>
                  </a:lnTo>
                  <a:lnTo>
                    <a:pt x="469555" y="1633075"/>
                  </a:lnTo>
                  <a:lnTo>
                    <a:pt x="469421" y="1632398"/>
                  </a:lnTo>
                  <a:lnTo>
                    <a:pt x="469274" y="1631742"/>
                  </a:lnTo>
                  <a:lnTo>
                    <a:pt x="469115" y="1631106"/>
                  </a:lnTo>
                  <a:lnTo>
                    <a:pt x="468944" y="1630491"/>
                  </a:lnTo>
                  <a:lnTo>
                    <a:pt x="468761" y="1629898"/>
                  </a:lnTo>
                  <a:lnTo>
                    <a:pt x="468566" y="1629325"/>
                  </a:lnTo>
                  <a:lnTo>
                    <a:pt x="468358" y="1628773"/>
                  </a:lnTo>
                  <a:lnTo>
                    <a:pt x="468138" y="1628241"/>
                  </a:lnTo>
                  <a:lnTo>
                    <a:pt x="467887" y="1627715"/>
                  </a:lnTo>
                  <a:lnTo>
                    <a:pt x="467617" y="1627213"/>
                  </a:lnTo>
                  <a:lnTo>
                    <a:pt x="467331" y="1626736"/>
                  </a:lnTo>
                  <a:lnTo>
                    <a:pt x="467027" y="1626283"/>
                  </a:lnTo>
                  <a:lnTo>
                    <a:pt x="466706" y="1625854"/>
                  </a:lnTo>
                  <a:lnTo>
                    <a:pt x="466367" y="1625449"/>
                  </a:lnTo>
                  <a:lnTo>
                    <a:pt x="466011" y="1625069"/>
                  </a:lnTo>
                  <a:lnTo>
                    <a:pt x="465638" y="1624713"/>
                  </a:lnTo>
                  <a:lnTo>
                    <a:pt x="465247" y="1624381"/>
                  </a:lnTo>
                  <a:lnTo>
                    <a:pt x="464839" y="1624074"/>
                  </a:lnTo>
                  <a:lnTo>
                    <a:pt x="464395" y="1623794"/>
                  </a:lnTo>
                  <a:lnTo>
                    <a:pt x="463930" y="1623543"/>
                  </a:lnTo>
                  <a:lnTo>
                    <a:pt x="463443" y="1623321"/>
                  </a:lnTo>
                  <a:lnTo>
                    <a:pt x="462936" y="1623129"/>
                  </a:lnTo>
                  <a:lnTo>
                    <a:pt x="462408" y="1622967"/>
                  </a:lnTo>
                  <a:lnTo>
                    <a:pt x="461860" y="1622834"/>
                  </a:lnTo>
                  <a:lnTo>
                    <a:pt x="461290" y="1622731"/>
                  </a:lnTo>
                  <a:lnTo>
                    <a:pt x="460700" y="1622657"/>
                  </a:lnTo>
                  <a:lnTo>
                    <a:pt x="460089" y="1622613"/>
                  </a:lnTo>
                  <a:lnTo>
                    <a:pt x="459457" y="1622598"/>
                  </a:lnTo>
                  <a:lnTo>
                    <a:pt x="458743" y="1622620"/>
                  </a:lnTo>
                  <a:lnTo>
                    <a:pt x="458061" y="1622685"/>
                  </a:lnTo>
                  <a:lnTo>
                    <a:pt x="457410" y="1622793"/>
                  </a:lnTo>
                  <a:lnTo>
                    <a:pt x="456790" y="1622945"/>
                  </a:lnTo>
                  <a:lnTo>
                    <a:pt x="456201" y="1623141"/>
                  </a:lnTo>
                  <a:lnTo>
                    <a:pt x="455644" y="1623379"/>
                  </a:lnTo>
                  <a:lnTo>
                    <a:pt x="455118" y="1623662"/>
                  </a:lnTo>
                  <a:lnTo>
                    <a:pt x="454623" y="1623987"/>
                  </a:lnTo>
                  <a:lnTo>
                    <a:pt x="454159" y="1624356"/>
                  </a:lnTo>
                  <a:lnTo>
                    <a:pt x="453727" y="1624769"/>
                  </a:lnTo>
                  <a:lnTo>
                    <a:pt x="453301" y="1625202"/>
                  </a:lnTo>
                  <a:lnTo>
                    <a:pt x="452893" y="1625668"/>
                  </a:lnTo>
                  <a:lnTo>
                    <a:pt x="452503" y="1626167"/>
                  </a:lnTo>
                  <a:lnTo>
                    <a:pt x="452129" y="1626699"/>
                  </a:lnTo>
                  <a:lnTo>
                    <a:pt x="451773" y="1627265"/>
                  </a:lnTo>
                  <a:lnTo>
                    <a:pt x="451435" y="1627863"/>
                  </a:lnTo>
                  <a:lnTo>
                    <a:pt x="451114" y="1628494"/>
                  </a:lnTo>
                  <a:lnTo>
                    <a:pt x="450810" y="1629158"/>
                  </a:lnTo>
                  <a:lnTo>
                    <a:pt x="450523" y="1629855"/>
                  </a:lnTo>
                  <a:lnTo>
                    <a:pt x="450254" y="1630585"/>
                  </a:lnTo>
                  <a:lnTo>
                    <a:pt x="449981" y="1631328"/>
                  </a:lnTo>
                  <a:lnTo>
                    <a:pt x="449716" y="1632099"/>
                  </a:lnTo>
                  <a:lnTo>
                    <a:pt x="449460" y="1632898"/>
                  </a:lnTo>
                  <a:lnTo>
                    <a:pt x="449212" y="1633725"/>
                  </a:lnTo>
                  <a:lnTo>
                    <a:pt x="448974" y="1634579"/>
                  </a:lnTo>
                  <a:lnTo>
                    <a:pt x="448744" y="1635461"/>
                  </a:lnTo>
                  <a:lnTo>
                    <a:pt x="448522" y="1636371"/>
                  </a:lnTo>
                  <a:lnTo>
                    <a:pt x="448310" y="1637308"/>
                  </a:lnTo>
                  <a:lnTo>
                    <a:pt x="448105" y="1638274"/>
                  </a:lnTo>
                  <a:lnTo>
                    <a:pt x="447910" y="1639267"/>
                  </a:lnTo>
                  <a:lnTo>
                    <a:pt x="447699" y="1640264"/>
                  </a:lnTo>
                  <a:lnTo>
                    <a:pt x="447483" y="1641274"/>
                  </a:lnTo>
                  <a:lnTo>
                    <a:pt x="447262" y="1642299"/>
                  </a:lnTo>
                  <a:lnTo>
                    <a:pt x="447035" y="1643337"/>
                  </a:lnTo>
                  <a:lnTo>
                    <a:pt x="446803" y="1644389"/>
                  </a:lnTo>
                  <a:lnTo>
                    <a:pt x="446566" y="1645455"/>
                  </a:lnTo>
                  <a:lnTo>
                    <a:pt x="446324" y="1646535"/>
                  </a:lnTo>
                  <a:lnTo>
                    <a:pt x="446077" y="1647629"/>
                  </a:lnTo>
                  <a:lnTo>
                    <a:pt x="445824" y="1648737"/>
                  </a:lnTo>
                  <a:lnTo>
                    <a:pt x="445566" y="1649858"/>
                  </a:lnTo>
                  <a:lnTo>
                    <a:pt x="445300" y="1651037"/>
                  </a:lnTo>
                  <a:lnTo>
                    <a:pt x="445024" y="1652213"/>
                  </a:lnTo>
                  <a:lnTo>
                    <a:pt x="444738" y="1653385"/>
                  </a:lnTo>
                  <a:lnTo>
                    <a:pt x="444441" y="1654554"/>
                  </a:lnTo>
                  <a:lnTo>
                    <a:pt x="444134" y="1655719"/>
                  </a:lnTo>
                  <a:lnTo>
                    <a:pt x="443816" y="1656880"/>
                  </a:lnTo>
                  <a:lnTo>
                    <a:pt x="443488" y="1658038"/>
                  </a:lnTo>
                  <a:lnTo>
                    <a:pt x="443149" y="1659193"/>
                  </a:lnTo>
                  <a:lnTo>
                    <a:pt x="442800" y="1660344"/>
                  </a:lnTo>
                  <a:lnTo>
                    <a:pt x="442441" y="1661492"/>
                  </a:lnTo>
                  <a:lnTo>
                    <a:pt x="442063" y="1662626"/>
                  </a:lnTo>
                  <a:lnTo>
                    <a:pt x="441659" y="1663735"/>
                  </a:lnTo>
                  <a:lnTo>
                    <a:pt x="441230" y="1664820"/>
                  </a:lnTo>
                  <a:lnTo>
                    <a:pt x="440774" y="1665881"/>
                  </a:lnTo>
                  <a:lnTo>
                    <a:pt x="440292" y="1666918"/>
                  </a:lnTo>
                  <a:lnTo>
                    <a:pt x="439784" y="1667930"/>
                  </a:lnTo>
                  <a:lnTo>
                    <a:pt x="439250" y="1668918"/>
                  </a:lnTo>
                  <a:lnTo>
                    <a:pt x="438690" y="1669882"/>
                  </a:lnTo>
                  <a:lnTo>
                    <a:pt x="438104" y="1670821"/>
                  </a:lnTo>
                  <a:lnTo>
                    <a:pt x="437492" y="1671736"/>
                  </a:lnTo>
                  <a:lnTo>
                    <a:pt x="436851" y="1672622"/>
                  </a:lnTo>
                  <a:lnTo>
                    <a:pt x="436176" y="1673473"/>
                  </a:lnTo>
                  <a:lnTo>
                    <a:pt x="435468" y="1674289"/>
                  </a:lnTo>
                  <a:lnTo>
                    <a:pt x="434728" y="1675070"/>
                  </a:lnTo>
                  <a:lnTo>
                    <a:pt x="433954" y="1675817"/>
                  </a:lnTo>
                  <a:lnTo>
                    <a:pt x="433148" y="1676528"/>
                  </a:lnTo>
                  <a:lnTo>
                    <a:pt x="432308" y="1677206"/>
                  </a:lnTo>
                  <a:lnTo>
                    <a:pt x="431436" y="1677848"/>
                  </a:lnTo>
                  <a:lnTo>
                    <a:pt x="430530" y="1678456"/>
                  </a:lnTo>
                  <a:lnTo>
                    <a:pt x="429592" y="1679029"/>
                  </a:lnTo>
                  <a:lnTo>
                    <a:pt x="428594" y="1679557"/>
                  </a:lnTo>
                  <a:lnTo>
                    <a:pt x="427546" y="1680029"/>
                  </a:lnTo>
                  <a:lnTo>
                    <a:pt x="426448" y="1680446"/>
                  </a:lnTo>
                  <a:lnTo>
                    <a:pt x="425300" y="1680807"/>
                  </a:lnTo>
                  <a:lnTo>
                    <a:pt x="424101" y="1681112"/>
                  </a:lnTo>
                  <a:lnTo>
                    <a:pt x="422851" y="1681362"/>
                  </a:lnTo>
                  <a:lnTo>
                    <a:pt x="421552" y="1681557"/>
                  </a:lnTo>
                  <a:lnTo>
                    <a:pt x="420202" y="1681696"/>
                  </a:lnTo>
                  <a:lnTo>
                    <a:pt x="418801" y="1681779"/>
                  </a:lnTo>
                  <a:lnTo>
                    <a:pt x="417351" y="1681807"/>
                  </a:lnTo>
                  <a:lnTo>
                    <a:pt x="416029" y="1681781"/>
                  </a:lnTo>
                  <a:lnTo>
                    <a:pt x="414736" y="1681703"/>
                  </a:lnTo>
                  <a:lnTo>
                    <a:pt x="413473" y="1681573"/>
                  </a:lnTo>
                  <a:lnTo>
                    <a:pt x="412239" y="1681390"/>
                  </a:lnTo>
                  <a:lnTo>
                    <a:pt x="411035" y="1681156"/>
                  </a:lnTo>
                  <a:lnTo>
                    <a:pt x="409860" y="1680869"/>
                  </a:lnTo>
                  <a:lnTo>
                    <a:pt x="408715" y="1680531"/>
                  </a:lnTo>
                  <a:lnTo>
                    <a:pt x="407600" y="1680140"/>
                  </a:lnTo>
                  <a:lnTo>
                    <a:pt x="406513" y="1679697"/>
                  </a:lnTo>
                  <a:lnTo>
                    <a:pt x="405457" y="1679202"/>
                  </a:lnTo>
                  <a:lnTo>
                    <a:pt x="404414" y="1678657"/>
                  </a:lnTo>
                  <a:lnTo>
                    <a:pt x="403405" y="1678063"/>
                  </a:lnTo>
                  <a:lnTo>
                    <a:pt x="402428" y="1677421"/>
                  </a:lnTo>
                  <a:lnTo>
                    <a:pt x="401484" y="1676730"/>
                  </a:lnTo>
                  <a:lnTo>
                    <a:pt x="400573" y="1675990"/>
                  </a:lnTo>
                  <a:lnTo>
                    <a:pt x="399696" y="1675202"/>
                  </a:lnTo>
                  <a:lnTo>
                    <a:pt x="398851" y="1674365"/>
                  </a:lnTo>
                  <a:lnTo>
                    <a:pt x="398039" y="1673479"/>
                  </a:lnTo>
                  <a:lnTo>
                    <a:pt x="397261" y="1672545"/>
                  </a:lnTo>
                  <a:lnTo>
                    <a:pt x="396515" y="1671563"/>
                  </a:lnTo>
                  <a:lnTo>
                    <a:pt x="395786" y="1670532"/>
                  </a:lnTo>
                  <a:lnTo>
                    <a:pt x="395095" y="1669455"/>
                  </a:lnTo>
                  <a:lnTo>
                    <a:pt x="394439" y="1668330"/>
                  </a:lnTo>
                  <a:lnTo>
                    <a:pt x="393820" y="1667159"/>
                  </a:lnTo>
                  <a:lnTo>
                    <a:pt x="393238" y="1665941"/>
                  </a:lnTo>
                  <a:lnTo>
                    <a:pt x="392691" y="1664676"/>
                  </a:lnTo>
                  <a:lnTo>
                    <a:pt x="392182" y="1663365"/>
                  </a:lnTo>
                  <a:lnTo>
                    <a:pt x="391709" y="1662006"/>
                  </a:lnTo>
                  <a:lnTo>
                    <a:pt x="391272" y="1660600"/>
                  </a:lnTo>
                  <a:lnTo>
                    <a:pt x="390872" y="1659148"/>
                  </a:lnTo>
                  <a:lnTo>
                    <a:pt x="390492" y="1657633"/>
                  </a:lnTo>
                  <a:lnTo>
                    <a:pt x="390153" y="1656075"/>
                  </a:lnTo>
                  <a:lnTo>
                    <a:pt x="389853" y="1654473"/>
                  </a:lnTo>
                  <a:lnTo>
                    <a:pt x="389594" y="1652828"/>
                  </a:lnTo>
                  <a:lnTo>
                    <a:pt x="389374" y="1651139"/>
                  </a:lnTo>
                  <a:lnTo>
                    <a:pt x="389194" y="1649407"/>
                  </a:lnTo>
                  <a:lnTo>
                    <a:pt x="389055" y="1647632"/>
                  </a:lnTo>
                  <a:lnTo>
                    <a:pt x="388955" y="1645813"/>
                  </a:lnTo>
                  <a:lnTo>
                    <a:pt x="388895" y="1643951"/>
                  </a:lnTo>
                  <a:lnTo>
                    <a:pt x="388875" y="1642045"/>
                  </a:lnTo>
                  <a:lnTo>
                    <a:pt x="388890" y="1640527"/>
                  </a:lnTo>
                  <a:lnTo>
                    <a:pt x="388934" y="1639031"/>
                  </a:lnTo>
                  <a:lnTo>
                    <a:pt x="389008" y="1637555"/>
                  </a:lnTo>
                  <a:lnTo>
                    <a:pt x="389111" y="1636100"/>
                  </a:lnTo>
                  <a:lnTo>
                    <a:pt x="389244" y="1634666"/>
                  </a:lnTo>
                  <a:lnTo>
                    <a:pt x="389406" y="1633252"/>
                  </a:lnTo>
                  <a:lnTo>
                    <a:pt x="389598" y="1631860"/>
                  </a:lnTo>
                  <a:lnTo>
                    <a:pt x="389820" y="1630488"/>
                  </a:lnTo>
                  <a:lnTo>
                    <a:pt x="390070" y="1629137"/>
                  </a:lnTo>
                  <a:lnTo>
                    <a:pt x="390351" y="1627807"/>
                  </a:lnTo>
                  <a:lnTo>
                    <a:pt x="390646" y="1626501"/>
                  </a:lnTo>
                  <a:lnTo>
                    <a:pt x="390976" y="1625223"/>
                  </a:lnTo>
                  <a:lnTo>
                    <a:pt x="391341" y="1623973"/>
                  </a:lnTo>
                  <a:lnTo>
                    <a:pt x="391740" y="1622751"/>
                  </a:lnTo>
                  <a:lnTo>
                    <a:pt x="392174" y="1621556"/>
                  </a:lnTo>
                  <a:lnTo>
                    <a:pt x="392643" y="1620390"/>
                  </a:lnTo>
                  <a:lnTo>
                    <a:pt x="393146" y="1619250"/>
                  </a:lnTo>
                  <a:lnTo>
                    <a:pt x="393685" y="1618139"/>
                  </a:lnTo>
                  <a:lnTo>
                    <a:pt x="394258" y="1617056"/>
                  </a:lnTo>
                  <a:lnTo>
                    <a:pt x="394865" y="1616000"/>
                  </a:lnTo>
                  <a:lnTo>
                    <a:pt x="395490" y="1614976"/>
                  </a:lnTo>
                  <a:lnTo>
                    <a:pt x="396150" y="1613986"/>
                  </a:lnTo>
                  <a:lnTo>
                    <a:pt x="396845" y="1613031"/>
                  </a:lnTo>
                  <a:lnTo>
                    <a:pt x="397574" y="1612111"/>
                  </a:lnTo>
                  <a:lnTo>
                    <a:pt x="398338" y="1611225"/>
                  </a:lnTo>
                  <a:lnTo>
                    <a:pt x="399137" y="1610374"/>
                  </a:lnTo>
                  <a:lnTo>
                    <a:pt x="399970" y="1609558"/>
                  </a:lnTo>
                  <a:lnTo>
                    <a:pt x="400838" y="1608777"/>
                  </a:lnTo>
                  <a:lnTo>
                    <a:pt x="401741" y="1608030"/>
                  </a:lnTo>
                  <a:lnTo>
                    <a:pt x="402679" y="1607318"/>
                  </a:lnTo>
                  <a:lnTo>
                    <a:pt x="403654" y="1606628"/>
                  </a:lnTo>
                  <a:lnTo>
                    <a:pt x="404669" y="1605981"/>
                  </a:lnTo>
                  <a:lnTo>
                    <a:pt x="405723" y="1605378"/>
                  </a:lnTo>
                  <a:lnTo>
                    <a:pt x="406818" y="1604818"/>
                  </a:lnTo>
                  <a:lnTo>
                    <a:pt x="407953" y="1604302"/>
                  </a:lnTo>
                  <a:lnTo>
                    <a:pt x="409128" y="1603828"/>
                  </a:lnTo>
                  <a:lnTo>
                    <a:pt x="410342" y="1603399"/>
                  </a:lnTo>
                  <a:lnTo>
                    <a:pt x="411597" y="1603012"/>
                  </a:lnTo>
                  <a:lnTo>
                    <a:pt x="412891" y="1602669"/>
                  </a:lnTo>
                  <a:lnTo>
                    <a:pt x="414225" y="1602370"/>
                  </a:lnTo>
                  <a:lnTo>
                    <a:pt x="416483" y="1623987"/>
                  </a:lnTo>
                  <a:lnTo>
                    <a:pt x="415818" y="1624118"/>
                  </a:lnTo>
                  <a:lnTo>
                    <a:pt x="415177" y="1624268"/>
                  </a:lnTo>
                  <a:lnTo>
                    <a:pt x="414560" y="1624438"/>
                  </a:lnTo>
                  <a:lnTo>
                    <a:pt x="413968" y="1624626"/>
                  </a:lnTo>
                  <a:lnTo>
                    <a:pt x="413401" y="1624834"/>
                  </a:lnTo>
                  <a:lnTo>
                    <a:pt x="412857" y="1625060"/>
                  </a:lnTo>
                  <a:lnTo>
                    <a:pt x="412338" y="1625306"/>
                  </a:lnTo>
                  <a:lnTo>
                    <a:pt x="411843" y="1625571"/>
                  </a:lnTo>
                  <a:lnTo>
                    <a:pt x="411373" y="1625855"/>
                  </a:lnTo>
                  <a:lnTo>
                    <a:pt x="410926" y="1626158"/>
                  </a:lnTo>
                  <a:lnTo>
                    <a:pt x="410484" y="1626478"/>
                  </a:lnTo>
                  <a:lnTo>
                    <a:pt x="410062" y="1626814"/>
                  </a:lnTo>
                  <a:lnTo>
                    <a:pt x="409658" y="1627166"/>
                  </a:lnTo>
                  <a:lnTo>
                    <a:pt x="409273" y="1627533"/>
                  </a:lnTo>
                  <a:lnTo>
                    <a:pt x="408908" y="1627916"/>
                  </a:lnTo>
                  <a:lnTo>
                    <a:pt x="408561" y="1628314"/>
                  </a:lnTo>
                  <a:lnTo>
                    <a:pt x="408234" y="1628728"/>
                  </a:lnTo>
                  <a:lnTo>
                    <a:pt x="407926" y="1629158"/>
                  </a:lnTo>
                  <a:lnTo>
                    <a:pt x="407637" y="1629603"/>
                  </a:lnTo>
                  <a:lnTo>
                    <a:pt x="407367" y="1630064"/>
                  </a:lnTo>
                  <a:lnTo>
                    <a:pt x="407115" y="1630524"/>
                  </a:lnTo>
                  <a:lnTo>
                    <a:pt x="406881" y="1630998"/>
                  </a:lnTo>
                  <a:lnTo>
                    <a:pt x="406664" y="1631489"/>
                  </a:lnTo>
                  <a:lnTo>
                    <a:pt x="406464" y="1631995"/>
                  </a:lnTo>
                  <a:lnTo>
                    <a:pt x="406282" y="1632517"/>
                  </a:lnTo>
                  <a:lnTo>
                    <a:pt x="406117" y="1633054"/>
                  </a:lnTo>
                  <a:lnTo>
                    <a:pt x="405969" y="1633607"/>
                  </a:lnTo>
                  <a:lnTo>
                    <a:pt x="405839" y="1634176"/>
                  </a:lnTo>
                  <a:lnTo>
                    <a:pt x="405726" y="1634760"/>
                  </a:lnTo>
                  <a:lnTo>
                    <a:pt x="405631" y="1635360"/>
                  </a:lnTo>
                  <a:lnTo>
                    <a:pt x="405532" y="1635974"/>
                  </a:lnTo>
                  <a:lnTo>
                    <a:pt x="405443" y="1636600"/>
                  </a:lnTo>
                  <a:lnTo>
                    <a:pt x="405365" y="1637238"/>
                  </a:lnTo>
                  <a:lnTo>
                    <a:pt x="405297" y="1637888"/>
                  </a:lnTo>
                  <a:lnTo>
                    <a:pt x="405240" y="1638551"/>
                  </a:lnTo>
                  <a:lnTo>
                    <a:pt x="405193" y="1639225"/>
                  </a:lnTo>
                  <a:lnTo>
                    <a:pt x="405157" y="1639912"/>
                  </a:lnTo>
                  <a:lnTo>
                    <a:pt x="405130" y="1640611"/>
                  </a:lnTo>
                  <a:lnTo>
                    <a:pt x="405115" y="1641322"/>
                  </a:lnTo>
                  <a:lnTo>
                    <a:pt x="405110" y="1642045"/>
                  </a:lnTo>
                  <a:lnTo>
                    <a:pt x="405132" y="1643738"/>
                  </a:lnTo>
                  <a:lnTo>
                    <a:pt x="405200" y="1645344"/>
                  </a:lnTo>
                  <a:lnTo>
                    <a:pt x="405313" y="1646863"/>
                  </a:lnTo>
                  <a:lnTo>
                    <a:pt x="405471" y="1648296"/>
                  </a:lnTo>
                  <a:lnTo>
                    <a:pt x="405674" y="1649641"/>
                  </a:lnTo>
                  <a:lnTo>
                    <a:pt x="405922" y="1650900"/>
                  </a:lnTo>
                  <a:lnTo>
                    <a:pt x="406216" y="1652072"/>
                  </a:lnTo>
                  <a:lnTo>
                    <a:pt x="406554" y="1653158"/>
                  </a:lnTo>
                  <a:lnTo>
                    <a:pt x="406938" y="1654156"/>
                  </a:lnTo>
                  <a:lnTo>
                    <a:pt x="407367" y="1655067"/>
                  </a:lnTo>
                  <a:lnTo>
                    <a:pt x="407831" y="1655892"/>
                  </a:lnTo>
                  <a:lnTo>
                    <a:pt x="408357" y="1656630"/>
                  </a:lnTo>
                  <a:lnTo>
                    <a:pt x="408943" y="1657281"/>
                  </a:lnTo>
                  <a:lnTo>
                    <a:pt x="409589" y="1657846"/>
                  </a:lnTo>
                  <a:lnTo>
                    <a:pt x="410297" y="1658323"/>
                  </a:lnTo>
                  <a:lnTo>
                    <a:pt x="411065" y="1658714"/>
                  </a:lnTo>
                  <a:lnTo>
                    <a:pt x="411894" y="1659018"/>
                  </a:lnTo>
                  <a:lnTo>
                    <a:pt x="412784" y="1659235"/>
                  </a:lnTo>
                  <a:lnTo>
                    <a:pt x="413735" y="1659365"/>
                  </a:lnTo>
                  <a:lnTo>
                    <a:pt x="414746" y="1659408"/>
                  </a:lnTo>
                  <a:lnTo>
                    <a:pt x="415376" y="1659391"/>
                  </a:lnTo>
                  <a:lnTo>
                    <a:pt x="415979" y="1659339"/>
                  </a:lnTo>
                  <a:lnTo>
                    <a:pt x="416556" y="1659252"/>
                  </a:lnTo>
                  <a:lnTo>
                    <a:pt x="417108" y="1659130"/>
                  </a:lnTo>
                  <a:lnTo>
                    <a:pt x="417633" y="1658974"/>
                  </a:lnTo>
                  <a:lnTo>
                    <a:pt x="418132" y="1658783"/>
                  </a:lnTo>
                  <a:lnTo>
                    <a:pt x="418605" y="1658557"/>
                  </a:lnTo>
                  <a:lnTo>
                    <a:pt x="419052" y="1658297"/>
                  </a:lnTo>
                  <a:lnTo>
                    <a:pt x="419473" y="1658002"/>
                  </a:lnTo>
                  <a:lnTo>
                    <a:pt x="419868" y="1657672"/>
                  </a:lnTo>
                  <a:lnTo>
                    <a:pt x="420244" y="1657293"/>
                  </a:lnTo>
                  <a:lnTo>
                    <a:pt x="420608" y="1656887"/>
                  </a:lnTo>
                  <a:lnTo>
                    <a:pt x="420960" y="1656453"/>
                  </a:lnTo>
                  <a:lnTo>
                    <a:pt x="421299" y="1655991"/>
                  </a:lnTo>
                  <a:lnTo>
                    <a:pt x="421626" y="1655502"/>
                  </a:lnTo>
                  <a:lnTo>
                    <a:pt x="421942" y="1654984"/>
                  </a:lnTo>
                  <a:lnTo>
                    <a:pt x="422245" y="1654439"/>
                  </a:lnTo>
                  <a:lnTo>
                    <a:pt x="422535" y="1653866"/>
                  </a:lnTo>
                  <a:lnTo>
                    <a:pt x="422814" y="1653265"/>
                  </a:lnTo>
                  <a:lnTo>
                    <a:pt x="423081" y="1652637"/>
                  </a:lnTo>
                  <a:lnTo>
                    <a:pt x="423321" y="1651966"/>
                  </a:lnTo>
                  <a:lnTo>
                    <a:pt x="423556" y="1651272"/>
                  </a:lnTo>
                  <a:lnTo>
                    <a:pt x="423786" y="1650556"/>
                  </a:lnTo>
                  <a:lnTo>
                    <a:pt x="424011" y="1649817"/>
                  </a:lnTo>
                  <a:lnTo>
                    <a:pt x="424231" y="1649055"/>
                  </a:lnTo>
                  <a:lnTo>
                    <a:pt x="424445" y="1648271"/>
                  </a:lnTo>
                  <a:lnTo>
                    <a:pt x="424655" y="1647465"/>
                  </a:lnTo>
                  <a:lnTo>
                    <a:pt x="424859" y="1646636"/>
                  </a:lnTo>
                  <a:lnTo>
                    <a:pt x="425057" y="1645784"/>
                  </a:lnTo>
                  <a:lnTo>
                    <a:pt x="425251" y="1644910"/>
                  </a:lnTo>
                  <a:lnTo>
                    <a:pt x="425429" y="1643999"/>
                  </a:lnTo>
                  <a:lnTo>
                    <a:pt x="425616" y="1643073"/>
                  </a:lnTo>
                  <a:lnTo>
                    <a:pt x="425811" y="1642131"/>
                  </a:lnTo>
                  <a:lnTo>
                    <a:pt x="426015" y="1641173"/>
                  </a:lnTo>
                  <a:lnTo>
                    <a:pt x="426228" y="1640200"/>
                  </a:lnTo>
                  <a:lnTo>
                    <a:pt x="426449" y="1639211"/>
                  </a:lnTo>
                  <a:lnTo>
                    <a:pt x="426679" y="1638207"/>
                  </a:lnTo>
                  <a:lnTo>
                    <a:pt x="426918" y="1637187"/>
                  </a:lnTo>
                  <a:lnTo>
                    <a:pt x="427165" y="1636151"/>
                  </a:lnTo>
                  <a:lnTo>
                    <a:pt x="427421" y="1635100"/>
                  </a:lnTo>
                  <a:lnTo>
                    <a:pt x="427704" y="1633800"/>
                  </a:lnTo>
                  <a:lnTo>
                    <a:pt x="427998" y="1632506"/>
                  </a:lnTo>
                  <a:lnTo>
                    <a:pt x="428302" y="1631216"/>
                  </a:lnTo>
                  <a:lnTo>
                    <a:pt x="428616" y="1629932"/>
                  </a:lnTo>
                  <a:lnTo>
                    <a:pt x="428941" y="1628654"/>
                  </a:lnTo>
                  <a:lnTo>
                    <a:pt x="429276" y="1627380"/>
                  </a:lnTo>
                  <a:lnTo>
                    <a:pt x="429621" y="1626112"/>
                  </a:lnTo>
                  <a:lnTo>
                    <a:pt x="429977" y="1624848"/>
                  </a:lnTo>
                  <a:lnTo>
                    <a:pt x="430344" y="1623590"/>
                  </a:lnTo>
                  <a:lnTo>
                    <a:pt x="430720" y="1622338"/>
                  </a:lnTo>
                  <a:lnTo>
                    <a:pt x="431100" y="1621085"/>
                  </a:lnTo>
                  <a:lnTo>
                    <a:pt x="431509" y="1619862"/>
                  </a:lnTo>
                  <a:lnTo>
                    <a:pt x="431947" y="1618668"/>
                  </a:lnTo>
                  <a:lnTo>
                    <a:pt x="432415" y="1617504"/>
                  </a:lnTo>
                  <a:lnTo>
                    <a:pt x="432913" y="1616369"/>
                  </a:lnTo>
                  <a:lnTo>
                    <a:pt x="433440" y="1615264"/>
                  </a:lnTo>
                  <a:lnTo>
                    <a:pt x="433996" y="1614188"/>
                  </a:lnTo>
                  <a:lnTo>
                    <a:pt x="434582" y="1613142"/>
                  </a:lnTo>
                  <a:lnTo>
                    <a:pt x="435198" y="1612125"/>
                  </a:lnTo>
                  <a:lnTo>
                    <a:pt x="435843" y="1611138"/>
                  </a:lnTo>
                  <a:lnTo>
                    <a:pt x="436504" y="1610169"/>
                  </a:lnTo>
                  <a:lnTo>
                    <a:pt x="437204" y="1609239"/>
                  </a:lnTo>
                  <a:lnTo>
                    <a:pt x="437942" y="1608349"/>
                  </a:lnTo>
                  <a:lnTo>
                    <a:pt x="438718" y="1607499"/>
                  </a:lnTo>
                  <a:lnTo>
                    <a:pt x="439532" y="1606689"/>
                  </a:lnTo>
                  <a:lnTo>
                    <a:pt x="440385" y="1605919"/>
                  </a:lnTo>
                  <a:lnTo>
                    <a:pt x="441276" y="1605189"/>
                  </a:lnTo>
                  <a:lnTo>
                    <a:pt x="442205" y="1604499"/>
                  </a:lnTo>
                  <a:lnTo>
                    <a:pt x="443172" y="1603848"/>
                  </a:lnTo>
                  <a:lnTo>
                    <a:pt x="444177" y="1603238"/>
                  </a:lnTo>
                  <a:lnTo>
                    <a:pt x="445229" y="1602661"/>
                  </a:lnTo>
                  <a:lnTo>
                    <a:pt x="446337" y="1602144"/>
                  </a:lnTo>
                  <a:lnTo>
                    <a:pt x="447500" y="1601688"/>
                  </a:lnTo>
                  <a:lnTo>
                    <a:pt x="448719" y="1601293"/>
                  </a:lnTo>
                  <a:lnTo>
                    <a:pt x="449994" y="1600959"/>
                  </a:lnTo>
                  <a:lnTo>
                    <a:pt x="451324" y="1600686"/>
                  </a:lnTo>
                  <a:lnTo>
                    <a:pt x="452709" y="1600473"/>
                  </a:lnTo>
                  <a:lnTo>
                    <a:pt x="454151" y="1600321"/>
                  </a:lnTo>
                  <a:lnTo>
                    <a:pt x="455647" y="1600230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h55"/>
            <p:cNvSpPr/>
            <p:nvPr/>
          </p:nvSpPr>
          <p:spPr>
            <a:xfrm>
              <a:off x="247789" y="2131633"/>
              <a:ext cx="457200" cy="1600200"/>
            </a:xfrm>
            <a:custGeom>
              <a:avLst/>
              <a:pathLst>
                <a:path w="457200" h="1600200">
                  <a:moveTo>
                    <a:pt x="457200" y="1600200"/>
                  </a:moveTo>
                  <a:lnTo>
                    <a:pt x="455171" y="1598830"/>
                  </a:lnTo>
                  <a:lnTo>
                    <a:pt x="453150" y="1597501"/>
                  </a:lnTo>
                  <a:lnTo>
                    <a:pt x="451136" y="1596212"/>
                  </a:lnTo>
                  <a:lnTo>
                    <a:pt x="449129" y="1594963"/>
                  </a:lnTo>
                  <a:lnTo>
                    <a:pt x="447129" y="1593753"/>
                  </a:lnTo>
                  <a:lnTo>
                    <a:pt x="445135" y="1592584"/>
                  </a:lnTo>
                  <a:lnTo>
                    <a:pt x="443149" y="1591454"/>
                  </a:lnTo>
                  <a:lnTo>
                    <a:pt x="441170" y="1590365"/>
                  </a:lnTo>
                  <a:lnTo>
                    <a:pt x="439197" y="1589315"/>
                  </a:lnTo>
                  <a:lnTo>
                    <a:pt x="437232" y="1588306"/>
                  </a:lnTo>
                  <a:lnTo>
                    <a:pt x="435284" y="1587334"/>
                  </a:lnTo>
                  <a:lnTo>
                    <a:pt x="433328" y="1586399"/>
                  </a:lnTo>
                  <a:lnTo>
                    <a:pt x="431366" y="1585501"/>
                  </a:lnTo>
                  <a:lnTo>
                    <a:pt x="429397" y="1584639"/>
                  </a:lnTo>
                  <a:lnTo>
                    <a:pt x="427421" y="1583813"/>
                  </a:lnTo>
                  <a:lnTo>
                    <a:pt x="425439" y="1583024"/>
                  </a:lnTo>
                  <a:lnTo>
                    <a:pt x="423449" y="1582271"/>
                  </a:lnTo>
                  <a:lnTo>
                    <a:pt x="421452" y="1581555"/>
                  </a:lnTo>
                  <a:lnTo>
                    <a:pt x="419448" y="1580875"/>
                  </a:lnTo>
                  <a:lnTo>
                    <a:pt x="417438" y="1580232"/>
                  </a:lnTo>
                  <a:lnTo>
                    <a:pt x="415418" y="1579607"/>
                  </a:lnTo>
                  <a:lnTo>
                    <a:pt x="413388" y="1579016"/>
                  </a:lnTo>
                  <a:lnTo>
                    <a:pt x="411348" y="1578461"/>
                  </a:lnTo>
                  <a:lnTo>
                    <a:pt x="409298" y="1577940"/>
                  </a:lnTo>
                  <a:lnTo>
                    <a:pt x="407237" y="1577454"/>
                  </a:lnTo>
                  <a:lnTo>
                    <a:pt x="405165" y="1577002"/>
                  </a:lnTo>
                  <a:lnTo>
                    <a:pt x="403083" y="1576585"/>
                  </a:lnTo>
                  <a:lnTo>
                    <a:pt x="400991" y="1576203"/>
                  </a:lnTo>
                  <a:lnTo>
                    <a:pt x="398888" y="1575856"/>
                  </a:lnTo>
                  <a:lnTo>
                    <a:pt x="396775" y="1575544"/>
                  </a:lnTo>
                  <a:lnTo>
                    <a:pt x="394628" y="1575263"/>
                  </a:lnTo>
                  <a:lnTo>
                    <a:pt x="392459" y="1575012"/>
                  </a:lnTo>
                  <a:lnTo>
                    <a:pt x="390267" y="1574791"/>
                  </a:lnTo>
                  <a:lnTo>
                    <a:pt x="388052" y="1574599"/>
                  </a:lnTo>
                  <a:lnTo>
                    <a:pt x="385815" y="1574437"/>
                  </a:lnTo>
                  <a:lnTo>
                    <a:pt x="383555" y="1574304"/>
                  </a:lnTo>
                  <a:lnTo>
                    <a:pt x="381272" y="1574201"/>
                  </a:lnTo>
                  <a:lnTo>
                    <a:pt x="378968" y="1574127"/>
                  </a:lnTo>
                  <a:lnTo>
                    <a:pt x="376640" y="1574083"/>
                  </a:lnTo>
                  <a:lnTo>
                    <a:pt x="374290" y="1574068"/>
                  </a:lnTo>
                  <a:lnTo>
                    <a:pt x="371957" y="1574083"/>
                  </a:lnTo>
                  <a:lnTo>
                    <a:pt x="369647" y="1574127"/>
                  </a:lnTo>
                  <a:lnTo>
                    <a:pt x="367359" y="1574201"/>
                  </a:lnTo>
                  <a:lnTo>
                    <a:pt x="365094" y="1574304"/>
                  </a:lnTo>
                  <a:lnTo>
                    <a:pt x="362852" y="1574437"/>
                  </a:lnTo>
                  <a:lnTo>
                    <a:pt x="360632" y="1574599"/>
                  </a:lnTo>
                  <a:lnTo>
                    <a:pt x="358435" y="1574791"/>
                  </a:lnTo>
                  <a:lnTo>
                    <a:pt x="356260" y="1575012"/>
                  </a:lnTo>
                  <a:lnTo>
                    <a:pt x="354108" y="1575263"/>
                  </a:lnTo>
                  <a:lnTo>
                    <a:pt x="351978" y="1575544"/>
                  </a:lnTo>
                  <a:lnTo>
                    <a:pt x="349848" y="1575856"/>
                  </a:lnTo>
                  <a:lnTo>
                    <a:pt x="347731" y="1576203"/>
                  </a:lnTo>
                  <a:lnTo>
                    <a:pt x="345626" y="1576585"/>
                  </a:lnTo>
                  <a:lnTo>
                    <a:pt x="343533" y="1577002"/>
                  </a:lnTo>
                  <a:lnTo>
                    <a:pt x="341452" y="1577454"/>
                  </a:lnTo>
                  <a:lnTo>
                    <a:pt x="339383" y="1577940"/>
                  </a:lnTo>
                  <a:lnTo>
                    <a:pt x="337326" y="1578461"/>
                  </a:lnTo>
                  <a:lnTo>
                    <a:pt x="335281" y="1579016"/>
                  </a:lnTo>
                  <a:lnTo>
                    <a:pt x="333249" y="1579607"/>
                  </a:lnTo>
                  <a:lnTo>
                    <a:pt x="331229" y="1580232"/>
                  </a:lnTo>
                  <a:lnTo>
                    <a:pt x="329217" y="1580875"/>
                  </a:lnTo>
                  <a:lnTo>
                    <a:pt x="327211" y="1581555"/>
                  </a:lnTo>
                  <a:lnTo>
                    <a:pt x="325210" y="1582271"/>
                  </a:lnTo>
                  <a:lnTo>
                    <a:pt x="323214" y="1583024"/>
                  </a:lnTo>
                  <a:lnTo>
                    <a:pt x="321223" y="1583813"/>
                  </a:lnTo>
                  <a:lnTo>
                    <a:pt x="319238" y="1584639"/>
                  </a:lnTo>
                  <a:lnTo>
                    <a:pt x="317258" y="1585501"/>
                  </a:lnTo>
                  <a:lnTo>
                    <a:pt x="315282" y="1586399"/>
                  </a:lnTo>
                  <a:lnTo>
                    <a:pt x="313313" y="1587334"/>
                  </a:lnTo>
                  <a:lnTo>
                    <a:pt x="311348" y="1588306"/>
                  </a:lnTo>
                  <a:lnTo>
                    <a:pt x="309383" y="1589315"/>
                  </a:lnTo>
                  <a:lnTo>
                    <a:pt x="307413" y="1590365"/>
                  </a:lnTo>
                  <a:lnTo>
                    <a:pt x="305438" y="1591454"/>
                  </a:lnTo>
                  <a:lnTo>
                    <a:pt x="303458" y="1592584"/>
                  </a:lnTo>
                  <a:lnTo>
                    <a:pt x="301473" y="1593753"/>
                  </a:lnTo>
                  <a:lnTo>
                    <a:pt x="299482" y="1594963"/>
                  </a:lnTo>
                  <a:lnTo>
                    <a:pt x="297486" y="1596212"/>
                  </a:lnTo>
                  <a:lnTo>
                    <a:pt x="295485" y="1597501"/>
                  </a:lnTo>
                  <a:lnTo>
                    <a:pt x="293479" y="1598830"/>
                  </a:lnTo>
                  <a:lnTo>
                    <a:pt x="291467" y="1600200"/>
                  </a:lnTo>
                  <a:lnTo>
                    <a:pt x="291467" y="1575804"/>
                  </a:lnTo>
                  <a:lnTo>
                    <a:pt x="293393" y="1574485"/>
                  </a:lnTo>
                  <a:lnTo>
                    <a:pt x="295318" y="1573203"/>
                  </a:lnTo>
                  <a:lnTo>
                    <a:pt x="297241" y="1571957"/>
                  </a:lnTo>
                  <a:lnTo>
                    <a:pt x="299162" y="1570748"/>
                  </a:lnTo>
                  <a:lnTo>
                    <a:pt x="301082" y="1569575"/>
                  </a:lnTo>
                  <a:lnTo>
                    <a:pt x="303000" y="1568439"/>
                  </a:lnTo>
                  <a:lnTo>
                    <a:pt x="304916" y="1567339"/>
                  </a:lnTo>
                  <a:lnTo>
                    <a:pt x="306830" y="1566275"/>
                  </a:lnTo>
                  <a:lnTo>
                    <a:pt x="308743" y="1565248"/>
                  </a:lnTo>
                  <a:lnTo>
                    <a:pt x="310653" y="1564258"/>
                  </a:lnTo>
                  <a:lnTo>
                    <a:pt x="312552" y="1563303"/>
                  </a:lnTo>
                  <a:lnTo>
                    <a:pt x="314463" y="1562382"/>
                  </a:lnTo>
                  <a:lnTo>
                    <a:pt x="316386" y="1561497"/>
                  </a:lnTo>
                  <a:lnTo>
                    <a:pt x="318321" y="1560646"/>
                  </a:lnTo>
                  <a:lnTo>
                    <a:pt x="320268" y="1559830"/>
                  </a:lnTo>
                  <a:lnTo>
                    <a:pt x="322228" y="1559049"/>
                  </a:lnTo>
                  <a:lnTo>
                    <a:pt x="324199" y="1558302"/>
                  </a:lnTo>
                  <a:lnTo>
                    <a:pt x="326183" y="1557590"/>
                  </a:lnTo>
                  <a:lnTo>
                    <a:pt x="328179" y="1556913"/>
                  </a:lnTo>
                  <a:lnTo>
                    <a:pt x="330187" y="1556270"/>
                  </a:lnTo>
                  <a:lnTo>
                    <a:pt x="332193" y="1555645"/>
                  </a:lnTo>
                  <a:lnTo>
                    <a:pt x="334215" y="1555055"/>
                  </a:lnTo>
                  <a:lnTo>
                    <a:pt x="336256" y="1554499"/>
                  </a:lnTo>
                  <a:lnTo>
                    <a:pt x="338313" y="1553978"/>
                  </a:lnTo>
                  <a:lnTo>
                    <a:pt x="340388" y="1553492"/>
                  </a:lnTo>
                  <a:lnTo>
                    <a:pt x="342480" y="1553041"/>
                  </a:lnTo>
                  <a:lnTo>
                    <a:pt x="344590" y="1552624"/>
                  </a:lnTo>
                  <a:lnTo>
                    <a:pt x="346717" y="1552242"/>
                  </a:lnTo>
                  <a:lnTo>
                    <a:pt x="348861" y="1551895"/>
                  </a:lnTo>
                  <a:lnTo>
                    <a:pt x="351023" y="1551582"/>
                  </a:lnTo>
                  <a:lnTo>
                    <a:pt x="353193" y="1551285"/>
                  </a:lnTo>
                  <a:lnTo>
                    <a:pt x="355395" y="1551020"/>
                  </a:lnTo>
                  <a:lnTo>
                    <a:pt x="357631" y="1550785"/>
                  </a:lnTo>
                  <a:lnTo>
                    <a:pt x="359899" y="1550582"/>
                  </a:lnTo>
                  <a:lnTo>
                    <a:pt x="362201" y="1550410"/>
                  </a:lnTo>
                  <a:lnTo>
                    <a:pt x="364535" y="1550270"/>
                  </a:lnTo>
                  <a:lnTo>
                    <a:pt x="366903" y="1550160"/>
                  </a:lnTo>
                  <a:lnTo>
                    <a:pt x="369303" y="1550082"/>
                  </a:lnTo>
                  <a:lnTo>
                    <a:pt x="371737" y="1550035"/>
                  </a:lnTo>
                  <a:lnTo>
                    <a:pt x="374203" y="1550020"/>
                  </a:lnTo>
                  <a:lnTo>
                    <a:pt x="376655" y="1550035"/>
                  </a:lnTo>
                  <a:lnTo>
                    <a:pt x="379079" y="1550082"/>
                  </a:lnTo>
                  <a:lnTo>
                    <a:pt x="381475" y="1550160"/>
                  </a:lnTo>
                  <a:lnTo>
                    <a:pt x="383843" y="1550270"/>
                  </a:lnTo>
                  <a:lnTo>
                    <a:pt x="386184" y="1550410"/>
                  </a:lnTo>
                  <a:lnTo>
                    <a:pt x="388496" y="1550582"/>
                  </a:lnTo>
                  <a:lnTo>
                    <a:pt x="390781" y="1550785"/>
                  </a:lnTo>
                  <a:lnTo>
                    <a:pt x="393039" y="1551020"/>
                  </a:lnTo>
                  <a:lnTo>
                    <a:pt x="395268" y="1551285"/>
                  </a:lnTo>
                  <a:lnTo>
                    <a:pt x="397470" y="1551582"/>
                  </a:lnTo>
                  <a:lnTo>
                    <a:pt x="399632" y="1551895"/>
                  </a:lnTo>
                  <a:lnTo>
                    <a:pt x="401779" y="1552242"/>
                  </a:lnTo>
                  <a:lnTo>
                    <a:pt x="403911" y="1552624"/>
                  </a:lnTo>
                  <a:lnTo>
                    <a:pt x="406026" y="1553041"/>
                  </a:lnTo>
                  <a:lnTo>
                    <a:pt x="408127" y="1553492"/>
                  </a:lnTo>
                  <a:lnTo>
                    <a:pt x="410211" y="1553978"/>
                  </a:lnTo>
                  <a:lnTo>
                    <a:pt x="412280" y="1554499"/>
                  </a:lnTo>
                  <a:lnTo>
                    <a:pt x="414333" y="1555055"/>
                  </a:lnTo>
                  <a:lnTo>
                    <a:pt x="416371" y="1555645"/>
                  </a:lnTo>
                  <a:lnTo>
                    <a:pt x="418393" y="1556270"/>
                  </a:lnTo>
                  <a:lnTo>
                    <a:pt x="420401" y="1556913"/>
                  </a:lnTo>
                  <a:lnTo>
                    <a:pt x="422400" y="1557590"/>
                  </a:lnTo>
                  <a:lnTo>
                    <a:pt x="424388" y="1558302"/>
                  </a:lnTo>
                  <a:lnTo>
                    <a:pt x="426366" y="1559049"/>
                  </a:lnTo>
                  <a:lnTo>
                    <a:pt x="428333" y="1559830"/>
                  </a:lnTo>
                  <a:lnTo>
                    <a:pt x="430290" y="1560646"/>
                  </a:lnTo>
                  <a:lnTo>
                    <a:pt x="432236" y="1561497"/>
                  </a:lnTo>
                  <a:lnTo>
                    <a:pt x="434172" y="1562382"/>
                  </a:lnTo>
                  <a:lnTo>
                    <a:pt x="436098" y="1563303"/>
                  </a:lnTo>
                  <a:lnTo>
                    <a:pt x="438013" y="1564258"/>
                  </a:lnTo>
                  <a:lnTo>
                    <a:pt x="439924" y="1565248"/>
                  </a:lnTo>
                  <a:lnTo>
                    <a:pt x="441836" y="1566275"/>
                  </a:lnTo>
                  <a:lnTo>
                    <a:pt x="443751" y="1567339"/>
                  </a:lnTo>
                  <a:lnTo>
                    <a:pt x="445667" y="1568439"/>
                  </a:lnTo>
                  <a:lnTo>
                    <a:pt x="447585" y="1569575"/>
                  </a:lnTo>
                  <a:lnTo>
                    <a:pt x="449504" y="1570748"/>
                  </a:lnTo>
                  <a:lnTo>
                    <a:pt x="451425" y="1571957"/>
                  </a:lnTo>
                  <a:lnTo>
                    <a:pt x="453348" y="1573203"/>
                  </a:lnTo>
                  <a:lnTo>
                    <a:pt x="455273" y="1574485"/>
                  </a:lnTo>
                  <a:lnTo>
                    <a:pt x="457200" y="1575804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h56"/>
            <p:cNvSpPr/>
            <p:nvPr/>
          </p:nvSpPr>
          <p:spPr>
            <a:xfrm>
              <a:off x="456794" y="519384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h57"/>
            <p:cNvSpPr/>
            <p:nvPr/>
          </p:nvSpPr>
          <p:spPr>
            <a:xfrm>
              <a:off x="521733" y="519384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h58"/>
            <p:cNvSpPr/>
            <p:nvPr/>
          </p:nvSpPr>
          <p:spPr>
            <a:xfrm>
              <a:off x="586672" y="519384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h59"/>
            <p:cNvSpPr/>
            <p:nvPr/>
          </p:nvSpPr>
          <p:spPr>
            <a:xfrm>
              <a:off x="651610" y="519384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h60"/>
            <p:cNvSpPr/>
            <p:nvPr/>
          </p:nvSpPr>
          <p:spPr>
            <a:xfrm>
              <a:off x="771070" y="473198"/>
              <a:ext cx="504341" cy="1683196"/>
            </a:xfrm>
            <a:custGeom>
              <a:avLst/>
              <a:pathLst>
                <a:path w="504341" h="1683196">
                  <a:moveTo>
                    <a:pt x="457200" y="1600200"/>
                  </a:moveTo>
                  <a:lnTo>
                    <a:pt x="457218" y="1597796"/>
                  </a:lnTo>
                  <a:lnTo>
                    <a:pt x="457272" y="1595414"/>
                  </a:lnTo>
                  <a:lnTo>
                    <a:pt x="457364" y="1593053"/>
                  </a:lnTo>
                  <a:lnTo>
                    <a:pt x="457491" y="1590712"/>
                  </a:lnTo>
                  <a:lnTo>
                    <a:pt x="457655" y="1588392"/>
                  </a:lnTo>
                  <a:lnTo>
                    <a:pt x="457856" y="1586094"/>
                  </a:lnTo>
                  <a:lnTo>
                    <a:pt x="458093" y="1583816"/>
                  </a:lnTo>
                  <a:lnTo>
                    <a:pt x="458366" y="1581558"/>
                  </a:lnTo>
                  <a:lnTo>
                    <a:pt x="458676" y="1579322"/>
                  </a:lnTo>
                  <a:lnTo>
                    <a:pt x="459023" y="1577106"/>
                  </a:lnTo>
                  <a:lnTo>
                    <a:pt x="459408" y="1574910"/>
                  </a:lnTo>
                  <a:lnTo>
                    <a:pt x="459835" y="1572731"/>
                  </a:lnTo>
                  <a:lnTo>
                    <a:pt x="460304" y="1570569"/>
                  </a:lnTo>
                  <a:lnTo>
                    <a:pt x="460815" y="1568425"/>
                  </a:lnTo>
                  <a:lnTo>
                    <a:pt x="461367" y="1566298"/>
                  </a:lnTo>
                  <a:lnTo>
                    <a:pt x="461961" y="1564188"/>
                  </a:lnTo>
                  <a:lnTo>
                    <a:pt x="462596" y="1562096"/>
                  </a:lnTo>
                  <a:lnTo>
                    <a:pt x="463273" y="1560021"/>
                  </a:lnTo>
                  <a:lnTo>
                    <a:pt x="463992" y="1557963"/>
                  </a:lnTo>
                  <a:lnTo>
                    <a:pt x="464753" y="1555923"/>
                  </a:lnTo>
                  <a:lnTo>
                    <a:pt x="465556" y="1553898"/>
                  </a:lnTo>
                  <a:lnTo>
                    <a:pt x="466402" y="1551884"/>
                  </a:lnTo>
                  <a:lnTo>
                    <a:pt x="467292" y="1549883"/>
                  </a:lnTo>
                  <a:lnTo>
                    <a:pt x="468225" y="1547894"/>
                  </a:lnTo>
                  <a:lnTo>
                    <a:pt x="469202" y="1545918"/>
                  </a:lnTo>
                  <a:lnTo>
                    <a:pt x="470222" y="1543953"/>
                  </a:lnTo>
                  <a:lnTo>
                    <a:pt x="471285" y="1542000"/>
                  </a:lnTo>
                  <a:lnTo>
                    <a:pt x="472392" y="1540060"/>
                  </a:lnTo>
                  <a:lnTo>
                    <a:pt x="473543" y="1538132"/>
                  </a:lnTo>
                  <a:lnTo>
                    <a:pt x="474736" y="1536216"/>
                  </a:lnTo>
                  <a:lnTo>
                    <a:pt x="475975" y="1534310"/>
                  </a:lnTo>
                  <a:lnTo>
                    <a:pt x="477261" y="1532413"/>
                  </a:lnTo>
                  <a:lnTo>
                    <a:pt x="478594" y="1530525"/>
                  </a:lnTo>
                  <a:lnTo>
                    <a:pt x="479973" y="1528645"/>
                  </a:lnTo>
                  <a:lnTo>
                    <a:pt x="481400" y="1526775"/>
                  </a:lnTo>
                  <a:lnTo>
                    <a:pt x="482873" y="1524912"/>
                  </a:lnTo>
                  <a:lnTo>
                    <a:pt x="484393" y="1523059"/>
                  </a:lnTo>
                  <a:lnTo>
                    <a:pt x="485960" y="1521214"/>
                  </a:lnTo>
                  <a:lnTo>
                    <a:pt x="487574" y="1519378"/>
                  </a:lnTo>
                  <a:lnTo>
                    <a:pt x="489235" y="1517550"/>
                  </a:lnTo>
                  <a:lnTo>
                    <a:pt x="504341" y="1517550"/>
                  </a:lnTo>
                  <a:lnTo>
                    <a:pt x="502730" y="1519379"/>
                  </a:lnTo>
                  <a:lnTo>
                    <a:pt x="501163" y="1521217"/>
                  </a:lnTo>
                  <a:lnTo>
                    <a:pt x="499640" y="1523067"/>
                  </a:lnTo>
                  <a:lnTo>
                    <a:pt x="498159" y="1524926"/>
                  </a:lnTo>
                  <a:lnTo>
                    <a:pt x="496723" y="1526796"/>
                  </a:lnTo>
                  <a:lnTo>
                    <a:pt x="495329" y="1528677"/>
                  </a:lnTo>
                  <a:lnTo>
                    <a:pt x="493979" y="1530568"/>
                  </a:lnTo>
                  <a:lnTo>
                    <a:pt x="492673" y="1532469"/>
                  </a:lnTo>
                  <a:lnTo>
                    <a:pt x="491410" y="1534381"/>
                  </a:lnTo>
                  <a:lnTo>
                    <a:pt x="490190" y="1536303"/>
                  </a:lnTo>
                  <a:lnTo>
                    <a:pt x="489030" y="1538220"/>
                  </a:lnTo>
                  <a:lnTo>
                    <a:pt x="487912" y="1540150"/>
                  </a:lnTo>
                  <a:lnTo>
                    <a:pt x="486835" y="1542095"/>
                  </a:lnTo>
                  <a:lnTo>
                    <a:pt x="485800" y="1544054"/>
                  </a:lnTo>
                  <a:lnTo>
                    <a:pt x="484807" y="1546026"/>
                  </a:lnTo>
                  <a:lnTo>
                    <a:pt x="483856" y="1548012"/>
                  </a:lnTo>
                  <a:lnTo>
                    <a:pt x="482946" y="1550013"/>
                  </a:lnTo>
                  <a:lnTo>
                    <a:pt x="482078" y="1552027"/>
                  </a:lnTo>
                  <a:lnTo>
                    <a:pt x="481251" y="1554055"/>
                  </a:lnTo>
                  <a:lnTo>
                    <a:pt x="480466" y="1556097"/>
                  </a:lnTo>
                  <a:lnTo>
                    <a:pt x="479721" y="1558137"/>
                  </a:lnTo>
                  <a:lnTo>
                    <a:pt x="479015" y="1560195"/>
                  </a:lnTo>
                  <a:lnTo>
                    <a:pt x="478346" y="1562269"/>
                  </a:lnTo>
                  <a:lnTo>
                    <a:pt x="477716" y="1564362"/>
                  </a:lnTo>
                  <a:lnTo>
                    <a:pt x="477124" y="1566471"/>
                  </a:lnTo>
                  <a:lnTo>
                    <a:pt x="476570" y="1568598"/>
                  </a:lnTo>
                  <a:lnTo>
                    <a:pt x="476054" y="1570743"/>
                  </a:lnTo>
                  <a:lnTo>
                    <a:pt x="475577" y="1572904"/>
                  </a:lnTo>
                  <a:lnTo>
                    <a:pt x="475138" y="1575084"/>
                  </a:lnTo>
                  <a:lnTo>
                    <a:pt x="474736" y="1577280"/>
                  </a:lnTo>
                  <a:lnTo>
                    <a:pt x="474390" y="1579496"/>
                  </a:lnTo>
                  <a:lnTo>
                    <a:pt x="474080" y="1581732"/>
                  </a:lnTo>
                  <a:lnTo>
                    <a:pt x="473807" y="1583989"/>
                  </a:lnTo>
                  <a:lnTo>
                    <a:pt x="473570" y="1586267"/>
                  </a:lnTo>
                  <a:lnTo>
                    <a:pt x="473369" y="1588566"/>
                  </a:lnTo>
                  <a:lnTo>
                    <a:pt x="473205" y="1590886"/>
                  </a:lnTo>
                  <a:lnTo>
                    <a:pt x="473077" y="1593226"/>
                  </a:lnTo>
                  <a:lnTo>
                    <a:pt x="472986" y="1595588"/>
                  </a:lnTo>
                  <a:lnTo>
                    <a:pt x="472932" y="1597970"/>
                  </a:lnTo>
                  <a:lnTo>
                    <a:pt x="472913" y="1600373"/>
                  </a:lnTo>
                  <a:lnTo>
                    <a:pt x="472932" y="1602776"/>
                  </a:lnTo>
                  <a:lnTo>
                    <a:pt x="472986" y="1605158"/>
                  </a:lnTo>
                  <a:lnTo>
                    <a:pt x="473077" y="1607520"/>
                  </a:lnTo>
                  <a:lnTo>
                    <a:pt x="473205" y="1609860"/>
                  </a:lnTo>
                  <a:lnTo>
                    <a:pt x="473369" y="1612180"/>
                  </a:lnTo>
                  <a:lnTo>
                    <a:pt x="473570" y="1614479"/>
                  </a:lnTo>
                  <a:lnTo>
                    <a:pt x="473807" y="1616757"/>
                  </a:lnTo>
                  <a:lnTo>
                    <a:pt x="474080" y="1619014"/>
                  </a:lnTo>
                  <a:lnTo>
                    <a:pt x="474390" y="1621251"/>
                  </a:lnTo>
                  <a:lnTo>
                    <a:pt x="474736" y="1623466"/>
                  </a:lnTo>
                  <a:lnTo>
                    <a:pt x="475138" y="1625664"/>
                  </a:lnTo>
                  <a:lnTo>
                    <a:pt x="475577" y="1627845"/>
                  </a:lnTo>
                  <a:lnTo>
                    <a:pt x="476054" y="1630011"/>
                  </a:lnTo>
                  <a:lnTo>
                    <a:pt x="476570" y="1632162"/>
                  </a:lnTo>
                  <a:lnTo>
                    <a:pt x="477124" y="1634297"/>
                  </a:lnTo>
                  <a:lnTo>
                    <a:pt x="477716" y="1636416"/>
                  </a:lnTo>
                  <a:lnTo>
                    <a:pt x="478346" y="1638519"/>
                  </a:lnTo>
                  <a:lnTo>
                    <a:pt x="479015" y="1640607"/>
                  </a:lnTo>
                  <a:lnTo>
                    <a:pt x="479721" y="1642680"/>
                  </a:lnTo>
                  <a:lnTo>
                    <a:pt x="480466" y="1644736"/>
                  </a:lnTo>
                  <a:lnTo>
                    <a:pt x="481251" y="1646778"/>
                  </a:lnTo>
                  <a:lnTo>
                    <a:pt x="482078" y="1648806"/>
                  </a:lnTo>
                  <a:lnTo>
                    <a:pt x="482946" y="1650820"/>
                  </a:lnTo>
                  <a:lnTo>
                    <a:pt x="483856" y="1652821"/>
                  </a:lnTo>
                  <a:lnTo>
                    <a:pt x="484807" y="1654807"/>
                  </a:lnTo>
                  <a:lnTo>
                    <a:pt x="485800" y="1656779"/>
                  </a:lnTo>
                  <a:lnTo>
                    <a:pt x="486835" y="1658738"/>
                  </a:lnTo>
                  <a:lnTo>
                    <a:pt x="487912" y="1660683"/>
                  </a:lnTo>
                  <a:lnTo>
                    <a:pt x="489030" y="1662614"/>
                  </a:lnTo>
                  <a:lnTo>
                    <a:pt x="490190" y="1664530"/>
                  </a:lnTo>
                  <a:lnTo>
                    <a:pt x="491410" y="1666436"/>
                  </a:lnTo>
                  <a:lnTo>
                    <a:pt x="492673" y="1668333"/>
                  </a:lnTo>
                  <a:lnTo>
                    <a:pt x="493979" y="1670221"/>
                  </a:lnTo>
                  <a:lnTo>
                    <a:pt x="495329" y="1672101"/>
                  </a:lnTo>
                  <a:lnTo>
                    <a:pt x="496723" y="1673972"/>
                  </a:lnTo>
                  <a:lnTo>
                    <a:pt x="498159" y="1675834"/>
                  </a:lnTo>
                  <a:lnTo>
                    <a:pt x="499640" y="1677687"/>
                  </a:lnTo>
                  <a:lnTo>
                    <a:pt x="501163" y="1679532"/>
                  </a:lnTo>
                  <a:lnTo>
                    <a:pt x="502730" y="1681368"/>
                  </a:lnTo>
                  <a:lnTo>
                    <a:pt x="504341" y="1683196"/>
                  </a:lnTo>
                  <a:lnTo>
                    <a:pt x="489235" y="1683196"/>
                  </a:lnTo>
                  <a:lnTo>
                    <a:pt x="487574" y="1681368"/>
                  </a:lnTo>
                  <a:lnTo>
                    <a:pt x="485960" y="1679532"/>
                  </a:lnTo>
                  <a:lnTo>
                    <a:pt x="484393" y="1677687"/>
                  </a:lnTo>
                  <a:lnTo>
                    <a:pt x="482873" y="1675834"/>
                  </a:lnTo>
                  <a:lnTo>
                    <a:pt x="481400" y="1673972"/>
                  </a:lnTo>
                  <a:lnTo>
                    <a:pt x="479973" y="1672101"/>
                  </a:lnTo>
                  <a:lnTo>
                    <a:pt x="478594" y="1670221"/>
                  </a:lnTo>
                  <a:lnTo>
                    <a:pt x="477261" y="1668333"/>
                  </a:lnTo>
                  <a:lnTo>
                    <a:pt x="475975" y="1666436"/>
                  </a:lnTo>
                  <a:lnTo>
                    <a:pt x="474736" y="1664530"/>
                  </a:lnTo>
                  <a:lnTo>
                    <a:pt x="473543" y="1662614"/>
                  </a:lnTo>
                  <a:lnTo>
                    <a:pt x="472392" y="1660686"/>
                  </a:lnTo>
                  <a:lnTo>
                    <a:pt x="471285" y="1658746"/>
                  </a:lnTo>
                  <a:lnTo>
                    <a:pt x="470222" y="1656793"/>
                  </a:lnTo>
                  <a:lnTo>
                    <a:pt x="469202" y="1654829"/>
                  </a:lnTo>
                  <a:lnTo>
                    <a:pt x="468225" y="1652852"/>
                  </a:lnTo>
                  <a:lnTo>
                    <a:pt x="467292" y="1650863"/>
                  </a:lnTo>
                  <a:lnTo>
                    <a:pt x="466402" y="1648862"/>
                  </a:lnTo>
                  <a:lnTo>
                    <a:pt x="465556" y="1646849"/>
                  </a:lnTo>
                  <a:lnTo>
                    <a:pt x="464753" y="1644823"/>
                  </a:lnTo>
                  <a:lnTo>
                    <a:pt x="463992" y="1642784"/>
                  </a:lnTo>
                  <a:lnTo>
                    <a:pt x="463273" y="1640729"/>
                  </a:lnTo>
                  <a:lnTo>
                    <a:pt x="462596" y="1638658"/>
                  </a:lnTo>
                  <a:lnTo>
                    <a:pt x="461961" y="1636572"/>
                  </a:lnTo>
                  <a:lnTo>
                    <a:pt x="461367" y="1634470"/>
                  </a:lnTo>
                  <a:lnTo>
                    <a:pt x="460815" y="1632353"/>
                  </a:lnTo>
                  <a:lnTo>
                    <a:pt x="460304" y="1630220"/>
                  </a:lnTo>
                  <a:lnTo>
                    <a:pt x="459835" y="1628071"/>
                  </a:lnTo>
                  <a:lnTo>
                    <a:pt x="459408" y="1625907"/>
                  </a:lnTo>
                  <a:lnTo>
                    <a:pt x="459023" y="1623727"/>
                  </a:lnTo>
                  <a:lnTo>
                    <a:pt x="458676" y="1621510"/>
                  </a:lnTo>
                  <a:lnTo>
                    <a:pt x="458366" y="1619271"/>
                  </a:lnTo>
                  <a:lnTo>
                    <a:pt x="458093" y="1617010"/>
                  </a:lnTo>
                  <a:lnTo>
                    <a:pt x="457856" y="1614726"/>
                  </a:lnTo>
                  <a:lnTo>
                    <a:pt x="457655" y="1612419"/>
                  </a:lnTo>
                  <a:lnTo>
                    <a:pt x="457491" y="1610090"/>
                  </a:lnTo>
                  <a:lnTo>
                    <a:pt x="457364" y="1607738"/>
                  </a:lnTo>
                  <a:lnTo>
                    <a:pt x="457272" y="1605363"/>
                  </a:lnTo>
                  <a:lnTo>
                    <a:pt x="457218" y="1602966"/>
                  </a:lnTo>
                  <a:lnTo>
                    <a:pt x="457200" y="16005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h61"/>
            <p:cNvSpPr/>
            <p:nvPr/>
          </p:nvSpPr>
          <p:spPr>
            <a:xfrm>
              <a:off x="825156" y="519384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h62"/>
            <p:cNvSpPr/>
            <p:nvPr/>
          </p:nvSpPr>
          <p:spPr>
            <a:xfrm>
              <a:off x="890095" y="519384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h63"/>
            <p:cNvSpPr/>
            <p:nvPr/>
          </p:nvSpPr>
          <p:spPr>
            <a:xfrm>
              <a:off x="965365" y="443420"/>
              <a:ext cx="474129" cy="1676164"/>
            </a:xfrm>
            <a:custGeom>
              <a:avLst/>
              <a:pathLst>
                <a:path w="474129" h="1676164">
                  <a:moveTo>
                    <a:pt x="457200" y="1600200"/>
                  </a:moveTo>
                  <a:lnTo>
                    <a:pt x="457200" y="1582229"/>
                  </a:lnTo>
                  <a:lnTo>
                    <a:pt x="474129" y="1582229"/>
                  </a:lnTo>
                  <a:lnTo>
                    <a:pt x="474129" y="1600200"/>
                  </a:lnTo>
                  <a:close/>
                  <a:moveTo>
                    <a:pt x="457200" y="1676164"/>
                  </a:moveTo>
                  <a:lnTo>
                    <a:pt x="457200" y="1658193"/>
                  </a:lnTo>
                  <a:lnTo>
                    <a:pt x="474129" y="1658193"/>
                  </a:lnTo>
                  <a:lnTo>
                    <a:pt x="474129" y="167616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h64"/>
            <p:cNvSpPr/>
            <p:nvPr/>
          </p:nvSpPr>
          <p:spPr>
            <a:xfrm>
              <a:off x="1053831" y="519384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h65"/>
            <p:cNvSpPr/>
            <p:nvPr/>
          </p:nvSpPr>
          <p:spPr>
            <a:xfrm>
              <a:off x="1161049" y="473545"/>
              <a:ext cx="457200" cy="1682849"/>
            </a:xfrm>
            <a:custGeom>
              <a:avLst/>
              <a:pathLst>
                <a:path w="457200" h="1682849">
                  <a:moveTo>
                    <a:pt x="457200" y="1600200"/>
                  </a:moveTo>
                  <a:lnTo>
                    <a:pt x="457181" y="1602619"/>
                  </a:lnTo>
                  <a:lnTo>
                    <a:pt x="457127" y="1605016"/>
                  </a:lnTo>
                  <a:lnTo>
                    <a:pt x="457035" y="1607391"/>
                  </a:lnTo>
                  <a:lnTo>
                    <a:pt x="456908" y="1609742"/>
                  </a:lnTo>
                  <a:lnTo>
                    <a:pt x="456744" y="1612072"/>
                  </a:lnTo>
                  <a:lnTo>
                    <a:pt x="456543" y="1614378"/>
                  </a:lnTo>
                  <a:lnTo>
                    <a:pt x="456306" y="1616662"/>
                  </a:lnTo>
                  <a:lnTo>
                    <a:pt x="456033" y="1618924"/>
                  </a:lnTo>
                  <a:lnTo>
                    <a:pt x="455723" y="1621163"/>
                  </a:lnTo>
                  <a:lnTo>
                    <a:pt x="455376" y="1623379"/>
                  </a:lnTo>
                  <a:lnTo>
                    <a:pt x="454991" y="1625559"/>
                  </a:lnTo>
                  <a:lnTo>
                    <a:pt x="454564" y="1627724"/>
                  </a:lnTo>
                  <a:lnTo>
                    <a:pt x="454095" y="1629872"/>
                  </a:lnTo>
                  <a:lnTo>
                    <a:pt x="453584" y="1632006"/>
                  </a:lnTo>
                  <a:lnTo>
                    <a:pt x="453032" y="1634123"/>
                  </a:lnTo>
                  <a:lnTo>
                    <a:pt x="452438" y="1636225"/>
                  </a:lnTo>
                  <a:lnTo>
                    <a:pt x="451803" y="1638311"/>
                  </a:lnTo>
                  <a:lnTo>
                    <a:pt x="451126" y="1640382"/>
                  </a:lnTo>
                  <a:lnTo>
                    <a:pt x="450407" y="1642437"/>
                  </a:lnTo>
                  <a:lnTo>
                    <a:pt x="449646" y="1644476"/>
                  </a:lnTo>
                  <a:lnTo>
                    <a:pt x="448843" y="1646501"/>
                  </a:lnTo>
                  <a:lnTo>
                    <a:pt x="447997" y="1648515"/>
                  </a:lnTo>
                  <a:lnTo>
                    <a:pt x="447107" y="1650516"/>
                  </a:lnTo>
                  <a:lnTo>
                    <a:pt x="446174" y="1652505"/>
                  </a:lnTo>
                  <a:lnTo>
                    <a:pt x="445197" y="1654481"/>
                  </a:lnTo>
                  <a:lnTo>
                    <a:pt x="444177" y="1656446"/>
                  </a:lnTo>
                  <a:lnTo>
                    <a:pt x="443114" y="1658399"/>
                  </a:lnTo>
                  <a:lnTo>
                    <a:pt x="442007" y="1660339"/>
                  </a:lnTo>
                  <a:lnTo>
                    <a:pt x="440856" y="1662267"/>
                  </a:lnTo>
                  <a:lnTo>
                    <a:pt x="439663" y="1664183"/>
                  </a:lnTo>
                  <a:lnTo>
                    <a:pt x="438424" y="1666089"/>
                  </a:lnTo>
                  <a:lnTo>
                    <a:pt x="437138" y="1667986"/>
                  </a:lnTo>
                  <a:lnTo>
                    <a:pt x="435805" y="1669874"/>
                  </a:lnTo>
                  <a:lnTo>
                    <a:pt x="434426" y="1671754"/>
                  </a:lnTo>
                  <a:lnTo>
                    <a:pt x="432999" y="1673624"/>
                  </a:lnTo>
                  <a:lnTo>
                    <a:pt x="431526" y="1675487"/>
                  </a:lnTo>
                  <a:lnTo>
                    <a:pt x="430006" y="1677340"/>
                  </a:lnTo>
                  <a:lnTo>
                    <a:pt x="428439" y="1679185"/>
                  </a:lnTo>
                  <a:lnTo>
                    <a:pt x="426825" y="1681021"/>
                  </a:lnTo>
                  <a:lnTo>
                    <a:pt x="425164" y="1682849"/>
                  </a:lnTo>
                  <a:lnTo>
                    <a:pt x="410058" y="1682849"/>
                  </a:lnTo>
                  <a:lnTo>
                    <a:pt x="411668" y="1681021"/>
                  </a:lnTo>
                  <a:lnTo>
                    <a:pt x="413232" y="1679185"/>
                  </a:lnTo>
                  <a:lnTo>
                    <a:pt x="414751" y="1677340"/>
                  </a:lnTo>
                  <a:lnTo>
                    <a:pt x="416226" y="1675487"/>
                  </a:lnTo>
                  <a:lnTo>
                    <a:pt x="417655" y="1673624"/>
                  </a:lnTo>
                  <a:lnTo>
                    <a:pt x="419038" y="1671754"/>
                  </a:lnTo>
                  <a:lnTo>
                    <a:pt x="420377" y="1669874"/>
                  </a:lnTo>
                  <a:lnTo>
                    <a:pt x="421671" y="1667986"/>
                  </a:lnTo>
                  <a:lnTo>
                    <a:pt x="422919" y="1666089"/>
                  </a:lnTo>
                  <a:lnTo>
                    <a:pt x="424122" y="1664183"/>
                  </a:lnTo>
                  <a:lnTo>
                    <a:pt x="425299" y="1662266"/>
                  </a:lnTo>
                  <a:lnTo>
                    <a:pt x="426432" y="1660335"/>
                  </a:lnTo>
                  <a:lnTo>
                    <a:pt x="427521" y="1658391"/>
                  </a:lnTo>
                  <a:lnTo>
                    <a:pt x="428567" y="1656432"/>
                  </a:lnTo>
                  <a:lnTo>
                    <a:pt x="429570" y="1654460"/>
                  </a:lnTo>
                  <a:lnTo>
                    <a:pt x="430530" y="1652473"/>
                  </a:lnTo>
                  <a:lnTo>
                    <a:pt x="431445" y="1650473"/>
                  </a:lnTo>
                  <a:lnTo>
                    <a:pt x="432318" y="1648459"/>
                  </a:lnTo>
                  <a:lnTo>
                    <a:pt x="433147" y="1646431"/>
                  </a:lnTo>
                  <a:lnTo>
                    <a:pt x="433933" y="1644389"/>
                  </a:lnTo>
                  <a:lnTo>
                    <a:pt x="434677" y="1642332"/>
                  </a:lnTo>
                  <a:lnTo>
                    <a:pt x="435381" y="1640260"/>
                  </a:lnTo>
                  <a:lnTo>
                    <a:pt x="436045" y="1638172"/>
                  </a:lnTo>
                  <a:lnTo>
                    <a:pt x="436669" y="1636069"/>
                  </a:lnTo>
                  <a:lnTo>
                    <a:pt x="437253" y="1633949"/>
                  </a:lnTo>
                  <a:lnTo>
                    <a:pt x="437798" y="1631815"/>
                  </a:lnTo>
                  <a:lnTo>
                    <a:pt x="438302" y="1629664"/>
                  </a:lnTo>
                  <a:lnTo>
                    <a:pt x="438767" y="1627498"/>
                  </a:lnTo>
                  <a:lnTo>
                    <a:pt x="439191" y="1625316"/>
                  </a:lnTo>
                  <a:lnTo>
                    <a:pt x="439576" y="1623119"/>
                  </a:lnTo>
                  <a:lnTo>
                    <a:pt x="439939" y="1620903"/>
                  </a:lnTo>
                  <a:lnTo>
                    <a:pt x="440263" y="1618667"/>
                  </a:lnTo>
                  <a:lnTo>
                    <a:pt x="440550" y="1616410"/>
                  </a:lnTo>
                  <a:lnTo>
                    <a:pt x="440798" y="1614132"/>
                  </a:lnTo>
                  <a:lnTo>
                    <a:pt x="441008" y="1611833"/>
                  </a:lnTo>
                  <a:lnTo>
                    <a:pt x="441180" y="1609513"/>
                  </a:lnTo>
                  <a:lnTo>
                    <a:pt x="441314" y="1607173"/>
                  </a:lnTo>
                  <a:lnTo>
                    <a:pt x="441409" y="1604811"/>
                  </a:lnTo>
                  <a:lnTo>
                    <a:pt x="441467" y="1602429"/>
                  </a:lnTo>
                  <a:lnTo>
                    <a:pt x="441486" y="1600026"/>
                  </a:lnTo>
                  <a:lnTo>
                    <a:pt x="441467" y="1597623"/>
                  </a:lnTo>
                  <a:lnTo>
                    <a:pt x="441409" y="1595241"/>
                  </a:lnTo>
                  <a:lnTo>
                    <a:pt x="441314" y="1592879"/>
                  </a:lnTo>
                  <a:lnTo>
                    <a:pt x="441180" y="1590539"/>
                  </a:lnTo>
                  <a:lnTo>
                    <a:pt x="441008" y="1588219"/>
                  </a:lnTo>
                  <a:lnTo>
                    <a:pt x="440798" y="1585920"/>
                  </a:lnTo>
                  <a:lnTo>
                    <a:pt x="440550" y="1583642"/>
                  </a:lnTo>
                  <a:lnTo>
                    <a:pt x="440263" y="1581385"/>
                  </a:lnTo>
                  <a:lnTo>
                    <a:pt x="439939" y="1579148"/>
                  </a:lnTo>
                  <a:lnTo>
                    <a:pt x="439576" y="1576933"/>
                  </a:lnTo>
                  <a:lnTo>
                    <a:pt x="439191" y="1574736"/>
                  </a:lnTo>
                  <a:lnTo>
                    <a:pt x="438767" y="1572557"/>
                  </a:lnTo>
                  <a:lnTo>
                    <a:pt x="438302" y="1570395"/>
                  </a:lnTo>
                  <a:lnTo>
                    <a:pt x="437798" y="1568251"/>
                  </a:lnTo>
                  <a:lnTo>
                    <a:pt x="437253" y="1566124"/>
                  </a:lnTo>
                  <a:lnTo>
                    <a:pt x="436669" y="1564014"/>
                  </a:lnTo>
                  <a:lnTo>
                    <a:pt x="436045" y="1561922"/>
                  </a:lnTo>
                  <a:lnTo>
                    <a:pt x="435381" y="1559847"/>
                  </a:lnTo>
                  <a:lnTo>
                    <a:pt x="434677" y="1557790"/>
                  </a:lnTo>
                  <a:lnTo>
                    <a:pt x="433933" y="1555750"/>
                  </a:lnTo>
                  <a:lnTo>
                    <a:pt x="433147" y="1553708"/>
                  </a:lnTo>
                  <a:lnTo>
                    <a:pt x="432318" y="1551680"/>
                  </a:lnTo>
                  <a:lnTo>
                    <a:pt x="431445" y="1549665"/>
                  </a:lnTo>
                  <a:lnTo>
                    <a:pt x="430530" y="1547665"/>
                  </a:lnTo>
                  <a:lnTo>
                    <a:pt x="429570" y="1545679"/>
                  </a:lnTo>
                  <a:lnTo>
                    <a:pt x="428567" y="1543706"/>
                  </a:lnTo>
                  <a:lnTo>
                    <a:pt x="427521" y="1541748"/>
                  </a:lnTo>
                  <a:lnTo>
                    <a:pt x="426432" y="1539803"/>
                  </a:lnTo>
                  <a:lnTo>
                    <a:pt x="425299" y="1537872"/>
                  </a:lnTo>
                  <a:lnTo>
                    <a:pt x="424122" y="1535955"/>
                  </a:lnTo>
                  <a:lnTo>
                    <a:pt x="422919" y="1534033"/>
                  </a:lnTo>
                  <a:lnTo>
                    <a:pt x="421671" y="1532122"/>
                  </a:lnTo>
                  <a:lnTo>
                    <a:pt x="420377" y="1530220"/>
                  </a:lnTo>
                  <a:lnTo>
                    <a:pt x="419038" y="1528329"/>
                  </a:lnTo>
                  <a:lnTo>
                    <a:pt x="417655" y="1526449"/>
                  </a:lnTo>
                  <a:lnTo>
                    <a:pt x="416226" y="1524579"/>
                  </a:lnTo>
                  <a:lnTo>
                    <a:pt x="414751" y="1522719"/>
                  </a:lnTo>
                  <a:lnTo>
                    <a:pt x="413232" y="1520870"/>
                  </a:lnTo>
                  <a:lnTo>
                    <a:pt x="411668" y="1519031"/>
                  </a:lnTo>
                  <a:lnTo>
                    <a:pt x="410058" y="1517203"/>
                  </a:lnTo>
                  <a:lnTo>
                    <a:pt x="425164" y="1517203"/>
                  </a:lnTo>
                  <a:lnTo>
                    <a:pt x="426825" y="1519031"/>
                  </a:lnTo>
                  <a:lnTo>
                    <a:pt x="428439" y="1520867"/>
                  </a:lnTo>
                  <a:lnTo>
                    <a:pt x="430006" y="1522712"/>
                  </a:lnTo>
                  <a:lnTo>
                    <a:pt x="431526" y="1524565"/>
                  </a:lnTo>
                  <a:lnTo>
                    <a:pt x="432999" y="1526427"/>
                  </a:lnTo>
                  <a:lnTo>
                    <a:pt x="434426" y="1528298"/>
                  </a:lnTo>
                  <a:lnTo>
                    <a:pt x="435805" y="1530178"/>
                  </a:lnTo>
                  <a:lnTo>
                    <a:pt x="437138" y="1532066"/>
                  </a:lnTo>
                  <a:lnTo>
                    <a:pt x="438424" y="1533963"/>
                  </a:lnTo>
                  <a:lnTo>
                    <a:pt x="439663" y="1535869"/>
                  </a:lnTo>
                  <a:lnTo>
                    <a:pt x="440856" y="1537785"/>
                  </a:lnTo>
                  <a:lnTo>
                    <a:pt x="442007" y="1539713"/>
                  </a:lnTo>
                  <a:lnTo>
                    <a:pt x="443114" y="1541653"/>
                  </a:lnTo>
                  <a:lnTo>
                    <a:pt x="444177" y="1543606"/>
                  </a:lnTo>
                  <a:lnTo>
                    <a:pt x="445197" y="1545570"/>
                  </a:lnTo>
                  <a:lnTo>
                    <a:pt x="446174" y="1547547"/>
                  </a:lnTo>
                  <a:lnTo>
                    <a:pt x="447107" y="1549536"/>
                  </a:lnTo>
                  <a:lnTo>
                    <a:pt x="447997" y="1551537"/>
                  </a:lnTo>
                  <a:lnTo>
                    <a:pt x="448843" y="1553550"/>
                  </a:lnTo>
                  <a:lnTo>
                    <a:pt x="449646" y="1555576"/>
                  </a:lnTo>
                  <a:lnTo>
                    <a:pt x="450407" y="1557616"/>
                  </a:lnTo>
                  <a:lnTo>
                    <a:pt x="451126" y="1559674"/>
                  </a:lnTo>
                  <a:lnTo>
                    <a:pt x="451803" y="1561749"/>
                  </a:lnTo>
                  <a:lnTo>
                    <a:pt x="452438" y="1563841"/>
                  </a:lnTo>
                  <a:lnTo>
                    <a:pt x="453032" y="1565950"/>
                  </a:lnTo>
                  <a:lnTo>
                    <a:pt x="453584" y="1568077"/>
                  </a:lnTo>
                  <a:lnTo>
                    <a:pt x="454095" y="1570222"/>
                  </a:lnTo>
                  <a:lnTo>
                    <a:pt x="454564" y="1572384"/>
                  </a:lnTo>
                  <a:lnTo>
                    <a:pt x="454991" y="1574563"/>
                  </a:lnTo>
                  <a:lnTo>
                    <a:pt x="455376" y="1576759"/>
                  </a:lnTo>
                  <a:lnTo>
                    <a:pt x="455723" y="1578975"/>
                  </a:lnTo>
                  <a:lnTo>
                    <a:pt x="456033" y="1581211"/>
                  </a:lnTo>
                  <a:lnTo>
                    <a:pt x="456306" y="1583468"/>
                  </a:lnTo>
                  <a:lnTo>
                    <a:pt x="456543" y="1585746"/>
                  </a:lnTo>
                  <a:lnTo>
                    <a:pt x="456744" y="1588045"/>
                  </a:lnTo>
                  <a:lnTo>
                    <a:pt x="456908" y="1590365"/>
                  </a:lnTo>
                  <a:lnTo>
                    <a:pt x="457035" y="1592706"/>
                  </a:lnTo>
                  <a:lnTo>
                    <a:pt x="457127" y="1595067"/>
                  </a:lnTo>
                  <a:lnTo>
                    <a:pt x="457181" y="1597449"/>
                  </a:lnTo>
                  <a:lnTo>
                    <a:pt x="457200" y="159985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h66"/>
            <p:cNvSpPr/>
            <p:nvPr/>
          </p:nvSpPr>
          <p:spPr>
            <a:xfrm>
              <a:off x="457638" y="228367"/>
              <a:ext cx="511175" cy="1600200"/>
            </a:xfrm>
            <a:custGeom>
              <a:avLst/>
              <a:pathLst>
                <a:path w="511175" h="1600200">
                  <a:moveTo>
                    <a:pt x="457200" y="1600200"/>
                  </a:moveTo>
                  <a:lnTo>
                    <a:pt x="457200" y="1464766"/>
                  </a:lnTo>
                  <a:lnTo>
                    <a:pt x="511175" y="1464766"/>
                  </a:lnTo>
                  <a:lnTo>
                    <a:pt x="511175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h67"/>
            <p:cNvSpPr/>
            <p:nvPr/>
          </p:nvSpPr>
          <p:spPr>
            <a:xfrm>
              <a:off x="531853" y="228367"/>
              <a:ext cx="511175" cy="1600200"/>
            </a:xfrm>
            <a:custGeom>
              <a:avLst/>
              <a:pathLst>
                <a:path w="511175" h="1600200">
                  <a:moveTo>
                    <a:pt x="457200" y="1600200"/>
                  </a:moveTo>
                  <a:lnTo>
                    <a:pt x="457200" y="1464766"/>
                  </a:lnTo>
                  <a:lnTo>
                    <a:pt x="511175" y="1464766"/>
                  </a:lnTo>
                  <a:lnTo>
                    <a:pt x="511175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h68"/>
            <p:cNvSpPr/>
            <p:nvPr/>
          </p:nvSpPr>
          <p:spPr>
            <a:xfrm>
              <a:off x="606069" y="228367"/>
              <a:ext cx="511175" cy="1600200"/>
            </a:xfrm>
            <a:custGeom>
              <a:avLst/>
              <a:pathLst>
                <a:path w="511175" h="1600200">
                  <a:moveTo>
                    <a:pt x="457200" y="1600200"/>
                  </a:moveTo>
                  <a:lnTo>
                    <a:pt x="457200" y="1464766"/>
                  </a:lnTo>
                  <a:lnTo>
                    <a:pt x="511175" y="1464766"/>
                  </a:lnTo>
                  <a:lnTo>
                    <a:pt x="511175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h69"/>
            <p:cNvSpPr/>
            <p:nvPr/>
          </p:nvSpPr>
          <p:spPr>
            <a:xfrm>
              <a:off x="680285" y="228367"/>
              <a:ext cx="511175" cy="1600200"/>
            </a:xfrm>
            <a:custGeom>
              <a:avLst/>
              <a:pathLst>
                <a:path w="511175" h="1600200">
                  <a:moveTo>
                    <a:pt x="457200" y="1600200"/>
                  </a:moveTo>
                  <a:lnTo>
                    <a:pt x="457200" y="1464766"/>
                  </a:lnTo>
                  <a:lnTo>
                    <a:pt x="511175" y="1464766"/>
                  </a:lnTo>
                  <a:lnTo>
                    <a:pt x="511175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h70"/>
            <p:cNvSpPr/>
            <p:nvPr/>
          </p:nvSpPr>
          <p:spPr>
            <a:xfrm>
              <a:off x="754500" y="228367"/>
              <a:ext cx="511175" cy="1600200"/>
            </a:xfrm>
            <a:custGeom>
              <a:avLst/>
              <a:pathLst>
                <a:path w="511175" h="1600200">
                  <a:moveTo>
                    <a:pt x="457200" y="1600200"/>
                  </a:moveTo>
                  <a:lnTo>
                    <a:pt x="457200" y="1464766"/>
                  </a:lnTo>
                  <a:lnTo>
                    <a:pt x="511175" y="1464766"/>
                  </a:lnTo>
                  <a:lnTo>
                    <a:pt x="511175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h71"/>
            <p:cNvSpPr/>
            <p:nvPr/>
          </p:nvSpPr>
          <p:spPr>
            <a:xfrm>
              <a:off x="828716" y="228367"/>
              <a:ext cx="511175" cy="1600200"/>
            </a:xfrm>
            <a:custGeom>
              <a:avLst/>
              <a:pathLst>
                <a:path w="511175" h="1600200">
                  <a:moveTo>
                    <a:pt x="457200" y="1600200"/>
                  </a:moveTo>
                  <a:lnTo>
                    <a:pt x="457200" y="1464766"/>
                  </a:lnTo>
                  <a:lnTo>
                    <a:pt x="511175" y="1464766"/>
                  </a:lnTo>
                  <a:lnTo>
                    <a:pt x="511175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h72"/>
            <p:cNvSpPr/>
            <p:nvPr/>
          </p:nvSpPr>
          <p:spPr>
            <a:xfrm>
              <a:off x="902931" y="228367"/>
              <a:ext cx="511175" cy="1600200"/>
            </a:xfrm>
            <a:custGeom>
              <a:avLst/>
              <a:pathLst>
                <a:path w="511175" h="1600200">
                  <a:moveTo>
                    <a:pt x="457200" y="1600200"/>
                  </a:moveTo>
                  <a:lnTo>
                    <a:pt x="457200" y="1464766"/>
                  </a:lnTo>
                  <a:lnTo>
                    <a:pt x="511175" y="1464766"/>
                  </a:lnTo>
                  <a:lnTo>
                    <a:pt x="511175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h73"/>
            <p:cNvSpPr/>
            <p:nvPr/>
          </p:nvSpPr>
          <p:spPr>
            <a:xfrm>
              <a:off x="977147" y="228367"/>
              <a:ext cx="511175" cy="1600200"/>
            </a:xfrm>
            <a:custGeom>
              <a:avLst/>
              <a:pathLst>
                <a:path w="511175" h="1600200">
                  <a:moveTo>
                    <a:pt x="457200" y="1600200"/>
                  </a:moveTo>
                  <a:lnTo>
                    <a:pt x="457200" y="1464766"/>
                  </a:lnTo>
                  <a:lnTo>
                    <a:pt x="511175" y="1464766"/>
                  </a:lnTo>
                  <a:lnTo>
                    <a:pt x="511175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h74"/>
            <p:cNvSpPr/>
            <p:nvPr/>
          </p:nvSpPr>
          <p:spPr>
            <a:xfrm>
              <a:off x="1140660" y="270535"/>
              <a:ext cx="485080" cy="1600200"/>
            </a:xfrm>
            <a:custGeom>
              <a:avLst/>
              <a:pathLst>
                <a:path w="485080" h="1600200">
                  <a:moveTo>
                    <a:pt x="457200" y="1600200"/>
                  </a:moveTo>
                  <a:lnTo>
                    <a:pt x="455692" y="1597998"/>
                  </a:lnTo>
                  <a:lnTo>
                    <a:pt x="454227" y="1595798"/>
                  </a:lnTo>
                  <a:lnTo>
                    <a:pt x="452803" y="1593600"/>
                  </a:lnTo>
                  <a:lnTo>
                    <a:pt x="451421" y="1591405"/>
                  </a:lnTo>
                  <a:lnTo>
                    <a:pt x="450081" y="1589211"/>
                  </a:lnTo>
                  <a:lnTo>
                    <a:pt x="448782" y="1587019"/>
                  </a:lnTo>
                  <a:lnTo>
                    <a:pt x="447525" y="1584830"/>
                  </a:lnTo>
                  <a:lnTo>
                    <a:pt x="446309" y="1582642"/>
                  </a:lnTo>
                  <a:lnTo>
                    <a:pt x="445135" y="1580456"/>
                  </a:lnTo>
                  <a:lnTo>
                    <a:pt x="444003" y="1578272"/>
                  </a:lnTo>
                  <a:lnTo>
                    <a:pt x="442911" y="1576083"/>
                  </a:lnTo>
                  <a:lnTo>
                    <a:pt x="441856" y="1573883"/>
                  </a:lnTo>
                  <a:lnTo>
                    <a:pt x="440839" y="1571670"/>
                  </a:lnTo>
                  <a:lnTo>
                    <a:pt x="439860" y="1569446"/>
                  </a:lnTo>
                  <a:lnTo>
                    <a:pt x="438918" y="1567209"/>
                  </a:lnTo>
                  <a:lnTo>
                    <a:pt x="438015" y="1564961"/>
                  </a:lnTo>
                  <a:lnTo>
                    <a:pt x="437148" y="1562701"/>
                  </a:lnTo>
                  <a:lnTo>
                    <a:pt x="436320" y="1560429"/>
                  </a:lnTo>
                  <a:lnTo>
                    <a:pt x="435529" y="1558145"/>
                  </a:lnTo>
                  <a:lnTo>
                    <a:pt x="434776" y="1555849"/>
                  </a:lnTo>
                  <a:lnTo>
                    <a:pt x="434080" y="1553538"/>
                  </a:lnTo>
                  <a:lnTo>
                    <a:pt x="433419" y="1551209"/>
                  </a:lnTo>
                  <a:lnTo>
                    <a:pt x="432794" y="1548863"/>
                  </a:lnTo>
                  <a:lnTo>
                    <a:pt x="432204" y="1546498"/>
                  </a:lnTo>
                  <a:lnTo>
                    <a:pt x="431651" y="1544116"/>
                  </a:lnTo>
                  <a:lnTo>
                    <a:pt x="431133" y="1541716"/>
                  </a:lnTo>
                  <a:lnTo>
                    <a:pt x="430651" y="1539298"/>
                  </a:lnTo>
                  <a:lnTo>
                    <a:pt x="430204" y="1536862"/>
                  </a:lnTo>
                  <a:lnTo>
                    <a:pt x="429793" y="1534409"/>
                  </a:lnTo>
                  <a:lnTo>
                    <a:pt x="429418" y="1531937"/>
                  </a:lnTo>
                  <a:lnTo>
                    <a:pt x="429098" y="1529421"/>
                  </a:lnTo>
                  <a:lnTo>
                    <a:pt x="428811" y="1526873"/>
                  </a:lnTo>
                  <a:lnTo>
                    <a:pt x="428558" y="1524293"/>
                  </a:lnTo>
                  <a:lnTo>
                    <a:pt x="428339" y="1521682"/>
                  </a:lnTo>
                  <a:lnTo>
                    <a:pt x="428153" y="1519039"/>
                  </a:lnTo>
                  <a:lnTo>
                    <a:pt x="428001" y="1516364"/>
                  </a:lnTo>
                  <a:lnTo>
                    <a:pt x="427883" y="1513657"/>
                  </a:lnTo>
                  <a:lnTo>
                    <a:pt x="427799" y="1510919"/>
                  </a:lnTo>
                  <a:lnTo>
                    <a:pt x="427748" y="1508148"/>
                  </a:lnTo>
                  <a:lnTo>
                    <a:pt x="427732" y="1505346"/>
                  </a:lnTo>
                  <a:lnTo>
                    <a:pt x="427748" y="1502528"/>
                  </a:lnTo>
                  <a:lnTo>
                    <a:pt x="427799" y="1499746"/>
                  </a:lnTo>
                  <a:lnTo>
                    <a:pt x="427883" y="1497003"/>
                  </a:lnTo>
                  <a:lnTo>
                    <a:pt x="428001" y="1494297"/>
                  </a:lnTo>
                  <a:lnTo>
                    <a:pt x="428153" y="1491629"/>
                  </a:lnTo>
                  <a:lnTo>
                    <a:pt x="428339" y="1488999"/>
                  </a:lnTo>
                  <a:lnTo>
                    <a:pt x="428558" y="1486407"/>
                  </a:lnTo>
                  <a:lnTo>
                    <a:pt x="428811" y="1483852"/>
                  </a:lnTo>
                  <a:lnTo>
                    <a:pt x="429098" y="1481334"/>
                  </a:lnTo>
                  <a:lnTo>
                    <a:pt x="429418" y="1478855"/>
                  </a:lnTo>
                  <a:lnTo>
                    <a:pt x="429793" y="1476384"/>
                  </a:lnTo>
                  <a:lnTo>
                    <a:pt x="430204" y="1473934"/>
                  </a:lnTo>
                  <a:lnTo>
                    <a:pt x="430651" y="1471503"/>
                  </a:lnTo>
                  <a:lnTo>
                    <a:pt x="431133" y="1469092"/>
                  </a:lnTo>
                  <a:lnTo>
                    <a:pt x="431651" y="1466701"/>
                  </a:lnTo>
                  <a:lnTo>
                    <a:pt x="432204" y="1464329"/>
                  </a:lnTo>
                  <a:lnTo>
                    <a:pt x="432794" y="1461978"/>
                  </a:lnTo>
                  <a:lnTo>
                    <a:pt x="433419" y="1459646"/>
                  </a:lnTo>
                  <a:lnTo>
                    <a:pt x="434080" y="1457334"/>
                  </a:lnTo>
                  <a:lnTo>
                    <a:pt x="434776" y="1455042"/>
                  </a:lnTo>
                  <a:lnTo>
                    <a:pt x="435529" y="1452748"/>
                  </a:lnTo>
                  <a:lnTo>
                    <a:pt x="436320" y="1450467"/>
                  </a:lnTo>
                  <a:lnTo>
                    <a:pt x="437148" y="1448199"/>
                  </a:lnTo>
                  <a:lnTo>
                    <a:pt x="438015" y="1445946"/>
                  </a:lnTo>
                  <a:lnTo>
                    <a:pt x="438918" y="1443707"/>
                  </a:lnTo>
                  <a:lnTo>
                    <a:pt x="439860" y="1441481"/>
                  </a:lnTo>
                  <a:lnTo>
                    <a:pt x="440839" y="1439270"/>
                  </a:lnTo>
                  <a:lnTo>
                    <a:pt x="441856" y="1437072"/>
                  </a:lnTo>
                  <a:lnTo>
                    <a:pt x="442911" y="1434888"/>
                  </a:lnTo>
                  <a:lnTo>
                    <a:pt x="444003" y="1432718"/>
                  </a:lnTo>
                  <a:lnTo>
                    <a:pt x="445135" y="1430534"/>
                  </a:lnTo>
                  <a:lnTo>
                    <a:pt x="446309" y="1428349"/>
                  </a:lnTo>
                  <a:lnTo>
                    <a:pt x="447525" y="1426161"/>
                  </a:lnTo>
                  <a:lnTo>
                    <a:pt x="448782" y="1423971"/>
                  </a:lnTo>
                  <a:lnTo>
                    <a:pt x="450081" y="1421779"/>
                  </a:lnTo>
                  <a:lnTo>
                    <a:pt x="451421" y="1419586"/>
                  </a:lnTo>
                  <a:lnTo>
                    <a:pt x="452803" y="1417390"/>
                  </a:lnTo>
                  <a:lnTo>
                    <a:pt x="454227" y="1415192"/>
                  </a:lnTo>
                  <a:lnTo>
                    <a:pt x="455692" y="1412993"/>
                  </a:lnTo>
                  <a:lnTo>
                    <a:pt x="457200" y="1410791"/>
                  </a:lnTo>
                  <a:lnTo>
                    <a:pt x="485080" y="1410791"/>
                  </a:lnTo>
                  <a:lnTo>
                    <a:pt x="483515" y="1413090"/>
                  </a:lnTo>
                  <a:lnTo>
                    <a:pt x="481996" y="1415383"/>
                  </a:lnTo>
                  <a:lnTo>
                    <a:pt x="480523" y="1417670"/>
                  </a:lnTo>
                  <a:lnTo>
                    <a:pt x="479095" y="1419951"/>
                  </a:lnTo>
                  <a:lnTo>
                    <a:pt x="477713" y="1422226"/>
                  </a:lnTo>
                  <a:lnTo>
                    <a:pt x="476377" y="1424495"/>
                  </a:lnTo>
                  <a:lnTo>
                    <a:pt x="475086" y="1426758"/>
                  </a:lnTo>
                  <a:lnTo>
                    <a:pt x="473840" y="1429015"/>
                  </a:lnTo>
                  <a:lnTo>
                    <a:pt x="472641" y="1431267"/>
                  </a:lnTo>
                  <a:lnTo>
                    <a:pt x="471487" y="1433512"/>
                  </a:lnTo>
                  <a:lnTo>
                    <a:pt x="470376" y="1435757"/>
                  </a:lnTo>
                  <a:lnTo>
                    <a:pt x="469304" y="1438009"/>
                  </a:lnTo>
                  <a:lnTo>
                    <a:pt x="468272" y="1440266"/>
                  </a:lnTo>
                  <a:lnTo>
                    <a:pt x="467280" y="1442529"/>
                  </a:lnTo>
                  <a:lnTo>
                    <a:pt x="466328" y="1444798"/>
                  </a:lnTo>
                  <a:lnTo>
                    <a:pt x="465415" y="1447073"/>
                  </a:lnTo>
                  <a:lnTo>
                    <a:pt x="464542" y="1449354"/>
                  </a:lnTo>
                  <a:lnTo>
                    <a:pt x="463708" y="1451641"/>
                  </a:lnTo>
                  <a:lnTo>
                    <a:pt x="462915" y="1453934"/>
                  </a:lnTo>
                  <a:lnTo>
                    <a:pt x="462160" y="1456233"/>
                  </a:lnTo>
                  <a:lnTo>
                    <a:pt x="461465" y="1458542"/>
                  </a:lnTo>
                  <a:lnTo>
                    <a:pt x="460807" y="1460865"/>
                  </a:lnTo>
                  <a:lnTo>
                    <a:pt x="460187" y="1463201"/>
                  </a:lnTo>
                  <a:lnTo>
                    <a:pt x="459605" y="1465552"/>
                  </a:lnTo>
                  <a:lnTo>
                    <a:pt x="459060" y="1467916"/>
                  </a:lnTo>
                  <a:lnTo>
                    <a:pt x="458553" y="1470294"/>
                  </a:lnTo>
                  <a:lnTo>
                    <a:pt x="458084" y="1472687"/>
                  </a:lnTo>
                  <a:lnTo>
                    <a:pt x="457652" y="1475093"/>
                  </a:lnTo>
                  <a:lnTo>
                    <a:pt x="457258" y="1477513"/>
                  </a:lnTo>
                  <a:lnTo>
                    <a:pt x="456902" y="1479946"/>
                  </a:lnTo>
                  <a:lnTo>
                    <a:pt x="456581" y="1482380"/>
                  </a:lnTo>
                  <a:lnTo>
                    <a:pt x="456295" y="1484840"/>
                  </a:lnTo>
                  <a:lnTo>
                    <a:pt x="456042" y="1487325"/>
                  </a:lnTo>
                  <a:lnTo>
                    <a:pt x="455822" y="1489837"/>
                  </a:lnTo>
                  <a:lnTo>
                    <a:pt x="455637" y="1492374"/>
                  </a:lnTo>
                  <a:lnTo>
                    <a:pt x="455485" y="1494936"/>
                  </a:lnTo>
                  <a:lnTo>
                    <a:pt x="455367" y="1497525"/>
                  </a:lnTo>
                  <a:lnTo>
                    <a:pt x="455283" y="1500139"/>
                  </a:lnTo>
                  <a:lnTo>
                    <a:pt x="455232" y="1502780"/>
                  </a:lnTo>
                  <a:lnTo>
                    <a:pt x="455215" y="1505446"/>
                  </a:lnTo>
                  <a:lnTo>
                    <a:pt x="455232" y="1508131"/>
                  </a:lnTo>
                  <a:lnTo>
                    <a:pt x="455283" y="1510792"/>
                  </a:lnTo>
                  <a:lnTo>
                    <a:pt x="455367" y="1513426"/>
                  </a:lnTo>
                  <a:lnTo>
                    <a:pt x="455485" y="1516034"/>
                  </a:lnTo>
                  <a:lnTo>
                    <a:pt x="455637" y="1518617"/>
                  </a:lnTo>
                  <a:lnTo>
                    <a:pt x="455822" y="1521174"/>
                  </a:lnTo>
                  <a:lnTo>
                    <a:pt x="456042" y="1523705"/>
                  </a:lnTo>
                  <a:lnTo>
                    <a:pt x="456295" y="1526210"/>
                  </a:lnTo>
                  <a:lnTo>
                    <a:pt x="456581" y="1528690"/>
                  </a:lnTo>
                  <a:lnTo>
                    <a:pt x="456902" y="1531143"/>
                  </a:lnTo>
                  <a:lnTo>
                    <a:pt x="457258" y="1533558"/>
                  </a:lnTo>
                  <a:lnTo>
                    <a:pt x="457652" y="1535961"/>
                  </a:lnTo>
                  <a:lnTo>
                    <a:pt x="458084" y="1538352"/>
                  </a:lnTo>
                  <a:lnTo>
                    <a:pt x="458553" y="1540732"/>
                  </a:lnTo>
                  <a:lnTo>
                    <a:pt x="459060" y="1543099"/>
                  </a:lnTo>
                  <a:lnTo>
                    <a:pt x="459605" y="1545455"/>
                  </a:lnTo>
                  <a:lnTo>
                    <a:pt x="460187" y="1547798"/>
                  </a:lnTo>
                  <a:lnTo>
                    <a:pt x="460807" y="1550130"/>
                  </a:lnTo>
                  <a:lnTo>
                    <a:pt x="461465" y="1552449"/>
                  </a:lnTo>
                  <a:lnTo>
                    <a:pt x="462160" y="1554757"/>
                  </a:lnTo>
                  <a:lnTo>
                    <a:pt x="462915" y="1557055"/>
                  </a:lnTo>
                  <a:lnTo>
                    <a:pt x="463708" y="1559345"/>
                  </a:lnTo>
                  <a:lnTo>
                    <a:pt x="464542" y="1561627"/>
                  </a:lnTo>
                  <a:lnTo>
                    <a:pt x="465415" y="1563901"/>
                  </a:lnTo>
                  <a:lnTo>
                    <a:pt x="466328" y="1566167"/>
                  </a:lnTo>
                  <a:lnTo>
                    <a:pt x="467280" y="1568426"/>
                  </a:lnTo>
                  <a:lnTo>
                    <a:pt x="468272" y="1570676"/>
                  </a:lnTo>
                  <a:lnTo>
                    <a:pt x="469304" y="1572918"/>
                  </a:lnTo>
                  <a:lnTo>
                    <a:pt x="470376" y="1575153"/>
                  </a:lnTo>
                  <a:lnTo>
                    <a:pt x="471487" y="1577379"/>
                  </a:lnTo>
                  <a:lnTo>
                    <a:pt x="472641" y="1579626"/>
                  </a:lnTo>
                  <a:lnTo>
                    <a:pt x="473840" y="1581880"/>
                  </a:lnTo>
                  <a:lnTo>
                    <a:pt x="475086" y="1584142"/>
                  </a:lnTo>
                  <a:lnTo>
                    <a:pt x="476377" y="1586412"/>
                  </a:lnTo>
                  <a:lnTo>
                    <a:pt x="477713" y="1588690"/>
                  </a:lnTo>
                  <a:lnTo>
                    <a:pt x="479095" y="1590976"/>
                  </a:lnTo>
                  <a:lnTo>
                    <a:pt x="480523" y="1593270"/>
                  </a:lnTo>
                  <a:lnTo>
                    <a:pt x="481996" y="1595572"/>
                  </a:lnTo>
                  <a:lnTo>
                    <a:pt x="483515" y="1597882"/>
                  </a:lnTo>
                  <a:lnTo>
                    <a:pt x="485080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h75"/>
            <p:cNvSpPr/>
            <p:nvPr/>
          </p:nvSpPr>
          <p:spPr>
            <a:xfrm>
              <a:off x="1175485" y="228367"/>
              <a:ext cx="511174" cy="1600200"/>
            </a:xfrm>
            <a:custGeom>
              <a:avLst/>
              <a:pathLst>
                <a:path w="511174" h="1600200">
                  <a:moveTo>
                    <a:pt x="457199" y="1600200"/>
                  </a:moveTo>
                  <a:lnTo>
                    <a:pt x="457199" y="1464766"/>
                  </a:lnTo>
                  <a:lnTo>
                    <a:pt x="511174" y="1464766"/>
                  </a:lnTo>
                  <a:lnTo>
                    <a:pt x="511174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h76"/>
            <p:cNvSpPr/>
            <p:nvPr/>
          </p:nvSpPr>
          <p:spPr>
            <a:xfrm>
              <a:off x="1249701" y="228367"/>
              <a:ext cx="511174" cy="1600200"/>
            </a:xfrm>
            <a:custGeom>
              <a:avLst/>
              <a:pathLst>
                <a:path w="511174" h="1600200">
                  <a:moveTo>
                    <a:pt x="457199" y="1600200"/>
                  </a:moveTo>
                  <a:lnTo>
                    <a:pt x="457199" y="1464766"/>
                  </a:lnTo>
                  <a:lnTo>
                    <a:pt x="511174" y="1464766"/>
                  </a:lnTo>
                  <a:lnTo>
                    <a:pt x="511174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h77"/>
            <p:cNvSpPr/>
            <p:nvPr/>
          </p:nvSpPr>
          <p:spPr>
            <a:xfrm>
              <a:off x="1323917" y="228367"/>
              <a:ext cx="511174" cy="1600200"/>
            </a:xfrm>
            <a:custGeom>
              <a:avLst/>
              <a:pathLst>
                <a:path w="511174" h="1600200">
                  <a:moveTo>
                    <a:pt x="457199" y="1600200"/>
                  </a:moveTo>
                  <a:lnTo>
                    <a:pt x="457199" y="1464766"/>
                  </a:lnTo>
                  <a:lnTo>
                    <a:pt x="511174" y="1464766"/>
                  </a:lnTo>
                  <a:lnTo>
                    <a:pt x="511174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h78"/>
            <p:cNvSpPr/>
            <p:nvPr/>
          </p:nvSpPr>
          <p:spPr>
            <a:xfrm>
              <a:off x="1398132" y="228367"/>
              <a:ext cx="511174" cy="1600200"/>
            </a:xfrm>
            <a:custGeom>
              <a:avLst/>
              <a:pathLst>
                <a:path w="511174" h="1600200">
                  <a:moveTo>
                    <a:pt x="457199" y="1600200"/>
                  </a:moveTo>
                  <a:lnTo>
                    <a:pt x="457199" y="1464766"/>
                  </a:lnTo>
                  <a:lnTo>
                    <a:pt x="511174" y="1464766"/>
                  </a:lnTo>
                  <a:lnTo>
                    <a:pt x="511174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h79"/>
            <p:cNvSpPr/>
            <p:nvPr/>
          </p:nvSpPr>
          <p:spPr>
            <a:xfrm>
              <a:off x="1472645" y="228367"/>
              <a:ext cx="555029" cy="1600200"/>
            </a:xfrm>
            <a:custGeom>
              <a:avLst/>
              <a:pathLst>
                <a:path w="555029" h="1600200">
                  <a:moveTo>
                    <a:pt x="457199" y="1600200"/>
                  </a:moveTo>
                  <a:lnTo>
                    <a:pt x="457199" y="1580852"/>
                  </a:lnTo>
                  <a:lnTo>
                    <a:pt x="458173" y="1578789"/>
                  </a:lnTo>
                  <a:lnTo>
                    <a:pt x="459188" y="1576768"/>
                  </a:lnTo>
                  <a:lnTo>
                    <a:pt x="460245" y="1574789"/>
                  </a:lnTo>
                  <a:lnTo>
                    <a:pt x="461343" y="1572851"/>
                  </a:lnTo>
                  <a:lnTo>
                    <a:pt x="462483" y="1570955"/>
                  </a:lnTo>
                  <a:lnTo>
                    <a:pt x="463665" y="1569100"/>
                  </a:lnTo>
                  <a:lnTo>
                    <a:pt x="464888" y="1567288"/>
                  </a:lnTo>
                  <a:lnTo>
                    <a:pt x="466153" y="1565517"/>
                  </a:lnTo>
                  <a:lnTo>
                    <a:pt x="467460" y="1563787"/>
                  </a:lnTo>
                  <a:lnTo>
                    <a:pt x="468808" y="1562100"/>
                  </a:lnTo>
                  <a:lnTo>
                    <a:pt x="470183" y="1560428"/>
                  </a:lnTo>
                  <a:lnTo>
                    <a:pt x="471570" y="1558786"/>
                  </a:lnTo>
                  <a:lnTo>
                    <a:pt x="472969" y="1557173"/>
                  </a:lnTo>
                  <a:lnTo>
                    <a:pt x="474380" y="1555591"/>
                  </a:lnTo>
                  <a:lnTo>
                    <a:pt x="475803" y="1554038"/>
                  </a:lnTo>
                  <a:lnTo>
                    <a:pt x="477238" y="1552515"/>
                  </a:lnTo>
                  <a:lnTo>
                    <a:pt x="478684" y="1551022"/>
                  </a:lnTo>
                  <a:lnTo>
                    <a:pt x="480143" y="1549558"/>
                  </a:lnTo>
                  <a:lnTo>
                    <a:pt x="481613" y="1548125"/>
                  </a:lnTo>
                  <a:lnTo>
                    <a:pt x="483096" y="1546721"/>
                  </a:lnTo>
                  <a:lnTo>
                    <a:pt x="484602" y="1545323"/>
                  </a:lnTo>
                  <a:lnTo>
                    <a:pt x="486104" y="1543946"/>
                  </a:lnTo>
                  <a:lnTo>
                    <a:pt x="487602" y="1542592"/>
                  </a:lnTo>
                  <a:lnTo>
                    <a:pt x="489096" y="1541260"/>
                  </a:lnTo>
                  <a:lnTo>
                    <a:pt x="490587" y="1539949"/>
                  </a:lnTo>
                  <a:lnTo>
                    <a:pt x="492073" y="1538660"/>
                  </a:lnTo>
                  <a:lnTo>
                    <a:pt x="493555" y="1537393"/>
                  </a:lnTo>
                  <a:lnTo>
                    <a:pt x="495034" y="1536148"/>
                  </a:lnTo>
                  <a:lnTo>
                    <a:pt x="496508" y="1534924"/>
                  </a:lnTo>
                  <a:lnTo>
                    <a:pt x="497978" y="1533723"/>
                  </a:lnTo>
                  <a:lnTo>
                    <a:pt x="499451" y="1532517"/>
                  </a:lnTo>
                  <a:lnTo>
                    <a:pt x="500891" y="1531322"/>
                  </a:lnTo>
                  <a:lnTo>
                    <a:pt x="502300" y="1530136"/>
                  </a:lnTo>
                  <a:lnTo>
                    <a:pt x="503678" y="1528960"/>
                  </a:lnTo>
                  <a:lnTo>
                    <a:pt x="505023" y="1527795"/>
                  </a:lnTo>
                  <a:lnTo>
                    <a:pt x="506337" y="1526639"/>
                  </a:lnTo>
                  <a:lnTo>
                    <a:pt x="507619" y="1525493"/>
                  </a:lnTo>
                  <a:lnTo>
                    <a:pt x="508869" y="1524357"/>
                  </a:lnTo>
                  <a:lnTo>
                    <a:pt x="510087" y="1523231"/>
                  </a:lnTo>
                  <a:lnTo>
                    <a:pt x="511274" y="1522114"/>
                  </a:lnTo>
                  <a:lnTo>
                    <a:pt x="512442" y="1520983"/>
                  </a:lnTo>
                  <a:lnTo>
                    <a:pt x="513564" y="1519852"/>
                  </a:lnTo>
                  <a:lnTo>
                    <a:pt x="514640" y="1518721"/>
                  </a:lnTo>
                  <a:lnTo>
                    <a:pt x="515671" y="1517590"/>
                  </a:lnTo>
                  <a:lnTo>
                    <a:pt x="516656" y="1516459"/>
                  </a:lnTo>
                  <a:lnTo>
                    <a:pt x="517596" y="1515328"/>
                  </a:lnTo>
                  <a:lnTo>
                    <a:pt x="518490" y="1514197"/>
                  </a:lnTo>
                  <a:lnTo>
                    <a:pt x="519338" y="1513066"/>
                  </a:lnTo>
                  <a:lnTo>
                    <a:pt x="520141" y="1511935"/>
                  </a:lnTo>
                  <a:lnTo>
                    <a:pt x="520898" y="1510803"/>
                  </a:lnTo>
                  <a:lnTo>
                    <a:pt x="521595" y="1509665"/>
                  </a:lnTo>
                  <a:lnTo>
                    <a:pt x="522220" y="1508513"/>
                  </a:lnTo>
                  <a:lnTo>
                    <a:pt x="522770" y="1507348"/>
                  </a:lnTo>
                  <a:lnTo>
                    <a:pt x="523247" y="1506168"/>
                  </a:lnTo>
                  <a:lnTo>
                    <a:pt x="523651" y="1504974"/>
                  </a:lnTo>
                  <a:lnTo>
                    <a:pt x="523982" y="1503767"/>
                  </a:lnTo>
                  <a:lnTo>
                    <a:pt x="524239" y="1502545"/>
                  </a:lnTo>
                  <a:lnTo>
                    <a:pt x="524422" y="1501310"/>
                  </a:lnTo>
                  <a:lnTo>
                    <a:pt x="524532" y="1500061"/>
                  </a:lnTo>
                  <a:lnTo>
                    <a:pt x="524569" y="1498798"/>
                  </a:lnTo>
                  <a:lnTo>
                    <a:pt x="524522" y="1496981"/>
                  </a:lnTo>
                  <a:lnTo>
                    <a:pt x="524383" y="1495262"/>
                  </a:lnTo>
                  <a:lnTo>
                    <a:pt x="524149" y="1493640"/>
                  </a:lnTo>
                  <a:lnTo>
                    <a:pt x="523823" y="1492115"/>
                  </a:lnTo>
                  <a:lnTo>
                    <a:pt x="523403" y="1490687"/>
                  </a:lnTo>
                  <a:lnTo>
                    <a:pt x="522890" y="1489356"/>
                  </a:lnTo>
                  <a:lnTo>
                    <a:pt x="522284" y="1488123"/>
                  </a:lnTo>
                  <a:lnTo>
                    <a:pt x="521585" y="1486987"/>
                  </a:lnTo>
                  <a:lnTo>
                    <a:pt x="520792" y="1485948"/>
                  </a:lnTo>
                  <a:lnTo>
                    <a:pt x="519906" y="1485007"/>
                  </a:lnTo>
                  <a:lnTo>
                    <a:pt x="518929" y="1484158"/>
                  </a:lnTo>
                  <a:lnTo>
                    <a:pt x="517866" y="1483399"/>
                  </a:lnTo>
                  <a:lnTo>
                    <a:pt x="516715" y="1482729"/>
                  </a:lnTo>
                  <a:lnTo>
                    <a:pt x="515477" y="1482149"/>
                  </a:lnTo>
                  <a:lnTo>
                    <a:pt x="514151" y="1481658"/>
                  </a:lnTo>
                  <a:lnTo>
                    <a:pt x="512738" y="1481256"/>
                  </a:lnTo>
                  <a:lnTo>
                    <a:pt x="511238" y="1480944"/>
                  </a:lnTo>
                  <a:lnTo>
                    <a:pt x="509651" y="1480720"/>
                  </a:lnTo>
                  <a:lnTo>
                    <a:pt x="507976" y="1480586"/>
                  </a:lnTo>
                  <a:lnTo>
                    <a:pt x="506214" y="1480542"/>
                  </a:lnTo>
                  <a:lnTo>
                    <a:pt x="504469" y="1480590"/>
                  </a:lnTo>
                  <a:lnTo>
                    <a:pt x="502808" y="1480736"/>
                  </a:lnTo>
                  <a:lnTo>
                    <a:pt x="501231" y="1480979"/>
                  </a:lnTo>
                  <a:lnTo>
                    <a:pt x="499737" y="1481320"/>
                  </a:lnTo>
                  <a:lnTo>
                    <a:pt x="498326" y="1481757"/>
                  </a:lnTo>
                  <a:lnTo>
                    <a:pt x="496998" y="1482292"/>
                  </a:lnTo>
                  <a:lnTo>
                    <a:pt x="495754" y="1482924"/>
                  </a:lnTo>
                  <a:lnTo>
                    <a:pt x="494593" y="1483653"/>
                  </a:lnTo>
                  <a:lnTo>
                    <a:pt x="493516" y="1484480"/>
                  </a:lnTo>
                  <a:lnTo>
                    <a:pt x="492521" y="1485403"/>
                  </a:lnTo>
                  <a:lnTo>
                    <a:pt x="491621" y="1486405"/>
                  </a:lnTo>
                  <a:lnTo>
                    <a:pt x="490787" y="1487503"/>
                  </a:lnTo>
                  <a:lnTo>
                    <a:pt x="490018" y="1488698"/>
                  </a:lnTo>
                  <a:lnTo>
                    <a:pt x="489315" y="1489991"/>
                  </a:lnTo>
                  <a:lnTo>
                    <a:pt x="488677" y="1491381"/>
                  </a:lnTo>
                  <a:lnTo>
                    <a:pt x="488104" y="1492869"/>
                  </a:lnTo>
                  <a:lnTo>
                    <a:pt x="487597" y="1494453"/>
                  </a:lnTo>
                  <a:lnTo>
                    <a:pt x="487156" y="1496135"/>
                  </a:lnTo>
                  <a:lnTo>
                    <a:pt x="486780" y="1497914"/>
                  </a:lnTo>
                  <a:lnTo>
                    <a:pt x="486469" y="1499790"/>
                  </a:lnTo>
                  <a:lnTo>
                    <a:pt x="458390" y="1498203"/>
                  </a:lnTo>
                  <a:lnTo>
                    <a:pt x="458609" y="1496566"/>
                  </a:lnTo>
                  <a:lnTo>
                    <a:pt x="458870" y="1494948"/>
                  </a:lnTo>
                  <a:lnTo>
                    <a:pt x="459173" y="1493351"/>
                  </a:lnTo>
                  <a:lnTo>
                    <a:pt x="459517" y="1491773"/>
                  </a:lnTo>
                  <a:lnTo>
                    <a:pt x="459903" y="1490216"/>
                  </a:lnTo>
                  <a:lnTo>
                    <a:pt x="460331" y="1488678"/>
                  </a:lnTo>
                  <a:lnTo>
                    <a:pt x="460800" y="1487160"/>
                  </a:lnTo>
                  <a:lnTo>
                    <a:pt x="461311" y="1485661"/>
                  </a:lnTo>
                  <a:lnTo>
                    <a:pt x="461864" y="1484183"/>
                  </a:lnTo>
                  <a:lnTo>
                    <a:pt x="462458" y="1482725"/>
                  </a:lnTo>
                  <a:lnTo>
                    <a:pt x="463099" y="1481294"/>
                  </a:lnTo>
                  <a:lnTo>
                    <a:pt x="463792" y="1479899"/>
                  </a:lnTo>
                  <a:lnTo>
                    <a:pt x="464536" y="1478539"/>
                  </a:lnTo>
                  <a:lnTo>
                    <a:pt x="465331" y="1477216"/>
                  </a:lnTo>
                  <a:lnTo>
                    <a:pt x="466179" y="1475928"/>
                  </a:lnTo>
                  <a:lnTo>
                    <a:pt x="467078" y="1474676"/>
                  </a:lnTo>
                  <a:lnTo>
                    <a:pt x="468028" y="1473459"/>
                  </a:lnTo>
                  <a:lnTo>
                    <a:pt x="469030" y="1472279"/>
                  </a:lnTo>
                  <a:lnTo>
                    <a:pt x="470084" y="1471134"/>
                  </a:lnTo>
                  <a:lnTo>
                    <a:pt x="471189" y="1470025"/>
                  </a:lnTo>
                  <a:lnTo>
                    <a:pt x="472368" y="1468957"/>
                  </a:lnTo>
                  <a:lnTo>
                    <a:pt x="473602" y="1467937"/>
                  </a:lnTo>
                  <a:lnTo>
                    <a:pt x="474892" y="1466965"/>
                  </a:lnTo>
                  <a:lnTo>
                    <a:pt x="476238" y="1466040"/>
                  </a:lnTo>
                  <a:lnTo>
                    <a:pt x="477639" y="1465163"/>
                  </a:lnTo>
                  <a:lnTo>
                    <a:pt x="479095" y="1464333"/>
                  </a:lnTo>
                  <a:lnTo>
                    <a:pt x="480607" y="1463551"/>
                  </a:lnTo>
                  <a:lnTo>
                    <a:pt x="482175" y="1462817"/>
                  </a:lnTo>
                  <a:lnTo>
                    <a:pt x="483798" y="1462131"/>
                  </a:lnTo>
                  <a:lnTo>
                    <a:pt x="485477" y="1461492"/>
                  </a:lnTo>
                  <a:lnTo>
                    <a:pt x="487236" y="1460888"/>
                  </a:lnTo>
                  <a:lnTo>
                    <a:pt x="489061" y="1460349"/>
                  </a:lnTo>
                  <a:lnTo>
                    <a:pt x="490951" y="1459872"/>
                  </a:lnTo>
                  <a:lnTo>
                    <a:pt x="492906" y="1459460"/>
                  </a:lnTo>
                  <a:lnTo>
                    <a:pt x="494927" y="1459110"/>
                  </a:lnTo>
                  <a:lnTo>
                    <a:pt x="497014" y="1458825"/>
                  </a:lnTo>
                  <a:lnTo>
                    <a:pt x="499166" y="1458602"/>
                  </a:lnTo>
                  <a:lnTo>
                    <a:pt x="501384" y="1458444"/>
                  </a:lnTo>
                  <a:lnTo>
                    <a:pt x="503667" y="1458348"/>
                  </a:lnTo>
                  <a:lnTo>
                    <a:pt x="506015" y="1458317"/>
                  </a:lnTo>
                  <a:lnTo>
                    <a:pt x="508252" y="1458343"/>
                  </a:lnTo>
                  <a:lnTo>
                    <a:pt x="510436" y="1458424"/>
                  </a:lnTo>
                  <a:lnTo>
                    <a:pt x="512570" y="1458558"/>
                  </a:lnTo>
                  <a:lnTo>
                    <a:pt x="514651" y="1458745"/>
                  </a:lnTo>
                  <a:lnTo>
                    <a:pt x="516681" y="1458986"/>
                  </a:lnTo>
                  <a:lnTo>
                    <a:pt x="518660" y="1459281"/>
                  </a:lnTo>
                  <a:lnTo>
                    <a:pt x="520586" y="1459629"/>
                  </a:lnTo>
                  <a:lnTo>
                    <a:pt x="522462" y="1460031"/>
                  </a:lnTo>
                  <a:lnTo>
                    <a:pt x="524285" y="1460487"/>
                  </a:lnTo>
                  <a:lnTo>
                    <a:pt x="526057" y="1460996"/>
                  </a:lnTo>
                  <a:lnTo>
                    <a:pt x="527776" y="1461536"/>
                  </a:lnTo>
                  <a:lnTo>
                    <a:pt x="529439" y="1462127"/>
                  </a:lnTo>
                  <a:lnTo>
                    <a:pt x="531046" y="1462767"/>
                  </a:lnTo>
                  <a:lnTo>
                    <a:pt x="532598" y="1463456"/>
                  </a:lnTo>
                  <a:lnTo>
                    <a:pt x="534094" y="1464195"/>
                  </a:lnTo>
                  <a:lnTo>
                    <a:pt x="535535" y="1464984"/>
                  </a:lnTo>
                  <a:lnTo>
                    <a:pt x="536920" y="1465823"/>
                  </a:lnTo>
                  <a:lnTo>
                    <a:pt x="538249" y="1466711"/>
                  </a:lnTo>
                  <a:lnTo>
                    <a:pt x="539523" y="1467648"/>
                  </a:lnTo>
                  <a:lnTo>
                    <a:pt x="540742" y="1468635"/>
                  </a:lnTo>
                  <a:lnTo>
                    <a:pt x="541904" y="1469670"/>
                  </a:lnTo>
                  <a:lnTo>
                    <a:pt x="543008" y="1470751"/>
                  </a:lnTo>
                  <a:lnTo>
                    <a:pt x="544055" y="1471877"/>
                  </a:lnTo>
                  <a:lnTo>
                    <a:pt x="545044" y="1473049"/>
                  </a:lnTo>
                  <a:lnTo>
                    <a:pt x="545975" y="1474266"/>
                  </a:lnTo>
                  <a:lnTo>
                    <a:pt x="546850" y="1475529"/>
                  </a:lnTo>
                  <a:lnTo>
                    <a:pt x="547666" y="1476838"/>
                  </a:lnTo>
                  <a:lnTo>
                    <a:pt x="548425" y="1478192"/>
                  </a:lnTo>
                  <a:lnTo>
                    <a:pt x="549127" y="1479592"/>
                  </a:lnTo>
                  <a:lnTo>
                    <a:pt x="549771" y="1481038"/>
                  </a:lnTo>
                  <a:lnTo>
                    <a:pt x="550355" y="1482507"/>
                  </a:lnTo>
                  <a:lnTo>
                    <a:pt x="550878" y="1484018"/>
                  </a:lnTo>
                  <a:lnTo>
                    <a:pt x="551339" y="1485571"/>
                  </a:lnTo>
                  <a:lnTo>
                    <a:pt x="551739" y="1487166"/>
                  </a:lnTo>
                  <a:lnTo>
                    <a:pt x="552077" y="1488802"/>
                  </a:lnTo>
                  <a:lnTo>
                    <a:pt x="552354" y="1490479"/>
                  </a:lnTo>
                  <a:lnTo>
                    <a:pt x="552570" y="1492199"/>
                  </a:lnTo>
                  <a:lnTo>
                    <a:pt x="552723" y="1493960"/>
                  </a:lnTo>
                  <a:lnTo>
                    <a:pt x="552816" y="1495763"/>
                  </a:lnTo>
                  <a:lnTo>
                    <a:pt x="552846" y="1497607"/>
                  </a:lnTo>
                  <a:lnTo>
                    <a:pt x="552808" y="1499553"/>
                  </a:lnTo>
                  <a:lnTo>
                    <a:pt x="552692" y="1501461"/>
                  </a:lnTo>
                  <a:lnTo>
                    <a:pt x="552498" y="1503331"/>
                  </a:lnTo>
                  <a:lnTo>
                    <a:pt x="552227" y="1505164"/>
                  </a:lnTo>
                  <a:lnTo>
                    <a:pt x="551879" y="1506959"/>
                  </a:lnTo>
                  <a:lnTo>
                    <a:pt x="551453" y="1508716"/>
                  </a:lnTo>
                  <a:lnTo>
                    <a:pt x="550950" y="1510435"/>
                  </a:lnTo>
                  <a:lnTo>
                    <a:pt x="550370" y="1512117"/>
                  </a:lnTo>
                  <a:lnTo>
                    <a:pt x="549712" y="1513761"/>
                  </a:lnTo>
                  <a:lnTo>
                    <a:pt x="548977" y="1515367"/>
                  </a:lnTo>
                  <a:lnTo>
                    <a:pt x="548181" y="1516943"/>
                  </a:lnTo>
                  <a:lnTo>
                    <a:pt x="547342" y="1518495"/>
                  </a:lnTo>
                  <a:lnTo>
                    <a:pt x="546459" y="1520023"/>
                  </a:lnTo>
                  <a:lnTo>
                    <a:pt x="545532" y="1521527"/>
                  </a:lnTo>
                  <a:lnTo>
                    <a:pt x="544562" y="1523007"/>
                  </a:lnTo>
                  <a:lnTo>
                    <a:pt x="543548" y="1524464"/>
                  </a:lnTo>
                  <a:lnTo>
                    <a:pt x="542490" y="1525897"/>
                  </a:lnTo>
                  <a:lnTo>
                    <a:pt x="541389" y="1527305"/>
                  </a:lnTo>
                  <a:lnTo>
                    <a:pt x="540244" y="1528691"/>
                  </a:lnTo>
                  <a:lnTo>
                    <a:pt x="539055" y="1530052"/>
                  </a:lnTo>
                  <a:lnTo>
                    <a:pt x="537831" y="1531373"/>
                  </a:lnTo>
                  <a:lnTo>
                    <a:pt x="536578" y="1532679"/>
                  </a:lnTo>
                  <a:lnTo>
                    <a:pt x="535299" y="1533969"/>
                  </a:lnTo>
                  <a:lnTo>
                    <a:pt x="533991" y="1535243"/>
                  </a:lnTo>
                  <a:lnTo>
                    <a:pt x="532655" y="1536501"/>
                  </a:lnTo>
                  <a:lnTo>
                    <a:pt x="531292" y="1537743"/>
                  </a:lnTo>
                  <a:lnTo>
                    <a:pt x="529901" y="1538970"/>
                  </a:lnTo>
                  <a:lnTo>
                    <a:pt x="528482" y="1540180"/>
                  </a:lnTo>
                  <a:lnTo>
                    <a:pt x="527036" y="1541375"/>
                  </a:lnTo>
                  <a:lnTo>
                    <a:pt x="525561" y="1542553"/>
                  </a:lnTo>
                  <a:lnTo>
                    <a:pt x="524097" y="1543721"/>
                  </a:lnTo>
                  <a:lnTo>
                    <a:pt x="522640" y="1544883"/>
                  </a:lnTo>
                  <a:lnTo>
                    <a:pt x="521192" y="1546039"/>
                  </a:lnTo>
                  <a:lnTo>
                    <a:pt x="519751" y="1547189"/>
                  </a:lnTo>
                  <a:lnTo>
                    <a:pt x="518318" y="1548333"/>
                  </a:lnTo>
                  <a:lnTo>
                    <a:pt x="516893" y="1549471"/>
                  </a:lnTo>
                  <a:lnTo>
                    <a:pt x="515477" y="1550603"/>
                  </a:lnTo>
                  <a:lnTo>
                    <a:pt x="514068" y="1551729"/>
                  </a:lnTo>
                  <a:lnTo>
                    <a:pt x="512667" y="1552849"/>
                  </a:lnTo>
                  <a:lnTo>
                    <a:pt x="511274" y="1553964"/>
                  </a:lnTo>
                  <a:lnTo>
                    <a:pt x="509897" y="1555076"/>
                  </a:lnTo>
                  <a:lnTo>
                    <a:pt x="508543" y="1556190"/>
                  </a:lnTo>
                  <a:lnTo>
                    <a:pt x="507214" y="1557306"/>
                  </a:lnTo>
                  <a:lnTo>
                    <a:pt x="505908" y="1558424"/>
                  </a:lnTo>
                  <a:lnTo>
                    <a:pt x="504626" y="1559545"/>
                  </a:lnTo>
                  <a:lnTo>
                    <a:pt x="503368" y="1560667"/>
                  </a:lnTo>
                  <a:lnTo>
                    <a:pt x="502134" y="1561791"/>
                  </a:lnTo>
                  <a:lnTo>
                    <a:pt x="500923" y="1562917"/>
                  </a:lnTo>
                  <a:lnTo>
                    <a:pt x="499737" y="1564045"/>
                  </a:lnTo>
                  <a:lnTo>
                    <a:pt x="498574" y="1565175"/>
                  </a:lnTo>
                  <a:lnTo>
                    <a:pt x="497471" y="1566314"/>
                  </a:lnTo>
                  <a:lnTo>
                    <a:pt x="496427" y="1567469"/>
                  </a:lnTo>
                  <a:lnTo>
                    <a:pt x="495439" y="1568640"/>
                  </a:lnTo>
                  <a:lnTo>
                    <a:pt x="494510" y="1569827"/>
                  </a:lnTo>
                  <a:lnTo>
                    <a:pt x="493638" y="1571029"/>
                  </a:lnTo>
                  <a:lnTo>
                    <a:pt x="492823" y="1572248"/>
                  </a:lnTo>
                  <a:lnTo>
                    <a:pt x="492066" y="1573482"/>
                  </a:lnTo>
                  <a:lnTo>
                    <a:pt x="491366" y="1574732"/>
                  </a:lnTo>
                  <a:lnTo>
                    <a:pt x="490725" y="1575998"/>
                  </a:lnTo>
                  <a:lnTo>
                    <a:pt x="490140" y="1577280"/>
                  </a:lnTo>
                  <a:lnTo>
                    <a:pt x="555029" y="1577280"/>
                  </a:lnTo>
                  <a:lnTo>
                    <a:pt x="555029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h80"/>
            <p:cNvSpPr/>
            <p:nvPr/>
          </p:nvSpPr>
          <p:spPr>
            <a:xfrm>
              <a:off x="1682692" y="110693"/>
              <a:ext cx="457200" cy="1717873"/>
            </a:xfrm>
            <a:custGeom>
              <a:avLst/>
              <a:pathLst>
                <a:path w="457200" h="1717873">
                  <a:moveTo>
                    <a:pt x="457200" y="1600200"/>
                  </a:moveTo>
                  <a:lnTo>
                    <a:pt x="455324" y="1603167"/>
                  </a:lnTo>
                  <a:lnTo>
                    <a:pt x="453469" y="1606117"/>
                  </a:lnTo>
                  <a:lnTo>
                    <a:pt x="451633" y="1609049"/>
                  </a:lnTo>
                  <a:lnTo>
                    <a:pt x="449818" y="1611963"/>
                  </a:lnTo>
                  <a:lnTo>
                    <a:pt x="448022" y="1614859"/>
                  </a:lnTo>
                  <a:lnTo>
                    <a:pt x="446246" y="1617737"/>
                  </a:lnTo>
                  <a:lnTo>
                    <a:pt x="444490" y="1620598"/>
                  </a:lnTo>
                  <a:lnTo>
                    <a:pt x="442753" y="1623441"/>
                  </a:lnTo>
                  <a:lnTo>
                    <a:pt x="441037" y="1626265"/>
                  </a:lnTo>
                  <a:lnTo>
                    <a:pt x="439340" y="1629072"/>
                  </a:lnTo>
                  <a:lnTo>
                    <a:pt x="437694" y="1631872"/>
                  </a:lnTo>
                  <a:lnTo>
                    <a:pt x="436090" y="1634676"/>
                  </a:lnTo>
                  <a:lnTo>
                    <a:pt x="434527" y="1637484"/>
                  </a:lnTo>
                  <a:lnTo>
                    <a:pt x="433006" y="1640296"/>
                  </a:lnTo>
                  <a:lnTo>
                    <a:pt x="431527" y="1643112"/>
                  </a:lnTo>
                  <a:lnTo>
                    <a:pt x="430089" y="1645931"/>
                  </a:lnTo>
                  <a:lnTo>
                    <a:pt x="428693" y="1648755"/>
                  </a:lnTo>
                  <a:lnTo>
                    <a:pt x="427339" y="1651583"/>
                  </a:lnTo>
                  <a:lnTo>
                    <a:pt x="426026" y="1654415"/>
                  </a:lnTo>
                  <a:lnTo>
                    <a:pt x="424755" y="1657250"/>
                  </a:lnTo>
                  <a:lnTo>
                    <a:pt x="423531" y="1660077"/>
                  </a:lnTo>
                  <a:lnTo>
                    <a:pt x="422358" y="1662922"/>
                  </a:lnTo>
                  <a:lnTo>
                    <a:pt x="421237" y="1665784"/>
                  </a:lnTo>
                  <a:lnTo>
                    <a:pt x="420167" y="1668664"/>
                  </a:lnTo>
                  <a:lnTo>
                    <a:pt x="419149" y="1671563"/>
                  </a:lnTo>
                  <a:lnTo>
                    <a:pt x="418183" y="1674479"/>
                  </a:lnTo>
                  <a:lnTo>
                    <a:pt x="417268" y="1677413"/>
                  </a:lnTo>
                  <a:lnTo>
                    <a:pt x="416405" y="1680364"/>
                  </a:lnTo>
                  <a:lnTo>
                    <a:pt x="415593" y="1683334"/>
                  </a:lnTo>
                  <a:lnTo>
                    <a:pt x="414833" y="1686321"/>
                  </a:lnTo>
                  <a:lnTo>
                    <a:pt x="414154" y="1689316"/>
                  </a:lnTo>
                  <a:lnTo>
                    <a:pt x="413547" y="1692346"/>
                  </a:lnTo>
                  <a:lnTo>
                    <a:pt x="413011" y="1695412"/>
                  </a:lnTo>
                  <a:lnTo>
                    <a:pt x="412547" y="1698513"/>
                  </a:lnTo>
                  <a:lnTo>
                    <a:pt x="412154" y="1701651"/>
                  </a:lnTo>
                  <a:lnTo>
                    <a:pt x="411833" y="1704824"/>
                  </a:lnTo>
                  <a:lnTo>
                    <a:pt x="411583" y="1708032"/>
                  </a:lnTo>
                  <a:lnTo>
                    <a:pt x="411404" y="1711277"/>
                  </a:lnTo>
                  <a:lnTo>
                    <a:pt x="411297" y="1714557"/>
                  </a:lnTo>
                  <a:lnTo>
                    <a:pt x="411261" y="1717873"/>
                  </a:lnTo>
                  <a:lnTo>
                    <a:pt x="382190" y="1717873"/>
                  </a:lnTo>
                  <a:lnTo>
                    <a:pt x="382229" y="1714576"/>
                  </a:lnTo>
                  <a:lnTo>
                    <a:pt x="382345" y="1711313"/>
                  </a:lnTo>
                  <a:lnTo>
                    <a:pt x="382538" y="1708083"/>
                  </a:lnTo>
                  <a:lnTo>
                    <a:pt x="382809" y="1704887"/>
                  </a:lnTo>
                  <a:lnTo>
                    <a:pt x="383158" y="1701725"/>
                  </a:lnTo>
                  <a:lnTo>
                    <a:pt x="383583" y="1698597"/>
                  </a:lnTo>
                  <a:lnTo>
                    <a:pt x="384086" y="1695502"/>
                  </a:lnTo>
                  <a:lnTo>
                    <a:pt x="384667" y="1692441"/>
                  </a:lnTo>
                  <a:lnTo>
                    <a:pt x="385324" y="1689414"/>
                  </a:lnTo>
                  <a:lnTo>
                    <a:pt x="386060" y="1686421"/>
                  </a:lnTo>
                  <a:lnTo>
                    <a:pt x="386881" y="1683432"/>
                  </a:lnTo>
                  <a:lnTo>
                    <a:pt x="387758" y="1680460"/>
                  </a:lnTo>
                  <a:lnTo>
                    <a:pt x="388691" y="1677503"/>
                  </a:lnTo>
                  <a:lnTo>
                    <a:pt x="389679" y="1674562"/>
                  </a:lnTo>
                  <a:lnTo>
                    <a:pt x="390723" y="1671637"/>
                  </a:lnTo>
                  <a:lnTo>
                    <a:pt x="391822" y="1668728"/>
                  </a:lnTo>
                  <a:lnTo>
                    <a:pt x="392977" y="1665835"/>
                  </a:lnTo>
                  <a:lnTo>
                    <a:pt x="394188" y="1662957"/>
                  </a:lnTo>
                  <a:lnTo>
                    <a:pt x="395454" y="1660096"/>
                  </a:lnTo>
                  <a:lnTo>
                    <a:pt x="396775" y="1657250"/>
                  </a:lnTo>
                  <a:lnTo>
                    <a:pt x="398146" y="1654417"/>
                  </a:lnTo>
                  <a:lnTo>
                    <a:pt x="399561" y="1651591"/>
                  </a:lnTo>
                  <a:lnTo>
                    <a:pt x="401020" y="1648773"/>
                  </a:lnTo>
                  <a:lnTo>
                    <a:pt x="402522" y="1645963"/>
                  </a:lnTo>
                  <a:lnTo>
                    <a:pt x="404068" y="1643161"/>
                  </a:lnTo>
                  <a:lnTo>
                    <a:pt x="405657" y="1640367"/>
                  </a:lnTo>
                  <a:lnTo>
                    <a:pt x="407290" y="1637581"/>
                  </a:lnTo>
                  <a:lnTo>
                    <a:pt x="408967" y="1634803"/>
                  </a:lnTo>
                  <a:lnTo>
                    <a:pt x="410688" y="1632033"/>
                  </a:lnTo>
                  <a:lnTo>
                    <a:pt x="412452" y="1629271"/>
                  </a:lnTo>
                  <a:lnTo>
                    <a:pt x="414248" y="1626488"/>
                  </a:lnTo>
                  <a:lnTo>
                    <a:pt x="416063" y="1623695"/>
                  </a:lnTo>
                  <a:lnTo>
                    <a:pt x="417899" y="1620892"/>
                  </a:lnTo>
                  <a:lnTo>
                    <a:pt x="419754" y="1618079"/>
                  </a:lnTo>
                  <a:lnTo>
                    <a:pt x="421630" y="1615256"/>
                  </a:lnTo>
                  <a:lnTo>
                    <a:pt x="423525" y="1612423"/>
                  </a:lnTo>
                  <a:lnTo>
                    <a:pt x="425440" y="1609581"/>
                  </a:lnTo>
                  <a:lnTo>
                    <a:pt x="427374" y="1606728"/>
                  </a:lnTo>
                  <a:lnTo>
                    <a:pt x="429329" y="1603866"/>
                  </a:lnTo>
                  <a:lnTo>
                    <a:pt x="431303" y="1600993"/>
                  </a:lnTo>
                  <a:lnTo>
                    <a:pt x="361850" y="1600993"/>
                  </a:lnTo>
                  <a:lnTo>
                    <a:pt x="361850" y="1578074"/>
                  </a:lnTo>
                  <a:lnTo>
                    <a:pt x="457200" y="1578074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h81"/>
            <p:cNvSpPr/>
            <p:nvPr/>
          </p:nvSpPr>
          <p:spPr>
            <a:xfrm>
              <a:off x="1698368" y="228367"/>
              <a:ext cx="511175" cy="1600200"/>
            </a:xfrm>
            <a:custGeom>
              <a:avLst/>
              <a:pathLst>
                <a:path w="511175" h="1600200">
                  <a:moveTo>
                    <a:pt x="457200" y="1600200"/>
                  </a:moveTo>
                  <a:lnTo>
                    <a:pt x="457200" y="1464766"/>
                  </a:lnTo>
                  <a:lnTo>
                    <a:pt x="511175" y="1464766"/>
                  </a:lnTo>
                  <a:lnTo>
                    <a:pt x="511175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h82"/>
            <p:cNvSpPr/>
            <p:nvPr/>
          </p:nvSpPr>
          <p:spPr>
            <a:xfrm>
              <a:off x="1766035" y="270535"/>
              <a:ext cx="514548" cy="1600200"/>
            </a:xfrm>
            <a:custGeom>
              <a:avLst/>
              <a:pathLst>
                <a:path w="514548" h="1600200">
                  <a:moveTo>
                    <a:pt x="457200" y="1600200"/>
                  </a:moveTo>
                  <a:lnTo>
                    <a:pt x="458764" y="1597882"/>
                  </a:lnTo>
                  <a:lnTo>
                    <a:pt x="460283" y="1595572"/>
                  </a:lnTo>
                  <a:lnTo>
                    <a:pt x="461757" y="1593270"/>
                  </a:lnTo>
                  <a:lnTo>
                    <a:pt x="463184" y="1590976"/>
                  </a:lnTo>
                  <a:lnTo>
                    <a:pt x="464566" y="1588690"/>
                  </a:lnTo>
                  <a:lnTo>
                    <a:pt x="465903" y="1586412"/>
                  </a:lnTo>
                  <a:lnTo>
                    <a:pt x="467194" y="1584142"/>
                  </a:lnTo>
                  <a:lnTo>
                    <a:pt x="468439" y="1581880"/>
                  </a:lnTo>
                  <a:lnTo>
                    <a:pt x="469639" y="1579626"/>
                  </a:lnTo>
                  <a:lnTo>
                    <a:pt x="470792" y="1577379"/>
                  </a:lnTo>
                  <a:lnTo>
                    <a:pt x="471903" y="1575153"/>
                  </a:lnTo>
                  <a:lnTo>
                    <a:pt x="472971" y="1572918"/>
                  </a:lnTo>
                  <a:lnTo>
                    <a:pt x="473998" y="1570676"/>
                  </a:lnTo>
                  <a:lnTo>
                    <a:pt x="474983" y="1568426"/>
                  </a:lnTo>
                  <a:lnTo>
                    <a:pt x="475927" y="1566167"/>
                  </a:lnTo>
                  <a:lnTo>
                    <a:pt x="476829" y="1563901"/>
                  </a:lnTo>
                  <a:lnTo>
                    <a:pt x="477689" y="1561627"/>
                  </a:lnTo>
                  <a:lnTo>
                    <a:pt x="478508" y="1559345"/>
                  </a:lnTo>
                  <a:lnTo>
                    <a:pt x="479285" y="1557055"/>
                  </a:lnTo>
                  <a:lnTo>
                    <a:pt x="480020" y="1554757"/>
                  </a:lnTo>
                  <a:lnTo>
                    <a:pt x="480734" y="1552449"/>
                  </a:lnTo>
                  <a:lnTo>
                    <a:pt x="481409" y="1550130"/>
                  </a:lnTo>
                  <a:lnTo>
                    <a:pt x="482044" y="1547798"/>
                  </a:lnTo>
                  <a:lnTo>
                    <a:pt x="482639" y="1545455"/>
                  </a:lnTo>
                  <a:lnTo>
                    <a:pt x="483195" y="1543099"/>
                  </a:lnTo>
                  <a:lnTo>
                    <a:pt x="483711" y="1540732"/>
                  </a:lnTo>
                  <a:lnTo>
                    <a:pt x="484187" y="1538352"/>
                  </a:lnTo>
                  <a:lnTo>
                    <a:pt x="484624" y="1535961"/>
                  </a:lnTo>
                  <a:lnTo>
                    <a:pt x="485020" y="1533558"/>
                  </a:lnTo>
                  <a:lnTo>
                    <a:pt x="485378" y="1531143"/>
                  </a:lnTo>
                  <a:lnTo>
                    <a:pt x="485698" y="1528690"/>
                  </a:lnTo>
                  <a:lnTo>
                    <a:pt x="485985" y="1526210"/>
                  </a:lnTo>
                  <a:lnTo>
                    <a:pt x="486238" y="1523705"/>
                  </a:lnTo>
                  <a:lnTo>
                    <a:pt x="486457" y="1521174"/>
                  </a:lnTo>
                  <a:lnTo>
                    <a:pt x="486643" y="1518617"/>
                  </a:lnTo>
                  <a:lnTo>
                    <a:pt x="486794" y="1516034"/>
                  </a:lnTo>
                  <a:lnTo>
                    <a:pt x="486913" y="1513426"/>
                  </a:lnTo>
                  <a:lnTo>
                    <a:pt x="486997" y="1510792"/>
                  </a:lnTo>
                  <a:lnTo>
                    <a:pt x="487047" y="1508131"/>
                  </a:lnTo>
                  <a:lnTo>
                    <a:pt x="487064" y="1505446"/>
                  </a:lnTo>
                  <a:lnTo>
                    <a:pt x="487047" y="1502780"/>
                  </a:lnTo>
                  <a:lnTo>
                    <a:pt x="486997" y="1500139"/>
                  </a:lnTo>
                  <a:lnTo>
                    <a:pt x="486913" y="1497525"/>
                  </a:lnTo>
                  <a:lnTo>
                    <a:pt x="486794" y="1494936"/>
                  </a:lnTo>
                  <a:lnTo>
                    <a:pt x="486643" y="1492374"/>
                  </a:lnTo>
                  <a:lnTo>
                    <a:pt x="486457" y="1489837"/>
                  </a:lnTo>
                  <a:lnTo>
                    <a:pt x="486238" y="1487325"/>
                  </a:lnTo>
                  <a:lnTo>
                    <a:pt x="485985" y="1484840"/>
                  </a:lnTo>
                  <a:lnTo>
                    <a:pt x="485698" y="1482380"/>
                  </a:lnTo>
                  <a:lnTo>
                    <a:pt x="485378" y="1479946"/>
                  </a:lnTo>
                  <a:lnTo>
                    <a:pt x="485020" y="1477513"/>
                  </a:lnTo>
                  <a:lnTo>
                    <a:pt x="484624" y="1475093"/>
                  </a:lnTo>
                  <a:lnTo>
                    <a:pt x="484187" y="1472687"/>
                  </a:lnTo>
                  <a:lnTo>
                    <a:pt x="483711" y="1470294"/>
                  </a:lnTo>
                  <a:lnTo>
                    <a:pt x="483195" y="1467916"/>
                  </a:lnTo>
                  <a:lnTo>
                    <a:pt x="482639" y="1465552"/>
                  </a:lnTo>
                  <a:lnTo>
                    <a:pt x="482044" y="1463201"/>
                  </a:lnTo>
                  <a:lnTo>
                    <a:pt x="481409" y="1460865"/>
                  </a:lnTo>
                  <a:lnTo>
                    <a:pt x="480734" y="1458542"/>
                  </a:lnTo>
                  <a:lnTo>
                    <a:pt x="480020" y="1456233"/>
                  </a:lnTo>
                  <a:lnTo>
                    <a:pt x="479285" y="1453934"/>
                  </a:lnTo>
                  <a:lnTo>
                    <a:pt x="478508" y="1451641"/>
                  </a:lnTo>
                  <a:lnTo>
                    <a:pt x="477689" y="1449354"/>
                  </a:lnTo>
                  <a:lnTo>
                    <a:pt x="476829" y="1447073"/>
                  </a:lnTo>
                  <a:lnTo>
                    <a:pt x="475927" y="1444798"/>
                  </a:lnTo>
                  <a:lnTo>
                    <a:pt x="474983" y="1442529"/>
                  </a:lnTo>
                  <a:lnTo>
                    <a:pt x="473998" y="1440266"/>
                  </a:lnTo>
                  <a:lnTo>
                    <a:pt x="472971" y="1438009"/>
                  </a:lnTo>
                  <a:lnTo>
                    <a:pt x="471903" y="1435757"/>
                  </a:lnTo>
                  <a:lnTo>
                    <a:pt x="470792" y="1433512"/>
                  </a:lnTo>
                  <a:lnTo>
                    <a:pt x="469639" y="1431267"/>
                  </a:lnTo>
                  <a:lnTo>
                    <a:pt x="468439" y="1429015"/>
                  </a:lnTo>
                  <a:lnTo>
                    <a:pt x="467194" y="1426758"/>
                  </a:lnTo>
                  <a:lnTo>
                    <a:pt x="465903" y="1424495"/>
                  </a:lnTo>
                  <a:lnTo>
                    <a:pt x="464566" y="1422226"/>
                  </a:lnTo>
                  <a:lnTo>
                    <a:pt x="463184" y="1419951"/>
                  </a:lnTo>
                  <a:lnTo>
                    <a:pt x="461757" y="1417670"/>
                  </a:lnTo>
                  <a:lnTo>
                    <a:pt x="460283" y="1415383"/>
                  </a:lnTo>
                  <a:lnTo>
                    <a:pt x="458764" y="1413090"/>
                  </a:lnTo>
                  <a:lnTo>
                    <a:pt x="457200" y="1410791"/>
                  </a:lnTo>
                  <a:lnTo>
                    <a:pt x="485080" y="1410791"/>
                  </a:lnTo>
                  <a:lnTo>
                    <a:pt x="486587" y="1412993"/>
                  </a:lnTo>
                  <a:lnTo>
                    <a:pt x="488053" y="1415192"/>
                  </a:lnTo>
                  <a:lnTo>
                    <a:pt x="489476" y="1417390"/>
                  </a:lnTo>
                  <a:lnTo>
                    <a:pt x="490858" y="1419586"/>
                  </a:lnTo>
                  <a:lnTo>
                    <a:pt x="492199" y="1421779"/>
                  </a:lnTo>
                  <a:lnTo>
                    <a:pt x="493498" y="1423971"/>
                  </a:lnTo>
                  <a:lnTo>
                    <a:pt x="494755" y="1426161"/>
                  </a:lnTo>
                  <a:lnTo>
                    <a:pt x="495970" y="1428349"/>
                  </a:lnTo>
                  <a:lnTo>
                    <a:pt x="497144" y="1430534"/>
                  </a:lnTo>
                  <a:lnTo>
                    <a:pt x="498276" y="1432718"/>
                  </a:lnTo>
                  <a:lnTo>
                    <a:pt x="499367" y="1434888"/>
                  </a:lnTo>
                  <a:lnTo>
                    <a:pt x="500419" y="1437072"/>
                  </a:lnTo>
                  <a:lnTo>
                    <a:pt x="501431" y="1439270"/>
                  </a:lnTo>
                  <a:lnTo>
                    <a:pt x="502404" y="1441481"/>
                  </a:lnTo>
                  <a:lnTo>
                    <a:pt x="503336" y="1443707"/>
                  </a:lnTo>
                  <a:lnTo>
                    <a:pt x="504229" y="1445946"/>
                  </a:lnTo>
                  <a:lnTo>
                    <a:pt x="505082" y="1448199"/>
                  </a:lnTo>
                  <a:lnTo>
                    <a:pt x="505896" y="1450467"/>
                  </a:lnTo>
                  <a:lnTo>
                    <a:pt x="506670" y="1452748"/>
                  </a:lnTo>
                  <a:lnTo>
                    <a:pt x="507404" y="1455042"/>
                  </a:lnTo>
                  <a:lnTo>
                    <a:pt x="508119" y="1457334"/>
                  </a:lnTo>
                  <a:lnTo>
                    <a:pt x="508793" y="1459646"/>
                  </a:lnTo>
                  <a:lnTo>
                    <a:pt x="509428" y="1461978"/>
                  </a:lnTo>
                  <a:lnTo>
                    <a:pt x="510024" y="1464329"/>
                  </a:lnTo>
                  <a:lnTo>
                    <a:pt x="510579" y="1466701"/>
                  </a:lnTo>
                  <a:lnTo>
                    <a:pt x="511095" y="1469092"/>
                  </a:lnTo>
                  <a:lnTo>
                    <a:pt x="511571" y="1471503"/>
                  </a:lnTo>
                  <a:lnTo>
                    <a:pt x="512008" y="1473934"/>
                  </a:lnTo>
                  <a:lnTo>
                    <a:pt x="512405" y="1476384"/>
                  </a:lnTo>
                  <a:lnTo>
                    <a:pt x="512762" y="1478855"/>
                  </a:lnTo>
                  <a:lnTo>
                    <a:pt x="513101" y="1481334"/>
                  </a:lnTo>
                  <a:lnTo>
                    <a:pt x="513405" y="1483852"/>
                  </a:lnTo>
                  <a:lnTo>
                    <a:pt x="513673" y="1486407"/>
                  </a:lnTo>
                  <a:lnTo>
                    <a:pt x="513905" y="1488999"/>
                  </a:lnTo>
                  <a:lnTo>
                    <a:pt x="514101" y="1491629"/>
                  </a:lnTo>
                  <a:lnTo>
                    <a:pt x="514262" y="1494297"/>
                  </a:lnTo>
                  <a:lnTo>
                    <a:pt x="514387" y="1497003"/>
                  </a:lnTo>
                  <a:lnTo>
                    <a:pt x="514477" y="1499746"/>
                  </a:lnTo>
                  <a:lnTo>
                    <a:pt x="514530" y="1502528"/>
                  </a:lnTo>
                  <a:lnTo>
                    <a:pt x="514548" y="1505346"/>
                  </a:lnTo>
                  <a:lnTo>
                    <a:pt x="514530" y="1508148"/>
                  </a:lnTo>
                  <a:lnTo>
                    <a:pt x="514477" y="1510919"/>
                  </a:lnTo>
                  <a:lnTo>
                    <a:pt x="514387" y="1513657"/>
                  </a:lnTo>
                  <a:lnTo>
                    <a:pt x="514262" y="1516364"/>
                  </a:lnTo>
                  <a:lnTo>
                    <a:pt x="514101" y="1519039"/>
                  </a:lnTo>
                  <a:lnTo>
                    <a:pt x="513905" y="1521682"/>
                  </a:lnTo>
                  <a:lnTo>
                    <a:pt x="513673" y="1524293"/>
                  </a:lnTo>
                  <a:lnTo>
                    <a:pt x="513405" y="1526873"/>
                  </a:lnTo>
                  <a:lnTo>
                    <a:pt x="513101" y="1529421"/>
                  </a:lnTo>
                  <a:lnTo>
                    <a:pt x="512762" y="1531937"/>
                  </a:lnTo>
                  <a:lnTo>
                    <a:pt x="512405" y="1534409"/>
                  </a:lnTo>
                  <a:lnTo>
                    <a:pt x="512008" y="1536862"/>
                  </a:lnTo>
                  <a:lnTo>
                    <a:pt x="511571" y="1539298"/>
                  </a:lnTo>
                  <a:lnTo>
                    <a:pt x="511095" y="1541716"/>
                  </a:lnTo>
                  <a:lnTo>
                    <a:pt x="510579" y="1544116"/>
                  </a:lnTo>
                  <a:lnTo>
                    <a:pt x="510024" y="1546498"/>
                  </a:lnTo>
                  <a:lnTo>
                    <a:pt x="509428" y="1548863"/>
                  </a:lnTo>
                  <a:lnTo>
                    <a:pt x="508793" y="1551209"/>
                  </a:lnTo>
                  <a:lnTo>
                    <a:pt x="508119" y="1553538"/>
                  </a:lnTo>
                  <a:lnTo>
                    <a:pt x="507404" y="1555849"/>
                  </a:lnTo>
                  <a:lnTo>
                    <a:pt x="506670" y="1558145"/>
                  </a:lnTo>
                  <a:lnTo>
                    <a:pt x="505896" y="1560429"/>
                  </a:lnTo>
                  <a:lnTo>
                    <a:pt x="505082" y="1562701"/>
                  </a:lnTo>
                  <a:lnTo>
                    <a:pt x="504229" y="1564961"/>
                  </a:lnTo>
                  <a:lnTo>
                    <a:pt x="503336" y="1567209"/>
                  </a:lnTo>
                  <a:lnTo>
                    <a:pt x="502404" y="1569446"/>
                  </a:lnTo>
                  <a:lnTo>
                    <a:pt x="501431" y="1571670"/>
                  </a:lnTo>
                  <a:lnTo>
                    <a:pt x="500419" y="1573883"/>
                  </a:lnTo>
                  <a:lnTo>
                    <a:pt x="499367" y="1576083"/>
                  </a:lnTo>
                  <a:lnTo>
                    <a:pt x="498276" y="1578272"/>
                  </a:lnTo>
                  <a:lnTo>
                    <a:pt x="497144" y="1580456"/>
                  </a:lnTo>
                  <a:lnTo>
                    <a:pt x="495970" y="1582642"/>
                  </a:lnTo>
                  <a:lnTo>
                    <a:pt x="494755" y="1584830"/>
                  </a:lnTo>
                  <a:lnTo>
                    <a:pt x="493498" y="1587019"/>
                  </a:lnTo>
                  <a:lnTo>
                    <a:pt x="492199" y="1589211"/>
                  </a:lnTo>
                  <a:lnTo>
                    <a:pt x="490858" y="1591405"/>
                  </a:lnTo>
                  <a:lnTo>
                    <a:pt x="489476" y="1593600"/>
                  </a:lnTo>
                  <a:lnTo>
                    <a:pt x="488053" y="1595798"/>
                  </a:lnTo>
                  <a:lnTo>
                    <a:pt x="486587" y="1597998"/>
                  </a:lnTo>
                  <a:lnTo>
                    <a:pt x="485080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预测精度分析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66305" y="4968050"/>
              <a:ext cx="7531926" cy="0"/>
            </a:xfrm>
            <a:custGeom>
              <a:avLst/>
              <a:pathLst>
                <a:path w="7531926" h="0">
                  <a:moveTo>
                    <a:pt x="0" y="0"/>
                  </a:moveTo>
                  <a:lnTo>
                    <a:pt x="7531926" y="0"/>
                  </a:lnTo>
                  <a:lnTo>
                    <a:pt x="7531926" y="0"/>
                  </a:lnTo>
                </a:path>
              </a:pathLst>
            </a:custGeom>
            <a:ln w="16260" cap="flat">
              <a:solidFill>
                <a:srgbClr val="ECF0F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66305" y="4119034"/>
              <a:ext cx="7531926" cy="0"/>
            </a:xfrm>
            <a:custGeom>
              <a:avLst/>
              <a:pathLst>
                <a:path w="7531926" h="0">
                  <a:moveTo>
                    <a:pt x="0" y="0"/>
                  </a:moveTo>
                  <a:lnTo>
                    <a:pt x="7531926" y="0"/>
                  </a:lnTo>
                  <a:lnTo>
                    <a:pt x="7531926" y="0"/>
                  </a:lnTo>
                </a:path>
              </a:pathLst>
            </a:custGeom>
            <a:ln w="16260" cap="flat">
              <a:solidFill>
                <a:srgbClr val="ECF0F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066305" y="3270017"/>
              <a:ext cx="7531926" cy="0"/>
            </a:xfrm>
            <a:custGeom>
              <a:avLst/>
              <a:pathLst>
                <a:path w="7531926" h="0">
                  <a:moveTo>
                    <a:pt x="0" y="0"/>
                  </a:moveTo>
                  <a:lnTo>
                    <a:pt x="7531926" y="0"/>
                  </a:lnTo>
                  <a:lnTo>
                    <a:pt x="7531926" y="0"/>
                  </a:lnTo>
                </a:path>
              </a:pathLst>
            </a:custGeom>
            <a:ln w="16260" cap="flat">
              <a:solidFill>
                <a:srgbClr val="ECF0F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066305" y="2421001"/>
              <a:ext cx="7531926" cy="0"/>
            </a:xfrm>
            <a:custGeom>
              <a:avLst/>
              <a:pathLst>
                <a:path w="7531926" h="0">
                  <a:moveTo>
                    <a:pt x="0" y="0"/>
                  </a:moveTo>
                  <a:lnTo>
                    <a:pt x="7531926" y="0"/>
                  </a:lnTo>
                  <a:lnTo>
                    <a:pt x="7531926" y="0"/>
                  </a:lnTo>
                </a:path>
              </a:pathLst>
            </a:custGeom>
            <a:ln w="16260" cap="flat">
              <a:solidFill>
                <a:srgbClr val="ECF0F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831266" y="4988204"/>
              <a:ext cx="1294549" cy="638797"/>
            </a:xfrm>
            <a:prstGeom prst="rect">
              <a:avLst/>
            </a:prstGeom>
            <a:solidFill>
              <a:srgbClr val="2980B9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4184993" y="2844556"/>
              <a:ext cx="1294549" cy="2782445"/>
            </a:xfrm>
            <a:prstGeom prst="rect">
              <a:avLst/>
            </a:prstGeom>
            <a:solidFill>
              <a:srgbClr val="27AE6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6538720" y="5142386"/>
              <a:ext cx="1294549" cy="484614"/>
            </a:xfrm>
            <a:prstGeom prst="rect">
              <a:avLst/>
            </a:prstGeom>
            <a:solidFill>
              <a:srgbClr val="D35400">
                <a:alpha val="90196"/>
              </a:srgbClr>
            </a:solidFill>
          </p:spPr>
          <p:txBody>
            <a:bodyPr/>
            <a:lstStyle/>
            <a:p/>
          </p:txBody>
        </p:sp>
        <p:sp>
          <p:nvSpPr>
            <p:cNvPr id="13" name="ph12"/>
            <p:cNvSpPr/>
            <p:nvPr/>
          </p:nvSpPr>
          <p:spPr>
            <a:xfrm>
              <a:off x="1755596" y="3326842"/>
              <a:ext cx="542800" cy="1600200"/>
            </a:xfrm>
            <a:custGeom>
              <a:avLst/>
              <a:pathLst>
                <a:path w="542800" h="1600200">
                  <a:moveTo>
                    <a:pt x="457200" y="1600200"/>
                  </a:moveTo>
                  <a:lnTo>
                    <a:pt x="457200" y="1583270"/>
                  </a:lnTo>
                  <a:lnTo>
                    <a:pt x="458051" y="1581465"/>
                  </a:lnTo>
                  <a:lnTo>
                    <a:pt x="458939" y="1579697"/>
                  </a:lnTo>
                  <a:lnTo>
                    <a:pt x="459864" y="1577965"/>
                  </a:lnTo>
                  <a:lnTo>
                    <a:pt x="460825" y="1576269"/>
                  </a:lnTo>
                  <a:lnTo>
                    <a:pt x="461822" y="1574610"/>
                  </a:lnTo>
                  <a:lnTo>
                    <a:pt x="462856" y="1572988"/>
                  </a:lnTo>
                  <a:lnTo>
                    <a:pt x="463927" y="1571402"/>
                  </a:lnTo>
                  <a:lnTo>
                    <a:pt x="465034" y="1569852"/>
                  </a:lnTo>
                  <a:lnTo>
                    <a:pt x="466177" y="1568339"/>
                  </a:lnTo>
                  <a:lnTo>
                    <a:pt x="467357" y="1566862"/>
                  </a:lnTo>
                  <a:lnTo>
                    <a:pt x="468560" y="1565399"/>
                  </a:lnTo>
                  <a:lnTo>
                    <a:pt x="469774" y="1563962"/>
                  </a:lnTo>
                  <a:lnTo>
                    <a:pt x="470998" y="1562552"/>
                  </a:lnTo>
                  <a:lnTo>
                    <a:pt x="472233" y="1561167"/>
                  </a:lnTo>
                  <a:lnTo>
                    <a:pt x="473478" y="1559808"/>
                  </a:lnTo>
                  <a:lnTo>
                    <a:pt x="474733" y="1558476"/>
                  </a:lnTo>
                  <a:lnTo>
                    <a:pt x="475999" y="1557169"/>
                  </a:lnTo>
                  <a:lnTo>
                    <a:pt x="477275" y="1555888"/>
                  </a:lnTo>
                  <a:lnTo>
                    <a:pt x="478562" y="1554634"/>
                  </a:lnTo>
                  <a:lnTo>
                    <a:pt x="479859" y="1553405"/>
                  </a:lnTo>
                  <a:lnTo>
                    <a:pt x="481176" y="1552182"/>
                  </a:lnTo>
                  <a:lnTo>
                    <a:pt x="482491" y="1550978"/>
                  </a:lnTo>
                  <a:lnTo>
                    <a:pt x="483802" y="1549793"/>
                  </a:lnTo>
                  <a:lnTo>
                    <a:pt x="485109" y="1548627"/>
                  </a:lnTo>
                  <a:lnTo>
                    <a:pt x="486413" y="1547480"/>
                  </a:lnTo>
                  <a:lnTo>
                    <a:pt x="487714" y="1546352"/>
                  </a:lnTo>
                  <a:lnTo>
                    <a:pt x="489011" y="1545244"/>
                  </a:lnTo>
                  <a:lnTo>
                    <a:pt x="490304" y="1544154"/>
                  </a:lnTo>
                  <a:lnTo>
                    <a:pt x="491594" y="1543084"/>
                  </a:lnTo>
                  <a:lnTo>
                    <a:pt x="492881" y="1542033"/>
                  </a:lnTo>
                  <a:lnTo>
                    <a:pt x="494169" y="1540978"/>
                  </a:lnTo>
                  <a:lnTo>
                    <a:pt x="495430" y="1539932"/>
                  </a:lnTo>
                  <a:lnTo>
                    <a:pt x="496663" y="1538894"/>
                  </a:lnTo>
                  <a:lnTo>
                    <a:pt x="497868" y="1537865"/>
                  </a:lnTo>
                  <a:lnTo>
                    <a:pt x="499045" y="1536845"/>
                  </a:lnTo>
                  <a:lnTo>
                    <a:pt x="500194" y="1535834"/>
                  </a:lnTo>
                  <a:lnTo>
                    <a:pt x="501316" y="1534831"/>
                  </a:lnTo>
                  <a:lnTo>
                    <a:pt x="502410" y="1533837"/>
                  </a:lnTo>
                  <a:lnTo>
                    <a:pt x="503476" y="1532852"/>
                  </a:lnTo>
                  <a:lnTo>
                    <a:pt x="504514" y="1531875"/>
                  </a:lnTo>
                  <a:lnTo>
                    <a:pt x="505536" y="1530885"/>
                  </a:lnTo>
                  <a:lnTo>
                    <a:pt x="506518" y="1529896"/>
                  </a:lnTo>
                  <a:lnTo>
                    <a:pt x="507460" y="1528906"/>
                  </a:lnTo>
                  <a:lnTo>
                    <a:pt x="508362" y="1527916"/>
                  </a:lnTo>
                  <a:lnTo>
                    <a:pt x="509224" y="1526926"/>
                  </a:lnTo>
                  <a:lnTo>
                    <a:pt x="510046" y="1525937"/>
                  </a:lnTo>
                  <a:lnTo>
                    <a:pt x="510829" y="1524947"/>
                  </a:lnTo>
                  <a:lnTo>
                    <a:pt x="511571" y="1523957"/>
                  </a:lnTo>
                  <a:lnTo>
                    <a:pt x="512273" y="1522968"/>
                  </a:lnTo>
                  <a:lnTo>
                    <a:pt x="512936" y="1521978"/>
                  </a:lnTo>
                  <a:lnTo>
                    <a:pt x="513546" y="1520982"/>
                  </a:lnTo>
                  <a:lnTo>
                    <a:pt x="514092" y="1519974"/>
                  </a:lnTo>
                  <a:lnTo>
                    <a:pt x="514574" y="1518954"/>
                  </a:lnTo>
                  <a:lnTo>
                    <a:pt x="514991" y="1517922"/>
                  </a:lnTo>
                  <a:lnTo>
                    <a:pt x="515345" y="1516877"/>
                  </a:lnTo>
                  <a:lnTo>
                    <a:pt x="515634" y="1515821"/>
                  </a:lnTo>
                  <a:lnTo>
                    <a:pt x="515859" y="1514752"/>
                  </a:lnTo>
                  <a:lnTo>
                    <a:pt x="516019" y="1513671"/>
                  </a:lnTo>
                  <a:lnTo>
                    <a:pt x="516116" y="1512578"/>
                  </a:lnTo>
                  <a:lnTo>
                    <a:pt x="516148" y="1511473"/>
                  </a:lnTo>
                  <a:lnTo>
                    <a:pt x="516107" y="1509884"/>
                  </a:lnTo>
                  <a:lnTo>
                    <a:pt x="515985" y="1508379"/>
                  </a:lnTo>
                  <a:lnTo>
                    <a:pt x="515781" y="1506960"/>
                  </a:lnTo>
                  <a:lnTo>
                    <a:pt x="515495" y="1505625"/>
                  </a:lnTo>
                  <a:lnTo>
                    <a:pt x="515128" y="1504376"/>
                  </a:lnTo>
                  <a:lnTo>
                    <a:pt x="514679" y="1503212"/>
                  </a:lnTo>
                  <a:lnTo>
                    <a:pt x="514148" y="1502133"/>
                  </a:lnTo>
                  <a:lnTo>
                    <a:pt x="513536" y="1501139"/>
                  </a:lnTo>
                  <a:lnTo>
                    <a:pt x="512843" y="1500230"/>
                  </a:lnTo>
                  <a:lnTo>
                    <a:pt x="512067" y="1499406"/>
                  </a:lnTo>
                  <a:lnTo>
                    <a:pt x="511213" y="1498663"/>
                  </a:lnTo>
                  <a:lnTo>
                    <a:pt x="510283" y="1497999"/>
                  </a:lnTo>
                  <a:lnTo>
                    <a:pt x="509275" y="1497413"/>
                  </a:lnTo>
                  <a:lnTo>
                    <a:pt x="508192" y="1496905"/>
                  </a:lnTo>
                  <a:lnTo>
                    <a:pt x="507032" y="1496476"/>
                  </a:lnTo>
                  <a:lnTo>
                    <a:pt x="505796" y="1496124"/>
                  </a:lnTo>
                  <a:lnTo>
                    <a:pt x="504483" y="1495851"/>
                  </a:lnTo>
                  <a:lnTo>
                    <a:pt x="503094" y="1495655"/>
                  </a:lnTo>
                  <a:lnTo>
                    <a:pt x="501629" y="1495538"/>
                  </a:lnTo>
                  <a:lnTo>
                    <a:pt x="500087" y="1495499"/>
                  </a:lnTo>
                  <a:lnTo>
                    <a:pt x="498561" y="1495541"/>
                  </a:lnTo>
                  <a:lnTo>
                    <a:pt x="497107" y="1495669"/>
                  </a:lnTo>
                  <a:lnTo>
                    <a:pt x="495727" y="1495882"/>
                  </a:lnTo>
                  <a:lnTo>
                    <a:pt x="494419" y="1496180"/>
                  </a:lnTo>
                  <a:lnTo>
                    <a:pt x="493185" y="1496562"/>
                  </a:lnTo>
                  <a:lnTo>
                    <a:pt x="492023" y="1497030"/>
                  </a:lnTo>
                  <a:lnTo>
                    <a:pt x="490935" y="1497583"/>
                  </a:lnTo>
                  <a:lnTo>
                    <a:pt x="489919" y="1498221"/>
                  </a:lnTo>
                  <a:lnTo>
                    <a:pt x="488976" y="1498945"/>
                  </a:lnTo>
                  <a:lnTo>
                    <a:pt x="488106" y="1499753"/>
                  </a:lnTo>
                  <a:lnTo>
                    <a:pt x="487319" y="1500629"/>
                  </a:lnTo>
                  <a:lnTo>
                    <a:pt x="486589" y="1501590"/>
                  </a:lnTo>
                  <a:lnTo>
                    <a:pt x="485916" y="1502636"/>
                  </a:lnTo>
                  <a:lnTo>
                    <a:pt x="485300" y="1503767"/>
                  </a:lnTo>
                  <a:lnTo>
                    <a:pt x="484742" y="1504984"/>
                  </a:lnTo>
                  <a:lnTo>
                    <a:pt x="484241" y="1506285"/>
                  </a:lnTo>
                  <a:lnTo>
                    <a:pt x="483797" y="1507671"/>
                  </a:lnTo>
                  <a:lnTo>
                    <a:pt x="483411" y="1509143"/>
                  </a:lnTo>
                  <a:lnTo>
                    <a:pt x="483082" y="1510700"/>
                  </a:lnTo>
                  <a:lnTo>
                    <a:pt x="482810" y="1512341"/>
                  </a:lnTo>
                  <a:lnTo>
                    <a:pt x="458241" y="1510952"/>
                  </a:lnTo>
                  <a:lnTo>
                    <a:pt x="458433" y="1509520"/>
                  </a:lnTo>
                  <a:lnTo>
                    <a:pt x="458661" y="1508105"/>
                  </a:lnTo>
                  <a:lnTo>
                    <a:pt x="458926" y="1506707"/>
                  </a:lnTo>
                  <a:lnTo>
                    <a:pt x="459228" y="1505327"/>
                  </a:lnTo>
                  <a:lnTo>
                    <a:pt x="459565" y="1503964"/>
                  </a:lnTo>
                  <a:lnTo>
                    <a:pt x="459939" y="1502618"/>
                  </a:lnTo>
                  <a:lnTo>
                    <a:pt x="460350" y="1501290"/>
                  </a:lnTo>
                  <a:lnTo>
                    <a:pt x="460797" y="1499979"/>
                  </a:lnTo>
                  <a:lnTo>
                    <a:pt x="461281" y="1498685"/>
                  </a:lnTo>
                  <a:lnTo>
                    <a:pt x="461801" y="1497409"/>
                  </a:lnTo>
                  <a:lnTo>
                    <a:pt x="462362" y="1496157"/>
                  </a:lnTo>
                  <a:lnTo>
                    <a:pt x="462968" y="1494936"/>
                  </a:lnTo>
                  <a:lnTo>
                    <a:pt x="463619" y="1493747"/>
                  </a:lnTo>
                  <a:lnTo>
                    <a:pt x="464315" y="1492589"/>
                  </a:lnTo>
                  <a:lnTo>
                    <a:pt x="465056" y="1491462"/>
                  </a:lnTo>
                  <a:lnTo>
                    <a:pt x="465843" y="1490366"/>
                  </a:lnTo>
                  <a:lnTo>
                    <a:pt x="466675" y="1489302"/>
                  </a:lnTo>
                  <a:lnTo>
                    <a:pt x="467551" y="1488269"/>
                  </a:lnTo>
                  <a:lnTo>
                    <a:pt x="468473" y="1487267"/>
                  </a:lnTo>
                  <a:lnTo>
                    <a:pt x="469441" y="1486296"/>
                  </a:lnTo>
                  <a:lnTo>
                    <a:pt x="470472" y="1485362"/>
                  </a:lnTo>
                  <a:lnTo>
                    <a:pt x="471552" y="1484470"/>
                  </a:lnTo>
                  <a:lnTo>
                    <a:pt x="472681" y="1483619"/>
                  </a:lnTo>
                  <a:lnTo>
                    <a:pt x="473858" y="1482810"/>
                  </a:lnTo>
                  <a:lnTo>
                    <a:pt x="475084" y="1482042"/>
                  </a:lnTo>
                  <a:lnTo>
                    <a:pt x="476358" y="1481317"/>
                  </a:lnTo>
                  <a:lnTo>
                    <a:pt x="477681" y="1480632"/>
                  </a:lnTo>
                  <a:lnTo>
                    <a:pt x="479053" y="1479990"/>
                  </a:lnTo>
                  <a:lnTo>
                    <a:pt x="480473" y="1479389"/>
                  </a:lnTo>
                  <a:lnTo>
                    <a:pt x="481942" y="1478830"/>
                  </a:lnTo>
                  <a:lnTo>
                    <a:pt x="483481" y="1478302"/>
                  </a:lnTo>
                  <a:lnTo>
                    <a:pt x="485078" y="1477830"/>
                  </a:lnTo>
                  <a:lnTo>
                    <a:pt x="486732" y="1477413"/>
                  </a:lnTo>
                  <a:lnTo>
                    <a:pt x="488443" y="1477052"/>
                  </a:lnTo>
                  <a:lnTo>
                    <a:pt x="490211" y="1476747"/>
                  </a:lnTo>
                  <a:lnTo>
                    <a:pt x="492037" y="1476497"/>
                  </a:lnTo>
                  <a:lnTo>
                    <a:pt x="493920" y="1476302"/>
                  </a:lnTo>
                  <a:lnTo>
                    <a:pt x="495861" y="1476163"/>
                  </a:lnTo>
                  <a:lnTo>
                    <a:pt x="497858" y="1476080"/>
                  </a:lnTo>
                  <a:lnTo>
                    <a:pt x="499913" y="1476052"/>
                  </a:lnTo>
                  <a:lnTo>
                    <a:pt x="501870" y="1476075"/>
                  </a:lnTo>
                  <a:lnTo>
                    <a:pt x="503782" y="1476146"/>
                  </a:lnTo>
                  <a:lnTo>
                    <a:pt x="505648" y="1476263"/>
                  </a:lnTo>
                  <a:lnTo>
                    <a:pt x="507470" y="1476427"/>
                  </a:lnTo>
                  <a:lnTo>
                    <a:pt x="509246" y="1476638"/>
                  </a:lnTo>
                  <a:lnTo>
                    <a:pt x="510977" y="1476896"/>
                  </a:lnTo>
                  <a:lnTo>
                    <a:pt x="512663" y="1477201"/>
                  </a:lnTo>
                  <a:lnTo>
                    <a:pt x="514304" y="1477552"/>
                  </a:lnTo>
                  <a:lnTo>
                    <a:pt x="515900" y="1477951"/>
                  </a:lnTo>
                  <a:lnTo>
                    <a:pt x="517450" y="1478396"/>
                  </a:lnTo>
                  <a:lnTo>
                    <a:pt x="518954" y="1478869"/>
                  </a:lnTo>
                  <a:lnTo>
                    <a:pt x="520409" y="1479386"/>
                  </a:lnTo>
                  <a:lnTo>
                    <a:pt x="521815" y="1479946"/>
                  </a:lnTo>
                  <a:lnTo>
                    <a:pt x="523173" y="1480549"/>
                  </a:lnTo>
                  <a:lnTo>
                    <a:pt x="524482" y="1481196"/>
                  </a:lnTo>
                  <a:lnTo>
                    <a:pt x="525743" y="1481886"/>
                  </a:lnTo>
                  <a:lnTo>
                    <a:pt x="526955" y="1482620"/>
                  </a:lnTo>
                  <a:lnTo>
                    <a:pt x="528118" y="1483397"/>
                  </a:lnTo>
                  <a:lnTo>
                    <a:pt x="529233" y="1484217"/>
                  </a:lnTo>
                  <a:lnTo>
                    <a:pt x="530299" y="1485081"/>
                  </a:lnTo>
                  <a:lnTo>
                    <a:pt x="531316" y="1485986"/>
                  </a:lnTo>
                  <a:lnTo>
                    <a:pt x="532282" y="1486932"/>
                  </a:lnTo>
                  <a:lnTo>
                    <a:pt x="533198" y="1487917"/>
                  </a:lnTo>
                  <a:lnTo>
                    <a:pt x="534063" y="1488943"/>
                  </a:lnTo>
                  <a:lnTo>
                    <a:pt x="534878" y="1490008"/>
                  </a:lnTo>
                  <a:lnTo>
                    <a:pt x="535643" y="1491113"/>
                  </a:lnTo>
                  <a:lnTo>
                    <a:pt x="536358" y="1492258"/>
                  </a:lnTo>
                  <a:lnTo>
                    <a:pt x="537022" y="1493443"/>
                  </a:lnTo>
                  <a:lnTo>
                    <a:pt x="537636" y="1494668"/>
                  </a:lnTo>
                  <a:lnTo>
                    <a:pt x="538199" y="1495933"/>
                  </a:lnTo>
                  <a:lnTo>
                    <a:pt x="538711" y="1497219"/>
                  </a:lnTo>
                  <a:lnTo>
                    <a:pt x="539168" y="1498541"/>
                  </a:lnTo>
                  <a:lnTo>
                    <a:pt x="539572" y="1499900"/>
                  </a:lnTo>
                  <a:lnTo>
                    <a:pt x="539922" y="1501295"/>
                  </a:lnTo>
                  <a:lnTo>
                    <a:pt x="540218" y="1502726"/>
                  </a:lnTo>
                  <a:lnTo>
                    <a:pt x="540460" y="1504194"/>
                  </a:lnTo>
                  <a:lnTo>
                    <a:pt x="540648" y="1505699"/>
                  </a:lnTo>
                  <a:lnTo>
                    <a:pt x="540783" y="1507240"/>
                  </a:lnTo>
                  <a:lnTo>
                    <a:pt x="540864" y="1508817"/>
                  </a:lnTo>
                  <a:lnTo>
                    <a:pt x="540891" y="1510431"/>
                  </a:lnTo>
                  <a:lnTo>
                    <a:pt x="540857" y="1512134"/>
                  </a:lnTo>
                  <a:lnTo>
                    <a:pt x="540755" y="1513803"/>
                  </a:lnTo>
                  <a:lnTo>
                    <a:pt x="540586" y="1515440"/>
                  </a:lnTo>
                  <a:lnTo>
                    <a:pt x="540349" y="1517043"/>
                  </a:lnTo>
                  <a:lnTo>
                    <a:pt x="540044" y="1518614"/>
                  </a:lnTo>
                  <a:lnTo>
                    <a:pt x="539672" y="1520151"/>
                  </a:lnTo>
                  <a:lnTo>
                    <a:pt x="539231" y="1521656"/>
                  </a:lnTo>
                  <a:lnTo>
                    <a:pt x="538724" y="1523127"/>
                  </a:lnTo>
                  <a:lnTo>
                    <a:pt x="538148" y="1524566"/>
                  </a:lnTo>
                  <a:lnTo>
                    <a:pt x="537505" y="1525971"/>
                  </a:lnTo>
                  <a:lnTo>
                    <a:pt x="536808" y="1527350"/>
                  </a:lnTo>
                  <a:lnTo>
                    <a:pt x="536074" y="1528708"/>
                  </a:lnTo>
                  <a:lnTo>
                    <a:pt x="535301" y="1530045"/>
                  </a:lnTo>
                  <a:lnTo>
                    <a:pt x="534490" y="1531361"/>
                  </a:lnTo>
                  <a:lnTo>
                    <a:pt x="533641" y="1532656"/>
                  </a:lnTo>
                  <a:lnTo>
                    <a:pt x="532754" y="1533931"/>
                  </a:lnTo>
                  <a:lnTo>
                    <a:pt x="531829" y="1535184"/>
                  </a:lnTo>
                  <a:lnTo>
                    <a:pt x="530865" y="1536417"/>
                  </a:lnTo>
                  <a:lnTo>
                    <a:pt x="529863" y="1537629"/>
                  </a:lnTo>
                  <a:lnTo>
                    <a:pt x="528823" y="1538820"/>
                  </a:lnTo>
                  <a:lnTo>
                    <a:pt x="527752" y="1539977"/>
                  </a:lnTo>
                  <a:lnTo>
                    <a:pt x="526656" y="1541119"/>
                  </a:lnTo>
                  <a:lnTo>
                    <a:pt x="525536" y="1542248"/>
                  </a:lnTo>
                  <a:lnTo>
                    <a:pt x="524392" y="1543363"/>
                  </a:lnTo>
                  <a:lnTo>
                    <a:pt x="523223" y="1544463"/>
                  </a:lnTo>
                  <a:lnTo>
                    <a:pt x="522031" y="1545550"/>
                  </a:lnTo>
                  <a:lnTo>
                    <a:pt x="520813" y="1546623"/>
                  </a:lnTo>
                  <a:lnTo>
                    <a:pt x="519572" y="1547683"/>
                  </a:lnTo>
                  <a:lnTo>
                    <a:pt x="518306" y="1548728"/>
                  </a:lnTo>
                  <a:lnTo>
                    <a:pt x="517016" y="1549759"/>
                  </a:lnTo>
                  <a:lnTo>
                    <a:pt x="515735" y="1550781"/>
                  </a:lnTo>
                  <a:lnTo>
                    <a:pt x="514460" y="1551798"/>
                  </a:lnTo>
                  <a:lnTo>
                    <a:pt x="513193" y="1552809"/>
                  </a:lnTo>
                  <a:lnTo>
                    <a:pt x="511932" y="1553815"/>
                  </a:lnTo>
                  <a:lnTo>
                    <a:pt x="510678" y="1554816"/>
                  </a:lnTo>
                  <a:lnTo>
                    <a:pt x="509432" y="1555812"/>
                  </a:lnTo>
                  <a:lnTo>
                    <a:pt x="508192" y="1556803"/>
                  </a:lnTo>
                  <a:lnTo>
                    <a:pt x="506959" y="1557788"/>
                  </a:lnTo>
                  <a:lnTo>
                    <a:pt x="505733" y="1558768"/>
                  </a:lnTo>
                  <a:lnTo>
                    <a:pt x="504514" y="1559743"/>
                  </a:lnTo>
                  <a:lnTo>
                    <a:pt x="503309" y="1560716"/>
                  </a:lnTo>
                  <a:lnTo>
                    <a:pt x="502125" y="1561691"/>
                  </a:lnTo>
                  <a:lnTo>
                    <a:pt x="500962" y="1562668"/>
                  </a:lnTo>
                  <a:lnTo>
                    <a:pt x="499819" y="1563646"/>
                  </a:lnTo>
                  <a:lnTo>
                    <a:pt x="498698" y="1564626"/>
                  </a:lnTo>
                  <a:lnTo>
                    <a:pt x="497597" y="1565608"/>
                  </a:lnTo>
                  <a:lnTo>
                    <a:pt x="496517" y="1566592"/>
                  </a:lnTo>
                  <a:lnTo>
                    <a:pt x="495458" y="1567577"/>
                  </a:lnTo>
                  <a:lnTo>
                    <a:pt x="494419" y="1568564"/>
                  </a:lnTo>
                  <a:lnTo>
                    <a:pt x="493402" y="1569553"/>
                  </a:lnTo>
                  <a:lnTo>
                    <a:pt x="492437" y="1570550"/>
                  </a:lnTo>
                  <a:lnTo>
                    <a:pt x="491523" y="1571561"/>
                  </a:lnTo>
                  <a:lnTo>
                    <a:pt x="490659" y="1572585"/>
                  </a:lnTo>
                  <a:lnTo>
                    <a:pt x="489846" y="1573623"/>
                  </a:lnTo>
                  <a:lnTo>
                    <a:pt x="489083" y="1574675"/>
                  </a:lnTo>
                  <a:lnTo>
                    <a:pt x="488370" y="1575742"/>
                  </a:lnTo>
                  <a:lnTo>
                    <a:pt x="487708" y="1576822"/>
                  </a:lnTo>
                  <a:lnTo>
                    <a:pt x="487096" y="1577915"/>
                  </a:lnTo>
                  <a:lnTo>
                    <a:pt x="486534" y="1579023"/>
                  </a:lnTo>
                  <a:lnTo>
                    <a:pt x="486023" y="1580145"/>
                  </a:lnTo>
                  <a:lnTo>
                    <a:pt x="542800" y="1580145"/>
                  </a:lnTo>
                  <a:lnTo>
                    <a:pt x="542800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h13"/>
            <p:cNvSpPr/>
            <p:nvPr/>
          </p:nvSpPr>
          <p:spPr>
            <a:xfrm>
              <a:off x="1940776" y="3292897"/>
              <a:ext cx="457200" cy="1636141"/>
            </a:xfrm>
            <a:custGeom>
              <a:avLst/>
              <a:pathLst>
                <a:path w="457200" h="1636141">
                  <a:moveTo>
                    <a:pt x="457200" y="1600200"/>
                  </a:moveTo>
                  <a:lnTo>
                    <a:pt x="457172" y="1601850"/>
                  </a:lnTo>
                  <a:lnTo>
                    <a:pt x="457088" y="1603467"/>
                  </a:lnTo>
                  <a:lnTo>
                    <a:pt x="456949" y="1605052"/>
                  </a:lnTo>
                  <a:lnTo>
                    <a:pt x="456755" y="1606603"/>
                  </a:lnTo>
                  <a:lnTo>
                    <a:pt x="456505" y="1608121"/>
                  </a:lnTo>
                  <a:lnTo>
                    <a:pt x="456199" y="1609607"/>
                  </a:lnTo>
                  <a:lnTo>
                    <a:pt x="455838" y="1611059"/>
                  </a:lnTo>
                  <a:lnTo>
                    <a:pt x="455422" y="1612479"/>
                  </a:lnTo>
                  <a:lnTo>
                    <a:pt x="454949" y="1613865"/>
                  </a:lnTo>
                  <a:lnTo>
                    <a:pt x="454421" y="1615219"/>
                  </a:lnTo>
                  <a:lnTo>
                    <a:pt x="453855" y="1616519"/>
                  </a:lnTo>
                  <a:lnTo>
                    <a:pt x="453234" y="1617782"/>
                  </a:lnTo>
                  <a:lnTo>
                    <a:pt x="452557" y="1619006"/>
                  </a:lnTo>
                  <a:lnTo>
                    <a:pt x="451824" y="1620192"/>
                  </a:lnTo>
                  <a:lnTo>
                    <a:pt x="451036" y="1621339"/>
                  </a:lnTo>
                  <a:lnTo>
                    <a:pt x="450192" y="1622449"/>
                  </a:lnTo>
                  <a:lnTo>
                    <a:pt x="449292" y="1623520"/>
                  </a:lnTo>
                  <a:lnTo>
                    <a:pt x="448337" y="1624553"/>
                  </a:lnTo>
                  <a:lnTo>
                    <a:pt x="447327" y="1625548"/>
                  </a:lnTo>
                  <a:lnTo>
                    <a:pt x="446261" y="1626505"/>
                  </a:lnTo>
                  <a:lnTo>
                    <a:pt x="445140" y="1627421"/>
                  </a:lnTo>
                  <a:lnTo>
                    <a:pt x="443965" y="1628293"/>
                  </a:lnTo>
                  <a:lnTo>
                    <a:pt x="442737" y="1629122"/>
                  </a:lnTo>
                  <a:lnTo>
                    <a:pt x="441454" y="1629908"/>
                  </a:lnTo>
                  <a:lnTo>
                    <a:pt x="440118" y="1630650"/>
                  </a:lnTo>
                  <a:lnTo>
                    <a:pt x="438728" y="1631349"/>
                  </a:lnTo>
                  <a:lnTo>
                    <a:pt x="437285" y="1632005"/>
                  </a:lnTo>
                  <a:lnTo>
                    <a:pt x="435787" y="1632617"/>
                  </a:lnTo>
                  <a:lnTo>
                    <a:pt x="434236" y="1633185"/>
                  </a:lnTo>
                  <a:lnTo>
                    <a:pt x="432630" y="1633711"/>
                  </a:lnTo>
                  <a:lnTo>
                    <a:pt x="430989" y="1634172"/>
                  </a:lnTo>
                  <a:lnTo>
                    <a:pt x="429293" y="1634586"/>
                  </a:lnTo>
                  <a:lnTo>
                    <a:pt x="427544" y="1634950"/>
                  </a:lnTo>
                  <a:lnTo>
                    <a:pt x="425741" y="1635266"/>
                  </a:lnTo>
                  <a:lnTo>
                    <a:pt x="423884" y="1635534"/>
                  </a:lnTo>
                  <a:lnTo>
                    <a:pt x="421973" y="1635753"/>
                  </a:lnTo>
                  <a:lnTo>
                    <a:pt x="420008" y="1635923"/>
                  </a:lnTo>
                  <a:lnTo>
                    <a:pt x="417990" y="1636044"/>
                  </a:lnTo>
                  <a:lnTo>
                    <a:pt x="415917" y="1636117"/>
                  </a:lnTo>
                  <a:lnTo>
                    <a:pt x="413791" y="1636141"/>
                  </a:lnTo>
                  <a:lnTo>
                    <a:pt x="411432" y="1636111"/>
                  </a:lnTo>
                  <a:lnTo>
                    <a:pt x="409148" y="1636020"/>
                  </a:lnTo>
                  <a:lnTo>
                    <a:pt x="406939" y="1635868"/>
                  </a:lnTo>
                  <a:lnTo>
                    <a:pt x="404804" y="1635655"/>
                  </a:lnTo>
                  <a:lnTo>
                    <a:pt x="402744" y="1635382"/>
                  </a:lnTo>
                  <a:lnTo>
                    <a:pt x="400758" y="1635048"/>
                  </a:lnTo>
                  <a:lnTo>
                    <a:pt x="398848" y="1634653"/>
                  </a:lnTo>
                  <a:lnTo>
                    <a:pt x="397011" y="1634197"/>
                  </a:lnTo>
                  <a:lnTo>
                    <a:pt x="395250" y="1633680"/>
                  </a:lnTo>
                  <a:lnTo>
                    <a:pt x="393563" y="1633103"/>
                  </a:lnTo>
                  <a:lnTo>
                    <a:pt x="391960" y="1632476"/>
                  </a:lnTo>
                  <a:lnTo>
                    <a:pt x="390413" y="1631811"/>
                  </a:lnTo>
                  <a:lnTo>
                    <a:pt x="388924" y="1631108"/>
                  </a:lnTo>
                  <a:lnTo>
                    <a:pt x="387493" y="1630366"/>
                  </a:lnTo>
                  <a:lnTo>
                    <a:pt x="386119" y="1629587"/>
                  </a:lnTo>
                  <a:lnTo>
                    <a:pt x="384802" y="1628769"/>
                  </a:lnTo>
                  <a:lnTo>
                    <a:pt x="383542" y="1627913"/>
                  </a:lnTo>
                  <a:lnTo>
                    <a:pt x="382339" y="1627019"/>
                  </a:lnTo>
                  <a:lnTo>
                    <a:pt x="381194" y="1626086"/>
                  </a:lnTo>
                  <a:lnTo>
                    <a:pt x="380107" y="1625116"/>
                  </a:lnTo>
                  <a:lnTo>
                    <a:pt x="379090" y="1624096"/>
                  </a:lnTo>
                  <a:lnTo>
                    <a:pt x="378124" y="1623050"/>
                  </a:lnTo>
                  <a:lnTo>
                    <a:pt x="377208" y="1621977"/>
                  </a:lnTo>
                  <a:lnTo>
                    <a:pt x="376342" y="1620879"/>
                  </a:lnTo>
                  <a:lnTo>
                    <a:pt x="375527" y="1619755"/>
                  </a:lnTo>
                  <a:lnTo>
                    <a:pt x="374762" y="1618605"/>
                  </a:lnTo>
                  <a:lnTo>
                    <a:pt x="374048" y="1617428"/>
                  </a:lnTo>
                  <a:lnTo>
                    <a:pt x="373383" y="1616226"/>
                  </a:lnTo>
                  <a:lnTo>
                    <a:pt x="372770" y="1614997"/>
                  </a:lnTo>
                  <a:lnTo>
                    <a:pt x="372206" y="1613743"/>
                  </a:lnTo>
                  <a:lnTo>
                    <a:pt x="371704" y="1612474"/>
                  </a:lnTo>
                  <a:lnTo>
                    <a:pt x="371237" y="1611201"/>
                  </a:lnTo>
                  <a:lnTo>
                    <a:pt x="370808" y="1609925"/>
                  </a:lnTo>
                  <a:lnTo>
                    <a:pt x="370414" y="1608645"/>
                  </a:lnTo>
                  <a:lnTo>
                    <a:pt x="370058" y="1607362"/>
                  </a:lnTo>
                  <a:lnTo>
                    <a:pt x="369737" y="1606075"/>
                  </a:lnTo>
                  <a:lnTo>
                    <a:pt x="369453" y="1604785"/>
                  </a:lnTo>
                  <a:lnTo>
                    <a:pt x="369206" y="1603492"/>
                  </a:lnTo>
                  <a:lnTo>
                    <a:pt x="368995" y="1602195"/>
                  </a:lnTo>
                  <a:lnTo>
                    <a:pt x="368820" y="1600894"/>
                  </a:lnTo>
                  <a:lnTo>
                    <a:pt x="393650" y="1598724"/>
                  </a:lnTo>
                  <a:lnTo>
                    <a:pt x="393763" y="1599499"/>
                  </a:lnTo>
                  <a:lnTo>
                    <a:pt x="393893" y="1600262"/>
                  </a:lnTo>
                  <a:lnTo>
                    <a:pt x="394041" y="1601013"/>
                  </a:lnTo>
                  <a:lnTo>
                    <a:pt x="394206" y="1601752"/>
                  </a:lnTo>
                  <a:lnTo>
                    <a:pt x="394388" y="1602478"/>
                  </a:lnTo>
                  <a:lnTo>
                    <a:pt x="394588" y="1603193"/>
                  </a:lnTo>
                  <a:lnTo>
                    <a:pt x="394805" y="1603895"/>
                  </a:lnTo>
                  <a:lnTo>
                    <a:pt x="395039" y="1604585"/>
                  </a:lnTo>
                  <a:lnTo>
                    <a:pt x="395291" y="1605264"/>
                  </a:lnTo>
                  <a:lnTo>
                    <a:pt x="395560" y="1605929"/>
                  </a:lnTo>
                  <a:lnTo>
                    <a:pt x="395865" y="1606563"/>
                  </a:lnTo>
                  <a:lnTo>
                    <a:pt x="396188" y="1607180"/>
                  </a:lnTo>
                  <a:lnTo>
                    <a:pt x="396531" y="1607779"/>
                  </a:lnTo>
                  <a:lnTo>
                    <a:pt x="396893" y="1608360"/>
                  </a:lnTo>
                  <a:lnTo>
                    <a:pt x="397274" y="1608925"/>
                  </a:lnTo>
                  <a:lnTo>
                    <a:pt x="397675" y="1609471"/>
                  </a:lnTo>
                  <a:lnTo>
                    <a:pt x="398094" y="1610001"/>
                  </a:lnTo>
                  <a:lnTo>
                    <a:pt x="398532" y="1610513"/>
                  </a:lnTo>
                  <a:lnTo>
                    <a:pt x="398990" y="1611008"/>
                  </a:lnTo>
                  <a:lnTo>
                    <a:pt x="399467" y="1611486"/>
                  </a:lnTo>
                  <a:lnTo>
                    <a:pt x="399963" y="1611944"/>
                  </a:lnTo>
                  <a:lnTo>
                    <a:pt x="400481" y="1612382"/>
                  </a:lnTo>
                  <a:lnTo>
                    <a:pt x="401019" y="1612798"/>
                  </a:lnTo>
                  <a:lnTo>
                    <a:pt x="401578" y="1613194"/>
                  </a:lnTo>
                  <a:lnTo>
                    <a:pt x="402158" y="1613569"/>
                  </a:lnTo>
                  <a:lnTo>
                    <a:pt x="402759" y="1613923"/>
                  </a:lnTo>
                  <a:lnTo>
                    <a:pt x="403380" y="1614257"/>
                  </a:lnTo>
                  <a:lnTo>
                    <a:pt x="404023" y="1614569"/>
                  </a:lnTo>
                  <a:lnTo>
                    <a:pt x="404686" y="1614861"/>
                  </a:lnTo>
                  <a:lnTo>
                    <a:pt x="405370" y="1615132"/>
                  </a:lnTo>
                  <a:lnTo>
                    <a:pt x="406094" y="1615363"/>
                  </a:lnTo>
                  <a:lnTo>
                    <a:pt x="406843" y="1615569"/>
                  </a:lnTo>
                  <a:lnTo>
                    <a:pt x="407615" y="1615752"/>
                  </a:lnTo>
                  <a:lnTo>
                    <a:pt x="408412" y="1615910"/>
                  </a:lnTo>
                  <a:lnTo>
                    <a:pt x="409233" y="1616043"/>
                  </a:lnTo>
                  <a:lnTo>
                    <a:pt x="410079" y="1616153"/>
                  </a:lnTo>
                  <a:lnTo>
                    <a:pt x="410949" y="1616238"/>
                  </a:lnTo>
                  <a:lnTo>
                    <a:pt x="411843" y="1616299"/>
                  </a:lnTo>
                  <a:lnTo>
                    <a:pt x="412762" y="1616335"/>
                  </a:lnTo>
                  <a:lnTo>
                    <a:pt x="413704" y="1616347"/>
                  </a:lnTo>
                  <a:lnTo>
                    <a:pt x="415419" y="1616304"/>
                  </a:lnTo>
                  <a:lnTo>
                    <a:pt x="417056" y="1616174"/>
                  </a:lnTo>
                  <a:lnTo>
                    <a:pt x="418614" y="1615957"/>
                  </a:lnTo>
                  <a:lnTo>
                    <a:pt x="420094" y="1615653"/>
                  </a:lnTo>
                  <a:lnTo>
                    <a:pt x="421496" y="1615262"/>
                  </a:lnTo>
                  <a:lnTo>
                    <a:pt x="422820" y="1614785"/>
                  </a:lnTo>
                  <a:lnTo>
                    <a:pt x="424066" y="1614220"/>
                  </a:lnTo>
                  <a:lnTo>
                    <a:pt x="425234" y="1613569"/>
                  </a:lnTo>
                  <a:lnTo>
                    <a:pt x="426323" y="1612831"/>
                  </a:lnTo>
                  <a:lnTo>
                    <a:pt x="427335" y="1612007"/>
                  </a:lnTo>
                  <a:lnTo>
                    <a:pt x="428258" y="1611092"/>
                  </a:lnTo>
                  <a:lnTo>
                    <a:pt x="429085" y="1610086"/>
                  </a:lnTo>
                  <a:lnTo>
                    <a:pt x="429814" y="1608988"/>
                  </a:lnTo>
                  <a:lnTo>
                    <a:pt x="430446" y="1607798"/>
                  </a:lnTo>
                  <a:lnTo>
                    <a:pt x="430981" y="1606515"/>
                  </a:lnTo>
                  <a:lnTo>
                    <a:pt x="431419" y="1605141"/>
                  </a:lnTo>
                  <a:lnTo>
                    <a:pt x="431759" y="1603675"/>
                  </a:lnTo>
                  <a:lnTo>
                    <a:pt x="432002" y="1602116"/>
                  </a:lnTo>
                  <a:lnTo>
                    <a:pt x="432148" y="1600466"/>
                  </a:lnTo>
                  <a:lnTo>
                    <a:pt x="432196" y="1598724"/>
                  </a:lnTo>
                  <a:lnTo>
                    <a:pt x="432173" y="1597651"/>
                  </a:lnTo>
                  <a:lnTo>
                    <a:pt x="432103" y="1596623"/>
                  </a:lnTo>
                  <a:lnTo>
                    <a:pt x="431985" y="1595637"/>
                  </a:lnTo>
                  <a:lnTo>
                    <a:pt x="431821" y="1594695"/>
                  </a:lnTo>
                  <a:lnTo>
                    <a:pt x="431610" y="1593797"/>
                  </a:lnTo>
                  <a:lnTo>
                    <a:pt x="431353" y="1592942"/>
                  </a:lnTo>
                  <a:lnTo>
                    <a:pt x="431048" y="1592130"/>
                  </a:lnTo>
                  <a:lnTo>
                    <a:pt x="430696" y="1591362"/>
                  </a:lnTo>
                  <a:lnTo>
                    <a:pt x="430298" y="1590637"/>
                  </a:lnTo>
                  <a:lnTo>
                    <a:pt x="429852" y="1589955"/>
                  </a:lnTo>
                  <a:lnTo>
                    <a:pt x="429388" y="1589311"/>
                  </a:lnTo>
                  <a:lnTo>
                    <a:pt x="428897" y="1588698"/>
                  </a:lnTo>
                  <a:lnTo>
                    <a:pt x="428381" y="1588116"/>
                  </a:lnTo>
                  <a:lnTo>
                    <a:pt x="427838" y="1587566"/>
                  </a:lnTo>
                  <a:lnTo>
                    <a:pt x="427270" y="1587047"/>
                  </a:lnTo>
                  <a:lnTo>
                    <a:pt x="426675" y="1586559"/>
                  </a:lnTo>
                  <a:lnTo>
                    <a:pt x="426054" y="1586102"/>
                  </a:lnTo>
                  <a:lnTo>
                    <a:pt x="425407" y="1585677"/>
                  </a:lnTo>
                  <a:lnTo>
                    <a:pt x="424735" y="1585283"/>
                  </a:lnTo>
                  <a:lnTo>
                    <a:pt x="424036" y="1584920"/>
                  </a:lnTo>
                  <a:lnTo>
                    <a:pt x="423335" y="1584567"/>
                  </a:lnTo>
                  <a:lnTo>
                    <a:pt x="422622" y="1584239"/>
                  </a:lnTo>
                  <a:lnTo>
                    <a:pt x="421897" y="1583935"/>
                  </a:lnTo>
                  <a:lnTo>
                    <a:pt x="421160" y="1583656"/>
                  </a:lnTo>
                  <a:lnTo>
                    <a:pt x="420411" y="1583401"/>
                  </a:lnTo>
                  <a:lnTo>
                    <a:pt x="419650" y="1583170"/>
                  </a:lnTo>
                  <a:lnTo>
                    <a:pt x="418876" y="1582963"/>
                  </a:lnTo>
                  <a:lnTo>
                    <a:pt x="418090" y="1582781"/>
                  </a:lnTo>
                  <a:lnTo>
                    <a:pt x="417293" y="1582623"/>
                  </a:lnTo>
                  <a:lnTo>
                    <a:pt x="416483" y="1582489"/>
                  </a:lnTo>
                  <a:lnTo>
                    <a:pt x="415671" y="1582373"/>
                  </a:lnTo>
                  <a:lnTo>
                    <a:pt x="414868" y="1582270"/>
                  </a:lnTo>
                  <a:lnTo>
                    <a:pt x="414073" y="1582179"/>
                  </a:lnTo>
                  <a:lnTo>
                    <a:pt x="413288" y="1582100"/>
                  </a:lnTo>
                  <a:lnTo>
                    <a:pt x="412511" y="1582033"/>
                  </a:lnTo>
                  <a:lnTo>
                    <a:pt x="411742" y="1581978"/>
                  </a:lnTo>
                  <a:lnTo>
                    <a:pt x="410983" y="1581936"/>
                  </a:lnTo>
                  <a:lnTo>
                    <a:pt x="410232" y="1581906"/>
                  </a:lnTo>
                  <a:lnTo>
                    <a:pt x="409490" y="1581887"/>
                  </a:lnTo>
                  <a:lnTo>
                    <a:pt x="408756" y="1581881"/>
                  </a:lnTo>
                  <a:lnTo>
                    <a:pt x="400248" y="1581881"/>
                  </a:lnTo>
                  <a:lnTo>
                    <a:pt x="400248" y="1562174"/>
                  </a:lnTo>
                  <a:lnTo>
                    <a:pt x="408235" y="1562174"/>
                  </a:lnTo>
                  <a:lnTo>
                    <a:pt x="408965" y="1562167"/>
                  </a:lnTo>
                  <a:lnTo>
                    <a:pt x="409697" y="1562146"/>
                  </a:lnTo>
                  <a:lnTo>
                    <a:pt x="410431" y="1562111"/>
                  </a:lnTo>
                  <a:lnTo>
                    <a:pt x="411166" y="1562063"/>
                  </a:lnTo>
                  <a:lnTo>
                    <a:pt x="411903" y="1562000"/>
                  </a:lnTo>
                  <a:lnTo>
                    <a:pt x="412642" y="1561924"/>
                  </a:lnTo>
                  <a:lnTo>
                    <a:pt x="413382" y="1561834"/>
                  </a:lnTo>
                  <a:lnTo>
                    <a:pt x="414125" y="1561729"/>
                  </a:lnTo>
                  <a:lnTo>
                    <a:pt x="414869" y="1561611"/>
                  </a:lnTo>
                  <a:lnTo>
                    <a:pt x="415614" y="1561479"/>
                  </a:lnTo>
                  <a:lnTo>
                    <a:pt x="416371" y="1561329"/>
                  </a:lnTo>
                  <a:lnTo>
                    <a:pt x="417111" y="1561156"/>
                  </a:lnTo>
                  <a:lnTo>
                    <a:pt x="417836" y="1560961"/>
                  </a:lnTo>
                  <a:lnTo>
                    <a:pt x="418545" y="1560743"/>
                  </a:lnTo>
                  <a:lnTo>
                    <a:pt x="419239" y="1560503"/>
                  </a:lnTo>
                  <a:lnTo>
                    <a:pt x="419917" y="1560240"/>
                  </a:lnTo>
                  <a:lnTo>
                    <a:pt x="420579" y="1559954"/>
                  </a:lnTo>
                  <a:lnTo>
                    <a:pt x="421226" y="1559646"/>
                  </a:lnTo>
                  <a:lnTo>
                    <a:pt x="421857" y="1559315"/>
                  </a:lnTo>
                  <a:lnTo>
                    <a:pt x="422473" y="1558962"/>
                  </a:lnTo>
                  <a:lnTo>
                    <a:pt x="423069" y="1558583"/>
                  </a:lnTo>
                  <a:lnTo>
                    <a:pt x="423643" y="1558177"/>
                  </a:lnTo>
                  <a:lnTo>
                    <a:pt x="424195" y="1557743"/>
                  </a:lnTo>
                  <a:lnTo>
                    <a:pt x="424723" y="1557281"/>
                  </a:lnTo>
                  <a:lnTo>
                    <a:pt x="425229" y="1556791"/>
                  </a:lnTo>
                  <a:lnTo>
                    <a:pt x="425713" y="1556274"/>
                  </a:lnTo>
                  <a:lnTo>
                    <a:pt x="426174" y="1555729"/>
                  </a:lnTo>
                  <a:lnTo>
                    <a:pt x="426612" y="1555156"/>
                  </a:lnTo>
                  <a:lnTo>
                    <a:pt x="427028" y="1554555"/>
                  </a:lnTo>
                  <a:lnTo>
                    <a:pt x="427421" y="1553926"/>
                  </a:lnTo>
                  <a:lnTo>
                    <a:pt x="427784" y="1553249"/>
                  </a:lnTo>
                  <a:lnTo>
                    <a:pt x="428109" y="1552537"/>
                  </a:lnTo>
                  <a:lnTo>
                    <a:pt x="428396" y="1551791"/>
                  </a:lnTo>
                  <a:lnTo>
                    <a:pt x="428644" y="1551009"/>
                  </a:lnTo>
                  <a:lnTo>
                    <a:pt x="428854" y="1550193"/>
                  </a:lnTo>
                  <a:lnTo>
                    <a:pt x="429026" y="1549342"/>
                  </a:lnTo>
                  <a:lnTo>
                    <a:pt x="429160" y="1548457"/>
                  </a:lnTo>
                  <a:lnTo>
                    <a:pt x="429255" y="1547537"/>
                  </a:lnTo>
                  <a:lnTo>
                    <a:pt x="429312" y="1546582"/>
                  </a:lnTo>
                  <a:lnTo>
                    <a:pt x="429331" y="1545592"/>
                  </a:lnTo>
                  <a:lnTo>
                    <a:pt x="429289" y="1544114"/>
                  </a:lnTo>
                  <a:lnTo>
                    <a:pt x="429161" y="1542703"/>
                  </a:lnTo>
                  <a:lnTo>
                    <a:pt x="428949" y="1541357"/>
                  </a:lnTo>
                  <a:lnTo>
                    <a:pt x="428651" y="1540077"/>
                  </a:lnTo>
                  <a:lnTo>
                    <a:pt x="428268" y="1538864"/>
                  </a:lnTo>
                  <a:lnTo>
                    <a:pt x="427800" y="1537716"/>
                  </a:lnTo>
                  <a:lnTo>
                    <a:pt x="427247" y="1536634"/>
                  </a:lnTo>
                  <a:lnTo>
                    <a:pt x="426609" y="1535619"/>
                  </a:lnTo>
                  <a:lnTo>
                    <a:pt x="425886" y="1534669"/>
                  </a:lnTo>
                  <a:lnTo>
                    <a:pt x="425077" y="1533785"/>
                  </a:lnTo>
                  <a:lnTo>
                    <a:pt x="424205" y="1532960"/>
                  </a:lnTo>
                  <a:lnTo>
                    <a:pt x="423254" y="1532222"/>
                  </a:lnTo>
                  <a:lnTo>
                    <a:pt x="422226" y="1531571"/>
                  </a:lnTo>
                  <a:lnTo>
                    <a:pt x="421119" y="1531007"/>
                  </a:lnTo>
                  <a:lnTo>
                    <a:pt x="419934" y="1530529"/>
                  </a:lnTo>
                  <a:lnTo>
                    <a:pt x="418670" y="1530139"/>
                  </a:lnTo>
                  <a:lnTo>
                    <a:pt x="417329" y="1529835"/>
                  </a:lnTo>
                  <a:lnTo>
                    <a:pt x="415910" y="1529618"/>
                  </a:lnTo>
                  <a:lnTo>
                    <a:pt x="414412" y="1529488"/>
                  </a:lnTo>
                  <a:lnTo>
                    <a:pt x="412836" y="1529444"/>
                  </a:lnTo>
                  <a:lnTo>
                    <a:pt x="411354" y="1529486"/>
                  </a:lnTo>
                  <a:lnTo>
                    <a:pt x="409930" y="1529611"/>
                  </a:lnTo>
                  <a:lnTo>
                    <a:pt x="408562" y="1529819"/>
                  </a:lnTo>
                  <a:lnTo>
                    <a:pt x="407252" y="1530111"/>
                  </a:lnTo>
                  <a:lnTo>
                    <a:pt x="406000" y="1530486"/>
                  </a:lnTo>
                  <a:lnTo>
                    <a:pt x="404804" y="1530944"/>
                  </a:lnTo>
                  <a:lnTo>
                    <a:pt x="403666" y="1531486"/>
                  </a:lnTo>
                  <a:lnTo>
                    <a:pt x="402585" y="1532111"/>
                  </a:lnTo>
                  <a:lnTo>
                    <a:pt x="401561" y="1532820"/>
                  </a:lnTo>
                  <a:lnTo>
                    <a:pt x="400595" y="1533611"/>
                  </a:lnTo>
                  <a:lnTo>
                    <a:pt x="399714" y="1534479"/>
                  </a:lnTo>
                  <a:lnTo>
                    <a:pt x="398911" y="1535417"/>
                  </a:lnTo>
                  <a:lnTo>
                    <a:pt x="398186" y="1536424"/>
                  </a:lnTo>
                  <a:lnTo>
                    <a:pt x="397539" y="1537501"/>
                  </a:lnTo>
                  <a:lnTo>
                    <a:pt x="396971" y="1538647"/>
                  </a:lnTo>
                  <a:lnTo>
                    <a:pt x="396480" y="1539862"/>
                  </a:lnTo>
                  <a:lnTo>
                    <a:pt x="396068" y="1541147"/>
                  </a:lnTo>
                  <a:lnTo>
                    <a:pt x="395733" y="1542501"/>
                  </a:lnTo>
                  <a:lnTo>
                    <a:pt x="395477" y="1543925"/>
                  </a:lnTo>
                  <a:lnTo>
                    <a:pt x="395299" y="1545418"/>
                  </a:lnTo>
                  <a:lnTo>
                    <a:pt x="370904" y="1543682"/>
                  </a:lnTo>
                  <a:lnTo>
                    <a:pt x="371138" y="1541986"/>
                  </a:lnTo>
                  <a:lnTo>
                    <a:pt x="371425" y="1540334"/>
                  </a:lnTo>
                  <a:lnTo>
                    <a:pt x="371763" y="1538728"/>
                  </a:lnTo>
                  <a:lnTo>
                    <a:pt x="372154" y="1537167"/>
                  </a:lnTo>
                  <a:lnTo>
                    <a:pt x="372597" y="1535652"/>
                  </a:lnTo>
                  <a:lnTo>
                    <a:pt x="373092" y="1534181"/>
                  </a:lnTo>
                  <a:lnTo>
                    <a:pt x="373639" y="1532755"/>
                  </a:lnTo>
                  <a:lnTo>
                    <a:pt x="374238" y="1531375"/>
                  </a:lnTo>
                  <a:lnTo>
                    <a:pt x="374889" y="1530040"/>
                  </a:lnTo>
                  <a:lnTo>
                    <a:pt x="375592" y="1528750"/>
                  </a:lnTo>
                  <a:lnTo>
                    <a:pt x="376357" y="1527504"/>
                  </a:lnTo>
                  <a:lnTo>
                    <a:pt x="377158" y="1526301"/>
                  </a:lnTo>
                  <a:lnTo>
                    <a:pt x="377996" y="1525142"/>
                  </a:lnTo>
                  <a:lnTo>
                    <a:pt x="378870" y="1524027"/>
                  </a:lnTo>
                  <a:lnTo>
                    <a:pt x="379781" y="1522955"/>
                  </a:lnTo>
                  <a:lnTo>
                    <a:pt x="380728" y="1521926"/>
                  </a:lnTo>
                  <a:lnTo>
                    <a:pt x="381712" y="1520940"/>
                  </a:lnTo>
                  <a:lnTo>
                    <a:pt x="382732" y="1519999"/>
                  </a:lnTo>
                  <a:lnTo>
                    <a:pt x="383788" y="1519100"/>
                  </a:lnTo>
                  <a:lnTo>
                    <a:pt x="384881" y="1518245"/>
                  </a:lnTo>
                  <a:lnTo>
                    <a:pt x="386027" y="1517433"/>
                  </a:lnTo>
                  <a:lnTo>
                    <a:pt x="387205" y="1516665"/>
                  </a:lnTo>
                  <a:lnTo>
                    <a:pt x="388416" y="1515940"/>
                  </a:lnTo>
                  <a:lnTo>
                    <a:pt x="389660" y="1515258"/>
                  </a:lnTo>
                  <a:lnTo>
                    <a:pt x="390937" y="1514620"/>
                  </a:lnTo>
                  <a:lnTo>
                    <a:pt x="392247" y="1514026"/>
                  </a:lnTo>
                  <a:lnTo>
                    <a:pt x="393590" y="1513474"/>
                  </a:lnTo>
                  <a:lnTo>
                    <a:pt x="394966" y="1512966"/>
                  </a:lnTo>
                  <a:lnTo>
                    <a:pt x="396375" y="1512502"/>
                  </a:lnTo>
                  <a:lnTo>
                    <a:pt x="397817" y="1512081"/>
                  </a:lnTo>
                  <a:lnTo>
                    <a:pt x="399284" y="1511685"/>
                  </a:lnTo>
                  <a:lnTo>
                    <a:pt x="400769" y="1511331"/>
                  </a:lnTo>
                  <a:lnTo>
                    <a:pt x="402271" y="1511018"/>
                  </a:lnTo>
                  <a:lnTo>
                    <a:pt x="403790" y="1510747"/>
                  </a:lnTo>
                  <a:lnTo>
                    <a:pt x="405327" y="1510518"/>
                  </a:lnTo>
                  <a:lnTo>
                    <a:pt x="406881" y="1510331"/>
                  </a:lnTo>
                  <a:lnTo>
                    <a:pt x="408452" y="1510185"/>
                  </a:lnTo>
                  <a:lnTo>
                    <a:pt x="410041" y="1510081"/>
                  </a:lnTo>
                  <a:lnTo>
                    <a:pt x="411647" y="1510018"/>
                  </a:lnTo>
                  <a:lnTo>
                    <a:pt x="413270" y="1509997"/>
                  </a:lnTo>
                  <a:lnTo>
                    <a:pt x="415393" y="1510023"/>
                  </a:lnTo>
                  <a:lnTo>
                    <a:pt x="417455" y="1510101"/>
                  </a:lnTo>
                  <a:lnTo>
                    <a:pt x="419456" y="1510232"/>
                  </a:lnTo>
                  <a:lnTo>
                    <a:pt x="421396" y="1510414"/>
                  </a:lnTo>
                  <a:lnTo>
                    <a:pt x="423276" y="1510648"/>
                  </a:lnTo>
                  <a:lnTo>
                    <a:pt x="425095" y="1510935"/>
                  </a:lnTo>
                  <a:lnTo>
                    <a:pt x="426853" y="1511273"/>
                  </a:lnTo>
                  <a:lnTo>
                    <a:pt x="428550" y="1511664"/>
                  </a:lnTo>
                  <a:lnTo>
                    <a:pt x="430187" y="1512107"/>
                  </a:lnTo>
                  <a:lnTo>
                    <a:pt x="431762" y="1512602"/>
                  </a:lnTo>
                  <a:lnTo>
                    <a:pt x="433280" y="1513141"/>
                  </a:lnTo>
                  <a:lnTo>
                    <a:pt x="434742" y="1513716"/>
                  </a:lnTo>
                  <a:lnTo>
                    <a:pt x="436148" y="1514329"/>
                  </a:lnTo>
                  <a:lnTo>
                    <a:pt x="437499" y="1514977"/>
                  </a:lnTo>
                  <a:lnTo>
                    <a:pt x="438794" y="1515662"/>
                  </a:lnTo>
                  <a:lnTo>
                    <a:pt x="440034" y="1516383"/>
                  </a:lnTo>
                  <a:lnTo>
                    <a:pt x="441218" y="1517141"/>
                  </a:lnTo>
                  <a:lnTo>
                    <a:pt x="442347" y="1517936"/>
                  </a:lnTo>
                  <a:lnTo>
                    <a:pt x="443420" y="1518767"/>
                  </a:lnTo>
                  <a:lnTo>
                    <a:pt x="444437" y="1519634"/>
                  </a:lnTo>
                  <a:lnTo>
                    <a:pt x="445401" y="1520534"/>
                  </a:lnTo>
                  <a:lnTo>
                    <a:pt x="446313" y="1521464"/>
                  </a:lnTo>
                  <a:lnTo>
                    <a:pt x="447172" y="1522423"/>
                  </a:lnTo>
                  <a:lnTo>
                    <a:pt x="447980" y="1523412"/>
                  </a:lnTo>
                  <a:lnTo>
                    <a:pt x="448735" y="1524430"/>
                  </a:lnTo>
                  <a:lnTo>
                    <a:pt x="449438" y="1525478"/>
                  </a:lnTo>
                  <a:lnTo>
                    <a:pt x="450089" y="1526556"/>
                  </a:lnTo>
                  <a:lnTo>
                    <a:pt x="450688" y="1527663"/>
                  </a:lnTo>
                  <a:lnTo>
                    <a:pt x="451235" y="1528799"/>
                  </a:lnTo>
                  <a:lnTo>
                    <a:pt x="451730" y="1529965"/>
                  </a:lnTo>
                  <a:lnTo>
                    <a:pt x="452175" y="1531154"/>
                  </a:lnTo>
                  <a:lnTo>
                    <a:pt x="452574" y="1532358"/>
                  </a:lnTo>
                  <a:lnTo>
                    <a:pt x="452926" y="1533577"/>
                  </a:lnTo>
                  <a:lnTo>
                    <a:pt x="453230" y="1534813"/>
                  </a:lnTo>
                  <a:lnTo>
                    <a:pt x="453488" y="1536064"/>
                  </a:lnTo>
                  <a:lnTo>
                    <a:pt x="453699" y="1537331"/>
                  </a:lnTo>
                  <a:lnTo>
                    <a:pt x="453863" y="1538613"/>
                  </a:lnTo>
                  <a:lnTo>
                    <a:pt x="453980" y="1539911"/>
                  </a:lnTo>
                  <a:lnTo>
                    <a:pt x="454051" y="1541224"/>
                  </a:lnTo>
                  <a:lnTo>
                    <a:pt x="454074" y="1542553"/>
                  </a:lnTo>
                  <a:lnTo>
                    <a:pt x="454058" y="1543623"/>
                  </a:lnTo>
                  <a:lnTo>
                    <a:pt x="454012" y="1544679"/>
                  </a:lnTo>
                  <a:lnTo>
                    <a:pt x="453933" y="1545720"/>
                  </a:lnTo>
                  <a:lnTo>
                    <a:pt x="453824" y="1546748"/>
                  </a:lnTo>
                  <a:lnTo>
                    <a:pt x="453683" y="1547762"/>
                  </a:lnTo>
                  <a:lnTo>
                    <a:pt x="453512" y="1548763"/>
                  </a:lnTo>
                  <a:lnTo>
                    <a:pt x="453308" y="1549749"/>
                  </a:lnTo>
                  <a:lnTo>
                    <a:pt x="453074" y="1550721"/>
                  </a:lnTo>
                  <a:lnTo>
                    <a:pt x="452808" y="1551680"/>
                  </a:lnTo>
                  <a:lnTo>
                    <a:pt x="452511" y="1552624"/>
                  </a:lnTo>
                  <a:lnTo>
                    <a:pt x="452182" y="1553536"/>
                  </a:lnTo>
                  <a:lnTo>
                    <a:pt x="451820" y="1554430"/>
                  </a:lnTo>
                  <a:lnTo>
                    <a:pt x="451425" y="1555307"/>
                  </a:lnTo>
                  <a:lnTo>
                    <a:pt x="450997" y="1556166"/>
                  </a:lnTo>
                  <a:lnTo>
                    <a:pt x="450536" y="1557008"/>
                  </a:lnTo>
                  <a:lnTo>
                    <a:pt x="450042" y="1557833"/>
                  </a:lnTo>
                  <a:lnTo>
                    <a:pt x="449515" y="1558640"/>
                  </a:lnTo>
                  <a:lnTo>
                    <a:pt x="448955" y="1559431"/>
                  </a:lnTo>
                  <a:lnTo>
                    <a:pt x="448362" y="1560203"/>
                  </a:lnTo>
                  <a:lnTo>
                    <a:pt x="447737" y="1560958"/>
                  </a:lnTo>
                  <a:lnTo>
                    <a:pt x="447093" y="1561678"/>
                  </a:lnTo>
                  <a:lnTo>
                    <a:pt x="446413" y="1562379"/>
                  </a:lnTo>
                  <a:lnTo>
                    <a:pt x="445697" y="1563060"/>
                  </a:lnTo>
                  <a:lnTo>
                    <a:pt x="444944" y="1563723"/>
                  </a:lnTo>
                  <a:lnTo>
                    <a:pt x="444155" y="1564366"/>
                  </a:lnTo>
                  <a:lnTo>
                    <a:pt x="443330" y="1564990"/>
                  </a:lnTo>
                  <a:lnTo>
                    <a:pt x="442468" y="1565595"/>
                  </a:lnTo>
                  <a:lnTo>
                    <a:pt x="441569" y="1566181"/>
                  </a:lnTo>
                  <a:lnTo>
                    <a:pt x="440634" y="1566748"/>
                  </a:lnTo>
                  <a:lnTo>
                    <a:pt x="439663" y="1567296"/>
                  </a:lnTo>
                  <a:lnTo>
                    <a:pt x="438655" y="1567804"/>
                  </a:lnTo>
                  <a:lnTo>
                    <a:pt x="437610" y="1568286"/>
                  </a:lnTo>
                  <a:lnTo>
                    <a:pt x="436529" y="1568742"/>
                  </a:lnTo>
                  <a:lnTo>
                    <a:pt x="435412" y="1569171"/>
                  </a:lnTo>
                  <a:lnTo>
                    <a:pt x="434258" y="1569575"/>
                  </a:lnTo>
                  <a:lnTo>
                    <a:pt x="433068" y="1569953"/>
                  </a:lnTo>
                  <a:lnTo>
                    <a:pt x="431841" y="1570304"/>
                  </a:lnTo>
                  <a:lnTo>
                    <a:pt x="430578" y="1570630"/>
                  </a:lnTo>
                  <a:lnTo>
                    <a:pt x="429278" y="1570929"/>
                  </a:lnTo>
                  <a:lnTo>
                    <a:pt x="427942" y="1571203"/>
                  </a:lnTo>
                  <a:lnTo>
                    <a:pt x="427942" y="1571550"/>
                  </a:lnTo>
                  <a:lnTo>
                    <a:pt x="429433" y="1571741"/>
                  </a:lnTo>
                  <a:lnTo>
                    <a:pt x="430884" y="1571967"/>
                  </a:lnTo>
                  <a:lnTo>
                    <a:pt x="432294" y="1572227"/>
                  </a:lnTo>
                  <a:lnTo>
                    <a:pt x="433665" y="1572522"/>
                  </a:lnTo>
                  <a:lnTo>
                    <a:pt x="434996" y="1572852"/>
                  </a:lnTo>
                  <a:lnTo>
                    <a:pt x="436287" y="1573217"/>
                  </a:lnTo>
                  <a:lnTo>
                    <a:pt x="437538" y="1573616"/>
                  </a:lnTo>
                  <a:lnTo>
                    <a:pt x="438749" y="1574050"/>
                  </a:lnTo>
                  <a:lnTo>
                    <a:pt x="439920" y="1574519"/>
                  </a:lnTo>
                  <a:lnTo>
                    <a:pt x="441052" y="1575023"/>
                  </a:lnTo>
                  <a:lnTo>
                    <a:pt x="442143" y="1575539"/>
                  </a:lnTo>
                  <a:lnTo>
                    <a:pt x="443194" y="1576082"/>
                  </a:lnTo>
                  <a:lnTo>
                    <a:pt x="444206" y="1576651"/>
                  </a:lnTo>
                  <a:lnTo>
                    <a:pt x="445177" y="1577245"/>
                  </a:lnTo>
                  <a:lnTo>
                    <a:pt x="446109" y="1577866"/>
                  </a:lnTo>
                  <a:lnTo>
                    <a:pt x="447000" y="1578513"/>
                  </a:lnTo>
                  <a:lnTo>
                    <a:pt x="447852" y="1579186"/>
                  </a:lnTo>
                  <a:lnTo>
                    <a:pt x="448664" y="1579884"/>
                  </a:lnTo>
                  <a:lnTo>
                    <a:pt x="449436" y="1580609"/>
                  </a:lnTo>
                  <a:lnTo>
                    <a:pt x="450167" y="1581360"/>
                  </a:lnTo>
                  <a:lnTo>
                    <a:pt x="450861" y="1582135"/>
                  </a:lnTo>
                  <a:lnTo>
                    <a:pt x="451518" y="1582930"/>
                  </a:lnTo>
                  <a:lnTo>
                    <a:pt x="452139" y="1583746"/>
                  </a:lnTo>
                  <a:lnTo>
                    <a:pt x="452723" y="1584583"/>
                  </a:lnTo>
                  <a:lnTo>
                    <a:pt x="453271" y="1585441"/>
                  </a:lnTo>
                  <a:lnTo>
                    <a:pt x="453782" y="1586319"/>
                  </a:lnTo>
                  <a:lnTo>
                    <a:pt x="454257" y="1587219"/>
                  </a:lnTo>
                  <a:lnTo>
                    <a:pt x="454696" y="1588139"/>
                  </a:lnTo>
                  <a:lnTo>
                    <a:pt x="455098" y="1589080"/>
                  </a:lnTo>
                  <a:lnTo>
                    <a:pt x="455463" y="1590042"/>
                  </a:lnTo>
                  <a:lnTo>
                    <a:pt x="455793" y="1591003"/>
                  </a:lnTo>
                  <a:lnTo>
                    <a:pt x="456088" y="1591976"/>
                  </a:lnTo>
                  <a:lnTo>
                    <a:pt x="456349" y="1592962"/>
                  </a:lnTo>
                  <a:lnTo>
                    <a:pt x="456574" y="1593959"/>
                  </a:lnTo>
                  <a:lnTo>
                    <a:pt x="456765" y="1594969"/>
                  </a:lnTo>
                  <a:lnTo>
                    <a:pt x="456922" y="1595991"/>
                  </a:lnTo>
                  <a:lnTo>
                    <a:pt x="457043" y="1597025"/>
                  </a:lnTo>
                  <a:lnTo>
                    <a:pt x="457130" y="1598071"/>
                  </a:lnTo>
                  <a:lnTo>
                    <a:pt x="457182" y="1599129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h14"/>
            <p:cNvSpPr/>
            <p:nvPr/>
          </p:nvSpPr>
          <p:spPr>
            <a:xfrm>
              <a:off x="2039486" y="3263726"/>
              <a:ext cx="457200" cy="1665051"/>
            </a:xfrm>
            <a:custGeom>
              <a:avLst/>
              <a:pathLst>
                <a:path w="457200" h="1665051">
                  <a:moveTo>
                    <a:pt x="457200" y="1600200"/>
                  </a:moveTo>
                  <a:lnTo>
                    <a:pt x="457081" y="1606547"/>
                  </a:lnTo>
                  <a:lnTo>
                    <a:pt x="456724" y="1612566"/>
                  </a:lnTo>
                  <a:lnTo>
                    <a:pt x="456129" y="1618256"/>
                  </a:lnTo>
                  <a:lnTo>
                    <a:pt x="455296" y="1623619"/>
                  </a:lnTo>
                  <a:lnTo>
                    <a:pt x="454226" y="1628654"/>
                  </a:lnTo>
                  <a:lnTo>
                    <a:pt x="452918" y="1633360"/>
                  </a:lnTo>
                  <a:lnTo>
                    <a:pt x="451372" y="1637738"/>
                  </a:lnTo>
                  <a:lnTo>
                    <a:pt x="449587" y="1641788"/>
                  </a:lnTo>
                  <a:lnTo>
                    <a:pt x="447565" y="1645510"/>
                  </a:lnTo>
                  <a:lnTo>
                    <a:pt x="445306" y="1648904"/>
                  </a:lnTo>
                  <a:lnTo>
                    <a:pt x="442827" y="1651972"/>
                  </a:lnTo>
                  <a:lnTo>
                    <a:pt x="440149" y="1654717"/>
                  </a:lnTo>
                  <a:lnTo>
                    <a:pt x="437271" y="1657139"/>
                  </a:lnTo>
                  <a:lnTo>
                    <a:pt x="434193" y="1659238"/>
                  </a:lnTo>
                  <a:lnTo>
                    <a:pt x="430916" y="1661014"/>
                  </a:lnTo>
                  <a:lnTo>
                    <a:pt x="427439" y="1662468"/>
                  </a:lnTo>
                  <a:lnTo>
                    <a:pt x="423762" y="1663598"/>
                  </a:lnTo>
                  <a:lnTo>
                    <a:pt x="419886" y="1664405"/>
                  </a:lnTo>
                  <a:lnTo>
                    <a:pt x="415810" y="1664890"/>
                  </a:lnTo>
                  <a:lnTo>
                    <a:pt x="411534" y="1665051"/>
                  </a:lnTo>
                  <a:lnTo>
                    <a:pt x="409970" y="1665035"/>
                  </a:lnTo>
                  <a:lnTo>
                    <a:pt x="408436" y="1664985"/>
                  </a:lnTo>
                  <a:lnTo>
                    <a:pt x="406935" y="1664903"/>
                  </a:lnTo>
                  <a:lnTo>
                    <a:pt x="405464" y="1664787"/>
                  </a:lnTo>
                  <a:lnTo>
                    <a:pt x="404024" y="1664639"/>
                  </a:lnTo>
                  <a:lnTo>
                    <a:pt x="402616" y="1664458"/>
                  </a:lnTo>
                  <a:lnTo>
                    <a:pt x="401239" y="1664243"/>
                  </a:lnTo>
                  <a:lnTo>
                    <a:pt x="399894" y="1663996"/>
                  </a:lnTo>
                  <a:lnTo>
                    <a:pt x="398579" y="1663715"/>
                  </a:lnTo>
                  <a:lnTo>
                    <a:pt x="397296" y="1663402"/>
                  </a:lnTo>
                  <a:lnTo>
                    <a:pt x="396062" y="1663054"/>
                  </a:lnTo>
                  <a:lnTo>
                    <a:pt x="394858" y="1662669"/>
                  </a:lnTo>
                  <a:lnTo>
                    <a:pt x="393686" y="1662248"/>
                  </a:lnTo>
                  <a:lnTo>
                    <a:pt x="392546" y="1661791"/>
                  </a:lnTo>
                  <a:lnTo>
                    <a:pt x="391436" y="1661297"/>
                  </a:lnTo>
                  <a:lnTo>
                    <a:pt x="390358" y="1660766"/>
                  </a:lnTo>
                  <a:lnTo>
                    <a:pt x="389311" y="1660199"/>
                  </a:lnTo>
                  <a:lnTo>
                    <a:pt x="388295" y="1659596"/>
                  </a:lnTo>
                  <a:lnTo>
                    <a:pt x="387311" y="1658956"/>
                  </a:lnTo>
                  <a:lnTo>
                    <a:pt x="386357" y="1658280"/>
                  </a:lnTo>
                  <a:lnTo>
                    <a:pt x="385434" y="1657565"/>
                  </a:lnTo>
                  <a:lnTo>
                    <a:pt x="384538" y="1656811"/>
                  </a:lnTo>
                  <a:lnTo>
                    <a:pt x="383669" y="1656016"/>
                  </a:lnTo>
                  <a:lnTo>
                    <a:pt x="382829" y="1655182"/>
                  </a:lnTo>
                  <a:lnTo>
                    <a:pt x="382016" y="1654308"/>
                  </a:lnTo>
                  <a:lnTo>
                    <a:pt x="381232" y="1653394"/>
                  </a:lnTo>
                  <a:lnTo>
                    <a:pt x="380475" y="1652440"/>
                  </a:lnTo>
                  <a:lnTo>
                    <a:pt x="379745" y="1651445"/>
                  </a:lnTo>
                  <a:lnTo>
                    <a:pt x="379044" y="1650412"/>
                  </a:lnTo>
                  <a:lnTo>
                    <a:pt x="378370" y="1649338"/>
                  </a:lnTo>
                  <a:lnTo>
                    <a:pt x="377741" y="1648223"/>
                  </a:lnTo>
                  <a:lnTo>
                    <a:pt x="377137" y="1647066"/>
                  </a:lnTo>
                  <a:lnTo>
                    <a:pt x="376560" y="1645868"/>
                  </a:lnTo>
                  <a:lnTo>
                    <a:pt x="376009" y="1644629"/>
                  </a:lnTo>
                  <a:lnTo>
                    <a:pt x="375484" y="1643347"/>
                  </a:lnTo>
                  <a:lnTo>
                    <a:pt x="374984" y="1642024"/>
                  </a:lnTo>
                  <a:lnTo>
                    <a:pt x="374511" y="1640659"/>
                  </a:lnTo>
                  <a:lnTo>
                    <a:pt x="374064" y="1639253"/>
                  </a:lnTo>
                  <a:lnTo>
                    <a:pt x="373643" y="1637805"/>
                  </a:lnTo>
                  <a:lnTo>
                    <a:pt x="373248" y="1636315"/>
                  </a:lnTo>
                  <a:lnTo>
                    <a:pt x="396168" y="1633103"/>
                  </a:lnTo>
                  <a:lnTo>
                    <a:pt x="396537" y="1634371"/>
                  </a:lnTo>
                  <a:lnTo>
                    <a:pt x="396949" y="1635572"/>
                  </a:lnTo>
                  <a:lnTo>
                    <a:pt x="397405" y="1636705"/>
                  </a:lnTo>
                  <a:lnTo>
                    <a:pt x="397904" y="1637770"/>
                  </a:lnTo>
                  <a:lnTo>
                    <a:pt x="398446" y="1638768"/>
                  </a:lnTo>
                  <a:lnTo>
                    <a:pt x="399033" y="1639697"/>
                  </a:lnTo>
                  <a:lnTo>
                    <a:pt x="399662" y="1640560"/>
                  </a:lnTo>
                  <a:lnTo>
                    <a:pt x="400335" y="1641354"/>
                  </a:lnTo>
                  <a:lnTo>
                    <a:pt x="401051" y="1642081"/>
                  </a:lnTo>
                  <a:lnTo>
                    <a:pt x="401811" y="1642740"/>
                  </a:lnTo>
                  <a:lnTo>
                    <a:pt x="402629" y="1643333"/>
                  </a:lnTo>
                  <a:lnTo>
                    <a:pt x="403488" y="1643865"/>
                  </a:lnTo>
                  <a:lnTo>
                    <a:pt x="404386" y="1644333"/>
                  </a:lnTo>
                  <a:lnTo>
                    <a:pt x="405325" y="1644740"/>
                  </a:lnTo>
                  <a:lnTo>
                    <a:pt x="406303" y="1645084"/>
                  </a:lnTo>
                  <a:lnTo>
                    <a:pt x="407322" y="1645365"/>
                  </a:lnTo>
                  <a:lnTo>
                    <a:pt x="408380" y="1645584"/>
                  </a:lnTo>
                  <a:lnTo>
                    <a:pt x="409478" y="1645740"/>
                  </a:lnTo>
                  <a:lnTo>
                    <a:pt x="410616" y="1645834"/>
                  </a:lnTo>
                  <a:lnTo>
                    <a:pt x="411795" y="1645865"/>
                  </a:lnTo>
                  <a:lnTo>
                    <a:pt x="412774" y="1645841"/>
                  </a:lnTo>
                  <a:lnTo>
                    <a:pt x="413732" y="1645771"/>
                  </a:lnTo>
                  <a:lnTo>
                    <a:pt x="414670" y="1645654"/>
                  </a:lnTo>
                  <a:lnTo>
                    <a:pt x="415587" y="1645490"/>
                  </a:lnTo>
                  <a:lnTo>
                    <a:pt x="416483" y="1645279"/>
                  </a:lnTo>
                  <a:lnTo>
                    <a:pt x="417358" y="1645021"/>
                  </a:lnTo>
                  <a:lnTo>
                    <a:pt x="418212" y="1644716"/>
                  </a:lnTo>
                  <a:lnTo>
                    <a:pt x="419045" y="1644365"/>
                  </a:lnTo>
                  <a:lnTo>
                    <a:pt x="419858" y="1643966"/>
                  </a:lnTo>
                  <a:lnTo>
                    <a:pt x="420650" y="1643521"/>
                  </a:lnTo>
                  <a:lnTo>
                    <a:pt x="421420" y="1643028"/>
                  </a:lnTo>
                  <a:lnTo>
                    <a:pt x="422167" y="1642486"/>
                  </a:lnTo>
                  <a:lnTo>
                    <a:pt x="422892" y="1641896"/>
                  </a:lnTo>
                  <a:lnTo>
                    <a:pt x="423595" y="1641257"/>
                  </a:lnTo>
                  <a:lnTo>
                    <a:pt x="424274" y="1640569"/>
                  </a:lnTo>
                  <a:lnTo>
                    <a:pt x="424932" y="1639833"/>
                  </a:lnTo>
                  <a:lnTo>
                    <a:pt x="425566" y="1639048"/>
                  </a:lnTo>
                  <a:lnTo>
                    <a:pt x="426178" y="1638215"/>
                  </a:lnTo>
                  <a:lnTo>
                    <a:pt x="426768" y="1637333"/>
                  </a:lnTo>
                  <a:lnTo>
                    <a:pt x="427335" y="1636402"/>
                  </a:lnTo>
                  <a:lnTo>
                    <a:pt x="427877" y="1635422"/>
                  </a:lnTo>
                  <a:lnTo>
                    <a:pt x="428394" y="1634391"/>
                  </a:lnTo>
                  <a:lnTo>
                    <a:pt x="428884" y="1633310"/>
                  </a:lnTo>
                  <a:lnTo>
                    <a:pt x="429349" y="1632179"/>
                  </a:lnTo>
                  <a:lnTo>
                    <a:pt x="429787" y="1630998"/>
                  </a:lnTo>
                  <a:lnTo>
                    <a:pt x="430200" y="1629766"/>
                  </a:lnTo>
                  <a:lnTo>
                    <a:pt x="430586" y="1628483"/>
                  </a:lnTo>
                  <a:lnTo>
                    <a:pt x="430946" y="1627151"/>
                  </a:lnTo>
                  <a:lnTo>
                    <a:pt x="431280" y="1625768"/>
                  </a:lnTo>
                  <a:lnTo>
                    <a:pt x="431589" y="1624334"/>
                  </a:lnTo>
                  <a:lnTo>
                    <a:pt x="431886" y="1622833"/>
                  </a:lnTo>
                  <a:lnTo>
                    <a:pt x="432155" y="1621279"/>
                  </a:lnTo>
                  <a:lnTo>
                    <a:pt x="432393" y="1619672"/>
                  </a:lnTo>
                  <a:lnTo>
                    <a:pt x="432603" y="1618014"/>
                  </a:lnTo>
                  <a:lnTo>
                    <a:pt x="432782" y="1616304"/>
                  </a:lnTo>
                  <a:lnTo>
                    <a:pt x="432933" y="1614542"/>
                  </a:lnTo>
                  <a:lnTo>
                    <a:pt x="433053" y="1612727"/>
                  </a:lnTo>
                  <a:lnTo>
                    <a:pt x="433144" y="1610861"/>
                  </a:lnTo>
                  <a:lnTo>
                    <a:pt x="433206" y="1608942"/>
                  </a:lnTo>
                  <a:lnTo>
                    <a:pt x="433238" y="1606971"/>
                  </a:lnTo>
                  <a:lnTo>
                    <a:pt x="432880" y="1607641"/>
                  </a:lnTo>
                  <a:lnTo>
                    <a:pt x="432498" y="1608294"/>
                  </a:lnTo>
                  <a:lnTo>
                    <a:pt x="432095" y="1608932"/>
                  </a:lnTo>
                  <a:lnTo>
                    <a:pt x="431669" y="1609555"/>
                  </a:lnTo>
                  <a:lnTo>
                    <a:pt x="431220" y="1610162"/>
                  </a:lnTo>
                  <a:lnTo>
                    <a:pt x="430748" y="1610753"/>
                  </a:lnTo>
                  <a:lnTo>
                    <a:pt x="430254" y="1611328"/>
                  </a:lnTo>
                  <a:lnTo>
                    <a:pt x="429738" y="1611888"/>
                  </a:lnTo>
                  <a:lnTo>
                    <a:pt x="429199" y="1612433"/>
                  </a:lnTo>
                  <a:lnTo>
                    <a:pt x="428637" y="1612962"/>
                  </a:lnTo>
                  <a:lnTo>
                    <a:pt x="428056" y="1613474"/>
                  </a:lnTo>
                  <a:lnTo>
                    <a:pt x="427460" y="1613969"/>
                  </a:lnTo>
                  <a:lnTo>
                    <a:pt x="426848" y="1614446"/>
                  </a:lnTo>
                  <a:lnTo>
                    <a:pt x="426220" y="1614906"/>
                  </a:lnTo>
                  <a:lnTo>
                    <a:pt x="425577" y="1615349"/>
                  </a:lnTo>
                  <a:lnTo>
                    <a:pt x="424918" y="1615774"/>
                  </a:lnTo>
                  <a:lnTo>
                    <a:pt x="424243" y="1616182"/>
                  </a:lnTo>
                  <a:lnTo>
                    <a:pt x="423553" y="1616573"/>
                  </a:lnTo>
                  <a:lnTo>
                    <a:pt x="422847" y="1616946"/>
                  </a:lnTo>
                  <a:lnTo>
                    <a:pt x="422126" y="1617302"/>
                  </a:lnTo>
                  <a:lnTo>
                    <a:pt x="421409" y="1617642"/>
                  </a:lnTo>
                  <a:lnTo>
                    <a:pt x="420681" y="1617966"/>
                  </a:lnTo>
                  <a:lnTo>
                    <a:pt x="419943" y="1618274"/>
                  </a:lnTo>
                  <a:lnTo>
                    <a:pt x="419195" y="1618566"/>
                  </a:lnTo>
                  <a:lnTo>
                    <a:pt x="418436" y="1618843"/>
                  </a:lnTo>
                  <a:lnTo>
                    <a:pt x="417667" y="1619105"/>
                  </a:lnTo>
                  <a:lnTo>
                    <a:pt x="416887" y="1619350"/>
                  </a:lnTo>
                  <a:lnTo>
                    <a:pt x="416097" y="1619580"/>
                  </a:lnTo>
                  <a:lnTo>
                    <a:pt x="415297" y="1619795"/>
                  </a:lnTo>
                  <a:lnTo>
                    <a:pt x="414486" y="1619994"/>
                  </a:lnTo>
                  <a:lnTo>
                    <a:pt x="413669" y="1620159"/>
                  </a:lnTo>
                  <a:lnTo>
                    <a:pt x="412850" y="1620306"/>
                  </a:lnTo>
                  <a:lnTo>
                    <a:pt x="412030" y="1620436"/>
                  </a:lnTo>
                  <a:lnTo>
                    <a:pt x="411208" y="1620549"/>
                  </a:lnTo>
                  <a:lnTo>
                    <a:pt x="410384" y="1620645"/>
                  </a:lnTo>
                  <a:lnTo>
                    <a:pt x="409558" y="1620723"/>
                  </a:lnTo>
                  <a:lnTo>
                    <a:pt x="408731" y="1620784"/>
                  </a:lnTo>
                  <a:lnTo>
                    <a:pt x="407902" y="1620827"/>
                  </a:lnTo>
                  <a:lnTo>
                    <a:pt x="407071" y="1620853"/>
                  </a:lnTo>
                  <a:lnTo>
                    <a:pt x="406238" y="1620862"/>
                  </a:lnTo>
                  <a:lnTo>
                    <a:pt x="404656" y="1620834"/>
                  </a:lnTo>
                  <a:lnTo>
                    <a:pt x="403102" y="1620751"/>
                  </a:lnTo>
                  <a:lnTo>
                    <a:pt x="401579" y="1620612"/>
                  </a:lnTo>
                  <a:lnTo>
                    <a:pt x="400085" y="1620417"/>
                  </a:lnTo>
                  <a:lnTo>
                    <a:pt x="398620" y="1620167"/>
                  </a:lnTo>
                  <a:lnTo>
                    <a:pt x="397185" y="1619862"/>
                  </a:lnTo>
                  <a:lnTo>
                    <a:pt x="395779" y="1619501"/>
                  </a:lnTo>
                  <a:lnTo>
                    <a:pt x="394403" y="1619084"/>
                  </a:lnTo>
                  <a:lnTo>
                    <a:pt x="393057" y="1618612"/>
                  </a:lnTo>
                  <a:lnTo>
                    <a:pt x="391740" y="1618084"/>
                  </a:lnTo>
                  <a:lnTo>
                    <a:pt x="390457" y="1617486"/>
                  </a:lnTo>
                  <a:lnTo>
                    <a:pt x="389212" y="1616840"/>
                  </a:lnTo>
                  <a:lnTo>
                    <a:pt x="388005" y="1616146"/>
                  </a:lnTo>
                  <a:lnTo>
                    <a:pt x="386837" y="1615403"/>
                  </a:lnTo>
                  <a:lnTo>
                    <a:pt x="385706" y="1614611"/>
                  </a:lnTo>
                  <a:lnTo>
                    <a:pt x="384614" y="1613771"/>
                  </a:lnTo>
                  <a:lnTo>
                    <a:pt x="383560" y="1612882"/>
                  </a:lnTo>
                  <a:lnTo>
                    <a:pt x="382544" y="1611944"/>
                  </a:lnTo>
                  <a:lnTo>
                    <a:pt x="381567" y="1610958"/>
                  </a:lnTo>
                  <a:lnTo>
                    <a:pt x="380627" y="1609923"/>
                  </a:lnTo>
                  <a:lnTo>
                    <a:pt x="379728" y="1608842"/>
                  </a:lnTo>
                  <a:lnTo>
                    <a:pt x="378870" y="1607718"/>
                  </a:lnTo>
                  <a:lnTo>
                    <a:pt x="378054" y="1606550"/>
                  </a:lnTo>
                  <a:lnTo>
                    <a:pt x="377280" y="1605339"/>
                  </a:lnTo>
                  <a:lnTo>
                    <a:pt x="376547" y="1604085"/>
                  </a:lnTo>
                  <a:lnTo>
                    <a:pt x="375856" y="1602787"/>
                  </a:lnTo>
                  <a:lnTo>
                    <a:pt x="375207" y="1601445"/>
                  </a:lnTo>
                  <a:lnTo>
                    <a:pt x="374599" y="1600061"/>
                  </a:lnTo>
                  <a:lnTo>
                    <a:pt x="374033" y="1598632"/>
                  </a:lnTo>
                  <a:lnTo>
                    <a:pt x="373508" y="1597161"/>
                  </a:lnTo>
                  <a:lnTo>
                    <a:pt x="373047" y="1595631"/>
                  </a:lnTo>
                  <a:lnTo>
                    <a:pt x="372633" y="1594063"/>
                  </a:lnTo>
                  <a:lnTo>
                    <a:pt x="372269" y="1592457"/>
                  </a:lnTo>
                  <a:lnTo>
                    <a:pt x="371953" y="1590813"/>
                  </a:lnTo>
                  <a:lnTo>
                    <a:pt x="371685" y="1589130"/>
                  </a:lnTo>
                  <a:lnTo>
                    <a:pt x="371467" y="1587410"/>
                  </a:lnTo>
                  <a:lnTo>
                    <a:pt x="371296" y="1585651"/>
                  </a:lnTo>
                  <a:lnTo>
                    <a:pt x="371175" y="1583854"/>
                  </a:lnTo>
                  <a:lnTo>
                    <a:pt x="371102" y="1582018"/>
                  </a:lnTo>
                  <a:lnTo>
                    <a:pt x="371078" y="1580145"/>
                  </a:lnTo>
                  <a:lnTo>
                    <a:pt x="371106" y="1578221"/>
                  </a:lnTo>
                  <a:lnTo>
                    <a:pt x="371192" y="1576339"/>
                  </a:lnTo>
                  <a:lnTo>
                    <a:pt x="371335" y="1574498"/>
                  </a:lnTo>
                  <a:lnTo>
                    <a:pt x="371536" y="1572700"/>
                  </a:lnTo>
                  <a:lnTo>
                    <a:pt x="371794" y="1570942"/>
                  </a:lnTo>
                  <a:lnTo>
                    <a:pt x="372109" y="1569227"/>
                  </a:lnTo>
                  <a:lnTo>
                    <a:pt x="372481" y="1567553"/>
                  </a:lnTo>
                  <a:lnTo>
                    <a:pt x="372911" y="1565921"/>
                  </a:lnTo>
                  <a:lnTo>
                    <a:pt x="373398" y="1564330"/>
                  </a:lnTo>
                  <a:lnTo>
                    <a:pt x="373943" y="1562782"/>
                  </a:lnTo>
                  <a:lnTo>
                    <a:pt x="374558" y="1561278"/>
                  </a:lnTo>
                  <a:lnTo>
                    <a:pt x="375224" y="1559823"/>
                  </a:lnTo>
                  <a:lnTo>
                    <a:pt x="375940" y="1558417"/>
                  </a:lnTo>
                  <a:lnTo>
                    <a:pt x="376707" y="1557059"/>
                  </a:lnTo>
                  <a:lnTo>
                    <a:pt x="377524" y="1555750"/>
                  </a:lnTo>
                  <a:lnTo>
                    <a:pt x="378391" y="1554489"/>
                  </a:lnTo>
                  <a:lnTo>
                    <a:pt x="379309" y="1553277"/>
                  </a:lnTo>
                  <a:lnTo>
                    <a:pt x="380277" y="1552114"/>
                  </a:lnTo>
                  <a:lnTo>
                    <a:pt x="381295" y="1550999"/>
                  </a:lnTo>
                  <a:lnTo>
                    <a:pt x="382364" y="1549933"/>
                  </a:lnTo>
                  <a:lnTo>
                    <a:pt x="383482" y="1548900"/>
                  </a:lnTo>
                  <a:lnTo>
                    <a:pt x="384649" y="1547919"/>
                  </a:lnTo>
                  <a:lnTo>
                    <a:pt x="385864" y="1546990"/>
                  </a:lnTo>
                  <a:lnTo>
                    <a:pt x="387128" y="1546113"/>
                  </a:lnTo>
                  <a:lnTo>
                    <a:pt x="388441" y="1545288"/>
                  </a:lnTo>
                  <a:lnTo>
                    <a:pt x="389802" y="1544515"/>
                  </a:lnTo>
                  <a:lnTo>
                    <a:pt x="391212" y="1543795"/>
                  </a:lnTo>
                  <a:lnTo>
                    <a:pt x="392671" y="1543126"/>
                  </a:lnTo>
                  <a:lnTo>
                    <a:pt x="394178" y="1542510"/>
                  </a:lnTo>
                  <a:lnTo>
                    <a:pt x="395733" y="1541946"/>
                  </a:lnTo>
                  <a:lnTo>
                    <a:pt x="397352" y="1541418"/>
                  </a:lnTo>
                  <a:lnTo>
                    <a:pt x="399012" y="1540946"/>
                  </a:lnTo>
                  <a:lnTo>
                    <a:pt x="400713" y="1540529"/>
                  </a:lnTo>
                  <a:lnTo>
                    <a:pt x="402457" y="1540168"/>
                  </a:lnTo>
                  <a:lnTo>
                    <a:pt x="404241" y="1539862"/>
                  </a:lnTo>
                  <a:lnTo>
                    <a:pt x="406068" y="1539612"/>
                  </a:lnTo>
                  <a:lnTo>
                    <a:pt x="407936" y="1539418"/>
                  </a:lnTo>
                  <a:lnTo>
                    <a:pt x="409846" y="1539279"/>
                  </a:lnTo>
                  <a:lnTo>
                    <a:pt x="411798" y="1539195"/>
                  </a:lnTo>
                  <a:lnTo>
                    <a:pt x="413791" y="1539168"/>
                  </a:lnTo>
                  <a:lnTo>
                    <a:pt x="415884" y="1539204"/>
                  </a:lnTo>
                  <a:lnTo>
                    <a:pt x="417927" y="1539313"/>
                  </a:lnTo>
                  <a:lnTo>
                    <a:pt x="419920" y="1539496"/>
                  </a:lnTo>
                  <a:lnTo>
                    <a:pt x="421862" y="1539751"/>
                  </a:lnTo>
                  <a:lnTo>
                    <a:pt x="423753" y="1540079"/>
                  </a:lnTo>
                  <a:lnTo>
                    <a:pt x="425595" y="1540480"/>
                  </a:lnTo>
                  <a:lnTo>
                    <a:pt x="427386" y="1540954"/>
                  </a:lnTo>
                  <a:lnTo>
                    <a:pt x="429127" y="1541501"/>
                  </a:lnTo>
                  <a:lnTo>
                    <a:pt x="430817" y="1542121"/>
                  </a:lnTo>
                  <a:lnTo>
                    <a:pt x="432457" y="1542814"/>
                  </a:lnTo>
                  <a:lnTo>
                    <a:pt x="434062" y="1543566"/>
                  </a:lnTo>
                  <a:lnTo>
                    <a:pt x="435613" y="1544397"/>
                  </a:lnTo>
                  <a:lnTo>
                    <a:pt x="437111" y="1545309"/>
                  </a:lnTo>
                  <a:lnTo>
                    <a:pt x="438555" y="1546300"/>
                  </a:lnTo>
                  <a:lnTo>
                    <a:pt x="439945" y="1547372"/>
                  </a:lnTo>
                  <a:lnTo>
                    <a:pt x="441281" y="1548523"/>
                  </a:lnTo>
                  <a:lnTo>
                    <a:pt x="442563" y="1549754"/>
                  </a:lnTo>
                  <a:lnTo>
                    <a:pt x="443792" y="1551065"/>
                  </a:lnTo>
                  <a:lnTo>
                    <a:pt x="444966" y="1552456"/>
                  </a:lnTo>
                  <a:lnTo>
                    <a:pt x="446087" y="1553926"/>
                  </a:lnTo>
                  <a:lnTo>
                    <a:pt x="447154" y="1555460"/>
                  </a:lnTo>
                  <a:lnTo>
                    <a:pt x="448167" y="1557076"/>
                  </a:lnTo>
                  <a:lnTo>
                    <a:pt x="449126" y="1558773"/>
                  </a:lnTo>
                  <a:lnTo>
                    <a:pt x="450032" y="1560552"/>
                  </a:lnTo>
                  <a:lnTo>
                    <a:pt x="450884" y="1562413"/>
                  </a:lnTo>
                  <a:lnTo>
                    <a:pt x="451681" y="1564355"/>
                  </a:lnTo>
                  <a:lnTo>
                    <a:pt x="452425" y="1566378"/>
                  </a:lnTo>
                  <a:lnTo>
                    <a:pt x="453116" y="1568484"/>
                  </a:lnTo>
                  <a:lnTo>
                    <a:pt x="453752" y="1570671"/>
                  </a:lnTo>
                  <a:lnTo>
                    <a:pt x="454335" y="1572939"/>
                  </a:lnTo>
                  <a:lnTo>
                    <a:pt x="454879" y="1575275"/>
                  </a:lnTo>
                  <a:lnTo>
                    <a:pt x="455366" y="1577697"/>
                  </a:lnTo>
                  <a:lnTo>
                    <a:pt x="455796" y="1580206"/>
                  </a:lnTo>
                  <a:lnTo>
                    <a:pt x="456168" y="1582801"/>
                  </a:lnTo>
                  <a:lnTo>
                    <a:pt x="456483" y="1585484"/>
                  </a:lnTo>
                  <a:lnTo>
                    <a:pt x="456741" y="1588254"/>
                  </a:lnTo>
                  <a:lnTo>
                    <a:pt x="456942" y="1591110"/>
                  </a:lnTo>
                  <a:lnTo>
                    <a:pt x="457085" y="1594053"/>
                  </a:lnTo>
                  <a:lnTo>
                    <a:pt x="457171" y="1597083"/>
                  </a:lnTo>
                  <a:close/>
                  <a:moveTo>
                    <a:pt x="431415" y="1583097"/>
                  </a:moveTo>
                  <a:lnTo>
                    <a:pt x="431403" y="1582062"/>
                  </a:lnTo>
                  <a:lnTo>
                    <a:pt x="431366" y="1581041"/>
                  </a:lnTo>
                  <a:lnTo>
                    <a:pt x="431306" y="1580034"/>
                  </a:lnTo>
                  <a:lnTo>
                    <a:pt x="431221" y="1579041"/>
                  </a:lnTo>
                  <a:lnTo>
                    <a:pt x="431111" y="1578061"/>
                  </a:lnTo>
                  <a:lnTo>
                    <a:pt x="430977" y="1577096"/>
                  </a:lnTo>
                  <a:lnTo>
                    <a:pt x="430819" y="1576144"/>
                  </a:lnTo>
                  <a:lnTo>
                    <a:pt x="430637" y="1575207"/>
                  </a:lnTo>
                  <a:lnTo>
                    <a:pt x="430431" y="1574283"/>
                  </a:lnTo>
                  <a:lnTo>
                    <a:pt x="430200" y="1573373"/>
                  </a:lnTo>
                  <a:lnTo>
                    <a:pt x="429962" y="1572466"/>
                  </a:lnTo>
                  <a:lnTo>
                    <a:pt x="429700" y="1571585"/>
                  </a:lnTo>
                  <a:lnTo>
                    <a:pt x="429413" y="1570730"/>
                  </a:lnTo>
                  <a:lnTo>
                    <a:pt x="429102" y="1569901"/>
                  </a:lnTo>
                  <a:lnTo>
                    <a:pt x="428767" y="1569098"/>
                  </a:lnTo>
                  <a:lnTo>
                    <a:pt x="428408" y="1568321"/>
                  </a:lnTo>
                  <a:lnTo>
                    <a:pt x="428024" y="1567570"/>
                  </a:lnTo>
                  <a:lnTo>
                    <a:pt x="427616" y="1566845"/>
                  </a:lnTo>
                  <a:lnTo>
                    <a:pt x="427184" y="1566146"/>
                  </a:lnTo>
                  <a:lnTo>
                    <a:pt x="426727" y="1565473"/>
                  </a:lnTo>
                  <a:lnTo>
                    <a:pt x="426248" y="1564811"/>
                  </a:lnTo>
                  <a:lnTo>
                    <a:pt x="425748" y="1564178"/>
                  </a:lnTo>
                  <a:lnTo>
                    <a:pt x="425227" y="1563574"/>
                  </a:lnTo>
                  <a:lnTo>
                    <a:pt x="424685" y="1563000"/>
                  </a:lnTo>
                  <a:lnTo>
                    <a:pt x="424122" y="1562456"/>
                  </a:lnTo>
                  <a:lnTo>
                    <a:pt x="423539" y="1561941"/>
                  </a:lnTo>
                  <a:lnTo>
                    <a:pt x="422935" y="1561456"/>
                  </a:lnTo>
                  <a:lnTo>
                    <a:pt x="422310" y="1561000"/>
                  </a:lnTo>
                  <a:lnTo>
                    <a:pt x="421664" y="1560574"/>
                  </a:lnTo>
                  <a:lnTo>
                    <a:pt x="420997" y="1560177"/>
                  </a:lnTo>
                  <a:lnTo>
                    <a:pt x="420309" y="1559814"/>
                  </a:lnTo>
                  <a:lnTo>
                    <a:pt x="419601" y="1559490"/>
                  </a:lnTo>
                  <a:lnTo>
                    <a:pt x="418872" y="1559203"/>
                  </a:lnTo>
                  <a:lnTo>
                    <a:pt x="418122" y="1558955"/>
                  </a:lnTo>
                  <a:lnTo>
                    <a:pt x="417351" y="1558745"/>
                  </a:lnTo>
                  <a:lnTo>
                    <a:pt x="416559" y="1558573"/>
                  </a:lnTo>
                  <a:lnTo>
                    <a:pt x="415746" y="1558439"/>
                  </a:lnTo>
                  <a:lnTo>
                    <a:pt x="414913" y="1558344"/>
                  </a:lnTo>
                  <a:lnTo>
                    <a:pt x="414059" y="1558286"/>
                  </a:lnTo>
                  <a:lnTo>
                    <a:pt x="413184" y="1558267"/>
                  </a:lnTo>
                  <a:lnTo>
                    <a:pt x="412376" y="1558283"/>
                  </a:lnTo>
                  <a:lnTo>
                    <a:pt x="411586" y="1558330"/>
                  </a:lnTo>
                  <a:lnTo>
                    <a:pt x="410813" y="1558408"/>
                  </a:lnTo>
                  <a:lnTo>
                    <a:pt x="410058" y="1558517"/>
                  </a:lnTo>
                  <a:lnTo>
                    <a:pt x="409320" y="1558658"/>
                  </a:lnTo>
                  <a:lnTo>
                    <a:pt x="408600" y="1558830"/>
                  </a:lnTo>
                  <a:lnTo>
                    <a:pt x="407896" y="1559033"/>
                  </a:lnTo>
                  <a:lnTo>
                    <a:pt x="407211" y="1559267"/>
                  </a:lnTo>
                  <a:lnTo>
                    <a:pt x="406542" y="1559533"/>
                  </a:lnTo>
                  <a:lnTo>
                    <a:pt x="405891" y="1559830"/>
                  </a:lnTo>
                  <a:lnTo>
                    <a:pt x="405258" y="1560139"/>
                  </a:lnTo>
                  <a:lnTo>
                    <a:pt x="404644" y="1560476"/>
                  </a:lnTo>
                  <a:lnTo>
                    <a:pt x="404050" y="1560840"/>
                  </a:lnTo>
                  <a:lnTo>
                    <a:pt x="403474" y="1561233"/>
                  </a:lnTo>
                  <a:lnTo>
                    <a:pt x="402918" y="1561653"/>
                  </a:lnTo>
                  <a:lnTo>
                    <a:pt x="402380" y="1562101"/>
                  </a:lnTo>
                  <a:lnTo>
                    <a:pt x="401862" y="1562577"/>
                  </a:lnTo>
                  <a:lnTo>
                    <a:pt x="401363" y="1563080"/>
                  </a:lnTo>
                  <a:lnTo>
                    <a:pt x="400883" y="1563612"/>
                  </a:lnTo>
                  <a:lnTo>
                    <a:pt x="400422" y="1564171"/>
                  </a:lnTo>
                  <a:lnTo>
                    <a:pt x="399981" y="1564756"/>
                  </a:lnTo>
                  <a:lnTo>
                    <a:pt x="399560" y="1565365"/>
                  </a:lnTo>
                  <a:lnTo>
                    <a:pt x="399161" y="1565999"/>
                  </a:lnTo>
                  <a:lnTo>
                    <a:pt x="398782" y="1566657"/>
                  </a:lnTo>
                  <a:lnTo>
                    <a:pt x="398425" y="1567339"/>
                  </a:lnTo>
                  <a:lnTo>
                    <a:pt x="398088" y="1568046"/>
                  </a:lnTo>
                  <a:lnTo>
                    <a:pt x="397772" y="1568777"/>
                  </a:lnTo>
                  <a:lnTo>
                    <a:pt x="397477" y="1569532"/>
                  </a:lnTo>
                  <a:lnTo>
                    <a:pt x="397202" y="1570312"/>
                  </a:lnTo>
                  <a:lnTo>
                    <a:pt x="396949" y="1571116"/>
                  </a:lnTo>
                  <a:lnTo>
                    <a:pt x="396734" y="1571942"/>
                  </a:lnTo>
                  <a:lnTo>
                    <a:pt x="396543" y="1572790"/>
                  </a:lnTo>
                  <a:lnTo>
                    <a:pt x="396373" y="1573658"/>
                  </a:lnTo>
                  <a:lnTo>
                    <a:pt x="396227" y="1574547"/>
                  </a:lnTo>
                  <a:lnTo>
                    <a:pt x="396102" y="1575457"/>
                  </a:lnTo>
                  <a:lnTo>
                    <a:pt x="396001" y="1576387"/>
                  </a:lnTo>
                  <a:lnTo>
                    <a:pt x="395922" y="1577339"/>
                  </a:lnTo>
                  <a:lnTo>
                    <a:pt x="395865" y="1578311"/>
                  </a:lnTo>
                  <a:lnTo>
                    <a:pt x="395832" y="1579305"/>
                  </a:lnTo>
                  <a:lnTo>
                    <a:pt x="395820" y="1580319"/>
                  </a:lnTo>
                  <a:lnTo>
                    <a:pt x="395832" y="1581267"/>
                  </a:lnTo>
                  <a:lnTo>
                    <a:pt x="395865" y="1582204"/>
                  </a:lnTo>
                  <a:lnTo>
                    <a:pt x="395922" y="1583129"/>
                  </a:lnTo>
                  <a:lnTo>
                    <a:pt x="396001" y="1584041"/>
                  </a:lnTo>
                  <a:lnTo>
                    <a:pt x="396102" y="1584942"/>
                  </a:lnTo>
                  <a:lnTo>
                    <a:pt x="396227" y="1585830"/>
                  </a:lnTo>
                  <a:lnTo>
                    <a:pt x="396373" y="1586706"/>
                  </a:lnTo>
                  <a:lnTo>
                    <a:pt x="396543" y="1587569"/>
                  </a:lnTo>
                  <a:lnTo>
                    <a:pt x="396734" y="1588421"/>
                  </a:lnTo>
                  <a:lnTo>
                    <a:pt x="396949" y="1589261"/>
                  </a:lnTo>
                  <a:lnTo>
                    <a:pt x="397185" y="1590066"/>
                  </a:lnTo>
                  <a:lnTo>
                    <a:pt x="397442" y="1590851"/>
                  </a:lnTo>
                  <a:lnTo>
                    <a:pt x="397720" y="1591615"/>
                  </a:lnTo>
                  <a:lnTo>
                    <a:pt x="398018" y="1592358"/>
                  </a:lnTo>
                  <a:lnTo>
                    <a:pt x="398338" y="1593081"/>
                  </a:lnTo>
                  <a:lnTo>
                    <a:pt x="398678" y="1593782"/>
                  </a:lnTo>
                  <a:lnTo>
                    <a:pt x="399039" y="1594463"/>
                  </a:lnTo>
                  <a:lnTo>
                    <a:pt x="399421" y="1595122"/>
                  </a:lnTo>
                  <a:lnTo>
                    <a:pt x="399824" y="1595761"/>
                  </a:lnTo>
                  <a:lnTo>
                    <a:pt x="400248" y="1596380"/>
                  </a:lnTo>
                  <a:lnTo>
                    <a:pt x="400693" y="1596958"/>
                  </a:lnTo>
                  <a:lnTo>
                    <a:pt x="401161" y="1597512"/>
                  </a:lnTo>
                  <a:lnTo>
                    <a:pt x="401652" y="1598041"/>
                  </a:lnTo>
                  <a:lnTo>
                    <a:pt x="402165" y="1598547"/>
                  </a:lnTo>
                  <a:lnTo>
                    <a:pt x="402701" y="1599027"/>
                  </a:lnTo>
                  <a:lnTo>
                    <a:pt x="403259" y="1599484"/>
                  </a:lnTo>
                  <a:lnTo>
                    <a:pt x="403840" y="1599916"/>
                  </a:lnTo>
                  <a:lnTo>
                    <a:pt x="404443" y="1600325"/>
                  </a:lnTo>
                  <a:lnTo>
                    <a:pt x="405069" y="1600708"/>
                  </a:lnTo>
                  <a:lnTo>
                    <a:pt x="405717" y="1601068"/>
                  </a:lnTo>
                  <a:lnTo>
                    <a:pt x="406387" y="1601381"/>
                  </a:lnTo>
                  <a:lnTo>
                    <a:pt x="407075" y="1601661"/>
                  </a:lnTo>
                  <a:lnTo>
                    <a:pt x="407783" y="1601909"/>
                  </a:lnTo>
                  <a:lnTo>
                    <a:pt x="408509" y="1602123"/>
                  </a:lnTo>
                  <a:lnTo>
                    <a:pt x="409255" y="1602305"/>
                  </a:lnTo>
                  <a:lnTo>
                    <a:pt x="410020" y="1602453"/>
                  </a:lnTo>
                  <a:lnTo>
                    <a:pt x="410804" y="1602569"/>
                  </a:lnTo>
                  <a:lnTo>
                    <a:pt x="411607" y="1602651"/>
                  </a:lnTo>
                  <a:lnTo>
                    <a:pt x="412429" y="1602701"/>
                  </a:lnTo>
                  <a:lnTo>
                    <a:pt x="413270" y="1602717"/>
                  </a:lnTo>
                  <a:lnTo>
                    <a:pt x="413946" y="1602705"/>
                  </a:lnTo>
                  <a:lnTo>
                    <a:pt x="414618" y="1602669"/>
                  </a:lnTo>
                  <a:lnTo>
                    <a:pt x="415286" y="1602608"/>
                  </a:lnTo>
                  <a:lnTo>
                    <a:pt x="415951" y="1602523"/>
                  </a:lnTo>
                  <a:lnTo>
                    <a:pt x="416613" y="1602413"/>
                  </a:lnTo>
                  <a:lnTo>
                    <a:pt x="417271" y="1602280"/>
                  </a:lnTo>
                  <a:lnTo>
                    <a:pt x="417925" y="1602122"/>
                  </a:lnTo>
                  <a:lnTo>
                    <a:pt x="418577" y="1601939"/>
                  </a:lnTo>
                  <a:lnTo>
                    <a:pt x="419224" y="1601733"/>
                  </a:lnTo>
                  <a:lnTo>
                    <a:pt x="419868" y="1601502"/>
                  </a:lnTo>
                  <a:lnTo>
                    <a:pt x="420520" y="1601247"/>
                  </a:lnTo>
                  <a:lnTo>
                    <a:pt x="421157" y="1600967"/>
                  </a:lnTo>
                  <a:lnTo>
                    <a:pt x="421778" y="1600663"/>
                  </a:lnTo>
                  <a:lnTo>
                    <a:pt x="422383" y="1600335"/>
                  </a:lnTo>
                  <a:lnTo>
                    <a:pt x="422972" y="1599982"/>
                  </a:lnTo>
                  <a:lnTo>
                    <a:pt x="423546" y="1599606"/>
                  </a:lnTo>
                  <a:lnTo>
                    <a:pt x="424104" y="1599205"/>
                  </a:lnTo>
                  <a:lnTo>
                    <a:pt x="424647" y="1598779"/>
                  </a:lnTo>
                  <a:lnTo>
                    <a:pt x="425174" y="1598329"/>
                  </a:lnTo>
                  <a:lnTo>
                    <a:pt x="425685" y="1597855"/>
                  </a:lnTo>
                  <a:lnTo>
                    <a:pt x="426196" y="1597357"/>
                  </a:lnTo>
                  <a:lnTo>
                    <a:pt x="426685" y="1596834"/>
                  </a:lnTo>
                  <a:lnTo>
                    <a:pt x="427154" y="1596288"/>
                  </a:lnTo>
                  <a:lnTo>
                    <a:pt x="427602" y="1595716"/>
                  </a:lnTo>
                  <a:lnTo>
                    <a:pt x="428029" y="1595121"/>
                  </a:lnTo>
                  <a:lnTo>
                    <a:pt x="428435" y="1594501"/>
                  </a:lnTo>
                  <a:lnTo>
                    <a:pt x="428821" y="1593857"/>
                  </a:lnTo>
                  <a:lnTo>
                    <a:pt x="429186" y="1593188"/>
                  </a:lnTo>
                  <a:lnTo>
                    <a:pt x="429529" y="1592495"/>
                  </a:lnTo>
                  <a:lnTo>
                    <a:pt x="429852" y="1591778"/>
                  </a:lnTo>
                  <a:lnTo>
                    <a:pt x="430149" y="1591020"/>
                  </a:lnTo>
                  <a:lnTo>
                    <a:pt x="430415" y="1590236"/>
                  </a:lnTo>
                  <a:lnTo>
                    <a:pt x="430649" y="1589429"/>
                  </a:lnTo>
                  <a:lnTo>
                    <a:pt x="430852" y="1588597"/>
                  </a:lnTo>
                  <a:lnTo>
                    <a:pt x="431024" y="1587741"/>
                  </a:lnTo>
                  <a:lnTo>
                    <a:pt x="431165" y="1586861"/>
                  </a:lnTo>
                  <a:lnTo>
                    <a:pt x="431274" y="1585956"/>
                  </a:lnTo>
                  <a:lnTo>
                    <a:pt x="431353" y="1585027"/>
                  </a:lnTo>
                  <a:lnTo>
                    <a:pt x="431399" y="1584074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h15"/>
            <p:cNvSpPr/>
            <p:nvPr/>
          </p:nvSpPr>
          <p:spPr>
            <a:xfrm>
              <a:off x="2058151" y="3326842"/>
              <a:ext cx="482289" cy="1600200"/>
            </a:xfrm>
            <a:custGeom>
              <a:avLst/>
              <a:pathLst>
                <a:path w="482289" h="1600200">
                  <a:moveTo>
                    <a:pt x="457200" y="1600200"/>
                  </a:moveTo>
                  <a:lnTo>
                    <a:pt x="457200" y="1573720"/>
                  </a:lnTo>
                  <a:lnTo>
                    <a:pt x="482289" y="1573720"/>
                  </a:lnTo>
                  <a:lnTo>
                    <a:pt x="482289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h16"/>
            <p:cNvSpPr/>
            <p:nvPr/>
          </p:nvSpPr>
          <p:spPr>
            <a:xfrm>
              <a:off x="2101646" y="3326842"/>
              <a:ext cx="542800" cy="1600200"/>
            </a:xfrm>
            <a:custGeom>
              <a:avLst/>
              <a:pathLst>
                <a:path w="542800" h="1600200">
                  <a:moveTo>
                    <a:pt x="457200" y="1600200"/>
                  </a:moveTo>
                  <a:lnTo>
                    <a:pt x="457200" y="1583270"/>
                  </a:lnTo>
                  <a:lnTo>
                    <a:pt x="458051" y="1581465"/>
                  </a:lnTo>
                  <a:lnTo>
                    <a:pt x="458939" y="1579697"/>
                  </a:lnTo>
                  <a:lnTo>
                    <a:pt x="459864" y="1577965"/>
                  </a:lnTo>
                  <a:lnTo>
                    <a:pt x="460825" y="1576269"/>
                  </a:lnTo>
                  <a:lnTo>
                    <a:pt x="461822" y="1574610"/>
                  </a:lnTo>
                  <a:lnTo>
                    <a:pt x="462856" y="1572988"/>
                  </a:lnTo>
                  <a:lnTo>
                    <a:pt x="463927" y="1571402"/>
                  </a:lnTo>
                  <a:lnTo>
                    <a:pt x="465034" y="1569852"/>
                  </a:lnTo>
                  <a:lnTo>
                    <a:pt x="466177" y="1568339"/>
                  </a:lnTo>
                  <a:lnTo>
                    <a:pt x="467357" y="1566862"/>
                  </a:lnTo>
                  <a:lnTo>
                    <a:pt x="468560" y="1565399"/>
                  </a:lnTo>
                  <a:lnTo>
                    <a:pt x="469774" y="1563962"/>
                  </a:lnTo>
                  <a:lnTo>
                    <a:pt x="470998" y="1562552"/>
                  </a:lnTo>
                  <a:lnTo>
                    <a:pt x="472233" y="1561167"/>
                  </a:lnTo>
                  <a:lnTo>
                    <a:pt x="473478" y="1559808"/>
                  </a:lnTo>
                  <a:lnTo>
                    <a:pt x="474733" y="1558476"/>
                  </a:lnTo>
                  <a:lnTo>
                    <a:pt x="475999" y="1557169"/>
                  </a:lnTo>
                  <a:lnTo>
                    <a:pt x="477275" y="1555888"/>
                  </a:lnTo>
                  <a:lnTo>
                    <a:pt x="478562" y="1554634"/>
                  </a:lnTo>
                  <a:lnTo>
                    <a:pt x="479859" y="1553405"/>
                  </a:lnTo>
                  <a:lnTo>
                    <a:pt x="481176" y="1552182"/>
                  </a:lnTo>
                  <a:lnTo>
                    <a:pt x="482491" y="1550978"/>
                  </a:lnTo>
                  <a:lnTo>
                    <a:pt x="483802" y="1549793"/>
                  </a:lnTo>
                  <a:lnTo>
                    <a:pt x="485109" y="1548627"/>
                  </a:lnTo>
                  <a:lnTo>
                    <a:pt x="486413" y="1547480"/>
                  </a:lnTo>
                  <a:lnTo>
                    <a:pt x="487714" y="1546352"/>
                  </a:lnTo>
                  <a:lnTo>
                    <a:pt x="489011" y="1545244"/>
                  </a:lnTo>
                  <a:lnTo>
                    <a:pt x="490304" y="1544154"/>
                  </a:lnTo>
                  <a:lnTo>
                    <a:pt x="491594" y="1543084"/>
                  </a:lnTo>
                  <a:lnTo>
                    <a:pt x="492881" y="1542033"/>
                  </a:lnTo>
                  <a:lnTo>
                    <a:pt x="494169" y="1540978"/>
                  </a:lnTo>
                  <a:lnTo>
                    <a:pt x="495430" y="1539932"/>
                  </a:lnTo>
                  <a:lnTo>
                    <a:pt x="496663" y="1538894"/>
                  </a:lnTo>
                  <a:lnTo>
                    <a:pt x="497868" y="1537865"/>
                  </a:lnTo>
                  <a:lnTo>
                    <a:pt x="499045" y="1536845"/>
                  </a:lnTo>
                  <a:lnTo>
                    <a:pt x="500194" y="1535834"/>
                  </a:lnTo>
                  <a:lnTo>
                    <a:pt x="501316" y="1534831"/>
                  </a:lnTo>
                  <a:lnTo>
                    <a:pt x="502410" y="1533837"/>
                  </a:lnTo>
                  <a:lnTo>
                    <a:pt x="503476" y="1532852"/>
                  </a:lnTo>
                  <a:lnTo>
                    <a:pt x="504514" y="1531875"/>
                  </a:lnTo>
                  <a:lnTo>
                    <a:pt x="505536" y="1530885"/>
                  </a:lnTo>
                  <a:lnTo>
                    <a:pt x="506518" y="1529896"/>
                  </a:lnTo>
                  <a:lnTo>
                    <a:pt x="507460" y="1528906"/>
                  </a:lnTo>
                  <a:lnTo>
                    <a:pt x="508362" y="1527916"/>
                  </a:lnTo>
                  <a:lnTo>
                    <a:pt x="509224" y="1526926"/>
                  </a:lnTo>
                  <a:lnTo>
                    <a:pt x="510046" y="1525937"/>
                  </a:lnTo>
                  <a:lnTo>
                    <a:pt x="510829" y="1524947"/>
                  </a:lnTo>
                  <a:lnTo>
                    <a:pt x="511571" y="1523957"/>
                  </a:lnTo>
                  <a:lnTo>
                    <a:pt x="512273" y="1522968"/>
                  </a:lnTo>
                  <a:lnTo>
                    <a:pt x="512936" y="1521978"/>
                  </a:lnTo>
                  <a:lnTo>
                    <a:pt x="513546" y="1520982"/>
                  </a:lnTo>
                  <a:lnTo>
                    <a:pt x="514092" y="1519974"/>
                  </a:lnTo>
                  <a:lnTo>
                    <a:pt x="514574" y="1518954"/>
                  </a:lnTo>
                  <a:lnTo>
                    <a:pt x="514991" y="1517922"/>
                  </a:lnTo>
                  <a:lnTo>
                    <a:pt x="515345" y="1516877"/>
                  </a:lnTo>
                  <a:lnTo>
                    <a:pt x="515634" y="1515821"/>
                  </a:lnTo>
                  <a:lnTo>
                    <a:pt x="515859" y="1514752"/>
                  </a:lnTo>
                  <a:lnTo>
                    <a:pt x="516019" y="1513671"/>
                  </a:lnTo>
                  <a:lnTo>
                    <a:pt x="516116" y="1512578"/>
                  </a:lnTo>
                  <a:lnTo>
                    <a:pt x="516148" y="1511473"/>
                  </a:lnTo>
                  <a:lnTo>
                    <a:pt x="516107" y="1509884"/>
                  </a:lnTo>
                  <a:lnTo>
                    <a:pt x="515985" y="1508379"/>
                  </a:lnTo>
                  <a:lnTo>
                    <a:pt x="515781" y="1506960"/>
                  </a:lnTo>
                  <a:lnTo>
                    <a:pt x="515495" y="1505625"/>
                  </a:lnTo>
                  <a:lnTo>
                    <a:pt x="515128" y="1504376"/>
                  </a:lnTo>
                  <a:lnTo>
                    <a:pt x="514679" y="1503212"/>
                  </a:lnTo>
                  <a:lnTo>
                    <a:pt x="514148" y="1502133"/>
                  </a:lnTo>
                  <a:lnTo>
                    <a:pt x="513536" y="1501139"/>
                  </a:lnTo>
                  <a:lnTo>
                    <a:pt x="512843" y="1500230"/>
                  </a:lnTo>
                  <a:lnTo>
                    <a:pt x="512067" y="1499406"/>
                  </a:lnTo>
                  <a:lnTo>
                    <a:pt x="511213" y="1498663"/>
                  </a:lnTo>
                  <a:lnTo>
                    <a:pt x="510283" y="1497999"/>
                  </a:lnTo>
                  <a:lnTo>
                    <a:pt x="509275" y="1497413"/>
                  </a:lnTo>
                  <a:lnTo>
                    <a:pt x="508192" y="1496905"/>
                  </a:lnTo>
                  <a:lnTo>
                    <a:pt x="507032" y="1496476"/>
                  </a:lnTo>
                  <a:lnTo>
                    <a:pt x="505796" y="1496124"/>
                  </a:lnTo>
                  <a:lnTo>
                    <a:pt x="504483" y="1495851"/>
                  </a:lnTo>
                  <a:lnTo>
                    <a:pt x="503094" y="1495655"/>
                  </a:lnTo>
                  <a:lnTo>
                    <a:pt x="501629" y="1495538"/>
                  </a:lnTo>
                  <a:lnTo>
                    <a:pt x="500087" y="1495499"/>
                  </a:lnTo>
                  <a:lnTo>
                    <a:pt x="498561" y="1495541"/>
                  </a:lnTo>
                  <a:lnTo>
                    <a:pt x="497107" y="1495669"/>
                  </a:lnTo>
                  <a:lnTo>
                    <a:pt x="495727" y="1495882"/>
                  </a:lnTo>
                  <a:lnTo>
                    <a:pt x="494419" y="1496180"/>
                  </a:lnTo>
                  <a:lnTo>
                    <a:pt x="493185" y="1496562"/>
                  </a:lnTo>
                  <a:lnTo>
                    <a:pt x="492023" y="1497030"/>
                  </a:lnTo>
                  <a:lnTo>
                    <a:pt x="490935" y="1497583"/>
                  </a:lnTo>
                  <a:lnTo>
                    <a:pt x="489919" y="1498221"/>
                  </a:lnTo>
                  <a:lnTo>
                    <a:pt x="488976" y="1498945"/>
                  </a:lnTo>
                  <a:lnTo>
                    <a:pt x="488106" y="1499753"/>
                  </a:lnTo>
                  <a:lnTo>
                    <a:pt x="487319" y="1500629"/>
                  </a:lnTo>
                  <a:lnTo>
                    <a:pt x="486589" y="1501590"/>
                  </a:lnTo>
                  <a:lnTo>
                    <a:pt x="485916" y="1502636"/>
                  </a:lnTo>
                  <a:lnTo>
                    <a:pt x="485300" y="1503767"/>
                  </a:lnTo>
                  <a:lnTo>
                    <a:pt x="484742" y="1504984"/>
                  </a:lnTo>
                  <a:lnTo>
                    <a:pt x="484241" y="1506285"/>
                  </a:lnTo>
                  <a:lnTo>
                    <a:pt x="483797" y="1507671"/>
                  </a:lnTo>
                  <a:lnTo>
                    <a:pt x="483411" y="1509143"/>
                  </a:lnTo>
                  <a:lnTo>
                    <a:pt x="483082" y="1510700"/>
                  </a:lnTo>
                  <a:lnTo>
                    <a:pt x="482810" y="1512341"/>
                  </a:lnTo>
                  <a:lnTo>
                    <a:pt x="458241" y="1510952"/>
                  </a:lnTo>
                  <a:lnTo>
                    <a:pt x="458433" y="1509520"/>
                  </a:lnTo>
                  <a:lnTo>
                    <a:pt x="458661" y="1508105"/>
                  </a:lnTo>
                  <a:lnTo>
                    <a:pt x="458926" y="1506707"/>
                  </a:lnTo>
                  <a:lnTo>
                    <a:pt x="459228" y="1505327"/>
                  </a:lnTo>
                  <a:lnTo>
                    <a:pt x="459565" y="1503964"/>
                  </a:lnTo>
                  <a:lnTo>
                    <a:pt x="459939" y="1502618"/>
                  </a:lnTo>
                  <a:lnTo>
                    <a:pt x="460350" y="1501290"/>
                  </a:lnTo>
                  <a:lnTo>
                    <a:pt x="460797" y="1499979"/>
                  </a:lnTo>
                  <a:lnTo>
                    <a:pt x="461281" y="1498685"/>
                  </a:lnTo>
                  <a:lnTo>
                    <a:pt x="461801" y="1497409"/>
                  </a:lnTo>
                  <a:lnTo>
                    <a:pt x="462362" y="1496157"/>
                  </a:lnTo>
                  <a:lnTo>
                    <a:pt x="462968" y="1494936"/>
                  </a:lnTo>
                  <a:lnTo>
                    <a:pt x="463619" y="1493747"/>
                  </a:lnTo>
                  <a:lnTo>
                    <a:pt x="464315" y="1492589"/>
                  </a:lnTo>
                  <a:lnTo>
                    <a:pt x="465056" y="1491462"/>
                  </a:lnTo>
                  <a:lnTo>
                    <a:pt x="465843" y="1490366"/>
                  </a:lnTo>
                  <a:lnTo>
                    <a:pt x="466675" y="1489302"/>
                  </a:lnTo>
                  <a:lnTo>
                    <a:pt x="467551" y="1488269"/>
                  </a:lnTo>
                  <a:lnTo>
                    <a:pt x="468473" y="1487267"/>
                  </a:lnTo>
                  <a:lnTo>
                    <a:pt x="469441" y="1486296"/>
                  </a:lnTo>
                  <a:lnTo>
                    <a:pt x="470472" y="1485362"/>
                  </a:lnTo>
                  <a:lnTo>
                    <a:pt x="471552" y="1484470"/>
                  </a:lnTo>
                  <a:lnTo>
                    <a:pt x="472681" y="1483619"/>
                  </a:lnTo>
                  <a:lnTo>
                    <a:pt x="473858" y="1482810"/>
                  </a:lnTo>
                  <a:lnTo>
                    <a:pt x="475084" y="1482042"/>
                  </a:lnTo>
                  <a:lnTo>
                    <a:pt x="476358" y="1481317"/>
                  </a:lnTo>
                  <a:lnTo>
                    <a:pt x="477681" y="1480632"/>
                  </a:lnTo>
                  <a:lnTo>
                    <a:pt x="479053" y="1479990"/>
                  </a:lnTo>
                  <a:lnTo>
                    <a:pt x="480473" y="1479389"/>
                  </a:lnTo>
                  <a:lnTo>
                    <a:pt x="481942" y="1478830"/>
                  </a:lnTo>
                  <a:lnTo>
                    <a:pt x="483481" y="1478302"/>
                  </a:lnTo>
                  <a:lnTo>
                    <a:pt x="485078" y="1477830"/>
                  </a:lnTo>
                  <a:lnTo>
                    <a:pt x="486732" y="1477413"/>
                  </a:lnTo>
                  <a:lnTo>
                    <a:pt x="488443" y="1477052"/>
                  </a:lnTo>
                  <a:lnTo>
                    <a:pt x="490211" y="1476747"/>
                  </a:lnTo>
                  <a:lnTo>
                    <a:pt x="492037" y="1476497"/>
                  </a:lnTo>
                  <a:lnTo>
                    <a:pt x="493920" y="1476302"/>
                  </a:lnTo>
                  <a:lnTo>
                    <a:pt x="495861" y="1476163"/>
                  </a:lnTo>
                  <a:lnTo>
                    <a:pt x="497858" y="1476080"/>
                  </a:lnTo>
                  <a:lnTo>
                    <a:pt x="499913" y="1476052"/>
                  </a:lnTo>
                  <a:lnTo>
                    <a:pt x="501870" y="1476075"/>
                  </a:lnTo>
                  <a:lnTo>
                    <a:pt x="503782" y="1476146"/>
                  </a:lnTo>
                  <a:lnTo>
                    <a:pt x="505648" y="1476263"/>
                  </a:lnTo>
                  <a:lnTo>
                    <a:pt x="507470" y="1476427"/>
                  </a:lnTo>
                  <a:lnTo>
                    <a:pt x="509246" y="1476638"/>
                  </a:lnTo>
                  <a:lnTo>
                    <a:pt x="510977" y="1476896"/>
                  </a:lnTo>
                  <a:lnTo>
                    <a:pt x="512663" y="1477201"/>
                  </a:lnTo>
                  <a:lnTo>
                    <a:pt x="514304" y="1477552"/>
                  </a:lnTo>
                  <a:lnTo>
                    <a:pt x="515900" y="1477951"/>
                  </a:lnTo>
                  <a:lnTo>
                    <a:pt x="517450" y="1478396"/>
                  </a:lnTo>
                  <a:lnTo>
                    <a:pt x="518954" y="1478869"/>
                  </a:lnTo>
                  <a:lnTo>
                    <a:pt x="520409" y="1479386"/>
                  </a:lnTo>
                  <a:lnTo>
                    <a:pt x="521815" y="1479946"/>
                  </a:lnTo>
                  <a:lnTo>
                    <a:pt x="523173" y="1480549"/>
                  </a:lnTo>
                  <a:lnTo>
                    <a:pt x="524482" y="1481196"/>
                  </a:lnTo>
                  <a:lnTo>
                    <a:pt x="525743" y="1481886"/>
                  </a:lnTo>
                  <a:lnTo>
                    <a:pt x="526955" y="1482620"/>
                  </a:lnTo>
                  <a:lnTo>
                    <a:pt x="528118" y="1483397"/>
                  </a:lnTo>
                  <a:lnTo>
                    <a:pt x="529233" y="1484217"/>
                  </a:lnTo>
                  <a:lnTo>
                    <a:pt x="530299" y="1485081"/>
                  </a:lnTo>
                  <a:lnTo>
                    <a:pt x="531316" y="1485986"/>
                  </a:lnTo>
                  <a:lnTo>
                    <a:pt x="532282" y="1486932"/>
                  </a:lnTo>
                  <a:lnTo>
                    <a:pt x="533198" y="1487917"/>
                  </a:lnTo>
                  <a:lnTo>
                    <a:pt x="534063" y="1488943"/>
                  </a:lnTo>
                  <a:lnTo>
                    <a:pt x="534878" y="1490008"/>
                  </a:lnTo>
                  <a:lnTo>
                    <a:pt x="535643" y="1491113"/>
                  </a:lnTo>
                  <a:lnTo>
                    <a:pt x="536358" y="1492258"/>
                  </a:lnTo>
                  <a:lnTo>
                    <a:pt x="537022" y="1493443"/>
                  </a:lnTo>
                  <a:lnTo>
                    <a:pt x="537636" y="1494668"/>
                  </a:lnTo>
                  <a:lnTo>
                    <a:pt x="538199" y="1495933"/>
                  </a:lnTo>
                  <a:lnTo>
                    <a:pt x="538711" y="1497219"/>
                  </a:lnTo>
                  <a:lnTo>
                    <a:pt x="539168" y="1498541"/>
                  </a:lnTo>
                  <a:lnTo>
                    <a:pt x="539572" y="1499900"/>
                  </a:lnTo>
                  <a:lnTo>
                    <a:pt x="539922" y="1501295"/>
                  </a:lnTo>
                  <a:lnTo>
                    <a:pt x="540218" y="1502726"/>
                  </a:lnTo>
                  <a:lnTo>
                    <a:pt x="540460" y="1504194"/>
                  </a:lnTo>
                  <a:lnTo>
                    <a:pt x="540648" y="1505699"/>
                  </a:lnTo>
                  <a:lnTo>
                    <a:pt x="540783" y="1507240"/>
                  </a:lnTo>
                  <a:lnTo>
                    <a:pt x="540864" y="1508817"/>
                  </a:lnTo>
                  <a:lnTo>
                    <a:pt x="540891" y="1510431"/>
                  </a:lnTo>
                  <a:lnTo>
                    <a:pt x="540857" y="1512134"/>
                  </a:lnTo>
                  <a:lnTo>
                    <a:pt x="540755" y="1513803"/>
                  </a:lnTo>
                  <a:lnTo>
                    <a:pt x="540586" y="1515440"/>
                  </a:lnTo>
                  <a:lnTo>
                    <a:pt x="540349" y="1517043"/>
                  </a:lnTo>
                  <a:lnTo>
                    <a:pt x="540044" y="1518614"/>
                  </a:lnTo>
                  <a:lnTo>
                    <a:pt x="539672" y="1520151"/>
                  </a:lnTo>
                  <a:lnTo>
                    <a:pt x="539231" y="1521656"/>
                  </a:lnTo>
                  <a:lnTo>
                    <a:pt x="538724" y="1523127"/>
                  </a:lnTo>
                  <a:lnTo>
                    <a:pt x="538148" y="1524566"/>
                  </a:lnTo>
                  <a:lnTo>
                    <a:pt x="537505" y="1525971"/>
                  </a:lnTo>
                  <a:lnTo>
                    <a:pt x="536808" y="1527350"/>
                  </a:lnTo>
                  <a:lnTo>
                    <a:pt x="536074" y="1528708"/>
                  </a:lnTo>
                  <a:lnTo>
                    <a:pt x="535301" y="1530045"/>
                  </a:lnTo>
                  <a:lnTo>
                    <a:pt x="534490" y="1531361"/>
                  </a:lnTo>
                  <a:lnTo>
                    <a:pt x="533641" y="1532656"/>
                  </a:lnTo>
                  <a:lnTo>
                    <a:pt x="532754" y="1533931"/>
                  </a:lnTo>
                  <a:lnTo>
                    <a:pt x="531829" y="1535184"/>
                  </a:lnTo>
                  <a:lnTo>
                    <a:pt x="530865" y="1536417"/>
                  </a:lnTo>
                  <a:lnTo>
                    <a:pt x="529863" y="1537629"/>
                  </a:lnTo>
                  <a:lnTo>
                    <a:pt x="528823" y="1538820"/>
                  </a:lnTo>
                  <a:lnTo>
                    <a:pt x="527752" y="1539977"/>
                  </a:lnTo>
                  <a:lnTo>
                    <a:pt x="526656" y="1541119"/>
                  </a:lnTo>
                  <a:lnTo>
                    <a:pt x="525536" y="1542248"/>
                  </a:lnTo>
                  <a:lnTo>
                    <a:pt x="524392" y="1543363"/>
                  </a:lnTo>
                  <a:lnTo>
                    <a:pt x="523223" y="1544463"/>
                  </a:lnTo>
                  <a:lnTo>
                    <a:pt x="522031" y="1545550"/>
                  </a:lnTo>
                  <a:lnTo>
                    <a:pt x="520813" y="1546623"/>
                  </a:lnTo>
                  <a:lnTo>
                    <a:pt x="519572" y="1547683"/>
                  </a:lnTo>
                  <a:lnTo>
                    <a:pt x="518306" y="1548728"/>
                  </a:lnTo>
                  <a:lnTo>
                    <a:pt x="517016" y="1549759"/>
                  </a:lnTo>
                  <a:lnTo>
                    <a:pt x="515735" y="1550781"/>
                  </a:lnTo>
                  <a:lnTo>
                    <a:pt x="514460" y="1551798"/>
                  </a:lnTo>
                  <a:lnTo>
                    <a:pt x="513193" y="1552809"/>
                  </a:lnTo>
                  <a:lnTo>
                    <a:pt x="511932" y="1553815"/>
                  </a:lnTo>
                  <a:lnTo>
                    <a:pt x="510678" y="1554816"/>
                  </a:lnTo>
                  <a:lnTo>
                    <a:pt x="509432" y="1555812"/>
                  </a:lnTo>
                  <a:lnTo>
                    <a:pt x="508192" y="1556803"/>
                  </a:lnTo>
                  <a:lnTo>
                    <a:pt x="506959" y="1557788"/>
                  </a:lnTo>
                  <a:lnTo>
                    <a:pt x="505733" y="1558768"/>
                  </a:lnTo>
                  <a:lnTo>
                    <a:pt x="504514" y="1559743"/>
                  </a:lnTo>
                  <a:lnTo>
                    <a:pt x="503309" y="1560716"/>
                  </a:lnTo>
                  <a:lnTo>
                    <a:pt x="502125" y="1561691"/>
                  </a:lnTo>
                  <a:lnTo>
                    <a:pt x="500962" y="1562668"/>
                  </a:lnTo>
                  <a:lnTo>
                    <a:pt x="499819" y="1563646"/>
                  </a:lnTo>
                  <a:lnTo>
                    <a:pt x="498698" y="1564626"/>
                  </a:lnTo>
                  <a:lnTo>
                    <a:pt x="497597" y="1565608"/>
                  </a:lnTo>
                  <a:lnTo>
                    <a:pt x="496517" y="1566592"/>
                  </a:lnTo>
                  <a:lnTo>
                    <a:pt x="495458" y="1567577"/>
                  </a:lnTo>
                  <a:lnTo>
                    <a:pt x="494419" y="1568564"/>
                  </a:lnTo>
                  <a:lnTo>
                    <a:pt x="493402" y="1569553"/>
                  </a:lnTo>
                  <a:lnTo>
                    <a:pt x="492437" y="1570550"/>
                  </a:lnTo>
                  <a:lnTo>
                    <a:pt x="491523" y="1571561"/>
                  </a:lnTo>
                  <a:lnTo>
                    <a:pt x="490659" y="1572585"/>
                  </a:lnTo>
                  <a:lnTo>
                    <a:pt x="489846" y="1573623"/>
                  </a:lnTo>
                  <a:lnTo>
                    <a:pt x="489083" y="1574675"/>
                  </a:lnTo>
                  <a:lnTo>
                    <a:pt x="488370" y="1575742"/>
                  </a:lnTo>
                  <a:lnTo>
                    <a:pt x="487708" y="1576822"/>
                  </a:lnTo>
                  <a:lnTo>
                    <a:pt x="487096" y="1577915"/>
                  </a:lnTo>
                  <a:lnTo>
                    <a:pt x="486534" y="1579023"/>
                  </a:lnTo>
                  <a:lnTo>
                    <a:pt x="486023" y="1580145"/>
                  </a:lnTo>
                  <a:lnTo>
                    <a:pt x="542800" y="1580145"/>
                  </a:lnTo>
                  <a:lnTo>
                    <a:pt x="542800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h17"/>
            <p:cNvSpPr/>
            <p:nvPr/>
          </p:nvSpPr>
          <p:spPr>
            <a:xfrm>
              <a:off x="2286652" y="3263726"/>
              <a:ext cx="457200" cy="1665051"/>
            </a:xfrm>
            <a:custGeom>
              <a:avLst/>
              <a:pathLst>
                <a:path w="457200" h="1665051">
                  <a:moveTo>
                    <a:pt x="457200" y="1600200"/>
                  </a:moveTo>
                  <a:lnTo>
                    <a:pt x="457081" y="1606547"/>
                  </a:lnTo>
                  <a:lnTo>
                    <a:pt x="456724" y="1612566"/>
                  </a:lnTo>
                  <a:lnTo>
                    <a:pt x="456129" y="1618256"/>
                  </a:lnTo>
                  <a:lnTo>
                    <a:pt x="455296" y="1623619"/>
                  </a:lnTo>
                  <a:lnTo>
                    <a:pt x="454226" y="1628654"/>
                  </a:lnTo>
                  <a:lnTo>
                    <a:pt x="452918" y="1633360"/>
                  </a:lnTo>
                  <a:lnTo>
                    <a:pt x="451372" y="1637738"/>
                  </a:lnTo>
                  <a:lnTo>
                    <a:pt x="449587" y="1641788"/>
                  </a:lnTo>
                  <a:lnTo>
                    <a:pt x="447565" y="1645510"/>
                  </a:lnTo>
                  <a:lnTo>
                    <a:pt x="445306" y="1648904"/>
                  </a:lnTo>
                  <a:lnTo>
                    <a:pt x="442827" y="1651972"/>
                  </a:lnTo>
                  <a:lnTo>
                    <a:pt x="440149" y="1654717"/>
                  </a:lnTo>
                  <a:lnTo>
                    <a:pt x="437271" y="1657139"/>
                  </a:lnTo>
                  <a:lnTo>
                    <a:pt x="434193" y="1659238"/>
                  </a:lnTo>
                  <a:lnTo>
                    <a:pt x="430916" y="1661014"/>
                  </a:lnTo>
                  <a:lnTo>
                    <a:pt x="427439" y="1662468"/>
                  </a:lnTo>
                  <a:lnTo>
                    <a:pt x="423762" y="1663598"/>
                  </a:lnTo>
                  <a:lnTo>
                    <a:pt x="419886" y="1664405"/>
                  </a:lnTo>
                  <a:lnTo>
                    <a:pt x="415810" y="1664890"/>
                  </a:lnTo>
                  <a:lnTo>
                    <a:pt x="411534" y="1665051"/>
                  </a:lnTo>
                  <a:lnTo>
                    <a:pt x="409970" y="1665035"/>
                  </a:lnTo>
                  <a:lnTo>
                    <a:pt x="408436" y="1664985"/>
                  </a:lnTo>
                  <a:lnTo>
                    <a:pt x="406935" y="1664903"/>
                  </a:lnTo>
                  <a:lnTo>
                    <a:pt x="405464" y="1664787"/>
                  </a:lnTo>
                  <a:lnTo>
                    <a:pt x="404024" y="1664639"/>
                  </a:lnTo>
                  <a:lnTo>
                    <a:pt x="402616" y="1664458"/>
                  </a:lnTo>
                  <a:lnTo>
                    <a:pt x="401239" y="1664243"/>
                  </a:lnTo>
                  <a:lnTo>
                    <a:pt x="399894" y="1663996"/>
                  </a:lnTo>
                  <a:lnTo>
                    <a:pt x="398579" y="1663715"/>
                  </a:lnTo>
                  <a:lnTo>
                    <a:pt x="397296" y="1663402"/>
                  </a:lnTo>
                  <a:lnTo>
                    <a:pt x="396062" y="1663054"/>
                  </a:lnTo>
                  <a:lnTo>
                    <a:pt x="394858" y="1662669"/>
                  </a:lnTo>
                  <a:lnTo>
                    <a:pt x="393686" y="1662248"/>
                  </a:lnTo>
                  <a:lnTo>
                    <a:pt x="392546" y="1661791"/>
                  </a:lnTo>
                  <a:lnTo>
                    <a:pt x="391436" y="1661297"/>
                  </a:lnTo>
                  <a:lnTo>
                    <a:pt x="390358" y="1660766"/>
                  </a:lnTo>
                  <a:lnTo>
                    <a:pt x="389311" y="1660199"/>
                  </a:lnTo>
                  <a:lnTo>
                    <a:pt x="388295" y="1659596"/>
                  </a:lnTo>
                  <a:lnTo>
                    <a:pt x="387311" y="1658956"/>
                  </a:lnTo>
                  <a:lnTo>
                    <a:pt x="386357" y="1658280"/>
                  </a:lnTo>
                  <a:lnTo>
                    <a:pt x="385434" y="1657565"/>
                  </a:lnTo>
                  <a:lnTo>
                    <a:pt x="384538" y="1656811"/>
                  </a:lnTo>
                  <a:lnTo>
                    <a:pt x="383669" y="1656016"/>
                  </a:lnTo>
                  <a:lnTo>
                    <a:pt x="382829" y="1655182"/>
                  </a:lnTo>
                  <a:lnTo>
                    <a:pt x="382016" y="1654308"/>
                  </a:lnTo>
                  <a:lnTo>
                    <a:pt x="381232" y="1653394"/>
                  </a:lnTo>
                  <a:lnTo>
                    <a:pt x="380475" y="1652440"/>
                  </a:lnTo>
                  <a:lnTo>
                    <a:pt x="379745" y="1651445"/>
                  </a:lnTo>
                  <a:lnTo>
                    <a:pt x="379044" y="1650412"/>
                  </a:lnTo>
                  <a:lnTo>
                    <a:pt x="378370" y="1649338"/>
                  </a:lnTo>
                  <a:lnTo>
                    <a:pt x="377741" y="1648223"/>
                  </a:lnTo>
                  <a:lnTo>
                    <a:pt x="377137" y="1647066"/>
                  </a:lnTo>
                  <a:lnTo>
                    <a:pt x="376560" y="1645868"/>
                  </a:lnTo>
                  <a:lnTo>
                    <a:pt x="376009" y="1644629"/>
                  </a:lnTo>
                  <a:lnTo>
                    <a:pt x="375484" y="1643347"/>
                  </a:lnTo>
                  <a:lnTo>
                    <a:pt x="374984" y="1642024"/>
                  </a:lnTo>
                  <a:lnTo>
                    <a:pt x="374511" y="1640659"/>
                  </a:lnTo>
                  <a:lnTo>
                    <a:pt x="374064" y="1639253"/>
                  </a:lnTo>
                  <a:lnTo>
                    <a:pt x="373643" y="1637805"/>
                  </a:lnTo>
                  <a:lnTo>
                    <a:pt x="373248" y="1636315"/>
                  </a:lnTo>
                  <a:lnTo>
                    <a:pt x="396168" y="1633103"/>
                  </a:lnTo>
                  <a:lnTo>
                    <a:pt x="396537" y="1634371"/>
                  </a:lnTo>
                  <a:lnTo>
                    <a:pt x="396949" y="1635572"/>
                  </a:lnTo>
                  <a:lnTo>
                    <a:pt x="397405" y="1636705"/>
                  </a:lnTo>
                  <a:lnTo>
                    <a:pt x="397904" y="1637770"/>
                  </a:lnTo>
                  <a:lnTo>
                    <a:pt x="398446" y="1638768"/>
                  </a:lnTo>
                  <a:lnTo>
                    <a:pt x="399033" y="1639697"/>
                  </a:lnTo>
                  <a:lnTo>
                    <a:pt x="399662" y="1640560"/>
                  </a:lnTo>
                  <a:lnTo>
                    <a:pt x="400335" y="1641354"/>
                  </a:lnTo>
                  <a:lnTo>
                    <a:pt x="401051" y="1642081"/>
                  </a:lnTo>
                  <a:lnTo>
                    <a:pt x="401811" y="1642740"/>
                  </a:lnTo>
                  <a:lnTo>
                    <a:pt x="402629" y="1643333"/>
                  </a:lnTo>
                  <a:lnTo>
                    <a:pt x="403488" y="1643865"/>
                  </a:lnTo>
                  <a:lnTo>
                    <a:pt x="404386" y="1644333"/>
                  </a:lnTo>
                  <a:lnTo>
                    <a:pt x="405325" y="1644740"/>
                  </a:lnTo>
                  <a:lnTo>
                    <a:pt x="406303" y="1645084"/>
                  </a:lnTo>
                  <a:lnTo>
                    <a:pt x="407322" y="1645365"/>
                  </a:lnTo>
                  <a:lnTo>
                    <a:pt x="408380" y="1645584"/>
                  </a:lnTo>
                  <a:lnTo>
                    <a:pt x="409478" y="1645740"/>
                  </a:lnTo>
                  <a:lnTo>
                    <a:pt x="410616" y="1645834"/>
                  </a:lnTo>
                  <a:lnTo>
                    <a:pt x="411795" y="1645865"/>
                  </a:lnTo>
                  <a:lnTo>
                    <a:pt x="412774" y="1645841"/>
                  </a:lnTo>
                  <a:lnTo>
                    <a:pt x="413732" y="1645771"/>
                  </a:lnTo>
                  <a:lnTo>
                    <a:pt x="414670" y="1645654"/>
                  </a:lnTo>
                  <a:lnTo>
                    <a:pt x="415587" y="1645490"/>
                  </a:lnTo>
                  <a:lnTo>
                    <a:pt x="416483" y="1645279"/>
                  </a:lnTo>
                  <a:lnTo>
                    <a:pt x="417358" y="1645021"/>
                  </a:lnTo>
                  <a:lnTo>
                    <a:pt x="418212" y="1644716"/>
                  </a:lnTo>
                  <a:lnTo>
                    <a:pt x="419045" y="1644365"/>
                  </a:lnTo>
                  <a:lnTo>
                    <a:pt x="419858" y="1643966"/>
                  </a:lnTo>
                  <a:lnTo>
                    <a:pt x="420650" y="1643521"/>
                  </a:lnTo>
                  <a:lnTo>
                    <a:pt x="421420" y="1643028"/>
                  </a:lnTo>
                  <a:lnTo>
                    <a:pt x="422167" y="1642486"/>
                  </a:lnTo>
                  <a:lnTo>
                    <a:pt x="422892" y="1641896"/>
                  </a:lnTo>
                  <a:lnTo>
                    <a:pt x="423595" y="1641257"/>
                  </a:lnTo>
                  <a:lnTo>
                    <a:pt x="424274" y="1640569"/>
                  </a:lnTo>
                  <a:lnTo>
                    <a:pt x="424932" y="1639833"/>
                  </a:lnTo>
                  <a:lnTo>
                    <a:pt x="425566" y="1639048"/>
                  </a:lnTo>
                  <a:lnTo>
                    <a:pt x="426178" y="1638215"/>
                  </a:lnTo>
                  <a:lnTo>
                    <a:pt x="426768" y="1637333"/>
                  </a:lnTo>
                  <a:lnTo>
                    <a:pt x="427335" y="1636402"/>
                  </a:lnTo>
                  <a:lnTo>
                    <a:pt x="427877" y="1635422"/>
                  </a:lnTo>
                  <a:lnTo>
                    <a:pt x="428394" y="1634391"/>
                  </a:lnTo>
                  <a:lnTo>
                    <a:pt x="428884" y="1633310"/>
                  </a:lnTo>
                  <a:lnTo>
                    <a:pt x="429349" y="1632179"/>
                  </a:lnTo>
                  <a:lnTo>
                    <a:pt x="429787" y="1630998"/>
                  </a:lnTo>
                  <a:lnTo>
                    <a:pt x="430200" y="1629766"/>
                  </a:lnTo>
                  <a:lnTo>
                    <a:pt x="430586" y="1628483"/>
                  </a:lnTo>
                  <a:lnTo>
                    <a:pt x="430946" y="1627151"/>
                  </a:lnTo>
                  <a:lnTo>
                    <a:pt x="431280" y="1625768"/>
                  </a:lnTo>
                  <a:lnTo>
                    <a:pt x="431589" y="1624334"/>
                  </a:lnTo>
                  <a:lnTo>
                    <a:pt x="431886" y="1622833"/>
                  </a:lnTo>
                  <a:lnTo>
                    <a:pt x="432155" y="1621279"/>
                  </a:lnTo>
                  <a:lnTo>
                    <a:pt x="432393" y="1619672"/>
                  </a:lnTo>
                  <a:lnTo>
                    <a:pt x="432603" y="1618014"/>
                  </a:lnTo>
                  <a:lnTo>
                    <a:pt x="432782" y="1616304"/>
                  </a:lnTo>
                  <a:lnTo>
                    <a:pt x="432933" y="1614542"/>
                  </a:lnTo>
                  <a:lnTo>
                    <a:pt x="433053" y="1612727"/>
                  </a:lnTo>
                  <a:lnTo>
                    <a:pt x="433144" y="1610861"/>
                  </a:lnTo>
                  <a:lnTo>
                    <a:pt x="433206" y="1608942"/>
                  </a:lnTo>
                  <a:lnTo>
                    <a:pt x="433238" y="1606971"/>
                  </a:lnTo>
                  <a:lnTo>
                    <a:pt x="432880" y="1607641"/>
                  </a:lnTo>
                  <a:lnTo>
                    <a:pt x="432498" y="1608294"/>
                  </a:lnTo>
                  <a:lnTo>
                    <a:pt x="432095" y="1608932"/>
                  </a:lnTo>
                  <a:lnTo>
                    <a:pt x="431669" y="1609555"/>
                  </a:lnTo>
                  <a:lnTo>
                    <a:pt x="431220" y="1610162"/>
                  </a:lnTo>
                  <a:lnTo>
                    <a:pt x="430748" y="1610753"/>
                  </a:lnTo>
                  <a:lnTo>
                    <a:pt x="430254" y="1611328"/>
                  </a:lnTo>
                  <a:lnTo>
                    <a:pt x="429738" y="1611888"/>
                  </a:lnTo>
                  <a:lnTo>
                    <a:pt x="429199" y="1612433"/>
                  </a:lnTo>
                  <a:lnTo>
                    <a:pt x="428637" y="1612962"/>
                  </a:lnTo>
                  <a:lnTo>
                    <a:pt x="428056" y="1613474"/>
                  </a:lnTo>
                  <a:lnTo>
                    <a:pt x="427460" y="1613969"/>
                  </a:lnTo>
                  <a:lnTo>
                    <a:pt x="426848" y="1614446"/>
                  </a:lnTo>
                  <a:lnTo>
                    <a:pt x="426220" y="1614906"/>
                  </a:lnTo>
                  <a:lnTo>
                    <a:pt x="425577" y="1615349"/>
                  </a:lnTo>
                  <a:lnTo>
                    <a:pt x="424918" y="1615774"/>
                  </a:lnTo>
                  <a:lnTo>
                    <a:pt x="424243" y="1616182"/>
                  </a:lnTo>
                  <a:lnTo>
                    <a:pt x="423553" y="1616573"/>
                  </a:lnTo>
                  <a:lnTo>
                    <a:pt x="422847" y="1616946"/>
                  </a:lnTo>
                  <a:lnTo>
                    <a:pt x="422126" y="1617302"/>
                  </a:lnTo>
                  <a:lnTo>
                    <a:pt x="421409" y="1617642"/>
                  </a:lnTo>
                  <a:lnTo>
                    <a:pt x="420681" y="1617966"/>
                  </a:lnTo>
                  <a:lnTo>
                    <a:pt x="419943" y="1618274"/>
                  </a:lnTo>
                  <a:lnTo>
                    <a:pt x="419195" y="1618566"/>
                  </a:lnTo>
                  <a:lnTo>
                    <a:pt x="418436" y="1618843"/>
                  </a:lnTo>
                  <a:lnTo>
                    <a:pt x="417667" y="1619105"/>
                  </a:lnTo>
                  <a:lnTo>
                    <a:pt x="416887" y="1619350"/>
                  </a:lnTo>
                  <a:lnTo>
                    <a:pt x="416097" y="1619580"/>
                  </a:lnTo>
                  <a:lnTo>
                    <a:pt x="415297" y="1619795"/>
                  </a:lnTo>
                  <a:lnTo>
                    <a:pt x="414486" y="1619994"/>
                  </a:lnTo>
                  <a:lnTo>
                    <a:pt x="413669" y="1620159"/>
                  </a:lnTo>
                  <a:lnTo>
                    <a:pt x="412850" y="1620306"/>
                  </a:lnTo>
                  <a:lnTo>
                    <a:pt x="412030" y="1620436"/>
                  </a:lnTo>
                  <a:lnTo>
                    <a:pt x="411208" y="1620549"/>
                  </a:lnTo>
                  <a:lnTo>
                    <a:pt x="410384" y="1620645"/>
                  </a:lnTo>
                  <a:lnTo>
                    <a:pt x="409558" y="1620723"/>
                  </a:lnTo>
                  <a:lnTo>
                    <a:pt x="408731" y="1620784"/>
                  </a:lnTo>
                  <a:lnTo>
                    <a:pt x="407902" y="1620827"/>
                  </a:lnTo>
                  <a:lnTo>
                    <a:pt x="407071" y="1620853"/>
                  </a:lnTo>
                  <a:lnTo>
                    <a:pt x="406238" y="1620862"/>
                  </a:lnTo>
                  <a:lnTo>
                    <a:pt x="404656" y="1620834"/>
                  </a:lnTo>
                  <a:lnTo>
                    <a:pt x="403102" y="1620751"/>
                  </a:lnTo>
                  <a:lnTo>
                    <a:pt x="401579" y="1620612"/>
                  </a:lnTo>
                  <a:lnTo>
                    <a:pt x="400085" y="1620417"/>
                  </a:lnTo>
                  <a:lnTo>
                    <a:pt x="398620" y="1620167"/>
                  </a:lnTo>
                  <a:lnTo>
                    <a:pt x="397185" y="1619862"/>
                  </a:lnTo>
                  <a:lnTo>
                    <a:pt x="395779" y="1619501"/>
                  </a:lnTo>
                  <a:lnTo>
                    <a:pt x="394403" y="1619084"/>
                  </a:lnTo>
                  <a:lnTo>
                    <a:pt x="393057" y="1618612"/>
                  </a:lnTo>
                  <a:lnTo>
                    <a:pt x="391740" y="1618084"/>
                  </a:lnTo>
                  <a:lnTo>
                    <a:pt x="390457" y="1617486"/>
                  </a:lnTo>
                  <a:lnTo>
                    <a:pt x="389212" y="1616840"/>
                  </a:lnTo>
                  <a:lnTo>
                    <a:pt x="388005" y="1616146"/>
                  </a:lnTo>
                  <a:lnTo>
                    <a:pt x="386837" y="1615403"/>
                  </a:lnTo>
                  <a:lnTo>
                    <a:pt x="385706" y="1614611"/>
                  </a:lnTo>
                  <a:lnTo>
                    <a:pt x="384614" y="1613771"/>
                  </a:lnTo>
                  <a:lnTo>
                    <a:pt x="383560" y="1612882"/>
                  </a:lnTo>
                  <a:lnTo>
                    <a:pt x="382544" y="1611944"/>
                  </a:lnTo>
                  <a:lnTo>
                    <a:pt x="381567" y="1610958"/>
                  </a:lnTo>
                  <a:lnTo>
                    <a:pt x="380627" y="1609923"/>
                  </a:lnTo>
                  <a:lnTo>
                    <a:pt x="379728" y="1608842"/>
                  </a:lnTo>
                  <a:lnTo>
                    <a:pt x="378870" y="1607718"/>
                  </a:lnTo>
                  <a:lnTo>
                    <a:pt x="378054" y="1606550"/>
                  </a:lnTo>
                  <a:lnTo>
                    <a:pt x="377280" y="1605339"/>
                  </a:lnTo>
                  <a:lnTo>
                    <a:pt x="376547" y="1604085"/>
                  </a:lnTo>
                  <a:lnTo>
                    <a:pt x="375856" y="1602787"/>
                  </a:lnTo>
                  <a:lnTo>
                    <a:pt x="375207" y="1601445"/>
                  </a:lnTo>
                  <a:lnTo>
                    <a:pt x="374599" y="1600061"/>
                  </a:lnTo>
                  <a:lnTo>
                    <a:pt x="374033" y="1598632"/>
                  </a:lnTo>
                  <a:lnTo>
                    <a:pt x="373508" y="1597161"/>
                  </a:lnTo>
                  <a:lnTo>
                    <a:pt x="373047" y="1595631"/>
                  </a:lnTo>
                  <a:lnTo>
                    <a:pt x="372633" y="1594063"/>
                  </a:lnTo>
                  <a:lnTo>
                    <a:pt x="372269" y="1592457"/>
                  </a:lnTo>
                  <a:lnTo>
                    <a:pt x="371953" y="1590813"/>
                  </a:lnTo>
                  <a:lnTo>
                    <a:pt x="371685" y="1589130"/>
                  </a:lnTo>
                  <a:lnTo>
                    <a:pt x="371467" y="1587410"/>
                  </a:lnTo>
                  <a:lnTo>
                    <a:pt x="371296" y="1585651"/>
                  </a:lnTo>
                  <a:lnTo>
                    <a:pt x="371175" y="1583854"/>
                  </a:lnTo>
                  <a:lnTo>
                    <a:pt x="371102" y="1582018"/>
                  </a:lnTo>
                  <a:lnTo>
                    <a:pt x="371078" y="1580145"/>
                  </a:lnTo>
                  <a:lnTo>
                    <a:pt x="371106" y="1578221"/>
                  </a:lnTo>
                  <a:lnTo>
                    <a:pt x="371192" y="1576339"/>
                  </a:lnTo>
                  <a:lnTo>
                    <a:pt x="371335" y="1574498"/>
                  </a:lnTo>
                  <a:lnTo>
                    <a:pt x="371536" y="1572700"/>
                  </a:lnTo>
                  <a:lnTo>
                    <a:pt x="371794" y="1570942"/>
                  </a:lnTo>
                  <a:lnTo>
                    <a:pt x="372109" y="1569227"/>
                  </a:lnTo>
                  <a:lnTo>
                    <a:pt x="372481" y="1567553"/>
                  </a:lnTo>
                  <a:lnTo>
                    <a:pt x="372911" y="1565921"/>
                  </a:lnTo>
                  <a:lnTo>
                    <a:pt x="373398" y="1564330"/>
                  </a:lnTo>
                  <a:lnTo>
                    <a:pt x="373943" y="1562782"/>
                  </a:lnTo>
                  <a:lnTo>
                    <a:pt x="374558" y="1561278"/>
                  </a:lnTo>
                  <a:lnTo>
                    <a:pt x="375224" y="1559823"/>
                  </a:lnTo>
                  <a:lnTo>
                    <a:pt x="375940" y="1558417"/>
                  </a:lnTo>
                  <a:lnTo>
                    <a:pt x="376707" y="1557059"/>
                  </a:lnTo>
                  <a:lnTo>
                    <a:pt x="377524" y="1555750"/>
                  </a:lnTo>
                  <a:lnTo>
                    <a:pt x="378391" y="1554489"/>
                  </a:lnTo>
                  <a:lnTo>
                    <a:pt x="379309" y="1553277"/>
                  </a:lnTo>
                  <a:lnTo>
                    <a:pt x="380277" y="1552114"/>
                  </a:lnTo>
                  <a:lnTo>
                    <a:pt x="381295" y="1550999"/>
                  </a:lnTo>
                  <a:lnTo>
                    <a:pt x="382364" y="1549933"/>
                  </a:lnTo>
                  <a:lnTo>
                    <a:pt x="383482" y="1548900"/>
                  </a:lnTo>
                  <a:lnTo>
                    <a:pt x="384649" y="1547919"/>
                  </a:lnTo>
                  <a:lnTo>
                    <a:pt x="385864" y="1546990"/>
                  </a:lnTo>
                  <a:lnTo>
                    <a:pt x="387128" y="1546113"/>
                  </a:lnTo>
                  <a:lnTo>
                    <a:pt x="388441" y="1545288"/>
                  </a:lnTo>
                  <a:lnTo>
                    <a:pt x="389802" y="1544515"/>
                  </a:lnTo>
                  <a:lnTo>
                    <a:pt x="391212" y="1543795"/>
                  </a:lnTo>
                  <a:lnTo>
                    <a:pt x="392671" y="1543126"/>
                  </a:lnTo>
                  <a:lnTo>
                    <a:pt x="394178" y="1542510"/>
                  </a:lnTo>
                  <a:lnTo>
                    <a:pt x="395733" y="1541946"/>
                  </a:lnTo>
                  <a:lnTo>
                    <a:pt x="397352" y="1541418"/>
                  </a:lnTo>
                  <a:lnTo>
                    <a:pt x="399012" y="1540946"/>
                  </a:lnTo>
                  <a:lnTo>
                    <a:pt x="400713" y="1540529"/>
                  </a:lnTo>
                  <a:lnTo>
                    <a:pt x="402457" y="1540168"/>
                  </a:lnTo>
                  <a:lnTo>
                    <a:pt x="404241" y="1539862"/>
                  </a:lnTo>
                  <a:lnTo>
                    <a:pt x="406068" y="1539612"/>
                  </a:lnTo>
                  <a:lnTo>
                    <a:pt x="407936" y="1539418"/>
                  </a:lnTo>
                  <a:lnTo>
                    <a:pt x="409846" y="1539279"/>
                  </a:lnTo>
                  <a:lnTo>
                    <a:pt x="411798" y="1539195"/>
                  </a:lnTo>
                  <a:lnTo>
                    <a:pt x="413791" y="1539168"/>
                  </a:lnTo>
                  <a:lnTo>
                    <a:pt x="415884" y="1539204"/>
                  </a:lnTo>
                  <a:lnTo>
                    <a:pt x="417927" y="1539313"/>
                  </a:lnTo>
                  <a:lnTo>
                    <a:pt x="419920" y="1539496"/>
                  </a:lnTo>
                  <a:lnTo>
                    <a:pt x="421862" y="1539751"/>
                  </a:lnTo>
                  <a:lnTo>
                    <a:pt x="423753" y="1540079"/>
                  </a:lnTo>
                  <a:lnTo>
                    <a:pt x="425595" y="1540480"/>
                  </a:lnTo>
                  <a:lnTo>
                    <a:pt x="427386" y="1540954"/>
                  </a:lnTo>
                  <a:lnTo>
                    <a:pt x="429127" y="1541501"/>
                  </a:lnTo>
                  <a:lnTo>
                    <a:pt x="430817" y="1542121"/>
                  </a:lnTo>
                  <a:lnTo>
                    <a:pt x="432457" y="1542814"/>
                  </a:lnTo>
                  <a:lnTo>
                    <a:pt x="434062" y="1543566"/>
                  </a:lnTo>
                  <a:lnTo>
                    <a:pt x="435613" y="1544397"/>
                  </a:lnTo>
                  <a:lnTo>
                    <a:pt x="437111" y="1545309"/>
                  </a:lnTo>
                  <a:lnTo>
                    <a:pt x="438555" y="1546300"/>
                  </a:lnTo>
                  <a:lnTo>
                    <a:pt x="439945" y="1547372"/>
                  </a:lnTo>
                  <a:lnTo>
                    <a:pt x="441281" y="1548523"/>
                  </a:lnTo>
                  <a:lnTo>
                    <a:pt x="442563" y="1549754"/>
                  </a:lnTo>
                  <a:lnTo>
                    <a:pt x="443792" y="1551065"/>
                  </a:lnTo>
                  <a:lnTo>
                    <a:pt x="444966" y="1552456"/>
                  </a:lnTo>
                  <a:lnTo>
                    <a:pt x="446087" y="1553926"/>
                  </a:lnTo>
                  <a:lnTo>
                    <a:pt x="447154" y="1555460"/>
                  </a:lnTo>
                  <a:lnTo>
                    <a:pt x="448167" y="1557076"/>
                  </a:lnTo>
                  <a:lnTo>
                    <a:pt x="449126" y="1558773"/>
                  </a:lnTo>
                  <a:lnTo>
                    <a:pt x="450032" y="1560552"/>
                  </a:lnTo>
                  <a:lnTo>
                    <a:pt x="450884" y="1562413"/>
                  </a:lnTo>
                  <a:lnTo>
                    <a:pt x="451681" y="1564355"/>
                  </a:lnTo>
                  <a:lnTo>
                    <a:pt x="452425" y="1566378"/>
                  </a:lnTo>
                  <a:lnTo>
                    <a:pt x="453116" y="1568484"/>
                  </a:lnTo>
                  <a:lnTo>
                    <a:pt x="453752" y="1570671"/>
                  </a:lnTo>
                  <a:lnTo>
                    <a:pt x="454335" y="1572939"/>
                  </a:lnTo>
                  <a:lnTo>
                    <a:pt x="454879" y="1575275"/>
                  </a:lnTo>
                  <a:lnTo>
                    <a:pt x="455366" y="1577697"/>
                  </a:lnTo>
                  <a:lnTo>
                    <a:pt x="455796" y="1580206"/>
                  </a:lnTo>
                  <a:lnTo>
                    <a:pt x="456168" y="1582801"/>
                  </a:lnTo>
                  <a:lnTo>
                    <a:pt x="456483" y="1585484"/>
                  </a:lnTo>
                  <a:lnTo>
                    <a:pt x="456741" y="1588254"/>
                  </a:lnTo>
                  <a:lnTo>
                    <a:pt x="456942" y="1591110"/>
                  </a:lnTo>
                  <a:lnTo>
                    <a:pt x="457085" y="1594053"/>
                  </a:lnTo>
                  <a:lnTo>
                    <a:pt x="457171" y="1597083"/>
                  </a:lnTo>
                  <a:close/>
                  <a:moveTo>
                    <a:pt x="431415" y="1583097"/>
                  </a:moveTo>
                  <a:lnTo>
                    <a:pt x="431403" y="1582062"/>
                  </a:lnTo>
                  <a:lnTo>
                    <a:pt x="431366" y="1581041"/>
                  </a:lnTo>
                  <a:lnTo>
                    <a:pt x="431306" y="1580034"/>
                  </a:lnTo>
                  <a:lnTo>
                    <a:pt x="431221" y="1579041"/>
                  </a:lnTo>
                  <a:lnTo>
                    <a:pt x="431111" y="1578061"/>
                  </a:lnTo>
                  <a:lnTo>
                    <a:pt x="430977" y="1577096"/>
                  </a:lnTo>
                  <a:lnTo>
                    <a:pt x="430819" y="1576144"/>
                  </a:lnTo>
                  <a:lnTo>
                    <a:pt x="430637" y="1575207"/>
                  </a:lnTo>
                  <a:lnTo>
                    <a:pt x="430431" y="1574283"/>
                  </a:lnTo>
                  <a:lnTo>
                    <a:pt x="430200" y="1573373"/>
                  </a:lnTo>
                  <a:lnTo>
                    <a:pt x="429962" y="1572466"/>
                  </a:lnTo>
                  <a:lnTo>
                    <a:pt x="429700" y="1571585"/>
                  </a:lnTo>
                  <a:lnTo>
                    <a:pt x="429413" y="1570730"/>
                  </a:lnTo>
                  <a:lnTo>
                    <a:pt x="429102" y="1569901"/>
                  </a:lnTo>
                  <a:lnTo>
                    <a:pt x="428767" y="1569098"/>
                  </a:lnTo>
                  <a:lnTo>
                    <a:pt x="428408" y="1568321"/>
                  </a:lnTo>
                  <a:lnTo>
                    <a:pt x="428024" y="1567570"/>
                  </a:lnTo>
                  <a:lnTo>
                    <a:pt x="427616" y="1566845"/>
                  </a:lnTo>
                  <a:lnTo>
                    <a:pt x="427184" y="1566146"/>
                  </a:lnTo>
                  <a:lnTo>
                    <a:pt x="426727" y="1565473"/>
                  </a:lnTo>
                  <a:lnTo>
                    <a:pt x="426248" y="1564811"/>
                  </a:lnTo>
                  <a:lnTo>
                    <a:pt x="425748" y="1564178"/>
                  </a:lnTo>
                  <a:lnTo>
                    <a:pt x="425227" y="1563574"/>
                  </a:lnTo>
                  <a:lnTo>
                    <a:pt x="424685" y="1563000"/>
                  </a:lnTo>
                  <a:lnTo>
                    <a:pt x="424122" y="1562456"/>
                  </a:lnTo>
                  <a:lnTo>
                    <a:pt x="423539" y="1561941"/>
                  </a:lnTo>
                  <a:lnTo>
                    <a:pt x="422935" y="1561456"/>
                  </a:lnTo>
                  <a:lnTo>
                    <a:pt x="422310" y="1561000"/>
                  </a:lnTo>
                  <a:lnTo>
                    <a:pt x="421664" y="1560574"/>
                  </a:lnTo>
                  <a:lnTo>
                    <a:pt x="420997" y="1560177"/>
                  </a:lnTo>
                  <a:lnTo>
                    <a:pt x="420309" y="1559814"/>
                  </a:lnTo>
                  <a:lnTo>
                    <a:pt x="419601" y="1559490"/>
                  </a:lnTo>
                  <a:lnTo>
                    <a:pt x="418872" y="1559203"/>
                  </a:lnTo>
                  <a:lnTo>
                    <a:pt x="418122" y="1558955"/>
                  </a:lnTo>
                  <a:lnTo>
                    <a:pt x="417351" y="1558745"/>
                  </a:lnTo>
                  <a:lnTo>
                    <a:pt x="416559" y="1558573"/>
                  </a:lnTo>
                  <a:lnTo>
                    <a:pt x="415746" y="1558439"/>
                  </a:lnTo>
                  <a:lnTo>
                    <a:pt x="414913" y="1558344"/>
                  </a:lnTo>
                  <a:lnTo>
                    <a:pt x="414059" y="1558286"/>
                  </a:lnTo>
                  <a:lnTo>
                    <a:pt x="413184" y="1558267"/>
                  </a:lnTo>
                  <a:lnTo>
                    <a:pt x="412376" y="1558283"/>
                  </a:lnTo>
                  <a:lnTo>
                    <a:pt x="411586" y="1558330"/>
                  </a:lnTo>
                  <a:lnTo>
                    <a:pt x="410813" y="1558408"/>
                  </a:lnTo>
                  <a:lnTo>
                    <a:pt x="410058" y="1558517"/>
                  </a:lnTo>
                  <a:lnTo>
                    <a:pt x="409320" y="1558658"/>
                  </a:lnTo>
                  <a:lnTo>
                    <a:pt x="408600" y="1558830"/>
                  </a:lnTo>
                  <a:lnTo>
                    <a:pt x="407896" y="1559033"/>
                  </a:lnTo>
                  <a:lnTo>
                    <a:pt x="407211" y="1559267"/>
                  </a:lnTo>
                  <a:lnTo>
                    <a:pt x="406542" y="1559533"/>
                  </a:lnTo>
                  <a:lnTo>
                    <a:pt x="405891" y="1559830"/>
                  </a:lnTo>
                  <a:lnTo>
                    <a:pt x="405258" y="1560139"/>
                  </a:lnTo>
                  <a:lnTo>
                    <a:pt x="404644" y="1560476"/>
                  </a:lnTo>
                  <a:lnTo>
                    <a:pt x="404050" y="1560840"/>
                  </a:lnTo>
                  <a:lnTo>
                    <a:pt x="403474" y="1561233"/>
                  </a:lnTo>
                  <a:lnTo>
                    <a:pt x="402918" y="1561653"/>
                  </a:lnTo>
                  <a:lnTo>
                    <a:pt x="402380" y="1562101"/>
                  </a:lnTo>
                  <a:lnTo>
                    <a:pt x="401862" y="1562577"/>
                  </a:lnTo>
                  <a:lnTo>
                    <a:pt x="401363" y="1563080"/>
                  </a:lnTo>
                  <a:lnTo>
                    <a:pt x="400883" y="1563612"/>
                  </a:lnTo>
                  <a:lnTo>
                    <a:pt x="400422" y="1564171"/>
                  </a:lnTo>
                  <a:lnTo>
                    <a:pt x="399981" y="1564756"/>
                  </a:lnTo>
                  <a:lnTo>
                    <a:pt x="399560" y="1565365"/>
                  </a:lnTo>
                  <a:lnTo>
                    <a:pt x="399161" y="1565999"/>
                  </a:lnTo>
                  <a:lnTo>
                    <a:pt x="398782" y="1566657"/>
                  </a:lnTo>
                  <a:lnTo>
                    <a:pt x="398425" y="1567339"/>
                  </a:lnTo>
                  <a:lnTo>
                    <a:pt x="398088" y="1568046"/>
                  </a:lnTo>
                  <a:lnTo>
                    <a:pt x="397772" y="1568777"/>
                  </a:lnTo>
                  <a:lnTo>
                    <a:pt x="397477" y="1569532"/>
                  </a:lnTo>
                  <a:lnTo>
                    <a:pt x="397202" y="1570312"/>
                  </a:lnTo>
                  <a:lnTo>
                    <a:pt x="396949" y="1571116"/>
                  </a:lnTo>
                  <a:lnTo>
                    <a:pt x="396734" y="1571942"/>
                  </a:lnTo>
                  <a:lnTo>
                    <a:pt x="396543" y="1572790"/>
                  </a:lnTo>
                  <a:lnTo>
                    <a:pt x="396373" y="1573658"/>
                  </a:lnTo>
                  <a:lnTo>
                    <a:pt x="396227" y="1574547"/>
                  </a:lnTo>
                  <a:lnTo>
                    <a:pt x="396102" y="1575457"/>
                  </a:lnTo>
                  <a:lnTo>
                    <a:pt x="396001" y="1576387"/>
                  </a:lnTo>
                  <a:lnTo>
                    <a:pt x="395922" y="1577339"/>
                  </a:lnTo>
                  <a:lnTo>
                    <a:pt x="395865" y="1578311"/>
                  </a:lnTo>
                  <a:lnTo>
                    <a:pt x="395832" y="1579305"/>
                  </a:lnTo>
                  <a:lnTo>
                    <a:pt x="395820" y="1580319"/>
                  </a:lnTo>
                  <a:lnTo>
                    <a:pt x="395832" y="1581267"/>
                  </a:lnTo>
                  <a:lnTo>
                    <a:pt x="395865" y="1582204"/>
                  </a:lnTo>
                  <a:lnTo>
                    <a:pt x="395922" y="1583129"/>
                  </a:lnTo>
                  <a:lnTo>
                    <a:pt x="396001" y="1584041"/>
                  </a:lnTo>
                  <a:lnTo>
                    <a:pt x="396102" y="1584942"/>
                  </a:lnTo>
                  <a:lnTo>
                    <a:pt x="396227" y="1585830"/>
                  </a:lnTo>
                  <a:lnTo>
                    <a:pt x="396373" y="1586706"/>
                  </a:lnTo>
                  <a:lnTo>
                    <a:pt x="396543" y="1587569"/>
                  </a:lnTo>
                  <a:lnTo>
                    <a:pt x="396734" y="1588421"/>
                  </a:lnTo>
                  <a:lnTo>
                    <a:pt x="396949" y="1589261"/>
                  </a:lnTo>
                  <a:lnTo>
                    <a:pt x="397185" y="1590066"/>
                  </a:lnTo>
                  <a:lnTo>
                    <a:pt x="397442" y="1590851"/>
                  </a:lnTo>
                  <a:lnTo>
                    <a:pt x="397720" y="1591615"/>
                  </a:lnTo>
                  <a:lnTo>
                    <a:pt x="398018" y="1592358"/>
                  </a:lnTo>
                  <a:lnTo>
                    <a:pt x="398338" y="1593081"/>
                  </a:lnTo>
                  <a:lnTo>
                    <a:pt x="398678" y="1593782"/>
                  </a:lnTo>
                  <a:lnTo>
                    <a:pt x="399039" y="1594463"/>
                  </a:lnTo>
                  <a:lnTo>
                    <a:pt x="399421" y="1595122"/>
                  </a:lnTo>
                  <a:lnTo>
                    <a:pt x="399824" y="1595761"/>
                  </a:lnTo>
                  <a:lnTo>
                    <a:pt x="400248" y="1596380"/>
                  </a:lnTo>
                  <a:lnTo>
                    <a:pt x="400693" y="1596958"/>
                  </a:lnTo>
                  <a:lnTo>
                    <a:pt x="401161" y="1597512"/>
                  </a:lnTo>
                  <a:lnTo>
                    <a:pt x="401652" y="1598041"/>
                  </a:lnTo>
                  <a:lnTo>
                    <a:pt x="402165" y="1598547"/>
                  </a:lnTo>
                  <a:lnTo>
                    <a:pt x="402701" y="1599027"/>
                  </a:lnTo>
                  <a:lnTo>
                    <a:pt x="403259" y="1599484"/>
                  </a:lnTo>
                  <a:lnTo>
                    <a:pt x="403840" y="1599916"/>
                  </a:lnTo>
                  <a:lnTo>
                    <a:pt x="404443" y="1600325"/>
                  </a:lnTo>
                  <a:lnTo>
                    <a:pt x="405069" y="1600708"/>
                  </a:lnTo>
                  <a:lnTo>
                    <a:pt x="405717" y="1601068"/>
                  </a:lnTo>
                  <a:lnTo>
                    <a:pt x="406387" y="1601381"/>
                  </a:lnTo>
                  <a:lnTo>
                    <a:pt x="407075" y="1601661"/>
                  </a:lnTo>
                  <a:lnTo>
                    <a:pt x="407783" y="1601909"/>
                  </a:lnTo>
                  <a:lnTo>
                    <a:pt x="408509" y="1602123"/>
                  </a:lnTo>
                  <a:lnTo>
                    <a:pt x="409255" y="1602305"/>
                  </a:lnTo>
                  <a:lnTo>
                    <a:pt x="410020" y="1602453"/>
                  </a:lnTo>
                  <a:lnTo>
                    <a:pt x="410804" y="1602569"/>
                  </a:lnTo>
                  <a:lnTo>
                    <a:pt x="411607" y="1602651"/>
                  </a:lnTo>
                  <a:lnTo>
                    <a:pt x="412429" y="1602701"/>
                  </a:lnTo>
                  <a:lnTo>
                    <a:pt x="413270" y="1602717"/>
                  </a:lnTo>
                  <a:lnTo>
                    <a:pt x="413946" y="1602705"/>
                  </a:lnTo>
                  <a:lnTo>
                    <a:pt x="414618" y="1602669"/>
                  </a:lnTo>
                  <a:lnTo>
                    <a:pt x="415286" y="1602608"/>
                  </a:lnTo>
                  <a:lnTo>
                    <a:pt x="415951" y="1602523"/>
                  </a:lnTo>
                  <a:lnTo>
                    <a:pt x="416613" y="1602413"/>
                  </a:lnTo>
                  <a:lnTo>
                    <a:pt x="417271" y="1602280"/>
                  </a:lnTo>
                  <a:lnTo>
                    <a:pt x="417925" y="1602122"/>
                  </a:lnTo>
                  <a:lnTo>
                    <a:pt x="418577" y="1601939"/>
                  </a:lnTo>
                  <a:lnTo>
                    <a:pt x="419224" y="1601733"/>
                  </a:lnTo>
                  <a:lnTo>
                    <a:pt x="419868" y="1601502"/>
                  </a:lnTo>
                  <a:lnTo>
                    <a:pt x="420520" y="1601247"/>
                  </a:lnTo>
                  <a:lnTo>
                    <a:pt x="421157" y="1600967"/>
                  </a:lnTo>
                  <a:lnTo>
                    <a:pt x="421778" y="1600663"/>
                  </a:lnTo>
                  <a:lnTo>
                    <a:pt x="422383" y="1600335"/>
                  </a:lnTo>
                  <a:lnTo>
                    <a:pt x="422972" y="1599982"/>
                  </a:lnTo>
                  <a:lnTo>
                    <a:pt x="423546" y="1599606"/>
                  </a:lnTo>
                  <a:lnTo>
                    <a:pt x="424104" y="1599205"/>
                  </a:lnTo>
                  <a:lnTo>
                    <a:pt x="424647" y="1598779"/>
                  </a:lnTo>
                  <a:lnTo>
                    <a:pt x="425174" y="1598329"/>
                  </a:lnTo>
                  <a:lnTo>
                    <a:pt x="425685" y="1597855"/>
                  </a:lnTo>
                  <a:lnTo>
                    <a:pt x="426196" y="1597357"/>
                  </a:lnTo>
                  <a:lnTo>
                    <a:pt x="426685" y="1596834"/>
                  </a:lnTo>
                  <a:lnTo>
                    <a:pt x="427154" y="1596288"/>
                  </a:lnTo>
                  <a:lnTo>
                    <a:pt x="427602" y="1595716"/>
                  </a:lnTo>
                  <a:lnTo>
                    <a:pt x="428029" y="1595121"/>
                  </a:lnTo>
                  <a:lnTo>
                    <a:pt x="428435" y="1594501"/>
                  </a:lnTo>
                  <a:lnTo>
                    <a:pt x="428821" y="1593857"/>
                  </a:lnTo>
                  <a:lnTo>
                    <a:pt x="429186" y="1593188"/>
                  </a:lnTo>
                  <a:lnTo>
                    <a:pt x="429529" y="1592495"/>
                  </a:lnTo>
                  <a:lnTo>
                    <a:pt x="429852" y="1591778"/>
                  </a:lnTo>
                  <a:lnTo>
                    <a:pt x="430149" y="1591020"/>
                  </a:lnTo>
                  <a:lnTo>
                    <a:pt x="430415" y="1590236"/>
                  </a:lnTo>
                  <a:lnTo>
                    <a:pt x="430649" y="1589429"/>
                  </a:lnTo>
                  <a:lnTo>
                    <a:pt x="430852" y="1588597"/>
                  </a:lnTo>
                  <a:lnTo>
                    <a:pt x="431024" y="1587741"/>
                  </a:lnTo>
                  <a:lnTo>
                    <a:pt x="431165" y="1586861"/>
                  </a:lnTo>
                  <a:lnTo>
                    <a:pt x="431274" y="1585956"/>
                  </a:lnTo>
                  <a:lnTo>
                    <a:pt x="431353" y="1585027"/>
                  </a:lnTo>
                  <a:lnTo>
                    <a:pt x="431399" y="1584074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h18"/>
            <p:cNvSpPr/>
            <p:nvPr/>
          </p:nvSpPr>
          <p:spPr>
            <a:xfrm>
              <a:off x="4195619" y="1149248"/>
              <a:ext cx="457200" cy="1636141"/>
            </a:xfrm>
            <a:custGeom>
              <a:avLst/>
              <a:pathLst>
                <a:path w="457200" h="1636141">
                  <a:moveTo>
                    <a:pt x="457200" y="1600200"/>
                  </a:moveTo>
                  <a:lnTo>
                    <a:pt x="457172" y="1601850"/>
                  </a:lnTo>
                  <a:lnTo>
                    <a:pt x="457088" y="1603467"/>
                  </a:lnTo>
                  <a:lnTo>
                    <a:pt x="456949" y="1605052"/>
                  </a:lnTo>
                  <a:lnTo>
                    <a:pt x="456755" y="1606603"/>
                  </a:lnTo>
                  <a:lnTo>
                    <a:pt x="456505" y="1608121"/>
                  </a:lnTo>
                  <a:lnTo>
                    <a:pt x="456199" y="1609607"/>
                  </a:lnTo>
                  <a:lnTo>
                    <a:pt x="455838" y="1611059"/>
                  </a:lnTo>
                  <a:lnTo>
                    <a:pt x="455422" y="1612479"/>
                  </a:lnTo>
                  <a:lnTo>
                    <a:pt x="454949" y="1613865"/>
                  </a:lnTo>
                  <a:lnTo>
                    <a:pt x="454421" y="1615219"/>
                  </a:lnTo>
                  <a:lnTo>
                    <a:pt x="453855" y="1616519"/>
                  </a:lnTo>
                  <a:lnTo>
                    <a:pt x="453234" y="1617782"/>
                  </a:lnTo>
                  <a:lnTo>
                    <a:pt x="452557" y="1619006"/>
                  </a:lnTo>
                  <a:lnTo>
                    <a:pt x="451824" y="1620192"/>
                  </a:lnTo>
                  <a:lnTo>
                    <a:pt x="451036" y="1621339"/>
                  </a:lnTo>
                  <a:lnTo>
                    <a:pt x="450192" y="1622449"/>
                  </a:lnTo>
                  <a:lnTo>
                    <a:pt x="449292" y="1623520"/>
                  </a:lnTo>
                  <a:lnTo>
                    <a:pt x="448337" y="1624553"/>
                  </a:lnTo>
                  <a:lnTo>
                    <a:pt x="447327" y="1625548"/>
                  </a:lnTo>
                  <a:lnTo>
                    <a:pt x="446261" y="1626505"/>
                  </a:lnTo>
                  <a:lnTo>
                    <a:pt x="445140" y="1627421"/>
                  </a:lnTo>
                  <a:lnTo>
                    <a:pt x="443965" y="1628293"/>
                  </a:lnTo>
                  <a:lnTo>
                    <a:pt x="442737" y="1629122"/>
                  </a:lnTo>
                  <a:lnTo>
                    <a:pt x="441454" y="1629908"/>
                  </a:lnTo>
                  <a:lnTo>
                    <a:pt x="440118" y="1630650"/>
                  </a:lnTo>
                  <a:lnTo>
                    <a:pt x="438728" y="1631349"/>
                  </a:lnTo>
                  <a:lnTo>
                    <a:pt x="437285" y="1632005"/>
                  </a:lnTo>
                  <a:lnTo>
                    <a:pt x="435787" y="1632617"/>
                  </a:lnTo>
                  <a:lnTo>
                    <a:pt x="434236" y="1633185"/>
                  </a:lnTo>
                  <a:lnTo>
                    <a:pt x="432630" y="1633711"/>
                  </a:lnTo>
                  <a:lnTo>
                    <a:pt x="430989" y="1634172"/>
                  </a:lnTo>
                  <a:lnTo>
                    <a:pt x="429293" y="1634586"/>
                  </a:lnTo>
                  <a:lnTo>
                    <a:pt x="427544" y="1634950"/>
                  </a:lnTo>
                  <a:lnTo>
                    <a:pt x="425741" y="1635266"/>
                  </a:lnTo>
                  <a:lnTo>
                    <a:pt x="423884" y="1635534"/>
                  </a:lnTo>
                  <a:lnTo>
                    <a:pt x="421973" y="1635753"/>
                  </a:lnTo>
                  <a:lnTo>
                    <a:pt x="420008" y="1635923"/>
                  </a:lnTo>
                  <a:lnTo>
                    <a:pt x="417990" y="1636044"/>
                  </a:lnTo>
                  <a:lnTo>
                    <a:pt x="415917" y="1636117"/>
                  </a:lnTo>
                  <a:lnTo>
                    <a:pt x="413791" y="1636141"/>
                  </a:lnTo>
                  <a:lnTo>
                    <a:pt x="411432" y="1636111"/>
                  </a:lnTo>
                  <a:lnTo>
                    <a:pt x="409148" y="1636020"/>
                  </a:lnTo>
                  <a:lnTo>
                    <a:pt x="406939" y="1635868"/>
                  </a:lnTo>
                  <a:lnTo>
                    <a:pt x="404804" y="1635655"/>
                  </a:lnTo>
                  <a:lnTo>
                    <a:pt x="402744" y="1635382"/>
                  </a:lnTo>
                  <a:lnTo>
                    <a:pt x="400758" y="1635048"/>
                  </a:lnTo>
                  <a:lnTo>
                    <a:pt x="398848" y="1634653"/>
                  </a:lnTo>
                  <a:lnTo>
                    <a:pt x="397011" y="1634197"/>
                  </a:lnTo>
                  <a:lnTo>
                    <a:pt x="395250" y="1633680"/>
                  </a:lnTo>
                  <a:lnTo>
                    <a:pt x="393563" y="1633103"/>
                  </a:lnTo>
                  <a:lnTo>
                    <a:pt x="391960" y="1632476"/>
                  </a:lnTo>
                  <a:lnTo>
                    <a:pt x="390413" y="1631811"/>
                  </a:lnTo>
                  <a:lnTo>
                    <a:pt x="388924" y="1631108"/>
                  </a:lnTo>
                  <a:lnTo>
                    <a:pt x="387493" y="1630366"/>
                  </a:lnTo>
                  <a:lnTo>
                    <a:pt x="386119" y="1629587"/>
                  </a:lnTo>
                  <a:lnTo>
                    <a:pt x="384802" y="1628769"/>
                  </a:lnTo>
                  <a:lnTo>
                    <a:pt x="383542" y="1627913"/>
                  </a:lnTo>
                  <a:lnTo>
                    <a:pt x="382339" y="1627019"/>
                  </a:lnTo>
                  <a:lnTo>
                    <a:pt x="381194" y="1626086"/>
                  </a:lnTo>
                  <a:lnTo>
                    <a:pt x="380107" y="1625116"/>
                  </a:lnTo>
                  <a:lnTo>
                    <a:pt x="379090" y="1624096"/>
                  </a:lnTo>
                  <a:lnTo>
                    <a:pt x="378124" y="1623050"/>
                  </a:lnTo>
                  <a:lnTo>
                    <a:pt x="377208" y="1621977"/>
                  </a:lnTo>
                  <a:lnTo>
                    <a:pt x="376342" y="1620879"/>
                  </a:lnTo>
                  <a:lnTo>
                    <a:pt x="375527" y="1619755"/>
                  </a:lnTo>
                  <a:lnTo>
                    <a:pt x="374762" y="1618605"/>
                  </a:lnTo>
                  <a:lnTo>
                    <a:pt x="374048" y="1617428"/>
                  </a:lnTo>
                  <a:lnTo>
                    <a:pt x="373383" y="1616226"/>
                  </a:lnTo>
                  <a:lnTo>
                    <a:pt x="372770" y="1614997"/>
                  </a:lnTo>
                  <a:lnTo>
                    <a:pt x="372206" y="1613743"/>
                  </a:lnTo>
                  <a:lnTo>
                    <a:pt x="371704" y="1612474"/>
                  </a:lnTo>
                  <a:lnTo>
                    <a:pt x="371237" y="1611201"/>
                  </a:lnTo>
                  <a:lnTo>
                    <a:pt x="370808" y="1609925"/>
                  </a:lnTo>
                  <a:lnTo>
                    <a:pt x="370414" y="1608645"/>
                  </a:lnTo>
                  <a:lnTo>
                    <a:pt x="370058" y="1607362"/>
                  </a:lnTo>
                  <a:lnTo>
                    <a:pt x="369737" y="1606075"/>
                  </a:lnTo>
                  <a:lnTo>
                    <a:pt x="369453" y="1604785"/>
                  </a:lnTo>
                  <a:lnTo>
                    <a:pt x="369206" y="1603492"/>
                  </a:lnTo>
                  <a:lnTo>
                    <a:pt x="368995" y="1602195"/>
                  </a:lnTo>
                  <a:lnTo>
                    <a:pt x="368820" y="1600894"/>
                  </a:lnTo>
                  <a:lnTo>
                    <a:pt x="393650" y="1598724"/>
                  </a:lnTo>
                  <a:lnTo>
                    <a:pt x="393763" y="1599499"/>
                  </a:lnTo>
                  <a:lnTo>
                    <a:pt x="393893" y="1600262"/>
                  </a:lnTo>
                  <a:lnTo>
                    <a:pt x="394041" y="1601013"/>
                  </a:lnTo>
                  <a:lnTo>
                    <a:pt x="394206" y="1601752"/>
                  </a:lnTo>
                  <a:lnTo>
                    <a:pt x="394388" y="1602478"/>
                  </a:lnTo>
                  <a:lnTo>
                    <a:pt x="394588" y="1603193"/>
                  </a:lnTo>
                  <a:lnTo>
                    <a:pt x="394805" y="1603895"/>
                  </a:lnTo>
                  <a:lnTo>
                    <a:pt x="395039" y="1604585"/>
                  </a:lnTo>
                  <a:lnTo>
                    <a:pt x="395291" y="1605264"/>
                  </a:lnTo>
                  <a:lnTo>
                    <a:pt x="395560" y="1605929"/>
                  </a:lnTo>
                  <a:lnTo>
                    <a:pt x="395865" y="1606563"/>
                  </a:lnTo>
                  <a:lnTo>
                    <a:pt x="396188" y="1607180"/>
                  </a:lnTo>
                  <a:lnTo>
                    <a:pt x="396531" y="1607779"/>
                  </a:lnTo>
                  <a:lnTo>
                    <a:pt x="396893" y="1608360"/>
                  </a:lnTo>
                  <a:lnTo>
                    <a:pt x="397274" y="1608925"/>
                  </a:lnTo>
                  <a:lnTo>
                    <a:pt x="397675" y="1609471"/>
                  </a:lnTo>
                  <a:lnTo>
                    <a:pt x="398094" y="1610001"/>
                  </a:lnTo>
                  <a:lnTo>
                    <a:pt x="398532" y="1610513"/>
                  </a:lnTo>
                  <a:lnTo>
                    <a:pt x="398990" y="1611008"/>
                  </a:lnTo>
                  <a:lnTo>
                    <a:pt x="399467" y="1611486"/>
                  </a:lnTo>
                  <a:lnTo>
                    <a:pt x="399963" y="1611944"/>
                  </a:lnTo>
                  <a:lnTo>
                    <a:pt x="400481" y="1612382"/>
                  </a:lnTo>
                  <a:lnTo>
                    <a:pt x="401019" y="1612798"/>
                  </a:lnTo>
                  <a:lnTo>
                    <a:pt x="401578" y="1613194"/>
                  </a:lnTo>
                  <a:lnTo>
                    <a:pt x="402158" y="1613569"/>
                  </a:lnTo>
                  <a:lnTo>
                    <a:pt x="402759" y="1613923"/>
                  </a:lnTo>
                  <a:lnTo>
                    <a:pt x="403380" y="1614257"/>
                  </a:lnTo>
                  <a:lnTo>
                    <a:pt x="404023" y="1614569"/>
                  </a:lnTo>
                  <a:lnTo>
                    <a:pt x="404686" y="1614861"/>
                  </a:lnTo>
                  <a:lnTo>
                    <a:pt x="405370" y="1615132"/>
                  </a:lnTo>
                  <a:lnTo>
                    <a:pt x="406094" y="1615363"/>
                  </a:lnTo>
                  <a:lnTo>
                    <a:pt x="406843" y="1615569"/>
                  </a:lnTo>
                  <a:lnTo>
                    <a:pt x="407615" y="1615752"/>
                  </a:lnTo>
                  <a:lnTo>
                    <a:pt x="408412" y="1615910"/>
                  </a:lnTo>
                  <a:lnTo>
                    <a:pt x="409233" y="1616043"/>
                  </a:lnTo>
                  <a:lnTo>
                    <a:pt x="410079" y="1616153"/>
                  </a:lnTo>
                  <a:lnTo>
                    <a:pt x="410949" y="1616238"/>
                  </a:lnTo>
                  <a:lnTo>
                    <a:pt x="411843" y="1616299"/>
                  </a:lnTo>
                  <a:lnTo>
                    <a:pt x="412762" y="1616335"/>
                  </a:lnTo>
                  <a:lnTo>
                    <a:pt x="413704" y="1616347"/>
                  </a:lnTo>
                  <a:lnTo>
                    <a:pt x="415419" y="1616304"/>
                  </a:lnTo>
                  <a:lnTo>
                    <a:pt x="417056" y="1616174"/>
                  </a:lnTo>
                  <a:lnTo>
                    <a:pt x="418614" y="1615957"/>
                  </a:lnTo>
                  <a:lnTo>
                    <a:pt x="420094" y="1615653"/>
                  </a:lnTo>
                  <a:lnTo>
                    <a:pt x="421496" y="1615262"/>
                  </a:lnTo>
                  <a:lnTo>
                    <a:pt x="422820" y="1614785"/>
                  </a:lnTo>
                  <a:lnTo>
                    <a:pt x="424066" y="1614220"/>
                  </a:lnTo>
                  <a:lnTo>
                    <a:pt x="425234" y="1613569"/>
                  </a:lnTo>
                  <a:lnTo>
                    <a:pt x="426323" y="1612831"/>
                  </a:lnTo>
                  <a:lnTo>
                    <a:pt x="427335" y="1612007"/>
                  </a:lnTo>
                  <a:lnTo>
                    <a:pt x="428258" y="1611092"/>
                  </a:lnTo>
                  <a:lnTo>
                    <a:pt x="429085" y="1610086"/>
                  </a:lnTo>
                  <a:lnTo>
                    <a:pt x="429814" y="1608988"/>
                  </a:lnTo>
                  <a:lnTo>
                    <a:pt x="430446" y="1607798"/>
                  </a:lnTo>
                  <a:lnTo>
                    <a:pt x="430981" y="1606515"/>
                  </a:lnTo>
                  <a:lnTo>
                    <a:pt x="431419" y="1605141"/>
                  </a:lnTo>
                  <a:lnTo>
                    <a:pt x="431759" y="1603675"/>
                  </a:lnTo>
                  <a:lnTo>
                    <a:pt x="432002" y="1602116"/>
                  </a:lnTo>
                  <a:lnTo>
                    <a:pt x="432148" y="1600466"/>
                  </a:lnTo>
                  <a:lnTo>
                    <a:pt x="432196" y="1598724"/>
                  </a:lnTo>
                  <a:lnTo>
                    <a:pt x="432173" y="1597651"/>
                  </a:lnTo>
                  <a:lnTo>
                    <a:pt x="432103" y="1596623"/>
                  </a:lnTo>
                  <a:lnTo>
                    <a:pt x="431985" y="1595637"/>
                  </a:lnTo>
                  <a:lnTo>
                    <a:pt x="431821" y="1594695"/>
                  </a:lnTo>
                  <a:lnTo>
                    <a:pt x="431610" y="1593797"/>
                  </a:lnTo>
                  <a:lnTo>
                    <a:pt x="431353" y="1592942"/>
                  </a:lnTo>
                  <a:lnTo>
                    <a:pt x="431048" y="1592130"/>
                  </a:lnTo>
                  <a:lnTo>
                    <a:pt x="430696" y="1591362"/>
                  </a:lnTo>
                  <a:lnTo>
                    <a:pt x="430298" y="1590637"/>
                  </a:lnTo>
                  <a:lnTo>
                    <a:pt x="429852" y="1589955"/>
                  </a:lnTo>
                  <a:lnTo>
                    <a:pt x="429388" y="1589311"/>
                  </a:lnTo>
                  <a:lnTo>
                    <a:pt x="428897" y="1588698"/>
                  </a:lnTo>
                  <a:lnTo>
                    <a:pt x="428381" y="1588116"/>
                  </a:lnTo>
                  <a:lnTo>
                    <a:pt x="427838" y="1587566"/>
                  </a:lnTo>
                  <a:lnTo>
                    <a:pt x="427270" y="1587047"/>
                  </a:lnTo>
                  <a:lnTo>
                    <a:pt x="426675" y="1586559"/>
                  </a:lnTo>
                  <a:lnTo>
                    <a:pt x="426054" y="1586102"/>
                  </a:lnTo>
                  <a:lnTo>
                    <a:pt x="425407" y="1585677"/>
                  </a:lnTo>
                  <a:lnTo>
                    <a:pt x="424735" y="1585283"/>
                  </a:lnTo>
                  <a:lnTo>
                    <a:pt x="424036" y="1584920"/>
                  </a:lnTo>
                  <a:lnTo>
                    <a:pt x="423335" y="1584567"/>
                  </a:lnTo>
                  <a:lnTo>
                    <a:pt x="422622" y="1584239"/>
                  </a:lnTo>
                  <a:lnTo>
                    <a:pt x="421897" y="1583935"/>
                  </a:lnTo>
                  <a:lnTo>
                    <a:pt x="421160" y="1583656"/>
                  </a:lnTo>
                  <a:lnTo>
                    <a:pt x="420411" y="1583401"/>
                  </a:lnTo>
                  <a:lnTo>
                    <a:pt x="419650" y="1583170"/>
                  </a:lnTo>
                  <a:lnTo>
                    <a:pt x="418876" y="1582963"/>
                  </a:lnTo>
                  <a:lnTo>
                    <a:pt x="418090" y="1582781"/>
                  </a:lnTo>
                  <a:lnTo>
                    <a:pt x="417293" y="1582623"/>
                  </a:lnTo>
                  <a:lnTo>
                    <a:pt x="416483" y="1582489"/>
                  </a:lnTo>
                  <a:lnTo>
                    <a:pt x="415671" y="1582373"/>
                  </a:lnTo>
                  <a:lnTo>
                    <a:pt x="414868" y="1582270"/>
                  </a:lnTo>
                  <a:lnTo>
                    <a:pt x="414073" y="1582179"/>
                  </a:lnTo>
                  <a:lnTo>
                    <a:pt x="413288" y="1582100"/>
                  </a:lnTo>
                  <a:lnTo>
                    <a:pt x="412511" y="1582033"/>
                  </a:lnTo>
                  <a:lnTo>
                    <a:pt x="411742" y="1581978"/>
                  </a:lnTo>
                  <a:lnTo>
                    <a:pt x="410983" y="1581936"/>
                  </a:lnTo>
                  <a:lnTo>
                    <a:pt x="410232" y="1581906"/>
                  </a:lnTo>
                  <a:lnTo>
                    <a:pt x="409490" y="1581887"/>
                  </a:lnTo>
                  <a:lnTo>
                    <a:pt x="408756" y="1581881"/>
                  </a:lnTo>
                  <a:lnTo>
                    <a:pt x="400248" y="1581881"/>
                  </a:lnTo>
                  <a:lnTo>
                    <a:pt x="400248" y="1562174"/>
                  </a:lnTo>
                  <a:lnTo>
                    <a:pt x="408235" y="1562174"/>
                  </a:lnTo>
                  <a:lnTo>
                    <a:pt x="408965" y="1562167"/>
                  </a:lnTo>
                  <a:lnTo>
                    <a:pt x="409697" y="1562146"/>
                  </a:lnTo>
                  <a:lnTo>
                    <a:pt x="410431" y="1562111"/>
                  </a:lnTo>
                  <a:lnTo>
                    <a:pt x="411166" y="1562063"/>
                  </a:lnTo>
                  <a:lnTo>
                    <a:pt x="411903" y="1562000"/>
                  </a:lnTo>
                  <a:lnTo>
                    <a:pt x="412642" y="1561924"/>
                  </a:lnTo>
                  <a:lnTo>
                    <a:pt x="413382" y="1561834"/>
                  </a:lnTo>
                  <a:lnTo>
                    <a:pt x="414125" y="1561729"/>
                  </a:lnTo>
                  <a:lnTo>
                    <a:pt x="414869" y="1561611"/>
                  </a:lnTo>
                  <a:lnTo>
                    <a:pt x="415614" y="1561479"/>
                  </a:lnTo>
                  <a:lnTo>
                    <a:pt x="416371" y="1561329"/>
                  </a:lnTo>
                  <a:lnTo>
                    <a:pt x="417111" y="1561156"/>
                  </a:lnTo>
                  <a:lnTo>
                    <a:pt x="417836" y="1560961"/>
                  </a:lnTo>
                  <a:lnTo>
                    <a:pt x="418545" y="1560743"/>
                  </a:lnTo>
                  <a:lnTo>
                    <a:pt x="419239" y="1560503"/>
                  </a:lnTo>
                  <a:lnTo>
                    <a:pt x="419917" y="1560240"/>
                  </a:lnTo>
                  <a:lnTo>
                    <a:pt x="420579" y="1559954"/>
                  </a:lnTo>
                  <a:lnTo>
                    <a:pt x="421226" y="1559646"/>
                  </a:lnTo>
                  <a:lnTo>
                    <a:pt x="421857" y="1559315"/>
                  </a:lnTo>
                  <a:lnTo>
                    <a:pt x="422473" y="1558962"/>
                  </a:lnTo>
                  <a:lnTo>
                    <a:pt x="423069" y="1558583"/>
                  </a:lnTo>
                  <a:lnTo>
                    <a:pt x="423643" y="1558177"/>
                  </a:lnTo>
                  <a:lnTo>
                    <a:pt x="424195" y="1557743"/>
                  </a:lnTo>
                  <a:lnTo>
                    <a:pt x="424723" y="1557281"/>
                  </a:lnTo>
                  <a:lnTo>
                    <a:pt x="425229" y="1556791"/>
                  </a:lnTo>
                  <a:lnTo>
                    <a:pt x="425713" y="1556274"/>
                  </a:lnTo>
                  <a:lnTo>
                    <a:pt x="426174" y="1555729"/>
                  </a:lnTo>
                  <a:lnTo>
                    <a:pt x="426612" y="1555156"/>
                  </a:lnTo>
                  <a:lnTo>
                    <a:pt x="427028" y="1554555"/>
                  </a:lnTo>
                  <a:lnTo>
                    <a:pt x="427421" y="1553926"/>
                  </a:lnTo>
                  <a:lnTo>
                    <a:pt x="427784" y="1553249"/>
                  </a:lnTo>
                  <a:lnTo>
                    <a:pt x="428109" y="1552537"/>
                  </a:lnTo>
                  <a:lnTo>
                    <a:pt x="428396" y="1551791"/>
                  </a:lnTo>
                  <a:lnTo>
                    <a:pt x="428644" y="1551009"/>
                  </a:lnTo>
                  <a:lnTo>
                    <a:pt x="428854" y="1550193"/>
                  </a:lnTo>
                  <a:lnTo>
                    <a:pt x="429026" y="1549342"/>
                  </a:lnTo>
                  <a:lnTo>
                    <a:pt x="429160" y="1548457"/>
                  </a:lnTo>
                  <a:lnTo>
                    <a:pt x="429255" y="1547537"/>
                  </a:lnTo>
                  <a:lnTo>
                    <a:pt x="429312" y="1546582"/>
                  </a:lnTo>
                  <a:lnTo>
                    <a:pt x="429331" y="1545592"/>
                  </a:lnTo>
                  <a:lnTo>
                    <a:pt x="429289" y="1544114"/>
                  </a:lnTo>
                  <a:lnTo>
                    <a:pt x="429161" y="1542703"/>
                  </a:lnTo>
                  <a:lnTo>
                    <a:pt x="428949" y="1541357"/>
                  </a:lnTo>
                  <a:lnTo>
                    <a:pt x="428651" y="1540077"/>
                  </a:lnTo>
                  <a:lnTo>
                    <a:pt x="428268" y="1538864"/>
                  </a:lnTo>
                  <a:lnTo>
                    <a:pt x="427800" y="1537716"/>
                  </a:lnTo>
                  <a:lnTo>
                    <a:pt x="427247" y="1536634"/>
                  </a:lnTo>
                  <a:lnTo>
                    <a:pt x="426609" y="1535619"/>
                  </a:lnTo>
                  <a:lnTo>
                    <a:pt x="425886" y="1534669"/>
                  </a:lnTo>
                  <a:lnTo>
                    <a:pt x="425077" y="1533785"/>
                  </a:lnTo>
                  <a:lnTo>
                    <a:pt x="424205" y="1532960"/>
                  </a:lnTo>
                  <a:lnTo>
                    <a:pt x="423254" y="1532222"/>
                  </a:lnTo>
                  <a:lnTo>
                    <a:pt x="422226" y="1531571"/>
                  </a:lnTo>
                  <a:lnTo>
                    <a:pt x="421119" y="1531007"/>
                  </a:lnTo>
                  <a:lnTo>
                    <a:pt x="419934" y="1530529"/>
                  </a:lnTo>
                  <a:lnTo>
                    <a:pt x="418670" y="1530139"/>
                  </a:lnTo>
                  <a:lnTo>
                    <a:pt x="417329" y="1529835"/>
                  </a:lnTo>
                  <a:lnTo>
                    <a:pt x="415910" y="1529618"/>
                  </a:lnTo>
                  <a:lnTo>
                    <a:pt x="414412" y="1529488"/>
                  </a:lnTo>
                  <a:lnTo>
                    <a:pt x="412836" y="1529444"/>
                  </a:lnTo>
                  <a:lnTo>
                    <a:pt x="411354" y="1529486"/>
                  </a:lnTo>
                  <a:lnTo>
                    <a:pt x="409930" y="1529611"/>
                  </a:lnTo>
                  <a:lnTo>
                    <a:pt x="408562" y="1529819"/>
                  </a:lnTo>
                  <a:lnTo>
                    <a:pt x="407252" y="1530111"/>
                  </a:lnTo>
                  <a:lnTo>
                    <a:pt x="406000" y="1530486"/>
                  </a:lnTo>
                  <a:lnTo>
                    <a:pt x="404804" y="1530944"/>
                  </a:lnTo>
                  <a:lnTo>
                    <a:pt x="403666" y="1531486"/>
                  </a:lnTo>
                  <a:lnTo>
                    <a:pt x="402585" y="1532111"/>
                  </a:lnTo>
                  <a:lnTo>
                    <a:pt x="401561" y="1532820"/>
                  </a:lnTo>
                  <a:lnTo>
                    <a:pt x="400595" y="1533611"/>
                  </a:lnTo>
                  <a:lnTo>
                    <a:pt x="399714" y="1534479"/>
                  </a:lnTo>
                  <a:lnTo>
                    <a:pt x="398911" y="1535417"/>
                  </a:lnTo>
                  <a:lnTo>
                    <a:pt x="398186" y="1536424"/>
                  </a:lnTo>
                  <a:lnTo>
                    <a:pt x="397539" y="1537501"/>
                  </a:lnTo>
                  <a:lnTo>
                    <a:pt x="396971" y="1538647"/>
                  </a:lnTo>
                  <a:lnTo>
                    <a:pt x="396480" y="1539862"/>
                  </a:lnTo>
                  <a:lnTo>
                    <a:pt x="396068" y="1541147"/>
                  </a:lnTo>
                  <a:lnTo>
                    <a:pt x="395733" y="1542501"/>
                  </a:lnTo>
                  <a:lnTo>
                    <a:pt x="395477" y="1543925"/>
                  </a:lnTo>
                  <a:lnTo>
                    <a:pt x="395299" y="1545418"/>
                  </a:lnTo>
                  <a:lnTo>
                    <a:pt x="370904" y="1543682"/>
                  </a:lnTo>
                  <a:lnTo>
                    <a:pt x="371138" y="1541986"/>
                  </a:lnTo>
                  <a:lnTo>
                    <a:pt x="371425" y="1540334"/>
                  </a:lnTo>
                  <a:lnTo>
                    <a:pt x="371763" y="1538728"/>
                  </a:lnTo>
                  <a:lnTo>
                    <a:pt x="372154" y="1537167"/>
                  </a:lnTo>
                  <a:lnTo>
                    <a:pt x="372597" y="1535652"/>
                  </a:lnTo>
                  <a:lnTo>
                    <a:pt x="373092" y="1534181"/>
                  </a:lnTo>
                  <a:lnTo>
                    <a:pt x="373639" y="1532755"/>
                  </a:lnTo>
                  <a:lnTo>
                    <a:pt x="374238" y="1531375"/>
                  </a:lnTo>
                  <a:lnTo>
                    <a:pt x="374889" y="1530040"/>
                  </a:lnTo>
                  <a:lnTo>
                    <a:pt x="375592" y="1528750"/>
                  </a:lnTo>
                  <a:lnTo>
                    <a:pt x="376357" y="1527504"/>
                  </a:lnTo>
                  <a:lnTo>
                    <a:pt x="377158" y="1526301"/>
                  </a:lnTo>
                  <a:lnTo>
                    <a:pt x="377996" y="1525142"/>
                  </a:lnTo>
                  <a:lnTo>
                    <a:pt x="378870" y="1524027"/>
                  </a:lnTo>
                  <a:lnTo>
                    <a:pt x="379781" y="1522955"/>
                  </a:lnTo>
                  <a:lnTo>
                    <a:pt x="380728" y="1521926"/>
                  </a:lnTo>
                  <a:lnTo>
                    <a:pt x="381712" y="1520940"/>
                  </a:lnTo>
                  <a:lnTo>
                    <a:pt x="382732" y="1519999"/>
                  </a:lnTo>
                  <a:lnTo>
                    <a:pt x="383788" y="1519100"/>
                  </a:lnTo>
                  <a:lnTo>
                    <a:pt x="384881" y="1518245"/>
                  </a:lnTo>
                  <a:lnTo>
                    <a:pt x="386027" y="1517433"/>
                  </a:lnTo>
                  <a:lnTo>
                    <a:pt x="387205" y="1516665"/>
                  </a:lnTo>
                  <a:lnTo>
                    <a:pt x="388416" y="1515940"/>
                  </a:lnTo>
                  <a:lnTo>
                    <a:pt x="389660" y="1515258"/>
                  </a:lnTo>
                  <a:lnTo>
                    <a:pt x="390937" y="1514620"/>
                  </a:lnTo>
                  <a:lnTo>
                    <a:pt x="392247" y="1514026"/>
                  </a:lnTo>
                  <a:lnTo>
                    <a:pt x="393590" y="1513474"/>
                  </a:lnTo>
                  <a:lnTo>
                    <a:pt x="394966" y="1512966"/>
                  </a:lnTo>
                  <a:lnTo>
                    <a:pt x="396375" y="1512502"/>
                  </a:lnTo>
                  <a:lnTo>
                    <a:pt x="397817" y="1512081"/>
                  </a:lnTo>
                  <a:lnTo>
                    <a:pt x="399284" y="1511685"/>
                  </a:lnTo>
                  <a:lnTo>
                    <a:pt x="400769" y="1511331"/>
                  </a:lnTo>
                  <a:lnTo>
                    <a:pt x="402271" y="1511018"/>
                  </a:lnTo>
                  <a:lnTo>
                    <a:pt x="403790" y="1510747"/>
                  </a:lnTo>
                  <a:lnTo>
                    <a:pt x="405327" y="1510518"/>
                  </a:lnTo>
                  <a:lnTo>
                    <a:pt x="406881" y="1510331"/>
                  </a:lnTo>
                  <a:lnTo>
                    <a:pt x="408452" y="1510185"/>
                  </a:lnTo>
                  <a:lnTo>
                    <a:pt x="410041" y="1510081"/>
                  </a:lnTo>
                  <a:lnTo>
                    <a:pt x="411647" y="1510018"/>
                  </a:lnTo>
                  <a:lnTo>
                    <a:pt x="413270" y="1509997"/>
                  </a:lnTo>
                  <a:lnTo>
                    <a:pt x="415393" y="1510023"/>
                  </a:lnTo>
                  <a:lnTo>
                    <a:pt x="417455" y="1510101"/>
                  </a:lnTo>
                  <a:lnTo>
                    <a:pt x="419456" y="1510232"/>
                  </a:lnTo>
                  <a:lnTo>
                    <a:pt x="421396" y="1510414"/>
                  </a:lnTo>
                  <a:lnTo>
                    <a:pt x="423276" y="1510648"/>
                  </a:lnTo>
                  <a:lnTo>
                    <a:pt x="425095" y="1510935"/>
                  </a:lnTo>
                  <a:lnTo>
                    <a:pt x="426853" y="1511273"/>
                  </a:lnTo>
                  <a:lnTo>
                    <a:pt x="428550" y="1511664"/>
                  </a:lnTo>
                  <a:lnTo>
                    <a:pt x="430187" y="1512107"/>
                  </a:lnTo>
                  <a:lnTo>
                    <a:pt x="431762" y="1512602"/>
                  </a:lnTo>
                  <a:lnTo>
                    <a:pt x="433280" y="1513141"/>
                  </a:lnTo>
                  <a:lnTo>
                    <a:pt x="434742" y="1513716"/>
                  </a:lnTo>
                  <a:lnTo>
                    <a:pt x="436148" y="1514329"/>
                  </a:lnTo>
                  <a:lnTo>
                    <a:pt x="437499" y="1514977"/>
                  </a:lnTo>
                  <a:lnTo>
                    <a:pt x="438794" y="1515662"/>
                  </a:lnTo>
                  <a:lnTo>
                    <a:pt x="440034" y="1516383"/>
                  </a:lnTo>
                  <a:lnTo>
                    <a:pt x="441218" y="1517141"/>
                  </a:lnTo>
                  <a:lnTo>
                    <a:pt x="442347" y="1517936"/>
                  </a:lnTo>
                  <a:lnTo>
                    <a:pt x="443420" y="1518767"/>
                  </a:lnTo>
                  <a:lnTo>
                    <a:pt x="444437" y="1519634"/>
                  </a:lnTo>
                  <a:lnTo>
                    <a:pt x="445401" y="1520534"/>
                  </a:lnTo>
                  <a:lnTo>
                    <a:pt x="446313" y="1521464"/>
                  </a:lnTo>
                  <a:lnTo>
                    <a:pt x="447172" y="1522423"/>
                  </a:lnTo>
                  <a:lnTo>
                    <a:pt x="447980" y="1523412"/>
                  </a:lnTo>
                  <a:lnTo>
                    <a:pt x="448735" y="1524430"/>
                  </a:lnTo>
                  <a:lnTo>
                    <a:pt x="449438" y="1525478"/>
                  </a:lnTo>
                  <a:lnTo>
                    <a:pt x="450089" y="1526556"/>
                  </a:lnTo>
                  <a:lnTo>
                    <a:pt x="450688" y="1527663"/>
                  </a:lnTo>
                  <a:lnTo>
                    <a:pt x="451235" y="1528799"/>
                  </a:lnTo>
                  <a:lnTo>
                    <a:pt x="451730" y="1529965"/>
                  </a:lnTo>
                  <a:lnTo>
                    <a:pt x="452175" y="1531154"/>
                  </a:lnTo>
                  <a:lnTo>
                    <a:pt x="452574" y="1532358"/>
                  </a:lnTo>
                  <a:lnTo>
                    <a:pt x="452926" y="1533577"/>
                  </a:lnTo>
                  <a:lnTo>
                    <a:pt x="453230" y="1534813"/>
                  </a:lnTo>
                  <a:lnTo>
                    <a:pt x="453488" y="1536064"/>
                  </a:lnTo>
                  <a:lnTo>
                    <a:pt x="453699" y="1537331"/>
                  </a:lnTo>
                  <a:lnTo>
                    <a:pt x="453863" y="1538613"/>
                  </a:lnTo>
                  <a:lnTo>
                    <a:pt x="453980" y="1539911"/>
                  </a:lnTo>
                  <a:lnTo>
                    <a:pt x="454051" y="1541224"/>
                  </a:lnTo>
                  <a:lnTo>
                    <a:pt x="454074" y="1542553"/>
                  </a:lnTo>
                  <a:lnTo>
                    <a:pt x="454058" y="1543623"/>
                  </a:lnTo>
                  <a:lnTo>
                    <a:pt x="454012" y="1544679"/>
                  </a:lnTo>
                  <a:lnTo>
                    <a:pt x="453933" y="1545720"/>
                  </a:lnTo>
                  <a:lnTo>
                    <a:pt x="453824" y="1546748"/>
                  </a:lnTo>
                  <a:lnTo>
                    <a:pt x="453683" y="1547762"/>
                  </a:lnTo>
                  <a:lnTo>
                    <a:pt x="453512" y="1548763"/>
                  </a:lnTo>
                  <a:lnTo>
                    <a:pt x="453308" y="1549749"/>
                  </a:lnTo>
                  <a:lnTo>
                    <a:pt x="453074" y="1550721"/>
                  </a:lnTo>
                  <a:lnTo>
                    <a:pt x="452808" y="1551680"/>
                  </a:lnTo>
                  <a:lnTo>
                    <a:pt x="452511" y="1552624"/>
                  </a:lnTo>
                  <a:lnTo>
                    <a:pt x="452182" y="1553536"/>
                  </a:lnTo>
                  <a:lnTo>
                    <a:pt x="451820" y="1554430"/>
                  </a:lnTo>
                  <a:lnTo>
                    <a:pt x="451425" y="1555307"/>
                  </a:lnTo>
                  <a:lnTo>
                    <a:pt x="450997" y="1556166"/>
                  </a:lnTo>
                  <a:lnTo>
                    <a:pt x="450536" y="1557008"/>
                  </a:lnTo>
                  <a:lnTo>
                    <a:pt x="450042" y="1557833"/>
                  </a:lnTo>
                  <a:lnTo>
                    <a:pt x="449515" y="1558640"/>
                  </a:lnTo>
                  <a:lnTo>
                    <a:pt x="448955" y="1559431"/>
                  </a:lnTo>
                  <a:lnTo>
                    <a:pt x="448362" y="1560203"/>
                  </a:lnTo>
                  <a:lnTo>
                    <a:pt x="447737" y="1560958"/>
                  </a:lnTo>
                  <a:lnTo>
                    <a:pt x="447093" y="1561678"/>
                  </a:lnTo>
                  <a:lnTo>
                    <a:pt x="446413" y="1562379"/>
                  </a:lnTo>
                  <a:lnTo>
                    <a:pt x="445697" y="1563060"/>
                  </a:lnTo>
                  <a:lnTo>
                    <a:pt x="444944" y="1563723"/>
                  </a:lnTo>
                  <a:lnTo>
                    <a:pt x="444155" y="1564366"/>
                  </a:lnTo>
                  <a:lnTo>
                    <a:pt x="443330" y="1564990"/>
                  </a:lnTo>
                  <a:lnTo>
                    <a:pt x="442468" y="1565595"/>
                  </a:lnTo>
                  <a:lnTo>
                    <a:pt x="441569" y="1566181"/>
                  </a:lnTo>
                  <a:lnTo>
                    <a:pt x="440634" y="1566748"/>
                  </a:lnTo>
                  <a:lnTo>
                    <a:pt x="439663" y="1567296"/>
                  </a:lnTo>
                  <a:lnTo>
                    <a:pt x="438655" y="1567804"/>
                  </a:lnTo>
                  <a:lnTo>
                    <a:pt x="437610" y="1568286"/>
                  </a:lnTo>
                  <a:lnTo>
                    <a:pt x="436529" y="1568742"/>
                  </a:lnTo>
                  <a:lnTo>
                    <a:pt x="435412" y="1569171"/>
                  </a:lnTo>
                  <a:lnTo>
                    <a:pt x="434258" y="1569575"/>
                  </a:lnTo>
                  <a:lnTo>
                    <a:pt x="433068" y="1569953"/>
                  </a:lnTo>
                  <a:lnTo>
                    <a:pt x="431841" y="1570304"/>
                  </a:lnTo>
                  <a:lnTo>
                    <a:pt x="430578" y="1570630"/>
                  </a:lnTo>
                  <a:lnTo>
                    <a:pt x="429278" y="1570929"/>
                  </a:lnTo>
                  <a:lnTo>
                    <a:pt x="427942" y="1571203"/>
                  </a:lnTo>
                  <a:lnTo>
                    <a:pt x="427942" y="1571550"/>
                  </a:lnTo>
                  <a:lnTo>
                    <a:pt x="429433" y="1571741"/>
                  </a:lnTo>
                  <a:lnTo>
                    <a:pt x="430884" y="1571967"/>
                  </a:lnTo>
                  <a:lnTo>
                    <a:pt x="432294" y="1572227"/>
                  </a:lnTo>
                  <a:lnTo>
                    <a:pt x="433665" y="1572522"/>
                  </a:lnTo>
                  <a:lnTo>
                    <a:pt x="434996" y="1572852"/>
                  </a:lnTo>
                  <a:lnTo>
                    <a:pt x="436287" y="1573217"/>
                  </a:lnTo>
                  <a:lnTo>
                    <a:pt x="437538" y="1573616"/>
                  </a:lnTo>
                  <a:lnTo>
                    <a:pt x="438749" y="1574050"/>
                  </a:lnTo>
                  <a:lnTo>
                    <a:pt x="439920" y="1574519"/>
                  </a:lnTo>
                  <a:lnTo>
                    <a:pt x="441052" y="1575023"/>
                  </a:lnTo>
                  <a:lnTo>
                    <a:pt x="442143" y="1575539"/>
                  </a:lnTo>
                  <a:lnTo>
                    <a:pt x="443194" y="1576082"/>
                  </a:lnTo>
                  <a:lnTo>
                    <a:pt x="444206" y="1576651"/>
                  </a:lnTo>
                  <a:lnTo>
                    <a:pt x="445177" y="1577245"/>
                  </a:lnTo>
                  <a:lnTo>
                    <a:pt x="446109" y="1577866"/>
                  </a:lnTo>
                  <a:lnTo>
                    <a:pt x="447000" y="1578513"/>
                  </a:lnTo>
                  <a:lnTo>
                    <a:pt x="447852" y="1579186"/>
                  </a:lnTo>
                  <a:lnTo>
                    <a:pt x="448664" y="1579884"/>
                  </a:lnTo>
                  <a:lnTo>
                    <a:pt x="449436" y="1580609"/>
                  </a:lnTo>
                  <a:lnTo>
                    <a:pt x="450167" y="1581360"/>
                  </a:lnTo>
                  <a:lnTo>
                    <a:pt x="450861" y="1582135"/>
                  </a:lnTo>
                  <a:lnTo>
                    <a:pt x="451518" y="1582930"/>
                  </a:lnTo>
                  <a:lnTo>
                    <a:pt x="452139" y="1583746"/>
                  </a:lnTo>
                  <a:lnTo>
                    <a:pt x="452723" y="1584583"/>
                  </a:lnTo>
                  <a:lnTo>
                    <a:pt x="453271" y="1585441"/>
                  </a:lnTo>
                  <a:lnTo>
                    <a:pt x="453782" y="1586319"/>
                  </a:lnTo>
                  <a:lnTo>
                    <a:pt x="454257" y="1587219"/>
                  </a:lnTo>
                  <a:lnTo>
                    <a:pt x="454696" y="1588139"/>
                  </a:lnTo>
                  <a:lnTo>
                    <a:pt x="455098" y="1589080"/>
                  </a:lnTo>
                  <a:lnTo>
                    <a:pt x="455463" y="1590042"/>
                  </a:lnTo>
                  <a:lnTo>
                    <a:pt x="455793" y="1591003"/>
                  </a:lnTo>
                  <a:lnTo>
                    <a:pt x="456088" y="1591976"/>
                  </a:lnTo>
                  <a:lnTo>
                    <a:pt x="456349" y="1592962"/>
                  </a:lnTo>
                  <a:lnTo>
                    <a:pt x="456574" y="1593959"/>
                  </a:lnTo>
                  <a:lnTo>
                    <a:pt x="456765" y="1594969"/>
                  </a:lnTo>
                  <a:lnTo>
                    <a:pt x="456922" y="1595991"/>
                  </a:lnTo>
                  <a:lnTo>
                    <a:pt x="457043" y="1597025"/>
                  </a:lnTo>
                  <a:lnTo>
                    <a:pt x="457130" y="1598071"/>
                  </a:lnTo>
                  <a:lnTo>
                    <a:pt x="457182" y="1599129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h19"/>
            <p:cNvSpPr/>
            <p:nvPr/>
          </p:nvSpPr>
          <p:spPr>
            <a:xfrm>
              <a:off x="4213243" y="1183194"/>
              <a:ext cx="539936" cy="1600200"/>
            </a:xfrm>
            <a:custGeom>
              <a:avLst/>
              <a:pathLst>
                <a:path w="539936" h="1600200">
                  <a:moveTo>
                    <a:pt x="457200" y="1600200"/>
                  </a:moveTo>
                  <a:lnTo>
                    <a:pt x="457200" y="1582055"/>
                  </a:lnTo>
                  <a:lnTo>
                    <a:pt x="487498" y="1582055"/>
                  </a:lnTo>
                  <a:lnTo>
                    <a:pt x="487498" y="1498624"/>
                  </a:lnTo>
                  <a:lnTo>
                    <a:pt x="458154" y="1516943"/>
                  </a:lnTo>
                  <a:lnTo>
                    <a:pt x="458154" y="1497756"/>
                  </a:lnTo>
                  <a:lnTo>
                    <a:pt x="488801" y="1477875"/>
                  </a:lnTo>
                  <a:lnTo>
                    <a:pt x="511894" y="1477875"/>
                  </a:lnTo>
                  <a:lnTo>
                    <a:pt x="511894" y="1582055"/>
                  </a:lnTo>
                  <a:lnTo>
                    <a:pt x="539936" y="1582055"/>
                  </a:lnTo>
                  <a:lnTo>
                    <a:pt x="539936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h20"/>
            <p:cNvSpPr/>
            <p:nvPr/>
          </p:nvSpPr>
          <p:spPr>
            <a:xfrm>
              <a:off x="4394862" y="1142477"/>
              <a:ext cx="457200" cy="1642653"/>
            </a:xfrm>
            <a:custGeom>
              <a:avLst/>
              <a:pathLst>
                <a:path w="457200" h="1642653">
                  <a:moveTo>
                    <a:pt x="457200" y="1600200"/>
                  </a:moveTo>
                  <a:lnTo>
                    <a:pt x="457170" y="1602026"/>
                  </a:lnTo>
                  <a:lnTo>
                    <a:pt x="457081" y="1603825"/>
                  </a:lnTo>
                  <a:lnTo>
                    <a:pt x="456934" y="1605596"/>
                  </a:lnTo>
                  <a:lnTo>
                    <a:pt x="456727" y="1607339"/>
                  </a:lnTo>
                  <a:lnTo>
                    <a:pt x="456462" y="1609055"/>
                  </a:lnTo>
                  <a:lnTo>
                    <a:pt x="456137" y="1610742"/>
                  </a:lnTo>
                  <a:lnTo>
                    <a:pt x="455753" y="1612402"/>
                  </a:lnTo>
                  <a:lnTo>
                    <a:pt x="455310" y="1614035"/>
                  </a:lnTo>
                  <a:lnTo>
                    <a:pt x="454809" y="1615639"/>
                  </a:lnTo>
                  <a:lnTo>
                    <a:pt x="454248" y="1617216"/>
                  </a:lnTo>
                  <a:lnTo>
                    <a:pt x="453646" y="1618741"/>
                  </a:lnTo>
                  <a:lnTo>
                    <a:pt x="452987" y="1620226"/>
                  </a:lnTo>
                  <a:lnTo>
                    <a:pt x="452271" y="1621672"/>
                  </a:lnTo>
                  <a:lnTo>
                    <a:pt x="451497" y="1623077"/>
                  </a:lnTo>
                  <a:lnTo>
                    <a:pt x="450667" y="1624443"/>
                  </a:lnTo>
                  <a:lnTo>
                    <a:pt x="449778" y="1625769"/>
                  </a:lnTo>
                  <a:lnTo>
                    <a:pt x="448833" y="1627054"/>
                  </a:lnTo>
                  <a:lnTo>
                    <a:pt x="447830" y="1628300"/>
                  </a:lnTo>
                  <a:lnTo>
                    <a:pt x="446770" y="1629506"/>
                  </a:lnTo>
                  <a:lnTo>
                    <a:pt x="445653" y="1630672"/>
                  </a:lnTo>
                  <a:lnTo>
                    <a:pt x="444479" y="1631776"/>
                  </a:lnTo>
                  <a:lnTo>
                    <a:pt x="443250" y="1632832"/>
                  </a:lnTo>
                  <a:lnTo>
                    <a:pt x="441965" y="1633839"/>
                  </a:lnTo>
                  <a:lnTo>
                    <a:pt x="440625" y="1634798"/>
                  </a:lnTo>
                  <a:lnTo>
                    <a:pt x="439229" y="1635707"/>
                  </a:lnTo>
                  <a:lnTo>
                    <a:pt x="437777" y="1636569"/>
                  </a:lnTo>
                  <a:lnTo>
                    <a:pt x="436270" y="1637381"/>
                  </a:lnTo>
                  <a:lnTo>
                    <a:pt x="434707" y="1638145"/>
                  </a:lnTo>
                  <a:lnTo>
                    <a:pt x="433089" y="1638861"/>
                  </a:lnTo>
                  <a:lnTo>
                    <a:pt x="431415" y="1639527"/>
                  </a:lnTo>
                  <a:lnTo>
                    <a:pt x="429704" y="1640121"/>
                  </a:lnTo>
                  <a:lnTo>
                    <a:pt x="427939" y="1640652"/>
                  </a:lnTo>
                  <a:lnTo>
                    <a:pt x="426120" y="1641121"/>
                  </a:lnTo>
                  <a:lnTo>
                    <a:pt x="424247" y="1641528"/>
                  </a:lnTo>
                  <a:lnTo>
                    <a:pt x="422321" y="1641871"/>
                  </a:lnTo>
                  <a:lnTo>
                    <a:pt x="420341" y="1642153"/>
                  </a:lnTo>
                  <a:lnTo>
                    <a:pt x="418307" y="1642371"/>
                  </a:lnTo>
                  <a:lnTo>
                    <a:pt x="416219" y="1642528"/>
                  </a:lnTo>
                  <a:lnTo>
                    <a:pt x="414077" y="1642621"/>
                  </a:lnTo>
                  <a:lnTo>
                    <a:pt x="411881" y="1642653"/>
                  </a:lnTo>
                  <a:lnTo>
                    <a:pt x="409859" y="1642628"/>
                  </a:lnTo>
                  <a:lnTo>
                    <a:pt x="407888" y="1642555"/>
                  </a:lnTo>
                  <a:lnTo>
                    <a:pt x="405969" y="1642434"/>
                  </a:lnTo>
                  <a:lnTo>
                    <a:pt x="404103" y="1642264"/>
                  </a:lnTo>
                  <a:lnTo>
                    <a:pt x="402288" y="1642045"/>
                  </a:lnTo>
                  <a:lnTo>
                    <a:pt x="400526" y="1641778"/>
                  </a:lnTo>
                  <a:lnTo>
                    <a:pt x="398815" y="1641462"/>
                  </a:lnTo>
                  <a:lnTo>
                    <a:pt x="397157" y="1641097"/>
                  </a:lnTo>
                  <a:lnTo>
                    <a:pt x="395551" y="1640684"/>
                  </a:lnTo>
                  <a:lnTo>
                    <a:pt x="393997" y="1640222"/>
                  </a:lnTo>
                  <a:lnTo>
                    <a:pt x="392493" y="1639700"/>
                  </a:lnTo>
                  <a:lnTo>
                    <a:pt x="391035" y="1639142"/>
                  </a:lnTo>
                  <a:lnTo>
                    <a:pt x="389624" y="1638547"/>
                  </a:lnTo>
                  <a:lnTo>
                    <a:pt x="388260" y="1637916"/>
                  </a:lnTo>
                  <a:lnTo>
                    <a:pt x="386943" y="1637248"/>
                  </a:lnTo>
                  <a:lnTo>
                    <a:pt x="385673" y="1636544"/>
                  </a:lnTo>
                  <a:lnTo>
                    <a:pt x="384450" y="1635804"/>
                  </a:lnTo>
                  <a:lnTo>
                    <a:pt x="383274" y="1635027"/>
                  </a:lnTo>
                  <a:lnTo>
                    <a:pt x="382144" y="1634213"/>
                  </a:lnTo>
                  <a:lnTo>
                    <a:pt x="381062" y="1633363"/>
                  </a:lnTo>
                  <a:lnTo>
                    <a:pt x="380041" y="1632463"/>
                  </a:lnTo>
                  <a:lnTo>
                    <a:pt x="379065" y="1631533"/>
                  </a:lnTo>
                  <a:lnTo>
                    <a:pt x="378131" y="1630574"/>
                  </a:lnTo>
                  <a:lnTo>
                    <a:pt x="377242" y="1629585"/>
                  </a:lnTo>
                  <a:lnTo>
                    <a:pt x="376395" y="1628567"/>
                  </a:lnTo>
                  <a:lnTo>
                    <a:pt x="375592" y="1627519"/>
                  </a:lnTo>
                  <a:lnTo>
                    <a:pt x="374832" y="1626441"/>
                  </a:lnTo>
                  <a:lnTo>
                    <a:pt x="374116" y="1625335"/>
                  </a:lnTo>
                  <a:lnTo>
                    <a:pt x="373443" y="1624198"/>
                  </a:lnTo>
                  <a:lnTo>
                    <a:pt x="372814" y="1623032"/>
                  </a:lnTo>
                  <a:lnTo>
                    <a:pt x="372242" y="1621843"/>
                  </a:lnTo>
                  <a:lnTo>
                    <a:pt x="371706" y="1620636"/>
                  </a:lnTo>
                  <a:lnTo>
                    <a:pt x="371207" y="1619412"/>
                  </a:lnTo>
                  <a:lnTo>
                    <a:pt x="370744" y="1618170"/>
                  </a:lnTo>
                  <a:lnTo>
                    <a:pt x="370318" y="1616912"/>
                  </a:lnTo>
                  <a:lnTo>
                    <a:pt x="369928" y="1615635"/>
                  </a:lnTo>
                  <a:lnTo>
                    <a:pt x="369575" y="1614342"/>
                  </a:lnTo>
                  <a:lnTo>
                    <a:pt x="369258" y="1613031"/>
                  </a:lnTo>
                  <a:lnTo>
                    <a:pt x="368978" y="1611703"/>
                  </a:lnTo>
                  <a:lnTo>
                    <a:pt x="368734" y="1610357"/>
                  </a:lnTo>
                  <a:lnTo>
                    <a:pt x="393129" y="1608360"/>
                  </a:lnTo>
                  <a:lnTo>
                    <a:pt x="393273" y="1608931"/>
                  </a:lnTo>
                  <a:lnTo>
                    <a:pt x="393428" y="1609499"/>
                  </a:lnTo>
                  <a:lnTo>
                    <a:pt x="393593" y="1610064"/>
                  </a:lnTo>
                  <a:lnTo>
                    <a:pt x="393768" y="1610624"/>
                  </a:lnTo>
                  <a:lnTo>
                    <a:pt x="393954" y="1611182"/>
                  </a:lnTo>
                  <a:lnTo>
                    <a:pt x="394150" y="1611736"/>
                  </a:lnTo>
                  <a:lnTo>
                    <a:pt x="394357" y="1612286"/>
                  </a:lnTo>
                  <a:lnTo>
                    <a:pt x="394574" y="1612833"/>
                  </a:lnTo>
                  <a:lnTo>
                    <a:pt x="394801" y="1613376"/>
                  </a:lnTo>
                  <a:lnTo>
                    <a:pt x="395039" y="1613916"/>
                  </a:lnTo>
                  <a:lnTo>
                    <a:pt x="395309" y="1614449"/>
                  </a:lnTo>
                  <a:lnTo>
                    <a:pt x="395598" y="1614969"/>
                  </a:lnTo>
                  <a:lnTo>
                    <a:pt x="395906" y="1615477"/>
                  </a:lnTo>
                  <a:lnTo>
                    <a:pt x="396234" y="1615972"/>
                  </a:lnTo>
                  <a:lnTo>
                    <a:pt x="396580" y="1616456"/>
                  </a:lnTo>
                  <a:lnTo>
                    <a:pt x="396945" y="1616927"/>
                  </a:lnTo>
                  <a:lnTo>
                    <a:pt x="397330" y="1617387"/>
                  </a:lnTo>
                  <a:lnTo>
                    <a:pt x="397734" y="1617834"/>
                  </a:lnTo>
                  <a:lnTo>
                    <a:pt x="398157" y="1618269"/>
                  </a:lnTo>
                  <a:lnTo>
                    <a:pt x="398598" y="1618691"/>
                  </a:lnTo>
                  <a:lnTo>
                    <a:pt x="399060" y="1619100"/>
                  </a:lnTo>
                  <a:lnTo>
                    <a:pt x="399543" y="1619494"/>
                  </a:lnTo>
                  <a:lnTo>
                    <a:pt x="400047" y="1619871"/>
                  </a:lnTo>
                  <a:lnTo>
                    <a:pt x="400571" y="1620233"/>
                  </a:lnTo>
                  <a:lnTo>
                    <a:pt x="401116" y="1620580"/>
                  </a:lnTo>
                  <a:lnTo>
                    <a:pt x="401682" y="1620910"/>
                  </a:lnTo>
                  <a:lnTo>
                    <a:pt x="402269" y="1621226"/>
                  </a:lnTo>
                  <a:lnTo>
                    <a:pt x="402877" y="1621525"/>
                  </a:lnTo>
                  <a:lnTo>
                    <a:pt x="403505" y="1621809"/>
                  </a:lnTo>
                  <a:lnTo>
                    <a:pt x="404155" y="1622077"/>
                  </a:lnTo>
                  <a:lnTo>
                    <a:pt x="404828" y="1622308"/>
                  </a:lnTo>
                  <a:lnTo>
                    <a:pt x="405530" y="1622515"/>
                  </a:lnTo>
                  <a:lnTo>
                    <a:pt x="406259" y="1622697"/>
                  </a:lnTo>
                  <a:lnTo>
                    <a:pt x="407016" y="1622855"/>
                  </a:lnTo>
                  <a:lnTo>
                    <a:pt x="407801" y="1622989"/>
                  </a:lnTo>
                  <a:lnTo>
                    <a:pt x="408614" y="1623098"/>
                  </a:lnTo>
                  <a:lnTo>
                    <a:pt x="409454" y="1623183"/>
                  </a:lnTo>
                  <a:lnTo>
                    <a:pt x="410322" y="1623244"/>
                  </a:lnTo>
                  <a:lnTo>
                    <a:pt x="411218" y="1623281"/>
                  </a:lnTo>
                  <a:lnTo>
                    <a:pt x="412142" y="1623293"/>
                  </a:lnTo>
                  <a:lnTo>
                    <a:pt x="413928" y="1623234"/>
                  </a:lnTo>
                  <a:lnTo>
                    <a:pt x="415639" y="1623060"/>
                  </a:lnTo>
                  <a:lnTo>
                    <a:pt x="417275" y="1622769"/>
                  </a:lnTo>
                  <a:lnTo>
                    <a:pt x="418837" y="1622362"/>
                  </a:lnTo>
                  <a:lnTo>
                    <a:pt x="420324" y="1621838"/>
                  </a:lnTo>
                  <a:lnTo>
                    <a:pt x="421737" y="1621199"/>
                  </a:lnTo>
                  <a:lnTo>
                    <a:pt x="423075" y="1620442"/>
                  </a:lnTo>
                  <a:lnTo>
                    <a:pt x="424338" y="1619570"/>
                  </a:lnTo>
                  <a:lnTo>
                    <a:pt x="425526" y="1618581"/>
                  </a:lnTo>
                  <a:lnTo>
                    <a:pt x="426640" y="1617476"/>
                  </a:lnTo>
                  <a:lnTo>
                    <a:pt x="427679" y="1616261"/>
                  </a:lnTo>
                  <a:lnTo>
                    <a:pt x="428609" y="1614944"/>
                  </a:lnTo>
                  <a:lnTo>
                    <a:pt x="429430" y="1613525"/>
                  </a:lnTo>
                  <a:lnTo>
                    <a:pt x="430141" y="1612003"/>
                  </a:lnTo>
                  <a:lnTo>
                    <a:pt x="430742" y="1610379"/>
                  </a:lnTo>
                  <a:lnTo>
                    <a:pt x="431234" y="1608652"/>
                  </a:lnTo>
                  <a:lnTo>
                    <a:pt x="431617" y="1606823"/>
                  </a:lnTo>
                  <a:lnTo>
                    <a:pt x="431891" y="1604891"/>
                  </a:lnTo>
                  <a:lnTo>
                    <a:pt x="432055" y="1602857"/>
                  </a:lnTo>
                  <a:lnTo>
                    <a:pt x="432110" y="1600720"/>
                  </a:lnTo>
                  <a:lnTo>
                    <a:pt x="432096" y="1599758"/>
                  </a:lnTo>
                  <a:lnTo>
                    <a:pt x="432054" y="1598814"/>
                  </a:lnTo>
                  <a:lnTo>
                    <a:pt x="431985" y="1597889"/>
                  </a:lnTo>
                  <a:lnTo>
                    <a:pt x="431887" y="1596984"/>
                  </a:lnTo>
                  <a:lnTo>
                    <a:pt x="431762" y="1596097"/>
                  </a:lnTo>
                  <a:lnTo>
                    <a:pt x="431609" y="1595230"/>
                  </a:lnTo>
                  <a:lnTo>
                    <a:pt x="431429" y="1594382"/>
                  </a:lnTo>
                  <a:lnTo>
                    <a:pt x="431221" y="1593553"/>
                  </a:lnTo>
                  <a:lnTo>
                    <a:pt x="430984" y="1592743"/>
                  </a:lnTo>
                  <a:lnTo>
                    <a:pt x="430720" y="1591952"/>
                  </a:lnTo>
                  <a:lnTo>
                    <a:pt x="430448" y="1591182"/>
                  </a:lnTo>
                  <a:lnTo>
                    <a:pt x="430151" y="1590434"/>
                  </a:lnTo>
                  <a:lnTo>
                    <a:pt x="429830" y="1589709"/>
                  </a:lnTo>
                  <a:lnTo>
                    <a:pt x="429484" y="1589007"/>
                  </a:lnTo>
                  <a:lnTo>
                    <a:pt x="429114" y="1588327"/>
                  </a:lnTo>
                  <a:lnTo>
                    <a:pt x="428720" y="1587670"/>
                  </a:lnTo>
                  <a:lnTo>
                    <a:pt x="428302" y="1587036"/>
                  </a:lnTo>
                  <a:lnTo>
                    <a:pt x="427859" y="1586423"/>
                  </a:lnTo>
                  <a:lnTo>
                    <a:pt x="427392" y="1585834"/>
                  </a:lnTo>
                  <a:lnTo>
                    <a:pt x="426901" y="1585267"/>
                  </a:lnTo>
                  <a:lnTo>
                    <a:pt x="426402" y="1584724"/>
                  </a:lnTo>
                  <a:lnTo>
                    <a:pt x="425880" y="1584208"/>
                  </a:lnTo>
                  <a:lnTo>
                    <a:pt x="425333" y="1583717"/>
                  </a:lnTo>
                  <a:lnTo>
                    <a:pt x="424761" y="1583253"/>
                  </a:lnTo>
                  <a:lnTo>
                    <a:pt x="424166" y="1582815"/>
                  </a:lnTo>
                  <a:lnTo>
                    <a:pt x="423546" y="1582402"/>
                  </a:lnTo>
                  <a:lnTo>
                    <a:pt x="422902" y="1582016"/>
                  </a:lnTo>
                  <a:lnTo>
                    <a:pt x="422233" y="1581656"/>
                  </a:lnTo>
                  <a:lnTo>
                    <a:pt x="421541" y="1581321"/>
                  </a:lnTo>
                  <a:lnTo>
                    <a:pt x="420823" y="1581013"/>
                  </a:lnTo>
                  <a:lnTo>
                    <a:pt x="420101" y="1580733"/>
                  </a:lnTo>
                  <a:lnTo>
                    <a:pt x="419358" y="1580482"/>
                  </a:lnTo>
                  <a:lnTo>
                    <a:pt x="418594" y="1580260"/>
                  </a:lnTo>
                  <a:lnTo>
                    <a:pt x="417809" y="1580069"/>
                  </a:lnTo>
                  <a:lnTo>
                    <a:pt x="417004" y="1579906"/>
                  </a:lnTo>
                  <a:lnTo>
                    <a:pt x="416177" y="1579773"/>
                  </a:lnTo>
                  <a:lnTo>
                    <a:pt x="415330" y="1579670"/>
                  </a:lnTo>
                  <a:lnTo>
                    <a:pt x="414462" y="1579596"/>
                  </a:lnTo>
                  <a:lnTo>
                    <a:pt x="413573" y="1579552"/>
                  </a:lnTo>
                  <a:lnTo>
                    <a:pt x="412663" y="1579537"/>
                  </a:lnTo>
                  <a:lnTo>
                    <a:pt x="411469" y="1579561"/>
                  </a:lnTo>
                  <a:lnTo>
                    <a:pt x="410319" y="1579631"/>
                  </a:lnTo>
                  <a:lnTo>
                    <a:pt x="409212" y="1579748"/>
                  </a:lnTo>
                  <a:lnTo>
                    <a:pt x="408148" y="1579912"/>
                  </a:lnTo>
                  <a:lnTo>
                    <a:pt x="407128" y="1580123"/>
                  </a:lnTo>
                  <a:lnTo>
                    <a:pt x="406151" y="1580381"/>
                  </a:lnTo>
                  <a:lnTo>
                    <a:pt x="405218" y="1580686"/>
                  </a:lnTo>
                  <a:lnTo>
                    <a:pt x="404328" y="1581037"/>
                  </a:lnTo>
                  <a:lnTo>
                    <a:pt x="403482" y="1581436"/>
                  </a:lnTo>
                  <a:lnTo>
                    <a:pt x="402679" y="1581881"/>
                  </a:lnTo>
                  <a:lnTo>
                    <a:pt x="401910" y="1582343"/>
                  </a:lnTo>
                  <a:lnTo>
                    <a:pt x="401165" y="1582826"/>
                  </a:lnTo>
                  <a:lnTo>
                    <a:pt x="400444" y="1583329"/>
                  </a:lnTo>
                  <a:lnTo>
                    <a:pt x="399748" y="1583854"/>
                  </a:lnTo>
                  <a:lnTo>
                    <a:pt x="399076" y="1584399"/>
                  </a:lnTo>
                  <a:lnTo>
                    <a:pt x="398428" y="1584965"/>
                  </a:lnTo>
                  <a:lnTo>
                    <a:pt x="397805" y="1585552"/>
                  </a:lnTo>
                  <a:lnTo>
                    <a:pt x="397206" y="1586160"/>
                  </a:lnTo>
                  <a:lnTo>
                    <a:pt x="396631" y="1586788"/>
                  </a:lnTo>
                  <a:lnTo>
                    <a:pt x="396081" y="1587437"/>
                  </a:lnTo>
                  <a:lnTo>
                    <a:pt x="372293" y="1587437"/>
                  </a:lnTo>
                  <a:lnTo>
                    <a:pt x="376547" y="1518592"/>
                  </a:lnTo>
                  <a:lnTo>
                    <a:pt x="450081" y="1518592"/>
                  </a:lnTo>
                  <a:lnTo>
                    <a:pt x="450081" y="1536737"/>
                  </a:lnTo>
                  <a:lnTo>
                    <a:pt x="398685" y="1536737"/>
                  </a:lnTo>
                  <a:lnTo>
                    <a:pt x="396688" y="1567643"/>
                  </a:lnTo>
                  <a:lnTo>
                    <a:pt x="397437" y="1567010"/>
                  </a:lnTo>
                  <a:lnTo>
                    <a:pt x="398223" y="1566397"/>
                  </a:lnTo>
                  <a:lnTo>
                    <a:pt x="399048" y="1565802"/>
                  </a:lnTo>
                  <a:lnTo>
                    <a:pt x="399911" y="1565226"/>
                  </a:lnTo>
                  <a:lnTo>
                    <a:pt x="400812" y="1564670"/>
                  </a:lnTo>
                  <a:lnTo>
                    <a:pt x="401752" y="1564132"/>
                  </a:lnTo>
                  <a:lnTo>
                    <a:pt x="402729" y="1563614"/>
                  </a:lnTo>
                  <a:lnTo>
                    <a:pt x="403745" y="1563115"/>
                  </a:lnTo>
                  <a:lnTo>
                    <a:pt x="404799" y="1562635"/>
                  </a:lnTo>
                  <a:lnTo>
                    <a:pt x="405891" y="1562174"/>
                  </a:lnTo>
                  <a:lnTo>
                    <a:pt x="407020" y="1561729"/>
                  </a:lnTo>
                  <a:lnTo>
                    <a:pt x="408186" y="1561330"/>
                  </a:lnTo>
                  <a:lnTo>
                    <a:pt x="409389" y="1560978"/>
                  </a:lnTo>
                  <a:lnTo>
                    <a:pt x="410628" y="1560674"/>
                  </a:lnTo>
                  <a:lnTo>
                    <a:pt x="411903" y="1560416"/>
                  </a:lnTo>
                  <a:lnTo>
                    <a:pt x="413215" y="1560205"/>
                  </a:lnTo>
                  <a:lnTo>
                    <a:pt x="414563" y="1560041"/>
                  </a:lnTo>
                  <a:lnTo>
                    <a:pt x="415948" y="1559924"/>
                  </a:lnTo>
                  <a:lnTo>
                    <a:pt x="417369" y="1559853"/>
                  </a:lnTo>
                  <a:lnTo>
                    <a:pt x="418827" y="1559830"/>
                  </a:lnTo>
                  <a:lnTo>
                    <a:pt x="420613" y="1559859"/>
                  </a:lnTo>
                  <a:lnTo>
                    <a:pt x="422362" y="1559948"/>
                  </a:lnTo>
                  <a:lnTo>
                    <a:pt x="424072" y="1560096"/>
                  </a:lnTo>
                  <a:lnTo>
                    <a:pt x="425744" y="1560302"/>
                  </a:lnTo>
                  <a:lnTo>
                    <a:pt x="427378" y="1560568"/>
                  </a:lnTo>
                  <a:lnTo>
                    <a:pt x="428974" y="1560893"/>
                  </a:lnTo>
                  <a:lnTo>
                    <a:pt x="430531" y="1561276"/>
                  </a:lnTo>
                  <a:lnTo>
                    <a:pt x="432051" y="1561719"/>
                  </a:lnTo>
                  <a:lnTo>
                    <a:pt x="433532" y="1562221"/>
                  </a:lnTo>
                  <a:lnTo>
                    <a:pt x="434975" y="1562782"/>
                  </a:lnTo>
                  <a:lnTo>
                    <a:pt x="436377" y="1563395"/>
                  </a:lnTo>
                  <a:lnTo>
                    <a:pt x="437735" y="1564056"/>
                  </a:lnTo>
                  <a:lnTo>
                    <a:pt x="439051" y="1564764"/>
                  </a:lnTo>
                  <a:lnTo>
                    <a:pt x="440322" y="1565518"/>
                  </a:lnTo>
                  <a:lnTo>
                    <a:pt x="441551" y="1566319"/>
                  </a:lnTo>
                  <a:lnTo>
                    <a:pt x="442736" y="1567168"/>
                  </a:lnTo>
                  <a:lnTo>
                    <a:pt x="443878" y="1568063"/>
                  </a:lnTo>
                  <a:lnTo>
                    <a:pt x="444976" y="1569005"/>
                  </a:lnTo>
                  <a:lnTo>
                    <a:pt x="446031" y="1569993"/>
                  </a:lnTo>
                  <a:lnTo>
                    <a:pt x="447042" y="1571029"/>
                  </a:lnTo>
                  <a:lnTo>
                    <a:pt x="448008" y="1572110"/>
                  </a:lnTo>
                  <a:lnTo>
                    <a:pt x="448928" y="1573234"/>
                  </a:lnTo>
                  <a:lnTo>
                    <a:pt x="449800" y="1574402"/>
                  </a:lnTo>
                  <a:lnTo>
                    <a:pt x="450626" y="1575613"/>
                  </a:lnTo>
                  <a:lnTo>
                    <a:pt x="451405" y="1576868"/>
                  </a:lnTo>
                  <a:lnTo>
                    <a:pt x="452136" y="1578165"/>
                  </a:lnTo>
                  <a:lnTo>
                    <a:pt x="452821" y="1579507"/>
                  </a:lnTo>
                  <a:lnTo>
                    <a:pt x="453459" y="1580892"/>
                  </a:lnTo>
                  <a:lnTo>
                    <a:pt x="454051" y="1582320"/>
                  </a:lnTo>
                  <a:lnTo>
                    <a:pt x="454595" y="1583791"/>
                  </a:lnTo>
                  <a:lnTo>
                    <a:pt x="455090" y="1585284"/>
                  </a:lnTo>
                  <a:lnTo>
                    <a:pt x="455533" y="1586809"/>
                  </a:lnTo>
                  <a:lnTo>
                    <a:pt x="455923" y="1588367"/>
                  </a:lnTo>
                  <a:lnTo>
                    <a:pt x="456262" y="1589959"/>
                  </a:lnTo>
                  <a:lnTo>
                    <a:pt x="456548" y="1591583"/>
                  </a:lnTo>
                  <a:lnTo>
                    <a:pt x="456783" y="1593240"/>
                  </a:lnTo>
                  <a:lnTo>
                    <a:pt x="456965" y="1594931"/>
                  </a:lnTo>
                  <a:lnTo>
                    <a:pt x="457095" y="1596654"/>
                  </a:lnTo>
                  <a:lnTo>
                    <a:pt x="457173" y="159841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h21"/>
            <p:cNvSpPr/>
            <p:nvPr/>
          </p:nvSpPr>
          <p:spPr>
            <a:xfrm>
              <a:off x="4411878" y="1183194"/>
              <a:ext cx="482289" cy="1600200"/>
            </a:xfrm>
            <a:custGeom>
              <a:avLst/>
              <a:pathLst>
                <a:path w="482289" h="1600200">
                  <a:moveTo>
                    <a:pt x="457200" y="1600200"/>
                  </a:moveTo>
                  <a:lnTo>
                    <a:pt x="457200" y="1573720"/>
                  </a:lnTo>
                  <a:lnTo>
                    <a:pt x="482289" y="1573720"/>
                  </a:lnTo>
                  <a:lnTo>
                    <a:pt x="482289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h22"/>
            <p:cNvSpPr/>
            <p:nvPr/>
          </p:nvSpPr>
          <p:spPr>
            <a:xfrm>
              <a:off x="4540801" y="1121988"/>
              <a:ext cx="457200" cy="1663141"/>
            </a:xfrm>
            <a:custGeom>
              <a:avLst/>
              <a:pathLst>
                <a:path w="457200" h="1663141">
                  <a:moveTo>
                    <a:pt x="457200" y="1600200"/>
                  </a:moveTo>
                  <a:lnTo>
                    <a:pt x="457167" y="1603652"/>
                  </a:lnTo>
                  <a:lnTo>
                    <a:pt x="457071" y="1606995"/>
                  </a:lnTo>
                  <a:lnTo>
                    <a:pt x="456910" y="1610229"/>
                  </a:lnTo>
                  <a:lnTo>
                    <a:pt x="456686" y="1613354"/>
                  </a:lnTo>
                  <a:lnTo>
                    <a:pt x="456396" y="1616369"/>
                  </a:lnTo>
                  <a:lnTo>
                    <a:pt x="456043" y="1619275"/>
                  </a:lnTo>
                  <a:lnTo>
                    <a:pt x="455626" y="1622071"/>
                  </a:lnTo>
                  <a:lnTo>
                    <a:pt x="455144" y="1624758"/>
                  </a:lnTo>
                  <a:lnTo>
                    <a:pt x="454598" y="1627336"/>
                  </a:lnTo>
                  <a:lnTo>
                    <a:pt x="453987" y="1629804"/>
                  </a:lnTo>
                  <a:lnTo>
                    <a:pt x="453320" y="1632155"/>
                  </a:lnTo>
                  <a:lnTo>
                    <a:pt x="452602" y="1634416"/>
                  </a:lnTo>
                  <a:lnTo>
                    <a:pt x="451833" y="1636586"/>
                  </a:lnTo>
                  <a:lnTo>
                    <a:pt x="451015" y="1638666"/>
                  </a:lnTo>
                  <a:lnTo>
                    <a:pt x="450146" y="1640656"/>
                  </a:lnTo>
                  <a:lnTo>
                    <a:pt x="449226" y="1642555"/>
                  </a:lnTo>
                  <a:lnTo>
                    <a:pt x="448257" y="1644365"/>
                  </a:lnTo>
                  <a:lnTo>
                    <a:pt x="447236" y="1646084"/>
                  </a:lnTo>
                  <a:lnTo>
                    <a:pt x="446166" y="1647712"/>
                  </a:lnTo>
                  <a:lnTo>
                    <a:pt x="445045" y="1649251"/>
                  </a:lnTo>
                  <a:lnTo>
                    <a:pt x="443895" y="1650686"/>
                  </a:lnTo>
                  <a:lnTo>
                    <a:pt x="442701" y="1652039"/>
                  </a:lnTo>
                  <a:lnTo>
                    <a:pt x="441464" y="1653311"/>
                  </a:lnTo>
                  <a:lnTo>
                    <a:pt x="440183" y="1654501"/>
                  </a:lnTo>
                  <a:lnTo>
                    <a:pt x="438860" y="1655610"/>
                  </a:lnTo>
                  <a:lnTo>
                    <a:pt x="437492" y="1656637"/>
                  </a:lnTo>
                  <a:lnTo>
                    <a:pt x="436081" y="1657583"/>
                  </a:lnTo>
                  <a:lnTo>
                    <a:pt x="434627" y="1658446"/>
                  </a:lnTo>
                  <a:lnTo>
                    <a:pt x="433130" y="1659229"/>
                  </a:lnTo>
                  <a:lnTo>
                    <a:pt x="431589" y="1659929"/>
                  </a:lnTo>
                  <a:lnTo>
                    <a:pt x="430029" y="1660540"/>
                  </a:lnTo>
                  <a:lnTo>
                    <a:pt x="428439" y="1661086"/>
                  </a:lnTo>
                  <a:lnTo>
                    <a:pt x="426820" y="1661567"/>
                  </a:lnTo>
                  <a:lnTo>
                    <a:pt x="425171" y="1661985"/>
                  </a:lnTo>
                  <a:lnTo>
                    <a:pt x="423493" y="1662338"/>
                  </a:lnTo>
                  <a:lnTo>
                    <a:pt x="421785" y="1662627"/>
                  </a:lnTo>
                  <a:lnTo>
                    <a:pt x="420048" y="1662852"/>
                  </a:lnTo>
                  <a:lnTo>
                    <a:pt x="418281" y="1663013"/>
                  </a:lnTo>
                  <a:lnTo>
                    <a:pt x="416485" y="1663109"/>
                  </a:lnTo>
                  <a:lnTo>
                    <a:pt x="414659" y="1663141"/>
                  </a:lnTo>
                  <a:lnTo>
                    <a:pt x="412834" y="1663109"/>
                  </a:lnTo>
                  <a:lnTo>
                    <a:pt x="411037" y="1663013"/>
                  </a:lnTo>
                  <a:lnTo>
                    <a:pt x="409271" y="1662852"/>
                  </a:lnTo>
                  <a:lnTo>
                    <a:pt x="407534" y="1662627"/>
                  </a:lnTo>
                  <a:lnTo>
                    <a:pt x="405826" y="1662338"/>
                  </a:lnTo>
                  <a:lnTo>
                    <a:pt x="404148" y="1661985"/>
                  </a:lnTo>
                  <a:lnTo>
                    <a:pt x="402499" y="1661567"/>
                  </a:lnTo>
                  <a:lnTo>
                    <a:pt x="400880" y="1661086"/>
                  </a:lnTo>
                  <a:lnTo>
                    <a:pt x="399290" y="1660540"/>
                  </a:lnTo>
                  <a:lnTo>
                    <a:pt x="397730" y="1659929"/>
                  </a:lnTo>
                  <a:lnTo>
                    <a:pt x="396207" y="1659245"/>
                  </a:lnTo>
                  <a:lnTo>
                    <a:pt x="394726" y="1658478"/>
                  </a:lnTo>
                  <a:lnTo>
                    <a:pt x="393290" y="1657627"/>
                  </a:lnTo>
                  <a:lnTo>
                    <a:pt x="391896" y="1656693"/>
                  </a:lnTo>
                  <a:lnTo>
                    <a:pt x="390546" y="1655675"/>
                  </a:lnTo>
                  <a:lnTo>
                    <a:pt x="389240" y="1654574"/>
                  </a:lnTo>
                  <a:lnTo>
                    <a:pt x="387976" y="1653390"/>
                  </a:lnTo>
                  <a:lnTo>
                    <a:pt x="386757" y="1652123"/>
                  </a:lnTo>
                  <a:lnTo>
                    <a:pt x="385580" y="1650772"/>
                  </a:lnTo>
                  <a:lnTo>
                    <a:pt x="384447" y="1649338"/>
                  </a:lnTo>
                  <a:lnTo>
                    <a:pt x="383360" y="1647799"/>
                  </a:lnTo>
                  <a:lnTo>
                    <a:pt x="382322" y="1646171"/>
                  </a:lnTo>
                  <a:lnTo>
                    <a:pt x="381332" y="1644452"/>
                  </a:lnTo>
                  <a:lnTo>
                    <a:pt x="380391" y="1642642"/>
                  </a:lnTo>
                  <a:lnTo>
                    <a:pt x="379499" y="1640743"/>
                  </a:lnTo>
                  <a:lnTo>
                    <a:pt x="378655" y="1638753"/>
                  </a:lnTo>
                  <a:lnTo>
                    <a:pt x="377860" y="1636673"/>
                  </a:lnTo>
                  <a:lnTo>
                    <a:pt x="377113" y="1634502"/>
                  </a:lnTo>
                  <a:lnTo>
                    <a:pt x="376415" y="1632242"/>
                  </a:lnTo>
                  <a:lnTo>
                    <a:pt x="375766" y="1629891"/>
                  </a:lnTo>
                  <a:lnTo>
                    <a:pt x="375172" y="1627422"/>
                  </a:lnTo>
                  <a:lnTo>
                    <a:pt x="374641" y="1624841"/>
                  </a:lnTo>
                  <a:lnTo>
                    <a:pt x="374172" y="1622150"/>
                  </a:lnTo>
                  <a:lnTo>
                    <a:pt x="373765" y="1619348"/>
                  </a:lnTo>
                  <a:lnTo>
                    <a:pt x="373422" y="1616434"/>
                  </a:lnTo>
                  <a:lnTo>
                    <a:pt x="373140" y="1613409"/>
                  </a:lnTo>
                  <a:lnTo>
                    <a:pt x="372922" y="1610274"/>
                  </a:lnTo>
                  <a:lnTo>
                    <a:pt x="372765" y="1607027"/>
                  </a:lnTo>
                  <a:lnTo>
                    <a:pt x="372672" y="1603669"/>
                  </a:lnTo>
                  <a:lnTo>
                    <a:pt x="372640" y="1600200"/>
                  </a:lnTo>
                  <a:lnTo>
                    <a:pt x="372671" y="1596565"/>
                  </a:lnTo>
                  <a:lnTo>
                    <a:pt x="372762" y="1593060"/>
                  </a:lnTo>
                  <a:lnTo>
                    <a:pt x="372914" y="1589683"/>
                  </a:lnTo>
                  <a:lnTo>
                    <a:pt x="373126" y="1586434"/>
                  </a:lnTo>
                  <a:lnTo>
                    <a:pt x="373400" y="1583314"/>
                  </a:lnTo>
                  <a:lnTo>
                    <a:pt x="373734" y="1580322"/>
                  </a:lnTo>
                  <a:lnTo>
                    <a:pt x="374129" y="1577459"/>
                  </a:lnTo>
                  <a:lnTo>
                    <a:pt x="374585" y="1574724"/>
                  </a:lnTo>
                  <a:lnTo>
                    <a:pt x="375102" y="1572118"/>
                  </a:lnTo>
                  <a:lnTo>
                    <a:pt x="375679" y="1569640"/>
                  </a:lnTo>
                  <a:lnTo>
                    <a:pt x="376329" y="1567259"/>
                  </a:lnTo>
                  <a:lnTo>
                    <a:pt x="377030" y="1564976"/>
                  </a:lnTo>
                  <a:lnTo>
                    <a:pt x="377781" y="1562793"/>
                  </a:lnTo>
                  <a:lnTo>
                    <a:pt x="378582" y="1560708"/>
                  </a:lnTo>
                  <a:lnTo>
                    <a:pt x="379434" y="1558723"/>
                  </a:lnTo>
                  <a:lnTo>
                    <a:pt x="380336" y="1556836"/>
                  </a:lnTo>
                  <a:lnTo>
                    <a:pt x="381288" y="1555049"/>
                  </a:lnTo>
                  <a:lnTo>
                    <a:pt x="382291" y="1553360"/>
                  </a:lnTo>
                  <a:lnTo>
                    <a:pt x="383344" y="1551771"/>
                  </a:lnTo>
                  <a:lnTo>
                    <a:pt x="384447" y="1550280"/>
                  </a:lnTo>
                  <a:lnTo>
                    <a:pt x="385598" y="1548882"/>
                  </a:lnTo>
                  <a:lnTo>
                    <a:pt x="386791" y="1547571"/>
                  </a:lnTo>
                  <a:lnTo>
                    <a:pt x="388029" y="1546347"/>
                  </a:lnTo>
                  <a:lnTo>
                    <a:pt x="389309" y="1545210"/>
                  </a:lnTo>
                  <a:lnTo>
                    <a:pt x="390633" y="1544160"/>
                  </a:lnTo>
                  <a:lnTo>
                    <a:pt x="392000" y="1543196"/>
                  </a:lnTo>
                  <a:lnTo>
                    <a:pt x="393411" y="1542319"/>
                  </a:lnTo>
                  <a:lnTo>
                    <a:pt x="394865" y="1541529"/>
                  </a:lnTo>
                  <a:lnTo>
                    <a:pt x="396363" y="1540826"/>
                  </a:lnTo>
                  <a:lnTo>
                    <a:pt x="397904" y="1540209"/>
                  </a:lnTo>
                  <a:lnTo>
                    <a:pt x="399500" y="1539649"/>
                  </a:lnTo>
                  <a:lnTo>
                    <a:pt x="401130" y="1539147"/>
                  </a:lnTo>
                  <a:lnTo>
                    <a:pt x="402793" y="1538704"/>
                  </a:lnTo>
                  <a:lnTo>
                    <a:pt x="404488" y="1538320"/>
                  </a:lnTo>
                  <a:lnTo>
                    <a:pt x="406217" y="1537996"/>
                  </a:lnTo>
                  <a:lnTo>
                    <a:pt x="407978" y="1537730"/>
                  </a:lnTo>
                  <a:lnTo>
                    <a:pt x="409773" y="1537523"/>
                  </a:lnTo>
                  <a:lnTo>
                    <a:pt x="411600" y="1537376"/>
                  </a:lnTo>
                  <a:lnTo>
                    <a:pt x="413461" y="1537287"/>
                  </a:lnTo>
                  <a:lnTo>
                    <a:pt x="415354" y="1537258"/>
                  </a:lnTo>
                  <a:lnTo>
                    <a:pt x="417129" y="1537287"/>
                  </a:lnTo>
                  <a:lnTo>
                    <a:pt x="418879" y="1537376"/>
                  </a:lnTo>
                  <a:lnTo>
                    <a:pt x="420602" y="1537523"/>
                  </a:lnTo>
                  <a:lnTo>
                    <a:pt x="422299" y="1537730"/>
                  </a:lnTo>
                  <a:lnTo>
                    <a:pt x="423971" y="1537996"/>
                  </a:lnTo>
                  <a:lnTo>
                    <a:pt x="425616" y="1538320"/>
                  </a:lnTo>
                  <a:lnTo>
                    <a:pt x="427235" y="1538704"/>
                  </a:lnTo>
                  <a:lnTo>
                    <a:pt x="428828" y="1539147"/>
                  </a:lnTo>
                  <a:lnTo>
                    <a:pt x="430395" y="1539649"/>
                  </a:lnTo>
                  <a:lnTo>
                    <a:pt x="431936" y="1540209"/>
                  </a:lnTo>
                  <a:lnTo>
                    <a:pt x="433460" y="1540826"/>
                  </a:lnTo>
                  <a:lnTo>
                    <a:pt x="434940" y="1541529"/>
                  </a:lnTo>
                  <a:lnTo>
                    <a:pt x="436377" y="1542319"/>
                  </a:lnTo>
                  <a:lnTo>
                    <a:pt x="437770" y="1543196"/>
                  </a:lnTo>
                  <a:lnTo>
                    <a:pt x="439120" y="1544160"/>
                  </a:lnTo>
                  <a:lnTo>
                    <a:pt x="440427" y="1545210"/>
                  </a:lnTo>
                  <a:lnTo>
                    <a:pt x="441690" y="1546347"/>
                  </a:lnTo>
                  <a:lnTo>
                    <a:pt x="442910" y="1547571"/>
                  </a:lnTo>
                  <a:lnTo>
                    <a:pt x="444086" y="1548882"/>
                  </a:lnTo>
                  <a:lnTo>
                    <a:pt x="445219" y="1550280"/>
                  </a:lnTo>
                  <a:lnTo>
                    <a:pt x="446322" y="1551771"/>
                  </a:lnTo>
                  <a:lnTo>
                    <a:pt x="447375" y="1553360"/>
                  </a:lnTo>
                  <a:lnTo>
                    <a:pt x="448378" y="1555049"/>
                  </a:lnTo>
                  <a:lnTo>
                    <a:pt x="449330" y="1556836"/>
                  </a:lnTo>
                  <a:lnTo>
                    <a:pt x="450232" y="1558723"/>
                  </a:lnTo>
                  <a:lnTo>
                    <a:pt x="451084" y="1560708"/>
                  </a:lnTo>
                  <a:lnTo>
                    <a:pt x="451885" y="1562793"/>
                  </a:lnTo>
                  <a:lnTo>
                    <a:pt x="452636" y="1564976"/>
                  </a:lnTo>
                  <a:lnTo>
                    <a:pt x="453337" y="1567259"/>
                  </a:lnTo>
                  <a:lnTo>
                    <a:pt x="453987" y="1569640"/>
                  </a:lnTo>
                  <a:lnTo>
                    <a:pt x="454598" y="1572118"/>
                  </a:lnTo>
                  <a:lnTo>
                    <a:pt x="455144" y="1574724"/>
                  </a:lnTo>
                  <a:lnTo>
                    <a:pt x="455626" y="1577459"/>
                  </a:lnTo>
                  <a:lnTo>
                    <a:pt x="456043" y="1580322"/>
                  </a:lnTo>
                  <a:lnTo>
                    <a:pt x="456396" y="1583314"/>
                  </a:lnTo>
                  <a:lnTo>
                    <a:pt x="456686" y="1586434"/>
                  </a:lnTo>
                  <a:lnTo>
                    <a:pt x="456910" y="1589683"/>
                  </a:lnTo>
                  <a:lnTo>
                    <a:pt x="457071" y="1593060"/>
                  </a:lnTo>
                  <a:lnTo>
                    <a:pt x="457167" y="1596565"/>
                  </a:lnTo>
                  <a:close/>
                  <a:moveTo>
                    <a:pt x="432717" y="1600200"/>
                  </a:moveTo>
                  <a:lnTo>
                    <a:pt x="432708" y="1597658"/>
                  </a:lnTo>
                  <a:lnTo>
                    <a:pt x="432679" y="1595206"/>
                  </a:lnTo>
                  <a:lnTo>
                    <a:pt x="432631" y="1592844"/>
                  </a:lnTo>
                  <a:lnTo>
                    <a:pt x="432564" y="1590573"/>
                  </a:lnTo>
                  <a:lnTo>
                    <a:pt x="432479" y="1588392"/>
                  </a:lnTo>
                  <a:lnTo>
                    <a:pt x="432373" y="1586302"/>
                  </a:lnTo>
                  <a:lnTo>
                    <a:pt x="432249" y="1584302"/>
                  </a:lnTo>
                  <a:lnTo>
                    <a:pt x="432106" y="1582392"/>
                  </a:lnTo>
                  <a:lnTo>
                    <a:pt x="431944" y="1580572"/>
                  </a:lnTo>
                  <a:lnTo>
                    <a:pt x="431762" y="1578843"/>
                  </a:lnTo>
                  <a:lnTo>
                    <a:pt x="431560" y="1577177"/>
                  </a:lnTo>
                  <a:lnTo>
                    <a:pt x="431335" y="1575582"/>
                  </a:lnTo>
                  <a:lnTo>
                    <a:pt x="431088" y="1574058"/>
                  </a:lnTo>
                  <a:lnTo>
                    <a:pt x="430818" y="1572606"/>
                  </a:lnTo>
                  <a:lnTo>
                    <a:pt x="430525" y="1571225"/>
                  </a:lnTo>
                  <a:lnTo>
                    <a:pt x="430210" y="1569914"/>
                  </a:lnTo>
                  <a:lnTo>
                    <a:pt x="429872" y="1568676"/>
                  </a:lnTo>
                  <a:lnTo>
                    <a:pt x="429512" y="1567508"/>
                  </a:lnTo>
                  <a:lnTo>
                    <a:pt x="429129" y="1566411"/>
                  </a:lnTo>
                  <a:lnTo>
                    <a:pt x="428724" y="1565386"/>
                  </a:lnTo>
                  <a:lnTo>
                    <a:pt x="428294" y="1564409"/>
                  </a:lnTo>
                  <a:lnTo>
                    <a:pt x="427838" y="1563494"/>
                  </a:lnTo>
                  <a:lnTo>
                    <a:pt x="427356" y="1562638"/>
                  </a:lnTo>
                  <a:lnTo>
                    <a:pt x="426848" y="1561844"/>
                  </a:lnTo>
                  <a:lnTo>
                    <a:pt x="426315" y="1561110"/>
                  </a:lnTo>
                  <a:lnTo>
                    <a:pt x="425755" y="1560438"/>
                  </a:lnTo>
                  <a:lnTo>
                    <a:pt x="425169" y="1559826"/>
                  </a:lnTo>
                  <a:lnTo>
                    <a:pt x="424557" y="1559274"/>
                  </a:lnTo>
                  <a:lnTo>
                    <a:pt x="423918" y="1558784"/>
                  </a:lnTo>
                  <a:lnTo>
                    <a:pt x="423254" y="1558354"/>
                  </a:lnTo>
                  <a:lnTo>
                    <a:pt x="422580" y="1557975"/>
                  </a:lnTo>
                  <a:lnTo>
                    <a:pt x="421876" y="1557635"/>
                  </a:lnTo>
                  <a:lnTo>
                    <a:pt x="421142" y="1557336"/>
                  </a:lnTo>
                  <a:lnTo>
                    <a:pt x="420379" y="1557076"/>
                  </a:lnTo>
                  <a:lnTo>
                    <a:pt x="419586" y="1556856"/>
                  </a:lnTo>
                  <a:lnTo>
                    <a:pt x="418764" y="1556677"/>
                  </a:lnTo>
                  <a:lnTo>
                    <a:pt x="417912" y="1556537"/>
                  </a:lnTo>
                  <a:lnTo>
                    <a:pt x="417031" y="1556437"/>
                  </a:lnTo>
                  <a:lnTo>
                    <a:pt x="416121" y="1556377"/>
                  </a:lnTo>
                  <a:lnTo>
                    <a:pt x="415180" y="1556357"/>
                  </a:lnTo>
                  <a:lnTo>
                    <a:pt x="414172" y="1556378"/>
                  </a:lnTo>
                  <a:lnTo>
                    <a:pt x="413197" y="1556441"/>
                  </a:lnTo>
                  <a:lnTo>
                    <a:pt x="412256" y="1556545"/>
                  </a:lnTo>
                  <a:lnTo>
                    <a:pt x="411347" y="1556691"/>
                  </a:lnTo>
                  <a:lnTo>
                    <a:pt x="410471" y="1556878"/>
                  </a:lnTo>
                  <a:lnTo>
                    <a:pt x="409628" y="1557107"/>
                  </a:lnTo>
                  <a:lnTo>
                    <a:pt x="408818" y="1557378"/>
                  </a:lnTo>
                  <a:lnTo>
                    <a:pt x="408041" y="1557691"/>
                  </a:lnTo>
                  <a:lnTo>
                    <a:pt x="407297" y="1558045"/>
                  </a:lnTo>
                  <a:lnTo>
                    <a:pt x="406586" y="1558441"/>
                  </a:lnTo>
                  <a:lnTo>
                    <a:pt x="405904" y="1558871"/>
                  </a:lnTo>
                  <a:lnTo>
                    <a:pt x="405249" y="1559361"/>
                  </a:lnTo>
                  <a:lnTo>
                    <a:pt x="404619" y="1559912"/>
                  </a:lnTo>
                  <a:lnTo>
                    <a:pt x="404016" y="1560524"/>
                  </a:lnTo>
                  <a:lnTo>
                    <a:pt x="403438" y="1561197"/>
                  </a:lnTo>
                  <a:lnTo>
                    <a:pt x="402887" y="1561931"/>
                  </a:lnTo>
                  <a:lnTo>
                    <a:pt x="402362" y="1562725"/>
                  </a:lnTo>
                  <a:lnTo>
                    <a:pt x="401863" y="1563580"/>
                  </a:lnTo>
                  <a:lnTo>
                    <a:pt x="401390" y="1564496"/>
                  </a:lnTo>
                  <a:lnTo>
                    <a:pt x="400942" y="1565473"/>
                  </a:lnTo>
                  <a:lnTo>
                    <a:pt x="400537" y="1566515"/>
                  </a:lnTo>
                  <a:lnTo>
                    <a:pt x="400154" y="1567626"/>
                  </a:lnTo>
                  <a:lnTo>
                    <a:pt x="399794" y="1568807"/>
                  </a:lnTo>
                  <a:lnTo>
                    <a:pt x="399456" y="1570057"/>
                  </a:lnTo>
                  <a:lnTo>
                    <a:pt x="399141" y="1571376"/>
                  </a:lnTo>
                  <a:lnTo>
                    <a:pt x="398848" y="1572766"/>
                  </a:lnTo>
                  <a:lnTo>
                    <a:pt x="398578" y="1574224"/>
                  </a:lnTo>
                  <a:lnTo>
                    <a:pt x="398331" y="1575752"/>
                  </a:lnTo>
                  <a:lnTo>
                    <a:pt x="398106" y="1577349"/>
                  </a:lnTo>
                  <a:lnTo>
                    <a:pt x="397904" y="1579016"/>
                  </a:lnTo>
                  <a:lnTo>
                    <a:pt x="397739" y="1580744"/>
                  </a:lnTo>
                  <a:lnTo>
                    <a:pt x="397591" y="1582558"/>
                  </a:lnTo>
                  <a:lnTo>
                    <a:pt x="397461" y="1584460"/>
                  </a:lnTo>
                  <a:lnTo>
                    <a:pt x="397348" y="1586448"/>
                  </a:lnTo>
                  <a:lnTo>
                    <a:pt x="397253" y="1588523"/>
                  </a:lnTo>
                  <a:lnTo>
                    <a:pt x="397175" y="1590684"/>
                  </a:lnTo>
                  <a:lnTo>
                    <a:pt x="397114" y="1592933"/>
                  </a:lnTo>
                  <a:lnTo>
                    <a:pt x="397070" y="1595268"/>
                  </a:lnTo>
                  <a:lnTo>
                    <a:pt x="397044" y="1597691"/>
                  </a:lnTo>
                  <a:lnTo>
                    <a:pt x="397036" y="1600200"/>
                  </a:lnTo>
                  <a:lnTo>
                    <a:pt x="397045" y="1602676"/>
                  </a:lnTo>
                  <a:lnTo>
                    <a:pt x="397074" y="1605068"/>
                  </a:lnTo>
                  <a:lnTo>
                    <a:pt x="397122" y="1607377"/>
                  </a:lnTo>
                  <a:lnTo>
                    <a:pt x="397189" y="1609603"/>
                  </a:lnTo>
                  <a:lnTo>
                    <a:pt x="397274" y="1611746"/>
                  </a:lnTo>
                  <a:lnTo>
                    <a:pt x="397380" y="1613805"/>
                  </a:lnTo>
                  <a:lnTo>
                    <a:pt x="397504" y="1615781"/>
                  </a:lnTo>
                  <a:lnTo>
                    <a:pt x="397647" y="1617674"/>
                  </a:lnTo>
                  <a:lnTo>
                    <a:pt x="397809" y="1619483"/>
                  </a:lnTo>
                  <a:lnTo>
                    <a:pt x="397991" y="1621209"/>
                  </a:lnTo>
                  <a:lnTo>
                    <a:pt x="398193" y="1622860"/>
                  </a:lnTo>
                  <a:lnTo>
                    <a:pt x="398418" y="1624446"/>
                  </a:lnTo>
                  <a:lnTo>
                    <a:pt x="398665" y="1625965"/>
                  </a:lnTo>
                  <a:lnTo>
                    <a:pt x="398935" y="1627418"/>
                  </a:lnTo>
                  <a:lnTo>
                    <a:pt x="399228" y="1628806"/>
                  </a:lnTo>
                  <a:lnTo>
                    <a:pt x="399543" y="1630127"/>
                  </a:lnTo>
                  <a:lnTo>
                    <a:pt x="399881" y="1631382"/>
                  </a:lnTo>
                  <a:lnTo>
                    <a:pt x="400241" y="1632572"/>
                  </a:lnTo>
                  <a:lnTo>
                    <a:pt x="400624" y="1633695"/>
                  </a:lnTo>
                  <a:lnTo>
                    <a:pt x="401029" y="1634752"/>
                  </a:lnTo>
                  <a:lnTo>
                    <a:pt x="401459" y="1635730"/>
                  </a:lnTo>
                  <a:lnTo>
                    <a:pt x="401915" y="1636649"/>
                  </a:lnTo>
                  <a:lnTo>
                    <a:pt x="402397" y="1637508"/>
                  </a:lnTo>
                  <a:lnTo>
                    <a:pt x="402905" y="1638308"/>
                  </a:lnTo>
                  <a:lnTo>
                    <a:pt x="403438" y="1639050"/>
                  </a:lnTo>
                  <a:lnTo>
                    <a:pt x="403998" y="1639732"/>
                  </a:lnTo>
                  <a:lnTo>
                    <a:pt x="404584" y="1640356"/>
                  </a:lnTo>
                  <a:lnTo>
                    <a:pt x="405196" y="1640920"/>
                  </a:lnTo>
                  <a:lnTo>
                    <a:pt x="405835" y="1641425"/>
                  </a:lnTo>
                  <a:lnTo>
                    <a:pt x="406499" y="1641871"/>
                  </a:lnTo>
                  <a:lnTo>
                    <a:pt x="407192" y="1642267"/>
                  </a:lnTo>
                  <a:lnTo>
                    <a:pt x="407916" y="1642621"/>
                  </a:lnTo>
                  <a:lnTo>
                    <a:pt x="408671" y="1642934"/>
                  </a:lnTo>
                  <a:lnTo>
                    <a:pt x="409457" y="1643205"/>
                  </a:lnTo>
                  <a:lnTo>
                    <a:pt x="410275" y="1643434"/>
                  </a:lnTo>
                  <a:lnTo>
                    <a:pt x="411124" y="1643622"/>
                  </a:lnTo>
                  <a:lnTo>
                    <a:pt x="412005" y="1643767"/>
                  </a:lnTo>
                  <a:lnTo>
                    <a:pt x="412916" y="1643872"/>
                  </a:lnTo>
                  <a:lnTo>
                    <a:pt x="413859" y="1643934"/>
                  </a:lnTo>
                  <a:lnTo>
                    <a:pt x="414833" y="1643955"/>
                  </a:lnTo>
                  <a:lnTo>
                    <a:pt x="415774" y="1643934"/>
                  </a:lnTo>
                  <a:lnTo>
                    <a:pt x="416687" y="1643872"/>
                  </a:lnTo>
                  <a:lnTo>
                    <a:pt x="417573" y="1643767"/>
                  </a:lnTo>
                  <a:lnTo>
                    <a:pt x="418431" y="1643622"/>
                  </a:lnTo>
                  <a:lnTo>
                    <a:pt x="419261" y="1643434"/>
                  </a:lnTo>
                  <a:lnTo>
                    <a:pt x="420063" y="1643205"/>
                  </a:lnTo>
                  <a:lnTo>
                    <a:pt x="420837" y="1642934"/>
                  </a:lnTo>
                  <a:lnTo>
                    <a:pt x="421584" y="1642621"/>
                  </a:lnTo>
                  <a:lnTo>
                    <a:pt x="422303" y="1642267"/>
                  </a:lnTo>
                  <a:lnTo>
                    <a:pt x="422994" y="1641871"/>
                  </a:lnTo>
                  <a:lnTo>
                    <a:pt x="423659" y="1641425"/>
                  </a:lnTo>
                  <a:lnTo>
                    <a:pt x="424300" y="1640920"/>
                  </a:lnTo>
                  <a:lnTo>
                    <a:pt x="424916" y="1640356"/>
                  </a:lnTo>
                  <a:lnTo>
                    <a:pt x="425508" y="1639732"/>
                  </a:lnTo>
                  <a:lnTo>
                    <a:pt x="426076" y="1639050"/>
                  </a:lnTo>
                  <a:lnTo>
                    <a:pt x="426619" y="1638308"/>
                  </a:lnTo>
                  <a:lnTo>
                    <a:pt x="427138" y="1637508"/>
                  </a:lnTo>
                  <a:lnTo>
                    <a:pt x="427633" y="1636649"/>
                  </a:lnTo>
                  <a:lnTo>
                    <a:pt x="428104" y="1635730"/>
                  </a:lnTo>
                  <a:lnTo>
                    <a:pt x="428550" y="1634752"/>
                  </a:lnTo>
                  <a:lnTo>
                    <a:pt x="428972" y="1633695"/>
                  </a:lnTo>
                  <a:lnTo>
                    <a:pt x="429370" y="1632572"/>
                  </a:lnTo>
                  <a:lnTo>
                    <a:pt x="429743" y="1631382"/>
                  </a:lnTo>
                  <a:lnTo>
                    <a:pt x="430092" y="1630127"/>
                  </a:lnTo>
                  <a:lnTo>
                    <a:pt x="430417" y="1628806"/>
                  </a:lnTo>
                  <a:lnTo>
                    <a:pt x="430717" y="1627418"/>
                  </a:lnTo>
                  <a:lnTo>
                    <a:pt x="430993" y="1625965"/>
                  </a:lnTo>
                  <a:lnTo>
                    <a:pt x="431245" y="1624446"/>
                  </a:lnTo>
                  <a:lnTo>
                    <a:pt x="431472" y="1622860"/>
                  </a:lnTo>
                  <a:lnTo>
                    <a:pt x="431675" y="1621209"/>
                  </a:lnTo>
                  <a:lnTo>
                    <a:pt x="431873" y="1619483"/>
                  </a:lnTo>
                  <a:lnTo>
                    <a:pt x="432051" y="1617674"/>
                  </a:lnTo>
                  <a:lnTo>
                    <a:pt x="432207" y="1615781"/>
                  </a:lnTo>
                  <a:lnTo>
                    <a:pt x="432342" y="1613805"/>
                  </a:lnTo>
                  <a:lnTo>
                    <a:pt x="432457" y="1611746"/>
                  </a:lnTo>
                  <a:lnTo>
                    <a:pt x="432551" y="1609603"/>
                  </a:lnTo>
                  <a:lnTo>
                    <a:pt x="432624" y="1607377"/>
                  </a:lnTo>
                  <a:lnTo>
                    <a:pt x="432676" y="1605068"/>
                  </a:lnTo>
                  <a:lnTo>
                    <a:pt x="432707" y="1602676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h23"/>
            <p:cNvSpPr/>
            <p:nvPr/>
          </p:nvSpPr>
          <p:spPr>
            <a:xfrm>
              <a:off x="4640553" y="1149248"/>
              <a:ext cx="457200" cy="1636141"/>
            </a:xfrm>
            <a:custGeom>
              <a:avLst/>
              <a:pathLst>
                <a:path w="457200" h="1636141">
                  <a:moveTo>
                    <a:pt x="457200" y="1600200"/>
                  </a:moveTo>
                  <a:lnTo>
                    <a:pt x="457172" y="1601850"/>
                  </a:lnTo>
                  <a:lnTo>
                    <a:pt x="457088" y="1603467"/>
                  </a:lnTo>
                  <a:lnTo>
                    <a:pt x="456949" y="1605052"/>
                  </a:lnTo>
                  <a:lnTo>
                    <a:pt x="456755" y="1606603"/>
                  </a:lnTo>
                  <a:lnTo>
                    <a:pt x="456505" y="1608121"/>
                  </a:lnTo>
                  <a:lnTo>
                    <a:pt x="456199" y="1609607"/>
                  </a:lnTo>
                  <a:lnTo>
                    <a:pt x="455838" y="1611059"/>
                  </a:lnTo>
                  <a:lnTo>
                    <a:pt x="455422" y="1612479"/>
                  </a:lnTo>
                  <a:lnTo>
                    <a:pt x="454949" y="1613865"/>
                  </a:lnTo>
                  <a:lnTo>
                    <a:pt x="454421" y="1615219"/>
                  </a:lnTo>
                  <a:lnTo>
                    <a:pt x="453855" y="1616519"/>
                  </a:lnTo>
                  <a:lnTo>
                    <a:pt x="453234" y="1617782"/>
                  </a:lnTo>
                  <a:lnTo>
                    <a:pt x="452557" y="1619006"/>
                  </a:lnTo>
                  <a:lnTo>
                    <a:pt x="451824" y="1620192"/>
                  </a:lnTo>
                  <a:lnTo>
                    <a:pt x="451036" y="1621339"/>
                  </a:lnTo>
                  <a:lnTo>
                    <a:pt x="450192" y="1622449"/>
                  </a:lnTo>
                  <a:lnTo>
                    <a:pt x="449292" y="1623520"/>
                  </a:lnTo>
                  <a:lnTo>
                    <a:pt x="448337" y="1624553"/>
                  </a:lnTo>
                  <a:lnTo>
                    <a:pt x="447327" y="1625548"/>
                  </a:lnTo>
                  <a:lnTo>
                    <a:pt x="446261" y="1626505"/>
                  </a:lnTo>
                  <a:lnTo>
                    <a:pt x="445140" y="1627421"/>
                  </a:lnTo>
                  <a:lnTo>
                    <a:pt x="443965" y="1628293"/>
                  </a:lnTo>
                  <a:lnTo>
                    <a:pt x="442737" y="1629122"/>
                  </a:lnTo>
                  <a:lnTo>
                    <a:pt x="441454" y="1629908"/>
                  </a:lnTo>
                  <a:lnTo>
                    <a:pt x="440118" y="1630650"/>
                  </a:lnTo>
                  <a:lnTo>
                    <a:pt x="438728" y="1631349"/>
                  </a:lnTo>
                  <a:lnTo>
                    <a:pt x="437285" y="1632005"/>
                  </a:lnTo>
                  <a:lnTo>
                    <a:pt x="435787" y="1632617"/>
                  </a:lnTo>
                  <a:lnTo>
                    <a:pt x="434236" y="1633185"/>
                  </a:lnTo>
                  <a:lnTo>
                    <a:pt x="432630" y="1633711"/>
                  </a:lnTo>
                  <a:lnTo>
                    <a:pt x="430989" y="1634172"/>
                  </a:lnTo>
                  <a:lnTo>
                    <a:pt x="429293" y="1634586"/>
                  </a:lnTo>
                  <a:lnTo>
                    <a:pt x="427544" y="1634950"/>
                  </a:lnTo>
                  <a:lnTo>
                    <a:pt x="425741" y="1635266"/>
                  </a:lnTo>
                  <a:lnTo>
                    <a:pt x="423884" y="1635534"/>
                  </a:lnTo>
                  <a:lnTo>
                    <a:pt x="421973" y="1635753"/>
                  </a:lnTo>
                  <a:lnTo>
                    <a:pt x="420008" y="1635923"/>
                  </a:lnTo>
                  <a:lnTo>
                    <a:pt x="417990" y="1636044"/>
                  </a:lnTo>
                  <a:lnTo>
                    <a:pt x="415917" y="1636117"/>
                  </a:lnTo>
                  <a:lnTo>
                    <a:pt x="413791" y="1636141"/>
                  </a:lnTo>
                  <a:lnTo>
                    <a:pt x="411432" y="1636111"/>
                  </a:lnTo>
                  <a:lnTo>
                    <a:pt x="409148" y="1636020"/>
                  </a:lnTo>
                  <a:lnTo>
                    <a:pt x="406939" y="1635868"/>
                  </a:lnTo>
                  <a:lnTo>
                    <a:pt x="404804" y="1635655"/>
                  </a:lnTo>
                  <a:lnTo>
                    <a:pt x="402744" y="1635382"/>
                  </a:lnTo>
                  <a:lnTo>
                    <a:pt x="400758" y="1635048"/>
                  </a:lnTo>
                  <a:lnTo>
                    <a:pt x="398848" y="1634653"/>
                  </a:lnTo>
                  <a:lnTo>
                    <a:pt x="397011" y="1634197"/>
                  </a:lnTo>
                  <a:lnTo>
                    <a:pt x="395250" y="1633680"/>
                  </a:lnTo>
                  <a:lnTo>
                    <a:pt x="393563" y="1633103"/>
                  </a:lnTo>
                  <a:lnTo>
                    <a:pt x="391960" y="1632476"/>
                  </a:lnTo>
                  <a:lnTo>
                    <a:pt x="390413" y="1631811"/>
                  </a:lnTo>
                  <a:lnTo>
                    <a:pt x="388924" y="1631108"/>
                  </a:lnTo>
                  <a:lnTo>
                    <a:pt x="387493" y="1630366"/>
                  </a:lnTo>
                  <a:lnTo>
                    <a:pt x="386119" y="1629587"/>
                  </a:lnTo>
                  <a:lnTo>
                    <a:pt x="384802" y="1628769"/>
                  </a:lnTo>
                  <a:lnTo>
                    <a:pt x="383542" y="1627913"/>
                  </a:lnTo>
                  <a:lnTo>
                    <a:pt x="382339" y="1627019"/>
                  </a:lnTo>
                  <a:lnTo>
                    <a:pt x="381194" y="1626086"/>
                  </a:lnTo>
                  <a:lnTo>
                    <a:pt x="380107" y="1625116"/>
                  </a:lnTo>
                  <a:lnTo>
                    <a:pt x="379090" y="1624096"/>
                  </a:lnTo>
                  <a:lnTo>
                    <a:pt x="378124" y="1623050"/>
                  </a:lnTo>
                  <a:lnTo>
                    <a:pt x="377208" y="1621977"/>
                  </a:lnTo>
                  <a:lnTo>
                    <a:pt x="376342" y="1620879"/>
                  </a:lnTo>
                  <a:lnTo>
                    <a:pt x="375527" y="1619755"/>
                  </a:lnTo>
                  <a:lnTo>
                    <a:pt x="374762" y="1618605"/>
                  </a:lnTo>
                  <a:lnTo>
                    <a:pt x="374048" y="1617428"/>
                  </a:lnTo>
                  <a:lnTo>
                    <a:pt x="373383" y="1616226"/>
                  </a:lnTo>
                  <a:lnTo>
                    <a:pt x="372770" y="1614997"/>
                  </a:lnTo>
                  <a:lnTo>
                    <a:pt x="372206" y="1613743"/>
                  </a:lnTo>
                  <a:lnTo>
                    <a:pt x="371704" y="1612474"/>
                  </a:lnTo>
                  <a:lnTo>
                    <a:pt x="371237" y="1611201"/>
                  </a:lnTo>
                  <a:lnTo>
                    <a:pt x="370808" y="1609925"/>
                  </a:lnTo>
                  <a:lnTo>
                    <a:pt x="370414" y="1608645"/>
                  </a:lnTo>
                  <a:lnTo>
                    <a:pt x="370058" y="1607362"/>
                  </a:lnTo>
                  <a:lnTo>
                    <a:pt x="369737" y="1606075"/>
                  </a:lnTo>
                  <a:lnTo>
                    <a:pt x="369453" y="1604785"/>
                  </a:lnTo>
                  <a:lnTo>
                    <a:pt x="369206" y="1603492"/>
                  </a:lnTo>
                  <a:lnTo>
                    <a:pt x="368995" y="1602195"/>
                  </a:lnTo>
                  <a:lnTo>
                    <a:pt x="368820" y="1600894"/>
                  </a:lnTo>
                  <a:lnTo>
                    <a:pt x="393650" y="1598724"/>
                  </a:lnTo>
                  <a:lnTo>
                    <a:pt x="393763" y="1599499"/>
                  </a:lnTo>
                  <a:lnTo>
                    <a:pt x="393893" y="1600262"/>
                  </a:lnTo>
                  <a:lnTo>
                    <a:pt x="394041" y="1601013"/>
                  </a:lnTo>
                  <a:lnTo>
                    <a:pt x="394206" y="1601752"/>
                  </a:lnTo>
                  <a:lnTo>
                    <a:pt x="394388" y="1602478"/>
                  </a:lnTo>
                  <a:lnTo>
                    <a:pt x="394588" y="1603193"/>
                  </a:lnTo>
                  <a:lnTo>
                    <a:pt x="394805" y="1603895"/>
                  </a:lnTo>
                  <a:lnTo>
                    <a:pt x="395039" y="1604585"/>
                  </a:lnTo>
                  <a:lnTo>
                    <a:pt x="395291" y="1605264"/>
                  </a:lnTo>
                  <a:lnTo>
                    <a:pt x="395560" y="1605929"/>
                  </a:lnTo>
                  <a:lnTo>
                    <a:pt x="395865" y="1606563"/>
                  </a:lnTo>
                  <a:lnTo>
                    <a:pt x="396188" y="1607180"/>
                  </a:lnTo>
                  <a:lnTo>
                    <a:pt x="396531" y="1607779"/>
                  </a:lnTo>
                  <a:lnTo>
                    <a:pt x="396893" y="1608360"/>
                  </a:lnTo>
                  <a:lnTo>
                    <a:pt x="397274" y="1608925"/>
                  </a:lnTo>
                  <a:lnTo>
                    <a:pt x="397675" y="1609471"/>
                  </a:lnTo>
                  <a:lnTo>
                    <a:pt x="398094" y="1610001"/>
                  </a:lnTo>
                  <a:lnTo>
                    <a:pt x="398532" y="1610513"/>
                  </a:lnTo>
                  <a:lnTo>
                    <a:pt x="398990" y="1611008"/>
                  </a:lnTo>
                  <a:lnTo>
                    <a:pt x="399467" y="1611486"/>
                  </a:lnTo>
                  <a:lnTo>
                    <a:pt x="399963" y="1611944"/>
                  </a:lnTo>
                  <a:lnTo>
                    <a:pt x="400481" y="1612382"/>
                  </a:lnTo>
                  <a:lnTo>
                    <a:pt x="401019" y="1612798"/>
                  </a:lnTo>
                  <a:lnTo>
                    <a:pt x="401578" y="1613194"/>
                  </a:lnTo>
                  <a:lnTo>
                    <a:pt x="402158" y="1613569"/>
                  </a:lnTo>
                  <a:lnTo>
                    <a:pt x="402759" y="1613923"/>
                  </a:lnTo>
                  <a:lnTo>
                    <a:pt x="403380" y="1614257"/>
                  </a:lnTo>
                  <a:lnTo>
                    <a:pt x="404023" y="1614569"/>
                  </a:lnTo>
                  <a:lnTo>
                    <a:pt x="404686" y="1614861"/>
                  </a:lnTo>
                  <a:lnTo>
                    <a:pt x="405370" y="1615132"/>
                  </a:lnTo>
                  <a:lnTo>
                    <a:pt x="406094" y="1615363"/>
                  </a:lnTo>
                  <a:lnTo>
                    <a:pt x="406843" y="1615569"/>
                  </a:lnTo>
                  <a:lnTo>
                    <a:pt x="407615" y="1615752"/>
                  </a:lnTo>
                  <a:lnTo>
                    <a:pt x="408412" y="1615910"/>
                  </a:lnTo>
                  <a:lnTo>
                    <a:pt x="409233" y="1616043"/>
                  </a:lnTo>
                  <a:lnTo>
                    <a:pt x="410079" y="1616153"/>
                  </a:lnTo>
                  <a:lnTo>
                    <a:pt x="410949" y="1616238"/>
                  </a:lnTo>
                  <a:lnTo>
                    <a:pt x="411843" y="1616299"/>
                  </a:lnTo>
                  <a:lnTo>
                    <a:pt x="412762" y="1616335"/>
                  </a:lnTo>
                  <a:lnTo>
                    <a:pt x="413704" y="1616347"/>
                  </a:lnTo>
                  <a:lnTo>
                    <a:pt x="415419" y="1616304"/>
                  </a:lnTo>
                  <a:lnTo>
                    <a:pt x="417056" y="1616174"/>
                  </a:lnTo>
                  <a:lnTo>
                    <a:pt x="418614" y="1615957"/>
                  </a:lnTo>
                  <a:lnTo>
                    <a:pt x="420094" y="1615653"/>
                  </a:lnTo>
                  <a:lnTo>
                    <a:pt x="421496" y="1615262"/>
                  </a:lnTo>
                  <a:lnTo>
                    <a:pt x="422820" y="1614785"/>
                  </a:lnTo>
                  <a:lnTo>
                    <a:pt x="424066" y="1614220"/>
                  </a:lnTo>
                  <a:lnTo>
                    <a:pt x="425234" y="1613569"/>
                  </a:lnTo>
                  <a:lnTo>
                    <a:pt x="426323" y="1612831"/>
                  </a:lnTo>
                  <a:lnTo>
                    <a:pt x="427335" y="1612007"/>
                  </a:lnTo>
                  <a:lnTo>
                    <a:pt x="428258" y="1611092"/>
                  </a:lnTo>
                  <a:lnTo>
                    <a:pt x="429085" y="1610086"/>
                  </a:lnTo>
                  <a:lnTo>
                    <a:pt x="429814" y="1608988"/>
                  </a:lnTo>
                  <a:lnTo>
                    <a:pt x="430446" y="1607798"/>
                  </a:lnTo>
                  <a:lnTo>
                    <a:pt x="430981" y="1606515"/>
                  </a:lnTo>
                  <a:lnTo>
                    <a:pt x="431419" y="1605141"/>
                  </a:lnTo>
                  <a:lnTo>
                    <a:pt x="431759" y="1603675"/>
                  </a:lnTo>
                  <a:lnTo>
                    <a:pt x="432002" y="1602116"/>
                  </a:lnTo>
                  <a:lnTo>
                    <a:pt x="432148" y="1600466"/>
                  </a:lnTo>
                  <a:lnTo>
                    <a:pt x="432196" y="1598724"/>
                  </a:lnTo>
                  <a:lnTo>
                    <a:pt x="432173" y="1597651"/>
                  </a:lnTo>
                  <a:lnTo>
                    <a:pt x="432103" y="1596623"/>
                  </a:lnTo>
                  <a:lnTo>
                    <a:pt x="431985" y="1595637"/>
                  </a:lnTo>
                  <a:lnTo>
                    <a:pt x="431821" y="1594695"/>
                  </a:lnTo>
                  <a:lnTo>
                    <a:pt x="431610" y="1593797"/>
                  </a:lnTo>
                  <a:lnTo>
                    <a:pt x="431353" y="1592942"/>
                  </a:lnTo>
                  <a:lnTo>
                    <a:pt x="431048" y="1592130"/>
                  </a:lnTo>
                  <a:lnTo>
                    <a:pt x="430696" y="1591362"/>
                  </a:lnTo>
                  <a:lnTo>
                    <a:pt x="430298" y="1590637"/>
                  </a:lnTo>
                  <a:lnTo>
                    <a:pt x="429852" y="1589955"/>
                  </a:lnTo>
                  <a:lnTo>
                    <a:pt x="429388" y="1589311"/>
                  </a:lnTo>
                  <a:lnTo>
                    <a:pt x="428897" y="1588698"/>
                  </a:lnTo>
                  <a:lnTo>
                    <a:pt x="428381" y="1588116"/>
                  </a:lnTo>
                  <a:lnTo>
                    <a:pt x="427838" y="1587566"/>
                  </a:lnTo>
                  <a:lnTo>
                    <a:pt x="427270" y="1587047"/>
                  </a:lnTo>
                  <a:lnTo>
                    <a:pt x="426675" y="1586559"/>
                  </a:lnTo>
                  <a:lnTo>
                    <a:pt x="426054" y="1586102"/>
                  </a:lnTo>
                  <a:lnTo>
                    <a:pt x="425407" y="1585677"/>
                  </a:lnTo>
                  <a:lnTo>
                    <a:pt x="424735" y="1585283"/>
                  </a:lnTo>
                  <a:lnTo>
                    <a:pt x="424036" y="1584920"/>
                  </a:lnTo>
                  <a:lnTo>
                    <a:pt x="423335" y="1584567"/>
                  </a:lnTo>
                  <a:lnTo>
                    <a:pt x="422622" y="1584239"/>
                  </a:lnTo>
                  <a:lnTo>
                    <a:pt x="421897" y="1583935"/>
                  </a:lnTo>
                  <a:lnTo>
                    <a:pt x="421160" y="1583656"/>
                  </a:lnTo>
                  <a:lnTo>
                    <a:pt x="420411" y="1583401"/>
                  </a:lnTo>
                  <a:lnTo>
                    <a:pt x="419650" y="1583170"/>
                  </a:lnTo>
                  <a:lnTo>
                    <a:pt x="418876" y="1582963"/>
                  </a:lnTo>
                  <a:lnTo>
                    <a:pt x="418090" y="1582781"/>
                  </a:lnTo>
                  <a:lnTo>
                    <a:pt x="417293" y="1582623"/>
                  </a:lnTo>
                  <a:lnTo>
                    <a:pt x="416483" y="1582489"/>
                  </a:lnTo>
                  <a:lnTo>
                    <a:pt x="415671" y="1582373"/>
                  </a:lnTo>
                  <a:lnTo>
                    <a:pt x="414868" y="1582270"/>
                  </a:lnTo>
                  <a:lnTo>
                    <a:pt x="414073" y="1582179"/>
                  </a:lnTo>
                  <a:lnTo>
                    <a:pt x="413288" y="1582100"/>
                  </a:lnTo>
                  <a:lnTo>
                    <a:pt x="412511" y="1582033"/>
                  </a:lnTo>
                  <a:lnTo>
                    <a:pt x="411742" y="1581978"/>
                  </a:lnTo>
                  <a:lnTo>
                    <a:pt x="410983" y="1581936"/>
                  </a:lnTo>
                  <a:lnTo>
                    <a:pt x="410232" y="1581906"/>
                  </a:lnTo>
                  <a:lnTo>
                    <a:pt x="409490" y="1581887"/>
                  </a:lnTo>
                  <a:lnTo>
                    <a:pt x="408756" y="1581881"/>
                  </a:lnTo>
                  <a:lnTo>
                    <a:pt x="400248" y="1581881"/>
                  </a:lnTo>
                  <a:lnTo>
                    <a:pt x="400248" y="1562174"/>
                  </a:lnTo>
                  <a:lnTo>
                    <a:pt x="408235" y="1562174"/>
                  </a:lnTo>
                  <a:lnTo>
                    <a:pt x="408965" y="1562167"/>
                  </a:lnTo>
                  <a:lnTo>
                    <a:pt x="409697" y="1562146"/>
                  </a:lnTo>
                  <a:lnTo>
                    <a:pt x="410431" y="1562111"/>
                  </a:lnTo>
                  <a:lnTo>
                    <a:pt x="411166" y="1562063"/>
                  </a:lnTo>
                  <a:lnTo>
                    <a:pt x="411903" y="1562000"/>
                  </a:lnTo>
                  <a:lnTo>
                    <a:pt x="412642" y="1561924"/>
                  </a:lnTo>
                  <a:lnTo>
                    <a:pt x="413382" y="1561834"/>
                  </a:lnTo>
                  <a:lnTo>
                    <a:pt x="414125" y="1561729"/>
                  </a:lnTo>
                  <a:lnTo>
                    <a:pt x="414869" y="1561611"/>
                  </a:lnTo>
                  <a:lnTo>
                    <a:pt x="415614" y="1561479"/>
                  </a:lnTo>
                  <a:lnTo>
                    <a:pt x="416371" y="1561329"/>
                  </a:lnTo>
                  <a:lnTo>
                    <a:pt x="417111" y="1561156"/>
                  </a:lnTo>
                  <a:lnTo>
                    <a:pt x="417836" y="1560961"/>
                  </a:lnTo>
                  <a:lnTo>
                    <a:pt x="418545" y="1560743"/>
                  </a:lnTo>
                  <a:lnTo>
                    <a:pt x="419239" y="1560503"/>
                  </a:lnTo>
                  <a:lnTo>
                    <a:pt x="419917" y="1560240"/>
                  </a:lnTo>
                  <a:lnTo>
                    <a:pt x="420579" y="1559954"/>
                  </a:lnTo>
                  <a:lnTo>
                    <a:pt x="421226" y="1559646"/>
                  </a:lnTo>
                  <a:lnTo>
                    <a:pt x="421857" y="1559315"/>
                  </a:lnTo>
                  <a:lnTo>
                    <a:pt x="422473" y="1558962"/>
                  </a:lnTo>
                  <a:lnTo>
                    <a:pt x="423069" y="1558583"/>
                  </a:lnTo>
                  <a:lnTo>
                    <a:pt x="423643" y="1558177"/>
                  </a:lnTo>
                  <a:lnTo>
                    <a:pt x="424195" y="1557743"/>
                  </a:lnTo>
                  <a:lnTo>
                    <a:pt x="424723" y="1557281"/>
                  </a:lnTo>
                  <a:lnTo>
                    <a:pt x="425229" y="1556791"/>
                  </a:lnTo>
                  <a:lnTo>
                    <a:pt x="425713" y="1556274"/>
                  </a:lnTo>
                  <a:lnTo>
                    <a:pt x="426174" y="1555729"/>
                  </a:lnTo>
                  <a:lnTo>
                    <a:pt x="426612" y="1555156"/>
                  </a:lnTo>
                  <a:lnTo>
                    <a:pt x="427028" y="1554555"/>
                  </a:lnTo>
                  <a:lnTo>
                    <a:pt x="427421" y="1553926"/>
                  </a:lnTo>
                  <a:lnTo>
                    <a:pt x="427784" y="1553249"/>
                  </a:lnTo>
                  <a:lnTo>
                    <a:pt x="428109" y="1552537"/>
                  </a:lnTo>
                  <a:lnTo>
                    <a:pt x="428396" y="1551791"/>
                  </a:lnTo>
                  <a:lnTo>
                    <a:pt x="428644" y="1551009"/>
                  </a:lnTo>
                  <a:lnTo>
                    <a:pt x="428854" y="1550193"/>
                  </a:lnTo>
                  <a:lnTo>
                    <a:pt x="429026" y="1549342"/>
                  </a:lnTo>
                  <a:lnTo>
                    <a:pt x="429160" y="1548457"/>
                  </a:lnTo>
                  <a:lnTo>
                    <a:pt x="429255" y="1547537"/>
                  </a:lnTo>
                  <a:lnTo>
                    <a:pt x="429312" y="1546582"/>
                  </a:lnTo>
                  <a:lnTo>
                    <a:pt x="429331" y="1545592"/>
                  </a:lnTo>
                  <a:lnTo>
                    <a:pt x="429289" y="1544114"/>
                  </a:lnTo>
                  <a:lnTo>
                    <a:pt x="429161" y="1542703"/>
                  </a:lnTo>
                  <a:lnTo>
                    <a:pt x="428949" y="1541357"/>
                  </a:lnTo>
                  <a:lnTo>
                    <a:pt x="428651" y="1540077"/>
                  </a:lnTo>
                  <a:lnTo>
                    <a:pt x="428268" y="1538864"/>
                  </a:lnTo>
                  <a:lnTo>
                    <a:pt x="427800" y="1537716"/>
                  </a:lnTo>
                  <a:lnTo>
                    <a:pt x="427247" y="1536634"/>
                  </a:lnTo>
                  <a:lnTo>
                    <a:pt x="426609" y="1535619"/>
                  </a:lnTo>
                  <a:lnTo>
                    <a:pt x="425886" y="1534669"/>
                  </a:lnTo>
                  <a:lnTo>
                    <a:pt x="425077" y="1533785"/>
                  </a:lnTo>
                  <a:lnTo>
                    <a:pt x="424205" y="1532960"/>
                  </a:lnTo>
                  <a:lnTo>
                    <a:pt x="423254" y="1532222"/>
                  </a:lnTo>
                  <a:lnTo>
                    <a:pt x="422226" y="1531571"/>
                  </a:lnTo>
                  <a:lnTo>
                    <a:pt x="421119" y="1531007"/>
                  </a:lnTo>
                  <a:lnTo>
                    <a:pt x="419934" y="1530529"/>
                  </a:lnTo>
                  <a:lnTo>
                    <a:pt x="418670" y="1530139"/>
                  </a:lnTo>
                  <a:lnTo>
                    <a:pt x="417329" y="1529835"/>
                  </a:lnTo>
                  <a:lnTo>
                    <a:pt x="415910" y="1529618"/>
                  </a:lnTo>
                  <a:lnTo>
                    <a:pt x="414412" y="1529488"/>
                  </a:lnTo>
                  <a:lnTo>
                    <a:pt x="412836" y="1529444"/>
                  </a:lnTo>
                  <a:lnTo>
                    <a:pt x="411354" y="1529486"/>
                  </a:lnTo>
                  <a:lnTo>
                    <a:pt x="409930" y="1529611"/>
                  </a:lnTo>
                  <a:lnTo>
                    <a:pt x="408562" y="1529819"/>
                  </a:lnTo>
                  <a:lnTo>
                    <a:pt x="407252" y="1530111"/>
                  </a:lnTo>
                  <a:lnTo>
                    <a:pt x="406000" y="1530486"/>
                  </a:lnTo>
                  <a:lnTo>
                    <a:pt x="404804" y="1530944"/>
                  </a:lnTo>
                  <a:lnTo>
                    <a:pt x="403666" y="1531486"/>
                  </a:lnTo>
                  <a:lnTo>
                    <a:pt x="402585" y="1532111"/>
                  </a:lnTo>
                  <a:lnTo>
                    <a:pt x="401561" y="1532820"/>
                  </a:lnTo>
                  <a:lnTo>
                    <a:pt x="400595" y="1533611"/>
                  </a:lnTo>
                  <a:lnTo>
                    <a:pt x="399714" y="1534479"/>
                  </a:lnTo>
                  <a:lnTo>
                    <a:pt x="398911" y="1535417"/>
                  </a:lnTo>
                  <a:lnTo>
                    <a:pt x="398186" y="1536424"/>
                  </a:lnTo>
                  <a:lnTo>
                    <a:pt x="397539" y="1537501"/>
                  </a:lnTo>
                  <a:lnTo>
                    <a:pt x="396971" y="1538647"/>
                  </a:lnTo>
                  <a:lnTo>
                    <a:pt x="396480" y="1539862"/>
                  </a:lnTo>
                  <a:lnTo>
                    <a:pt x="396068" y="1541147"/>
                  </a:lnTo>
                  <a:lnTo>
                    <a:pt x="395733" y="1542501"/>
                  </a:lnTo>
                  <a:lnTo>
                    <a:pt x="395477" y="1543925"/>
                  </a:lnTo>
                  <a:lnTo>
                    <a:pt x="395299" y="1545418"/>
                  </a:lnTo>
                  <a:lnTo>
                    <a:pt x="370904" y="1543682"/>
                  </a:lnTo>
                  <a:lnTo>
                    <a:pt x="371138" y="1541986"/>
                  </a:lnTo>
                  <a:lnTo>
                    <a:pt x="371425" y="1540334"/>
                  </a:lnTo>
                  <a:lnTo>
                    <a:pt x="371763" y="1538728"/>
                  </a:lnTo>
                  <a:lnTo>
                    <a:pt x="372154" y="1537167"/>
                  </a:lnTo>
                  <a:lnTo>
                    <a:pt x="372597" y="1535652"/>
                  </a:lnTo>
                  <a:lnTo>
                    <a:pt x="373092" y="1534181"/>
                  </a:lnTo>
                  <a:lnTo>
                    <a:pt x="373639" y="1532755"/>
                  </a:lnTo>
                  <a:lnTo>
                    <a:pt x="374238" y="1531375"/>
                  </a:lnTo>
                  <a:lnTo>
                    <a:pt x="374889" y="1530040"/>
                  </a:lnTo>
                  <a:lnTo>
                    <a:pt x="375592" y="1528750"/>
                  </a:lnTo>
                  <a:lnTo>
                    <a:pt x="376357" y="1527504"/>
                  </a:lnTo>
                  <a:lnTo>
                    <a:pt x="377158" y="1526301"/>
                  </a:lnTo>
                  <a:lnTo>
                    <a:pt x="377996" y="1525142"/>
                  </a:lnTo>
                  <a:lnTo>
                    <a:pt x="378870" y="1524027"/>
                  </a:lnTo>
                  <a:lnTo>
                    <a:pt x="379781" y="1522955"/>
                  </a:lnTo>
                  <a:lnTo>
                    <a:pt x="380728" y="1521926"/>
                  </a:lnTo>
                  <a:lnTo>
                    <a:pt x="381712" y="1520940"/>
                  </a:lnTo>
                  <a:lnTo>
                    <a:pt x="382732" y="1519999"/>
                  </a:lnTo>
                  <a:lnTo>
                    <a:pt x="383788" y="1519100"/>
                  </a:lnTo>
                  <a:lnTo>
                    <a:pt x="384881" y="1518245"/>
                  </a:lnTo>
                  <a:lnTo>
                    <a:pt x="386027" y="1517433"/>
                  </a:lnTo>
                  <a:lnTo>
                    <a:pt x="387205" y="1516665"/>
                  </a:lnTo>
                  <a:lnTo>
                    <a:pt x="388416" y="1515940"/>
                  </a:lnTo>
                  <a:lnTo>
                    <a:pt x="389660" y="1515258"/>
                  </a:lnTo>
                  <a:lnTo>
                    <a:pt x="390937" y="1514620"/>
                  </a:lnTo>
                  <a:lnTo>
                    <a:pt x="392247" y="1514026"/>
                  </a:lnTo>
                  <a:lnTo>
                    <a:pt x="393590" y="1513474"/>
                  </a:lnTo>
                  <a:lnTo>
                    <a:pt x="394966" y="1512966"/>
                  </a:lnTo>
                  <a:lnTo>
                    <a:pt x="396375" y="1512502"/>
                  </a:lnTo>
                  <a:lnTo>
                    <a:pt x="397817" y="1512081"/>
                  </a:lnTo>
                  <a:lnTo>
                    <a:pt x="399284" y="1511685"/>
                  </a:lnTo>
                  <a:lnTo>
                    <a:pt x="400769" y="1511331"/>
                  </a:lnTo>
                  <a:lnTo>
                    <a:pt x="402271" y="1511018"/>
                  </a:lnTo>
                  <a:lnTo>
                    <a:pt x="403790" y="1510747"/>
                  </a:lnTo>
                  <a:lnTo>
                    <a:pt x="405327" y="1510518"/>
                  </a:lnTo>
                  <a:lnTo>
                    <a:pt x="406881" y="1510331"/>
                  </a:lnTo>
                  <a:lnTo>
                    <a:pt x="408452" y="1510185"/>
                  </a:lnTo>
                  <a:lnTo>
                    <a:pt x="410041" y="1510081"/>
                  </a:lnTo>
                  <a:lnTo>
                    <a:pt x="411647" y="1510018"/>
                  </a:lnTo>
                  <a:lnTo>
                    <a:pt x="413270" y="1509997"/>
                  </a:lnTo>
                  <a:lnTo>
                    <a:pt x="415393" y="1510023"/>
                  </a:lnTo>
                  <a:lnTo>
                    <a:pt x="417455" y="1510101"/>
                  </a:lnTo>
                  <a:lnTo>
                    <a:pt x="419456" y="1510232"/>
                  </a:lnTo>
                  <a:lnTo>
                    <a:pt x="421396" y="1510414"/>
                  </a:lnTo>
                  <a:lnTo>
                    <a:pt x="423276" y="1510648"/>
                  </a:lnTo>
                  <a:lnTo>
                    <a:pt x="425095" y="1510935"/>
                  </a:lnTo>
                  <a:lnTo>
                    <a:pt x="426853" y="1511273"/>
                  </a:lnTo>
                  <a:lnTo>
                    <a:pt x="428550" y="1511664"/>
                  </a:lnTo>
                  <a:lnTo>
                    <a:pt x="430187" y="1512107"/>
                  </a:lnTo>
                  <a:lnTo>
                    <a:pt x="431762" y="1512602"/>
                  </a:lnTo>
                  <a:lnTo>
                    <a:pt x="433280" y="1513141"/>
                  </a:lnTo>
                  <a:lnTo>
                    <a:pt x="434742" y="1513716"/>
                  </a:lnTo>
                  <a:lnTo>
                    <a:pt x="436148" y="1514329"/>
                  </a:lnTo>
                  <a:lnTo>
                    <a:pt x="437499" y="1514977"/>
                  </a:lnTo>
                  <a:lnTo>
                    <a:pt x="438794" y="1515662"/>
                  </a:lnTo>
                  <a:lnTo>
                    <a:pt x="440034" y="1516383"/>
                  </a:lnTo>
                  <a:lnTo>
                    <a:pt x="441218" y="1517141"/>
                  </a:lnTo>
                  <a:lnTo>
                    <a:pt x="442347" y="1517936"/>
                  </a:lnTo>
                  <a:lnTo>
                    <a:pt x="443420" y="1518767"/>
                  </a:lnTo>
                  <a:lnTo>
                    <a:pt x="444437" y="1519634"/>
                  </a:lnTo>
                  <a:lnTo>
                    <a:pt x="445401" y="1520534"/>
                  </a:lnTo>
                  <a:lnTo>
                    <a:pt x="446313" y="1521464"/>
                  </a:lnTo>
                  <a:lnTo>
                    <a:pt x="447172" y="1522423"/>
                  </a:lnTo>
                  <a:lnTo>
                    <a:pt x="447980" y="1523412"/>
                  </a:lnTo>
                  <a:lnTo>
                    <a:pt x="448735" y="1524430"/>
                  </a:lnTo>
                  <a:lnTo>
                    <a:pt x="449438" y="1525478"/>
                  </a:lnTo>
                  <a:lnTo>
                    <a:pt x="450089" y="1526556"/>
                  </a:lnTo>
                  <a:lnTo>
                    <a:pt x="450688" y="1527663"/>
                  </a:lnTo>
                  <a:lnTo>
                    <a:pt x="451235" y="1528799"/>
                  </a:lnTo>
                  <a:lnTo>
                    <a:pt x="451730" y="1529965"/>
                  </a:lnTo>
                  <a:lnTo>
                    <a:pt x="452175" y="1531154"/>
                  </a:lnTo>
                  <a:lnTo>
                    <a:pt x="452574" y="1532358"/>
                  </a:lnTo>
                  <a:lnTo>
                    <a:pt x="452926" y="1533577"/>
                  </a:lnTo>
                  <a:lnTo>
                    <a:pt x="453230" y="1534813"/>
                  </a:lnTo>
                  <a:lnTo>
                    <a:pt x="453488" y="1536064"/>
                  </a:lnTo>
                  <a:lnTo>
                    <a:pt x="453699" y="1537331"/>
                  </a:lnTo>
                  <a:lnTo>
                    <a:pt x="453863" y="1538613"/>
                  </a:lnTo>
                  <a:lnTo>
                    <a:pt x="453980" y="1539911"/>
                  </a:lnTo>
                  <a:lnTo>
                    <a:pt x="454051" y="1541224"/>
                  </a:lnTo>
                  <a:lnTo>
                    <a:pt x="454074" y="1542553"/>
                  </a:lnTo>
                  <a:lnTo>
                    <a:pt x="454058" y="1543623"/>
                  </a:lnTo>
                  <a:lnTo>
                    <a:pt x="454012" y="1544679"/>
                  </a:lnTo>
                  <a:lnTo>
                    <a:pt x="453933" y="1545720"/>
                  </a:lnTo>
                  <a:lnTo>
                    <a:pt x="453824" y="1546748"/>
                  </a:lnTo>
                  <a:lnTo>
                    <a:pt x="453683" y="1547762"/>
                  </a:lnTo>
                  <a:lnTo>
                    <a:pt x="453512" y="1548763"/>
                  </a:lnTo>
                  <a:lnTo>
                    <a:pt x="453308" y="1549749"/>
                  </a:lnTo>
                  <a:lnTo>
                    <a:pt x="453074" y="1550721"/>
                  </a:lnTo>
                  <a:lnTo>
                    <a:pt x="452808" y="1551680"/>
                  </a:lnTo>
                  <a:lnTo>
                    <a:pt x="452511" y="1552624"/>
                  </a:lnTo>
                  <a:lnTo>
                    <a:pt x="452182" y="1553536"/>
                  </a:lnTo>
                  <a:lnTo>
                    <a:pt x="451820" y="1554430"/>
                  </a:lnTo>
                  <a:lnTo>
                    <a:pt x="451425" y="1555307"/>
                  </a:lnTo>
                  <a:lnTo>
                    <a:pt x="450997" y="1556166"/>
                  </a:lnTo>
                  <a:lnTo>
                    <a:pt x="450536" y="1557008"/>
                  </a:lnTo>
                  <a:lnTo>
                    <a:pt x="450042" y="1557833"/>
                  </a:lnTo>
                  <a:lnTo>
                    <a:pt x="449515" y="1558640"/>
                  </a:lnTo>
                  <a:lnTo>
                    <a:pt x="448955" y="1559431"/>
                  </a:lnTo>
                  <a:lnTo>
                    <a:pt x="448362" y="1560203"/>
                  </a:lnTo>
                  <a:lnTo>
                    <a:pt x="447737" y="1560958"/>
                  </a:lnTo>
                  <a:lnTo>
                    <a:pt x="447093" y="1561678"/>
                  </a:lnTo>
                  <a:lnTo>
                    <a:pt x="446413" y="1562379"/>
                  </a:lnTo>
                  <a:lnTo>
                    <a:pt x="445697" y="1563060"/>
                  </a:lnTo>
                  <a:lnTo>
                    <a:pt x="444944" y="1563723"/>
                  </a:lnTo>
                  <a:lnTo>
                    <a:pt x="444155" y="1564366"/>
                  </a:lnTo>
                  <a:lnTo>
                    <a:pt x="443330" y="1564990"/>
                  </a:lnTo>
                  <a:lnTo>
                    <a:pt x="442468" y="1565595"/>
                  </a:lnTo>
                  <a:lnTo>
                    <a:pt x="441569" y="1566181"/>
                  </a:lnTo>
                  <a:lnTo>
                    <a:pt x="440634" y="1566748"/>
                  </a:lnTo>
                  <a:lnTo>
                    <a:pt x="439663" y="1567296"/>
                  </a:lnTo>
                  <a:lnTo>
                    <a:pt x="438655" y="1567804"/>
                  </a:lnTo>
                  <a:lnTo>
                    <a:pt x="437610" y="1568286"/>
                  </a:lnTo>
                  <a:lnTo>
                    <a:pt x="436529" y="1568742"/>
                  </a:lnTo>
                  <a:lnTo>
                    <a:pt x="435412" y="1569171"/>
                  </a:lnTo>
                  <a:lnTo>
                    <a:pt x="434258" y="1569575"/>
                  </a:lnTo>
                  <a:lnTo>
                    <a:pt x="433068" y="1569953"/>
                  </a:lnTo>
                  <a:lnTo>
                    <a:pt x="431841" y="1570304"/>
                  </a:lnTo>
                  <a:lnTo>
                    <a:pt x="430578" y="1570630"/>
                  </a:lnTo>
                  <a:lnTo>
                    <a:pt x="429278" y="1570929"/>
                  </a:lnTo>
                  <a:lnTo>
                    <a:pt x="427942" y="1571203"/>
                  </a:lnTo>
                  <a:lnTo>
                    <a:pt x="427942" y="1571550"/>
                  </a:lnTo>
                  <a:lnTo>
                    <a:pt x="429433" y="1571741"/>
                  </a:lnTo>
                  <a:lnTo>
                    <a:pt x="430884" y="1571967"/>
                  </a:lnTo>
                  <a:lnTo>
                    <a:pt x="432294" y="1572227"/>
                  </a:lnTo>
                  <a:lnTo>
                    <a:pt x="433665" y="1572522"/>
                  </a:lnTo>
                  <a:lnTo>
                    <a:pt x="434996" y="1572852"/>
                  </a:lnTo>
                  <a:lnTo>
                    <a:pt x="436287" y="1573217"/>
                  </a:lnTo>
                  <a:lnTo>
                    <a:pt x="437538" y="1573616"/>
                  </a:lnTo>
                  <a:lnTo>
                    <a:pt x="438749" y="1574050"/>
                  </a:lnTo>
                  <a:lnTo>
                    <a:pt x="439920" y="1574519"/>
                  </a:lnTo>
                  <a:lnTo>
                    <a:pt x="441052" y="1575023"/>
                  </a:lnTo>
                  <a:lnTo>
                    <a:pt x="442143" y="1575539"/>
                  </a:lnTo>
                  <a:lnTo>
                    <a:pt x="443194" y="1576082"/>
                  </a:lnTo>
                  <a:lnTo>
                    <a:pt x="444206" y="1576651"/>
                  </a:lnTo>
                  <a:lnTo>
                    <a:pt x="445177" y="1577245"/>
                  </a:lnTo>
                  <a:lnTo>
                    <a:pt x="446109" y="1577866"/>
                  </a:lnTo>
                  <a:lnTo>
                    <a:pt x="447000" y="1578513"/>
                  </a:lnTo>
                  <a:lnTo>
                    <a:pt x="447852" y="1579186"/>
                  </a:lnTo>
                  <a:lnTo>
                    <a:pt x="448664" y="1579884"/>
                  </a:lnTo>
                  <a:lnTo>
                    <a:pt x="449436" y="1580609"/>
                  </a:lnTo>
                  <a:lnTo>
                    <a:pt x="450167" y="1581360"/>
                  </a:lnTo>
                  <a:lnTo>
                    <a:pt x="450861" y="1582135"/>
                  </a:lnTo>
                  <a:lnTo>
                    <a:pt x="451518" y="1582930"/>
                  </a:lnTo>
                  <a:lnTo>
                    <a:pt x="452139" y="1583746"/>
                  </a:lnTo>
                  <a:lnTo>
                    <a:pt x="452723" y="1584583"/>
                  </a:lnTo>
                  <a:lnTo>
                    <a:pt x="453271" y="1585441"/>
                  </a:lnTo>
                  <a:lnTo>
                    <a:pt x="453782" y="1586319"/>
                  </a:lnTo>
                  <a:lnTo>
                    <a:pt x="454257" y="1587219"/>
                  </a:lnTo>
                  <a:lnTo>
                    <a:pt x="454696" y="1588139"/>
                  </a:lnTo>
                  <a:lnTo>
                    <a:pt x="455098" y="1589080"/>
                  </a:lnTo>
                  <a:lnTo>
                    <a:pt x="455463" y="1590042"/>
                  </a:lnTo>
                  <a:lnTo>
                    <a:pt x="455793" y="1591003"/>
                  </a:lnTo>
                  <a:lnTo>
                    <a:pt x="456088" y="1591976"/>
                  </a:lnTo>
                  <a:lnTo>
                    <a:pt x="456349" y="1592962"/>
                  </a:lnTo>
                  <a:lnTo>
                    <a:pt x="456574" y="1593959"/>
                  </a:lnTo>
                  <a:lnTo>
                    <a:pt x="456765" y="1594969"/>
                  </a:lnTo>
                  <a:lnTo>
                    <a:pt x="456922" y="1595991"/>
                  </a:lnTo>
                  <a:lnTo>
                    <a:pt x="457043" y="1597025"/>
                  </a:lnTo>
                  <a:lnTo>
                    <a:pt x="457130" y="1598071"/>
                  </a:lnTo>
                  <a:lnTo>
                    <a:pt x="457182" y="1599129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h24"/>
            <p:cNvSpPr/>
            <p:nvPr/>
          </p:nvSpPr>
          <p:spPr>
            <a:xfrm>
              <a:off x="6463050" y="3481024"/>
              <a:ext cx="542800" cy="1600200"/>
            </a:xfrm>
            <a:custGeom>
              <a:avLst/>
              <a:pathLst>
                <a:path w="542800" h="1600200">
                  <a:moveTo>
                    <a:pt x="457200" y="1600200"/>
                  </a:moveTo>
                  <a:lnTo>
                    <a:pt x="457200" y="1583270"/>
                  </a:lnTo>
                  <a:lnTo>
                    <a:pt x="458051" y="1581465"/>
                  </a:lnTo>
                  <a:lnTo>
                    <a:pt x="458939" y="1579697"/>
                  </a:lnTo>
                  <a:lnTo>
                    <a:pt x="459864" y="1577965"/>
                  </a:lnTo>
                  <a:lnTo>
                    <a:pt x="460825" y="1576269"/>
                  </a:lnTo>
                  <a:lnTo>
                    <a:pt x="461822" y="1574610"/>
                  </a:lnTo>
                  <a:lnTo>
                    <a:pt x="462856" y="1572988"/>
                  </a:lnTo>
                  <a:lnTo>
                    <a:pt x="463927" y="1571402"/>
                  </a:lnTo>
                  <a:lnTo>
                    <a:pt x="465034" y="1569852"/>
                  </a:lnTo>
                  <a:lnTo>
                    <a:pt x="466177" y="1568339"/>
                  </a:lnTo>
                  <a:lnTo>
                    <a:pt x="467357" y="1566862"/>
                  </a:lnTo>
                  <a:lnTo>
                    <a:pt x="468560" y="1565399"/>
                  </a:lnTo>
                  <a:lnTo>
                    <a:pt x="469774" y="1563962"/>
                  </a:lnTo>
                  <a:lnTo>
                    <a:pt x="470998" y="1562552"/>
                  </a:lnTo>
                  <a:lnTo>
                    <a:pt x="472233" y="1561167"/>
                  </a:lnTo>
                  <a:lnTo>
                    <a:pt x="473478" y="1559808"/>
                  </a:lnTo>
                  <a:lnTo>
                    <a:pt x="474733" y="1558476"/>
                  </a:lnTo>
                  <a:lnTo>
                    <a:pt x="475999" y="1557169"/>
                  </a:lnTo>
                  <a:lnTo>
                    <a:pt x="477275" y="1555888"/>
                  </a:lnTo>
                  <a:lnTo>
                    <a:pt x="478562" y="1554634"/>
                  </a:lnTo>
                  <a:lnTo>
                    <a:pt x="479859" y="1553405"/>
                  </a:lnTo>
                  <a:lnTo>
                    <a:pt x="481176" y="1552182"/>
                  </a:lnTo>
                  <a:lnTo>
                    <a:pt x="482491" y="1550978"/>
                  </a:lnTo>
                  <a:lnTo>
                    <a:pt x="483802" y="1549793"/>
                  </a:lnTo>
                  <a:lnTo>
                    <a:pt x="485109" y="1548627"/>
                  </a:lnTo>
                  <a:lnTo>
                    <a:pt x="486413" y="1547480"/>
                  </a:lnTo>
                  <a:lnTo>
                    <a:pt x="487714" y="1546352"/>
                  </a:lnTo>
                  <a:lnTo>
                    <a:pt x="489011" y="1545244"/>
                  </a:lnTo>
                  <a:lnTo>
                    <a:pt x="490304" y="1544154"/>
                  </a:lnTo>
                  <a:lnTo>
                    <a:pt x="491594" y="1543084"/>
                  </a:lnTo>
                  <a:lnTo>
                    <a:pt x="492881" y="1542033"/>
                  </a:lnTo>
                  <a:lnTo>
                    <a:pt x="494169" y="1540978"/>
                  </a:lnTo>
                  <a:lnTo>
                    <a:pt x="495430" y="1539932"/>
                  </a:lnTo>
                  <a:lnTo>
                    <a:pt x="496663" y="1538894"/>
                  </a:lnTo>
                  <a:lnTo>
                    <a:pt x="497868" y="1537865"/>
                  </a:lnTo>
                  <a:lnTo>
                    <a:pt x="499045" y="1536845"/>
                  </a:lnTo>
                  <a:lnTo>
                    <a:pt x="500194" y="1535834"/>
                  </a:lnTo>
                  <a:lnTo>
                    <a:pt x="501316" y="1534831"/>
                  </a:lnTo>
                  <a:lnTo>
                    <a:pt x="502410" y="1533837"/>
                  </a:lnTo>
                  <a:lnTo>
                    <a:pt x="503476" y="1532852"/>
                  </a:lnTo>
                  <a:lnTo>
                    <a:pt x="504514" y="1531875"/>
                  </a:lnTo>
                  <a:lnTo>
                    <a:pt x="505536" y="1530885"/>
                  </a:lnTo>
                  <a:lnTo>
                    <a:pt x="506518" y="1529896"/>
                  </a:lnTo>
                  <a:lnTo>
                    <a:pt x="507460" y="1528906"/>
                  </a:lnTo>
                  <a:lnTo>
                    <a:pt x="508362" y="1527916"/>
                  </a:lnTo>
                  <a:lnTo>
                    <a:pt x="509224" y="1526926"/>
                  </a:lnTo>
                  <a:lnTo>
                    <a:pt x="510046" y="1525937"/>
                  </a:lnTo>
                  <a:lnTo>
                    <a:pt x="510829" y="1524947"/>
                  </a:lnTo>
                  <a:lnTo>
                    <a:pt x="511571" y="1523957"/>
                  </a:lnTo>
                  <a:lnTo>
                    <a:pt x="512273" y="1522968"/>
                  </a:lnTo>
                  <a:lnTo>
                    <a:pt x="512936" y="1521978"/>
                  </a:lnTo>
                  <a:lnTo>
                    <a:pt x="513546" y="1520982"/>
                  </a:lnTo>
                  <a:lnTo>
                    <a:pt x="514092" y="1519974"/>
                  </a:lnTo>
                  <a:lnTo>
                    <a:pt x="514574" y="1518954"/>
                  </a:lnTo>
                  <a:lnTo>
                    <a:pt x="514991" y="1517922"/>
                  </a:lnTo>
                  <a:lnTo>
                    <a:pt x="515345" y="1516877"/>
                  </a:lnTo>
                  <a:lnTo>
                    <a:pt x="515634" y="1515821"/>
                  </a:lnTo>
                  <a:lnTo>
                    <a:pt x="515859" y="1514752"/>
                  </a:lnTo>
                  <a:lnTo>
                    <a:pt x="516019" y="1513671"/>
                  </a:lnTo>
                  <a:lnTo>
                    <a:pt x="516116" y="1512578"/>
                  </a:lnTo>
                  <a:lnTo>
                    <a:pt x="516148" y="1511473"/>
                  </a:lnTo>
                  <a:lnTo>
                    <a:pt x="516107" y="1509884"/>
                  </a:lnTo>
                  <a:lnTo>
                    <a:pt x="515985" y="1508379"/>
                  </a:lnTo>
                  <a:lnTo>
                    <a:pt x="515781" y="1506960"/>
                  </a:lnTo>
                  <a:lnTo>
                    <a:pt x="515495" y="1505625"/>
                  </a:lnTo>
                  <a:lnTo>
                    <a:pt x="515128" y="1504376"/>
                  </a:lnTo>
                  <a:lnTo>
                    <a:pt x="514679" y="1503212"/>
                  </a:lnTo>
                  <a:lnTo>
                    <a:pt x="514148" y="1502133"/>
                  </a:lnTo>
                  <a:lnTo>
                    <a:pt x="513536" y="1501139"/>
                  </a:lnTo>
                  <a:lnTo>
                    <a:pt x="512843" y="1500230"/>
                  </a:lnTo>
                  <a:lnTo>
                    <a:pt x="512067" y="1499406"/>
                  </a:lnTo>
                  <a:lnTo>
                    <a:pt x="511213" y="1498663"/>
                  </a:lnTo>
                  <a:lnTo>
                    <a:pt x="510283" y="1497999"/>
                  </a:lnTo>
                  <a:lnTo>
                    <a:pt x="509275" y="1497413"/>
                  </a:lnTo>
                  <a:lnTo>
                    <a:pt x="508192" y="1496905"/>
                  </a:lnTo>
                  <a:lnTo>
                    <a:pt x="507032" y="1496476"/>
                  </a:lnTo>
                  <a:lnTo>
                    <a:pt x="505796" y="1496124"/>
                  </a:lnTo>
                  <a:lnTo>
                    <a:pt x="504483" y="1495851"/>
                  </a:lnTo>
                  <a:lnTo>
                    <a:pt x="503094" y="1495655"/>
                  </a:lnTo>
                  <a:lnTo>
                    <a:pt x="501629" y="1495538"/>
                  </a:lnTo>
                  <a:lnTo>
                    <a:pt x="500087" y="1495499"/>
                  </a:lnTo>
                  <a:lnTo>
                    <a:pt x="498561" y="1495541"/>
                  </a:lnTo>
                  <a:lnTo>
                    <a:pt x="497107" y="1495669"/>
                  </a:lnTo>
                  <a:lnTo>
                    <a:pt x="495727" y="1495882"/>
                  </a:lnTo>
                  <a:lnTo>
                    <a:pt x="494419" y="1496180"/>
                  </a:lnTo>
                  <a:lnTo>
                    <a:pt x="493185" y="1496562"/>
                  </a:lnTo>
                  <a:lnTo>
                    <a:pt x="492023" y="1497030"/>
                  </a:lnTo>
                  <a:lnTo>
                    <a:pt x="490935" y="1497583"/>
                  </a:lnTo>
                  <a:lnTo>
                    <a:pt x="489919" y="1498221"/>
                  </a:lnTo>
                  <a:lnTo>
                    <a:pt x="488976" y="1498945"/>
                  </a:lnTo>
                  <a:lnTo>
                    <a:pt x="488106" y="1499753"/>
                  </a:lnTo>
                  <a:lnTo>
                    <a:pt x="487319" y="1500629"/>
                  </a:lnTo>
                  <a:lnTo>
                    <a:pt x="486589" y="1501590"/>
                  </a:lnTo>
                  <a:lnTo>
                    <a:pt x="485916" y="1502636"/>
                  </a:lnTo>
                  <a:lnTo>
                    <a:pt x="485300" y="1503767"/>
                  </a:lnTo>
                  <a:lnTo>
                    <a:pt x="484742" y="1504984"/>
                  </a:lnTo>
                  <a:lnTo>
                    <a:pt x="484241" y="1506285"/>
                  </a:lnTo>
                  <a:lnTo>
                    <a:pt x="483797" y="1507671"/>
                  </a:lnTo>
                  <a:lnTo>
                    <a:pt x="483411" y="1509143"/>
                  </a:lnTo>
                  <a:lnTo>
                    <a:pt x="483082" y="1510700"/>
                  </a:lnTo>
                  <a:lnTo>
                    <a:pt x="482810" y="1512341"/>
                  </a:lnTo>
                  <a:lnTo>
                    <a:pt x="458241" y="1510952"/>
                  </a:lnTo>
                  <a:lnTo>
                    <a:pt x="458433" y="1509520"/>
                  </a:lnTo>
                  <a:lnTo>
                    <a:pt x="458661" y="1508105"/>
                  </a:lnTo>
                  <a:lnTo>
                    <a:pt x="458926" y="1506707"/>
                  </a:lnTo>
                  <a:lnTo>
                    <a:pt x="459228" y="1505327"/>
                  </a:lnTo>
                  <a:lnTo>
                    <a:pt x="459565" y="1503964"/>
                  </a:lnTo>
                  <a:lnTo>
                    <a:pt x="459939" y="1502618"/>
                  </a:lnTo>
                  <a:lnTo>
                    <a:pt x="460350" y="1501290"/>
                  </a:lnTo>
                  <a:lnTo>
                    <a:pt x="460797" y="1499979"/>
                  </a:lnTo>
                  <a:lnTo>
                    <a:pt x="461281" y="1498685"/>
                  </a:lnTo>
                  <a:lnTo>
                    <a:pt x="461801" y="1497409"/>
                  </a:lnTo>
                  <a:lnTo>
                    <a:pt x="462362" y="1496157"/>
                  </a:lnTo>
                  <a:lnTo>
                    <a:pt x="462968" y="1494936"/>
                  </a:lnTo>
                  <a:lnTo>
                    <a:pt x="463619" y="1493747"/>
                  </a:lnTo>
                  <a:lnTo>
                    <a:pt x="464315" y="1492589"/>
                  </a:lnTo>
                  <a:lnTo>
                    <a:pt x="465056" y="1491462"/>
                  </a:lnTo>
                  <a:lnTo>
                    <a:pt x="465843" y="1490366"/>
                  </a:lnTo>
                  <a:lnTo>
                    <a:pt x="466675" y="1489302"/>
                  </a:lnTo>
                  <a:lnTo>
                    <a:pt x="467551" y="1488269"/>
                  </a:lnTo>
                  <a:lnTo>
                    <a:pt x="468473" y="1487267"/>
                  </a:lnTo>
                  <a:lnTo>
                    <a:pt x="469441" y="1486296"/>
                  </a:lnTo>
                  <a:lnTo>
                    <a:pt x="470472" y="1485362"/>
                  </a:lnTo>
                  <a:lnTo>
                    <a:pt x="471552" y="1484470"/>
                  </a:lnTo>
                  <a:lnTo>
                    <a:pt x="472681" y="1483619"/>
                  </a:lnTo>
                  <a:lnTo>
                    <a:pt x="473858" y="1482810"/>
                  </a:lnTo>
                  <a:lnTo>
                    <a:pt x="475084" y="1482042"/>
                  </a:lnTo>
                  <a:lnTo>
                    <a:pt x="476358" y="1481317"/>
                  </a:lnTo>
                  <a:lnTo>
                    <a:pt x="477681" y="1480632"/>
                  </a:lnTo>
                  <a:lnTo>
                    <a:pt x="479053" y="1479990"/>
                  </a:lnTo>
                  <a:lnTo>
                    <a:pt x="480473" y="1479389"/>
                  </a:lnTo>
                  <a:lnTo>
                    <a:pt x="481942" y="1478830"/>
                  </a:lnTo>
                  <a:lnTo>
                    <a:pt x="483481" y="1478302"/>
                  </a:lnTo>
                  <a:lnTo>
                    <a:pt x="485078" y="1477830"/>
                  </a:lnTo>
                  <a:lnTo>
                    <a:pt x="486732" y="1477413"/>
                  </a:lnTo>
                  <a:lnTo>
                    <a:pt x="488443" y="1477052"/>
                  </a:lnTo>
                  <a:lnTo>
                    <a:pt x="490211" y="1476747"/>
                  </a:lnTo>
                  <a:lnTo>
                    <a:pt x="492037" y="1476497"/>
                  </a:lnTo>
                  <a:lnTo>
                    <a:pt x="493920" y="1476302"/>
                  </a:lnTo>
                  <a:lnTo>
                    <a:pt x="495861" y="1476163"/>
                  </a:lnTo>
                  <a:lnTo>
                    <a:pt x="497858" y="1476080"/>
                  </a:lnTo>
                  <a:lnTo>
                    <a:pt x="499913" y="1476052"/>
                  </a:lnTo>
                  <a:lnTo>
                    <a:pt x="501870" y="1476075"/>
                  </a:lnTo>
                  <a:lnTo>
                    <a:pt x="503782" y="1476146"/>
                  </a:lnTo>
                  <a:lnTo>
                    <a:pt x="505648" y="1476263"/>
                  </a:lnTo>
                  <a:lnTo>
                    <a:pt x="507470" y="1476427"/>
                  </a:lnTo>
                  <a:lnTo>
                    <a:pt x="509246" y="1476638"/>
                  </a:lnTo>
                  <a:lnTo>
                    <a:pt x="510977" y="1476896"/>
                  </a:lnTo>
                  <a:lnTo>
                    <a:pt x="512663" y="1477201"/>
                  </a:lnTo>
                  <a:lnTo>
                    <a:pt x="514304" y="1477552"/>
                  </a:lnTo>
                  <a:lnTo>
                    <a:pt x="515900" y="1477951"/>
                  </a:lnTo>
                  <a:lnTo>
                    <a:pt x="517450" y="1478396"/>
                  </a:lnTo>
                  <a:lnTo>
                    <a:pt x="518954" y="1478869"/>
                  </a:lnTo>
                  <a:lnTo>
                    <a:pt x="520409" y="1479386"/>
                  </a:lnTo>
                  <a:lnTo>
                    <a:pt x="521815" y="1479946"/>
                  </a:lnTo>
                  <a:lnTo>
                    <a:pt x="523173" y="1480549"/>
                  </a:lnTo>
                  <a:lnTo>
                    <a:pt x="524482" y="1481196"/>
                  </a:lnTo>
                  <a:lnTo>
                    <a:pt x="525743" y="1481886"/>
                  </a:lnTo>
                  <a:lnTo>
                    <a:pt x="526955" y="1482620"/>
                  </a:lnTo>
                  <a:lnTo>
                    <a:pt x="528118" y="1483397"/>
                  </a:lnTo>
                  <a:lnTo>
                    <a:pt x="529233" y="1484217"/>
                  </a:lnTo>
                  <a:lnTo>
                    <a:pt x="530299" y="1485081"/>
                  </a:lnTo>
                  <a:lnTo>
                    <a:pt x="531316" y="1485986"/>
                  </a:lnTo>
                  <a:lnTo>
                    <a:pt x="532282" y="1486932"/>
                  </a:lnTo>
                  <a:lnTo>
                    <a:pt x="533198" y="1487917"/>
                  </a:lnTo>
                  <a:lnTo>
                    <a:pt x="534063" y="1488943"/>
                  </a:lnTo>
                  <a:lnTo>
                    <a:pt x="534878" y="1490008"/>
                  </a:lnTo>
                  <a:lnTo>
                    <a:pt x="535643" y="1491113"/>
                  </a:lnTo>
                  <a:lnTo>
                    <a:pt x="536358" y="1492258"/>
                  </a:lnTo>
                  <a:lnTo>
                    <a:pt x="537022" y="1493443"/>
                  </a:lnTo>
                  <a:lnTo>
                    <a:pt x="537636" y="1494668"/>
                  </a:lnTo>
                  <a:lnTo>
                    <a:pt x="538199" y="1495933"/>
                  </a:lnTo>
                  <a:lnTo>
                    <a:pt x="538711" y="1497219"/>
                  </a:lnTo>
                  <a:lnTo>
                    <a:pt x="539168" y="1498541"/>
                  </a:lnTo>
                  <a:lnTo>
                    <a:pt x="539572" y="1499900"/>
                  </a:lnTo>
                  <a:lnTo>
                    <a:pt x="539922" y="1501295"/>
                  </a:lnTo>
                  <a:lnTo>
                    <a:pt x="540218" y="1502726"/>
                  </a:lnTo>
                  <a:lnTo>
                    <a:pt x="540460" y="1504194"/>
                  </a:lnTo>
                  <a:lnTo>
                    <a:pt x="540648" y="1505699"/>
                  </a:lnTo>
                  <a:lnTo>
                    <a:pt x="540783" y="1507240"/>
                  </a:lnTo>
                  <a:lnTo>
                    <a:pt x="540864" y="1508817"/>
                  </a:lnTo>
                  <a:lnTo>
                    <a:pt x="540891" y="1510431"/>
                  </a:lnTo>
                  <a:lnTo>
                    <a:pt x="540857" y="1512134"/>
                  </a:lnTo>
                  <a:lnTo>
                    <a:pt x="540755" y="1513803"/>
                  </a:lnTo>
                  <a:lnTo>
                    <a:pt x="540586" y="1515440"/>
                  </a:lnTo>
                  <a:lnTo>
                    <a:pt x="540349" y="1517043"/>
                  </a:lnTo>
                  <a:lnTo>
                    <a:pt x="540044" y="1518614"/>
                  </a:lnTo>
                  <a:lnTo>
                    <a:pt x="539672" y="1520151"/>
                  </a:lnTo>
                  <a:lnTo>
                    <a:pt x="539231" y="1521656"/>
                  </a:lnTo>
                  <a:lnTo>
                    <a:pt x="538724" y="1523127"/>
                  </a:lnTo>
                  <a:lnTo>
                    <a:pt x="538148" y="1524566"/>
                  </a:lnTo>
                  <a:lnTo>
                    <a:pt x="537505" y="1525971"/>
                  </a:lnTo>
                  <a:lnTo>
                    <a:pt x="536808" y="1527350"/>
                  </a:lnTo>
                  <a:lnTo>
                    <a:pt x="536074" y="1528708"/>
                  </a:lnTo>
                  <a:lnTo>
                    <a:pt x="535301" y="1530045"/>
                  </a:lnTo>
                  <a:lnTo>
                    <a:pt x="534490" y="1531361"/>
                  </a:lnTo>
                  <a:lnTo>
                    <a:pt x="533641" y="1532656"/>
                  </a:lnTo>
                  <a:lnTo>
                    <a:pt x="532754" y="1533931"/>
                  </a:lnTo>
                  <a:lnTo>
                    <a:pt x="531829" y="1535184"/>
                  </a:lnTo>
                  <a:lnTo>
                    <a:pt x="530865" y="1536417"/>
                  </a:lnTo>
                  <a:lnTo>
                    <a:pt x="529863" y="1537629"/>
                  </a:lnTo>
                  <a:lnTo>
                    <a:pt x="528823" y="1538820"/>
                  </a:lnTo>
                  <a:lnTo>
                    <a:pt x="527752" y="1539977"/>
                  </a:lnTo>
                  <a:lnTo>
                    <a:pt x="526656" y="1541119"/>
                  </a:lnTo>
                  <a:lnTo>
                    <a:pt x="525536" y="1542248"/>
                  </a:lnTo>
                  <a:lnTo>
                    <a:pt x="524392" y="1543363"/>
                  </a:lnTo>
                  <a:lnTo>
                    <a:pt x="523223" y="1544463"/>
                  </a:lnTo>
                  <a:lnTo>
                    <a:pt x="522031" y="1545550"/>
                  </a:lnTo>
                  <a:lnTo>
                    <a:pt x="520813" y="1546623"/>
                  </a:lnTo>
                  <a:lnTo>
                    <a:pt x="519572" y="1547683"/>
                  </a:lnTo>
                  <a:lnTo>
                    <a:pt x="518306" y="1548728"/>
                  </a:lnTo>
                  <a:lnTo>
                    <a:pt x="517016" y="1549759"/>
                  </a:lnTo>
                  <a:lnTo>
                    <a:pt x="515735" y="1550781"/>
                  </a:lnTo>
                  <a:lnTo>
                    <a:pt x="514460" y="1551798"/>
                  </a:lnTo>
                  <a:lnTo>
                    <a:pt x="513193" y="1552809"/>
                  </a:lnTo>
                  <a:lnTo>
                    <a:pt x="511932" y="1553815"/>
                  </a:lnTo>
                  <a:lnTo>
                    <a:pt x="510678" y="1554816"/>
                  </a:lnTo>
                  <a:lnTo>
                    <a:pt x="509432" y="1555812"/>
                  </a:lnTo>
                  <a:lnTo>
                    <a:pt x="508192" y="1556803"/>
                  </a:lnTo>
                  <a:lnTo>
                    <a:pt x="506959" y="1557788"/>
                  </a:lnTo>
                  <a:lnTo>
                    <a:pt x="505733" y="1558768"/>
                  </a:lnTo>
                  <a:lnTo>
                    <a:pt x="504514" y="1559743"/>
                  </a:lnTo>
                  <a:lnTo>
                    <a:pt x="503309" y="1560716"/>
                  </a:lnTo>
                  <a:lnTo>
                    <a:pt x="502125" y="1561691"/>
                  </a:lnTo>
                  <a:lnTo>
                    <a:pt x="500962" y="1562668"/>
                  </a:lnTo>
                  <a:lnTo>
                    <a:pt x="499819" y="1563646"/>
                  </a:lnTo>
                  <a:lnTo>
                    <a:pt x="498698" y="1564626"/>
                  </a:lnTo>
                  <a:lnTo>
                    <a:pt x="497597" y="1565608"/>
                  </a:lnTo>
                  <a:lnTo>
                    <a:pt x="496517" y="1566592"/>
                  </a:lnTo>
                  <a:lnTo>
                    <a:pt x="495458" y="1567577"/>
                  </a:lnTo>
                  <a:lnTo>
                    <a:pt x="494419" y="1568564"/>
                  </a:lnTo>
                  <a:lnTo>
                    <a:pt x="493402" y="1569553"/>
                  </a:lnTo>
                  <a:lnTo>
                    <a:pt x="492437" y="1570550"/>
                  </a:lnTo>
                  <a:lnTo>
                    <a:pt x="491523" y="1571561"/>
                  </a:lnTo>
                  <a:lnTo>
                    <a:pt x="490659" y="1572585"/>
                  </a:lnTo>
                  <a:lnTo>
                    <a:pt x="489846" y="1573623"/>
                  </a:lnTo>
                  <a:lnTo>
                    <a:pt x="489083" y="1574675"/>
                  </a:lnTo>
                  <a:lnTo>
                    <a:pt x="488370" y="1575742"/>
                  </a:lnTo>
                  <a:lnTo>
                    <a:pt x="487708" y="1576822"/>
                  </a:lnTo>
                  <a:lnTo>
                    <a:pt x="487096" y="1577915"/>
                  </a:lnTo>
                  <a:lnTo>
                    <a:pt x="486534" y="1579023"/>
                  </a:lnTo>
                  <a:lnTo>
                    <a:pt x="486023" y="1580145"/>
                  </a:lnTo>
                  <a:lnTo>
                    <a:pt x="542800" y="1580145"/>
                  </a:lnTo>
                  <a:lnTo>
                    <a:pt x="542800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h25"/>
            <p:cNvSpPr/>
            <p:nvPr/>
          </p:nvSpPr>
          <p:spPr>
            <a:xfrm>
              <a:off x="6648230" y="3447079"/>
              <a:ext cx="457200" cy="1636141"/>
            </a:xfrm>
            <a:custGeom>
              <a:avLst/>
              <a:pathLst>
                <a:path w="457200" h="1636141">
                  <a:moveTo>
                    <a:pt x="457200" y="1600200"/>
                  </a:moveTo>
                  <a:lnTo>
                    <a:pt x="457172" y="1601850"/>
                  </a:lnTo>
                  <a:lnTo>
                    <a:pt x="457088" y="1603467"/>
                  </a:lnTo>
                  <a:lnTo>
                    <a:pt x="456949" y="1605052"/>
                  </a:lnTo>
                  <a:lnTo>
                    <a:pt x="456755" y="1606603"/>
                  </a:lnTo>
                  <a:lnTo>
                    <a:pt x="456505" y="1608121"/>
                  </a:lnTo>
                  <a:lnTo>
                    <a:pt x="456199" y="1609607"/>
                  </a:lnTo>
                  <a:lnTo>
                    <a:pt x="455838" y="1611059"/>
                  </a:lnTo>
                  <a:lnTo>
                    <a:pt x="455422" y="1612479"/>
                  </a:lnTo>
                  <a:lnTo>
                    <a:pt x="454949" y="1613865"/>
                  </a:lnTo>
                  <a:lnTo>
                    <a:pt x="454421" y="1615219"/>
                  </a:lnTo>
                  <a:lnTo>
                    <a:pt x="453855" y="1616519"/>
                  </a:lnTo>
                  <a:lnTo>
                    <a:pt x="453234" y="1617782"/>
                  </a:lnTo>
                  <a:lnTo>
                    <a:pt x="452557" y="1619006"/>
                  </a:lnTo>
                  <a:lnTo>
                    <a:pt x="451824" y="1620192"/>
                  </a:lnTo>
                  <a:lnTo>
                    <a:pt x="451036" y="1621339"/>
                  </a:lnTo>
                  <a:lnTo>
                    <a:pt x="450192" y="1622449"/>
                  </a:lnTo>
                  <a:lnTo>
                    <a:pt x="449292" y="1623520"/>
                  </a:lnTo>
                  <a:lnTo>
                    <a:pt x="448337" y="1624553"/>
                  </a:lnTo>
                  <a:lnTo>
                    <a:pt x="447327" y="1625548"/>
                  </a:lnTo>
                  <a:lnTo>
                    <a:pt x="446261" y="1626505"/>
                  </a:lnTo>
                  <a:lnTo>
                    <a:pt x="445140" y="1627421"/>
                  </a:lnTo>
                  <a:lnTo>
                    <a:pt x="443965" y="1628293"/>
                  </a:lnTo>
                  <a:lnTo>
                    <a:pt x="442737" y="1629122"/>
                  </a:lnTo>
                  <a:lnTo>
                    <a:pt x="441454" y="1629908"/>
                  </a:lnTo>
                  <a:lnTo>
                    <a:pt x="440118" y="1630650"/>
                  </a:lnTo>
                  <a:lnTo>
                    <a:pt x="438728" y="1631349"/>
                  </a:lnTo>
                  <a:lnTo>
                    <a:pt x="437285" y="1632005"/>
                  </a:lnTo>
                  <a:lnTo>
                    <a:pt x="435787" y="1632617"/>
                  </a:lnTo>
                  <a:lnTo>
                    <a:pt x="434236" y="1633185"/>
                  </a:lnTo>
                  <a:lnTo>
                    <a:pt x="432630" y="1633711"/>
                  </a:lnTo>
                  <a:lnTo>
                    <a:pt x="430989" y="1634172"/>
                  </a:lnTo>
                  <a:lnTo>
                    <a:pt x="429293" y="1634586"/>
                  </a:lnTo>
                  <a:lnTo>
                    <a:pt x="427544" y="1634950"/>
                  </a:lnTo>
                  <a:lnTo>
                    <a:pt x="425741" y="1635266"/>
                  </a:lnTo>
                  <a:lnTo>
                    <a:pt x="423884" y="1635534"/>
                  </a:lnTo>
                  <a:lnTo>
                    <a:pt x="421973" y="1635753"/>
                  </a:lnTo>
                  <a:lnTo>
                    <a:pt x="420008" y="1635923"/>
                  </a:lnTo>
                  <a:lnTo>
                    <a:pt x="417990" y="1636044"/>
                  </a:lnTo>
                  <a:lnTo>
                    <a:pt x="415917" y="1636117"/>
                  </a:lnTo>
                  <a:lnTo>
                    <a:pt x="413791" y="1636141"/>
                  </a:lnTo>
                  <a:lnTo>
                    <a:pt x="411432" y="1636111"/>
                  </a:lnTo>
                  <a:lnTo>
                    <a:pt x="409148" y="1636020"/>
                  </a:lnTo>
                  <a:lnTo>
                    <a:pt x="406939" y="1635868"/>
                  </a:lnTo>
                  <a:lnTo>
                    <a:pt x="404804" y="1635655"/>
                  </a:lnTo>
                  <a:lnTo>
                    <a:pt x="402744" y="1635382"/>
                  </a:lnTo>
                  <a:lnTo>
                    <a:pt x="400758" y="1635048"/>
                  </a:lnTo>
                  <a:lnTo>
                    <a:pt x="398848" y="1634653"/>
                  </a:lnTo>
                  <a:lnTo>
                    <a:pt x="397011" y="1634197"/>
                  </a:lnTo>
                  <a:lnTo>
                    <a:pt x="395250" y="1633680"/>
                  </a:lnTo>
                  <a:lnTo>
                    <a:pt x="393563" y="1633103"/>
                  </a:lnTo>
                  <a:lnTo>
                    <a:pt x="391960" y="1632476"/>
                  </a:lnTo>
                  <a:lnTo>
                    <a:pt x="390413" y="1631811"/>
                  </a:lnTo>
                  <a:lnTo>
                    <a:pt x="388924" y="1631108"/>
                  </a:lnTo>
                  <a:lnTo>
                    <a:pt x="387493" y="1630366"/>
                  </a:lnTo>
                  <a:lnTo>
                    <a:pt x="386119" y="1629587"/>
                  </a:lnTo>
                  <a:lnTo>
                    <a:pt x="384802" y="1628769"/>
                  </a:lnTo>
                  <a:lnTo>
                    <a:pt x="383542" y="1627913"/>
                  </a:lnTo>
                  <a:lnTo>
                    <a:pt x="382339" y="1627019"/>
                  </a:lnTo>
                  <a:lnTo>
                    <a:pt x="381194" y="1626086"/>
                  </a:lnTo>
                  <a:lnTo>
                    <a:pt x="380107" y="1625116"/>
                  </a:lnTo>
                  <a:lnTo>
                    <a:pt x="379090" y="1624096"/>
                  </a:lnTo>
                  <a:lnTo>
                    <a:pt x="378124" y="1623050"/>
                  </a:lnTo>
                  <a:lnTo>
                    <a:pt x="377208" y="1621977"/>
                  </a:lnTo>
                  <a:lnTo>
                    <a:pt x="376342" y="1620879"/>
                  </a:lnTo>
                  <a:lnTo>
                    <a:pt x="375527" y="1619755"/>
                  </a:lnTo>
                  <a:lnTo>
                    <a:pt x="374762" y="1618605"/>
                  </a:lnTo>
                  <a:lnTo>
                    <a:pt x="374048" y="1617428"/>
                  </a:lnTo>
                  <a:lnTo>
                    <a:pt x="373383" y="1616226"/>
                  </a:lnTo>
                  <a:lnTo>
                    <a:pt x="372770" y="1614997"/>
                  </a:lnTo>
                  <a:lnTo>
                    <a:pt x="372206" y="1613743"/>
                  </a:lnTo>
                  <a:lnTo>
                    <a:pt x="371704" y="1612474"/>
                  </a:lnTo>
                  <a:lnTo>
                    <a:pt x="371237" y="1611201"/>
                  </a:lnTo>
                  <a:lnTo>
                    <a:pt x="370808" y="1609925"/>
                  </a:lnTo>
                  <a:lnTo>
                    <a:pt x="370414" y="1608645"/>
                  </a:lnTo>
                  <a:lnTo>
                    <a:pt x="370058" y="1607362"/>
                  </a:lnTo>
                  <a:lnTo>
                    <a:pt x="369737" y="1606075"/>
                  </a:lnTo>
                  <a:lnTo>
                    <a:pt x="369453" y="1604785"/>
                  </a:lnTo>
                  <a:lnTo>
                    <a:pt x="369206" y="1603492"/>
                  </a:lnTo>
                  <a:lnTo>
                    <a:pt x="368995" y="1602195"/>
                  </a:lnTo>
                  <a:lnTo>
                    <a:pt x="368820" y="1600894"/>
                  </a:lnTo>
                  <a:lnTo>
                    <a:pt x="393650" y="1598724"/>
                  </a:lnTo>
                  <a:lnTo>
                    <a:pt x="393763" y="1599499"/>
                  </a:lnTo>
                  <a:lnTo>
                    <a:pt x="393893" y="1600262"/>
                  </a:lnTo>
                  <a:lnTo>
                    <a:pt x="394041" y="1601013"/>
                  </a:lnTo>
                  <a:lnTo>
                    <a:pt x="394206" y="1601752"/>
                  </a:lnTo>
                  <a:lnTo>
                    <a:pt x="394388" y="1602478"/>
                  </a:lnTo>
                  <a:lnTo>
                    <a:pt x="394588" y="1603193"/>
                  </a:lnTo>
                  <a:lnTo>
                    <a:pt x="394805" y="1603895"/>
                  </a:lnTo>
                  <a:lnTo>
                    <a:pt x="395039" y="1604585"/>
                  </a:lnTo>
                  <a:lnTo>
                    <a:pt x="395291" y="1605264"/>
                  </a:lnTo>
                  <a:lnTo>
                    <a:pt x="395560" y="1605929"/>
                  </a:lnTo>
                  <a:lnTo>
                    <a:pt x="395865" y="1606563"/>
                  </a:lnTo>
                  <a:lnTo>
                    <a:pt x="396188" y="1607180"/>
                  </a:lnTo>
                  <a:lnTo>
                    <a:pt x="396531" y="1607779"/>
                  </a:lnTo>
                  <a:lnTo>
                    <a:pt x="396893" y="1608360"/>
                  </a:lnTo>
                  <a:lnTo>
                    <a:pt x="397274" y="1608925"/>
                  </a:lnTo>
                  <a:lnTo>
                    <a:pt x="397675" y="1609471"/>
                  </a:lnTo>
                  <a:lnTo>
                    <a:pt x="398094" y="1610001"/>
                  </a:lnTo>
                  <a:lnTo>
                    <a:pt x="398532" y="1610513"/>
                  </a:lnTo>
                  <a:lnTo>
                    <a:pt x="398990" y="1611008"/>
                  </a:lnTo>
                  <a:lnTo>
                    <a:pt x="399467" y="1611486"/>
                  </a:lnTo>
                  <a:lnTo>
                    <a:pt x="399963" y="1611944"/>
                  </a:lnTo>
                  <a:lnTo>
                    <a:pt x="400481" y="1612382"/>
                  </a:lnTo>
                  <a:lnTo>
                    <a:pt x="401019" y="1612798"/>
                  </a:lnTo>
                  <a:lnTo>
                    <a:pt x="401578" y="1613194"/>
                  </a:lnTo>
                  <a:lnTo>
                    <a:pt x="402158" y="1613569"/>
                  </a:lnTo>
                  <a:lnTo>
                    <a:pt x="402759" y="1613923"/>
                  </a:lnTo>
                  <a:lnTo>
                    <a:pt x="403380" y="1614257"/>
                  </a:lnTo>
                  <a:lnTo>
                    <a:pt x="404023" y="1614569"/>
                  </a:lnTo>
                  <a:lnTo>
                    <a:pt x="404686" y="1614861"/>
                  </a:lnTo>
                  <a:lnTo>
                    <a:pt x="405370" y="1615132"/>
                  </a:lnTo>
                  <a:lnTo>
                    <a:pt x="406094" y="1615363"/>
                  </a:lnTo>
                  <a:lnTo>
                    <a:pt x="406843" y="1615569"/>
                  </a:lnTo>
                  <a:lnTo>
                    <a:pt x="407615" y="1615752"/>
                  </a:lnTo>
                  <a:lnTo>
                    <a:pt x="408412" y="1615910"/>
                  </a:lnTo>
                  <a:lnTo>
                    <a:pt x="409233" y="1616043"/>
                  </a:lnTo>
                  <a:lnTo>
                    <a:pt x="410079" y="1616153"/>
                  </a:lnTo>
                  <a:lnTo>
                    <a:pt x="410949" y="1616238"/>
                  </a:lnTo>
                  <a:lnTo>
                    <a:pt x="411843" y="1616299"/>
                  </a:lnTo>
                  <a:lnTo>
                    <a:pt x="412762" y="1616335"/>
                  </a:lnTo>
                  <a:lnTo>
                    <a:pt x="413704" y="1616347"/>
                  </a:lnTo>
                  <a:lnTo>
                    <a:pt x="415419" y="1616304"/>
                  </a:lnTo>
                  <a:lnTo>
                    <a:pt x="417056" y="1616174"/>
                  </a:lnTo>
                  <a:lnTo>
                    <a:pt x="418614" y="1615957"/>
                  </a:lnTo>
                  <a:lnTo>
                    <a:pt x="420094" y="1615653"/>
                  </a:lnTo>
                  <a:lnTo>
                    <a:pt x="421496" y="1615262"/>
                  </a:lnTo>
                  <a:lnTo>
                    <a:pt x="422820" y="1614785"/>
                  </a:lnTo>
                  <a:lnTo>
                    <a:pt x="424066" y="1614220"/>
                  </a:lnTo>
                  <a:lnTo>
                    <a:pt x="425234" y="1613569"/>
                  </a:lnTo>
                  <a:lnTo>
                    <a:pt x="426323" y="1612831"/>
                  </a:lnTo>
                  <a:lnTo>
                    <a:pt x="427335" y="1612007"/>
                  </a:lnTo>
                  <a:lnTo>
                    <a:pt x="428258" y="1611092"/>
                  </a:lnTo>
                  <a:lnTo>
                    <a:pt x="429085" y="1610086"/>
                  </a:lnTo>
                  <a:lnTo>
                    <a:pt x="429814" y="1608988"/>
                  </a:lnTo>
                  <a:lnTo>
                    <a:pt x="430446" y="1607798"/>
                  </a:lnTo>
                  <a:lnTo>
                    <a:pt x="430981" y="1606515"/>
                  </a:lnTo>
                  <a:lnTo>
                    <a:pt x="431419" y="1605141"/>
                  </a:lnTo>
                  <a:lnTo>
                    <a:pt x="431759" y="1603675"/>
                  </a:lnTo>
                  <a:lnTo>
                    <a:pt x="432002" y="1602116"/>
                  </a:lnTo>
                  <a:lnTo>
                    <a:pt x="432148" y="1600466"/>
                  </a:lnTo>
                  <a:lnTo>
                    <a:pt x="432196" y="1598724"/>
                  </a:lnTo>
                  <a:lnTo>
                    <a:pt x="432173" y="1597651"/>
                  </a:lnTo>
                  <a:lnTo>
                    <a:pt x="432103" y="1596623"/>
                  </a:lnTo>
                  <a:lnTo>
                    <a:pt x="431985" y="1595637"/>
                  </a:lnTo>
                  <a:lnTo>
                    <a:pt x="431821" y="1594695"/>
                  </a:lnTo>
                  <a:lnTo>
                    <a:pt x="431610" y="1593797"/>
                  </a:lnTo>
                  <a:lnTo>
                    <a:pt x="431353" y="1592942"/>
                  </a:lnTo>
                  <a:lnTo>
                    <a:pt x="431048" y="1592130"/>
                  </a:lnTo>
                  <a:lnTo>
                    <a:pt x="430696" y="1591362"/>
                  </a:lnTo>
                  <a:lnTo>
                    <a:pt x="430298" y="1590637"/>
                  </a:lnTo>
                  <a:lnTo>
                    <a:pt x="429852" y="1589955"/>
                  </a:lnTo>
                  <a:lnTo>
                    <a:pt x="429388" y="1589311"/>
                  </a:lnTo>
                  <a:lnTo>
                    <a:pt x="428897" y="1588698"/>
                  </a:lnTo>
                  <a:lnTo>
                    <a:pt x="428381" y="1588116"/>
                  </a:lnTo>
                  <a:lnTo>
                    <a:pt x="427838" y="1587566"/>
                  </a:lnTo>
                  <a:lnTo>
                    <a:pt x="427270" y="1587047"/>
                  </a:lnTo>
                  <a:lnTo>
                    <a:pt x="426675" y="1586559"/>
                  </a:lnTo>
                  <a:lnTo>
                    <a:pt x="426054" y="1586102"/>
                  </a:lnTo>
                  <a:lnTo>
                    <a:pt x="425407" y="1585677"/>
                  </a:lnTo>
                  <a:lnTo>
                    <a:pt x="424735" y="1585283"/>
                  </a:lnTo>
                  <a:lnTo>
                    <a:pt x="424036" y="1584920"/>
                  </a:lnTo>
                  <a:lnTo>
                    <a:pt x="423335" y="1584567"/>
                  </a:lnTo>
                  <a:lnTo>
                    <a:pt x="422622" y="1584239"/>
                  </a:lnTo>
                  <a:lnTo>
                    <a:pt x="421897" y="1583935"/>
                  </a:lnTo>
                  <a:lnTo>
                    <a:pt x="421160" y="1583656"/>
                  </a:lnTo>
                  <a:lnTo>
                    <a:pt x="420411" y="1583401"/>
                  </a:lnTo>
                  <a:lnTo>
                    <a:pt x="419650" y="1583170"/>
                  </a:lnTo>
                  <a:lnTo>
                    <a:pt x="418876" y="1582963"/>
                  </a:lnTo>
                  <a:lnTo>
                    <a:pt x="418090" y="1582781"/>
                  </a:lnTo>
                  <a:lnTo>
                    <a:pt x="417293" y="1582623"/>
                  </a:lnTo>
                  <a:lnTo>
                    <a:pt x="416483" y="1582489"/>
                  </a:lnTo>
                  <a:lnTo>
                    <a:pt x="415671" y="1582373"/>
                  </a:lnTo>
                  <a:lnTo>
                    <a:pt x="414868" y="1582270"/>
                  </a:lnTo>
                  <a:lnTo>
                    <a:pt x="414073" y="1582179"/>
                  </a:lnTo>
                  <a:lnTo>
                    <a:pt x="413288" y="1582100"/>
                  </a:lnTo>
                  <a:lnTo>
                    <a:pt x="412511" y="1582033"/>
                  </a:lnTo>
                  <a:lnTo>
                    <a:pt x="411742" y="1581978"/>
                  </a:lnTo>
                  <a:lnTo>
                    <a:pt x="410983" y="1581936"/>
                  </a:lnTo>
                  <a:lnTo>
                    <a:pt x="410232" y="1581906"/>
                  </a:lnTo>
                  <a:lnTo>
                    <a:pt x="409490" y="1581887"/>
                  </a:lnTo>
                  <a:lnTo>
                    <a:pt x="408756" y="1581881"/>
                  </a:lnTo>
                  <a:lnTo>
                    <a:pt x="400248" y="1581881"/>
                  </a:lnTo>
                  <a:lnTo>
                    <a:pt x="400248" y="1562174"/>
                  </a:lnTo>
                  <a:lnTo>
                    <a:pt x="408235" y="1562174"/>
                  </a:lnTo>
                  <a:lnTo>
                    <a:pt x="408965" y="1562167"/>
                  </a:lnTo>
                  <a:lnTo>
                    <a:pt x="409697" y="1562146"/>
                  </a:lnTo>
                  <a:lnTo>
                    <a:pt x="410431" y="1562111"/>
                  </a:lnTo>
                  <a:lnTo>
                    <a:pt x="411166" y="1562063"/>
                  </a:lnTo>
                  <a:lnTo>
                    <a:pt x="411903" y="1562000"/>
                  </a:lnTo>
                  <a:lnTo>
                    <a:pt x="412642" y="1561924"/>
                  </a:lnTo>
                  <a:lnTo>
                    <a:pt x="413382" y="1561834"/>
                  </a:lnTo>
                  <a:lnTo>
                    <a:pt x="414125" y="1561729"/>
                  </a:lnTo>
                  <a:lnTo>
                    <a:pt x="414869" y="1561611"/>
                  </a:lnTo>
                  <a:lnTo>
                    <a:pt x="415614" y="1561479"/>
                  </a:lnTo>
                  <a:lnTo>
                    <a:pt x="416371" y="1561329"/>
                  </a:lnTo>
                  <a:lnTo>
                    <a:pt x="417111" y="1561156"/>
                  </a:lnTo>
                  <a:lnTo>
                    <a:pt x="417836" y="1560961"/>
                  </a:lnTo>
                  <a:lnTo>
                    <a:pt x="418545" y="1560743"/>
                  </a:lnTo>
                  <a:lnTo>
                    <a:pt x="419239" y="1560503"/>
                  </a:lnTo>
                  <a:lnTo>
                    <a:pt x="419917" y="1560240"/>
                  </a:lnTo>
                  <a:lnTo>
                    <a:pt x="420579" y="1559954"/>
                  </a:lnTo>
                  <a:lnTo>
                    <a:pt x="421226" y="1559646"/>
                  </a:lnTo>
                  <a:lnTo>
                    <a:pt x="421857" y="1559315"/>
                  </a:lnTo>
                  <a:lnTo>
                    <a:pt x="422473" y="1558962"/>
                  </a:lnTo>
                  <a:lnTo>
                    <a:pt x="423069" y="1558583"/>
                  </a:lnTo>
                  <a:lnTo>
                    <a:pt x="423643" y="1558177"/>
                  </a:lnTo>
                  <a:lnTo>
                    <a:pt x="424195" y="1557743"/>
                  </a:lnTo>
                  <a:lnTo>
                    <a:pt x="424723" y="1557281"/>
                  </a:lnTo>
                  <a:lnTo>
                    <a:pt x="425229" y="1556791"/>
                  </a:lnTo>
                  <a:lnTo>
                    <a:pt x="425713" y="1556274"/>
                  </a:lnTo>
                  <a:lnTo>
                    <a:pt x="426174" y="1555729"/>
                  </a:lnTo>
                  <a:lnTo>
                    <a:pt x="426612" y="1555156"/>
                  </a:lnTo>
                  <a:lnTo>
                    <a:pt x="427028" y="1554555"/>
                  </a:lnTo>
                  <a:lnTo>
                    <a:pt x="427421" y="1553926"/>
                  </a:lnTo>
                  <a:lnTo>
                    <a:pt x="427784" y="1553249"/>
                  </a:lnTo>
                  <a:lnTo>
                    <a:pt x="428109" y="1552537"/>
                  </a:lnTo>
                  <a:lnTo>
                    <a:pt x="428396" y="1551791"/>
                  </a:lnTo>
                  <a:lnTo>
                    <a:pt x="428644" y="1551009"/>
                  </a:lnTo>
                  <a:lnTo>
                    <a:pt x="428854" y="1550193"/>
                  </a:lnTo>
                  <a:lnTo>
                    <a:pt x="429026" y="1549342"/>
                  </a:lnTo>
                  <a:lnTo>
                    <a:pt x="429160" y="1548457"/>
                  </a:lnTo>
                  <a:lnTo>
                    <a:pt x="429255" y="1547537"/>
                  </a:lnTo>
                  <a:lnTo>
                    <a:pt x="429312" y="1546582"/>
                  </a:lnTo>
                  <a:lnTo>
                    <a:pt x="429331" y="1545592"/>
                  </a:lnTo>
                  <a:lnTo>
                    <a:pt x="429289" y="1544114"/>
                  </a:lnTo>
                  <a:lnTo>
                    <a:pt x="429161" y="1542703"/>
                  </a:lnTo>
                  <a:lnTo>
                    <a:pt x="428949" y="1541357"/>
                  </a:lnTo>
                  <a:lnTo>
                    <a:pt x="428651" y="1540077"/>
                  </a:lnTo>
                  <a:lnTo>
                    <a:pt x="428268" y="1538864"/>
                  </a:lnTo>
                  <a:lnTo>
                    <a:pt x="427800" y="1537716"/>
                  </a:lnTo>
                  <a:lnTo>
                    <a:pt x="427247" y="1536634"/>
                  </a:lnTo>
                  <a:lnTo>
                    <a:pt x="426609" y="1535619"/>
                  </a:lnTo>
                  <a:lnTo>
                    <a:pt x="425886" y="1534669"/>
                  </a:lnTo>
                  <a:lnTo>
                    <a:pt x="425077" y="1533785"/>
                  </a:lnTo>
                  <a:lnTo>
                    <a:pt x="424205" y="1532960"/>
                  </a:lnTo>
                  <a:lnTo>
                    <a:pt x="423254" y="1532222"/>
                  </a:lnTo>
                  <a:lnTo>
                    <a:pt x="422226" y="1531571"/>
                  </a:lnTo>
                  <a:lnTo>
                    <a:pt x="421119" y="1531007"/>
                  </a:lnTo>
                  <a:lnTo>
                    <a:pt x="419934" y="1530529"/>
                  </a:lnTo>
                  <a:lnTo>
                    <a:pt x="418670" y="1530139"/>
                  </a:lnTo>
                  <a:lnTo>
                    <a:pt x="417329" y="1529835"/>
                  </a:lnTo>
                  <a:lnTo>
                    <a:pt x="415910" y="1529618"/>
                  </a:lnTo>
                  <a:lnTo>
                    <a:pt x="414412" y="1529488"/>
                  </a:lnTo>
                  <a:lnTo>
                    <a:pt x="412836" y="1529444"/>
                  </a:lnTo>
                  <a:lnTo>
                    <a:pt x="411354" y="1529486"/>
                  </a:lnTo>
                  <a:lnTo>
                    <a:pt x="409930" y="1529611"/>
                  </a:lnTo>
                  <a:lnTo>
                    <a:pt x="408562" y="1529819"/>
                  </a:lnTo>
                  <a:lnTo>
                    <a:pt x="407252" y="1530111"/>
                  </a:lnTo>
                  <a:lnTo>
                    <a:pt x="406000" y="1530486"/>
                  </a:lnTo>
                  <a:lnTo>
                    <a:pt x="404804" y="1530944"/>
                  </a:lnTo>
                  <a:lnTo>
                    <a:pt x="403666" y="1531486"/>
                  </a:lnTo>
                  <a:lnTo>
                    <a:pt x="402585" y="1532111"/>
                  </a:lnTo>
                  <a:lnTo>
                    <a:pt x="401561" y="1532820"/>
                  </a:lnTo>
                  <a:lnTo>
                    <a:pt x="400595" y="1533611"/>
                  </a:lnTo>
                  <a:lnTo>
                    <a:pt x="399714" y="1534479"/>
                  </a:lnTo>
                  <a:lnTo>
                    <a:pt x="398911" y="1535417"/>
                  </a:lnTo>
                  <a:lnTo>
                    <a:pt x="398186" y="1536424"/>
                  </a:lnTo>
                  <a:lnTo>
                    <a:pt x="397539" y="1537501"/>
                  </a:lnTo>
                  <a:lnTo>
                    <a:pt x="396971" y="1538647"/>
                  </a:lnTo>
                  <a:lnTo>
                    <a:pt x="396480" y="1539862"/>
                  </a:lnTo>
                  <a:lnTo>
                    <a:pt x="396068" y="1541147"/>
                  </a:lnTo>
                  <a:lnTo>
                    <a:pt x="395733" y="1542501"/>
                  </a:lnTo>
                  <a:lnTo>
                    <a:pt x="395477" y="1543925"/>
                  </a:lnTo>
                  <a:lnTo>
                    <a:pt x="395299" y="1545418"/>
                  </a:lnTo>
                  <a:lnTo>
                    <a:pt x="370904" y="1543682"/>
                  </a:lnTo>
                  <a:lnTo>
                    <a:pt x="371138" y="1541986"/>
                  </a:lnTo>
                  <a:lnTo>
                    <a:pt x="371425" y="1540334"/>
                  </a:lnTo>
                  <a:lnTo>
                    <a:pt x="371763" y="1538728"/>
                  </a:lnTo>
                  <a:lnTo>
                    <a:pt x="372154" y="1537167"/>
                  </a:lnTo>
                  <a:lnTo>
                    <a:pt x="372597" y="1535652"/>
                  </a:lnTo>
                  <a:lnTo>
                    <a:pt x="373092" y="1534181"/>
                  </a:lnTo>
                  <a:lnTo>
                    <a:pt x="373639" y="1532755"/>
                  </a:lnTo>
                  <a:lnTo>
                    <a:pt x="374238" y="1531375"/>
                  </a:lnTo>
                  <a:lnTo>
                    <a:pt x="374889" y="1530040"/>
                  </a:lnTo>
                  <a:lnTo>
                    <a:pt x="375592" y="1528750"/>
                  </a:lnTo>
                  <a:lnTo>
                    <a:pt x="376357" y="1527504"/>
                  </a:lnTo>
                  <a:lnTo>
                    <a:pt x="377158" y="1526301"/>
                  </a:lnTo>
                  <a:lnTo>
                    <a:pt x="377996" y="1525142"/>
                  </a:lnTo>
                  <a:lnTo>
                    <a:pt x="378870" y="1524027"/>
                  </a:lnTo>
                  <a:lnTo>
                    <a:pt x="379781" y="1522955"/>
                  </a:lnTo>
                  <a:lnTo>
                    <a:pt x="380728" y="1521926"/>
                  </a:lnTo>
                  <a:lnTo>
                    <a:pt x="381712" y="1520940"/>
                  </a:lnTo>
                  <a:lnTo>
                    <a:pt x="382732" y="1519999"/>
                  </a:lnTo>
                  <a:lnTo>
                    <a:pt x="383788" y="1519100"/>
                  </a:lnTo>
                  <a:lnTo>
                    <a:pt x="384881" y="1518245"/>
                  </a:lnTo>
                  <a:lnTo>
                    <a:pt x="386027" y="1517433"/>
                  </a:lnTo>
                  <a:lnTo>
                    <a:pt x="387205" y="1516665"/>
                  </a:lnTo>
                  <a:lnTo>
                    <a:pt x="388416" y="1515940"/>
                  </a:lnTo>
                  <a:lnTo>
                    <a:pt x="389660" y="1515258"/>
                  </a:lnTo>
                  <a:lnTo>
                    <a:pt x="390937" y="1514620"/>
                  </a:lnTo>
                  <a:lnTo>
                    <a:pt x="392247" y="1514026"/>
                  </a:lnTo>
                  <a:lnTo>
                    <a:pt x="393590" y="1513474"/>
                  </a:lnTo>
                  <a:lnTo>
                    <a:pt x="394966" y="1512966"/>
                  </a:lnTo>
                  <a:lnTo>
                    <a:pt x="396375" y="1512502"/>
                  </a:lnTo>
                  <a:lnTo>
                    <a:pt x="397817" y="1512081"/>
                  </a:lnTo>
                  <a:lnTo>
                    <a:pt x="399284" y="1511685"/>
                  </a:lnTo>
                  <a:lnTo>
                    <a:pt x="400769" y="1511331"/>
                  </a:lnTo>
                  <a:lnTo>
                    <a:pt x="402271" y="1511018"/>
                  </a:lnTo>
                  <a:lnTo>
                    <a:pt x="403790" y="1510747"/>
                  </a:lnTo>
                  <a:lnTo>
                    <a:pt x="405327" y="1510518"/>
                  </a:lnTo>
                  <a:lnTo>
                    <a:pt x="406881" y="1510331"/>
                  </a:lnTo>
                  <a:lnTo>
                    <a:pt x="408452" y="1510185"/>
                  </a:lnTo>
                  <a:lnTo>
                    <a:pt x="410041" y="1510081"/>
                  </a:lnTo>
                  <a:lnTo>
                    <a:pt x="411647" y="1510018"/>
                  </a:lnTo>
                  <a:lnTo>
                    <a:pt x="413270" y="1509997"/>
                  </a:lnTo>
                  <a:lnTo>
                    <a:pt x="415393" y="1510023"/>
                  </a:lnTo>
                  <a:lnTo>
                    <a:pt x="417455" y="1510101"/>
                  </a:lnTo>
                  <a:lnTo>
                    <a:pt x="419456" y="1510232"/>
                  </a:lnTo>
                  <a:lnTo>
                    <a:pt x="421396" y="1510414"/>
                  </a:lnTo>
                  <a:lnTo>
                    <a:pt x="423276" y="1510648"/>
                  </a:lnTo>
                  <a:lnTo>
                    <a:pt x="425095" y="1510935"/>
                  </a:lnTo>
                  <a:lnTo>
                    <a:pt x="426853" y="1511273"/>
                  </a:lnTo>
                  <a:lnTo>
                    <a:pt x="428550" y="1511664"/>
                  </a:lnTo>
                  <a:lnTo>
                    <a:pt x="430187" y="1512107"/>
                  </a:lnTo>
                  <a:lnTo>
                    <a:pt x="431762" y="1512602"/>
                  </a:lnTo>
                  <a:lnTo>
                    <a:pt x="433280" y="1513141"/>
                  </a:lnTo>
                  <a:lnTo>
                    <a:pt x="434742" y="1513716"/>
                  </a:lnTo>
                  <a:lnTo>
                    <a:pt x="436148" y="1514329"/>
                  </a:lnTo>
                  <a:lnTo>
                    <a:pt x="437499" y="1514977"/>
                  </a:lnTo>
                  <a:lnTo>
                    <a:pt x="438794" y="1515662"/>
                  </a:lnTo>
                  <a:lnTo>
                    <a:pt x="440034" y="1516383"/>
                  </a:lnTo>
                  <a:lnTo>
                    <a:pt x="441218" y="1517141"/>
                  </a:lnTo>
                  <a:lnTo>
                    <a:pt x="442347" y="1517936"/>
                  </a:lnTo>
                  <a:lnTo>
                    <a:pt x="443420" y="1518767"/>
                  </a:lnTo>
                  <a:lnTo>
                    <a:pt x="444437" y="1519634"/>
                  </a:lnTo>
                  <a:lnTo>
                    <a:pt x="445401" y="1520534"/>
                  </a:lnTo>
                  <a:lnTo>
                    <a:pt x="446313" y="1521464"/>
                  </a:lnTo>
                  <a:lnTo>
                    <a:pt x="447172" y="1522423"/>
                  </a:lnTo>
                  <a:lnTo>
                    <a:pt x="447980" y="1523412"/>
                  </a:lnTo>
                  <a:lnTo>
                    <a:pt x="448735" y="1524430"/>
                  </a:lnTo>
                  <a:lnTo>
                    <a:pt x="449438" y="1525478"/>
                  </a:lnTo>
                  <a:lnTo>
                    <a:pt x="450089" y="1526556"/>
                  </a:lnTo>
                  <a:lnTo>
                    <a:pt x="450688" y="1527663"/>
                  </a:lnTo>
                  <a:lnTo>
                    <a:pt x="451235" y="1528799"/>
                  </a:lnTo>
                  <a:lnTo>
                    <a:pt x="451730" y="1529965"/>
                  </a:lnTo>
                  <a:lnTo>
                    <a:pt x="452175" y="1531154"/>
                  </a:lnTo>
                  <a:lnTo>
                    <a:pt x="452574" y="1532358"/>
                  </a:lnTo>
                  <a:lnTo>
                    <a:pt x="452926" y="1533577"/>
                  </a:lnTo>
                  <a:lnTo>
                    <a:pt x="453230" y="1534813"/>
                  </a:lnTo>
                  <a:lnTo>
                    <a:pt x="453488" y="1536064"/>
                  </a:lnTo>
                  <a:lnTo>
                    <a:pt x="453699" y="1537331"/>
                  </a:lnTo>
                  <a:lnTo>
                    <a:pt x="453863" y="1538613"/>
                  </a:lnTo>
                  <a:lnTo>
                    <a:pt x="453980" y="1539911"/>
                  </a:lnTo>
                  <a:lnTo>
                    <a:pt x="454051" y="1541224"/>
                  </a:lnTo>
                  <a:lnTo>
                    <a:pt x="454074" y="1542553"/>
                  </a:lnTo>
                  <a:lnTo>
                    <a:pt x="454058" y="1543623"/>
                  </a:lnTo>
                  <a:lnTo>
                    <a:pt x="454012" y="1544679"/>
                  </a:lnTo>
                  <a:lnTo>
                    <a:pt x="453933" y="1545720"/>
                  </a:lnTo>
                  <a:lnTo>
                    <a:pt x="453824" y="1546748"/>
                  </a:lnTo>
                  <a:lnTo>
                    <a:pt x="453683" y="1547762"/>
                  </a:lnTo>
                  <a:lnTo>
                    <a:pt x="453512" y="1548763"/>
                  </a:lnTo>
                  <a:lnTo>
                    <a:pt x="453308" y="1549749"/>
                  </a:lnTo>
                  <a:lnTo>
                    <a:pt x="453074" y="1550721"/>
                  </a:lnTo>
                  <a:lnTo>
                    <a:pt x="452808" y="1551680"/>
                  </a:lnTo>
                  <a:lnTo>
                    <a:pt x="452511" y="1552624"/>
                  </a:lnTo>
                  <a:lnTo>
                    <a:pt x="452182" y="1553536"/>
                  </a:lnTo>
                  <a:lnTo>
                    <a:pt x="451820" y="1554430"/>
                  </a:lnTo>
                  <a:lnTo>
                    <a:pt x="451425" y="1555307"/>
                  </a:lnTo>
                  <a:lnTo>
                    <a:pt x="450997" y="1556166"/>
                  </a:lnTo>
                  <a:lnTo>
                    <a:pt x="450536" y="1557008"/>
                  </a:lnTo>
                  <a:lnTo>
                    <a:pt x="450042" y="1557833"/>
                  </a:lnTo>
                  <a:lnTo>
                    <a:pt x="449515" y="1558640"/>
                  </a:lnTo>
                  <a:lnTo>
                    <a:pt x="448955" y="1559431"/>
                  </a:lnTo>
                  <a:lnTo>
                    <a:pt x="448362" y="1560203"/>
                  </a:lnTo>
                  <a:lnTo>
                    <a:pt x="447737" y="1560958"/>
                  </a:lnTo>
                  <a:lnTo>
                    <a:pt x="447093" y="1561678"/>
                  </a:lnTo>
                  <a:lnTo>
                    <a:pt x="446413" y="1562379"/>
                  </a:lnTo>
                  <a:lnTo>
                    <a:pt x="445697" y="1563060"/>
                  </a:lnTo>
                  <a:lnTo>
                    <a:pt x="444944" y="1563723"/>
                  </a:lnTo>
                  <a:lnTo>
                    <a:pt x="444155" y="1564366"/>
                  </a:lnTo>
                  <a:lnTo>
                    <a:pt x="443330" y="1564990"/>
                  </a:lnTo>
                  <a:lnTo>
                    <a:pt x="442468" y="1565595"/>
                  </a:lnTo>
                  <a:lnTo>
                    <a:pt x="441569" y="1566181"/>
                  </a:lnTo>
                  <a:lnTo>
                    <a:pt x="440634" y="1566748"/>
                  </a:lnTo>
                  <a:lnTo>
                    <a:pt x="439663" y="1567296"/>
                  </a:lnTo>
                  <a:lnTo>
                    <a:pt x="438655" y="1567804"/>
                  </a:lnTo>
                  <a:lnTo>
                    <a:pt x="437610" y="1568286"/>
                  </a:lnTo>
                  <a:lnTo>
                    <a:pt x="436529" y="1568742"/>
                  </a:lnTo>
                  <a:lnTo>
                    <a:pt x="435412" y="1569171"/>
                  </a:lnTo>
                  <a:lnTo>
                    <a:pt x="434258" y="1569575"/>
                  </a:lnTo>
                  <a:lnTo>
                    <a:pt x="433068" y="1569953"/>
                  </a:lnTo>
                  <a:lnTo>
                    <a:pt x="431841" y="1570304"/>
                  </a:lnTo>
                  <a:lnTo>
                    <a:pt x="430578" y="1570630"/>
                  </a:lnTo>
                  <a:lnTo>
                    <a:pt x="429278" y="1570929"/>
                  </a:lnTo>
                  <a:lnTo>
                    <a:pt x="427942" y="1571203"/>
                  </a:lnTo>
                  <a:lnTo>
                    <a:pt x="427942" y="1571550"/>
                  </a:lnTo>
                  <a:lnTo>
                    <a:pt x="429433" y="1571741"/>
                  </a:lnTo>
                  <a:lnTo>
                    <a:pt x="430884" y="1571967"/>
                  </a:lnTo>
                  <a:lnTo>
                    <a:pt x="432294" y="1572227"/>
                  </a:lnTo>
                  <a:lnTo>
                    <a:pt x="433665" y="1572522"/>
                  </a:lnTo>
                  <a:lnTo>
                    <a:pt x="434996" y="1572852"/>
                  </a:lnTo>
                  <a:lnTo>
                    <a:pt x="436287" y="1573217"/>
                  </a:lnTo>
                  <a:lnTo>
                    <a:pt x="437538" y="1573616"/>
                  </a:lnTo>
                  <a:lnTo>
                    <a:pt x="438749" y="1574050"/>
                  </a:lnTo>
                  <a:lnTo>
                    <a:pt x="439920" y="1574519"/>
                  </a:lnTo>
                  <a:lnTo>
                    <a:pt x="441052" y="1575023"/>
                  </a:lnTo>
                  <a:lnTo>
                    <a:pt x="442143" y="1575539"/>
                  </a:lnTo>
                  <a:lnTo>
                    <a:pt x="443194" y="1576082"/>
                  </a:lnTo>
                  <a:lnTo>
                    <a:pt x="444206" y="1576651"/>
                  </a:lnTo>
                  <a:lnTo>
                    <a:pt x="445177" y="1577245"/>
                  </a:lnTo>
                  <a:lnTo>
                    <a:pt x="446109" y="1577866"/>
                  </a:lnTo>
                  <a:lnTo>
                    <a:pt x="447000" y="1578513"/>
                  </a:lnTo>
                  <a:lnTo>
                    <a:pt x="447852" y="1579186"/>
                  </a:lnTo>
                  <a:lnTo>
                    <a:pt x="448664" y="1579884"/>
                  </a:lnTo>
                  <a:lnTo>
                    <a:pt x="449436" y="1580609"/>
                  </a:lnTo>
                  <a:lnTo>
                    <a:pt x="450167" y="1581360"/>
                  </a:lnTo>
                  <a:lnTo>
                    <a:pt x="450861" y="1582135"/>
                  </a:lnTo>
                  <a:lnTo>
                    <a:pt x="451518" y="1582930"/>
                  </a:lnTo>
                  <a:lnTo>
                    <a:pt x="452139" y="1583746"/>
                  </a:lnTo>
                  <a:lnTo>
                    <a:pt x="452723" y="1584583"/>
                  </a:lnTo>
                  <a:lnTo>
                    <a:pt x="453271" y="1585441"/>
                  </a:lnTo>
                  <a:lnTo>
                    <a:pt x="453782" y="1586319"/>
                  </a:lnTo>
                  <a:lnTo>
                    <a:pt x="454257" y="1587219"/>
                  </a:lnTo>
                  <a:lnTo>
                    <a:pt x="454696" y="1588139"/>
                  </a:lnTo>
                  <a:lnTo>
                    <a:pt x="455098" y="1589080"/>
                  </a:lnTo>
                  <a:lnTo>
                    <a:pt x="455463" y="1590042"/>
                  </a:lnTo>
                  <a:lnTo>
                    <a:pt x="455793" y="1591003"/>
                  </a:lnTo>
                  <a:lnTo>
                    <a:pt x="456088" y="1591976"/>
                  </a:lnTo>
                  <a:lnTo>
                    <a:pt x="456349" y="1592962"/>
                  </a:lnTo>
                  <a:lnTo>
                    <a:pt x="456574" y="1593959"/>
                  </a:lnTo>
                  <a:lnTo>
                    <a:pt x="456765" y="1594969"/>
                  </a:lnTo>
                  <a:lnTo>
                    <a:pt x="456922" y="1595991"/>
                  </a:lnTo>
                  <a:lnTo>
                    <a:pt x="457043" y="1597025"/>
                  </a:lnTo>
                  <a:lnTo>
                    <a:pt x="457130" y="1598071"/>
                  </a:lnTo>
                  <a:lnTo>
                    <a:pt x="457182" y="1599129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h26"/>
            <p:cNvSpPr/>
            <p:nvPr/>
          </p:nvSpPr>
          <p:spPr>
            <a:xfrm>
              <a:off x="6747114" y="3447079"/>
              <a:ext cx="457200" cy="1636141"/>
            </a:xfrm>
            <a:custGeom>
              <a:avLst/>
              <a:pathLst>
                <a:path w="457200" h="1636141">
                  <a:moveTo>
                    <a:pt x="457200" y="1600200"/>
                  </a:moveTo>
                  <a:lnTo>
                    <a:pt x="457172" y="1601850"/>
                  </a:lnTo>
                  <a:lnTo>
                    <a:pt x="457088" y="1603467"/>
                  </a:lnTo>
                  <a:lnTo>
                    <a:pt x="456949" y="1605052"/>
                  </a:lnTo>
                  <a:lnTo>
                    <a:pt x="456755" y="1606603"/>
                  </a:lnTo>
                  <a:lnTo>
                    <a:pt x="456505" y="1608121"/>
                  </a:lnTo>
                  <a:lnTo>
                    <a:pt x="456199" y="1609607"/>
                  </a:lnTo>
                  <a:lnTo>
                    <a:pt x="455838" y="1611059"/>
                  </a:lnTo>
                  <a:lnTo>
                    <a:pt x="455422" y="1612479"/>
                  </a:lnTo>
                  <a:lnTo>
                    <a:pt x="454949" y="1613865"/>
                  </a:lnTo>
                  <a:lnTo>
                    <a:pt x="454421" y="1615219"/>
                  </a:lnTo>
                  <a:lnTo>
                    <a:pt x="453855" y="1616519"/>
                  </a:lnTo>
                  <a:lnTo>
                    <a:pt x="453234" y="1617782"/>
                  </a:lnTo>
                  <a:lnTo>
                    <a:pt x="452557" y="1619006"/>
                  </a:lnTo>
                  <a:lnTo>
                    <a:pt x="451824" y="1620192"/>
                  </a:lnTo>
                  <a:lnTo>
                    <a:pt x="451036" y="1621339"/>
                  </a:lnTo>
                  <a:lnTo>
                    <a:pt x="450192" y="1622449"/>
                  </a:lnTo>
                  <a:lnTo>
                    <a:pt x="449292" y="1623520"/>
                  </a:lnTo>
                  <a:lnTo>
                    <a:pt x="448337" y="1624553"/>
                  </a:lnTo>
                  <a:lnTo>
                    <a:pt x="447327" y="1625548"/>
                  </a:lnTo>
                  <a:lnTo>
                    <a:pt x="446261" y="1626505"/>
                  </a:lnTo>
                  <a:lnTo>
                    <a:pt x="445140" y="1627421"/>
                  </a:lnTo>
                  <a:lnTo>
                    <a:pt x="443965" y="1628293"/>
                  </a:lnTo>
                  <a:lnTo>
                    <a:pt x="442737" y="1629122"/>
                  </a:lnTo>
                  <a:lnTo>
                    <a:pt x="441454" y="1629908"/>
                  </a:lnTo>
                  <a:lnTo>
                    <a:pt x="440118" y="1630650"/>
                  </a:lnTo>
                  <a:lnTo>
                    <a:pt x="438728" y="1631349"/>
                  </a:lnTo>
                  <a:lnTo>
                    <a:pt x="437285" y="1632005"/>
                  </a:lnTo>
                  <a:lnTo>
                    <a:pt x="435787" y="1632617"/>
                  </a:lnTo>
                  <a:lnTo>
                    <a:pt x="434236" y="1633185"/>
                  </a:lnTo>
                  <a:lnTo>
                    <a:pt x="432630" y="1633711"/>
                  </a:lnTo>
                  <a:lnTo>
                    <a:pt x="430989" y="1634172"/>
                  </a:lnTo>
                  <a:lnTo>
                    <a:pt x="429293" y="1634586"/>
                  </a:lnTo>
                  <a:lnTo>
                    <a:pt x="427544" y="1634950"/>
                  </a:lnTo>
                  <a:lnTo>
                    <a:pt x="425741" y="1635266"/>
                  </a:lnTo>
                  <a:lnTo>
                    <a:pt x="423884" y="1635534"/>
                  </a:lnTo>
                  <a:lnTo>
                    <a:pt x="421973" y="1635753"/>
                  </a:lnTo>
                  <a:lnTo>
                    <a:pt x="420008" y="1635923"/>
                  </a:lnTo>
                  <a:lnTo>
                    <a:pt x="417990" y="1636044"/>
                  </a:lnTo>
                  <a:lnTo>
                    <a:pt x="415917" y="1636117"/>
                  </a:lnTo>
                  <a:lnTo>
                    <a:pt x="413791" y="1636141"/>
                  </a:lnTo>
                  <a:lnTo>
                    <a:pt x="411432" y="1636111"/>
                  </a:lnTo>
                  <a:lnTo>
                    <a:pt x="409148" y="1636020"/>
                  </a:lnTo>
                  <a:lnTo>
                    <a:pt x="406939" y="1635868"/>
                  </a:lnTo>
                  <a:lnTo>
                    <a:pt x="404804" y="1635655"/>
                  </a:lnTo>
                  <a:lnTo>
                    <a:pt x="402744" y="1635382"/>
                  </a:lnTo>
                  <a:lnTo>
                    <a:pt x="400758" y="1635048"/>
                  </a:lnTo>
                  <a:lnTo>
                    <a:pt x="398848" y="1634653"/>
                  </a:lnTo>
                  <a:lnTo>
                    <a:pt x="397011" y="1634197"/>
                  </a:lnTo>
                  <a:lnTo>
                    <a:pt x="395250" y="1633680"/>
                  </a:lnTo>
                  <a:lnTo>
                    <a:pt x="393563" y="1633103"/>
                  </a:lnTo>
                  <a:lnTo>
                    <a:pt x="391960" y="1632476"/>
                  </a:lnTo>
                  <a:lnTo>
                    <a:pt x="390413" y="1631811"/>
                  </a:lnTo>
                  <a:lnTo>
                    <a:pt x="388924" y="1631108"/>
                  </a:lnTo>
                  <a:lnTo>
                    <a:pt x="387493" y="1630366"/>
                  </a:lnTo>
                  <a:lnTo>
                    <a:pt x="386119" y="1629587"/>
                  </a:lnTo>
                  <a:lnTo>
                    <a:pt x="384802" y="1628769"/>
                  </a:lnTo>
                  <a:lnTo>
                    <a:pt x="383542" y="1627913"/>
                  </a:lnTo>
                  <a:lnTo>
                    <a:pt x="382339" y="1627019"/>
                  </a:lnTo>
                  <a:lnTo>
                    <a:pt x="381194" y="1626086"/>
                  </a:lnTo>
                  <a:lnTo>
                    <a:pt x="380107" y="1625116"/>
                  </a:lnTo>
                  <a:lnTo>
                    <a:pt x="379090" y="1624096"/>
                  </a:lnTo>
                  <a:lnTo>
                    <a:pt x="378124" y="1623050"/>
                  </a:lnTo>
                  <a:lnTo>
                    <a:pt x="377208" y="1621977"/>
                  </a:lnTo>
                  <a:lnTo>
                    <a:pt x="376342" y="1620879"/>
                  </a:lnTo>
                  <a:lnTo>
                    <a:pt x="375527" y="1619755"/>
                  </a:lnTo>
                  <a:lnTo>
                    <a:pt x="374762" y="1618605"/>
                  </a:lnTo>
                  <a:lnTo>
                    <a:pt x="374048" y="1617428"/>
                  </a:lnTo>
                  <a:lnTo>
                    <a:pt x="373383" y="1616226"/>
                  </a:lnTo>
                  <a:lnTo>
                    <a:pt x="372770" y="1614997"/>
                  </a:lnTo>
                  <a:lnTo>
                    <a:pt x="372206" y="1613743"/>
                  </a:lnTo>
                  <a:lnTo>
                    <a:pt x="371704" y="1612474"/>
                  </a:lnTo>
                  <a:lnTo>
                    <a:pt x="371237" y="1611201"/>
                  </a:lnTo>
                  <a:lnTo>
                    <a:pt x="370808" y="1609925"/>
                  </a:lnTo>
                  <a:lnTo>
                    <a:pt x="370414" y="1608645"/>
                  </a:lnTo>
                  <a:lnTo>
                    <a:pt x="370058" y="1607362"/>
                  </a:lnTo>
                  <a:lnTo>
                    <a:pt x="369737" y="1606075"/>
                  </a:lnTo>
                  <a:lnTo>
                    <a:pt x="369453" y="1604785"/>
                  </a:lnTo>
                  <a:lnTo>
                    <a:pt x="369206" y="1603492"/>
                  </a:lnTo>
                  <a:lnTo>
                    <a:pt x="368995" y="1602195"/>
                  </a:lnTo>
                  <a:lnTo>
                    <a:pt x="368820" y="1600894"/>
                  </a:lnTo>
                  <a:lnTo>
                    <a:pt x="393650" y="1598724"/>
                  </a:lnTo>
                  <a:lnTo>
                    <a:pt x="393763" y="1599499"/>
                  </a:lnTo>
                  <a:lnTo>
                    <a:pt x="393893" y="1600262"/>
                  </a:lnTo>
                  <a:lnTo>
                    <a:pt x="394041" y="1601013"/>
                  </a:lnTo>
                  <a:lnTo>
                    <a:pt x="394206" y="1601752"/>
                  </a:lnTo>
                  <a:lnTo>
                    <a:pt x="394388" y="1602478"/>
                  </a:lnTo>
                  <a:lnTo>
                    <a:pt x="394588" y="1603193"/>
                  </a:lnTo>
                  <a:lnTo>
                    <a:pt x="394805" y="1603895"/>
                  </a:lnTo>
                  <a:lnTo>
                    <a:pt x="395039" y="1604585"/>
                  </a:lnTo>
                  <a:lnTo>
                    <a:pt x="395291" y="1605264"/>
                  </a:lnTo>
                  <a:lnTo>
                    <a:pt x="395560" y="1605929"/>
                  </a:lnTo>
                  <a:lnTo>
                    <a:pt x="395865" y="1606563"/>
                  </a:lnTo>
                  <a:lnTo>
                    <a:pt x="396188" y="1607180"/>
                  </a:lnTo>
                  <a:lnTo>
                    <a:pt x="396531" y="1607779"/>
                  </a:lnTo>
                  <a:lnTo>
                    <a:pt x="396893" y="1608360"/>
                  </a:lnTo>
                  <a:lnTo>
                    <a:pt x="397274" y="1608925"/>
                  </a:lnTo>
                  <a:lnTo>
                    <a:pt x="397675" y="1609471"/>
                  </a:lnTo>
                  <a:lnTo>
                    <a:pt x="398094" y="1610001"/>
                  </a:lnTo>
                  <a:lnTo>
                    <a:pt x="398532" y="1610513"/>
                  </a:lnTo>
                  <a:lnTo>
                    <a:pt x="398990" y="1611008"/>
                  </a:lnTo>
                  <a:lnTo>
                    <a:pt x="399467" y="1611486"/>
                  </a:lnTo>
                  <a:lnTo>
                    <a:pt x="399963" y="1611944"/>
                  </a:lnTo>
                  <a:lnTo>
                    <a:pt x="400481" y="1612382"/>
                  </a:lnTo>
                  <a:lnTo>
                    <a:pt x="401019" y="1612798"/>
                  </a:lnTo>
                  <a:lnTo>
                    <a:pt x="401578" y="1613194"/>
                  </a:lnTo>
                  <a:lnTo>
                    <a:pt x="402158" y="1613569"/>
                  </a:lnTo>
                  <a:lnTo>
                    <a:pt x="402759" y="1613923"/>
                  </a:lnTo>
                  <a:lnTo>
                    <a:pt x="403380" y="1614257"/>
                  </a:lnTo>
                  <a:lnTo>
                    <a:pt x="404023" y="1614569"/>
                  </a:lnTo>
                  <a:lnTo>
                    <a:pt x="404686" y="1614861"/>
                  </a:lnTo>
                  <a:lnTo>
                    <a:pt x="405370" y="1615132"/>
                  </a:lnTo>
                  <a:lnTo>
                    <a:pt x="406094" y="1615363"/>
                  </a:lnTo>
                  <a:lnTo>
                    <a:pt x="406843" y="1615569"/>
                  </a:lnTo>
                  <a:lnTo>
                    <a:pt x="407615" y="1615752"/>
                  </a:lnTo>
                  <a:lnTo>
                    <a:pt x="408412" y="1615910"/>
                  </a:lnTo>
                  <a:lnTo>
                    <a:pt x="409233" y="1616043"/>
                  </a:lnTo>
                  <a:lnTo>
                    <a:pt x="410079" y="1616153"/>
                  </a:lnTo>
                  <a:lnTo>
                    <a:pt x="410949" y="1616238"/>
                  </a:lnTo>
                  <a:lnTo>
                    <a:pt x="411843" y="1616299"/>
                  </a:lnTo>
                  <a:lnTo>
                    <a:pt x="412762" y="1616335"/>
                  </a:lnTo>
                  <a:lnTo>
                    <a:pt x="413704" y="1616347"/>
                  </a:lnTo>
                  <a:lnTo>
                    <a:pt x="415419" y="1616304"/>
                  </a:lnTo>
                  <a:lnTo>
                    <a:pt x="417056" y="1616174"/>
                  </a:lnTo>
                  <a:lnTo>
                    <a:pt x="418614" y="1615957"/>
                  </a:lnTo>
                  <a:lnTo>
                    <a:pt x="420094" y="1615653"/>
                  </a:lnTo>
                  <a:lnTo>
                    <a:pt x="421496" y="1615262"/>
                  </a:lnTo>
                  <a:lnTo>
                    <a:pt x="422820" y="1614785"/>
                  </a:lnTo>
                  <a:lnTo>
                    <a:pt x="424066" y="1614220"/>
                  </a:lnTo>
                  <a:lnTo>
                    <a:pt x="425234" y="1613569"/>
                  </a:lnTo>
                  <a:lnTo>
                    <a:pt x="426323" y="1612831"/>
                  </a:lnTo>
                  <a:lnTo>
                    <a:pt x="427335" y="1612007"/>
                  </a:lnTo>
                  <a:lnTo>
                    <a:pt x="428258" y="1611092"/>
                  </a:lnTo>
                  <a:lnTo>
                    <a:pt x="429085" y="1610086"/>
                  </a:lnTo>
                  <a:lnTo>
                    <a:pt x="429814" y="1608988"/>
                  </a:lnTo>
                  <a:lnTo>
                    <a:pt x="430446" y="1607798"/>
                  </a:lnTo>
                  <a:lnTo>
                    <a:pt x="430981" y="1606515"/>
                  </a:lnTo>
                  <a:lnTo>
                    <a:pt x="431419" y="1605141"/>
                  </a:lnTo>
                  <a:lnTo>
                    <a:pt x="431759" y="1603675"/>
                  </a:lnTo>
                  <a:lnTo>
                    <a:pt x="432002" y="1602116"/>
                  </a:lnTo>
                  <a:lnTo>
                    <a:pt x="432148" y="1600466"/>
                  </a:lnTo>
                  <a:lnTo>
                    <a:pt x="432196" y="1598724"/>
                  </a:lnTo>
                  <a:lnTo>
                    <a:pt x="432173" y="1597651"/>
                  </a:lnTo>
                  <a:lnTo>
                    <a:pt x="432103" y="1596623"/>
                  </a:lnTo>
                  <a:lnTo>
                    <a:pt x="431985" y="1595637"/>
                  </a:lnTo>
                  <a:lnTo>
                    <a:pt x="431821" y="1594695"/>
                  </a:lnTo>
                  <a:lnTo>
                    <a:pt x="431610" y="1593797"/>
                  </a:lnTo>
                  <a:lnTo>
                    <a:pt x="431353" y="1592942"/>
                  </a:lnTo>
                  <a:lnTo>
                    <a:pt x="431048" y="1592130"/>
                  </a:lnTo>
                  <a:lnTo>
                    <a:pt x="430696" y="1591362"/>
                  </a:lnTo>
                  <a:lnTo>
                    <a:pt x="430298" y="1590637"/>
                  </a:lnTo>
                  <a:lnTo>
                    <a:pt x="429852" y="1589955"/>
                  </a:lnTo>
                  <a:lnTo>
                    <a:pt x="429388" y="1589311"/>
                  </a:lnTo>
                  <a:lnTo>
                    <a:pt x="428897" y="1588698"/>
                  </a:lnTo>
                  <a:lnTo>
                    <a:pt x="428381" y="1588116"/>
                  </a:lnTo>
                  <a:lnTo>
                    <a:pt x="427838" y="1587566"/>
                  </a:lnTo>
                  <a:lnTo>
                    <a:pt x="427270" y="1587047"/>
                  </a:lnTo>
                  <a:lnTo>
                    <a:pt x="426675" y="1586559"/>
                  </a:lnTo>
                  <a:lnTo>
                    <a:pt x="426054" y="1586102"/>
                  </a:lnTo>
                  <a:lnTo>
                    <a:pt x="425407" y="1585677"/>
                  </a:lnTo>
                  <a:lnTo>
                    <a:pt x="424735" y="1585283"/>
                  </a:lnTo>
                  <a:lnTo>
                    <a:pt x="424036" y="1584920"/>
                  </a:lnTo>
                  <a:lnTo>
                    <a:pt x="423335" y="1584567"/>
                  </a:lnTo>
                  <a:lnTo>
                    <a:pt x="422622" y="1584239"/>
                  </a:lnTo>
                  <a:lnTo>
                    <a:pt x="421897" y="1583935"/>
                  </a:lnTo>
                  <a:lnTo>
                    <a:pt x="421160" y="1583656"/>
                  </a:lnTo>
                  <a:lnTo>
                    <a:pt x="420411" y="1583401"/>
                  </a:lnTo>
                  <a:lnTo>
                    <a:pt x="419650" y="1583170"/>
                  </a:lnTo>
                  <a:lnTo>
                    <a:pt x="418876" y="1582963"/>
                  </a:lnTo>
                  <a:lnTo>
                    <a:pt x="418090" y="1582781"/>
                  </a:lnTo>
                  <a:lnTo>
                    <a:pt x="417293" y="1582623"/>
                  </a:lnTo>
                  <a:lnTo>
                    <a:pt x="416483" y="1582489"/>
                  </a:lnTo>
                  <a:lnTo>
                    <a:pt x="415671" y="1582373"/>
                  </a:lnTo>
                  <a:lnTo>
                    <a:pt x="414868" y="1582270"/>
                  </a:lnTo>
                  <a:lnTo>
                    <a:pt x="414073" y="1582179"/>
                  </a:lnTo>
                  <a:lnTo>
                    <a:pt x="413288" y="1582100"/>
                  </a:lnTo>
                  <a:lnTo>
                    <a:pt x="412511" y="1582033"/>
                  </a:lnTo>
                  <a:lnTo>
                    <a:pt x="411742" y="1581978"/>
                  </a:lnTo>
                  <a:lnTo>
                    <a:pt x="410983" y="1581936"/>
                  </a:lnTo>
                  <a:lnTo>
                    <a:pt x="410232" y="1581906"/>
                  </a:lnTo>
                  <a:lnTo>
                    <a:pt x="409490" y="1581887"/>
                  </a:lnTo>
                  <a:lnTo>
                    <a:pt x="408756" y="1581881"/>
                  </a:lnTo>
                  <a:lnTo>
                    <a:pt x="400248" y="1581881"/>
                  </a:lnTo>
                  <a:lnTo>
                    <a:pt x="400248" y="1562174"/>
                  </a:lnTo>
                  <a:lnTo>
                    <a:pt x="408235" y="1562174"/>
                  </a:lnTo>
                  <a:lnTo>
                    <a:pt x="408965" y="1562167"/>
                  </a:lnTo>
                  <a:lnTo>
                    <a:pt x="409697" y="1562146"/>
                  </a:lnTo>
                  <a:lnTo>
                    <a:pt x="410431" y="1562111"/>
                  </a:lnTo>
                  <a:lnTo>
                    <a:pt x="411166" y="1562063"/>
                  </a:lnTo>
                  <a:lnTo>
                    <a:pt x="411903" y="1562000"/>
                  </a:lnTo>
                  <a:lnTo>
                    <a:pt x="412642" y="1561924"/>
                  </a:lnTo>
                  <a:lnTo>
                    <a:pt x="413382" y="1561834"/>
                  </a:lnTo>
                  <a:lnTo>
                    <a:pt x="414125" y="1561729"/>
                  </a:lnTo>
                  <a:lnTo>
                    <a:pt x="414869" y="1561611"/>
                  </a:lnTo>
                  <a:lnTo>
                    <a:pt x="415614" y="1561479"/>
                  </a:lnTo>
                  <a:lnTo>
                    <a:pt x="416371" y="1561329"/>
                  </a:lnTo>
                  <a:lnTo>
                    <a:pt x="417111" y="1561156"/>
                  </a:lnTo>
                  <a:lnTo>
                    <a:pt x="417836" y="1560961"/>
                  </a:lnTo>
                  <a:lnTo>
                    <a:pt x="418545" y="1560743"/>
                  </a:lnTo>
                  <a:lnTo>
                    <a:pt x="419239" y="1560503"/>
                  </a:lnTo>
                  <a:lnTo>
                    <a:pt x="419917" y="1560240"/>
                  </a:lnTo>
                  <a:lnTo>
                    <a:pt x="420579" y="1559954"/>
                  </a:lnTo>
                  <a:lnTo>
                    <a:pt x="421226" y="1559646"/>
                  </a:lnTo>
                  <a:lnTo>
                    <a:pt x="421857" y="1559315"/>
                  </a:lnTo>
                  <a:lnTo>
                    <a:pt x="422473" y="1558962"/>
                  </a:lnTo>
                  <a:lnTo>
                    <a:pt x="423069" y="1558583"/>
                  </a:lnTo>
                  <a:lnTo>
                    <a:pt x="423643" y="1558177"/>
                  </a:lnTo>
                  <a:lnTo>
                    <a:pt x="424195" y="1557743"/>
                  </a:lnTo>
                  <a:lnTo>
                    <a:pt x="424723" y="1557281"/>
                  </a:lnTo>
                  <a:lnTo>
                    <a:pt x="425229" y="1556791"/>
                  </a:lnTo>
                  <a:lnTo>
                    <a:pt x="425713" y="1556274"/>
                  </a:lnTo>
                  <a:lnTo>
                    <a:pt x="426174" y="1555729"/>
                  </a:lnTo>
                  <a:lnTo>
                    <a:pt x="426612" y="1555156"/>
                  </a:lnTo>
                  <a:lnTo>
                    <a:pt x="427028" y="1554555"/>
                  </a:lnTo>
                  <a:lnTo>
                    <a:pt x="427421" y="1553926"/>
                  </a:lnTo>
                  <a:lnTo>
                    <a:pt x="427784" y="1553249"/>
                  </a:lnTo>
                  <a:lnTo>
                    <a:pt x="428109" y="1552537"/>
                  </a:lnTo>
                  <a:lnTo>
                    <a:pt x="428396" y="1551791"/>
                  </a:lnTo>
                  <a:lnTo>
                    <a:pt x="428644" y="1551009"/>
                  </a:lnTo>
                  <a:lnTo>
                    <a:pt x="428854" y="1550193"/>
                  </a:lnTo>
                  <a:lnTo>
                    <a:pt x="429026" y="1549342"/>
                  </a:lnTo>
                  <a:lnTo>
                    <a:pt x="429160" y="1548457"/>
                  </a:lnTo>
                  <a:lnTo>
                    <a:pt x="429255" y="1547537"/>
                  </a:lnTo>
                  <a:lnTo>
                    <a:pt x="429312" y="1546582"/>
                  </a:lnTo>
                  <a:lnTo>
                    <a:pt x="429331" y="1545592"/>
                  </a:lnTo>
                  <a:lnTo>
                    <a:pt x="429289" y="1544114"/>
                  </a:lnTo>
                  <a:lnTo>
                    <a:pt x="429161" y="1542703"/>
                  </a:lnTo>
                  <a:lnTo>
                    <a:pt x="428949" y="1541357"/>
                  </a:lnTo>
                  <a:lnTo>
                    <a:pt x="428651" y="1540077"/>
                  </a:lnTo>
                  <a:lnTo>
                    <a:pt x="428268" y="1538864"/>
                  </a:lnTo>
                  <a:lnTo>
                    <a:pt x="427800" y="1537716"/>
                  </a:lnTo>
                  <a:lnTo>
                    <a:pt x="427247" y="1536634"/>
                  </a:lnTo>
                  <a:lnTo>
                    <a:pt x="426609" y="1535619"/>
                  </a:lnTo>
                  <a:lnTo>
                    <a:pt x="425886" y="1534669"/>
                  </a:lnTo>
                  <a:lnTo>
                    <a:pt x="425077" y="1533785"/>
                  </a:lnTo>
                  <a:lnTo>
                    <a:pt x="424205" y="1532960"/>
                  </a:lnTo>
                  <a:lnTo>
                    <a:pt x="423254" y="1532222"/>
                  </a:lnTo>
                  <a:lnTo>
                    <a:pt x="422226" y="1531571"/>
                  </a:lnTo>
                  <a:lnTo>
                    <a:pt x="421119" y="1531007"/>
                  </a:lnTo>
                  <a:lnTo>
                    <a:pt x="419934" y="1530529"/>
                  </a:lnTo>
                  <a:lnTo>
                    <a:pt x="418670" y="1530139"/>
                  </a:lnTo>
                  <a:lnTo>
                    <a:pt x="417329" y="1529835"/>
                  </a:lnTo>
                  <a:lnTo>
                    <a:pt x="415910" y="1529618"/>
                  </a:lnTo>
                  <a:lnTo>
                    <a:pt x="414412" y="1529488"/>
                  </a:lnTo>
                  <a:lnTo>
                    <a:pt x="412836" y="1529444"/>
                  </a:lnTo>
                  <a:lnTo>
                    <a:pt x="411354" y="1529486"/>
                  </a:lnTo>
                  <a:lnTo>
                    <a:pt x="409930" y="1529611"/>
                  </a:lnTo>
                  <a:lnTo>
                    <a:pt x="408562" y="1529819"/>
                  </a:lnTo>
                  <a:lnTo>
                    <a:pt x="407252" y="1530111"/>
                  </a:lnTo>
                  <a:lnTo>
                    <a:pt x="406000" y="1530486"/>
                  </a:lnTo>
                  <a:lnTo>
                    <a:pt x="404804" y="1530944"/>
                  </a:lnTo>
                  <a:lnTo>
                    <a:pt x="403666" y="1531486"/>
                  </a:lnTo>
                  <a:lnTo>
                    <a:pt x="402585" y="1532111"/>
                  </a:lnTo>
                  <a:lnTo>
                    <a:pt x="401561" y="1532820"/>
                  </a:lnTo>
                  <a:lnTo>
                    <a:pt x="400595" y="1533611"/>
                  </a:lnTo>
                  <a:lnTo>
                    <a:pt x="399714" y="1534479"/>
                  </a:lnTo>
                  <a:lnTo>
                    <a:pt x="398911" y="1535417"/>
                  </a:lnTo>
                  <a:lnTo>
                    <a:pt x="398186" y="1536424"/>
                  </a:lnTo>
                  <a:lnTo>
                    <a:pt x="397539" y="1537501"/>
                  </a:lnTo>
                  <a:lnTo>
                    <a:pt x="396971" y="1538647"/>
                  </a:lnTo>
                  <a:lnTo>
                    <a:pt x="396480" y="1539862"/>
                  </a:lnTo>
                  <a:lnTo>
                    <a:pt x="396068" y="1541147"/>
                  </a:lnTo>
                  <a:lnTo>
                    <a:pt x="395733" y="1542501"/>
                  </a:lnTo>
                  <a:lnTo>
                    <a:pt x="395477" y="1543925"/>
                  </a:lnTo>
                  <a:lnTo>
                    <a:pt x="395299" y="1545418"/>
                  </a:lnTo>
                  <a:lnTo>
                    <a:pt x="370904" y="1543682"/>
                  </a:lnTo>
                  <a:lnTo>
                    <a:pt x="371138" y="1541986"/>
                  </a:lnTo>
                  <a:lnTo>
                    <a:pt x="371425" y="1540334"/>
                  </a:lnTo>
                  <a:lnTo>
                    <a:pt x="371763" y="1538728"/>
                  </a:lnTo>
                  <a:lnTo>
                    <a:pt x="372154" y="1537167"/>
                  </a:lnTo>
                  <a:lnTo>
                    <a:pt x="372597" y="1535652"/>
                  </a:lnTo>
                  <a:lnTo>
                    <a:pt x="373092" y="1534181"/>
                  </a:lnTo>
                  <a:lnTo>
                    <a:pt x="373639" y="1532755"/>
                  </a:lnTo>
                  <a:lnTo>
                    <a:pt x="374238" y="1531375"/>
                  </a:lnTo>
                  <a:lnTo>
                    <a:pt x="374889" y="1530040"/>
                  </a:lnTo>
                  <a:lnTo>
                    <a:pt x="375592" y="1528750"/>
                  </a:lnTo>
                  <a:lnTo>
                    <a:pt x="376357" y="1527504"/>
                  </a:lnTo>
                  <a:lnTo>
                    <a:pt x="377158" y="1526301"/>
                  </a:lnTo>
                  <a:lnTo>
                    <a:pt x="377996" y="1525142"/>
                  </a:lnTo>
                  <a:lnTo>
                    <a:pt x="378870" y="1524027"/>
                  </a:lnTo>
                  <a:lnTo>
                    <a:pt x="379781" y="1522955"/>
                  </a:lnTo>
                  <a:lnTo>
                    <a:pt x="380728" y="1521926"/>
                  </a:lnTo>
                  <a:lnTo>
                    <a:pt x="381712" y="1520940"/>
                  </a:lnTo>
                  <a:lnTo>
                    <a:pt x="382732" y="1519999"/>
                  </a:lnTo>
                  <a:lnTo>
                    <a:pt x="383788" y="1519100"/>
                  </a:lnTo>
                  <a:lnTo>
                    <a:pt x="384881" y="1518245"/>
                  </a:lnTo>
                  <a:lnTo>
                    <a:pt x="386027" y="1517433"/>
                  </a:lnTo>
                  <a:lnTo>
                    <a:pt x="387205" y="1516665"/>
                  </a:lnTo>
                  <a:lnTo>
                    <a:pt x="388416" y="1515940"/>
                  </a:lnTo>
                  <a:lnTo>
                    <a:pt x="389660" y="1515258"/>
                  </a:lnTo>
                  <a:lnTo>
                    <a:pt x="390937" y="1514620"/>
                  </a:lnTo>
                  <a:lnTo>
                    <a:pt x="392247" y="1514026"/>
                  </a:lnTo>
                  <a:lnTo>
                    <a:pt x="393590" y="1513474"/>
                  </a:lnTo>
                  <a:lnTo>
                    <a:pt x="394966" y="1512966"/>
                  </a:lnTo>
                  <a:lnTo>
                    <a:pt x="396375" y="1512502"/>
                  </a:lnTo>
                  <a:lnTo>
                    <a:pt x="397817" y="1512081"/>
                  </a:lnTo>
                  <a:lnTo>
                    <a:pt x="399284" y="1511685"/>
                  </a:lnTo>
                  <a:lnTo>
                    <a:pt x="400769" y="1511331"/>
                  </a:lnTo>
                  <a:lnTo>
                    <a:pt x="402271" y="1511018"/>
                  </a:lnTo>
                  <a:lnTo>
                    <a:pt x="403790" y="1510747"/>
                  </a:lnTo>
                  <a:lnTo>
                    <a:pt x="405327" y="1510518"/>
                  </a:lnTo>
                  <a:lnTo>
                    <a:pt x="406881" y="1510331"/>
                  </a:lnTo>
                  <a:lnTo>
                    <a:pt x="408452" y="1510185"/>
                  </a:lnTo>
                  <a:lnTo>
                    <a:pt x="410041" y="1510081"/>
                  </a:lnTo>
                  <a:lnTo>
                    <a:pt x="411647" y="1510018"/>
                  </a:lnTo>
                  <a:lnTo>
                    <a:pt x="413270" y="1509997"/>
                  </a:lnTo>
                  <a:lnTo>
                    <a:pt x="415393" y="1510023"/>
                  </a:lnTo>
                  <a:lnTo>
                    <a:pt x="417455" y="1510101"/>
                  </a:lnTo>
                  <a:lnTo>
                    <a:pt x="419456" y="1510232"/>
                  </a:lnTo>
                  <a:lnTo>
                    <a:pt x="421396" y="1510414"/>
                  </a:lnTo>
                  <a:lnTo>
                    <a:pt x="423276" y="1510648"/>
                  </a:lnTo>
                  <a:lnTo>
                    <a:pt x="425095" y="1510935"/>
                  </a:lnTo>
                  <a:lnTo>
                    <a:pt x="426853" y="1511273"/>
                  </a:lnTo>
                  <a:lnTo>
                    <a:pt x="428550" y="1511664"/>
                  </a:lnTo>
                  <a:lnTo>
                    <a:pt x="430187" y="1512107"/>
                  </a:lnTo>
                  <a:lnTo>
                    <a:pt x="431762" y="1512602"/>
                  </a:lnTo>
                  <a:lnTo>
                    <a:pt x="433280" y="1513141"/>
                  </a:lnTo>
                  <a:lnTo>
                    <a:pt x="434742" y="1513716"/>
                  </a:lnTo>
                  <a:lnTo>
                    <a:pt x="436148" y="1514329"/>
                  </a:lnTo>
                  <a:lnTo>
                    <a:pt x="437499" y="1514977"/>
                  </a:lnTo>
                  <a:lnTo>
                    <a:pt x="438794" y="1515662"/>
                  </a:lnTo>
                  <a:lnTo>
                    <a:pt x="440034" y="1516383"/>
                  </a:lnTo>
                  <a:lnTo>
                    <a:pt x="441218" y="1517141"/>
                  </a:lnTo>
                  <a:lnTo>
                    <a:pt x="442347" y="1517936"/>
                  </a:lnTo>
                  <a:lnTo>
                    <a:pt x="443420" y="1518767"/>
                  </a:lnTo>
                  <a:lnTo>
                    <a:pt x="444437" y="1519634"/>
                  </a:lnTo>
                  <a:lnTo>
                    <a:pt x="445401" y="1520534"/>
                  </a:lnTo>
                  <a:lnTo>
                    <a:pt x="446313" y="1521464"/>
                  </a:lnTo>
                  <a:lnTo>
                    <a:pt x="447172" y="1522423"/>
                  </a:lnTo>
                  <a:lnTo>
                    <a:pt x="447980" y="1523412"/>
                  </a:lnTo>
                  <a:lnTo>
                    <a:pt x="448735" y="1524430"/>
                  </a:lnTo>
                  <a:lnTo>
                    <a:pt x="449438" y="1525478"/>
                  </a:lnTo>
                  <a:lnTo>
                    <a:pt x="450089" y="1526556"/>
                  </a:lnTo>
                  <a:lnTo>
                    <a:pt x="450688" y="1527663"/>
                  </a:lnTo>
                  <a:lnTo>
                    <a:pt x="451235" y="1528799"/>
                  </a:lnTo>
                  <a:lnTo>
                    <a:pt x="451730" y="1529965"/>
                  </a:lnTo>
                  <a:lnTo>
                    <a:pt x="452175" y="1531154"/>
                  </a:lnTo>
                  <a:lnTo>
                    <a:pt x="452574" y="1532358"/>
                  </a:lnTo>
                  <a:lnTo>
                    <a:pt x="452926" y="1533577"/>
                  </a:lnTo>
                  <a:lnTo>
                    <a:pt x="453230" y="1534813"/>
                  </a:lnTo>
                  <a:lnTo>
                    <a:pt x="453488" y="1536064"/>
                  </a:lnTo>
                  <a:lnTo>
                    <a:pt x="453699" y="1537331"/>
                  </a:lnTo>
                  <a:lnTo>
                    <a:pt x="453863" y="1538613"/>
                  </a:lnTo>
                  <a:lnTo>
                    <a:pt x="453980" y="1539911"/>
                  </a:lnTo>
                  <a:lnTo>
                    <a:pt x="454051" y="1541224"/>
                  </a:lnTo>
                  <a:lnTo>
                    <a:pt x="454074" y="1542553"/>
                  </a:lnTo>
                  <a:lnTo>
                    <a:pt x="454058" y="1543623"/>
                  </a:lnTo>
                  <a:lnTo>
                    <a:pt x="454012" y="1544679"/>
                  </a:lnTo>
                  <a:lnTo>
                    <a:pt x="453933" y="1545720"/>
                  </a:lnTo>
                  <a:lnTo>
                    <a:pt x="453824" y="1546748"/>
                  </a:lnTo>
                  <a:lnTo>
                    <a:pt x="453683" y="1547762"/>
                  </a:lnTo>
                  <a:lnTo>
                    <a:pt x="453512" y="1548763"/>
                  </a:lnTo>
                  <a:lnTo>
                    <a:pt x="453308" y="1549749"/>
                  </a:lnTo>
                  <a:lnTo>
                    <a:pt x="453074" y="1550721"/>
                  </a:lnTo>
                  <a:lnTo>
                    <a:pt x="452808" y="1551680"/>
                  </a:lnTo>
                  <a:lnTo>
                    <a:pt x="452511" y="1552624"/>
                  </a:lnTo>
                  <a:lnTo>
                    <a:pt x="452182" y="1553536"/>
                  </a:lnTo>
                  <a:lnTo>
                    <a:pt x="451820" y="1554430"/>
                  </a:lnTo>
                  <a:lnTo>
                    <a:pt x="451425" y="1555307"/>
                  </a:lnTo>
                  <a:lnTo>
                    <a:pt x="450997" y="1556166"/>
                  </a:lnTo>
                  <a:lnTo>
                    <a:pt x="450536" y="1557008"/>
                  </a:lnTo>
                  <a:lnTo>
                    <a:pt x="450042" y="1557833"/>
                  </a:lnTo>
                  <a:lnTo>
                    <a:pt x="449515" y="1558640"/>
                  </a:lnTo>
                  <a:lnTo>
                    <a:pt x="448955" y="1559431"/>
                  </a:lnTo>
                  <a:lnTo>
                    <a:pt x="448362" y="1560203"/>
                  </a:lnTo>
                  <a:lnTo>
                    <a:pt x="447737" y="1560958"/>
                  </a:lnTo>
                  <a:lnTo>
                    <a:pt x="447093" y="1561678"/>
                  </a:lnTo>
                  <a:lnTo>
                    <a:pt x="446413" y="1562379"/>
                  </a:lnTo>
                  <a:lnTo>
                    <a:pt x="445697" y="1563060"/>
                  </a:lnTo>
                  <a:lnTo>
                    <a:pt x="444944" y="1563723"/>
                  </a:lnTo>
                  <a:lnTo>
                    <a:pt x="444155" y="1564366"/>
                  </a:lnTo>
                  <a:lnTo>
                    <a:pt x="443330" y="1564990"/>
                  </a:lnTo>
                  <a:lnTo>
                    <a:pt x="442468" y="1565595"/>
                  </a:lnTo>
                  <a:lnTo>
                    <a:pt x="441569" y="1566181"/>
                  </a:lnTo>
                  <a:lnTo>
                    <a:pt x="440634" y="1566748"/>
                  </a:lnTo>
                  <a:lnTo>
                    <a:pt x="439663" y="1567296"/>
                  </a:lnTo>
                  <a:lnTo>
                    <a:pt x="438655" y="1567804"/>
                  </a:lnTo>
                  <a:lnTo>
                    <a:pt x="437610" y="1568286"/>
                  </a:lnTo>
                  <a:lnTo>
                    <a:pt x="436529" y="1568742"/>
                  </a:lnTo>
                  <a:lnTo>
                    <a:pt x="435412" y="1569171"/>
                  </a:lnTo>
                  <a:lnTo>
                    <a:pt x="434258" y="1569575"/>
                  </a:lnTo>
                  <a:lnTo>
                    <a:pt x="433068" y="1569953"/>
                  </a:lnTo>
                  <a:lnTo>
                    <a:pt x="431841" y="1570304"/>
                  </a:lnTo>
                  <a:lnTo>
                    <a:pt x="430578" y="1570630"/>
                  </a:lnTo>
                  <a:lnTo>
                    <a:pt x="429278" y="1570929"/>
                  </a:lnTo>
                  <a:lnTo>
                    <a:pt x="427942" y="1571203"/>
                  </a:lnTo>
                  <a:lnTo>
                    <a:pt x="427942" y="1571550"/>
                  </a:lnTo>
                  <a:lnTo>
                    <a:pt x="429433" y="1571741"/>
                  </a:lnTo>
                  <a:lnTo>
                    <a:pt x="430884" y="1571967"/>
                  </a:lnTo>
                  <a:lnTo>
                    <a:pt x="432294" y="1572227"/>
                  </a:lnTo>
                  <a:lnTo>
                    <a:pt x="433665" y="1572522"/>
                  </a:lnTo>
                  <a:lnTo>
                    <a:pt x="434996" y="1572852"/>
                  </a:lnTo>
                  <a:lnTo>
                    <a:pt x="436287" y="1573217"/>
                  </a:lnTo>
                  <a:lnTo>
                    <a:pt x="437538" y="1573616"/>
                  </a:lnTo>
                  <a:lnTo>
                    <a:pt x="438749" y="1574050"/>
                  </a:lnTo>
                  <a:lnTo>
                    <a:pt x="439920" y="1574519"/>
                  </a:lnTo>
                  <a:lnTo>
                    <a:pt x="441052" y="1575023"/>
                  </a:lnTo>
                  <a:lnTo>
                    <a:pt x="442143" y="1575539"/>
                  </a:lnTo>
                  <a:lnTo>
                    <a:pt x="443194" y="1576082"/>
                  </a:lnTo>
                  <a:lnTo>
                    <a:pt x="444206" y="1576651"/>
                  </a:lnTo>
                  <a:lnTo>
                    <a:pt x="445177" y="1577245"/>
                  </a:lnTo>
                  <a:lnTo>
                    <a:pt x="446109" y="1577866"/>
                  </a:lnTo>
                  <a:lnTo>
                    <a:pt x="447000" y="1578513"/>
                  </a:lnTo>
                  <a:lnTo>
                    <a:pt x="447852" y="1579186"/>
                  </a:lnTo>
                  <a:lnTo>
                    <a:pt x="448664" y="1579884"/>
                  </a:lnTo>
                  <a:lnTo>
                    <a:pt x="449436" y="1580609"/>
                  </a:lnTo>
                  <a:lnTo>
                    <a:pt x="450167" y="1581360"/>
                  </a:lnTo>
                  <a:lnTo>
                    <a:pt x="450861" y="1582135"/>
                  </a:lnTo>
                  <a:lnTo>
                    <a:pt x="451518" y="1582930"/>
                  </a:lnTo>
                  <a:lnTo>
                    <a:pt x="452139" y="1583746"/>
                  </a:lnTo>
                  <a:lnTo>
                    <a:pt x="452723" y="1584583"/>
                  </a:lnTo>
                  <a:lnTo>
                    <a:pt x="453271" y="1585441"/>
                  </a:lnTo>
                  <a:lnTo>
                    <a:pt x="453782" y="1586319"/>
                  </a:lnTo>
                  <a:lnTo>
                    <a:pt x="454257" y="1587219"/>
                  </a:lnTo>
                  <a:lnTo>
                    <a:pt x="454696" y="1588139"/>
                  </a:lnTo>
                  <a:lnTo>
                    <a:pt x="455098" y="1589080"/>
                  </a:lnTo>
                  <a:lnTo>
                    <a:pt x="455463" y="1590042"/>
                  </a:lnTo>
                  <a:lnTo>
                    <a:pt x="455793" y="1591003"/>
                  </a:lnTo>
                  <a:lnTo>
                    <a:pt x="456088" y="1591976"/>
                  </a:lnTo>
                  <a:lnTo>
                    <a:pt x="456349" y="1592962"/>
                  </a:lnTo>
                  <a:lnTo>
                    <a:pt x="456574" y="1593959"/>
                  </a:lnTo>
                  <a:lnTo>
                    <a:pt x="456765" y="1594969"/>
                  </a:lnTo>
                  <a:lnTo>
                    <a:pt x="456922" y="1595991"/>
                  </a:lnTo>
                  <a:lnTo>
                    <a:pt x="457043" y="1597025"/>
                  </a:lnTo>
                  <a:lnTo>
                    <a:pt x="457130" y="1598071"/>
                  </a:lnTo>
                  <a:lnTo>
                    <a:pt x="457182" y="1599129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h27"/>
            <p:cNvSpPr/>
            <p:nvPr/>
          </p:nvSpPr>
          <p:spPr>
            <a:xfrm>
              <a:off x="6765606" y="3481024"/>
              <a:ext cx="482289" cy="1600200"/>
            </a:xfrm>
            <a:custGeom>
              <a:avLst/>
              <a:pathLst>
                <a:path w="482289" h="1600200">
                  <a:moveTo>
                    <a:pt x="457200" y="1600200"/>
                  </a:moveTo>
                  <a:lnTo>
                    <a:pt x="457200" y="1573720"/>
                  </a:lnTo>
                  <a:lnTo>
                    <a:pt x="482289" y="1573720"/>
                  </a:lnTo>
                  <a:lnTo>
                    <a:pt x="482289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h28"/>
            <p:cNvSpPr/>
            <p:nvPr/>
          </p:nvSpPr>
          <p:spPr>
            <a:xfrm>
              <a:off x="6896351" y="3446558"/>
              <a:ext cx="457200" cy="1636402"/>
            </a:xfrm>
            <a:custGeom>
              <a:avLst/>
              <a:pathLst>
                <a:path w="457200" h="1636402">
                  <a:moveTo>
                    <a:pt x="457200" y="1600200"/>
                  </a:moveTo>
                  <a:lnTo>
                    <a:pt x="457173" y="1601767"/>
                  </a:lnTo>
                  <a:lnTo>
                    <a:pt x="457095" y="1603311"/>
                  </a:lnTo>
                  <a:lnTo>
                    <a:pt x="456965" y="1604830"/>
                  </a:lnTo>
                  <a:lnTo>
                    <a:pt x="456783" y="1606325"/>
                  </a:lnTo>
                  <a:lnTo>
                    <a:pt x="456548" y="1607796"/>
                  </a:lnTo>
                  <a:lnTo>
                    <a:pt x="456262" y="1609242"/>
                  </a:lnTo>
                  <a:lnTo>
                    <a:pt x="455923" y="1610664"/>
                  </a:lnTo>
                  <a:lnTo>
                    <a:pt x="455533" y="1612062"/>
                  </a:lnTo>
                  <a:lnTo>
                    <a:pt x="455090" y="1613436"/>
                  </a:lnTo>
                  <a:lnTo>
                    <a:pt x="454595" y="1614785"/>
                  </a:lnTo>
                  <a:lnTo>
                    <a:pt x="454046" y="1616087"/>
                  </a:lnTo>
                  <a:lnTo>
                    <a:pt x="453442" y="1617354"/>
                  </a:lnTo>
                  <a:lnTo>
                    <a:pt x="452782" y="1618587"/>
                  </a:lnTo>
                  <a:lnTo>
                    <a:pt x="452067" y="1619785"/>
                  </a:lnTo>
                  <a:lnTo>
                    <a:pt x="451296" y="1620949"/>
                  </a:lnTo>
                  <a:lnTo>
                    <a:pt x="450469" y="1622077"/>
                  </a:lnTo>
                  <a:lnTo>
                    <a:pt x="449587" y="1623171"/>
                  </a:lnTo>
                  <a:lnTo>
                    <a:pt x="448650" y="1624230"/>
                  </a:lnTo>
                  <a:lnTo>
                    <a:pt x="447657" y="1625255"/>
                  </a:lnTo>
                  <a:lnTo>
                    <a:pt x="446608" y="1626244"/>
                  </a:lnTo>
                  <a:lnTo>
                    <a:pt x="445503" y="1627179"/>
                  </a:lnTo>
                  <a:lnTo>
                    <a:pt x="444340" y="1628071"/>
                  </a:lnTo>
                  <a:lnTo>
                    <a:pt x="443120" y="1628922"/>
                  </a:lnTo>
                  <a:lnTo>
                    <a:pt x="441843" y="1629731"/>
                  </a:lnTo>
                  <a:lnTo>
                    <a:pt x="440509" y="1630498"/>
                  </a:lnTo>
                  <a:lnTo>
                    <a:pt x="439117" y="1631224"/>
                  </a:lnTo>
                  <a:lnTo>
                    <a:pt x="437668" y="1631908"/>
                  </a:lnTo>
                  <a:lnTo>
                    <a:pt x="436162" y="1632551"/>
                  </a:lnTo>
                  <a:lnTo>
                    <a:pt x="434599" y="1633152"/>
                  </a:lnTo>
                  <a:lnTo>
                    <a:pt x="432978" y="1633711"/>
                  </a:lnTo>
                  <a:lnTo>
                    <a:pt x="431297" y="1634222"/>
                  </a:lnTo>
                  <a:lnTo>
                    <a:pt x="429554" y="1634680"/>
                  </a:lnTo>
                  <a:lnTo>
                    <a:pt x="427748" y="1635083"/>
                  </a:lnTo>
                  <a:lnTo>
                    <a:pt x="425880" y="1635433"/>
                  </a:lnTo>
                  <a:lnTo>
                    <a:pt x="423949" y="1635729"/>
                  </a:lnTo>
                  <a:lnTo>
                    <a:pt x="421956" y="1635971"/>
                  </a:lnTo>
                  <a:lnTo>
                    <a:pt x="419900" y="1636160"/>
                  </a:lnTo>
                  <a:lnTo>
                    <a:pt x="417781" y="1636294"/>
                  </a:lnTo>
                  <a:lnTo>
                    <a:pt x="415601" y="1636375"/>
                  </a:lnTo>
                  <a:lnTo>
                    <a:pt x="413357" y="1636402"/>
                  </a:lnTo>
                  <a:lnTo>
                    <a:pt x="411130" y="1636375"/>
                  </a:lnTo>
                  <a:lnTo>
                    <a:pt x="408961" y="1636294"/>
                  </a:lnTo>
                  <a:lnTo>
                    <a:pt x="406851" y="1636160"/>
                  </a:lnTo>
                  <a:lnTo>
                    <a:pt x="404801" y="1635971"/>
                  </a:lnTo>
                  <a:lnTo>
                    <a:pt x="402809" y="1635729"/>
                  </a:lnTo>
                  <a:lnTo>
                    <a:pt x="400876" y="1635433"/>
                  </a:lnTo>
                  <a:lnTo>
                    <a:pt x="399003" y="1635083"/>
                  </a:lnTo>
                  <a:lnTo>
                    <a:pt x="397189" y="1634680"/>
                  </a:lnTo>
                  <a:lnTo>
                    <a:pt x="395433" y="1634222"/>
                  </a:lnTo>
                  <a:lnTo>
                    <a:pt x="393737" y="1633711"/>
                  </a:lnTo>
                  <a:lnTo>
                    <a:pt x="392115" y="1633152"/>
                  </a:lnTo>
                  <a:lnTo>
                    <a:pt x="390549" y="1632551"/>
                  </a:lnTo>
                  <a:lnTo>
                    <a:pt x="389038" y="1631908"/>
                  </a:lnTo>
                  <a:lnTo>
                    <a:pt x="387583" y="1631224"/>
                  </a:lnTo>
                  <a:lnTo>
                    <a:pt x="386184" y="1630498"/>
                  </a:lnTo>
                  <a:lnTo>
                    <a:pt x="384840" y="1629731"/>
                  </a:lnTo>
                  <a:lnTo>
                    <a:pt x="383551" y="1628922"/>
                  </a:lnTo>
                  <a:lnTo>
                    <a:pt x="382319" y="1628071"/>
                  </a:lnTo>
                  <a:lnTo>
                    <a:pt x="381141" y="1627179"/>
                  </a:lnTo>
                  <a:lnTo>
                    <a:pt x="380020" y="1626244"/>
                  </a:lnTo>
                  <a:lnTo>
                    <a:pt x="378971" y="1625255"/>
                  </a:lnTo>
                  <a:lnTo>
                    <a:pt x="377978" y="1624230"/>
                  </a:lnTo>
                  <a:lnTo>
                    <a:pt x="377040" y="1623171"/>
                  </a:lnTo>
                  <a:lnTo>
                    <a:pt x="376158" y="1622077"/>
                  </a:lnTo>
                  <a:lnTo>
                    <a:pt x="375332" y="1620949"/>
                  </a:lnTo>
                  <a:lnTo>
                    <a:pt x="374561" y="1619785"/>
                  </a:lnTo>
                  <a:lnTo>
                    <a:pt x="373845" y="1618587"/>
                  </a:lnTo>
                  <a:lnTo>
                    <a:pt x="373186" y="1617354"/>
                  </a:lnTo>
                  <a:lnTo>
                    <a:pt x="372581" y="1616087"/>
                  </a:lnTo>
                  <a:lnTo>
                    <a:pt x="372033" y="1614785"/>
                  </a:lnTo>
                  <a:lnTo>
                    <a:pt x="371538" y="1613453"/>
                  </a:lnTo>
                  <a:lnTo>
                    <a:pt x="371095" y="1612097"/>
                  </a:lnTo>
                  <a:lnTo>
                    <a:pt x="370704" y="1610716"/>
                  </a:lnTo>
                  <a:lnTo>
                    <a:pt x="370366" y="1609312"/>
                  </a:lnTo>
                  <a:lnTo>
                    <a:pt x="370079" y="1607883"/>
                  </a:lnTo>
                  <a:lnTo>
                    <a:pt x="369845" y="1606429"/>
                  </a:lnTo>
                  <a:lnTo>
                    <a:pt x="369663" y="1604952"/>
                  </a:lnTo>
                  <a:lnTo>
                    <a:pt x="369532" y="1603450"/>
                  </a:lnTo>
                  <a:lnTo>
                    <a:pt x="369454" y="1601924"/>
                  </a:lnTo>
                  <a:lnTo>
                    <a:pt x="369428" y="1600373"/>
                  </a:lnTo>
                  <a:lnTo>
                    <a:pt x="369449" y="1599052"/>
                  </a:lnTo>
                  <a:lnTo>
                    <a:pt x="369511" y="1597762"/>
                  </a:lnTo>
                  <a:lnTo>
                    <a:pt x="369616" y="1596503"/>
                  </a:lnTo>
                  <a:lnTo>
                    <a:pt x="369761" y="1595275"/>
                  </a:lnTo>
                  <a:lnTo>
                    <a:pt x="369949" y="1594079"/>
                  </a:lnTo>
                  <a:lnTo>
                    <a:pt x="370178" y="1592914"/>
                  </a:lnTo>
                  <a:lnTo>
                    <a:pt x="370449" y="1591780"/>
                  </a:lnTo>
                  <a:lnTo>
                    <a:pt x="370762" y="1590677"/>
                  </a:lnTo>
                  <a:lnTo>
                    <a:pt x="371116" y="1589606"/>
                  </a:lnTo>
                  <a:lnTo>
                    <a:pt x="371512" y="1588566"/>
                  </a:lnTo>
                  <a:lnTo>
                    <a:pt x="371942" y="1587539"/>
                  </a:lnTo>
                  <a:lnTo>
                    <a:pt x="372401" y="1586542"/>
                  </a:lnTo>
                  <a:lnTo>
                    <a:pt x="372887" y="1585574"/>
                  </a:lnTo>
                  <a:lnTo>
                    <a:pt x="373401" y="1584635"/>
                  </a:lnTo>
                  <a:lnTo>
                    <a:pt x="373943" y="1583726"/>
                  </a:lnTo>
                  <a:lnTo>
                    <a:pt x="374512" y="1582847"/>
                  </a:lnTo>
                  <a:lnTo>
                    <a:pt x="375109" y="1581997"/>
                  </a:lnTo>
                  <a:lnTo>
                    <a:pt x="375734" y="1581176"/>
                  </a:lnTo>
                  <a:lnTo>
                    <a:pt x="376387" y="1580385"/>
                  </a:lnTo>
                  <a:lnTo>
                    <a:pt x="377068" y="1579624"/>
                  </a:lnTo>
                  <a:lnTo>
                    <a:pt x="377773" y="1578893"/>
                  </a:lnTo>
                  <a:lnTo>
                    <a:pt x="378499" y="1578193"/>
                  </a:lnTo>
                  <a:lnTo>
                    <a:pt x="379245" y="1577525"/>
                  </a:lnTo>
                  <a:lnTo>
                    <a:pt x="380013" y="1576888"/>
                  </a:lnTo>
                  <a:lnTo>
                    <a:pt x="380801" y="1576282"/>
                  </a:lnTo>
                  <a:lnTo>
                    <a:pt x="381610" y="1575707"/>
                  </a:lnTo>
                  <a:lnTo>
                    <a:pt x="382440" y="1575163"/>
                  </a:lnTo>
                  <a:lnTo>
                    <a:pt x="383291" y="1574651"/>
                  </a:lnTo>
                  <a:lnTo>
                    <a:pt x="384163" y="1574170"/>
                  </a:lnTo>
                  <a:lnTo>
                    <a:pt x="385055" y="1573720"/>
                  </a:lnTo>
                  <a:lnTo>
                    <a:pt x="385961" y="1573284"/>
                  </a:lnTo>
                  <a:lnTo>
                    <a:pt x="386871" y="1572877"/>
                  </a:lnTo>
                  <a:lnTo>
                    <a:pt x="387787" y="1572499"/>
                  </a:lnTo>
                  <a:lnTo>
                    <a:pt x="388708" y="1572151"/>
                  </a:lnTo>
                  <a:lnTo>
                    <a:pt x="389635" y="1571832"/>
                  </a:lnTo>
                  <a:lnTo>
                    <a:pt x="390566" y="1571543"/>
                  </a:lnTo>
                  <a:lnTo>
                    <a:pt x="391503" y="1571284"/>
                  </a:lnTo>
                  <a:lnTo>
                    <a:pt x="392445" y="1571053"/>
                  </a:lnTo>
                  <a:lnTo>
                    <a:pt x="393392" y="1570853"/>
                  </a:lnTo>
                  <a:lnTo>
                    <a:pt x="394344" y="1570682"/>
                  </a:lnTo>
                  <a:lnTo>
                    <a:pt x="394344" y="1570335"/>
                  </a:lnTo>
                  <a:lnTo>
                    <a:pt x="393330" y="1570094"/>
                  </a:lnTo>
                  <a:lnTo>
                    <a:pt x="392337" y="1569824"/>
                  </a:lnTo>
                  <a:lnTo>
                    <a:pt x="391365" y="1569525"/>
                  </a:lnTo>
                  <a:lnTo>
                    <a:pt x="390413" y="1569196"/>
                  </a:lnTo>
                  <a:lnTo>
                    <a:pt x="389483" y="1568837"/>
                  </a:lnTo>
                  <a:lnTo>
                    <a:pt x="388573" y="1568449"/>
                  </a:lnTo>
                  <a:lnTo>
                    <a:pt x="387684" y="1568031"/>
                  </a:lnTo>
                  <a:lnTo>
                    <a:pt x="386816" y="1567584"/>
                  </a:lnTo>
                  <a:lnTo>
                    <a:pt x="385968" y="1567108"/>
                  </a:lnTo>
                  <a:lnTo>
                    <a:pt x="385142" y="1566602"/>
                  </a:lnTo>
                  <a:lnTo>
                    <a:pt x="384338" y="1566070"/>
                  </a:lnTo>
                  <a:lnTo>
                    <a:pt x="383558" y="1565518"/>
                  </a:lnTo>
                  <a:lnTo>
                    <a:pt x="382803" y="1564945"/>
                  </a:lnTo>
                  <a:lnTo>
                    <a:pt x="382072" y="1564351"/>
                  </a:lnTo>
                  <a:lnTo>
                    <a:pt x="381365" y="1563737"/>
                  </a:lnTo>
                  <a:lnTo>
                    <a:pt x="380683" y="1563101"/>
                  </a:lnTo>
                  <a:lnTo>
                    <a:pt x="380025" y="1562445"/>
                  </a:lnTo>
                  <a:lnTo>
                    <a:pt x="379391" y="1561768"/>
                  </a:lnTo>
                  <a:lnTo>
                    <a:pt x="378782" y="1561070"/>
                  </a:lnTo>
                  <a:lnTo>
                    <a:pt x="378197" y="1560351"/>
                  </a:lnTo>
                  <a:lnTo>
                    <a:pt x="377637" y="1559614"/>
                  </a:lnTo>
                  <a:lnTo>
                    <a:pt x="377103" y="1558861"/>
                  </a:lnTo>
                  <a:lnTo>
                    <a:pt x="376595" y="1558093"/>
                  </a:lnTo>
                  <a:lnTo>
                    <a:pt x="376113" y="1557309"/>
                  </a:lnTo>
                  <a:lnTo>
                    <a:pt x="375657" y="1556509"/>
                  </a:lnTo>
                  <a:lnTo>
                    <a:pt x="375227" y="1555694"/>
                  </a:lnTo>
                  <a:lnTo>
                    <a:pt x="374824" y="1554863"/>
                  </a:lnTo>
                  <a:lnTo>
                    <a:pt x="374446" y="1554017"/>
                  </a:lnTo>
                  <a:lnTo>
                    <a:pt x="374094" y="1553155"/>
                  </a:lnTo>
                  <a:lnTo>
                    <a:pt x="373769" y="1552277"/>
                  </a:lnTo>
                  <a:lnTo>
                    <a:pt x="373489" y="1551370"/>
                  </a:lnTo>
                  <a:lnTo>
                    <a:pt x="373238" y="1550457"/>
                  </a:lnTo>
                  <a:lnTo>
                    <a:pt x="373016" y="1549537"/>
                  </a:lnTo>
                  <a:lnTo>
                    <a:pt x="372824" y="1548610"/>
                  </a:lnTo>
                  <a:lnTo>
                    <a:pt x="372662" y="1547676"/>
                  </a:lnTo>
                  <a:lnTo>
                    <a:pt x="372529" y="1546734"/>
                  </a:lnTo>
                  <a:lnTo>
                    <a:pt x="372426" y="1545786"/>
                  </a:lnTo>
                  <a:lnTo>
                    <a:pt x="372352" y="1544831"/>
                  </a:lnTo>
                  <a:lnTo>
                    <a:pt x="372308" y="1543870"/>
                  </a:lnTo>
                  <a:lnTo>
                    <a:pt x="372293" y="1542901"/>
                  </a:lnTo>
                  <a:lnTo>
                    <a:pt x="372319" y="1541455"/>
                  </a:lnTo>
                  <a:lnTo>
                    <a:pt x="372397" y="1540036"/>
                  </a:lnTo>
                  <a:lnTo>
                    <a:pt x="372527" y="1538642"/>
                  </a:lnTo>
                  <a:lnTo>
                    <a:pt x="372710" y="1537275"/>
                  </a:lnTo>
                  <a:lnTo>
                    <a:pt x="372944" y="1535934"/>
                  </a:lnTo>
                  <a:lnTo>
                    <a:pt x="373231" y="1534618"/>
                  </a:lnTo>
                  <a:lnTo>
                    <a:pt x="373569" y="1533329"/>
                  </a:lnTo>
                  <a:lnTo>
                    <a:pt x="373960" y="1532066"/>
                  </a:lnTo>
                  <a:lnTo>
                    <a:pt x="374403" y="1530829"/>
                  </a:lnTo>
                  <a:lnTo>
                    <a:pt x="374898" y="1529618"/>
                  </a:lnTo>
                  <a:lnTo>
                    <a:pt x="375460" y="1528437"/>
                  </a:lnTo>
                  <a:lnTo>
                    <a:pt x="376071" y="1527291"/>
                  </a:lnTo>
                  <a:lnTo>
                    <a:pt x="376731" y="1526180"/>
                  </a:lnTo>
                  <a:lnTo>
                    <a:pt x="377440" y="1525103"/>
                  </a:lnTo>
                  <a:lnTo>
                    <a:pt x="378197" y="1524062"/>
                  </a:lnTo>
                  <a:lnTo>
                    <a:pt x="379002" y="1523054"/>
                  </a:lnTo>
                  <a:lnTo>
                    <a:pt x="379857" y="1522082"/>
                  </a:lnTo>
                  <a:lnTo>
                    <a:pt x="380759" y="1521144"/>
                  </a:lnTo>
                  <a:lnTo>
                    <a:pt x="381711" y="1520242"/>
                  </a:lnTo>
                  <a:lnTo>
                    <a:pt x="382711" y="1519373"/>
                  </a:lnTo>
                  <a:lnTo>
                    <a:pt x="383760" y="1518543"/>
                  </a:lnTo>
                  <a:lnTo>
                    <a:pt x="384857" y="1517752"/>
                  </a:lnTo>
                  <a:lnTo>
                    <a:pt x="386003" y="1517001"/>
                  </a:lnTo>
                  <a:lnTo>
                    <a:pt x="387198" y="1516290"/>
                  </a:lnTo>
                  <a:lnTo>
                    <a:pt x="388441" y="1515619"/>
                  </a:lnTo>
                  <a:lnTo>
                    <a:pt x="389733" y="1514987"/>
                  </a:lnTo>
                  <a:lnTo>
                    <a:pt x="391073" y="1514396"/>
                  </a:lnTo>
                  <a:lnTo>
                    <a:pt x="392462" y="1513845"/>
                  </a:lnTo>
                  <a:lnTo>
                    <a:pt x="393900" y="1513334"/>
                  </a:lnTo>
                  <a:lnTo>
                    <a:pt x="395386" y="1512862"/>
                  </a:lnTo>
                  <a:lnTo>
                    <a:pt x="396938" y="1512417"/>
                  </a:lnTo>
                  <a:lnTo>
                    <a:pt x="398536" y="1512018"/>
                  </a:lnTo>
                  <a:lnTo>
                    <a:pt x="400181" y="1511667"/>
                  </a:lnTo>
                  <a:lnTo>
                    <a:pt x="401873" y="1511362"/>
                  </a:lnTo>
                  <a:lnTo>
                    <a:pt x="403612" y="1511104"/>
                  </a:lnTo>
                  <a:lnTo>
                    <a:pt x="405398" y="1510893"/>
                  </a:lnTo>
                  <a:lnTo>
                    <a:pt x="407231" y="1510729"/>
                  </a:lnTo>
                  <a:lnTo>
                    <a:pt x="409110" y="1510612"/>
                  </a:lnTo>
                  <a:lnTo>
                    <a:pt x="411037" y="1510542"/>
                  </a:lnTo>
                  <a:lnTo>
                    <a:pt x="413010" y="1510518"/>
                  </a:lnTo>
                  <a:lnTo>
                    <a:pt x="415116" y="1510542"/>
                  </a:lnTo>
                  <a:lnTo>
                    <a:pt x="417163" y="1510615"/>
                  </a:lnTo>
                  <a:lnTo>
                    <a:pt x="419151" y="1510737"/>
                  </a:lnTo>
                  <a:lnTo>
                    <a:pt x="421080" y="1510907"/>
                  </a:lnTo>
                  <a:lnTo>
                    <a:pt x="422950" y="1511126"/>
                  </a:lnTo>
                  <a:lnTo>
                    <a:pt x="424761" y="1511393"/>
                  </a:lnTo>
                  <a:lnTo>
                    <a:pt x="426513" y="1511709"/>
                  </a:lnTo>
                  <a:lnTo>
                    <a:pt x="428206" y="1512074"/>
                  </a:lnTo>
                  <a:lnTo>
                    <a:pt x="429840" y="1512487"/>
                  </a:lnTo>
                  <a:lnTo>
                    <a:pt x="431415" y="1512949"/>
                  </a:lnTo>
                  <a:lnTo>
                    <a:pt x="432950" y="1513438"/>
                  </a:lnTo>
                  <a:lnTo>
                    <a:pt x="434429" y="1513967"/>
                  </a:lnTo>
                  <a:lnTo>
                    <a:pt x="435853" y="1514535"/>
                  </a:lnTo>
                  <a:lnTo>
                    <a:pt x="437221" y="1515144"/>
                  </a:lnTo>
                  <a:lnTo>
                    <a:pt x="438534" y="1515792"/>
                  </a:lnTo>
                  <a:lnTo>
                    <a:pt x="439791" y="1516481"/>
                  </a:lnTo>
                  <a:lnTo>
                    <a:pt x="440993" y="1517209"/>
                  </a:lnTo>
                  <a:lnTo>
                    <a:pt x="442139" y="1517977"/>
                  </a:lnTo>
                  <a:lnTo>
                    <a:pt x="443229" y="1518786"/>
                  </a:lnTo>
                  <a:lnTo>
                    <a:pt x="444264" y="1519634"/>
                  </a:lnTo>
                  <a:lnTo>
                    <a:pt x="445245" y="1520502"/>
                  </a:lnTo>
                  <a:lnTo>
                    <a:pt x="446174" y="1521405"/>
                  </a:lnTo>
                  <a:lnTo>
                    <a:pt x="447051" y="1522343"/>
                  </a:lnTo>
                  <a:lnTo>
                    <a:pt x="447875" y="1523315"/>
                  </a:lnTo>
                  <a:lnTo>
                    <a:pt x="448648" y="1524322"/>
                  </a:lnTo>
                  <a:lnTo>
                    <a:pt x="449369" y="1525364"/>
                  </a:lnTo>
                  <a:lnTo>
                    <a:pt x="450037" y="1526440"/>
                  </a:lnTo>
                  <a:lnTo>
                    <a:pt x="450654" y="1527552"/>
                  </a:lnTo>
                  <a:lnTo>
                    <a:pt x="451218" y="1528698"/>
                  </a:lnTo>
                  <a:lnTo>
                    <a:pt x="451730" y="1529878"/>
                  </a:lnTo>
                  <a:lnTo>
                    <a:pt x="452192" y="1531088"/>
                  </a:lnTo>
                  <a:lnTo>
                    <a:pt x="452605" y="1532323"/>
                  </a:lnTo>
                  <a:lnTo>
                    <a:pt x="452970" y="1533582"/>
                  </a:lnTo>
                  <a:lnTo>
                    <a:pt x="453286" y="1534865"/>
                  </a:lnTo>
                  <a:lnTo>
                    <a:pt x="453553" y="1536172"/>
                  </a:lnTo>
                  <a:lnTo>
                    <a:pt x="453772" y="1537504"/>
                  </a:lnTo>
                  <a:lnTo>
                    <a:pt x="453942" y="1538860"/>
                  </a:lnTo>
                  <a:lnTo>
                    <a:pt x="454064" y="1540241"/>
                  </a:lnTo>
                  <a:lnTo>
                    <a:pt x="454137" y="1541645"/>
                  </a:lnTo>
                  <a:lnTo>
                    <a:pt x="454161" y="1543074"/>
                  </a:lnTo>
                  <a:lnTo>
                    <a:pt x="454145" y="1544027"/>
                  </a:lnTo>
                  <a:lnTo>
                    <a:pt x="454098" y="1544974"/>
                  </a:lnTo>
                  <a:lnTo>
                    <a:pt x="454020" y="1545916"/>
                  </a:lnTo>
                  <a:lnTo>
                    <a:pt x="453911" y="1546853"/>
                  </a:lnTo>
                  <a:lnTo>
                    <a:pt x="453770" y="1547784"/>
                  </a:lnTo>
                  <a:lnTo>
                    <a:pt x="453598" y="1548710"/>
                  </a:lnTo>
                  <a:lnTo>
                    <a:pt x="453395" y="1549632"/>
                  </a:lnTo>
                  <a:lnTo>
                    <a:pt x="453161" y="1550547"/>
                  </a:lnTo>
                  <a:lnTo>
                    <a:pt x="452895" y="1551458"/>
                  </a:lnTo>
                  <a:lnTo>
                    <a:pt x="452598" y="1552364"/>
                  </a:lnTo>
                  <a:lnTo>
                    <a:pt x="452289" y="1553241"/>
                  </a:lnTo>
                  <a:lnTo>
                    <a:pt x="451952" y="1554103"/>
                  </a:lnTo>
                  <a:lnTo>
                    <a:pt x="451588" y="1554950"/>
                  </a:lnTo>
                  <a:lnTo>
                    <a:pt x="451195" y="1555781"/>
                  </a:lnTo>
                  <a:lnTo>
                    <a:pt x="450775" y="1556596"/>
                  </a:lnTo>
                  <a:lnTo>
                    <a:pt x="450327" y="1557396"/>
                  </a:lnTo>
                  <a:lnTo>
                    <a:pt x="449851" y="1558179"/>
                  </a:lnTo>
                  <a:lnTo>
                    <a:pt x="449348" y="1558948"/>
                  </a:lnTo>
                  <a:lnTo>
                    <a:pt x="448817" y="1559701"/>
                  </a:lnTo>
                  <a:lnTo>
                    <a:pt x="448257" y="1560438"/>
                  </a:lnTo>
                  <a:lnTo>
                    <a:pt x="447671" y="1561156"/>
                  </a:lnTo>
                  <a:lnTo>
                    <a:pt x="447059" y="1561851"/>
                  </a:lnTo>
                  <a:lnTo>
                    <a:pt x="446421" y="1562524"/>
                  </a:lnTo>
                  <a:lnTo>
                    <a:pt x="445757" y="1563174"/>
                  </a:lnTo>
                  <a:lnTo>
                    <a:pt x="445067" y="1563802"/>
                  </a:lnTo>
                  <a:lnTo>
                    <a:pt x="444351" y="1564407"/>
                  </a:lnTo>
                  <a:lnTo>
                    <a:pt x="443608" y="1564989"/>
                  </a:lnTo>
                  <a:lnTo>
                    <a:pt x="442840" y="1565549"/>
                  </a:lnTo>
                  <a:lnTo>
                    <a:pt x="442046" y="1566087"/>
                  </a:lnTo>
                  <a:lnTo>
                    <a:pt x="441225" y="1566602"/>
                  </a:lnTo>
                  <a:lnTo>
                    <a:pt x="440398" y="1567090"/>
                  </a:lnTo>
                  <a:lnTo>
                    <a:pt x="439548" y="1567550"/>
                  </a:lnTo>
                  <a:lnTo>
                    <a:pt x="438675" y="1567979"/>
                  </a:lnTo>
                  <a:lnTo>
                    <a:pt x="437780" y="1568380"/>
                  </a:lnTo>
                  <a:lnTo>
                    <a:pt x="436863" y="1568750"/>
                  </a:lnTo>
                  <a:lnTo>
                    <a:pt x="435923" y="1569091"/>
                  </a:lnTo>
                  <a:lnTo>
                    <a:pt x="434960" y="1569403"/>
                  </a:lnTo>
                  <a:lnTo>
                    <a:pt x="433974" y="1569685"/>
                  </a:lnTo>
                  <a:lnTo>
                    <a:pt x="432966" y="1569938"/>
                  </a:lnTo>
                  <a:lnTo>
                    <a:pt x="431936" y="1570161"/>
                  </a:lnTo>
                  <a:lnTo>
                    <a:pt x="431936" y="1570508"/>
                  </a:lnTo>
                  <a:lnTo>
                    <a:pt x="433005" y="1570697"/>
                  </a:lnTo>
                  <a:lnTo>
                    <a:pt x="434058" y="1570915"/>
                  </a:lnTo>
                  <a:lnTo>
                    <a:pt x="435095" y="1571162"/>
                  </a:lnTo>
                  <a:lnTo>
                    <a:pt x="436117" y="1571439"/>
                  </a:lnTo>
                  <a:lnTo>
                    <a:pt x="437123" y="1571745"/>
                  </a:lnTo>
                  <a:lnTo>
                    <a:pt x="438114" y="1572081"/>
                  </a:lnTo>
                  <a:lnTo>
                    <a:pt x="439089" y="1572447"/>
                  </a:lnTo>
                  <a:lnTo>
                    <a:pt x="440048" y="1572842"/>
                  </a:lnTo>
                  <a:lnTo>
                    <a:pt x="440992" y="1573266"/>
                  </a:lnTo>
                  <a:lnTo>
                    <a:pt x="441920" y="1573720"/>
                  </a:lnTo>
                  <a:lnTo>
                    <a:pt x="442844" y="1574187"/>
                  </a:lnTo>
                  <a:lnTo>
                    <a:pt x="443743" y="1574682"/>
                  </a:lnTo>
                  <a:lnTo>
                    <a:pt x="444615" y="1575208"/>
                  </a:lnTo>
                  <a:lnTo>
                    <a:pt x="445462" y="1575762"/>
                  </a:lnTo>
                  <a:lnTo>
                    <a:pt x="446282" y="1576347"/>
                  </a:lnTo>
                  <a:lnTo>
                    <a:pt x="447077" y="1576960"/>
                  </a:lnTo>
                  <a:lnTo>
                    <a:pt x="447845" y="1577604"/>
                  </a:lnTo>
                  <a:lnTo>
                    <a:pt x="448587" y="1578277"/>
                  </a:lnTo>
                  <a:lnTo>
                    <a:pt x="449304" y="1578979"/>
                  </a:lnTo>
                  <a:lnTo>
                    <a:pt x="449994" y="1579711"/>
                  </a:lnTo>
                  <a:lnTo>
                    <a:pt x="450656" y="1580456"/>
                  </a:lnTo>
                  <a:lnTo>
                    <a:pt x="451289" y="1581232"/>
                  </a:lnTo>
                  <a:lnTo>
                    <a:pt x="451892" y="1582039"/>
                  </a:lnTo>
                  <a:lnTo>
                    <a:pt x="452466" y="1582878"/>
                  </a:lnTo>
                  <a:lnTo>
                    <a:pt x="453011" y="1583748"/>
                  </a:lnTo>
                  <a:lnTo>
                    <a:pt x="453525" y="1584649"/>
                  </a:lnTo>
                  <a:lnTo>
                    <a:pt x="454011" y="1585581"/>
                  </a:lnTo>
                  <a:lnTo>
                    <a:pt x="454467" y="1586545"/>
                  </a:lnTo>
                  <a:lnTo>
                    <a:pt x="454893" y="1587540"/>
                  </a:lnTo>
                  <a:lnTo>
                    <a:pt x="455290" y="1588566"/>
                  </a:lnTo>
                  <a:lnTo>
                    <a:pt x="455652" y="1589604"/>
                  </a:lnTo>
                  <a:lnTo>
                    <a:pt x="455977" y="1590671"/>
                  </a:lnTo>
                  <a:lnTo>
                    <a:pt x="456264" y="1591764"/>
                  </a:lnTo>
                  <a:lnTo>
                    <a:pt x="456512" y="1592886"/>
                  </a:lnTo>
                  <a:lnTo>
                    <a:pt x="456722" y="1594036"/>
                  </a:lnTo>
                  <a:lnTo>
                    <a:pt x="456894" y="1595213"/>
                  </a:lnTo>
                  <a:lnTo>
                    <a:pt x="457028" y="1596418"/>
                  </a:lnTo>
                  <a:lnTo>
                    <a:pt x="457123" y="1597651"/>
                  </a:lnTo>
                  <a:lnTo>
                    <a:pt x="457180" y="1598911"/>
                  </a:lnTo>
                  <a:close/>
                  <a:moveTo>
                    <a:pt x="429071" y="1544377"/>
                  </a:moveTo>
                  <a:lnTo>
                    <a:pt x="429063" y="1543653"/>
                  </a:lnTo>
                  <a:lnTo>
                    <a:pt x="429040" y="1542942"/>
                  </a:lnTo>
                  <a:lnTo>
                    <a:pt x="429001" y="1542243"/>
                  </a:lnTo>
                  <a:lnTo>
                    <a:pt x="428946" y="1541557"/>
                  </a:lnTo>
                  <a:lnTo>
                    <a:pt x="428876" y="1540882"/>
                  </a:lnTo>
                  <a:lnTo>
                    <a:pt x="428790" y="1540220"/>
                  </a:lnTo>
                  <a:lnTo>
                    <a:pt x="428688" y="1539570"/>
                  </a:lnTo>
                  <a:lnTo>
                    <a:pt x="428571" y="1538931"/>
                  </a:lnTo>
                  <a:lnTo>
                    <a:pt x="428438" y="1538305"/>
                  </a:lnTo>
                  <a:lnTo>
                    <a:pt x="428290" y="1537692"/>
                  </a:lnTo>
                  <a:lnTo>
                    <a:pt x="428123" y="1537076"/>
                  </a:lnTo>
                  <a:lnTo>
                    <a:pt x="427935" y="1536480"/>
                  </a:lnTo>
                  <a:lnTo>
                    <a:pt x="427727" y="1535902"/>
                  </a:lnTo>
                  <a:lnTo>
                    <a:pt x="427498" y="1535344"/>
                  </a:lnTo>
                  <a:lnTo>
                    <a:pt x="427248" y="1534805"/>
                  </a:lnTo>
                  <a:lnTo>
                    <a:pt x="426977" y="1534285"/>
                  </a:lnTo>
                  <a:lnTo>
                    <a:pt x="426685" y="1533784"/>
                  </a:lnTo>
                  <a:lnTo>
                    <a:pt x="426373" y="1533302"/>
                  </a:lnTo>
                  <a:lnTo>
                    <a:pt x="426039" y="1532840"/>
                  </a:lnTo>
                  <a:lnTo>
                    <a:pt x="425685" y="1532396"/>
                  </a:lnTo>
                  <a:lnTo>
                    <a:pt x="425307" y="1531955"/>
                  </a:lnTo>
                  <a:lnTo>
                    <a:pt x="424904" y="1531535"/>
                  </a:lnTo>
                  <a:lnTo>
                    <a:pt x="424474" y="1531135"/>
                  </a:lnTo>
                  <a:lnTo>
                    <a:pt x="424018" y="1530757"/>
                  </a:lnTo>
                  <a:lnTo>
                    <a:pt x="423536" y="1530399"/>
                  </a:lnTo>
                  <a:lnTo>
                    <a:pt x="423029" y="1530062"/>
                  </a:lnTo>
                  <a:lnTo>
                    <a:pt x="422495" y="1529746"/>
                  </a:lnTo>
                  <a:lnTo>
                    <a:pt x="421935" y="1529451"/>
                  </a:lnTo>
                  <a:lnTo>
                    <a:pt x="421349" y="1529177"/>
                  </a:lnTo>
                  <a:lnTo>
                    <a:pt x="420737" y="1528923"/>
                  </a:lnTo>
                  <a:lnTo>
                    <a:pt x="420112" y="1528676"/>
                  </a:lnTo>
                  <a:lnTo>
                    <a:pt x="419455" y="1528454"/>
                  </a:lnTo>
                  <a:lnTo>
                    <a:pt x="418765" y="1528259"/>
                  </a:lnTo>
                  <a:lnTo>
                    <a:pt x="418042" y="1528090"/>
                  </a:lnTo>
                  <a:lnTo>
                    <a:pt x="417286" y="1527947"/>
                  </a:lnTo>
                  <a:lnTo>
                    <a:pt x="416496" y="1527829"/>
                  </a:lnTo>
                  <a:lnTo>
                    <a:pt x="415674" y="1527738"/>
                  </a:lnTo>
                  <a:lnTo>
                    <a:pt x="414819" y="1527673"/>
                  </a:lnTo>
                  <a:lnTo>
                    <a:pt x="413931" y="1527634"/>
                  </a:lnTo>
                  <a:lnTo>
                    <a:pt x="413010" y="1527621"/>
                  </a:lnTo>
                  <a:lnTo>
                    <a:pt x="412122" y="1527634"/>
                  </a:lnTo>
                  <a:lnTo>
                    <a:pt x="411263" y="1527673"/>
                  </a:lnTo>
                  <a:lnTo>
                    <a:pt x="410434" y="1527738"/>
                  </a:lnTo>
                  <a:lnTo>
                    <a:pt x="409635" y="1527829"/>
                  </a:lnTo>
                  <a:lnTo>
                    <a:pt x="408864" y="1527947"/>
                  </a:lnTo>
                  <a:lnTo>
                    <a:pt x="408124" y="1528090"/>
                  </a:lnTo>
                  <a:lnTo>
                    <a:pt x="407413" y="1528259"/>
                  </a:lnTo>
                  <a:lnTo>
                    <a:pt x="406731" y="1528454"/>
                  </a:lnTo>
                  <a:lnTo>
                    <a:pt x="406079" y="1528676"/>
                  </a:lnTo>
                  <a:lnTo>
                    <a:pt x="405457" y="1528923"/>
                  </a:lnTo>
                  <a:lnTo>
                    <a:pt x="404861" y="1529177"/>
                  </a:lnTo>
                  <a:lnTo>
                    <a:pt x="404290" y="1529451"/>
                  </a:lnTo>
                  <a:lnTo>
                    <a:pt x="403743" y="1529746"/>
                  </a:lnTo>
                  <a:lnTo>
                    <a:pt x="403221" y="1530062"/>
                  </a:lnTo>
                  <a:lnTo>
                    <a:pt x="402722" y="1530399"/>
                  </a:lnTo>
                  <a:lnTo>
                    <a:pt x="402248" y="1530757"/>
                  </a:lnTo>
                  <a:lnTo>
                    <a:pt x="401798" y="1531135"/>
                  </a:lnTo>
                  <a:lnTo>
                    <a:pt x="401373" y="1531535"/>
                  </a:lnTo>
                  <a:lnTo>
                    <a:pt x="400972" y="1531955"/>
                  </a:lnTo>
                  <a:lnTo>
                    <a:pt x="400595" y="1532396"/>
                  </a:lnTo>
                  <a:lnTo>
                    <a:pt x="400241" y="1532840"/>
                  </a:lnTo>
                  <a:lnTo>
                    <a:pt x="399908" y="1533302"/>
                  </a:lnTo>
                  <a:lnTo>
                    <a:pt x="399595" y="1533784"/>
                  </a:lnTo>
                  <a:lnTo>
                    <a:pt x="399303" y="1534285"/>
                  </a:lnTo>
                  <a:lnTo>
                    <a:pt x="399033" y="1534805"/>
                  </a:lnTo>
                  <a:lnTo>
                    <a:pt x="398782" y="1535344"/>
                  </a:lnTo>
                  <a:lnTo>
                    <a:pt x="398553" y="1535902"/>
                  </a:lnTo>
                  <a:lnTo>
                    <a:pt x="398345" y="1536480"/>
                  </a:lnTo>
                  <a:lnTo>
                    <a:pt x="398157" y="1537076"/>
                  </a:lnTo>
                  <a:lnTo>
                    <a:pt x="397991" y="1537692"/>
                  </a:lnTo>
                  <a:lnTo>
                    <a:pt x="397842" y="1538305"/>
                  </a:lnTo>
                  <a:lnTo>
                    <a:pt x="397709" y="1538931"/>
                  </a:lnTo>
                  <a:lnTo>
                    <a:pt x="397592" y="1539570"/>
                  </a:lnTo>
                  <a:lnTo>
                    <a:pt x="397491" y="1540220"/>
                  </a:lnTo>
                  <a:lnTo>
                    <a:pt x="397405" y="1540882"/>
                  </a:lnTo>
                  <a:lnTo>
                    <a:pt x="397334" y="1541557"/>
                  </a:lnTo>
                  <a:lnTo>
                    <a:pt x="397280" y="1542243"/>
                  </a:lnTo>
                  <a:lnTo>
                    <a:pt x="397241" y="1542942"/>
                  </a:lnTo>
                  <a:lnTo>
                    <a:pt x="397217" y="1543653"/>
                  </a:lnTo>
                  <a:lnTo>
                    <a:pt x="397209" y="1544377"/>
                  </a:lnTo>
                  <a:lnTo>
                    <a:pt x="397215" y="1545018"/>
                  </a:lnTo>
                  <a:lnTo>
                    <a:pt x="397234" y="1545658"/>
                  </a:lnTo>
                  <a:lnTo>
                    <a:pt x="397264" y="1546296"/>
                  </a:lnTo>
                  <a:lnTo>
                    <a:pt x="397307" y="1546932"/>
                  </a:lnTo>
                  <a:lnTo>
                    <a:pt x="397361" y="1547567"/>
                  </a:lnTo>
                  <a:lnTo>
                    <a:pt x="397428" y="1548200"/>
                  </a:lnTo>
                  <a:lnTo>
                    <a:pt x="397507" y="1548831"/>
                  </a:lnTo>
                  <a:lnTo>
                    <a:pt x="397598" y="1549461"/>
                  </a:lnTo>
                  <a:lnTo>
                    <a:pt x="397702" y="1550088"/>
                  </a:lnTo>
                  <a:lnTo>
                    <a:pt x="397817" y="1550714"/>
                  </a:lnTo>
                  <a:lnTo>
                    <a:pt x="397966" y="1551333"/>
                  </a:lnTo>
                  <a:lnTo>
                    <a:pt x="398137" y="1551940"/>
                  </a:lnTo>
                  <a:lnTo>
                    <a:pt x="398328" y="1552535"/>
                  </a:lnTo>
                  <a:lnTo>
                    <a:pt x="398539" y="1553117"/>
                  </a:lnTo>
                  <a:lnTo>
                    <a:pt x="398772" y="1553688"/>
                  </a:lnTo>
                  <a:lnTo>
                    <a:pt x="399026" y="1554246"/>
                  </a:lnTo>
                  <a:lnTo>
                    <a:pt x="399300" y="1554792"/>
                  </a:lnTo>
                  <a:lnTo>
                    <a:pt x="399595" y="1555326"/>
                  </a:lnTo>
                  <a:lnTo>
                    <a:pt x="399911" y="1555848"/>
                  </a:lnTo>
                  <a:lnTo>
                    <a:pt x="400248" y="1556357"/>
                  </a:lnTo>
                  <a:lnTo>
                    <a:pt x="400609" y="1556835"/>
                  </a:lnTo>
                  <a:lnTo>
                    <a:pt x="400998" y="1557295"/>
                  </a:lnTo>
                  <a:lnTo>
                    <a:pt x="401415" y="1557738"/>
                  </a:lnTo>
                  <a:lnTo>
                    <a:pt x="401859" y="1558163"/>
                  </a:lnTo>
                  <a:lnTo>
                    <a:pt x="402332" y="1558571"/>
                  </a:lnTo>
                  <a:lnTo>
                    <a:pt x="402832" y="1558962"/>
                  </a:lnTo>
                  <a:lnTo>
                    <a:pt x="403359" y="1559335"/>
                  </a:lnTo>
                  <a:lnTo>
                    <a:pt x="403915" y="1559691"/>
                  </a:lnTo>
                  <a:lnTo>
                    <a:pt x="404498" y="1560030"/>
                  </a:lnTo>
                  <a:lnTo>
                    <a:pt x="405110" y="1560351"/>
                  </a:lnTo>
                  <a:lnTo>
                    <a:pt x="405753" y="1560648"/>
                  </a:lnTo>
                  <a:lnTo>
                    <a:pt x="406433" y="1560913"/>
                  </a:lnTo>
                  <a:lnTo>
                    <a:pt x="407149" y="1561148"/>
                  </a:lnTo>
                  <a:lnTo>
                    <a:pt x="407902" y="1561351"/>
                  </a:lnTo>
                  <a:lnTo>
                    <a:pt x="408691" y="1561523"/>
                  </a:lnTo>
                  <a:lnTo>
                    <a:pt x="409516" y="1561663"/>
                  </a:lnTo>
                  <a:lnTo>
                    <a:pt x="410379" y="1561773"/>
                  </a:lnTo>
                  <a:lnTo>
                    <a:pt x="411277" y="1561851"/>
                  </a:lnTo>
                  <a:lnTo>
                    <a:pt x="412212" y="1561898"/>
                  </a:lnTo>
                  <a:lnTo>
                    <a:pt x="413184" y="1561913"/>
                  </a:lnTo>
                  <a:lnTo>
                    <a:pt x="414205" y="1561898"/>
                  </a:lnTo>
                  <a:lnTo>
                    <a:pt x="415184" y="1561851"/>
                  </a:lnTo>
                  <a:lnTo>
                    <a:pt x="416121" y="1561773"/>
                  </a:lnTo>
                  <a:lnTo>
                    <a:pt x="417017" y="1561663"/>
                  </a:lnTo>
                  <a:lnTo>
                    <a:pt x="417872" y="1561523"/>
                  </a:lnTo>
                  <a:lnTo>
                    <a:pt x="418684" y="1561351"/>
                  </a:lnTo>
                  <a:lnTo>
                    <a:pt x="419455" y="1561148"/>
                  </a:lnTo>
                  <a:lnTo>
                    <a:pt x="420184" y="1560913"/>
                  </a:lnTo>
                  <a:lnTo>
                    <a:pt x="420872" y="1560648"/>
                  </a:lnTo>
                  <a:lnTo>
                    <a:pt x="421518" y="1560351"/>
                  </a:lnTo>
                  <a:lnTo>
                    <a:pt x="422145" y="1560029"/>
                  </a:lnTo>
                  <a:lnTo>
                    <a:pt x="422740" y="1559687"/>
                  </a:lnTo>
                  <a:lnTo>
                    <a:pt x="423305" y="1559327"/>
                  </a:lnTo>
                  <a:lnTo>
                    <a:pt x="423838" y="1558948"/>
                  </a:lnTo>
                  <a:lnTo>
                    <a:pt x="424339" y="1558549"/>
                  </a:lnTo>
                  <a:lnTo>
                    <a:pt x="424810" y="1558132"/>
                  </a:lnTo>
                  <a:lnTo>
                    <a:pt x="425249" y="1557695"/>
                  </a:lnTo>
                  <a:lnTo>
                    <a:pt x="425657" y="1557239"/>
                  </a:lnTo>
                  <a:lnTo>
                    <a:pt x="426034" y="1556764"/>
                  </a:lnTo>
                  <a:lnTo>
                    <a:pt x="426380" y="1556270"/>
                  </a:lnTo>
                  <a:lnTo>
                    <a:pt x="426698" y="1555761"/>
                  </a:lnTo>
                  <a:lnTo>
                    <a:pt x="426994" y="1555239"/>
                  </a:lnTo>
                  <a:lnTo>
                    <a:pt x="427268" y="1554705"/>
                  </a:lnTo>
                  <a:lnTo>
                    <a:pt x="427519" y="1554159"/>
                  </a:lnTo>
                  <a:lnTo>
                    <a:pt x="427747" y="1553601"/>
                  </a:lnTo>
                  <a:lnTo>
                    <a:pt x="427953" y="1553030"/>
                  </a:lnTo>
                  <a:lnTo>
                    <a:pt x="428136" y="1552448"/>
                  </a:lnTo>
                  <a:lnTo>
                    <a:pt x="428297" y="1551853"/>
                  </a:lnTo>
                  <a:lnTo>
                    <a:pt x="428435" y="1551246"/>
                  </a:lnTo>
                  <a:lnTo>
                    <a:pt x="428550" y="1550627"/>
                  </a:lnTo>
                  <a:lnTo>
                    <a:pt x="428649" y="1550002"/>
                  </a:lnTo>
                  <a:lnTo>
                    <a:pt x="428738" y="1549377"/>
                  </a:lnTo>
                  <a:lnTo>
                    <a:pt x="428816" y="1548752"/>
                  </a:lnTo>
                  <a:lnTo>
                    <a:pt x="428883" y="1548127"/>
                  </a:lnTo>
                  <a:lnTo>
                    <a:pt x="428941" y="1547502"/>
                  </a:lnTo>
                  <a:lnTo>
                    <a:pt x="428988" y="1546877"/>
                  </a:lnTo>
                  <a:lnTo>
                    <a:pt x="429024" y="1546252"/>
                  </a:lnTo>
                  <a:lnTo>
                    <a:pt x="429050" y="1545627"/>
                  </a:lnTo>
                  <a:lnTo>
                    <a:pt x="429066" y="1545002"/>
                  </a:lnTo>
                  <a:close/>
                  <a:moveTo>
                    <a:pt x="431936" y="1598203"/>
                  </a:moveTo>
                  <a:lnTo>
                    <a:pt x="431927" y="1597459"/>
                  </a:lnTo>
                  <a:lnTo>
                    <a:pt x="431901" y="1596720"/>
                  </a:lnTo>
                  <a:lnTo>
                    <a:pt x="431858" y="1595986"/>
                  </a:lnTo>
                  <a:lnTo>
                    <a:pt x="431797" y="1595258"/>
                  </a:lnTo>
                  <a:lnTo>
                    <a:pt x="431719" y="1594535"/>
                  </a:lnTo>
                  <a:lnTo>
                    <a:pt x="431623" y="1593817"/>
                  </a:lnTo>
                  <a:lnTo>
                    <a:pt x="431511" y="1593104"/>
                  </a:lnTo>
                  <a:lnTo>
                    <a:pt x="431380" y="1592396"/>
                  </a:lnTo>
                  <a:lnTo>
                    <a:pt x="431233" y="1591694"/>
                  </a:lnTo>
                  <a:lnTo>
                    <a:pt x="431068" y="1590997"/>
                  </a:lnTo>
                  <a:lnTo>
                    <a:pt x="430898" y="1590311"/>
                  </a:lnTo>
                  <a:lnTo>
                    <a:pt x="430700" y="1589643"/>
                  </a:lnTo>
                  <a:lnTo>
                    <a:pt x="430474" y="1588992"/>
                  </a:lnTo>
                  <a:lnTo>
                    <a:pt x="430220" y="1588358"/>
                  </a:lnTo>
                  <a:lnTo>
                    <a:pt x="429939" y="1587741"/>
                  </a:lnTo>
                  <a:lnTo>
                    <a:pt x="429630" y="1587142"/>
                  </a:lnTo>
                  <a:lnTo>
                    <a:pt x="429293" y="1586561"/>
                  </a:lnTo>
                  <a:lnTo>
                    <a:pt x="428929" y="1585996"/>
                  </a:lnTo>
                  <a:lnTo>
                    <a:pt x="428536" y="1585449"/>
                  </a:lnTo>
                  <a:lnTo>
                    <a:pt x="428116" y="1584920"/>
                  </a:lnTo>
                  <a:lnTo>
                    <a:pt x="427683" y="1584393"/>
                  </a:lnTo>
                  <a:lnTo>
                    <a:pt x="427217" y="1583888"/>
                  </a:lnTo>
                  <a:lnTo>
                    <a:pt x="426717" y="1583407"/>
                  </a:lnTo>
                  <a:lnTo>
                    <a:pt x="426185" y="1582947"/>
                  </a:lnTo>
                  <a:lnTo>
                    <a:pt x="425620" y="1582511"/>
                  </a:lnTo>
                  <a:lnTo>
                    <a:pt x="425022" y="1582097"/>
                  </a:lnTo>
                  <a:lnTo>
                    <a:pt x="424391" y="1581705"/>
                  </a:lnTo>
                  <a:lnTo>
                    <a:pt x="423727" y="1581336"/>
                  </a:lnTo>
                  <a:lnTo>
                    <a:pt x="423029" y="1580990"/>
                  </a:lnTo>
                  <a:lnTo>
                    <a:pt x="422299" y="1580666"/>
                  </a:lnTo>
                  <a:lnTo>
                    <a:pt x="421533" y="1580352"/>
                  </a:lnTo>
                  <a:lnTo>
                    <a:pt x="420726" y="1580072"/>
                  </a:lnTo>
                  <a:lnTo>
                    <a:pt x="419880" y="1579825"/>
                  </a:lnTo>
                  <a:lnTo>
                    <a:pt x="418993" y="1579610"/>
                  </a:lnTo>
                  <a:lnTo>
                    <a:pt x="418067" y="1579429"/>
                  </a:lnTo>
                  <a:lnTo>
                    <a:pt x="417101" y="1579280"/>
                  </a:lnTo>
                  <a:lnTo>
                    <a:pt x="416095" y="1579165"/>
                  </a:lnTo>
                  <a:lnTo>
                    <a:pt x="415048" y="1579082"/>
                  </a:lnTo>
                  <a:lnTo>
                    <a:pt x="413962" y="1579033"/>
                  </a:lnTo>
                  <a:lnTo>
                    <a:pt x="412836" y="1579016"/>
                  </a:lnTo>
                  <a:lnTo>
                    <a:pt x="411811" y="1579033"/>
                  </a:lnTo>
                  <a:lnTo>
                    <a:pt x="410819" y="1579082"/>
                  </a:lnTo>
                  <a:lnTo>
                    <a:pt x="409859" y="1579165"/>
                  </a:lnTo>
                  <a:lnTo>
                    <a:pt x="408933" y="1579280"/>
                  </a:lnTo>
                  <a:lnTo>
                    <a:pt x="408040" y="1579429"/>
                  </a:lnTo>
                  <a:lnTo>
                    <a:pt x="407179" y="1579610"/>
                  </a:lnTo>
                  <a:lnTo>
                    <a:pt x="406352" y="1579825"/>
                  </a:lnTo>
                  <a:lnTo>
                    <a:pt x="405558" y="1580072"/>
                  </a:lnTo>
                  <a:lnTo>
                    <a:pt x="404796" y="1580352"/>
                  </a:lnTo>
                  <a:lnTo>
                    <a:pt x="404068" y="1580666"/>
                  </a:lnTo>
                  <a:lnTo>
                    <a:pt x="403386" y="1580990"/>
                  </a:lnTo>
                  <a:lnTo>
                    <a:pt x="402731" y="1581336"/>
                  </a:lnTo>
                  <a:lnTo>
                    <a:pt x="402101" y="1581705"/>
                  </a:lnTo>
                  <a:lnTo>
                    <a:pt x="401498" y="1582097"/>
                  </a:lnTo>
                  <a:lnTo>
                    <a:pt x="400921" y="1582511"/>
                  </a:lnTo>
                  <a:lnTo>
                    <a:pt x="400369" y="1582947"/>
                  </a:lnTo>
                  <a:lnTo>
                    <a:pt x="399844" y="1583407"/>
                  </a:lnTo>
                  <a:lnTo>
                    <a:pt x="399345" y="1583888"/>
                  </a:lnTo>
                  <a:lnTo>
                    <a:pt x="398872" y="1584393"/>
                  </a:lnTo>
                  <a:lnTo>
                    <a:pt x="398425" y="1584920"/>
                  </a:lnTo>
                  <a:lnTo>
                    <a:pt x="398019" y="1585467"/>
                  </a:lnTo>
                  <a:lnTo>
                    <a:pt x="397637" y="1586031"/>
                  </a:lnTo>
                  <a:lnTo>
                    <a:pt x="397276" y="1586613"/>
                  </a:lnTo>
                  <a:lnTo>
                    <a:pt x="396938" y="1587212"/>
                  </a:lnTo>
                  <a:lnTo>
                    <a:pt x="396623" y="1587828"/>
                  </a:lnTo>
                  <a:lnTo>
                    <a:pt x="396331" y="1588462"/>
                  </a:lnTo>
                  <a:lnTo>
                    <a:pt x="396061" y="1589113"/>
                  </a:lnTo>
                  <a:lnTo>
                    <a:pt x="395813" y="1589782"/>
                  </a:lnTo>
                  <a:lnTo>
                    <a:pt x="395589" y="1590467"/>
                  </a:lnTo>
                  <a:lnTo>
                    <a:pt x="395386" y="1591171"/>
                  </a:lnTo>
                  <a:lnTo>
                    <a:pt x="395221" y="1591869"/>
                  </a:lnTo>
                  <a:lnTo>
                    <a:pt x="395074" y="1592577"/>
                  </a:lnTo>
                  <a:lnTo>
                    <a:pt x="394943" y="1593293"/>
                  </a:lnTo>
                  <a:lnTo>
                    <a:pt x="394831" y="1594018"/>
                  </a:lnTo>
                  <a:lnTo>
                    <a:pt x="394735" y="1594752"/>
                  </a:lnTo>
                  <a:lnTo>
                    <a:pt x="394657" y="1595494"/>
                  </a:lnTo>
                  <a:lnTo>
                    <a:pt x="394596" y="1596245"/>
                  </a:lnTo>
                  <a:lnTo>
                    <a:pt x="394553" y="1597005"/>
                  </a:lnTo>
                  <a:lnTo>
                    <a:pt x="394527" y="1597773"/>
                  </a:lnTo>
                  <a:lnTo>
                    <a:pt x="394518" y="1598550"/>
                  </a:lnTo>
                  <a:lnTo>
                    <a:pt x="394527" y="1599462"/>
                  </a:lnTo>
                  <a:lnTo>
                    <a:pt x="394553" y="1600359"/>
                  </a:lnTo>
                  <a:lnTo>
                    <a:pt x="394596" y="1601240"/>
                  </a:lnTo>
                  <a:lnTo>
                    <a:pt x="394657" y="1602106"/>
                  </a:lnTo>
                  <a:lnTo>
                    <a:pt x="394735" y="1602956"/>
                  </a:lnTo>
                  <a:lnTo>
                    <a:pt x="394831" y="1603790"/>
                  </a:lnTo>
                  <a:lnTo>
                    <a:pt x="394943" y="1604609"/>
                  </a:lnTo>
                  <a:lnTo>
                    <a:pt x="395074" y="1605412"/>
                  </a:lnTo>
                  <a:lnTo>
                    <a:pt x="395221" y="1606199"/>
                  </a:lnTo>
                  <a:lnTo>
                    <a:pt x="395386" y="1606971"/>
                  </a:lnTo>
                  <a:lnTo>
                    <a:pt x="395589" y="1607725"/>
                  </a:lnTo>
                  <a:lnTo>
                    <a:pt x="395817" y="1608457"/>
                  </a:lnTo>
                  <a:lnTo>
                    <a:pt x="396069" y="1609169"/>
                  </a:lnTo>
                  <a:lnTo>
                    <a:pt x="396345" y="1609860"/>
                  </a:lnTo>
                  <a:lnTo>
                    <a:pt x="396645" y="1610531"/>
                  </a:lnTo>
                  <a:lnTo>
                    <a:pt x="396970" y="1611180"/>
                  </a:lnTo>
                  <a:lnTo>
                    <a:pt x="397319" y="1611809"/>
                  </a:lnTo>
                  <a:lnTo>
                    <a:pt x="397692" y="1612416"/>
                  </a:lnTo>
                  <a:lnTo>
                    <a:pt x="398090" y="1613003"/>
                  </a:lnTo>
                  <a:lnTo>
                    <a:pt x="398512" y="1613569"/>
                  </a:lnTo>
                  <a:lnTo>
                    <a:pt x="398977" y="1614095"/>
                  </a:lnTo>
                  <a:lnTo>
                    <a:pt x="399470" y="1614597"/>
                  </a:lnTo>
                  <a:lnTo>
                    <a:pt x="399991" y="1615075"/>
                  </a:lnTo>
                  <a:lnTo>
                    <a:pt x="400540" y="1615528"/>
                  </a:lnTo>
                  <a:lnTo>
                    <a:pt x="401116" y="1615957"/>
                  </a:lnTo>
                  <a:lnTo>
                    <a:pt x="401720" y="1616361"/>
                  </a:lnTo>
                  <a:lnTo>
                    <a:pt x="402352" y="1616741"/>
                  </a:lnTo>
                  <a:lnTo>
                    <a:pt x="403012" y="1617097"/>
                  </a:lnTo>
                  <a:lnTo>
                    <a:pt x="403700" y="1617429"/>
                  </a:lnTo>
                  <a:lnTo>
                    <a:pt x="404415" y="1617736"/>
                  </a:lnTo>
                  <a:lnTo>
                    <a:pt x="405163" y="1618017"/>
                  </a:lnTo>
                  <a:lnTo>
                    <a:pt x="405947" y="1618268"/>
                  </a:lnTo>
                  <a:lnTo>
                    <a:pt x="406767" y="1618489"/>
                  </a:lnTo>
                  <a:lnTo>
                    <a:pt x="407624" y="1618681"/>
                  </a:lnTo>
                  <a:lnTo>
                    <a:pt x="408517" y="1618843"/>
                  </a:lnTo>
                  <a:lnTo>
                    <a:pt x="409447" y="1618976"/>
                  </a:lnTo>
                  <a:lnTo>
                    <a:pt x="410413" y="1619079"/>
                  </a:lnTo>
                  <a:lnTo>
                    <a:pt x="411416" y="1619153"/>
                  </a:lnTo>
                  <a:lnTo>
                    <a:pt x="412455" y="1619198"/>
                  </a:lnTo>
                  <a:lnTo>
                    <a:pt x="413531" y="1619212"/>
                  </a:lnTo>
                  <a:lnTo>
                    <a:pt x="414606" y="1619198"/>
                  </a:lnTo>
                  <a:lnTo>
                    <a:pt x="415642" y="1619153"/>
                  </a:lnTo>
                  <a:lnTo>
                    <a:pt x="416641" y="1619079"/>
                  </a:lnTo>
                  <a:lnTo>
                    <a:pt x="417601" y="1618976"/>
                  </a:lnTo>
                  <a:lnTo>
                    <a:pt x="418523" y="1618843"/>
                  </a:lnTo>
                  <a:lnTo>
                    <a:pt x="419407" y="1618681"/>
                  </a:lnTo>
                  <a:lnTo>
                    <a:pt x="420252" y="1618489"/>
                  </a:lnTo>
                  <a:lnTo>
                    <a:pt x="421060" y="1618268"/>
                  </a:lnTo>
                  <a:lnTo>
                    <a:pt x="421829" y="1618017"/>
                  </a:lnTo>
                  <a:lnTo>
                    <a:pt x="422560" y="1617736"/>
                  </a:lnTo>
                  <a:lnTo>
                    <a:pt x="423257" y="1617412"/>
                  </a:lnTo>
                  <a:lnTo>
                    <a:pt x="423925" y="1617063"/>
                  </a:lnTo>
                  <a:lnTo>
                    <a:pt x="424563" y="1616689"/>
                  </a:lnTo>
                  <a:lnTo>
                    <a:pt x="425171" y="1616292"/>
                  </a:lnTo>
                  <a:lnTo>
                    <a:pt x="425750" y="1615870"/>
                  </a:lnTo>
                  <a:lnTo>
                    <a:pt x="426300" y="1615424"/>
                  </a:lnTo>
                  <a:lnTo>
                    <a:pt x="426820" y="1614953"/>
                  </a:lnTo>
                  <a:lnTo>
                    <a:pt x="427310" y="1614458"/>
                  </a:lnTo>
                  <a:lnTo>
                    <a:pt x="427771" y="1613939"/>
                  </a:lnTo>
                  <a:lnTo>
                    <a:pt x="428203" y="1613396"/>
                  </a:lnTo>
                  <a:lnTo>
                    <a:pt x="428607" y="1612830"/>
                  </a:lnTo>
                  <a:lnTo>
                    <a:pt x="428984" y="1612243"/>
                  </a:lnTo>
                  <a:lnTo>
                    <a:pt x="429336" y="1611635"/>
                  </a:lnTo>
                  <a:lnTo>
                    <a:pt x="429661" y="1611006"/>
                  </a:lnTo>
                  <a:lnTo>
                    <a:pt x="429961" y="1610357"/>
                  </a:lnTo>
                  <a:lnTo>
                    <a:pt x="430234" y="1609687"/>
                  </a:lnTo>
                  <a:lnTo>
                    <a:pt x="430482" y="1608996"/>
                  </a:lnTo>
                  <a:lnTo>
                    <a:pt x="430703" y="1608284"/>
                  </a:lnTo>
                  <a:lnTo>
                    <a:pt x="430898" y="1607551"/>
                  </a:lnTo>
                  <a:lnTo>
                    <a:pt x="431068" y="1606798"/>
                  </a:lnTo>
                  <a:lnTo>
                    <a:pt x="431233" y="1606008"/>
                  </a:lnTo>
                  <a:lnTo>
                    <a:pt x="431380" y="1605204"/>
                  </a:lnTo>
                  <a:lnTo>
                    <a:pt x="431511" y="1604383"/>
                  </a:lnTo>
                  <a:lnTo>
                    <a:pt x="431623" y="1603547"/>
                  </a:lnTo>
                  <a:lnTo>
                    <a:pt x="431719" y="1602695"/>
                  </a:lnTo>
                  <a:lnTo>
                    <a:pt x="431797" y="1601828"/>
                  </a:lnTo>
                  <a:lnTo>
                    <a:pt x="431858" y="1600945"/>
                  </a:lnTo>
                  <a:lnTo>
                    <a:pt x="431901" y="1600047"/>
                  </a:lnTo>
                  <a:lnTo>
                    <a:pt x="431927" y="159913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h29"/>
            <p:cNvSpPr/>
            <p:nvPr/>
          </p:nvSpPr>
          <p:spPr>
            <a:xfrm>
              <a:off x="6983428" y="3456108"/>
              <a:ext cx="473521" cy="1625116"/>
            </a:xfrm>
            <a:custGeom>
              <a:avLst/>
              <a:pathLst>
                <a:path w="473521" h="1625116">
                  <a:moveTo>
                    <a:pt x="457200" y="1600200"/>
                  </a:moveTo>
                  <a:lnTo>
                    <a:pt x="457200" y="1625116"/>
                  </a:lnTo>
                  <a:lnTo>
                    <a:pt x="433933" y="1625116"/>
                  </a:lnTo>
                  <a:lnTo>
                    <a:pt x="433933" y="1600200"/>
                  </a:lnTo>
                  <a:lnTo>
                    <a:pt x="378283" y="1600200"/>
                  </a:lnTo>
                  <a:lnTo>
                    <a:pt x="378283" y="1581881"/>
                  </a:lnTo>
                  <a:lnTo>
                    <a:pt x="429939" y="1502791"/>
                  </a:lnTo>
                  <a:lnTo>
                    <a:pt x="457200" y="1502791"/>
                  </a:lnTo>
                  <a:lnTo>
                    <a:pt x="457200" y="1582055"/>
                  </a:lnTo>
                  <a:lnTo>
                    <a:pt x="473521" y="1582055"/>
                  </a:lnTo>
                  <a:lnTo>
                    <a:pt x="473521" y="1600200"/>
                  </a:lnTo>
                  <a:close/>
                  <a:moveTo>
                    <a:pt x="433933" y="1542033"/>
                  </a:moveTo>
                  <a:lnTo>
                    <a:pt x="433933" y="1541729"/>
                  </a:lnTo>
                  <a:lnTo>
                    <a:pt x="433933" y="1541407"/>
                  </a:lnTo>
                  <a:lnTo>
                    <a:pt x="433933" y="1541069"/>
                  </a:lnTo>
                  <a:lnTo>
                    <a:pt x="433933" y="1540713"/>
                  </a:lnTo>
                  <a:lnTo>
                    <a:pt x="433933" y="1540340"/>
                  </a:lnTo>
                  <a:lnTo>
                    <a:pt x="433933" y="1539949"/>
                  </a:lnTo>
                  <a:lnTo>
                    <a:pt x="433933" y="1539541"/>
                  </a:lnTo>
                  <a:lnTo>
                    <a:pt x="433933" y="1539115"/>
                  </a:lnTo>
                  <a:lnTo>
                    <a:pt x="433933" y="1538673"/>
                  </a:lnTo>
                  <a:lnTo>
                    <a:pt x="433933" y="1538213"/>
                  </a:lnTo>
                  <a:lnTo>
                    <a:pt x="433950" y="1537726"/>
                  </a:lnTo>
                  <a:lnTo>
                    <a:pt x="433967" y="1537237"/>
                  </a:lnTo>
                  <a:lnTo>
                    <a:pt x="433985" y="1536746"/>
                  </a:lnTo>
                  <a:lnTo>
                    <a:pt x="434002" y="1536254"/>
                  </a:lnTo>
                  <a:lnTo>
                    <a:pt x="434020" y="1535760"/>
                  </a:lnTo>
                  <a:lnTo>
                    <a:pt x="434037" y="1535264"/>
                  </a:lnTo>
                  <a:lnTo>
                    <a:pt x="434054" y="1534767"/>
                  </a:lnTo>
                  <a:lnTo>
                    <a:pt x="434072" y="1534268"/>
                  </a:lnTo>
                  <a:lnTo>
                    <a:pt x="434089" y="1533767"/>
                  </a:lnTo>
                  <a:lnTo>
                    <a:pt x="434106" y="1533264"/>
                  </a:lnTo>
                  <a:lnTo>
                    <a:pt x="434140" y="1532763"/>
                  </a:lnTo>
                  <a:lnTo>
                    <a:pt x="434172" y="1532267"/>
                  </a:lnTo>
                  <a:lnTo>
                    <a:pt x="434203" y="1531777"/>
                  </a:lnTo>
                  <a:lnTo>
                    <a:pt x="434231" y="1531292"/>
                  </a:lnTo>
                  <a:lnTo>
                    <a:pt x="434258" y="1530811"/>
                  </a:lnTo>
                  <a:lnTo>
                    <a:pt x="434283" y="1530337"/>
                  </a:lnTo>
                  <a:lnTo>
                    <a:pt x="434307" y="1529867"/>
                  </a:lnTo>
                  <a:lnTo>
                    <a:pt x="434329" y="1529402"/>
                  </a:lnTo>
                  <a:lnTo>
                    <a:pt x="434349" y="1528943"/>
                  </a:lnTo>
                  <a:lnTo>
                    <a:pt x="434367" y="1528489"/>
                  </a:lnTo>
                  <a:lnTo>
                    <a:pt x="434402" y="1528031"/>
                  </a:lnTo>
                  <a:lnTo>
                    <a:pt x="434436" y="1527593"/>
                  </a:lnTo>
                  <a:lnTo>
                    <a:pt x="434471" y="1527176"/>
                  </a:lnTo>
                  <a:lnTo>
                    <a:pt x="434506" y="1526781"/>
                  </a:lnTo>
                  <a:lnTo>
                    <a:pt x="434540" y="1526406"/>
                  </a:lnTo>
                  <a:lnTo>
                    <a:pt x="434575" y="1526051"/>
                  </a:lnTo>
                  <a:lnTo>
                    <a:pt x="434610" y="1525718"/>
                  </a:lnTo>
                  <a:lnTo>
                    <a:pt x="434645" y="1525405"/>
                  </a:lnTo>
                  <a:lnTo>
                    <a:pt x="434679" y="1525114"/>
                  </a:lnTo>
                  <a:lnTo>
                    <a:pt x="434714" y="1524843"/>
                  </a:lnTo>
                  <a:lnTo>
                    <a:pt x="434622" y="1525043"/>
                  </a:lnTo>
                  <a:lnTo>
                    <a:pt x="434520" y="1525260"/>
                  </a:lnTo>
                  <a:lnTo>
                    <a:pt x="434407" y="1525494"/>
                  </a:lnTo>
                  <a:lnTo>
                    <a:pt x="434283" y="1525746"/>
                  </a:lnTo>
                  <a:lnTo>
                    <a:pt x="434150" y="1526015"/>
                  </a:lnTo>
                  <a:lnTo>
                    <a:pt x="434006" y="1526301"/>
                  </a:lnTo>
                  <a:lnTo>
                    <a:pt x="433851" y="1526605"/>
                  </a:lnTo>
                  <a:lnTo>
                    <a:pt x="433686" y="1526926"/>
                  </a:lnTo>
                  <a:lnTo>
                    <a:pt x="433511" y="1527265"/>
                  </a:lnTo>
                  <a:lnTo>
                    <a:pt x="433325" y="1527621"/>
                  </a:lnTo>
                  <a:lnTo>
                    <a:pt x="433131" y="1527972"/>
                  </a:lnTo>
                  <a:lnTo>
                    <a:pt x="432933" y="1528329"/>
                  </a:lnTo>
                  <a:lnTo>
                    <a:pt x="432729" y="1528694"/>
                  </a:lnTo>
                  <a:lnTo>
                    <a:pt x="432519" y="1529066"/>
                  </a:lnTo>
                  <a:lnTo>
                    <a:pt x="432305" y="1529444"/>
                  </a:lnTo>
                  <a:lnTo>
                    <a:pt x="432085" y="1529830"/>
                  </a:lnTo>
                  <a:lnTo>
                    <a:pt x="431860" y="1530222"/>
                  </a:lnTo>
                  <a:lnTo>
                    <a:pt x="431630" y="1530621"/>
                  </a:lnTo>
                  <a:lnTo>
                    <a:pt x="431395" y="1531028"/>
                  </a:lnTo>
                  <a:lnTo>
                    <a:pt x="431155" y="1531441"/>
                  </a:lnTo>
                  <a:lnTo>
                    <a:pt x="430927" y="1531840"/>
                  </a:lnTo>
                  <a:lnTo>
                    <a:pt x="430696" y="1532240"/>
                  </a:lnTo>
                  <a:lnTo>
                    <a:pt x="430462" y="1532639"/>
                  </a:lnTo>
                  <a:lnTo>
                    <a:pt x="430224" y="1533038"/>
                  </a:lnTo>
                  <a:lnTo>
                    <a:pt x="429983" y="1533438"/>
                  </a:lnTo>
                  <a:lnTo>
                    <a:pt x="429738" y="1533837"/>
                  </a:lnTo>
                  <a:lnTo>
                    <a:pt x="429489" y="1534236"/>
                  </a:lnTo>
                  <a:lnTo>
                    <a:pt x="429238" y="1534636"/>
                  </a:lnTo>
                  <a:lnTo>
                    <a:pt x="428982" y="1535035"/>
                  </a:lnTo>
                  <a:lnTo>
                    <a:pt x="428724" y="1535434"/>
                  </a:lnTo>
                  <a:lnTo>
                    <a:pt x="428483" y="1535829"/>
                  </a:lnTo>
                  <a:lnTo>
                    <a:pt x="428248" y="1536212"/>
                  </a:lnTo>
                  <a:lnTo>
                    <a:pt x="428018" y="1536586"/>
                  </a:lnTo>
                  <a:lnTo>
                    <a:pt x="427793" y="1536949"/>
                  </a:lnTo>
                  <a:lnTo>
                    <a:pt x="427573" y="1537301"/>
                  </a:lnTo>
                  <a:lnTo>
                    <a:pt x="427359" y="1537643"/>
                  </a:lnTo>
                  <a:lnTo>
                    <a:pt x="427150" y="1537975"/>
                  </a:lnTo>
                  <a:lnTo>
                    <a:pt x="426946" y="1538296"/>
                  </a:lnTo>
                  <a:lnTo>
                    <a:pt x="426747" y="1538607"/>
                  </a:lnTo>
                  <a:lnTo>
                    <a:pt x="426553" y="1538907"/>
                  </a:lnTo>
                  <a:lnTo>
                    <a:pt x="398164" y="1582055"/>
                  </a:lnTo>
                  <a:lnTo>
                    <a:pt x="433933" y="1582055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h30"/>
            <p:cNvSpPr/>
            <p:nvPr/>
          </p:nvSpPr>
          <p:spPr>
            <a:xfrm>
              <a:off x="299226" y="3416780"/>
              <a:ext cx="521999" cy="1600200"/>
            </a:xfrm>
            <a:custGeom>
              <a:avLst/>
              <a:pathLst>
                <a:path w="521999" h="1600200">
                  <a:moveTo>
                    <a:pt x="457200" y="1600200"/>
                  </a:moveTo>
                  <a:lnTo>
                    <a:pt x="457200" y="1591379"/>
                  </a:lnTo>
                  <a:lnTo>
                    <a:pt x="457923" y="1589773"/>
                  </a:lnTo>
                  <a:lnTo>
                    <a:pt x="458677" y="1588206"/>
                  </a:lnTo>
                  <a:lnTo>
                    <a:pt x="459462" y="1586678"/>
                  </a:lnTo>
                  <a:lnTo>
                    <a:pt x="460278" y="1585189"/>
                  </a:lnTo>
                  <a:lnTo>
                    <a:pt x="461124" y="1583739"/>
                  </a:lnTo>
                  <a:lnTo>
                    <a:pt x="462000" y="1582328"/>
                  </a:lnTo>
                  <a:lnTo>
                    <a:pt x="462907" y="1580955"/>
                  </a:lnTo>
                  <a:lnTo>
                    <a:pt x="463845" y="1579622"/>
                  </a:lnTo>
                  <a:lnTo>
                    <a:pt x="464813" y="1578327"/>
                  </a:lnTo>
                  <a:lnTo>
                    <a:pt x="465812" y="1577072"/>
                  </a:lnTo>
                  <a:lnTo>
                    <a:pt x="466844" y="1575834"/>
                  </a:lnTo>
                  <a:lnTo>
                    <a:pt x="467887" y="1574621"/>
                  </a:lnTo>
                  <a:lnTo>
                    <a:pt x="468939" y="1573434"/>
                  </a:lnTo>
                  <a:lnTo>
                    <a:pt x="470001" y="1572271"/>
                  </a:lnTo>
                  <a:lnTo>
                    <a:pt x="471073" y="1571133"/>
                  </a:lnTo>
                  <a:lnTo>
                    <a:pt x="472154" y="1570021"/>
                  </a:lnTo>
                  <a:lnTo>
                    <a:pt x="473245" y="1568933"/>
                  </a:lnTo>
                  <a:lnTo>
                    <a:pt x="474346" y="1567870"/>
                  </a:lnTo>
                  <a:lnTo>
                    <a:pt x="475457" y="1566833"/>
                  </a:lnTo>
                  <a:lnTo>
                    <a:pt x="476577" y="1565820"/>
                  </a:lnTo>
                  <a:lnTo>
                    <a:pt x="477701" y="1564814"/>
                  </a:lnTo>
                  <a:lnTo>
                    <a:pt x="478822" y="1563823"/>
                  </a:lnTo>
                  <a:lnTo>
                    <a:pt x="479940" y="1562847"/>
                  </a:lnTo>
                  <a:lnTo>
                    <a:pt x="481055" y="1561886"/>
                  </a:lnTo>
                  <a:lnTo>
                    <a:pt x="482168" y="1560941"/>
                  </a:lnTo>
                  <a:lnTo>
                    <a:pt x="483278" y="1560011"/>
                  </a:lnTo>
                  <a:lnTo>
                    <a:pt x="484385" y="1559096"/>
                  </a:lnTo>
                  <a:lnTo>
                    <a:pt x="485489" y="1558197"/>
                  </a:lnTo>
                  <a:lnTo>
                    <a:pt x="486591" y="1557313"/>
                  </a:lnTo>
                  <a:lnTo>
                    <a:pt x="487689" y="1556444"/>
                  </a:lnTo>
                  <a:lnTo>
                    <a:pt x="488790" y="1555583"/>
                  </a:lnTo>
                  <a:lnTo>
                    <a:pt x="489867" y="1554722"/>
                  </a:lnTo>
                  <a:lnTo>
                    <a:pt x="490923" y="1553860"/>
                  </a:lnTo>
                  <a:lnTo>
                    <a:pt x="491957" y="1552999"/>
                  </a:lnTo>
                  <a:lnTo>
                    <a:pt x="492968" y="1552138"/>
                  </a:lnTo>
                  <a:lnTo>
                    <a:pt x="493957" y="1551277"/>
                  </a:lnTo>
                  <a:lnTo>
                    <a:pt x="494924" y="1550416"/>
                  </a:lnTo>
                  <a:lnTo>
                    <a:pt x="495868" y="1549554"/>
                  </a:lnTo>
                  <a:lnTo>
                    <a:pt x="496791" y="1548693"/>
                  </a:lnTo>
                  <a:lnTo>
                    <a:pt x="497691" y="1547832"/>
                  </a:lnTo>
                  <a:lnTo>
                    <a:pt x="498562" y="1546966"/>
                  </a:lnTo>
                  <a:lnTo>
                    <a:pt x="499399" y="1546093"/>
                  </a:lnTo>
                  <a:lnTo>
                    <a:pt x="500201" y="1545211"/>
                  </a:lnTo>
                  <a:lnTo>
                    <a:pt x="500969" y="1544320"/>
                  </a:lnTo>
                  <a:lnTo>
                    <a:pt x="501702" y="1543422"/>
                  </a:lnTo>
                  <a:lnTo>
                    <a:pt x="502400" y="1542515"/>
                  </a:lnTo>
                  <a:lnTo>
                    <a:pt x="503063" y="1541599"/>
                  </a:lnTo>
                  <a:lnTo>
                    <a:pt x="503691" y="1540675"/>
                  </a:lnTo>
                  <a:lnTo>
                    <a:pt x="504285" y="1539743"/>
                  </a:lnTo>
                  <a:lnTo>
                    <a:pt x="504844" y="1538803"/>
                  </a:lnTo>
                  <a:lnTo>
                    <a:pt x="505372" y="1537846"/>
                  </a:lnTo>
                  <a:lnTo>
                    <a:pt x="505844" y="1536864"/>
                  </a:lnTo>
                  <a:lnTo>
                    <a:pt x="506261" y="1535857"/>
                  </a:lnTo>
                  <a:lnTo>
                    <a:pt x="506622" y="1534825"/>
                  </a:lnTo>
                  <a:lnTo>
                    <a:pt x="506928" y="1533768"/>
                  </a:lnTo>
                  <a:lnTo>
                    <a:pt x="507178" y="1532686"/>
                  </a:lnTo>
                  <a:lnTo>
                    <a:pt x="507372" y="1531578"/>
                  </a:lnTo>
                  <a:lnTo>
                    <a:pt x="507511" y="1530446"/>
                  </a:lnTo>
                  <a:lnTo>
                    <a:pt x="507595" y="1529289"/>
                  </a:lnTo>
                  <a:lnTo>
                    <a:pt x="507622" y="1528107"/>
                  </a:lnTo>
                  <a:lnTo>
                    <a:pt x="507610" y="1527284"/>
                  </a:lnTo>
                  <a:lnTo>
                    <a:pt x="507572" y="1526482"/>
                  </a:lnTo>
                  <a:lnTo>
                    <a:pt x="507510" y="1525701"/>
                  </a:lnTo>
                  <a:lnTo>
                    <a:pt x="507422" y="1524940"/>
                  </a:lnTo>
                  <a:lnTo>
                    <a:pt x="507310" y="1524200"/>
                  </a:lnTo>
                  <a:lnTo>
                    <a:pt x="507172" y="1523482"/>
                  </a:lnTo>
                  <a:lnTo>
                    <a:pt x="507010" y="1522784"/>
                  </a:lnTo>
                  <a:lnTo>
                    <a:pt x="506822" y="1522106"/>
                  </a:lnTo>
                  <a:lnTo>
                    <a:pt x="506610" y="1521450"/>
                  </a:lnTo>
                  <a:lnTo>
                    <a:pt x="506372" y="1520815"/>
                  </a:lnTo>
                  <a:lnTo>
                    <a:pt x="506111" y="1520186"/>
                  </a:lnTo>
                  <a:lnTo>
                    <a:pt x="505828" y="1519578"/>
                  </a:lnTo>
                  <a:lnTo>
                    <a:pt x="505522" y="1518991"/>
                  </a:lnTo>
                  <a:lnTo>
                    <a:pt x="505194" y="1518425"/>
                  </a:lnTo>
                  <a:lnTo>
                    <a:pt x="504844" y="1517880"/>
                  </a:lnTo>
                  <a:lnTo>
                    <a:pt x="504472" y="1517356"/>
                  </a:lnTo>
                  <a:lnTo>
                    <a:pt x="504078" y="1516852"/>
                  </a:lnTo>
                  <a:lnTo>
                    <a:pt x="503661" y="1516370"/>
                  </a:lnTo>
                  <a:lnTo>
                    <a:pt x="503222" y="1515908"/>
                  </a:lnTo>
                  <a:lnTo>
                    <a:pt x="502761" y="1515467"/>
                  </a:lnTo>
                  <a:lnTo>
                    <a:pt x="502279" y="1515047"/>
                  </a:lnTo>
                  <a:lnTo>
                    <a:pt x="501777" y="1514650"/>
                  </a:lnTo>
                  <a:lnTo>
                    <a:pt x="501256" y="1514275"/>
                  </a:lnTo>
                  <a:lnTo>
                    <a:pt x="500716" y="1513922"/>
                  </a:lnTo>
                  <a:lnTo>
                    <a:pt x="500156" y="1513591"/>
                  </a:lnTo>
                  <a:lnTo>
                    <a:pt x="499577" y="1513283"/>
                  </a:lnTo>
                  <a:lnTo>
                    <a:pt x="498978" y="1512997"/>
                  </a:lnTo>
                  <a:lnTo>
                    <a:pt x="498360" y="1512733"/>
                  </a:lnTo>
                  <a:lnTo>
                    <a:pt x="497723" y="1512491"/>
                  </a:lnTo>
                  <a:lnTo>
                    <a:pt x="497066" y="1512272"/>
                  </a:lnTo>
                  <a:lnTo>
                    <a:pt x="496405" y="1512061"/>
                  </a:lnTo>
                  <a:lnTo>
                    <a:pt x="495729" y="1511872"/>
                  </a:lnTo>
                  <a:lnTo>
                    <a:pt x="495038" y="1511705"/>
                  </a:lnTo>
                  <a:lnTo>
                    <a:pt x="494332" y="1511561"/>
                  </a:lnTo>
                  <a:lnTo>
                    <a:pt x="493610" y="1511438"/>
                  </a:lnTo>
                  <a:lnTo>
                    <a:pt x="492873" y="1511338"/>
                  </a:lnTo>
                  <a:lnTo>
                    <a:pt x="492121" y="1511261"/>
                  </a:lnTo>
                  <a:lnTo>
                    <a:pt x="491354" y="1511205"/>
                  </a:lnTo>
                  <a:lnTo>
                    <a:pt x="490571" y="1511172"/>
                  </a:lnTo>
                  <a:lnTo>
                    <a:pt x="489773" y="1511161"/>
                  </a:lnTo>
                  <a:lnTo>
                    <a:pt x="489027" y="1511171"/>
                  </a:lnTo>
                  <a:lnTo>
                    <a:pt x="488289" y="1511202"/>
                  </a:lnTo>
                  <a:lnTo>
                    <a:pt x="487560" y="1511254"/>
                  </a:lnTo>
                  <a:lnTo>
                    <a:pt x="486839" y="1511327"/>
                  </a:lnTo>
                  <a:lnTo>
                    <a:pt x="486127" y="1511421"/>
                  </a:lnTo>
                  <a:lnTo>
                    <a:pt x="485422" y="1511536"/>
                  </a:lnTo>
                  <a:lnTo>
                    <a:pt x="484727" y="1511671"/>
                  </a:lnTo>
                  <a:lnTo>
                    <a:pt x="484039" y="1511827"/>
                  </a:lnTo>
                  <a:lnTo>
                    <a:pt x="483360" y="1512004"/>
                  </a:lnTo>
                  <a:lnTo>
                    <a:pt x="482689" y="1512202"/>
                  </a:lnTo>
                  <a:lnTo>
                    <a:pt x="482043" y="1512421"/>
                  </a:lnTo>
                  <a:lnTo>
                    <a:pt x="481411" y="1512661"/>
                  </a:lnTo>
                  <a:lnTo>
                    <a:pt x="480793" y="1512921"/>
                  </a:lnTo>
                  <a:lnTo>
                    <a:pt x="480188" y="1513203"/>
                  </a:lnTo>
                  <a:lnTo>
                    <a:pt x="479598" y="1513505"/>
                  </a:lnTo>
                  <a:lnTo>
                    <a:pt x="479022" y="1513828"/>
                  </a:lnTo>
                  <a:lnTo>
                    <a:pt x="478459" y="1514171"/>
                  </a:lnTo>
                  <a:lnTo>
                    <a:pt x="477910" y="1514536"/>
                  </a:lnTo>
                  <a:lnTo>
                    <a:pt x="477376" y="1514921"/>
                  </a:lnTo>
                  <a:lnTo>
                    <a:pt x="476855" y="1515328"/>
                  </a:lnTo>
                  <a:lnTo>
                    <a:pt x="476350" y="1515755"/>
                  </a:lnTo>
                  <a:lnTo>
                    <a:pt x="475863" y="1516203"/>
                  </a:lnTo>
                  <a:lnTo>
                    <a:pt x="475394" y="1516672"/>
                  </a:lnTo>
                  <a:lnTo>
                    <a:pt x="474943" y="1517161"/>
                  </a:lnTo>
                  <a:lnTo>
                    <a:pt x="474511" y="1517672"/>
                  </a:lnTo>
                  <a:lnTo>
                    <a:pt x="474096" y="1518203"/>
                  </a:lnTo>
                  <a:lnTo>
                    <a:pt x="473699" y="1518755"/>
                  </a:lnTo>
                  <a:lnTo>
                    <a:pt x="473321" y="1519328"/>
                  </a:lnTo>
                  <a:lnTo>
                    <a:pt x="472960" y="1519922"/>
                  </a:lnTo>
                  <a:lnTo>
                    <a:pt x="472618" y="1520537"/>
                  </a:lnTo>
                  <a:lnTo>
                    <a:pt x="472310" y="1521158"/>
                  </a:lnTo>
                  <a:lnTo>
                    <a:pt x="472024" y="1521801"/>
                  </a:lnTo>
                  <a:lnTo>
                    <a:pt x="471760" y="1522464"/>
                  </a:lnTo>
                  <a:lnTo>
                    <a:pt x="471518" y="1523148"/>
                  </a:lnTo>
                  <a:lnTo>
                    <a:pt x="471298" y="1523853"/>
                  </a:lnTo>
                  <a:lnTo>
                    <a:pt x="471101" y="1524579"/>
                  </a:lnTo>
                  <a:lnTo>
                    <a:pt x="470926" y="1525326"/>
                  </a:lnTo>
                  <a:lnTo>
                    <a:pt x="470773" y="1526093"/>
                  </a:lnTo>
                  <a:lnTo>
                    <a:pt x="470643" y="1526881"/>
                  </a:lnTo>
                  <a:lnTo>
                    <a:pt x="470535" y="1527690"/>
                  </a:lnTo>
                  <a:lnTo>
                    <a:pt x="457755" y="1526510"/>
                  </a:lnTo>
                  <a:lnTo>
                    <a:pt x="457897" y="1525460"/>
                  </a:lnTo>
                  <a:lnTo>
                    <a:pt x="458072" y="1524423"/>
                  </a:lnTo>
                  <a:lnTo>
                    <a:pt x="458280" y="1523399"/>
                  </a:lnTo>
                  <a:lnTo>
                    <a:pt x="458522" y="1522387"/>
                  </a:lnTo>
                  <a:lnTo>
                    <a:pt x="458797" y="1521388"/>
                  </a:lnTo>
                  <a:lnTo>
                    <a:pt x="459105" y="1520401"/>
                  </a:lnTo>
                  <a:lnTo>
                    <a:pt x="459447" y="1519426"/>
                  </a:lnTo>
                  <a:lnTo>
                    <a:pt x="459822" y="1518464"/>
                  </a:lnTo>
                  <a:lnTo>
                    <a:pt x="460230" y="1517515"/>
                  </a:lnTo>
                  <a:lnTo>
                    <a:pt x="460672" y="1516578"/>
                  </a:lnTo>
                  <a:lnTo>
                    <a:pt x="461148" y="1515659"/>
                  </a:lnTo>
                  <a:lnTo>
                    <a:pt x="461658" y="1514764"/>
                  </a:lnTo>
                  <a:lnTo>
                    <a:pt x="462204" y="1513892"/>
                  </a:lnTo>
                  <a:lnTo>
                    <a:pt x="462784" y="1513044"/>
                  </a:lnTo>
                  <a:lnTo>
                    <a:pt x="463398" y="1512220"/>
                  </a:lnTo>
                  <a:lnTo>
                    <a:pt x="464048" y="1511419"/>
                  </a:lnTo>
                  <a:lnTo>
                    <a:pt x="464732" y="1510642"/>
                  </a:lnTo>
                  <a:lnTo>
                    <a:pt x="465451" y="1509888"/>
                  </a:lnTo>
                  <a:lnTo>
                    <a:pt x="466204" y="1509158"/>
                  </a:lnTo>
                  <a:lnTo>
                    <a:pt x="466992" y="1508452"/>
                  </a:lnTo>
                  <a:lnTo>
                    <a:pt x="467814" y="1507759"/>
                  </a:lnTo>
                  <a:lnTo>
                    <a:pt x="468668" y="1507096"/>
                  </a:lnTo>
                  <a:lnTo>
                    <a:pt x="469553" y="1506464"/>
                  </a:lnTo>
                  <a:lnTo>
                    <a:pt x="470471" y="1505863"/>
                  </a:lnTo>
                  <a:lnTo>
                    <a:pt x="471420" y="1505292"/>
                  </a:lnTo>
                  <a:lnTo>
                    <a:pt x="472401" y="1504751"/>
                  </a:lnTo>
                  <a:lnTo>
                    <a:pt x="473415" y="1504242"/>
                  </a:lnTo>
                  <a:lnTo>
                    <a:pt x="474460" y="1503762"/>
                  </a:lnTo>
                  <a:lnTo>
                    <a:pt x="475537" y="1503314"/>
                  </a:lnTo>
                  <a:lnTo>
                    <a:pt x="476646" y="1502896"/>
                  </a:lnTo>
                  <a:lnTo>
                    <a:pt x="477803" y="1502513"/>
                  </a:lnTo>
                  <a:lnTo>
                    <a:pt x="478994" y="1502171"/>
                  </a:lnTo>
                  <a:lnTo>
                    <a:pt x="480220" y="1501868"/>
                  </a:lnTo>
                  <a:lnTo>
                    <a:pt x="481480" y="1501607"/>
                  </a:lnTo>
                  <a:lnTo>
                    <a:pt x="482776" y="1501385"/>
                  </a:lnTo>
                  <a:lnTo>
                    <a:pt x="484106" y="1501204"/>
                  </a:lnTo>
                  <a:lnTo>
                    <a:pt x="485470" y="1501063"/>
                  </a:lnTo>
                  <a:lnTo>
                    <a:pt x="486870" y="1500962"/>
                  </a:lnTo>
                  <a:lnTo>
                    <a:pt x="488304" y="1500902"/>
                  </a:lnTo>
                  <a:lnTo>
                    <a:pt x="489773" y="1500882"/>
                  </a:lnTo>
                  <a:lnTo>
                    <a:pt x="491216" y="1500899"/>
                  </a:lnTo>
                  <a:lnTo>
                    <a:pt x="492626" y="1500951"/>
                  </a:lnTo>
                  <a:lnTo>
                    <a:pt x="494005" y="1501038"/>
                  </a:lnTo>
                  <a:lnTo>
                    <a:pt x="495351" y="1501159"/>
                  </a:lnTo>
                  <a:lnTo>
                    <a:pt x="496666" y="1501316"/>
                  </a:lnTo>
                  <a:lnTo>
                    <a:pt x="497949" y="1501507"/>
                  </a:lnTo>
                  <a:lnTo>
                    <a:pt x="499200" y="1501732"/>
                  </a:lnTo>
                  <a:lnTo>
                    <a:pt x="500419" y="1501993"/>
                  </a:lnTo>
                  <a:lnTo>
                    <a:pt x="501606" y="1502288"/>
                  </a:lnTo>
                  <a:lnTo>
                    <a:pt x="502761" y="1502618"/>
                  </a:lnTo>
                  <a:lnTo>
                    <a:pt x="503882" y="1502982"/>
                  </a:lnTo>
                  <a:lnTo>
                    <a:pt x="504967" y="1503379"/>
                  </a:lnTo>
                  <a:lnTo>
                    <a:pt x="506015" y="1503810"/>
                  </a:lnTo>
                  <a:lnTo>
                    <a:pt x="507028" y="1504274"/>
                  </a:lnTo>
                  <a:lnTo>
                    <a:pt x="508004" y="1504771"/>
                  </a:lnTo>
                  <a:lnTo>
                    <a:pt x="508945" y="1505302"/>
                  </a:lnTo>
                  <a:lnTo>
                    <a:pt x="509849" y="1505865"/>
                  </a:lnTo>
                  <a:lnTo>
                    <a:pt x="510717" y="1506463"/>
                  </a:lnTo>
                  <a:lnTo>
                    <a:pt x="511549" y="1507093"/>
                  </a:lnTo>
                  <a:lnTo>
                    <a:pt x="512345" y="1507757"/>
                  </a:lnTo>
                  <a:lnTo>
                    <a:pt x="513118" y="1508454"/>
                  </a:lnTo>
                  <a:lnTo>
                    <a:pt x="513854" y="1509183"/>
                  </a:lnTo>
                  <a:lnTo>
                    <a:pt x="514552" y="1509943"/>
                  </a:lnTo>
                  <a:lnTo>
                    <a:pt x="515212" y="1510736"/>
                  </a:lnTo>
                  <a:lnTo>
                    <a:pt x="515835" y="1511560"/>
                  </a:lnTo>
                  <a:lnTo>
                    <a:pt x="516421" y="1512416"/>
                  </a:lnTo>
                  <a:lnTo>
                    <a:pt x="516969" y="1513305"/>
                  </a:lnTo>
                  <a:lnTo>
                    <a:pt x="517479" y="1514225"/>
                  </a:lnTo>
                  <a:lnTo>
                    <a:pt x="517952" y="1515177"/>
                  </a:lnTo>
                  <a:lnTo>
                    <a:pt x="518388" y="1516161"/>
                  </a:lnTo>
                  <a:lnTo>
                    <a:pt x="518784" y="1517177"/>
                  </a:lnTo>
                  <a:lnTo>
                    <a:pt x="519138" y="1518223"/>
                  </a:lnTo>
                  <a:lnTo>
                    <a:pt x="519450" y="1519299"/>
                  </a:lnTo>
                  <a:lnTo>
                    <a:pt x="519721" y="1520406"/>
                  </a:lnTo>
                  <a:lnTo>
                    <a:pt x="519950" y="1521544"/>
                  </a:lnTo>
                  <a:lnTo>
                    <a:pt x="520138" y="1522712"/>
                  </a:lnTo>
                  <a:lnTo>
                    <a:pt x="520284" y="1523911"/>
                  </a:lnTo>
                  <a:lnTo>
                    <a:pt x="520388" y="1525140"/>
                  </a:lnTo>
                  <a:lnTo>
                    <a:pt x="520450" y="1526400"/>
                  </a:lnTo>
                  <a:lnTo>
                    <a:pt x="520471" y="1527690"/>
                  </a:lnTo>
                  <a:lnTo>
                    <a:pt x="520453" y="1528672"/>
                  </a:lnTo>
                  <a:lnTo>
                    <a:pt x="520399" y="1529643"/>
                  </a:lnTo>
                  <a:lnTo>
                    <a:pt x="520309" y="1530605"/>
                  </a:lnTo>
                  <a:lnTo>
                    <a:pt x="520182" y="1531558"/>
                  </a:lnTo>
                  <a:lnTo>
                    <a:pt x="520020" y="1532500"/>
                  </a:lnTo>
                  <a:lnTo>
                    <a:pt x="519821" y="1533433"/>
                  </a:lnTo>
                  <a:lnTo>
                    <a:pt x="519586" y="1534356"/>
                  </a:lnTo>
                  <a:lnTo>
                    <a:pt x="519316" y="1535269"/>
                  </a:lnTo>
                  <a:lnTo>
                    <a:pt x="519009" y="1536173"/>
                  </a:lnTo>
                  <a:lnTo>
                    <a:pt x="518666" y="1537067"/>
                  </a:lnTo>
                  <a:lnTo>
                    <a:pt x="518306" y="1537951"/>
                  </a:lnTo>
                  <a:lnTo>
                    <a:pt x="517921" y="1538828"/>
                  </a:lnTo>
                  <a:lnTo>
                    <a:pt x="517511" y="1539696"/>
                  </a:lnTo>
                  <a:lnTo>
                    <a:pt x="517076" y="1540556"/>
                  </a:lnTo>
                  <a:lnTo>
                    <a:pt x="516617" y="1541407"/>
                  </a:lnTo>
                  <a:lnTo>
                    <a:pt x="516132" y="1542251"/>
                  </a:lnTo>
                  <a:lnTo>
                    <a:pt x="515622" y="1543085"/>
                  </a:lnTo>
                  <a:lnTo>
                    <a:pt x="515087" y="1543912"/>
                  </a:lnTo>
                  <a:lnTo>
                    <a:pt x="514527" y="1544730"/>
                  </a:lnTo>
                  <a:lnTo>
                    <a:pt x="513943" y="1545540"/>
                  </a:lnTo>
                  <a:lnTo>
                    <a:pt x="513350" y="1546343"/>
                  </a:lnTo>
                  <a:lnTo>
                    <a:pt x="512737" y="1547140"/>
                  </a:lnTo>
                  <a:lnTo>
                    <a:pt x="512105" y="1547932"/>
                  </a:lnTo>
                  <a:lnTo>
                    <a:pt x="511454" y="1548718"/>
                  </a:lnTo>
                  <a:lnTo>
                    <a:pt x="510783" y="1549499"/>
                  </a:lnTo>
                  <a:lnTo>
                    <a:pt x="510092" y="1550274"/>
                  </a:lnTo>
                  <a:lnTo>
                    <a:pt x="509382" y="1551043"/>
                  </a:lnTo>
                  <a:lnTo>
                    <a:pt x="508653" y="1551807"/>
                  </a:lnTo>
                  <a:lnTo>
                    <a:pt x="507904" y="1552566"/>
                  </a:lnTo>
                  <a:lnTo>
                    <a:pt x="507136" y="1553319"/>
                  </a:lnTo>
                  <a:lnTo>
                    <a:pt x="506355" y="1554067"/>
                  </a:lnTo>
                  <a:lnTo>
                    <a:pt x="505567" y="1554813"/>
                  </a:lnTo>
                  <a:lnTo>
                    <a:pt x="504771" y="1555556"/>
                  </a:lnTo>
                  <a:lnTo>
                    <a:pt x="503969" y="1556297"/>
                  </a:lnTo>
                  <a:lnTo>
                    <a:pt x="503160" y="1557034"/>
                  </a:lnTo>
                  <a:lnTo>
                    <a:pt x="502344" y="1557769"/>
                  </a:lnTo>
                  <a:lnTo>
                    <a:pt x="501521" y="1558501"/>
                  </a:lnTo>
                  <a:lnTo>
                    <a:pt x="500691" y="1559230"/>
                  </a:lnTo>
                  <a:lnTo>
                    <a:pt x="499854" y="1559957"/>
                  </a:lnTo>
                  <a:lnTo>
                    <a:pt x="499010" y="1560681"/>
                  </a:lnTo>
                  <a:lnTo>
                    <a:pt x="498162" y="1561389"/>
                  </a:lnTo>
                  <a:lnTo>
                    <a:pt x="497313" y="1562098"/>
                  </a:lnTo>
                  <a:lnTo>
                    <a:pt x="496462" y="1562806"/>
                  </a:lnTo>
                  <a:lnTo>
                    <a:pt x="495610" y="1563514"/>
                  </a:lnTo>
                  <a:lnTo>
                    <a:pt x="494756" y="1564223"/>
                  </a:lnTo>
                  <a:lnTo>
                    <a:pt x="493901" y="1564931"/>
                  </a:lnTo>
                  <a:lnTo>
                    <a:pt x="493045" y="1565640"/>
                  </a:lnTo>
                  <a:lnTo>
                    <a:pt x="492187" y="1566348"/>
                  </a:lnTo>
                  <a:lnTo>
                    <a:pt x="491328" y="1567056"/>
                  </a:lnTo>
                  <a:lnTo>
                    <a:pt x="490468" y="1567765"/>
                  </a:lnTo>
                  <a:lnTo>
                    <a:pt x="489611" y="1568460"/>
                  </a:lnTo>
                  <a:lnTo>
                    <a:pt x="488765" y="1569157"/>
                  </a:lnTo>
                  <a:lnTo>
                    <a:pt x="487928" y="1569855"/>
                  </a:lnTo>
                  <a:lnTo>
                    <a:pt x="487100" y="1570554"/>
                  </a:lnTo>
                  <a:lnTo>
                    <a:pt x="486283" y="1571255"/>
                  </a:lnTo>
                  <a:lnTo>
                    <a:pt x="485475" y="1571957"/>
                  </a:lnTo>
                  <a:lnTo>
                    <a:pt x="484677" y="1572661"/>
                  </a:lnTo>
                  <a:lnTo>
                    <a:pt x="483889" y="1573366"/>
                  </a:lnTo>
                  <a:lnTo>
                    <a:pt x="483110" y="1574072"/>
                  </a:lnTo>
                  <a:lnTo>
                    <a:pt x="482342" y="1574780"/>
                  </a:lnTo>
                  <a:lnTo>
                    <a:pt x="481599" y="1575489"/>
                  </a:lnTo>
                  <a:lnTo>
                    <a:pt x="480872" y="1576202"/>
                  </a:lnTo>
                  <a:lnTo>
                    <a:pt x="480160" y="1576917"/>
                  </a:lnTo>
                  <a:lnTo>
                    <a:pt x="479463" y="1577636"/>
                  </a:lnTo>
                  <a:lnTo>
                    <a:pt x="478782" y="1578356"/>
                  </a:lnTo>
                  <a:lnTo>
                    <a:pt x="478116" y="1579080"/>
                  </a:lnTo>
                  <a:lnTo>
                    <a:pt x="477465" y="1579807"/>
                  </a:lnTo>
                  <a:lnTo>
                    <a:pt x="476830" y="1580536"/>
                  </a:lnTo>
                  <a:lnTo>
                    <a:pt x="476210" y="1581268"/>
                  </a:lnTo>
                  <a:lnTo>
                    <a:pt x="475605" y="1582003"/>
                  </a:lnTo>
                  <a:lnTo>
                    <a:pt x="475020" y="1582729"/>
                  </a:lnTo>
                  <a:lnTo>
                    <a:pt x="474463" y="1583461"/>
                  </a:lnTo>
                  <a:lnTo>
                    <a:pt x="473931" y="1584201"/>
                  </a:lnTo>
                  <a:lnTo>
                    <a:pt x="473427" y="1584948"/>
                  </a:lnTo>
                  <a:lnTo>
                    <a:pt x="472948" y="1585701"/>
                  </a:lnTo>
                  <a:lnTo>
                    <a:pt x="472496" y="1586462"/>
                  </a:lnTo>
                  <a:lnTo>
                    <a:pt x="472070" y="1587229"/>
                  </a:lnTo>
                  <a:lnTo>
                    <a:pt x="471671" y="1588004"/>
                  </a:lnTo>
                  <a:lnTo>
                    <a:pt x="471298" y="1588785"/>
                  </a:lnTo>
                  <a:lnTo>
                    <a:pt x="470951" y="1589573"/>
                  </a:lnTo>
                  <a:lnTo>
                    <a:pt x="521999" y="1589573"/>
                  </a:lnTo>
                  <a:lnTo>
                    <a:pt x="521999" y="1600200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h31"/>
            <p:cNvSpPr/>
            <p:nvPr/>
          </p:nvSpPr>
          <p:spPr>
            <a:xfrm>
              <a:off x="432368" y="3394625"/>
              <a:ext cx="470951" cy="1622355"/>
            </a:xfrm>
            <a:custGeom>
              <a:avLst/>
              <a:pathLst>
                <a:path w="470951" h="1622355">
                  <a:moveTo>
                    <a:pt x="457200" y="1600200"/>
                  </a:moveTo>
                  <a:lnTo>
                    <a:pt x="457200" y="1622355"/>
                  </a:lnTo>
                  <a:lnTo>
                    <a:pt x="445392" y="1622355"/>
                  </a:lnTo>
                  <a:lnTo>
                    <a:pt x="445392" y="1600200"/>
                  </a:lnTo>
                  <a:lnTo>
                    <a:pt x="399276" y="1600200"/>
                  </a:lnTo>
                  <a:lnTo>
                    <a:pt x="399276" y="1590476"/>
                  </a:lnTo>
                  <a:lnTo>
                    <a:pt x="444073" y="1524496"/>
                  </a:lnTo>
                  <a:lnTo>
                    <a:pt x="457200" y="1524496"/>
                  </a:lnTo>
                  <a:lnTo>
                    <a:pt x="457200" y="1590337"/>
                  </a:lnTo>
                  <a:lnTo>
                    <a:pt x="470951" y="1590337"/>
                  </a:lnTo>
                  <a:lnTo>
                    <a:pt x="470951" y="1600200"/>
                  </a:lnTo>
                  <a:close/>
                  <a:moveTo>
                    <a:pt x="445215" y="1538984"/>
                  </a:moveTo>
                  <a:lnTo>
                    <a:pt x="445149" y="1539115"/>
                  </a:lnTo>
                  <a:lnTo>
                    <a:pt x="445076" y="1539261"/>
                  </a:lnTo>
                  <a:lnTo>
                    <a:pt x="444994" y="1539421"/>
                  </a:lnTo>
                  <a:lnTo>
                    <a:pt x="444904" y="1539595"/>
                  </a:lnTo>
                  <a:lnTo>
                    <a:pt x="444805" y="1539782"/>
                  </a:lnTo>
                  <a:lnTo>
                    <a:pt x="444698" y="1539984"/>
                  </a:lnTo>
                  <a:lnTo>
                    <a:pt x="444585" y="1540181"/>
                  </a:lnTo>
                  <a:lnTo>
                    <a:pt x="444470" y="1540384"/>
                  </a:lnTo>
                  <a:lnTo>
                    <a:pt x="444352" y="1540592"/>
                  </a:lnTo>
                  <a:lnTo>
                    <a:pt x="444231" y="1540806"/>
                  </a:lnTo>
                  <a:lnTo>
                    <a:pt x="444108" y="1541025"/>
                  </a:lnTo>
                  <a:lnTo>
                    <a:pt x="443981" y="1541250"/>
                  </a:lnTo>
                  <a:lnTo>
                    <a:pt x="443852" y="1541481"/>
                  </a:lnTo>
                  <a:lnTo>
                    <a:pt x="443720" y="1541717"/>
                  </a:lnTo>
                  <a:lnTo>
                    <a:pt x="443585" y="1541959"/>
                  </a:lnTo>
                  <a:lnTo>
                    <a:pt x="443448" y="1542206"/>
                  </a:lnTo>
                  <a:lnTo>
                    <a:pt x="443308" y="1542457"/>
                  </a:lnTo>
                  <a:lnTo>
                    <a:pt x="443167" y="1542709"/>
                  </a:lnTo>
                  <a:lnTo>
                    <a:pt x="443025" y="1542962"/>
                  </a:lnTo>
                  <a:lnTo>
                    <a:pt x="442881" y="1543217"/>
                  </a:lnTo>
                  <a:lnTo>
                    <a:pt x="442736" y="1543474"/>
                  </a:lnTo>
                  <a:lnTo>
                    <a:pt x="442589" y="1543731"/>
                  </a:lnTo>
                  <a:lnTo>
                    <a:pt x="442441" y="1543990"/>
                  </a:lnTo>
                  <a:lnTo>
                    <a:pt x="442292" y="1544251"/>
                  </a:lnTo>
                  <a:lnTo>
                    <a:pt x="442141" y="1544513"/>
                  </a:lnTo>
                  <a:lnTo>
                    <a:pt x="441989" y="1544776"/>
                  </a:lnTo>
                  <a:lnTo>
                    <a:pt x="441852" y="1545022"/>
                  </a:lnTo>
                  <a:lnTo>
                    <a:pt x="441717" y="1545259"/>
                  </a:lnTo>
                  <a:lnTo>
                    <a:pt x="441585" y="1545488"/>
                  </a:lnTo>
                  <a:lnTo>
                    <a:pt x="441456" y="1545709"/>
                  </a:lnTo>
                  <a:lnTo>
                    <a:pt x="441329" y="1545922"/>
                  </a:lnTo>
                  <a:lnTo>
                    <a:pt x="441206" y="1546126"/>
                  </a:lnTo>
                  <a:lnTo>
                    <a:pt x="441085" y="1546322"/>
                  </a:lnTo>
                  <a:lnTo>
                    <a:pt x="440967" y="1546509"/>
                  </a:lnTo>
                  <a:lnTo>
                    <a:pt x="440852" y="1546689"/>
                  </a:lnTo>
                  <a:lnTo>
                    <a:pt x="440739" y="1546860"/>
                  </a:lnTo>
                  <a:lnTo>
                    <a:pt x="415514" y="1584045"/>
                  </a:lnTo>
                  <a:lnTo>
                    <a:pt x="415427" y="1584173"/>
                  </a:lnTo>
                  <a:lnTo>
                    <a:pt x="415333" y="1584309"/>
                  </a:lnTo>
                  <a:lnTo>
                    <a:pt x="415232" y="1584451"/>
                  </a:lnTo>
                  <a:lnTo>
                    <a:pt x="415125" y="1584600"/>
                  </a:lnTo>
                  <a:lnTo>
                    <a:pt x="415010" y="1584757"/>
                  </a:lnTo>
                  <a:lnTo>
                    <a:pt x="414889" y="1584920"/>
                  </a:lnTo>
                  <a:lnTo>
                    <a:pt x="414760" y="1585090"/>
                  </a:lnTo>
                  <a:lnTo>
                    <a:pt x="414625" y="1585267"/>
                  </a:lnTo>
                  <a:lnTo>
                    <a:pt x="414499" y="1585448"/>
                  </a:lnTo>
                  <a:lnTo>
                    <a:pt x="414372" y="1585631"/>
                  </a:lnTo>
                  <a:lnTo>
                    <a:pt x="414243" y="1585815"/>
                  </a:lnTo>
                  <a:lnTo>
                    <a:pt x="414114" y="1586001"/>
                  </a:lnTo>
                  <a:lnTo>
                    <a:pt x="413982" y="1586187"/>
                  </a:lnTo>
                  <a:lnTo>
                    <a:pt x="413850" y="1586376"/>
                  </a:lnTo>
                  <a:lnTo>
                    <a:pt x="413716" y="1586565"/>
                  </a:lnTo>
                  <a:lnTo>
                    <a:pt x="413580" y="1586756"/>
                  </a:lnTo>
                  <a:lnTo>
                    <a:pt x="413443" y="1586949"/>
                  </a:lnTo>
                  <a:lnTo>
                    <a:pt x="413305" y="1587142"/>
                  </a:lnTo>
                  <a:lnTo>
                    <a:pt x="413166" y="1587323"/>
                  </a:lnTo>
                  <a:lnTo>
                    <a:pt x="413027" y="1587503"/>
                  </a:lnTo>
                  <a:lnTo>
                    <a:pt x="412888" y="1587684"/>
                  </a:lnTo>
                  <a:lnTo>
                    <a:pt x="412750" y="1587865"/>
                  </a:lnTo>
                  <a:lnTo>
                    <a:pt x="412611" y="1588045"/>
                  </a:lnTo>
                  <a:lnTo>
                    <a:pt x="412472" y="1588226"/>
                  </a:lnTo>
                  <a:lnTo>
                    <a:pt x="412333" y="1588406"/>
                  </a:lnTo>
                  <a:lnTo>
                    <a:pt x="412194" y="1588587"/>
                  </a:lnTo>
                  <a:lnTo>
                    <a:pt x="412055" y="1588768"/>
                  </a:lnTo>
                  <a:lnTo>
                    <a:pt x="411916" y="1588948"/>
                  </a:lnTo>
                  <a:lnTo>
                    <a:pt x="411780" y="1589125"/>
                  </a:lnTo>
                  <a:lnTo>
                    <a:pt x="411649" y="1589293"/>
                  </a:lnTo>
                  <a:lnTo>
                    <a:pt x="411524" y="1589452"/>
                  </a:lnTo>
                  <a:lnTo>
                    <a:pt x="411405" y="1589604"/>
                  </a:lnTo>
                  <a:lnTo>
                    <a:pt x="411291" y="1589747"/>
                  </a:lnTo>
                  <a:lnTo>
                    <a:pt x="410805" y="1590337"/>
                  </a:lnTo>
                  <a:lnTo>
                    <a:pt x="445392" y="1590337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h32"/>
            <p:cNvSpPr/>
            <p:nvPr/>
          </p:nvSpPr>
          <p:spPr>
            <a:xfrm>
              <a:off x="523838" y="3367816"/>
              <a:ext cx="457200" cy="1650553"/>
            </a:xfrm>
            <a:custGeom>
              <a:avLst/>
              <a:pathLst>
                <a:path w="457200" h="1650553">
                  <a:moveTo>
                    <a:pt x="457200" y="1600200"/>
                  </a:moveTo>
                  <a:lnTo>
                    <a:pt x="457172" y="1602975"/>
                  </a:lnTo>
                  <a:lnTo>
                    <a:pt x="457091" y="1605661"/>
                  </a:lnTo>
                  <a:lnTo>
                    <a:pt x="456956" y="1608259"/>
                  </a:lnTo>
                  <a:lnTo>
                    <a:pt x="456766" y="1610767"/>
                  </a:lnTo>
                  <a:lnTo>
                    <a:pt x="456522" y="1613187"/>
                  </a:lnTo>
                  <a:lnTo>
                    <a:pt x="456224" y="1615518"/>
                  </a:lnTo>
                  <a:lnTo>
                    <a:pt x="455872" y="1617760"/>
                  </a:lnTo>
                  <a:lnTo>
                    <a:pt x="455466" y="1619913"/>
                  </a:lnTo>
                  <a:lnTo>
                    <a:pt x="455005" y="1621977"/>
                  </a:lnTo>
                  <a:lnTo>
                    <a:pt x="454491" y="1623952"/>
                  </a:lnTo>
                  <a:lnTo>
                    <a:pt x="453943" y="1625833"/>
                  </a:lnTo>
                  <a:lnTo>
                    <a:pt x="453355" y="1627642"/>
                  </a:lnTo>
                  <a:lnTo>
                    <a:pt x="452726" y="1629378"/>
                  </a:lnTo>
                  <a:lnTo>
                    <a:pt x="452057" y="1631042"/>
                  </a:lnTo>
                  <a:lnTo>
                    <a:pt x="451348" y="1632634"/>
                  </a:lnTo>
                  <a:lnTo>
                    <a:pt x="450599" y="1634154"/>
                  </a:lnTo>
                  <a:lnTo>
                    <a:pt x="449809" y="1635601"/>
                  </a:lnTo>
                  <a:lnTo>
                    <a:pt x="448979" y="1636976"/>
                  </a:lnTo>
                  <a:lnTo>
                    <a:pt x="448109" y="1638279"/>
                  </a:lnTo>
                  <a:lnTo>
                    <a:pt x="447198" y="1639510"/>
                  </a:lnTo>
                  <a:lnTo>
                    <a:pt x="446265" y="1640657"/>
                  </a:lnTo>
                  <a:lnTo>
                    <a:pt x="445298" y="1641738"/>
                  </a:lnTo>
                  <a:lnTo>
                    <a:pt x="444298" y="1642752"/>
                  </a:lnTo>
                  <a:lnTo>
                    <a:pt x="443264" y="1643699"/>
                  </a:lnTo>
                  <a:lnTo>
                    <a:pt x="442198" y="1644580"/>
                  </a:lnTo>
                  <a:lnTo>
                    <a:pt x="441097" y="1645394"/>
                  </a:lnTo>
                  <a:lnTo>
                    <a:pt x="439964" y="1646141"/>
                  </a:lnTo>
                  <a:lnTo>
                    <a:pt x="438797" y="1646822"/>
                  </a:lnTo>
                  <a:lnTo>
                    <a:pt x="437597" y="1647436"/>
                  </a:lnTo>
                  <a:lnTo>
                    <a:pt x="436364" y="1647983"/>
                  </a:lnTo>
                  <a:lnTo>
                    <a:pt x="435105" y="1648472"/>
                  </a:lnTo>
                  <a:lnTo>
                    <a:pt x="433830" y="1648908"/>
                  </a:lnTo>
                  <a:lnTo>
                    <a:pt x="432538" y="1649294"/>
                  </a:lnTo>
                  <a:lnTo>
                    <a:pt x="431230" y="1649628"/>
                  </a:lnTo>
                  <a:lnTo>
                    <a:pt x="429904" y="1649911"/>
                  </a:lnTo>
                  <a:lnTo>
                    <a:pt x="428563" y="1650142"/>
                  </a:lnTo>
                  <a:lnTo>
                    <a:pt x="427204" y="1650322"/>
                  </a:lnTo>
                  <a:lnTo>
                    <a:pt x="425829" y="1650450"/>
                  </a:lnTo>
                  <a:lnTo>
                    <a:pt x="424437" y="1650527"/>
                  </a:lnTo>
                  <a:lnTo>
                    <a:pt x="423029" y="1650553"/>
                  </a:lnTo>
                  <a:lnTo>
                    <a:pt x="421608" y="1650527"/>
                  </a:lnTo>
                  <a:lnTo>
                    <a:pt x="420206" y="1650450"/>
                  </a:lnTo>
                  <a:lnTo>
                    <a:pt x="418824" y="1650322"/>
                  </a:lnTo>
                  <a:lnTo>
                    <a:pt x="417461" y="1650142"/>
                  </a:lnTo>
                  <a:lnTo>
                    <a:pt x="416118" y="1649911"/>
                  </a:lnTo>
                  <a:lnTo>
                    <a:pt x="414794" y="1649628"/>
                  </a:lnTo>
                  <a:lnTo>
                    <a:pt x="413490" y="1649294"/>
                  </a:lnTo>
                  <a:lnTo>
                    <a:pt x="412205" y="1648908"/>
                  </a:lnTo>
                  <a:lnTo>
                    <a:pt x="410940" y="1648472"/>
                  </a:lnTo>
                  <a:lnTo>
                    <a:pt x="409694" y="1647983"/>
                  </a:lnTo>
                  <a:lnTo>
                    <a:pt x="408473" y="1647436"/>
                  </a:lnTo>
                  <a:lnTo>
                    <a:pt x="407285" y="1646822"/>
                  </a:lnTo>
                  <a:lnTo>
                    <a:pt x="406129" y="1646141"/>
                  </a:lnTo>
                  <a:lnTo>
                    <a:pt x="405004" y="1645394"/>
                  </a:lnTo>
                  <a:lnTo>
                    <a:pt x="403912" y="1644580"/>
                  </a:lnTo>
                  <a:lnTo>
                    <a:pt x="402851" y="1643699"/>
                  </a:lnTo>
                  <a:lnTo>
                    <a:pt x="401822" y="1642752"/>
                  </a:lnTo>
                  <a:lnTo>
                    <a:pt x="400826" y="1641738"/>
                  </a:lnTo>
                  <a:lnTo>
                    <a:pt x="399861" y="1640657"/>
                  </a:lnTo>
                  <a:lnTo>
                    <a:pt x="398928" y="1639510"/>
                  </a:lnTo>
                  <a:lnTo>
                    <a:pt x="398044" y="1638292"/>
                  </a:lnTo>
                  <a:lnTo>
                    <a:pt x="397198" y="1637001"/>
                  </a:lnTo>
                  <a:lnTo>
                    <a:pt x="396388" y="1635637"/>
                  </a:lnTo>
                  <a:lnTo>
                    <a:pt x="395617" y="1634198"/>
                  </a:lnTo>
                  <a:lnTo>
                    <a:pt x="394883" y="1632686"/>
                  </a:lnTo>
                  <a:lnTo>
                    <a:pt x="394186" y="1631101"/>
                  </a:lnTo>
                  <a:lnTo>
                    <a:pt x="393527" y="1629441"/>
                  </a:lnTo>
                  <a:lnTo>
                    <a:pt x="392905" y="1627708"/>
                  </a:lnTo>
                  <a:lnTo>
                    <a:pt x="392321" y="1625902"/>
                  </a:lnTo>
                  <a:lnTo>
                    <a:pt x="391775" y="1624022"/>
                  </a:lnTo>
                  <a:lnTo>
                    <a:pt x="391286" y="1622046"/>
                  </a:lnTo>
                  <a:lnTo>
                    <a:pt x="390850" y="1619980"/>
                  </a:lnTo>
                  <a:lnTo>
                    <a:pt x="390464" y="1617823"/>
                  </a:lnTo>
                  <a:lnTo>
                    <a:pt x="390130" y="1615576"/>
                  </a:lnTo>
                  <a:lnTo>
                    <a:pt x="389847" y="1613239"/>
                  </a:lnTo>
                  <a:lnTo>
                    <a:pt x="389616" y="1610812"/>
                  </a:lnTo>
                  <a:lnTo>
                    <a:pt x="389436" y="1608294"/>
                  </a:lnTo>
                  <a:lnTo>
                    <a:pt x="389308" y="1605686"/>
                  </a:lnTo>
                  <a:lnTo>
                    <a:pt x="389231" y="1602988"/>
                  </a:lnTo>
                  <a:lnTo>
                    <a:pt x="389205" y="1600200"/>
                  </a:lnTo>
                  <a:lnTo>
                    <a:pt x="389231" y="1597292"/>
                  </a:lnTo>
                  <a:lnTo>
                    <a:pt x="389308" y="1594488"/>
                  </a:lnTo>
                  <a:lnTo>
                    <a:pt x="389436" y="1591786"/>
                  </a:lnTo>
                  <a:lnTo>
                    <a:pt x="389616" y="1589187"/>
                  </a:lnTo>
                  <a:lnTo>
                    <a:pt x="389847" y="1586691"/>
                  </a:lnTo>
                  <a:lnTo>
                    <a:pt x="390130" y="1584298"/>
                  </a:lnTo>
                  <a:lnTo>
                    <a:pt x="390464" y="1582007"/>
                  </a:lnTo>
                  <a:lnTo>
                    <a:pt x="390850" y="1579819"/>
                  </a:lnTo>
                  <a:lnTo>
                    <a:pt x="391286" y="1577734"/>
                  </a:lnTo>
                  <a:lnTo>
                    <a:pt x="391775" y="1575752"/>
                  </a:lnTo>
                  <a:lnTo>
                    <a:pt x="392322" y="1573847"/>
                  </a:lnTo>
                  <a:lnTo>
                    <a:pt x="392908" y="1572021"/>
                  </a:lnTo>
                  <a:lnTo>
                    <a:pt x="393533" y="1570274"/>
                  </a:lnTo>
                  <a:lnTo>
                    <a:pt x="394197" y="1568607"/>
                  </a:lnTo>
                  <a:lnTo>
                    <a:pt x="394900" y="1567018"/>
                  </a:lnTo>
                  <a:lnTo>
                    <a:pt x="395642" y="1565509"/>
                  </a:lnTo>
                  <a:lnTo>
                    <a:pt x="396422" y="1564079"/>
                  </a:lnTo>
                  <a:lnTo>
                    <a:pt x="397242" y="1562728"/>
                  </a:lnTo>
                  <a:lnTo>
                    <a:pt x="398100" y="1561456"/>
                  </a:lnTo>
                  <a:lnTo>
                    <a:pt x="398998" y="1560264"/>
                  </a:lnTo>
                  <a:lnTo>
                    <a:pt x="399931" y="1559146"/>
                  </a:lnTo>
                  <a:lnTo>
                    <a:pt x="400898" y="1558097"/>
                  </a:lnTo>
                  <a:lnTo>
                    <a:pt x="401898" y="1557118"/>
                  </a:lnTo>
                  <a:lnTo>
                    <a:pt x="402932" y="1556208"/>
                  </a:lnTo>
                  <a:lnTo>
                    <a:pt x="403998" y="1555368"/>
                  </a:lnTo>
                  <a:lnTo>
                    <a:pt x="405099" y="1554597"/>
                  </a:lnTo>
                  <a:lnTo>
                    <a:pt x="406232" y="1553895"/>
                  </a:lnTo>
                  <a:lnTo>
                    <a:pt x="407399" y="1553263"/>
                  </a:lnTo>
                  <a:lnTo>
                    <a:pt x="408599" y="1552701"/>
                  </a:lnTo>
                  <a:lnTo>
                    <a:pt x="409832" y="1552207"/>
                  </a:lnTo>
                  <a:lnTo>
                    <a:pt x="411094" y="1551759"/>
                  </a:lnTo>
                  <a:lnTo>
                    <a:pt x="412377" y="1551357"/>
                  </a:lnTo>
                  <a:lnTo>
                    <a:pt x="413683" y="1551003"/>
                  </a:lnTo>
                  <a:lnTo>
                    <a:pt x="415011" y="1550696"/>
                  </a:lnTo>
                  <a:lnTo>
                    <a:pt x="416361" y="1550436"/>
                  </a:lnTo>
                  <a:lnTo>
                    <a:pt x="417733" y="1550224"/>
                  </a:lnTo>
                  <a:lnTo>
                    <a:pt x="419128" y="1550059"/>
                  </a:lnTo>
                  <a:lnTo>
                    <a:pt x="420545" y="1549940"/>
                  </a:lnTo>
                  <a:lnTo>
                    <a:pt x="421984" y="1549870"/>
                  </a:lnTo>
                  <a:lnTo>
                    <a:pt x="423445" y="1549846"/>
                  </a:lnTo>
                  <a:lnTo>
                    <a:pt x="424839" y="1549870"/>
                  </a:lnTo>
                  <a:lnTo>
                    <a:pt x="426215" y="1549940"/>
                  </a:lnTo>
                  <a:lnTo>
                    <a:pt x="427573" y="1550059"/>
                  </a:lnTo>
                  <a:lnTo>
                    <a:pt x="428913" y="1550224"/>
                  </a:lnTo>
                  <a:lnTo>
                    <a:pt x="430234" y="1550436"/>
                  </a:lnTo>
                  <a:lnTo>
                    <a:pt x="431538" y="1550696"/>
                  </a:lnTo>
                  <a:lnTo>
                    <a:pt x="432824" y="1551003"/>
                  </a:lnTo>
                  <a:lnTo>
                    <a:pt x="434091" y="1551357"/>
                  </a:lnTo>
                  <a:lnTo>
                    <a:pt x="435341" y="1551759"/>
                  </a:lnTo>
                  <a:lnTo>
                    <a:pt x="436572" y="1552207"/>
                  </a:lnTo>
                  <a:lnTo>
                    <a:pt x="437792" y="1552701"/>
                  </a:lnTo>
                  <a:lnTo>
                    <a:pt x="438981" y="1553263"/>
                  </a:lnTo>
                  <a:lnTo>
                    <a:pt x="440137" y="1553895"/>
                  </a:lnTo>
                  <a:lnTo>
                    <a:pt x="441261" y="1554597"/>
                  </a:lnTo>
                  <a:lnTo>
                    <a:pt x="442354" y="1555368"/>
                  </a:lnTo>
                  <a:lnTo>
                    <a:pt x="443414" y="1556208"/>
                  </a:lnTo>
                  <a:lnTo>
                    <a:pt x="444443" y="1557118"/>
                  </a:lnTo>
                  <a:lnTo>
                    <a:pt x="445440" y="1558097"/>
                  </a:lnTo>
                  <a:lnTo>
                    <a:pt x="446404" y="1559146"/>
                  </a:lnTo>
                  <a:lnTo>
                    <a:pt x="447337" y="1560264"/>
                  </a:lnTo>
                  <a:lnTo>
                    <a:pt x="448234" y="1561456"/>
                  </a:lnTo>
                  <a:lnTo>
                    <a:pt x="449093" y="1562728"/>
                  </a:lnTo>
                  <a:lnTo>
                    <a:pt x="449912" y="1564079"/>
                  </a:lnTo>
                  <a:lnTo>
                    <a:pt x="450693" y="1565509"/>
                  </a:lnTo>
                  <a:lnTo>
                    <a:pt x="451435" y="1567018"/>
                  </a:lnTo>
                  <a:lnTo>
                    <a:pt x="452138" y="1568607"/>
                  </a:lnTo>
                  <a:lnTo>
                    <a:pt x="452802" y="1570274"/>
                  </a:lnTo>
                  <a:lnTo>
                    <a:pt x="453427" y="1572021"/>
                  </a:lnTo>
                  <a:lnTo>
                    <a:pt x="454013" y="1573847"/>
                  </a:lnTo>
                  <a:lnTo>
                    <a:pt x="454560" y="1575752"/>
                  </a:lnTo>
                  <a:lnTo>
                    <a:pt x="455062" y="1577734"/>
                  </a:lnTo>
                  <a:lnTo>
                    <a:pt x="455510" y="1579819"/>
                  </a:lnTo>
                  <a:lnTo>
                    <a:pt x="455906" y="1582007"/>
                  </a:lnTo>
                  <a:lnTo>
                    <a:pt x="456249" y="1584298"/>
                  </a:lnTo>
                  <a:lnTo>
                    <a:pt x="456540" y="1586691"/>
                  </a:lnTo>
                  <a:lnTo>
                    <a:pt x="456777" y="1589187"/>
                  </a:lnTo>
                  <a:lnTo>
                    <a:pt x="456962" y="1591786"/>
                  </a:lnTo>
                  <a:lnTo>
                    <a:pt x="457094" y="1594488"/>
                  </a:lnTo>
                  <a:lnTo>
                    <a:pt x="457173" y="1597292"/>
                  </a:lnTo>
                  <a:close/>
                  <a:moveTo>
                    <a:pt x="444490" y="1600200"/>
                  </a:moveTo>
                  <a:lnTo>
                    <a:pt x="444476" y="1597905"/>
                  </a:lnTo>
                  <a:lnTo>
                    <a:pt x="444434" y="1595691"/>
                  </a:lnTo>
                  <a:lnTo>
                    <a:pt x="444365" y="1593555"/>
                  </a:lnTo>
                  <a:lnTo>
                    <a:pt x="444267" y="1591498"/>
                  </a:lnTo>
                  <a:lnTo>
                    <a:pt x="444142" y="1589521"/>
                  </a:lnTo>
                  <a:lnTo>
                    <a:pt x="443990" y="1587623"/>
                  </a:lnTo>
                  <a:lnTo>
                    <a:pt x="443809" y="1585804"/>
                  </a:lnTo>
                  <a:lnTo>
                    <a:pt x="443601" y="1584064"/>
                  </a:lnTo>
                  <a:lnTo>
                    <a:pt x="443364" y="1582404"/>
                  </a:lnTo>
                  <a:lnTo>
                    <a:pt x="443101" y="1580822"/>
                  </a:lnTo>
                  <a:lnTo>
                    <a:pt x="442810" y="1579298"/>
                  </a:lnTo>
                  <a:lnTo>
                    <a:pt x="442492" y="1577838"/>
                  </a:lnTo>
                  <a:lnTo>
                    <a:pt x="442148" y="1576442"/>
                  </a:lnTo>
                  <a:lnTo>
                    <a:pt x="441778" y="1575110"/>
                  </a:lnTo>
                  <a:lnTo>
                    <a:pt x="441382" y="1573842"/>
                  </a:lnTo>
                  <a:lnTo>
                    <a:pt x="440959" y="1572638"/>
                  </a:lnTo>
                  <a:lnTo>
                    <a:pt x="440509" y="1571497"/>
                  </a:lnTo>
                  <a:lnTo>
                    <a:pt x="440033" y="1570421"/>
                  </a:lnTo>
                  <a:lnTo>
                    <a:pt x="439531" y="1569408"/>
                  </a:lnTo>
                  <a:lnTo>
                    <a:pt x="439003" y="1568459"/>
                  </a:lnTo>
                  <a:lnTo>
                    <a:pt x="438449" y="1567557"/>
                  </a:lnTo>
                  <a:lnTo>
                    <a:pt x="437869" y="1566709"/>
                  </a:lnTo>
                  <a:lnTo>
                    <a:pt x="437265" y="1565917"/>
                  </a:lnTo>
                  <a:lnTo>
                    <a:pt x="436636" y="1565181"/>
                  </a:lnTo>
                  <a:lnTo>
                    <a:pt x="435982" y="1564501"/>
                  </a:lnTo>
                  <a:lnTo>
                    <a:pt x="435302" y="1563876"/>
                  </a:lnTo>
                  <a:lnTo>
                    <a:pt x="434598" y="1563306"/>
                  </a:lnTo>
                  <a:lnTo>
                    <a:pt x="433869" y="1562792"/>
                  </a:lnTo>
                  <a:lnTo>
                    <a:pt x="433115" y="1562334"/>
                  </a:lnTo>
                  <a:lnTo>
                    <a:pt x="432335" y="1561931"/>
                  </a:lnTo>
                  <a:lnTo>
                    <a:pt x="431546" y="1561561"/>
                  </a:lnTo>
                  <a:lnTo>
                    <a:pt x="430735" y="1561231"/>
                  </a:lnTo>
                  <a:lnTo>
                    <a:pt x="429902" y="1560939"/>
                  </a:lnTo>
                  <a:lnTo>
                    <a:pt x="429046" y="1560686"/>
                  </a:lnTo>
                  <a:lnTo>
                    <a:pt x="428168" y="1560472"/>
                  </a:lnTo>
                  <a:lnTo>
                    <a:pt x="427268" y="1560297"/>
                  </a:lnTo>
                  <a:lnTo>
                    <a:pt x="426346" y="1560161"/>
                  </a:lnTo>
                  <a:lnTo>
                    <a:pt x="425401" y="1560064"/>
                  </a:lnTo>
                  <a:lnTo>
                    <a:pt x="424434" y="1560006"/>
                  </a:lnTo>
                  <a:lnTo>
                    <a:pt x="423445" y="1559986"/>
                  </a:lnTo>
                  <a:lnTo>
                    <a:pt x="422402" y="1560006"/>
                  </a:lnTo>
                  <a:lnTo>
                    <a:pt x="421384" y="1560064"/>
                  </a:lnTo>
                  <a:lnTo>
                    <a:pt x="420391" y="1560161"/>
                  </a:lnTo>
                  <a:lnTo>
                    <a:pt x="419423" y="1560297"/>
                  </a:lnTo>
                  <a:lnTo>
                    <a:pt x="418479" y="1560472"/>
                  </a:lnTo>
                  <a:lnTo>
                    <a:pt x="417561" y="1560686"/>
                  </a:lnTo>
                  <a:lnTo>
                    <a:pt x="416668" y="1560939"/>
                  </a:lnTo>
                  <a:lnTo>
                    <a:pt x="415800" y="1561231"/>
                  </a:lnTo>
                  <a:lnTo>
                    <a:pt x="414957" y="1561561"/>
                  </a:lnTo>
                  <a:lnTo>
                    <a:pt x="414139" y="1561931"/>
                  </a:lnTo>
                  <a:lnTo>
                    <a:pt x="413345" y="1562347"/>
                  </a:lnTo>
                  <a:lnTo>
                    <a:pt x="412577" y="1562817"/>
                  </a:lnTo>
                  <a:lnTo>
                    <a:pt x="411834" y="1563341"/>
                  </a:lnTo>
                  <a:lnTo>
                    <a:pt x="411116" y="1563920"/>
                  </a:lnTo>
                  <a:lnTo>
                    <a:pt x="410423" y="1564553"/>
                  </a:lnTo>
                  <a:lnTo>
                    <a:pt x="409755" y="1565240"/>
                  </a:lnTo>
                  <a:lnTo>
                    <a:pt x="409112" y="1565981"/>
                  </a:lnTo>
                  <a:lnTo>
                    <a:pt x="408493" y="1566776"/>
                  </a:lnTo>
                  <a:lnTo>
                    <a:pt x="407900" y="1567625"/>
                  </a:lnTo>
                  <a:lnTo>
                    <a:pt x="407332" y="1568529"/>
                  </a:lnTo>
                  <a:lnTo>
                    <a:pt x="406804" y="1569478"/>
                  </a:lnTo>
                  <a:lnTo>
                    <a:pt x="406301" y="1570490"/>
                  </a:lnTo>
                  <a:lnTo>
                    <a:pt x="405826" y="1571567"/>
                  </a:lnTo>
                  <a:lnTo>
                    <a:pt x="405376" y="1572707"/>
                  </a:lnTo>
                  <a:lnTo>
                    <a:pt x="404953" y="1573911"/>
                  </a:lnTo>
                  <a:lnTo>
                    <a:pt x="404557" y="1575180"/>
                  </a:lnTo>
                  <a:lnTo>
                    <a:pt x="404187" y="1576512"/>
                  </a:lnTo>
                  <a:lnTo>
                    <a:pt x="403843" y="1577908"/>
                  </a:lnTo>
                  <a:lnTo>
                    <a:pt x="403525" y="1579368"/>
                  </a:lnTo>
                  <a:lnTo>
                    <a:pt x="403234" y="1580892"/>
                  </a:lnTo>
                  <a:lnTo>
                    <a:pt x="402971" y="1582472"/>
                  </a:lnTo>
                  <a:lnTo>
                    <a:pt x="402734" y="1584131"/>
                  </a:lnTo>
                  <a:lnTo>
                    <a:pt x="402526" y="1585867"/>
                  </a:lnTo>
                  <a:lnTo>
                    <a:pt x="402345" y="1587681"/>
                  </a:lnTo>
                  <a:lnTo>
                    <a:pt x="402193" y="1589573"/>
                  </a:lnTo>
                  <a:lnTo>
                    <a:pt x="402068" y="1591543"/>
                  </a:lnTo>
                  <a:lnTo>
                    <a:pt x="401970" y="1593590"/>
                  </a:lnTo>
                  <a:lnTo>
                    <a:pt x="401901" y="1595716"/>
                  </a:lnTo>
                  <a:lnTo>
                    <a:pt x="401859" y="1597919"/>
                  </a:lnTo>
                  <a:lnTo>
                    <a:pt x="401845" y="1600200"/>
                  </a:lnTo>
                  <a:lnTo>
                    <a:pt x="401859" y="1602414"/>
                  </a:lnTo>
                  <a:lnTo>
                    <a:pt x="401901" y="1604558"/>
                  </a:lnTo>
                  <a:lnTo>
                    <a:pt x="401970" y="1606632"/>
                  </a:lnTo>
                  <a:lnTo>
                    <a:pt x="402068" y="1608634"/>
                  </a:lnTo>
                  <a:lnTo>
                    <a:pt x="402193" y="1610565"/>
                  </a:lnTo>
                  <a:lnTo>
                    <a:pt x="402345" y="1612426"/>
                  </a:lnTo>
                  <a:lnTo>
                    <a:pt x="402526" y="1614216"/>
                  </a:lnTo>
                  <a:lnTo>
                    <a:pt x="402734" y="1615935"/>
                  </a:lnTo>
                  <a:lnTo>
                    <a:pt x="402971" y="1617583"/>
                  </a:lnTo>
                  <a:lnTo>
                    <a:pt x="403234" y="1619160"/>
                  </a:lnTo>
                  <a:lnTo>
                    <a:pt x="403539" y="1620672"/>
                  </a:lnTo>
                  <a:lnTo>
                    <a:pt x="403868" y="1622124"/>
                  </a:lnTo>
                  <a:lnTo>
                    <a:pt x="404222" y="1623517"/>
                  </a:lnTo>
                  <a:lnTo>
                    <a:pt x="404601" y="1624850"/>
                  </a:lnTo>
                  <a:lnTo>
                    <a:pt x="405005" y="1626123"/>
                  </a:lnTo>
                  <a:lnTo>
                    <a:pt x="405435" y="1627336"/>
                  </a:lnTo>
                  <a:lnTo>
                    <a:pt x="405889" y="1628490"/>
                  </a:lnTo>
                  <a:lnTo>
                    <a:pt x="406368" y="1629584"/>
                  </a:lnTo>
                  <a:lnTo>
                    <a:pt x="406872" y="1630618"/>
                  </a:lnTo>
                  <a:lnTo>
                    <a:pt x="407402" y="1631592"/>
                  </a:lnTo>
                  <a:lnTo>
                    <a:pt x="407969" y="1632497"/>
                  </a:lnTo>
                  <a:lnTo>
                    <a:pt x="408560" y="1633351"/>
                  </a:lnTo>
                  <a:lnTo>
                    <a:pt x="409175" y="1634153"/>
                  </a:lnTo>
                  <a:lnTo>
                    <a:pt x="409813" y="1634904"/>
                  </a:lnTo>
                  <a:lnTo>
                    <a:pt x="410475" y="1635603"/>
                  </a:lnTo>
                  <a:lnTo>
                    <a:pt x="411160" y="1636251"/>
                  </a:lnTo>
                  <a:lnTo>
                    <a:pt x="411870" y="1636848"/>
                  </a:lnTo>
                  <a:lnTo>
                    <a:pt x="412602" y="1637393"/>
                  </a:lnTo>
                  <a:lnTo>
                    <a:pt x="413359" y="1637887"/>
                  </a:lnTo>
                  <a:lnTo>
                    <a:pt x="414139" y="1638329"/>
                  </a:lnTo>
                  <a:lnTo>
                    <a:pt x="414941" y="1638712"/>
                  </a:lnTo>
                  <a:lnTo>
                    <a:pt x="415767" y="1639054"/>
                  </a:lnTo>
                  <a:lnTo>
                    <a:pt x="416614" y="1639356"/>
                  </a:lnTo>
                  <a:lnTo>
                    <a:pt x="417483" y="1639618"/>
                  </a:lnTo>
                  <a:lnTo>
                    <a:pt x="418375" y="1639840"/>
                  </a:lnTo>
                  <a:lnTo>
                    <a:pt x="419289" y="1640021"/>
                  </a:lnTo>
                  <a:lnTo>
                    <a:pt x="420225" y="1640162"/>
                  </a:lnTo>
                  <a:lnTo>
                    <a:pt x="421184" y="1640263"/>
                  </a:lnTo>
                  <a:lnTo>
                    <a:pt x="422165" y="1640323"/>
                  </a:lnTo>
                  <a:lnTo>
                    <a:pt x="423167" y="1640343"/>
                  </a:lnTo>
                  <a:lnTo>
                    <a:pt x="424144" y="1640323"/>
                  </a:lnTo>
                  <a:lnTo>
                    <a:pt x="425101" y="1640263"/>
                  </a:lnTo>
                  <a:lnTo>
                    <a:pt x="426039" y="1640162"/>
                  </a:lnTo>
                  <a:lnTo>
                    <a:pt x="426957" y="1640021"/>
                  </a:lnTo>
                  <a:lnTo>
                    <a:pt x="427856" y="1639840"/>
                  </a:lnTo>
                  <a:lnTo>
                    <a:pt x="428735" y="1639618"/>
                  </a:lnTo>
                  <a:lnTo>
                    <a:pt x="429595" y="1639356"/>
                  </a:lnTo>
                  <a:lnTo>
                    <a:pt x="430435" y="1639054"/>
                  </a:lnTo>
                  <a:lnTo>
                    <a:pt x="431256" y="1638712"/>
                  </a:lnTo>
                  <a:lnTo>
                    <a:pt x="432057" y="1638329"/>
                  </a:lnTo>
                  <a:lnTo>
                    <a:pt x="432837" y="1637887"/>
                  </a:lnTo>
                  <a:lnTo>
                    <a:pt x="433591" y="1637393"/>
                  </a:lnTo>
                  <a:lnTo>
                    <a:pt x="434320" y="1636848"/>
                  </a:lnTo>
                  <a:lnTo>
                    <a:pt x="435025" y="1636251"/>
                  </a:lnTo>
                  <a:lnTo>
                    <a:pt x="435704" y="1635603"/>
                  </a:lnTo>
                  <a:lnTo>
                    <a:pt x="436358" y="1634904"/>
                  </a:lnTo>
                  <a:lnTo>
                    <a:pt x="436987" y="1634153"/>
                  </a:lnTo>
                  <a:lnTo>
                    <a:pt x="437591" y="1633351"/>
                  </a:lnTo>
                  <a:lnTo>
                    <a:pt x="438171" y="1632497"/>
                  </a:lnTo>
                  <a:lnTo>
                    <a:pt x="438725" y="1631592"/>
                  </a:lnTo>
                  <a:lnTo>
                    <a:pt x="439267" y="1630618"/>
                  </a:lnTo>
                  <a:lnTo>
                    <a:pt x="439783" y="1629584"/>
                  </a:lnTo>
                  <a:lnTo>
                    <a:pt x="440273" y="1628490"/>
                  </a:lnTo>
                  <a:lnTo>
                    <a:pt x="440736" y="1627336"/>
                  </a:lnTo>
                  <a:lnTo>
                    <a:pt x="441173" y="1626123"/>
                  </a:lnTo>
                  <a:lnTo>
                    <a:pt x="441584" y="1624850"/>
                  </a:lnTo>
                  <a:lnTo>
                    <a:pt x="441968" y="1623517"/>
                  </a:lnTo>
                  <a:lnTo>
                    <a:pt x="442325" y="1622124"/>
                  </a:lnTo>
                  <a:lnTo>
                    <a:pt x="442657" y="1620672"/>
                  </a:lnTo>
                  <a:lnTo>
                    <a:pt x="442962" y="1619160"/>
                  </a:lnTo>
                  <a:lnTo>
                    <a:pt x="443252" y="1617583"/>
                  </a:lnTo>
                  <a:lnTo>
                    <a:pt x="443512" y="1615935"/>
                  </a:lnTo>
                  <a:lnTo>
                    <a:pt x="443741" y="1614216"/>
                  </a:lnTo>
                  <a:lnTo>
                    <a:pt x="443940" y="1612426"/>
                  </a:lnTo>
                  <a:lnTo>
                    <a:pt x="444108" y="1610565"/>
                  </a:lnTo>
                  <a:lnTo>
                    <a:pt x="444245" y="1608634"/>
                  </a:lnTo>
                  <a:lnTo>
                    <a:pt x="444352" y="1606632"/>
                  </a:lnTo>
                  <a:lnTo>
                    <a:pt x="444428" y="1604558"/>
                  </a:lnTo>
                  <a:lnTo>
                    <a:pt x="444474" y="1602414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h33"/>
            <p:cNvSpPr/>
            <p:nvPr/>
          </p:nvSpPr>
          <p:spPr>
            <a:xfrm>
              <a:off x="299226" y="2567764"/>
              <a:ext cx="521999" cy="1600200"/>
            </a:xfrm>
            <a:custGeom>
              <a:avLst/>
              <a:pathLst>
                <a:path w="521999" h="1600200">
                  <a:moveTo>
                    <a:pt x="457200" y="1600200"/>
                  </a:moveTo>
                  <a:lnTo>
                    <a:pt x="457200" y="1591379"/>
                  </a:lnTo>
                  <a:lnTo>
                    <a:pt x="457923" y="1589773"/>
                  </a:lnTo>
                  <a:lnTo>
                    <a:pt x="458677" y="1588206"/>
                  </a:lnTo>
                  <a:lnTo>
                    <a:pt x="459462" y="1586678"/>
                  </a:lnTo>
                  <a:lnTo>
                    <a:pt x="460278" y="1585189"/>
                  </a:lnTo>
                  <a:lnTo>
                    <a:pt x="461124" y="1583739"/>
                  </a:lnTo>
                  <a:lnTo>
                    <a:pt x="462000" y="1582328"/>
                  </a:lnTo>
                  <a:lnTo>
                    <a:pt x="462907" y="1580955"/>
                  </a:lnTo>
                  <a:lnTo>
                    <a:pt x="463845" y="1579622"/>
                  </a:lnTo>
                  <a:lnTo>
                    <a:pt x="464813" y="1578327"/>
                  </a:lnTo>
                  <a:lnTo>
                    <a:pt x="465812" y="1577072"/>
                  </a:lnTo>
                  <a:lnTo>
                    <a:pt x="466844" y="1575834"/>
                  </a:lnTo>
                  <a:lnTo>
                    <a:pt x="467887" y="1574621"/>
                  </a:lnTo>
                  <a:lnTo>
                    <a:pt x="468939" y="1573434"/>
                  </a:lnTo>
                  <a:lnTo>
                    <a:pt x="470001" y="1572271"/>
                  </a:lnTo>
                  <a:lnTo>
                    <a:pt x="471073" y="1571133"/>
                  </a:lnTo>
                  <a:lnTo>
                    <a:pt x="472154" y="1570021"/>
                  </a:lnTo>
                  <a:lnTo>
                    <a:pt x="473245" y="1568933"/>
                  </a:lnTo>
                  <a:lnTo>
                    <a:pt x="474346" y="1567870"/>
                  </a:lnTo>
                  <a:lnTo>
                    <a:pt x="475457" y="1566833"/>
                  </a:lnTo>
                  <a:lnTo>
                    <a:pt x="476577" y="1565820"/>
                  </a:lnTo>
                  <a:lnTo>
                    <a:pt x="477701" y="1564814"/>
                  </a:lnTo>
                  <a:lnTo>
                    <a:pt x="478822" y="1563823"/>
                  </a:lnTo>
                  <a:lnTo>
                    <a:pt x="479940" y="1562847"/>
                  </a:lnTo>
                  <a:lnTo>
                    <a:pt x="481055" y="1561886"/>
                  </a:lnTo>
                  <a:lnTo>
                    <a:pt x="482168" y="1560941"/>
                  </a:lnTo>
                  <a:lnTo>
                    <a:pt x="483278" y="1560011"/>
                  </a:lnTo>
                  <a:lnTo>
                    <a:pt x="484385" y="1559096"/>
                  </a:lnTo>
                  <a:lnTo>
                    <a:pt x="485489" y="1558197"/>
                  </a:lnTo>
                  <a:lnTo>
                    <a:pt x="486591" y="1557313"/>
                  </a:lnTo>
                  <a:lnTo>
                    <a:pt x="487689" y="1556444"/>
                  </a:lnTo>
                  <a:lnTo>
                    <a:pt x="488790" y="1555583"/>
                  </a:lnTo>
                  <a:lnTo>
                    <a:pt x="489867" y="1554722"/>
                  </a:lnTo>
                  <a:lnTo>
                    <a:pt x="490923" y="1553860"/>
                  </a:lnTo>
                  <a:lnTo>
                    <a:pt x="491957" y="1552999"/>
                  </a:lnTo>
                  <a:lnTo>
                    <a:pt x="492968" y="1552138"/>
                  </a:lnTo>
                  <a:lnTo>
                    <a:pt x="493957" y="1551277"/>
                  </a:lnTo>
                  <a:lnTo>
                    <a:pt x="494924" y="1550416"/>
                  </a:lnTo>
                  <a:lnTo>
                    <a:pt x="495868" y="1549554"/>
                  </a:lnTo>
                  <a:lnTo>
                    <a:pt x="496791" y="1548693"/>
                  </a:lnTo>
                  <a:lnTo>
                    <a:pt x="497691" y="1547832"/>
                  </a:lnTo>
                  <a:lnTo>
                    <a:pt x="498562" y="1546966"/>
                  </a:lnTo>
                  <a:lnTo>
                    <a:pt x="499399" y="1546093"/>
                  </a:lnTo>
                  <a:lnTo>
                    <a:pt x="500201" y="1545211"/>
                  </a:lnTo>
                  <a:lnTo>
                    <a:pt x="500969" y="1544320"/>
                  </a:lnTo>
                  <a:lnTo>
                    <a:pt x="501702" y="1543422"/>
                  </a:lnTo>
                  <a:lnTo>
                    <a:pt x="502400" y="1542515"/>
                  </a:lnTo>
                  <a:lnTo>
                    <a:pt x="503063" y="1541599"/>
                  </a:lnTo>
                  <a:lnTo>
                    <a:pt x="503691" y="1540675"/>
                  </a:lnTo>
                  <a:lnTo>
                    <a:pt x="504285" y="1539743"/>
                  </a:lnTo>
                  <a:lnTo>
                    <a:pt x="504844" y="1538803"/>
                  </a:lnTo>
                  <a:lnTo>
                    <a:pt x="505372" y="1537846"/>
                  </a:lnTo>
                  <a:lnTo>
                    <a:pt x="505844" y="1536864"/>
                  </a:lnTo>
                  <a:lnTo>
                    <a:pt x="506261" y="1535857"/>
                  </a:lnTo>
                  <a:lnTo>
                    <a:pt x="506622" y="1534825"/>
                  </a:lnTo>
                  <a:lnTo>
                    <a:pt x="506928" y="1533768"/>
                  </a:lnTo>
                  <a:lnTo>
                    <a:pt x="507178" y="1532686"/>
                  </a:lnTo>
                  <a:lnTo>
                    <a:pt x="507372" y="1531578"/>
                  </a:lnTo>
                  <a:lnTo>
                    <a:pt x="507511" y="1530446"/>
                  </a:lnTo>
                  <a:lnTo>
                    <a:pt x="507595" y="1529289"/>
                  </a:lnTo>
                  <a:lnTo>
                    <a:pt x="507622" y="1528107"/>
                  </a:lnTo>
                  <a:lnTo>
                    <a:pt x="507610" y="1527284"/>
                  </a:lnTo>
                  <a:lnTo>
                    <a:pt x="507572" y="1526482"/>
                  </a:lnTo>
                  <a:lnTo>
                    <a:pt x="507510" y="1525701"/>
                  </a:lnTo>
                  <a:lnTo>
                    <a:pt x="507422" y="1524940"/>
                  </a:lnTo>
                  <a:lnTo>
                    <a:pt x="507310" y="1524200"/>
                  </a:lnTo>
                  <a:lnTo>
                    <a:pt x="507172" y="1523482"/>
                  </a:lnTo>
                  <a:lnTo>
                    <a:pt x="507010" y="1522784"/>
                  </a:lnTo>
                  <a:lnTo>
                    <a:pt x="506822" y="1522106"/>
                  </a:lnTo>
                  <a:lnTo>
                    <a:pt x="506610" y="1521450"/>
                  </a:lnTo>
                  <a:lnTo>
                    <a:pt x="506372" y="1520815"/>
                  </a:lnTo>
                  <a:lnTo>
                    <a:pt x="506111" y="1520186"/>
                  </a:lnTo>
                  <a:lnTo>
                    <a:pt x="505828" y="1519578"/>
                  </a:lnTo>
                  <a:lnTo>
                    <a:pt x="505522" y="1518991"/>
                  </a:lnTo>
                  <a:lnTo>
                    <a:pt x="505194" y="1518425"/>
                  </a:lnTo>
                  <a:lnTo>
                    <a:pt x="504844" y="1517880"/>
                  </a:lnTo>
                  <a:lnTo>
                    <a:pt x="504472" y="1517356"/>
                  </a:lnTo>
                  <a:lnTo>
                    <a:pt x="504078" y="1516852"/>
                  </a:lnTo>
                  <a:lnTo>
                    <a:pt x="503661" y="1516370"/>
                  </a:lnTo>
                  <a:lnTo>
                    <a:pt x="503222" y="1515908"/>
                  </a:lnTo>
                  <a:lnTo>
                    <a:pt x="502761" y="1515467"/>
                  </a:lnTo>
                  <a:lnTo>
                    <a:pt x="502279" y="1515047"/>
                  </a:lnTo>
                  <a:lnTo>
                    <a:pt x="501777" y="1514650"/>
                  </a:lnTo>
                  <a:lnTo>
                    <a:pt x="501256" y="1514275"/>
                  </a:lnTo>
                  <a:lnTo>
                    <a:pt x="500716" y="1513922"/>
                  </a:lnTo>
                  <a:lnTo>
                    <a:pt x="500156" y="1513591"/>
                  </a:lnTo>
                  <a:lnTo>
                    <a:pt x="499577" y="1513283"/>
                  </a:lnTo>
                  <a:lnTo>
                    <a:pt x="498978" y="1512997"/>
                  </a:lnTo>
                  <a:lnTo>
                    <a:pt x="498360" y="1512733"/>
                  </a:lnTo>
                  <a:lnTo>
                    <a:pt x="497723" y="1512491"/>
                  </a:lnTo>
                  <a:lnTo>
                    <a:pt x="497066" y="1512272"/>
                  </a:lnTo>
                  <a:lnTo>
                    <a:pt x="496405" y="1512061"/>
                  </a:lnTo>
                  <a:lnTo>
                    <a:pt x="495729" y="1511872"/>
                  </a:lnTo>
                  <a:lnTo>
                    <a:pt x="495038" y="1511705"/>
                  </a:lnTo>
                  <a:lnTo>
                    <a:pt x="494332" y="1511561"/>
                  </a:lnTo>
                  <a:lnTo>
                    <a:pt x="493610" y="1511438"/>
                  </a:lnTo>
                  <a:lnTo>
                    <a:pt x="492873" y="1511338"/>
                  </a:lnTo>
                  <a:lnTo>
                    <a:pt x="492121" y="1511261"/>
                  </a:lnTo>
                  <a:lnTo>
                    <a:pt x="491354" y="1511205"/>
                  </a:lnTo>
                  <a:lnTo>
                    <a:pt x="490571" y="1511172"/>
                  </a:lnTo>
                  <a:lnTo>
                    <a:pt x="489773" y="1511161"/>
                  </a:lnTo>
                  <a:lnTo>
                    <a:pt x="489027" y="1511171"/>
                  </a:lnTo>
                  <a:lnTo>
                    <a:pt x="488289" y="1511202"/>
                  </a:lnTo>
                  <a:lnTo>
                    <a:pt x="487560" y="1511254"/>
                  </a:lnTo>
                  <a:lnTo>
                    <a:pt x="486839" y="1511327"/>
                  </a:lnTo>
                  <a:lnTo>
                    <a:pt x="486127" y="1511421"/>
                  </a:lnTo>
                  <a:lnTo>
                    <a:pt x="485422" y="1511536"/>
                  </a:lnTo>
                  <a:lnTo>
                    <a:pt x="484727" y="1511671"/>
                  </a:lnTo>
                  <a:lnTo>
                    <a:pt x="484039" y="1511827"/>
                  </a:lnTo>
                  <a:lnTo>
                    <a:pt x="483360" y="1512004"/>
                  </a:lnTo>
                  <a:lnTo>
                    <a:pt x="482689" y="1512202"/>
                  </a:lnTo>
                  <a:lnTo>
                    <a:pt x="482043" y="1512421"/>
                  </a:lnTo>
                  <a:lnTo>
                    <a:pt x="481411" y="1512661"/>
                  </a:lnTo>
                  <a:lnTo>
                    <a:pt x="480793" y="1512921"/>
                  </a:lnTo>
                  <a:lnTo>
                    <a:pt x="480188" y="1513203"/>
                  </a:lnTo>
                  <a:lnTo>
                    <a:pt x="479598" y="1513505"/>
                  </a:lnTo>
                  <a:lnTo>
                    <a:pt x="479022" y="1513828"/>
                  </a:lnTo>
                  <a:lnTo>
                    <a:pt x="478459" y="1514171"/>
                  </a:lnTo>
                  <a:lnTo>
                    <a:pt x="477910" y="1514536"/>
                  </a:lnTo>
                  <a:lnTo>
                    <a:pt x="477376" y="1514921"/>
                  </a:lnTo>
                  <a:lnTo>
                    <a:pt x="476855" y="1515328"/>
                  </a:lnTo>
                  <a:lnTo>
                    <a:pt x="476350" y="1515755"/>
                  </a:lnTo>
                  <a:lnTo>
                    <a:pt x="475863" y="1516203"/>
                  </a:lnTo>
                  <a:lnTo>
                    <a:pt x="475394" y="1516672"/>
                  </a:lnTo>
                  <a:lnTo>
                    <a:pt x="474943" y="1517161"/>
                  </a:lnTo>
                  <a:lnTo>
                    <a:pt x="474511" y="1517672"/>
                  </a:lnTo>
                  <a:lnTo>
                    <a:pt x="474096" y="1518203"/>
                  </a:lnTo>
                  <a:lnTo>
                    <a:pt x="473699" y="1518755"/>
                  </a:lnTo>
                  <a:lnTo>
                    <a:pt x="473321" y="1519328"/>
                  </a:lnTo>
                  <a:lnTo>
                    <a:pt x="472960" y="1519922"/>
                  </a:lnTo>
                  <a:lnTo>
                    <a:pt x="472618" y="1520537"/>
                  </a:lnTo>
                  <a:lnTo>
                    <a:pt x="472310" y="1521158"/>
                  </a:lnTo>
                  <a:lnTo>
                    <a:pt x="472024" y="1521801"/>
                  </a:lnTo>
                  <a:lnTo>
                    <a:pt x="471760" y="1522464"/>
                  </a:lnTo>
                  <a:lnTo>
                    <a:pt x="471518" y="1523148"/>
                  </a:lnTo>
                  <a:lnTo>
                    <a:pt x="471298" y="1523853"/>
                  </a:lnTo>
                  <a:lnTo>
                    <a:pt x="471101" y="1524579"/>
                  </a:lnTo>
                  <a:lnTo>
                    <a:pt x="470926" y="1525326"/>
                  </a:lnTo>
                  <a:lnTo>
                    <a:pt x="470773" y="1526093"/>
                  </a:lnTo>
                  <a:lnTo>
                    <a:pt x="470643" y="1526881"/>
                  </a:lnTo>
                  <a:lnTo>
                    <a:pt x="470535" y="1527690"/>
                  </a:lnTo>
                  <a:lnTo>
                    <a:pt x="457755" y="1526510"/>
                  </a:lnTo>
                  <a:lnTo>
                    <a:pt x="457897" y="1525460"/>
                  </a:lnTo>
                  <a:lnTo>
                    <a:pt x="458072" y="1524423"/>
                  </a:lnTo>
                  <a:lnTo>
                    <a:pt x="458280" y="1523399"/>
                  </a:lnTo>
                  <a:lnTo>
                    <a:pt x="458522" y="1522387"/>
                  </a:lnTo>
                  <a:lnTo>
                    <a:pt x="458797" y="1521388"/>
                  </a:lnTo>
                  <a:lnTo>
                    <a:pt x="459105" y="1520401"/>
                  </a:lnTo>
                  <a:lnTo>
                    <a:pt x="459447" y="1519426"/>
                  </a:lnTo>
                  <a:lnTo>
                    <a:pt x="459822" y="1518464"/>
                  </a:lnTo>
                  <a:lnTo>
                    <a:pt x="460230" y="1517515"/>
                  </a:lnTo>
                  <a:lnTo>
                    <a:pt x="460672" y="1516578"/>
                  </a:lnTo>
                  <a:lnTo>
                    <a:pt x="461148" y="1515659"/>
                  </a:lnTo>
                  <a:lnTo>
                    <a:pt x="461658" y="1514764"/>
                  </a:lnTo>
                  <a:lnTo>
                    <a:pt x="462204" y="1513892"/>
                  </a:lnTo>
                  <a:lnTo>
                    <a:pt x="462784" y="1513044"/>
                  </a:lnTo>
                  <a:lnTo>
                    <a:pt x="463398" y="1512220"/>
                  </a:lnTo>
                  <a:lnTo>
                    <a:pt x="464048" y="1511419"/>
                  </a:lnTo>
                  <a:lnTo>
                    <a:pt x="464732" y="1510642"/>
                  </a:lnTo>
                  <a:lnTo>
                    <a:pt x="465451" y="1509888"/>
                  </a:lnTo>
                  <a:lnTo>
                    <a:pt x="466204" y="1509158"/>
                  </a:lnTo>
                  <a:lnTo>
                    <a:pt x="466992" y="1508452"/>
                  </a:lnTo>
                  <a:lnTo>
                    <a:pt x="467814" y="1507759"/>
                  </a:lnTo>
                  <a:lnTo>
                    <a:pt x="468668" y="1507096"/>
                  </a:lnTo>
                  <a:lnTo>
                    <a:pt x="469553" y="1506464"/>
                  </a:lnTo>
                  <a:lnTo>
                    <a:pt x="470471" y="1505863"/>
                  </a:lnTo>
                  <a:lnTo>
                    <a:pt x="471420" y="1505292"/>
                  </a:lnTo>
                  <a:lnTo>
                    <a:pt x="472401" y="1504751"/>
                  </a:lnTo>
                  <a:lnTo>
                    <a:pt x="473415" y="1504242"/>
                  </a:lnTo>
                  <a:lnTo>
                    <a:pt x="474460" y="1503762"/>
                  </a:lnTo>
                  <a:lnTo>
                    <a:pt x="475537" y="1503314"/>
                  </a:lnTo>
                  <a:lnTo>
                    <a:pt x="476646" y="1502896"/>
                  </a:lnTo>
                  <a:lnTo>
                    <a:pt x="477803" y="1502513"/>
                  </a:lnTo>
                  <a:lnTo>
                    <a:pt x="478994" y="1502171"/>
                  </a:lnTo>
                  <a:lnTo>
                    <a:pt x="480220" y="1501868"/>
                  </a:lnTo>
                  <a:lnTo>
                    <a:pt x="481480" y="1501607"/>
                  </a:lnTo>
                  <a:lnTo>
                    <a:pt x="482776" y="1501385"/>
                  </a:lnTo>
                  <a:lnTo>
                    <a:pt x="484106" y="1501204"/>
                  </a:lnTo>
                  <a:lnTo>
                    <a:pt x="485470" y="1501063"/>
                  </a:lnTo>
                  <a:lnTo>
                    <a:pt x="486870" y="1500962"/>
                  </a:lnTo>
                  <a:lnTo>
                    <a:pt x="488304" y="1500902"/>
                  </a:lnTo>
                  <a:lnTo>
                    <a:pt x="489773" y="1500882"/>
                  </a:lnTo>
                  <a:lnTo>
                    <a:pt x="491216" y="1500899"/>
                  </a:lnTo>
                  <a:lnTo>
                    <a:pt x="492626" y="1500951"/>
                  </a:lnTo>
                  <a:lnTo>
                    <a:pt x="494005" y="1501038"/>
                  </a:lnTo>
                  <a:lnTo>
                    <a:pt x="495351" y="1501159"/>
                  </a:lnTo>
                  <a:lnTo>
                    <a:pt x="496666" y="1501316"/>
                  </a:lnTo>
                  <a:lnTo>
                    <a:pt x="497949" y="1501507"/>
                  </a:lnTo>
                  <a:lnTo>
                    <a:pt x="499200" y="1501732"/>
                  </a:lnTo>
                  <a:lnTo>
                    <a:pt x="500419" y="1501993"/>
                  </a:lnTo>
                  <a:lnTo>
                    <a:pt x="501606" y="1502288"/>
                  </a:lnTo>
                  <a:lnTo>
                    <a:pt x="502761" y="1502618"/>
                  </a:lnTo>
                  <a:lnTo>
                    <a:pt x="503882" y="1502982"/>
                  </a:lnTo>
                  <a:lnTo>
                    <a:pt x="504967" y="1503379"/>
                  </a:lnTo>
                  <a:lnTo>
                    <a:pt x="506015" y="1503810"/>
                  </a:lnTo>
                  <a:lnTo>
                    <a:pt x="507028" y="1504274"/>
                  </a:lnTo>
                  <a:lnTo>
                    <a:pt x="508004" y="1504771"/>
                  </a:lnTo>
                  <a:lnTo>
                    <a:pt x="508945" y="1505302"/>
                  </a:lnTo>
                  <a:lnTo>
                    <a:pt x="509849" y="1505865"/>
                  </a:lnTo>
                  <a:lnTo>
                    <a:pt x="510717" y="1506463"/>
                  </a:lnTo>
                  <a:lnTo>
                    <a:pt x="511549" y="1507093"/>
                  </a:lnTo>
                  <a:lnTo>
                    <a:pt x="512345" y="1507757"/>
                  </a:lnTo>
                  <a:lnTo>
                    <a:pt x="513118" y="1508454"/>
                  </a:lnTo>
                  <a:lnTo>
                    <a:pt x="513854" y="1509183"/>
                  </a:lnTo>
                  <a:lnTo>
                    <a:pt x="514552" y="1509943"/>
                  </a:lnTo>
                  <a:lnTo>
                    <a:pt x="515212" y="1510736"/>
                  </a:lnTo>
                  <a:lnTo>
                    <a:pt x="515835" y="1511560"/>
                  </a:lnTo>
                  <a:lnTo>
                    <a:pt x="516421" y="1512416"/>
                  </a:lnTo>
                  <a:lnTo>
                    <a:pt x="516969" y="1513305"/>
                  </a:lnTo>
                  <a:lnTo>
                    <a:pt x="517479" y="1514225"/>
                  </a:lnTo>
                  <a:lnTo>
                    <a:pt x="517952" y="1515177"/>
                  </a:lnTo>
                  <a:lnTo>
                    <a:pt x="518388" y="1516161"/>
                  </a:lnTo>
                  <a:lnTo>
                    <a:pt x="518784" y="1517177"/>
                  </a:lnTo>
                  <a:lnTo>
                    <a:pt x="519138" y="1518223"/>
                  </a:lnTo>
                  <a:lnTo>
                    <a:pt x="519450" y="1519299"/>
                  </a:lnTo>
                  <a:lnTo>
                    <a:pt x="519721" y="1520406"/>
                  </a:lnTo>
                  <a:lnTo>
                    <a:pt x="519950" y="1521544"/>
                  </a:lnTo>
                  <a:lnTo>
                    <a:pt x="520138" y="1522712"/>
                  </a:lnTo>
                  <a:lnTo>
                    <a:pt x="520284" y="1523911"/>
                  </a:lnTo>
                  <a:lnTo>
                    <a:pt x="520388" y="1525140"/>
                  </a:lnTo>
                  <a:lnTo>
                    <a:pt x="520450" y="1526400"/>
                  </a:lnTo>
                  <a:lnTo>
                    <a:pt x="520471" y="1527690"/>
                  </a:lnTo>
                  <a:lnTo>
                    <a:pt x="520453" y="1528672"/>
                  </a:lnTo>
                  <a:lnTo>
                    <a:pt x="520399" y="1529643"/>
                  </a:lnTo>
                  <a:lnTo>
                    <a:pt x="520309" y="1530605"/>
                  </a:lnTo>
                  <a:lnTo>
                    <a:pt x="520182" y="1531558"/>
                  </a:lnTo>
                  <a:lnTo>
                    <a:pt x="520020" y="1532500"/>
                  </a:lnTo>
                  <a:lnTo>
                    <a:pt x="519821" y="1533433"/>
                  </a:lnTo>
                  <a:lnTo>
                    <a:pt x="519586" y="1534356"/>
                  </a:lnTo>
                  <a:lnTo>
                    <a:pt x="519316" y="1535269"/>
                  </a:lnTo>
                  <a:lnTo>
                    <a:pt x="519009" y="1536173"/>
                  </a:lnTo>
                  <a:lnTo>
                    <a:pt x="518666" y="1537067"/>
                  </a:lnTo>
                  <a:lnTo>
                    <a:pt x="518306" y="1537951"/>
                  </a:lnTo>
                  <a:lnTo>
                    <a:pt x="517921" y="1538828"/>
                  </a:lnTo>
                  <a:lnTo>
                    <a:pt x="517511" y="1539696"/>
                  </a:lnTo>
                  <a:lnTo>
                    <a:pt x="517076" y="1540556"/>
                  </a:lnTo>
                  <a:lnTo>
                    <a:pt x="516617" y="1541407"/>
                  </a:lnTo>
                  <a:lnTo>
                    <a:pt x="516132" y="1542251"/>
                  </a:lnTo>
                  <a:lnTo>
                    <a:pt x="515622" y="1543085"/>
                  </a:lnTo>
                  <a:lnTo>
                    <a:pt x="515087" y="1543912"/>
                  </a:lnTo>
                  <a:lnTo>
                    <a:pt x="514527" y="1544730"/>
                  </a:lnTo>
                  <a:lnTo>
                    <a:pt x="513943" y="1545540"/>
                  </a:lnTo>
                  <a:lnTo>
                    <a:pt x="513350" y="1546343"/>
                  </a:lnTo>
                  <a:lnTo>
                    <a:pt x="512737" y="1547140"/>
                  </a:lnTo>
                  <a:lnTo>
                    <a:pt x="512105" y="1547932"/>
                  </a:lnTo>
                  <a:lnTo>
                    <a:pt x="511454" y="1548718"/>
                  </a:lnTo>
                  <a:lnTo>
                    <a:pt x="510783" y="1549499"/>
                  </a:lnTo>
                  <a:lnTo>
                    <a:pt x="510092" y="1550274"/>
                  </a:lnTo>
                  <a:lnTo>
                    <a:pt x="509382" y="1551043"/>
                  </a:lnTo>
                  <a:lnTo>
                    <a:pt x="508653" y="1551807"/>
                  </a:lnTo>
                  <a:lnTo>
                    <a:pt x="507904" y="1552566"/>
                  </a:lnTo>
                  <a:lnTo>
                    <a:pt x="507136" y="1553319"/>
                  </a:lnTo>
                  <a:lnTo>
                    <a:pt x="506355" y="1554067"/>
                  </a:lnTo>
                  <a:lnTo>
                    <a:pt x="505567" y="1554813"/>
                  </a:lnTo>
                  <a:lnTo>
                    <a:pt x="504771" y="1555556"/>
                  </a:lnTo>
                  <a:lnTo>
                    <a:pt x="503969" y="1556297"/>
                  </a:lnTo>
                  <a:lnTo>
                    <a:pt x="503160" y="1557034"/>
                  </a:lnTo>
                  <a:lnTo>
                    <a:pt x="502344" y="1557769"/>
                  </a:lnTo>
                  <a:lnTo>
                    <a:pt x="501521" y="1558501"/>
                  </a:lnTo>
                  <a:lnTo>
                    <a:pt x="500691" y="1559230"/>
                  </a:lnTo>
                  <a:lnTo>
                    <a:pt x="499854" y="1559957"/>
                  </a:lnTo>
                  <a:lnTo>
                    <a:pt x="499010" y="1560681"/>
                  </a:lnTo>
                  <a:lnTo>
                    <a:pt x="498162" y="1561389"/>
                  </a:lnTo>
                  <a:lnTo>
                    <a:pt x="497313" y="1562098"/>
                  </a:lnTo>
                  <a:lnTo>
                    <a:pt x="496462" y="1562806"/>
                  </a:lnTo>
                  <a:lnTo>
                    <a:pt x="495610" y="1563514"/>
                  </a:lnTo>
                  <a:lnTo>
                    <a:pt x="494756" y="1564223"/>
                  </a:lnTo>
                  <a:lnTo>
                    <a:pt x="493901" y="1564931"/>
                  </a:lnTo>
                  <a:lnTo>
                    <a:pt x="493045" y="1565640"/>
                  </a:lnTo>
                  <a:lnTo>
                    <a:pt x="492187" y="1566348"/>
                  </a:lnTo>
                  <a:lnTo>
                    <a:pt x="491328" y="1567056"/>
                  </a:lnTo>
                  <a:lnTo>
                    <a:pt x="490468" y="1567765"/>
                  </a:lnTo>
                  <a:lnTo>
                    <a:pt x="489611" y="1568460"/>
                  </a:lnTo>
                  <a:lnTo>
                    <a:pt x="488765" y="1569157"/>
                  </a:lnTo>
                  <a:lnTo>
                    <a:pt x="487928" y="1569855"/>
                  </a:lnTo>
                  <a:lnTo>
                    <a:pt x="487100" y="1570554"/>
                  </a:lnTo>
                  <a:lnTo>
                    <a:pt x="486283" y="1571255"/>
                  </a:lnTo>
                  <a:lnTo>
                    <a:pt x="485475" y="1571957"/>
                  </a:lnTo>
                  <a:lnTo>
                    <a:pt x="484677" y="1572661"/>
                  </a:lnTo>
                  <a:lnTo>
                    <a:pt x="483889" y="1573366"/>
                  </a:lnTo>
                  <a:lnTo>
                    <a:pt x="483110" y="1574072"/>
                  </a:lnTo>
                  <a:lnTo>
                    <a:pt x="482342" y="1574780"/>
                  </a:lnTo>
                  <a:lnTo>
                    <a:pt x="481599" y="1575489"/>
                  </a:lnTo>
                  <a:lnTo>
                    <a:pt x="480872" y="1576202"/>
                  </a:lnTo>
                  <a:lnTo>
                    <a:pt x="480160" y="1576917"/>
                  </a:lnTo>
                  <a:lnTo>
                    <a:pt x="479463" y="1577636"/>
                  </a:lnTo>
                  <a:lnTo>
                    <a:pt x="478782" y="1578356"/>
                  </a:lnTo>
                  <a:lnTo>
                    <a:pt x="478116" y="1579080"/>
                  </a:lnTo>
                  <a:lnTo>
                    <a:pt x="477465" y="1579807"/>
                  </a:lnTo>
                  <a:lnTo>
                    <a:pt x="476830" y="1580536"/>
                  </a:lnTo>
                  <a:lnTo>
                    <a:pt x="476210" y="1581268"/>
                  </a:lnTo>
                  <a:lnTo>
                    <a:pt x="475605" y="1582003"/>
                  </a:lnTo>
                  <a:lnTo>
                    <a:pt x="475020" y="1582729"/>
                  </a:lnTo>
                  <a:lnTo>
                    <a:pt x="474463" y="1583461"/>
                  </a:lnTo>
                  <a:lnTo>
                    <a:pt x="473931" y="1584201"/>
                  </a:lnTo>
                  <a:lnTo>
                    <a:pt x="473427" y="1584948"/>
                  </a:lnTo>
                  <a:lnTo>
                    <a:pt x="472948" y="1585701"/>
                  </a:lnTo>
                  <a:lnTo>
                    <a:pt x="472496" y="1586462"/>
                  </a:lnTo>
                  <a:lnTo>
                    <a:pt x="472070" y="1587229"/>
                  </a:lnTo>
                  <a:lnTo>
                    <a:pt x="471671" y="1588004"/>
                  </a:lnTo>
                  <a:lnTo>
                    <a:pt x="471298" y="1588785"/>
                  </a:lnTo>
                  <a:lnTo>
                    <a:pt x="470951" y="1589573"/>
                  </a:lnTo>
                  <a:lnTo>
                    <a:pt x="521999" y="1589573"/>
                  </a:lnTo>
                  <a:lnTo>
                    <a:pt x="521999" y="1600200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h34"/>
            <p:cNvSpPr/>
            <p:nvPr/>
          </p:nvSpPr>
          <p:spPr>
            <a:xfrm>
              <a:off x="443133" y="2480044"/>
              <a:ext cx="457200" cy="1687919"/>
            </a:xfrm>
            <a:custGeom>
              <a:avLst/>
              <a:pathLst>
                <a:path w="457200" h="1687919">
                  <a:moveTo>
                    <a:pt x="457200" y="1600199"/>
                  </a:moveTo>
                  <a:lnTo>
                    <a:pt x="455739" y="1602441"/>
                  </a:lnTo>
                  <a:lnTo>
                    <a:pt x="454302" y="1604667"/>
                  </a:lnTo>
                  <a:lnTo>
                    <a:pt x="452889" y="1606875"/>
                  </a:lnTo>
                  <a:lnTo>
                    <a:pt x="451499" y="1609067"/>
                  </a:lnTo>
                  <a:lnTo>
                    <a:pt x="450133" y="1611243"/>
                  </a:lnTo>
                  <a:lnTo>
                    <a:pt x="448790" y="1613401"/>
                  </a:lnTo>
                  <a:lnTo>
                    <a:pt x="447471" y="1615543"/>
                  </a:lnTo>
                  <a:lnTo>
                    <a:pt x="446176" y="1617668"/>
                  </a:lnTo>
                  <a:lnTo>
                    <a:pt x="444904" y="1619777"/>
                  </a:lnTo>
                  <a:lnTo>
                    <a:pt x="443656" y="1621869"/>
                  </a:lnTo>
                  <a:lnTo>
                    <a:pt x="442437" y="1623941"/>
                  </a:lnTo>
                  <a:lnTo>
                    <a:pt x="441253" y="1626017"/>
                  </a:lnTo>
                  <a:lnTo>
                    <a:pt x="440104" y="1628097"/>
                  </a:lnTo>
                  <a:lnTo>
                    <a:pt x="438989" y="1630181"/>
                  </a:lnTo>
                  <a:lnTo>
                    <a:pt x="437909" y="1632269"/>
                  </a:lnTo>
                  <a:lnTo>
                    <a:pt x="436864" y="1634362"/>
                  </a:lnTo>
                  <a:lnTo>
                    <a:pt x="435853" y="1636459"/>
                  </a:lnTo>
                  <a:lnTo>
                    <a:pt x="434877" y="1638560"/>
                  </a:lnTo>
                  <a:lnTo>
                    <a:pt x="433936" y="1640665"/>
                  </a:lnTo>
                  <a:lnTo>
                    <a:pt x="433030" y="1642774"/>
                  </a:lnTo>
                  <a:lnTo>
                    <a:pt x="432160" y="1644878"/>
                  </a:lnTo>
                  <a:lnTo>
                    <a:pt x="431330" y="1646994"/>
                  </a:lnTo>
                  <a:lnTo>
                    <a:pt x="430538" y="1649123"/>
                  </a:lnTo>
                  <a:lnTo>
                    <a:pt x="429785" y="1651264"/>
                  </a:lnTo>
                  <a:lnTo>
                    <a:pt x="429071" y="1653418"/>
                  </a:lnTo>
                  <a:lnTo>
                    <a:pt x="428396" y="1655584"/>
                  </a:lnTo>
                  <a:lnTo>
                    <a:pt x="427760" y="1657763"/>
                  </a:lnTo>
                  <a:lnTo>
                    <a:pt x="427162" y="1659954"/>
                  </a:lnTo>
                  <a:lnTo>
                    <a:pt x="426604" y="1662158"/>
                  </a:lnTo>
                  <a:lnTo>
                    <a:pt x="426084" y="1664374"/>
                  </a:lnTo>
                  <a:lnTo>
                    <a:pt x="425623" y="1666597"/>
                  </a:lnTo>
                  <a:lnTo>
                    <a:pt x="425209" y="1668850"/>
                  </a:lnTo>
                  <a:lnTo>
                    <a:pt x="424845" y="1671131"/>
                  </a:lnTo>
                  <a:lnTo>
                    <a:pt x="424529" y="1673442"/>
                  </a:lnTo>
                  <a:lnTo>
                    <a:pt x="424261" y="1675782"/>
                  </a:lnTo>
                  <a:lnTo>
                    <a:pt x="424043" y="1678151"/>
                  </a:lnTo>
                  <a:lnTo>
                    <a:pt x="423872" y="1680549"/>
                  </a:lnTo>
                  <a:lnTo>
                    <a:pt x="423751" y="1682977"/>
                  </a:lnTo>
                  <a:lnTo>
                    <a:pt x="423678" y="1685433"/>
                  </a:lnTo>
                  <a:lnTo>
                    <a:pt x="423654" y="1687919"/>
                  </a:lnTo>
                  <a:lnTo>
                    <a:pt x="410596" y="1687919"/>
                  </a:lnTo>
                  <a:lnTo>
                    <a:pt x="410624" y="1685576"/>
                  </a:lnTo>
                  <a:lnTo>
                    <a:pt x="410708" y="1683243"/>
                  </a:lnTo>
                  <a:lnTo>
                    <a:pt x="410846" y="1680920"/>
                  </a:lnTo>
                  <a:lnTo>
                    <a:pt x="411041" y="1678607"/>
                  </a:lnTo>
                  <a:lnTo>
                    <a:pt x="411291" y="1676303"/>
                  </a:lnTo>
                  <a:lnTo>
                    <a:pt x="411597" y="1674009"/>
                  </a:lnTo>
                  <a:lnTo>
                    <a:pt x="411958" y="1671724"/>
                  </a:lnTo>
                  <a:lnTo>
                    <a:pt x="412374" y="1669450"/>
                  </a:lnTo>
                  <a:lnTo>
                    <a:pt x="412847" y="1667185"/>
                  </a:lnTo>
                  <a:lnTo>
                    <a:pt x="413375" y="1664930"/>
                  </a:lnTo>
                  <a:lnTo>
                    <a:pt x="413950" y="1662671"/>
                  </a:lnTo>
                  <a:lnTo>
                    <a:pt x="414564" y="1660421"/>
                  </a:lnTo>
                  <a:lnTo>
                    <a:pt x="415216" y="1658181"/>
                  </a:lnTo>
                  <a:lnTo>
                    <a:pt x="415908" y="1655951"/>
                  </a:lnTo>
                  <a:lnTo>
                    <a:pt x="416639" y="1653730"/>
                  </a:lnTo>
                  <a:lnTo>
                    <a:pt x="417408" y="1651520"/>
                  </a:lnTo>
                  <a:lnTo>
                    <a:pt x="418217" y="1649319"/>
                  </a:lnTo>
                  <a:lnTo>
                    <a:pt x="419064" y="1647128"/>
                  </a:lnTo>
                  <a:lnTo>
                    <a:pt x="419950" y="1644946"/>
                  </a:lnTo>
                  <a:lnTo>
                    <a:pt x="420876" y="1642774"/>
                  </a:lnTo>
                  <a:lnTo>
                    <a:pt x="421835" y="1640598"/>
                  </a:lnTo>
                  <a:lnTo>
                    <a:pt x="422826" y="1638429"/>
                  </a:lnTo>
                  <a:lnTo>
                    <a:pt x="423847" y="1636269"/>
                  </a:lnTo>
                  <a:lnTo>
                    <a:pt x="424898" y="1634118"/>
                  </a:lnTo>
                  <a:lnTo>
                    <a:pt x="425980" y="1631974"/>
                  </a:lnTo>
                  <a:lnTo>
                    <a:pt x="427093" y="1629839"/>
                  </a:lnTo>
                  <a:lnTo>
                    <a:pt x="428236" y="1627713"/>
                  </a:lnTo>
                  <a:lnTo>
                    <a:pt x="429410" y="1625594"/>
                  </a:lnTo>
                  <a:lnTo>
                    <a:pt x="430614" y="1623484"/>
                  </a:lnTo>
                  <a:lnTo>
                    <a:pt x="431849" y="1621383"/>
                  </a:lnTo>
                  <a:lnTo>
                    <a:pt x="433107" y="1619288"/>
                  </a:lnTo>
                  <a:lnTo>
                    <a:pt x="434380" y="1617199"/>
                  </a:lnTo>
                  <a:lnTo>
                    <a:pt x="435668" y="1615115"/>
                  </a:lnTo>
                  <a:lnTo>
                    <a:pt x="436972" y="1613037"/>
                  </a:lnTo>
                  <a:lnTo>
                    <a:pt x="438291" y="1610965"/>
                  </a:lnTo>
                  <a:lnTo>
                    <a:pt x="439625" y="1608898"/>
                  </a:lnTo>
                  <a:lnTo>
                    <a:pt x="440975" y="1606836"/>
                  </a:lnTo>
                  <a:lnTo>
                    <a:pt x="442339" y="1604781"/>
                  </a:lnTo>
                  <a:lnTo>
                    <a:pt x="443719" y="1602730"/>
                  </a:lnTo>
                  <a:lnTo>
                    <a:pt x="445115" y="1600686"/>
                  </a:lnTo>
                  <a:lnTo>
                    <a:pt x="392539" y="1600686"/>
                  </a:lnTo>
                  <a:lnTo>
                    <a:pt x="392539" y="1590059"/>
                  </a:lnTo>
                  <a:lnTo>
                    <a:pt x="457200" y="1590059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h35"/>
            <p:cNvSpPr/>
            <p:nvPr/>
          </p:nvSpPr>
          <p:spPr>
            <a:xfrm>
              <a:off x="523838" y="2518799"/>
              <a:ext cx="457200" cy="1650553"/>
            </a:xfrm>
            <a:custGeom>
              <a:avLst/>
              <a:pathLst>
                <a:path w="457200" h="1650553">
                  <a:moveTo>
                    <a:pt x="457200" y="1600200"/>
                  </a:moveTo>
                  <a:lnTo>
                    <a:pt x="457172" y="1602975"/>
                  </a:lnTo>
                  <a:lnTo>
                    <a:pt x="457091" y="1605661"/>
                  </a:lnTo>
                  <a:lnTo>
                    <a:pt x="456956" y="1608259"/>
                  </a:lnTo>
                  <a:lnTo>
                    <a:pt x="456766" y="1610767"/>
                  </a:lnTo>
                  <a:lnTo>
                    <a:pt x="456522" y="1613187"/>
                  </a:lnTo>
                  <a:lnTo>
                    <a:pt x="456224" y="1615518"/>
                  </a:lnTo>
                  <a:lnTo>
                    <a:pt x="455872" y="1617760"/>
                  </a:lnTo>
                  <a:lnTo>
                    <a:pt x="455466" y="1619913"/>
                  </a:lnTo>
                  <a:lnTo>
                    <a:pt x="455005" y="1621977"/>
                  </a:lnTo>
                  <a:lnTo>
                    <a:pt x="454491" y="1623952"/>
                  </a:lnTo>
                  <a:lnTo>
                    <a:pt x="453943" y="1625833"/>
                  </a:lnTo>
                  <a:lnTo>
                    <a:pt x="453355" y="1627642"/>
                  </a:lnTo>
                  <a:lnTo>
                    <a:pt x="452726" y="1629378"/>
                  </a:lnTo>
                  <a:lnTo>
                    <a:pt x="452057" y="1631042"/>
                  </a:lnTo>
                  <a:lnTo>
                    <a:pt x="451348" y="1632634"/>
                  </a:lnTo>
                  <a:lnTo>
                    <a:pt x="450599" y="1634154"/>
                  </a:lnTo>
                  <a:lnTo>
                    <a:pt x="449809" y="1635601"/>
                  </a:lnTo>
                  <a:lnTo>
                    <a:pt x="448979" y="1636976"/>
                  </a:lnTo>
                  <a:lnTo>
                    <a:pt x="448109" y="1638279"/>
                  </a:lnTo>
                  <a:lnTo>
                    <a:pt x="447198" y="1639510"/>
                  </a:lnTo>
                  <a:lnTo>
                    <a:pt x="446265" y="1640657"/>
                  </a:lnTo>
                  <a:lnTo>
                    <a:pt x="445298" y="1641738"/>
                  </a:lnTo>
                  <a:lnTo>
                    <a:pt x="444298" y="1642752"/>
                  </a:lnTo>
                  <a:lnTo>
                    <a:pt x="443264" y="1643699"/>
                  </a:lnTo>
                  <a:lnTo>
                    <a:pt x="442198" y="1644580"/>
                  </a:lnTo>
                  <a:lnTo>
                    <a:pt x="441097" y="1645394"/>
                  </a:lnTo>
                  <a:lnTo>
                    <a:pt x="439964" y="1646141"/>
                  </a:lnTo>
                  <a:lnTo>
                    <a:pt x="438797" y="1646822"/>
                  </a:lnTo>
                  <a:lnTo>
                    <a:pt x="437597" y="1647436"/>
                  </a:lnTo>
                  <a:lnTo>
                    <a:pt x="436364" y="1647983"/>
                  </a:lnTo>
                  <a:lnTo>
                    <a:pt x="435105" y="1648472"/>
                  </a:lnTo>
                  <a:lnTo>
                    <a:pt x="433830" y="1648908"/>
                  </a:lnTo>
                  <a:lnTo>
                    <a:pt x="432538" y="1649294"/>
                  </a:lnTo>
                  <a:lnTo>
                    <a:pt x="431230" y="1649628"/>
                  </a:lnTo>
                  <a:lnTo>
                    <a:pt x="429904" y="1649911"/>
                  </a:lnTo>
                  <a:lnTo>
                    <a:pt x="428563" y="1650142"/>
                  </a:lnTo>
                  <a:lnTo>
                    <a:pt x="427204" y="1650322"/>
                  </a:lnTo>
                  <a:lnTo>
                    <a:pt x="425829" y="1650450"/>
                  </a:lnTo>
                  <a:lnTo>
                    <a:pt x="424437" y="1650527"/>
                  </a:lnTo>
                  <a:lnTo>
                    <a:pt x="423029" y="1650553"/>
                  </a:lnTo>
                  <a:lnTo>
                    <a:pt x="421608" y="1650527"/>
                  </a:lnTo>
                  <a:lnTo>
                    <a:pt x="420206" y="1650450"/>
                  </a:lnTo>
                  <a:lnTo>
                    <a:pt x="418824" y="1650322"/>
                  </a:lnTo>
                  <a:lnTo>
                    <a:pt x="417461" y="1650142"/>
                  </a:lnTo>
                  <a:lnTo>
                    <a:pt x="416118" y="1649911"/>
                  </a:lnTo>
                  <a:lnTo>
                    <a:pt x="414794" y="1649628"/>
                  </a:lnTo>
                  <a:lnTo>
                    <a:pt x="413490" y="1649294"/>
                  </a:lnTo>
                  <a:lnTo>
                    <a:pt x="412205" y="1648908"/>
                  </a:lnTo>
                  <a:lnTo>
                    <a:pt x="410940" y="1648472"/>
                  </a:lnTo>
                  <a:lnTo>
                    <a:pt x="409694" y="1647983"/>
                  </a:lnTo>
                  <a:lnTo>
                    <a:pt x="408473" y="1647436"/>
                  </a:lnTo>
                  <a:lnTo>
                    <a:pt x="407285" y="1646822"/>
                  </a:lnTo>
                  <a:lnTo>
                    <a:pt x="406129" y="1646141"/>
                  </a:lnTo>
                  <a:lnTo>
                    <a:pt x="405004" y="1645394"/>
                  </a:lnTo>
                  <a:lnTo>
                    <a:pt x="403912" y="1644580"/>
                  </a:lnTo>
                  <a:lnTo>
                    <a:pt x="402851" y="1643699"/>
                  </a:lnTo>
                  <a:lnTo>
                    <a:pt x="401822" y="1642752"/>
                  </a:lnTo>
                  <a:lnTo>
                    <a:pt x="400826" y="1641738"/>
                  </a:lnTo>
                  <a:lnTo>
                    <a:pt x="399861" y="1640657"/>
                  </a:lnTo>
                  <a:lnTo>
                    <a:pt x="398928" y="1639510"/>
                  </a:lnTo>
                  <a:lnTo>
                    <a:pt x="398044" y="1638292"/>
                  </a:lnTo>
                  <a:lnTo>
                    <a:pt x="397198" y="1637001"/>
                  </a:lnTo>
                  <a:lnTo>
                    <a:pt x="396388" y="1635637"/>
                  </a:lnTo>
                  <a:lnTo>
                    <a:pt x="395617" y="1634198"/>
                  </a:lnTo>
                  <a:lnTo>
                    <a:pt x="394883" y="1632686"/>
                  </a:lnTo>
                  <a:lnTo>
                    <a:pt x="394186" y="1631101"/>
                  </a:lnTo>
                  <a:lnTo>
                    <a:pt x="393527" y="1629441"/>
                  </a:lnTo>
                  <a:lnTo>
                    <a:pt x="392905" y="1627708"/>
                  </a:lnTo>
                  <a:lnTo>
                    <a:pt x="392321" y="1625902"/>
                  </a:lnTo>
                  <a:lnTo>
                    <a:pt x="391775" y="1624022"/>
                  </a:lnTo>
                  <a:lnTo>
                    <a:pt x="391286" y="1622046"/>
                  </a:lnTo>
                  <a:lnTo>
                    <a:pt x="390850" y="1619980"/>
                  </a:lnTo>
                  <a:lnTo>
                    <a:pt x="390464" y="1617823"/>
                  </a:lnTo>
                  <a:lnTo>
                    <a:pt x="390130" y="1615576"/>
                  </a:lnTo>
                  <a:lnTo>
                    <a:pt x="389847" y="1613239"/>
                  </a:lnTo>
                  <a:lnTo>
                    <a:pt x="389616" y="1610812"/>
                  </a:lnTo>
                  <a:lnTo>
                    <a:pt x="389436" y="1608294"/>
                  </a:lnTo>
                  <a:lnTo>
                    <a:pt x="389308" y="1605686"/>
                  </a:lnTo>
                  <a:lnTo>
                    <a:pt x="389231" y="1602988"/>
                  </a:lnTo>
                  <a:lnTo>
                    <a:pt x="389205" y="1600200"/>
                  </a:lnTo>
                  <a:lnTo>
                    <a:pt x="389231" y="1597292"/>
                  </a:lnTo>
                  <a:lnTo>
                    <a:pt x="389308" y="1594488"/>
                  </a:lnTo>
                  <a:lnTo>
                    <a:pt x="389436" y="1591786"/>
                  </a:lnTo>
                  <a:lnTo>
                    <a:pt x="389616" y="1589187"/>
                  </a:lnTo>
                  <a:lnTo>
                    <a:pt x="389847" y="1586691"/>
                  </a:lnTo>
                  <a:lnTo>
                    <a:pt x="390130" y="1584298"/>
                  </a:lnTo>
                  <a:lnTo>
                    <a:pt x="390464" y="1582007"/>
                  </a:lnTo>
                  <a:lnTo>
                    <a:pt x="390850" y="1579819"/>
                  </a:lnTo>
                  <a:lnTo>
                    <a:pt x="391286" y="1577734"/>
                  </a:lnTo>
                  <a:lnTo>
                    <a:pt x="391775" y="1575752"/>
                  </a:lnTo>
                  <a:lnTo>
                    <a:pt x="392322" y="1573847"/>
                  </a:lnTo>
                  <a:lnTo>
                    <a:pt x="392908" y="1572021"/>
                  </a:lnTo>
                  <a:lnTo>
                    <a:pt x="393533" y="1570274"/>
                  </a:lnTo>
                  <a:lnTo>
                    <a:pt x="394197" y="1568607"/>
                  </a:lnTo>
                  <a:lnTo>
                    <a:pt x="394900" y="1567018"/>
                  </a:lnTo>
                  <a:lnTo>
                    <a:pt x="395642" y="1565509"/>
                  </a:lnTo>
                  <a:lnTo>
                    <a:pt x="396422" y="1564079"/>
                  </a:lnTo>
                  <a:lnTo>
                    <a:pt x="397242" y="1562728"/>
                  </a:lnTo>
                  <a:lnTo>
                    <a:pt x="398100" y="1561456"/>
                  </a:lnTo>
                  <a:lnTo>
                    <a:pt x="398998" y="1560264"/>
                  </a:lnTo>
                  <a:lnTo>
                    <a:pt x="399931" y="1559146"/>
                  </a:lnTo>
                  <a:lnTo>
                    <a:pt x="400898" y="1558097"/>
                  </a:lnTo>
                  <a:lnTo>
                    <a:pt x="401898" y="1557118"/>
                  </a:lnTo>
                  <a:lnTo>
                    <a:pt x="402932" y="1556208"/>
                  </a:lnTo>
                  <a:lnTo>
                    <a:pt x="403998" y="1555368"/>
                  </a:lnTo>
                  <a:lnTo>
                    <a:pt x="405099" y="1554597"/>
                  </a:lnTo>
                  <a:lnTo>
                    <a:pt x="406232" y="1553895"/>
                  </a:lnTo>
                  <a:lnTo>
                    <a:pt x="407399" y="1553263"/>
                  </a:lnTo>
                  <a:lnTo>
                    <a:pt x="408599" y="1552701"/>
                  </a:lnTo>
                  <a:lnTo>
                    <a:pt x="409832" y="1552207"/>
                  </a:lnTo>
                  <a:lnTo>
                    <a:pt x="411094" y="1551759"/>
                  </a:lnTo>
                  <a:lnTo>
                    <a:pt x="412377" y="1551357"/>
                  </a:lnTo>
                  <a:lnTo>
                    <a:pt x="413683" y="1551003"/>
                  </a:lnTo>
                  <a:lnTo>
                    <a:pt x="415011" y="1550696"/>
                  </a:lnTo>
                  <a:lnTo>
                    <a:pt x="416361" y="1550436"/>
                  </a:lnTo>
                  <a:lnTo>
                    <a:pt x="417733" y="1550224"/>
                  </a:lnTo>
                  <a:lnTo>
                    <a:pt x="419128" y="1550059"/>
                  </a:lnTo>
                  <a:lnTo>
                    <a:pt x="420545" y="1549940"/>
                  </a:lnTo>
                  <a:lnTo>
                    <a:pt x="421984" y="1549870"/>
                  </a:lnTo>
                  <a:lnTo>
                    <a:pt x="423445" y="1549846"/>
                  </a:lnTo>
                  <a:lnTo>
                    <a:pt x="424839" y="1549870"/>
                  </a:lnTo>
                  <a:lnTo>
                    <a:pt x="426215" y="1549940"/>
                  </a:lnTo>
                  <a:lnTo>
                    <a:pt x="427573" y="1550059"/>
                  </a:lnTo>
                  <a:lnTo>
                    <a:pt x="428913" y="1550224"/>
                  </a:lnTo>
                  <a:lnTo>
                    <a:pt x="430234" y="1550436"/>
                  </a:lnTo>
                  <a:lnTo>
                    <a:pt x="431538" y="1550696"/>
                  </a:lnTo>
                  <a:lnTo>
                    <a:pt x="432824" y="1551003"/>
                  </a:lnTo>
                  <a:lnTo>
                    <a:pt x="434091" y="1551357"/>
                  </a:lnTo>
                  <a:lnTo>
                    <a:pt x="435341" y="1551759"/>
                  </a:lnTo>
                  <a:lnTo>
                    <a:pt x="436572" y="1552207"/>
                  </a:lnTo>
                  <a:lnTo>
                    <a:pt x="437792" y="1552701"/>
                  </a:lnTo>
                  <a:lnTo>
                    <a:pt x="438981" y="1553263"/>
                  </a:lnTo>
                  <a:lnTo>
                    <a:pt x="440137" y="1553895"/>
                  </a:lnTo>
                  <a:lnTo>
                    <a:pt x="441261" y="1554597"/>
                  </a:lnTo>
                  <a:lnTo>
                    <a:pt x="442354" y="1555368"/>
                  </a:lnTo>
                  <a:lnTo>
                    <a:pt x="443414" y="1556208"/>
                  </a:lnTo>
                  <a:lnTo>
                    <a:pt x="444443" y="1557118"/>
                  </a:lnTo>
                  <a:lnTo>
                    <a:pt x="445440" y="1558097"/>
                  </a:lnTo>
                  <a:lnTo>
                    <a:pt x="446404" y="1559146"/>
                  </a:lnTo>
                  <a:lnTo>
                    <a:pt x="447337" y="1560264"/>
                  </a:lnTo>
                  <a:lnTo>
                    <a:pt x="448234" y="1561456"/>
                  </a:lnTo>
                  <a:lnTo>
                    <a:pt x="449093" y="1562728"/>
                  </a:lnTo>
                  <a:lnTo>
                    <a:pt x="449912" y="1564079"/>
                  </a:lnTo>
                  <a:lnTo>
                    <a:pt x="450693" y="1565509"/>
                  </a:lnTo>
                  <a:lnTo>
                    <a:pt x="451435" y="1567018"/>
                  </a:lnTo>
                  <a:lnTo>
                    <a:pt x="452138" y="1568607"/>
                  </a:lnTo>
                  <a:lnTo>
                    <a:pt x="452802" y="1570274"/>
                  </a:lnTo>
                  <a:lnTo>
                    <a:pt x="453427" y="1572021"/>
                  </a:lnTo>
                  <a:lnTo>
                    <a:pt x="454013" y="1573847"/>
                  </a:lnTo>
                  <a:lnTo>
                    <a:pt x="454560" y="1575752"/>
                  </a:lnTo>
                  <a:lnTo>
                    <a:pt x="455062" y="1577734"/>
                  </a:lnTo>
                  <a:lnTo>
                    <a:pt x="455510" y="1579819"/>
                  </a:lnTo>
                  <a:lnTo>
                    <a:pt x="455906" y="1582007"/>
                  </a:lnTo>
                  <a:lnTo>
                    <a:pt x="456249" y="1584298"/>
                  </a:lnTo>
                  <a:lnTo>
                    <a:pt x="456540" y="1586691"/>
                  </a:lnTo>
                  <a:lnTo>
                    <a:pt x="456777" y="1589187"/>
                  </a:lnTo>
                  <a:lnTo>
                    <a:pt x="456962" y="1591786"/>
                  </a:lnTo>
                  <a:lnTo>
                    <a:pt x="457094" y="1594488"/>
                  </a:lnTo>
                  <a:lnTo>
                    <a:pt x="457173" y="1597292"/>
                  </a:lnTo>
                  <a:close/>
                  <a:moveTo>
                    <a:pt x="444490" y="1600200"/>
                  </a:moveTo>
                  <a:lnTo>
                    <a:pt x="444476" y="1597905"/>
                  </a:lnTo>
                  <a:lnTo>
                    <a:pt x="444434" y="1595691"/>
                  </a:lnTo>
                  <a:lnTo>
                    <a:pt x="444365" y="1593555"/>
                  </a:lnTo>
                  <a:lnTo>
                    <a:pt x="444267" y="1591498"/>
                  </a:lnTo>
                  <a:lnTo>
                    <a:pt x="444142" y="1589521"/>
                  </a:lnTo>
                  <a:lnTo>
                    <a:pt x="443990" y="1587623"/>
                  </a:lnTo>
                  <a:lnTo>
                    <a:pt x="443809" y="1585804"/>
                  </a:lnTo>
                  <a:lnTo>
                    <a:pt x="443601" y="1584064"/>
                  </a:lnTo>
                  <a:lnTo>
                    <a:pt x="443364" y="1582404"/>
                  </a:lnTo>
                  <a:lnTo>
                    <a:pt x="443101" y="1580822"/>
                  </a:lnTo>
                  <a:lnTo>
                    <a:pt x="442810" y="1579298"/>
                  </a:lnTo>
                  <a:lnTo>
                    <a:pt x="442492" y="1577838"/>
                  </a:lnTo>
                  <a:lnTo>
                    <a:pt x="442148" y="1576442"/>
                  </a:lnTo>
                  <a:lnTo>
                    <a:pt x="441778" y="1575110"/>
                  </a:lnTo>
                  <a:lnTo>
                    <a:pt x="441382" y="1573842"/>
                  </a:lnTo>
                  <a:lnTo>
                    <a:pt x="440959" y="1572638"/>
                  </a:lnTo>
                  <a:lnTo>
                    <a:pt x="440509" y="1571497"/>
                  </a:lnTo>
                  <a:lnTo>
                    <a:pt x="440033" y="1570421"/>
                  </a:lnTo>
                  <a:lnTo>
                    <a:pt x="439531" y="1569408"/>
                  </a:lnTo>
                  <a:lnTo>
                    <a:pt x="439003" y="1568459"/>
                  </a:lnTo>
                  <a:lnTo>
                    <a:pt x="438449" y="1567557"/>
                  </a:lnTo>
                  <a:lnTo>
                    <a:pt x="437869" y="1566709"/>
                  </a:lnTo>
                  <a:lnTo>
                    <a:pt x="437265" y="1565917"/>
                  </a:lnTo>
                  <a:lnTo>
                    <a:pt x="436636" y="1565181"/>
                  </a:lnTo>
                  <a:lnTo>
                    <a:pt x="435982" y="1564501"/>
                  </a:lnTo>
                  <a:lnTo>
                    <a:pt x="435302" y="1563876"/>
                  </a:lnTo>
                  <a:lnTo>
                    <a:pt x="434598" y="1563306"/>
                  </a:lnTo>
                  <a:lnTo>
                    <a:pt x="433869" y="1562792"/>
                  </a:lnTo>
                  <a:lnTo>
                    <a:pt x="433115" y="1562334"/>
                  </a:lnTo>
                  <a:lnTo>
                    <a:pt x="432335" y="1561931"/>
                  </a:lnTo>
                  <a:lnTo>
                    <a:pt x="431546" y="1561561"/>
                  </a:lnTo>
                  <a:lnTo>
                    <a:pt x="430735" y="1561231"/>
                  </a:lnTo>
                  <a:lnTo>
                    <a:pt x="429902" y="1560939"/>
                  </a:lnTo>
                  <a:lnTo>
                    <a:pt x="429046" y="1560686"/>
                  </a:lnTo>
                  <a:lnTo>
                    <a:pt x="428168" y="1560472"/>
                  </a:lnTo>
                  <a:lnTo>
                    <a:pt x="427268" y="1560297"/>
                  </a:lnTo>
                  <a:lnTo>
                    <a:pt x="426346" y="1560161"/>
                  </a:lnTo>
                  <a:lnTo>
                    <a:pt x="425401" y="1560064"/>
                  </a:lnTo>
                  <a:lnTo>
                    <a:pt x="424434" y="1560006"/>
                  </a:lnTo>
                  <a:lnTo>
                    <a:pt x="423445" y="1559986"/>
                  </a:lnTo>
                  <a:lnTo>
                    <a:pt x="422402" y="1560006"/>
                  </a:lnTo>
                  <a:lnTo>
                    <a:pt x="421384" y="1560064"/>
                  </a:lnTo>
                  <a:lnTo>
                    <a:pt x="420391" y="1560161"/>
                  </a:lnTo>
                  <a:lnTo>
                    <a:pt x="419423" y="1560297"/>
                  </a:lnTo>
                  <a:lnTo>
                    <a:pt x="418479" y="1560472"/>
                  </a:lnTo>
                  <a:lnTo>
                    <a:pt x="417561" y="1560686"/>
                  </a:lnTo>
                  <a:lnTo>
                    <a:pt x="416668" y="1560939"/>
                  </a:lnTo>
                  <a:lnTo>
                    <a:pt x="415800" y="1561231"/>
                  </a:lnTo>
                  <a:lnTo>
                    <a:pt x="414957" y="1561561"/>
                  </a:lnTo>
                  <a:lnTo>
                    <a:pt x="414139" y="1561931"/>
                  </a:lnTo>
                  <a:lnTo>
                    <a:pt x="413345" y="1562347"/>
                  </a:lnTo>
                  <a:lnTo>
                    <a:pt x="412577" y="1562817"/>
                  </a:lnTo>
                  <a:lnTo>
                    <a:pt x="411834" y="1563341"/>
                  </a:lnTo>
                  <a:lnTo>
                    <a:pt x="411116" y="1563920"/>
                  </a:lnTo>
                  <a:lnTo>
                    <a:pt x="410423" y="1564553"/>
                  </a:lnTo>
                  <a:lnTo>
                    <a:pt x="409755" y="1565240"/>
                  </a:lnTo>
                  <a:lnTo>
                    <a:pt x="409112" y="1565981"/>
                  </a:lnTo>
                  <a:lnTo>
                    <a:pt x="408493" y="1566776"/>
                  </a:lnTo>
                  <a:lnTo>
                    <a:pt x="407900" y="1567625"/>
                  </a:lnTo>
                  <a:lnTo>
                    <a:pt x="407332" y="1568529"/>
                  </a:lnTo>
                  <a:lnTo>
                    <a:pt x="406804" y="1569478"/>
                  </a:lnTo>
                  <a:lnTo>
                    <a:pt x="406301" y="1570490"/>
                  </a:lnTo>
                  <a:lnTo>
                    <a:pt x="405826" y="1571567"/>
                  </a:lnTo>
                  <a:lnTo>
                    <a:pt x="405376" y="1572707"/>
                  </a:lnTo>
                  <a:lnTo>
                    <a:pt x="404953" y="1573911"/>
                  </a:lnTo>
                  <a:lnTo>
                    <a:pt x="404557" y="1575180"/>
                  </a:lnTo>
                  <a:lnTo>
                    <a:pt x="404187" y="1576512"/>
                  </a:lnTo>
                  <a:lnTo>
                    <a:pt x="403843" y="1577908"/>
                  </a:lnTo>
                  <a:lnTo>
                    <a:pt x="403525" y="1579368"/>
                  </a:lnTo>
                  <a:lnTo>
                    <a:pt x="403234" y="1580892"/>
                  </a:lnTo>
                  <a:lnTo>
                    <a:pt x="402971" y="1582472"/>
                  </a:lnTo>
                  <a:lnTo>
                    <a:pt x="402734" y="1584131"/>
                  </a:lnTo>
                  <a:lnTo>
                    <a:pt x="402526" y="1585867"/>
                  </a:lnTo>
                  <a:lnTo>
                    <a:pt x="402345" y="1587681"/>
                  </a:lnTo>
                  <a:lnTo>
                    <a:pt x="402193" y="1589573"/>
                  </a:lnTo>
                  <a:lnTo>
                    <a:pt x="402068" y="1591543"/>
                  </a:lnTo>
                  <a:lnTo>
                    <a:pt x="401970" y="1593590"/>
                  </a:lnTo>
                  <a:lnTo>
                    <a:pt x="401901" y="1595716"/>
                  </a:lnTo>
                  <a:lnTo>
                    <a:pt x="401859" y="1597919"/>
                  </a:lnTo>
                  <a:lnTo>
                    <a:pt x="401845" y="1600200"/>
                  </a:lnTo>
                  <a:lnTo>
                    <a:pt x="401859" y="1602414"/>
                  </a:lnTo>
                  <a:lnTo>
                    <a:pt x="401901" y="1604558"/>
                  </a:lnTo>
                  <a:lnTo>
                    <a:pt x="401970" y="1606632"/>
                  </a:lnTo>
                  <a:lnTo>
                    <a:pt x="402068" y="1608634"/>
                  </a:lnTo>
                  <a:lnTo>
                    <a:pt x="402193" y="1610565"/>
                  </a:lnTo>
                  <a:lnTo>
                    <a:pt x="402345" y="1612426"/>
                  </a:lnTo>
                  <a:lnTo>
                    <a:pt x="402526" y="1614216"/>
                  </a:lnTo>
                  <a:lnTo>
                    <a:pt x="402734" y="1615935"/>
                  </a:lnTo>
                  <a:lnTo>
                    <a:pt x="402971" y="1617583"/>
                  </a:lnTo>
                  <a:lnTo>
                    <a:pt x="403234" y="1619160"/>
                  </a:lnTo>
                  <a:lnTo>
                    <a:pt x="403539" y="1620672"/>
                  </a:lnTo>
                  <a:lnTo>
                    <a:pt x="403868" y="1622124"/>
                  </a:lnTo>
                  <a:lnTo>
                    <a:pt x="404222" y="1623517"/>
                  </a:lnTo>
                  <a:lnTo>
                    <a:pt x="404601" y="1624850"/>
                  </a:lnTo>
                  <a:lnTo>
                    <a:pt x="405005" y="1626123"/>
                  </a:lnTo>
                  <a:lnTo>
                    <a:pt x="405435" y="1627336"/>
                  </a:lnTo>
                  <a:lnTo>
                    <a:pt x="405889" y="1628490"/>
                  </a:lnTo>
                  <a:lnTo>
                    <a:pt x="406368" y="1629584"/>
                  </a:lnTo>
                  <a:lnTo>
                    <a:pt x="406872" y="1630618"/>
                  </a:lnTo>
                  <a:lnTo>
                    <a:pt x="407402" y="1631592"/>
                  </a:lnTo>
                  <a:lnTo>
                    <a:pt x="407969" y="1632497"/>
                  </a:lnTo>
                  <a:lnTo>
                    <a:pt x="408560" y="1633351"/>
                  </a:lnTo>
                  <a:lnTo>
                    <a:pt x="409175" y="1634153"/>
                  </a:lnTo>
                  <a:lnTo>
                    <a:pt x="409813" y="1634904"/>
                  </a:lnTo>
                  <a:lnTo>
                    <a:pt x="410475" y="1635603"/>
                  </a:lnTo>
                  <a:lnTo>
                    <a:pt x="411160" y="1636251"/>
                  </a:lnTo>
                  <a:lnTo>
                    <a:pt x="411870" y="1636848"/>
                  </a:lnTo>
                  <a:lnTo>
                    <a:pt x="412602" y="1637393"/>
                  </a:lnTo>
                  <a:lnTo>
                    <a:pt x="413359" y="1637887"/>
                  </a:lnTo>
                  <a:lnTo>
                    <a:pt x="414139" y="1638329"/>
                  </a:lnTo>
                  <a:lnTo>
                    <a:pt x="414941" y="1638712"/>
                  </a:lnTo>
                  <a:lnTo>
                    <a:pt x="415767" y="1639054"/>
                  </a:lnTo>
                  <a:lnTo>
                    <a:pt x="416614" y="1639356"/>
                  </a:lnTo>
                  <a:lnTo>
                    <a:pt x="417483" y="1639618"/>
                  </a:lnTo>
                  <a:lnTo>
                    <a:pt x="418375" y="1639840"/>
                  </a:lnTo>
                  <a:lnTo>
                    <a:pt x="419289" y="1640021"/>
                  </a:lnTo>
                  <a:lnTo>
                    <a:pt x="420225" y="1640162"/>
                  </a:lnTo>
                  <a:lnTo>
                    <a:pt x="421184" y="1640263"/>
                  </a:lnTo>
                  <a:lnTo>
                    <a:pt x="422165" y="1640323"/>
                  </a:lnTo>
                  <a:lnTo>
                    <a:pt x="423167" y="1640343"/>
                  </a:lnTo>
                  <a:lnTo>
                    <a:pt x="424144" y="1640323"/>
                  </a:lnTo>
                  <a:lnTo>
                    <a:pt x="425101" y="1640263"/>
                  </a:lnTo>
                  <a:lnTo>
                    <a:pt x="426039" y="1640162"/>
                  </a:lnTo>
                  <a:lnTo>
                    <a:pt x="426957" y="1640021"/>
                  </a:lnTo>
                  <a:lnTo>
                    <a:pt x="427856" y="1639840"/>
                  </a:lnTo>
                  <a:lnTo>
                    <a:pt x="428735" y="1639618"/>
                  </a:lnTo>
                  <a:lnTo>
                    <a:pt x="429595" y="1639356"/>
                  </a:lnTo>
                  <a:lnTo>
                    <a:pt x="430435" y="1639054"/>
                  </a:lnTo>
                  <a:lnTo>
                    <a:pt x="431256" y="1638712"/>
                  </a:lnTo>
                  <a:lnTo>
                    <a:pt x="432057" y="1638329"/>
                  </a:lnTo>
                  <a:lnTo>
                    <a:pt x="432837" y="1637887"/>
                  </a:lnTo>
                  <a:lnTo>
                    <a:pt x="433591" y="1637393"/>
                  </a:lnTo>
                  <a:lnTo>
                    <a:pt x="434320" y="1636848"/>
                  </a:lnTo>
                  <a:lnTo>
                    <a:pt x="435025" y="1636251"/>
                  </a:lnTo>
                  <a:lnTo>
                    <a:pt x="435704" y="1635603"/>
                  </a:lnTo>
                  <a:lnTo>
                    <a:pt x="436358" y="1634904"/>
                  </a:lnTo>
                  <a:lnTo>
                    <a:pt x="436987" y="1634153"/>
                  </a:lnTo>
                  <a:lnTo>
                    <a:pt x="437591" y="1633351"/>
                  </a:lnTo>
                  <a:lnTo>
                    <a:pt x="438171" y="1632497"/>
                  </a:lnTo>
                  <a:lnTo>
                    <a:pt x="438725" y="1631592"/>
                  </a:lnTo>
                  <a:lnTo>
                    <a:pt x="439267" y="1630618"/>
                  </a:lnTo>
                  <a:lnTo>
                    <a:pt x="439783" y="1629584"/>
                  </a:lnTo>
                  <a:lnTo>
                    <a:pt x="440273" y="1628490"/>
                  </a:lnTo>
                  <a:lnTo>
                    <a:pt x="440736" y="1627336"/>
                  </a:lnTo>
                  <a:lnTo>
                    <a:pt x="441173" y="1626123"/>
                  </a:lnTo>
                  <a:lnTo>
                    <a:pt x="441584" y="1624850"/>
                  </a:lnTo>
                  <a:lnTo>
                    <a:pt x="441968" y="1623517"/>
                  </a:lnTo>
                  <a:lnTo>
                    <a:pt x="442325" y="1622124"/>
                  </a:lnTo>
                  <a:lnTo>
                    <a:pt x="442657" y="1620672"/>
                  </a:lnTo>
                  <a:lnTo>
                    <a:pt x="442962" y="1619160"/>
                  </a:lnTo>
                  <a:lnTo>
                    <a:pt x="443252" y="1617583"/>
                  </a:lnTo>
                  <a:lnTo>
                    <a:pt x="443512" y="1615935"/>
                  </a:lnTo>
                  <a:lnTo>
                    <a:pt x="443741" y="1614216"/>
                  </a:lnTo>
                  <a:lnTo>
                    <a:pt x="443940" y="1612426"/>
                  </a:lnTo>
                  <a:lnTo>
                    <a:pt x="444108" y="1610565"/>
                  </a:lnTo>
                  <a:lnTo>
                    <a:pt x="444245" y="1608634"/>
                  </a:lnTo>
                  <a:lnTo>
                    <a:pt x="444352" y="1606632"/>
                  </a:lnTo>
                  <a:lnTo>
                    <a:pt x="444428" y="1604558"/>
                  </a:lnTo>
                  <a:lnTo>
                    <a:pt x="444474" y="1602414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h36"/>
            <p:cNvSpPr/>
            <p:nvPr/>
          </p:nvSpPr>
          <p:spPr>
            <a:xfrm>
              <a:off x="364929" y="1691730"/>
              <a:ext cx="457200" cy="1628606"/>
            </a:xfrm>
            <a:custGeom>
              <a:avLst/>
              <a:pathLst>
                <a:path w="457200" h="1628606">
                  <a:moveTo>
                    <a:pt x="457200" y="1600200"/>
                  </a:moveTo>
                  <a:lnTo>
                    <a:pt x="457177" y="1601532"/>
                  </a:lnTo>
                  <a:lnTo>
                    <a:pt x="457111" y="1602836"/>
                  </a:lnTo>
                  <a:lnTo>
                    <a:pt x="456999" y="1604110"/>
                  </a:lnTo>
                  <a:lnTo>
                    <a:pt x="456844" y="1605356"/>
                  </a:lnTo>
                  <a:lnTo>
                    <a:pt x="456644" y="1606572"/>
                  </a:lnTo>
                  <a:lnTo>
                    <a:pt x="456399" y="1607759"/>
                  </a:lnTo>
                  <a:lnTo>
                    <a:pt x="456110" y="1608917"/>
                  </a:lnTo>
                  <a:lnTo>
                    <a:pt x="455777" y="1610045"/>
                  </a:lnTo>
                  <a:lnTo>
                    <a:pt x="455399" y="1611145"/>
                  </a:lnTo>
                  <a:lnTo>
                    <a:pt x="454977" y="1612215"/>
                  </a:lnTo>
                  <a:lnTo>
                    <a:pt x="454526" y="1613255"/>
                  </a:lnTo>
                  <a:lnTo>
                    <a:pt x="454032" y="1614262"/>
                  </a:lnTo>
                  <a:lnTo>
                    <a:pt x="453498" y="1615238"/>
                  </a:lnTo>
                  <a:lnTo>
                    <a:pt x="452921" y="1616182"/>
                  </a:lnTo>
                  <a:lnTo>
                    <a:pt x="452303" y="1617094"/>
                  </a:lnTo>
                  <a:lnTo>
                    <a:pt x="451643" y="1617974"/>
                  </a:lnTo>
                  <a:lnTo>
                    <a:pt x="450942" y="1618822"/>
                  </a:lnTo>
                  <a:lnTo>
                    <a:pt x="450199" y="1619638"/>
                  </a:lnTo>
                  <a:lnTo>
                    <a:pt x="449414" y="1620422"/>
                  </a:lnTo>
                  <a:lnTo>
                    <a:pt x="448587" y="1621174"/>
                  </a:lnTo>
                  <a:lnTo>
                    <a:pt x="447733" y="1621880"/>
                  </a:lnTo>
                  <a:lnTo>
                    <a:pt x="446837" y="1622552"/>
                  </a:lnTo>
                  <a:lnTo>
                    <a:pt x="445899" y="1623191"/>
                  </a:lnTo>
                  <a:lnTo>
                    <a:pt x="444920" y="1623797"/>
                  </a:lnTo>
                  <a:lnTo>
                    <a:pt x="443899" y="1624369"/>
                  </a:lnTo>
                  <a:lnTo>
                    <a:pt x="442837" y="1624908"/>
                  </a:lnTo>
                  <a:lnTo>
                    <a:pt x="441732" y="1625414"/>
                  </a:lnTo>
                  <a:lnTo>
                    <a:pt x="440586" y="1625886"/>
                  </a:lnTo>
                  <a:lnTo>
                    <a:pt x="439399" y="1626325"/>
                  </a:lnTo>
                  <a:lnTo>
                    <a:pt x="438169" y="1626731"/>
                  </a:lnTo>
                  <a:lnTo>
                    <a:pt x="436915" y="1627087"/>
                  </a:lnTo>
                  <a:lnTo>
                    <a:pt x="435625" y="1627406"/>
                  </a:lnTo>
                  <a:lnTo>
                    <a:pt x="434298" y="1627687"/>
                  </a:lnTo>
                  <a:lnTo>
                    <a:pt x="432935" y="1627931"/>
                  </a:lnTo>
                  <a:lnTo>
                    <a:pt x="431537" y="1628137"/>
                  </a:lnTo>
                  <a:lnTo>
                    <a:pt x="430102" y="1628306"/>
                  </a:lnTo>
                  <a:lnTo>
                    <a:pt x="428631" y="1628437"/>
                  </a:lnTo>
                  <a:lnTo>
                    <a:pt x="427124" y="1628531"/>
                  </a:lnTo>
                  <a:lnTo>
                    <a:pt x="425580" y="1628587"/>
                  </a:lnTo>
                  <a:lnTo>
                    <a:pt x="424001" y="1628606"/>
                  </a:lnTo>
                  <a:lnTo>
                    <a:pt x="422210" y="1628584"/>
                  </a:lnTo>
                  <a:lnTo>
                    <a:pt x="420475" y="1628517"/>
                  </a:lnTo>
                  <a:lnTo>
                    <a:pt x="418798" y="1628406"/>
                  </a:lnTo>
                  <a:lnTo>
                    <a:pt x="417178" y="1628250"/>
                  </a:lnTo>
                  <a:lnTo>
                    <a:pt x="415614" y="1628050"/>
                  </a:lnTo>
                  <a:lnTo>
                    <a:pt x="414108" y="1627806"/>
                  </a:lnTo>
                  <a:lnTo>
                    <a:pt x="412659" y="1627517"/>
                  </a:lnTo>
                  <a:lnTo>
                    <a:pt x="411266" y="1627183"/>
                  </a:lnTo>
                  <a:lnTo>
                    <a:pt x="409930" y="1626806"/>
                  </a:lnTo>
                  <a:lnTo>
                    <a:pt x="408652" y="1626383"/>
                  </a:lnTo>
                  <a:lnTo>
                    <a:pt x="407437" y="1625911"/>
                  </a:lnTo>
                  <a:lnTo>
                    <a:pt x="406265" y="1625411"/>
                  </a:lnTo>
                  <a:lnTo>
                    <a:pt x="405137" y="1624883"/>
                  </a:lnTo>
                  <a:lnTo>
                    <a:pt x="404051" y="1624328"/>
                  </a:lnTo>
                  <a:lnTo>
                    <a:pt x="403009" y="1623744"/>
                  </a:lnTo>
                  <a:lnTo>
                    <a:pt x="402009" y="1623133"/>
                  </a:lnTo>
                  <a:lnTo>
                    <a:pt x="401053" y="1622494"/>
                  </a:lnTo>
                  <a:lnTo>
                    <a:pt x="400140" y="1621827"/>
                  </a:lnTo>
                  <a:lnTo>
                    <a:pt x="399269" y="1621133"/>
                  </a:lnTo>
                  <a:lnTo>
                    <a:pt x="398442" y="1620410"/>
                  </a:lnTo>
                  <a:lnTo>
                    <a:pt x="397657" y="1619651"/>
                  </a:lnTo>
                  <a:lnTo>
                    <a:pt x="396911" y="1618871"/>
                  </a:lnTo>
                  <a:lnTo>
                    <a:pt x="396206" y="1618073"/>
                  </a:lnTo>
                  <a:lnTo>
                    <a:pt x="395542" y="1617254"/>
                  </a:lnTo>
                  <a:lnTo>
                    <a:pt x="394917" y="1616417"/>
                  </a:lnTo>
                  <a:lnTo>
                    <a:pt x="394333" y="1615560"/>
                  </a:lnTo>
                  <a:lnTo>
                    <a:pt x="393789" y="1614683"/>
                  </a:lnTo>
                  <a:lnTo>
                    <a:pt x="393286" y="1613787"/>
                  </a:lnTo>
                  <a:lnTo>
                    <a:pt x="392823" y="1612872"/>
                  </a:lnTo>
                  <a:lnTo>
                    <a:pt x="392400" y="1611937"/>
                  </a:lnTo>
                  <a:lnTo>
                    <a:pt x="392011" y="1610976"/>
                  </a:lnTo>
                  <a:lnTo>
                    <a:pt x="391650" y="1610009"/>
                  </a:lnTo>
                  <a:lnTo>
                    <a:pt x="391316" y="1609037"/>
                  </a:lnTo>
                  <a:lnTo>
                    <a:pt x="391011" y="1608059"/>
                  </a:lnTo>
                  <a:lnTo>
                    <a:pt x="390733" y="1607075"/>
                  </a:lnTo>
                  <a:lnTo>
                    <a:pt x="390483" y="1606086"/>
                  </a:lnTo>
                  <a:lnTo>
                    <a:pt x="390261" y="1605092"/>
                  </a:lnTo>
                  <a:lnTo>
                    <a:pt x="390066" y="1604092"/>
                  </a:lnTo>
                  <a:lnTo>
                    <a:pt x="389899" y="1603086"/>
                  </a:lnTo>
                  <a:lnTo>
                    <a:pt x="389761" y="1602075"/>
                  </a:lnTo>
                  <a:lnTo>
                    <a:pt x="402679" y="1600894"/>
                  </a:lnTo>
                  <a:lnTo>
                    <a:pt x="402799" y="1601665"/>
                  </a:lnTo>
                  <a:lnTo>
                    <a:pt x="402937" y="1602422"/>
                  </a:lnTo>
                  <a:lnTo>
                    <a:pt x="403093" y="1603165"/>
                  </a:lnTo>
                  <a:lnTo>
                    <a:pt x="403268" y="1603894"/>
                  </a:lnTo>
                  <a:lnTo>
                    <a:pt x="403460" y="1604610"/>
                  </a:lnTo>
                  <a:lnTo>
                    <a:pt x="403671" y="1605311"/>
                  </a:lnTo>
                  <a:lnTo>
                    <a:pt x="403899" y="1605999"/>
                  </a:lnTo>
                  <a:lnTo>
                    <a:pt x="404146" y="1606673"/>
                  </a:lnTo>
                  <a:lnTo>
                    <a:pt x="404410" y="1607332"/>
                  </a:lnTo>
                  <a:lnTo>
                    <a:pt x="404693" y="1607978"/>
                  </a:lnTo>
                  <a:lnTo>
                    <a:pt x="405009" y="1608608"/>
                  </a:lnTo>
                  <a:lnTo>
                    <a:pt x="405346" y="1609220"/>
                  </a:lnTo>
                  <a:lnTo>
                    <a:pt x="405703" y="1609814"/>
                  </a:lnTo>
                  <a:lnTo>
                    <a:pt x="406082" y="1610390"/>
                  </a:lnTo>
                  <a:lnTo>
                    <a:pt x="406481" y="1610947"/>
                  </a:lnTo>
                  <a:lnTo>
                    <a:pt x="406902" y="1611487"/>
                  </a:lnTo>
                  <a:lnTo>
                    <a:pt x="407343" y="1612009"/>
                  </a:lnTo>
                  <a:lnTo>
                    <a:pt x="407804" y="1612512"/>
                  </a:lnTo>
                  <a:lnTo>
                    <a:pt x="408287" y="1612998"/>
                  </a:lnTo>
                  <a:lnTo>
                    <a:pt x="408791" y="1613465"/>
                  </a:lnTo>
                  <a:lnTo>
                    <a:pt x="409316" y="1613913"/>
                  </a:lnTo>
                  <a:lnTo>
                    <a:pt x="409866" y="1614340"/>
                  </a:lnTo>
                  <a:lnTo>
                    <a:pt x="410439" y="1614746"/>
                  </a:lnTo>
                  <a:lnTo>
                    <a:pt x="411035" y="1615132"/>
                  </a:lnTo>
                  <a:lnTo>
                    <a:pt x="411656" y="1615497"/>
                  </a:lnTo>
                  <a:lnTo>
                    <a:pt x="412299" y="1615840"/>
                  </a:lnTo>
                  <a:lnTo>
                    <a:pt x="412967" y="1616163"/>
                  </a:lnTo>
                  <a:lnTo>
                    <a:pt x="413658" y="1616465"/>
                  </a:lnTo>
                  <a:lnTo>
                    <a:pt x="414373" y="1616747"/>
                  </a:lnTo>
                  <a:lnTo>
                    <a:pt x="415111" y="1617007"/>
                  </a:lnTo>
                  <a:lnTo>
                    <a:pt x="415875" y="1617245"/>
                  </a:lnTo>
                  <a:lnTo>
                    <a:pt x="416667" y="1617457"/>
                  </a:lnTo>
                  <a:lnTo>
                    <a:pt x="417486" y="1617645"/>
                  </a:lnTo>
                  <a:lnTo>
                    <a:pt x="418334" y="1617807"/>
                  </a:lnTo>
                  <a:lnTo>
                    <a:pt x="419209" y="1617945"/>
                  </a:lnTo>
                  <a:lnTo>
                    <a:pt x="420112" y="1618057"/>
                  </a:lnTo>
                  <a:lnTo>
                    <a:pt x="421042" y="1618145"/>
                  </a:lnTo>
                  <a:lnTo>
                    <a:pt x="422001" y="1618207"/>
                  </a:lnTo>
                  <a:lnTo>
                    <a:pt x="422987" y="1618245"/>
                  </a:lnTo>
                  <a:lnTo>
                    <a:pt x="424001" y="1618257"/>
                  </a:lnTo>
                  <a:lnTo>
                    <a:pt x="425849" y="1618211"/>
                  </a:lnTo>
                  <a:lnTo>
                    <a:pt x="427615" y="1618071"/>
                  </a:lnTo>
                  <a:lnTo>
                    <a:pt x="429299" y="1617839"/>
                  </a:lnTo>
                  <a:lnTo>
                    <a:pt x="430902" y="1617513"/>
                  </a:lnTo>
                  <a:lnTo>
                    <a:pt x="432422" y="1617094"/>
                  </a:lnTo>
                  <a:lnTo>
                    <a:pt x="433860" y="1616582"/>
                  </a:lnTo>
                  <a:lnTo>
                    <a:pt x="435217" y="1615977"/>
                  </a:lnTo>
                  <a:lnTo>
                    <a:pt x="436491" y="1615279"/>
                  </a:lnTo>
                  <a:lnTo>
                    <a:pt x="437684" y="1614488"/>
                  </a:lnTo>
                  <a:lnTo>
                    <a:pt x="438794" y="1613604"/>
                  </a:lnTo>
                  <a:lnTo>
                    <a:pt x="439824" y="1612628"/>
                  </a:lnTo>
                  <a:lnTo>
                    <a:pt x="440745" y="1611562"/>
                  </a:lnTo>
                  <a:lnTo>
                    <a:pt x="441557" y="1610406"/>
                  </a:lnTo>
                  <a:lnTo>
                    <a:pt x="442262" y="1609159"/>
                  </a:lnTo>
                  <a:lnTo>
                    <a:pt x="442857" y="1607822"/>
                  </a:lnTo>
                  <a:lnTo>
                    <a:pt x="443345" y="1606395"/>
                  </a:lnTo>
                  <a:lnTo>
                    <a:pt x="443724" y="1604877"/>
                  </a:lnTo>
                  <a:lnTo>
                    <a:pt x="443995" y="1603269"/>
                  </a:lnTo>
                  <a:lnTo>
                    <a:pt x="444158" y="1601571"/>
                  </a:lnTo>
                  <a:lnTo>
                    <a:pt x="444212" y="1599783"/>
                  </a:lnTo>
                  <a:lnTo>
                    <a:pt x="444187" y="1598721"/>
                  </a:lnTo>
                  <a:lnTo>
                    <a:pt x="444115" y="1597702"/>
                  </a:lnTo>
                  <a:lnTo>
                    <a:pt x="443993" y="1596726"/>
                  </a:lnTo>
                  <a:lnTo>
                    <a:pt x="443823" y="1595793"/>
                  </a:lnTo>
                  <a:lnTo>
                    <a:pt x="443604" y="1594904"/>
                  </a:lnTo>
                  <a:lnTo>
                    <a:pt x="443337" y="1594057"/>
                  </a:lnTo>
                  <a:lnTo>
                    <a:pt x="443021" y="1593253"/>
                  </a:lnTo>
                  <a:lnTo>
                    <a:pt x="442656" y="1592493"/>
                  </a:lnTo>
                  <a:lnTo>
                    <a:pt x="442243" y="1591776"/>
                  </a:lnTo>
                  <a:lnTo>
                    <a:pt x="441781" y="1591101"/>
                  </a:lnTo>
                  <a:lnTo>
                    <a:pt x="441296" y="1590450"/>
                  </a:lnTo>
                  <a:lnTo>
                    <a:pt x="440786" y="1589829"/>
                  </a:lnTo>
                  <a:lnTo>
                    <a:pt x="440252" y="1589238"/>
                  </a:lnTo>
                  <a:lnTo>
                    <a:pt x="439692" y="1588679"/>
                  </a:lnTo>
                  <a:lnTo>
                    <a:pt x="439107" y="1588149"/>
                  </a:lnTo>
                  <a:lnTo>
                    <a:pt x="438497" y="1587651"/>
                  </a:lnTo>
                  <a:lnTo>
                    <a:pt x="437862" y="1587183"/>
                  </a:lnTo>
                  <a:lnTo>
                    <a:pt x="437203" y="1586745"/>
                  </a:lnTo>
                  <a:lnTo>
                    <a:pt x="436518" y="1586338"/>
                  </a:lnTo>
                  <a:lnTo>
                    <a:pt x="435808" y="1585962"/>
                  </a:lnTo>
                  <a:lnTo>
                    <a:pt x="435093" y="1585599"/>
                  </a:lnTo>
                  <a:lnTo>
                    <a:pt x="434363" y="1585262"/>
                  </a:lnTo>
                  <a:lnTo>
                    <a:pt x="433620" y="1584949"/>
                  </a:lnTo>
                  <a:lnTo>
                    <a:pt x="432863" y="1584661"/>
                  </a:lnTo>
                  <a:lnTo>
                    <a:pt x="432092" y="1584399"/>
                  </a:lnTo>
                  <a:lnTo>
                    <a:pt x="431307" y="1584161"/>
                  </a:lnTo>
                  <a:lnTo>
                    <a:pt x="430509" y="1583949"/>
                  </a:lnTo>
                  <a:lnTo>
                    <a:pt x="429696" y="1583761"/>
                  </a:lnTo>
                  <a:lnTo>
                    <a:pt x="428870" y="1583599"/>
                  </a:lnTo>
                  <a:lnTo>
                    <a:pt x="428029" y="1583461"/>
                  </a:lnTo>
                  <a:lnTo>
                    <a:pt x="427202" y="1583343"/>
                  </a:lnTo>
                  <a:lnTo>
                    <a:pt x="426387" y="1583236"/>
                  </a:lnTo>
                  <a:lnTo>
                    <a:pt x="425585" y="1583143"/>
                  </a:lnTo>
                  <a:lnTo>
                    <a:pt x="424795" y="1583061"/>
                  </a:lnTo>
                  <a:lnTo>
                    <a:pt x="424018" y="1582992"/>
                  </a:lnTo>
                  <a:lnTo>
                    <a:pt x="423254" y="1582936"/>
                  </a:lnTo>
                  <a:lnTo>
                    <a:pt x="422501" y="1582892"/>
                  </a:lnTo>
                  <a:lnTo>
                    <a:pt x="421762" y="1582861"/>
                  </a:lnTo>
                  <a:lnTo>
                    <a:pt x="421035" y="1582842"/>
                  </a:lnTo>
                  <a:lnTo>
                    <a:pt x="420320" y="1582836"/>
                  </a:lnTo>
                  <a:lnTo>
                    <a:pt x="413236" y="1582836"/>
                  </a:lnTo>
                  <a:lnTo>
                    <a:pt x="413236" y="1572002"/>
                  </a:lnTo>
                  <a:lnTo>
                    <a:pt x="420042" y="1572002"/>
                  </a:lnTo>
                  <a:lnTo>
                    <a:pt x="420753" y="1571995"/>
                  </a:lnTo>
                  <a:lnTo>
                    <a:pt x="421470" y="1571974"/>
                  </a:lnTo>
                  <a:lnTo>
                    <a:pt x="422192" y="1571939"/>
                  </a:lnTo>
                  <a:lnTo>
                    <a:pt x="422920" y="1571890"/>
                  </a:lnTo>
                  <a:lnTo>
                    <a:pt x="423654" y="1571828"/>
                  </a:lnTo>
                  <a:lnTo>
                    <a:pt x="424393" y="1571752"/>
                  </a:lnTo>
                  <a:lnTo>
                    <a:pt x="425137" y="1571661"/>
                  </a:lnTo>
                  <a:lnTo>
                    <a:pt x="425887" y="1571557"/>
                  </a:lnTo>
                  <a:lnTo>
                    <a:pt x="426643" y="1571439"/>
                  </a:lnTo>
                  <a:lnTo>
                    <a:pt x="427404" y="1571307"/>
                  </a:lnTo>
                  <a:lnTo>
                    <a:pt x="428161" y="1571143"/>
                  </a:lnTo>
                  <a:lnTo>
                    <a:pt x="428904" y="1570957"/>
                  </a:lnTo>
                  <a:lnTo>
                    <a:pt x="429634" y="1570749"/>
                  </a:lnTo>
                  <a:lnTo>
                    <a:pt x="430349" y="1570518"/>
                  </a:lnTo>
                  <a:lnTo>
                    <a:pt x="431050" y="1570265"/>
                  </a:lnTo>
                  <a:lnTo>
                    <a:pt x="431738" y="1569990"/>
                  </a:lnTo>
                  <a:lnTo>
                    <a:pt x="432412" y="1569693"/>
                  </a:lnTo>
                  <a:lnTo>
                    <a:pt x="433071" y="1569373"/>
                  </a:lnTo>
                  <a:lnTo>
                    <a:pt x="433717" y="1569032"/>
                  </a:lnTo>
                  <a:lnTo>
                    <a:pt x="434349" y="1568668"/>
                  </a:lnTo>
                  <a:lnTo>
                    <a:pt x="434977" y="1568266"/>
                  </a:lnTo>
                  <a:lnTo>
                    <a:pt x="435580" y="1567837"/>
                  </a:lnTo>
                  <a:lnTo>
                    <a:pt x="436160" y="1567382"/>
                  </a:lnTo>
                  <a:lnTo>
                    <a:pt x="436716" y="1566901"/>
                  </a:lnTo>
                  <a:lnTo>
                    <a:pt x="437249" y="1566393"/>
                  </a:lnTo>
                  <a:lnTo>
                    <a:pt x="437758" y="1565859"/>
                  </a:lnTo>
                  <a:lnTo>
                    <a:pt x="438244" y="1565299"/>
                  </a:lnTo>
                  <a:lnTo>
                    <a:pt x="438706" y="1564712"/>
                  </a:lnTo>
                  <a:lnTo>
                    <a:pt x="439144" y="1564098"/>
                  </a:lnTo>
                  <a:lnTo>
                    <a:pt x="439558" y="1563459"/>
                  </a:lnTo>
                  <a:lnTo>
                    <a:pt x="439954" y="1562788"/>
                  </a:lnTo>
                  <a:lnTo>
                    <a:pt x="440309" y="1562081"/>
                  </a:lnTo>
                  <a:lnTo>
                    <a:pt x="440621" y="1561338"/>
                  </a:lnTo>
                  <a:lnTo>
                    <a:pt x="440892" y="1560558"/>
                  </a:lnTo>
                  <a:lnTo>
                    <a:pt x="441121" y="1559743"/>
                  </a:lnTo>
                  <a:lnTo>
                    <a:pt x="441309" y="1558892"/>
                  </a:lnTo>
                  <a:lnTo>
                    <a:pt x="441454" y="1558004"/>
                  </a:lnTo>
                  <a:lnTo>
                    <a:pt x="441559" y="1557080"/>
                  </a:lnTo>
                  <a:lnTo>
                    <a:pt x="441621" y="1556120"/>
                  </a:lnTo>
                  <a:lnTo>
                    <a:pt x="441642" y="1555124"/>
                  </a:lnTo>
                  <a:lnTo>
                    <a:pt x="441595" y="1553588"/>
                  </a:lnTo>
                  <a:lnTo>
                    <a:pt x="441456" y="1552118"/>
                  </a:lnTo>
                  <a:lnTo>
                    <a:pt x="441223" y="1550716"/>
                  </a:lnTo>
                  <a:lnTo>
                    <a:pt x="440897" y="1549379"/>
                  </a:lnTo>
                  <a:lnTo>
                    <a:pt x="440479" y="1548110"/>
                  </a:lnTo>
                  <a:lnTo>
                    <a:pt x="439967" y="1546907"/>
                  </a:lnTo>
                  <a:lnTo>
                    <a:pt x="439362" y="1545770"/>
                  </a:lnTo>
                  <a:lnTo>
                    <a:pt x="438664" y="1544701"/>
                  </a:lnTo>
                  <a:lnTo>
                    <a:pt x="437873" y="1543698"/>
                  </a:lnTo>
                  <a:lnTo>
                    <a:pt x="436989" y="1542762"/>
                  </a:lnTo>
                  <a:lnTo>
                    <a:pt x="436027" y="1541891"/>
                  </a:lnTo>
                  <a:lnTo>
                    <a:pt x="434975" y="1541112"/>
                  </a:lnTo>
                  <a:lnTo>
                    <a:pt x="433832" y="1540424"/>
                  </a:lnTo>
                  <a:lnTo>
                    <a:pt x="432599" y="1539828"/>
                  </a:lnTo>
                  <a:lnTo>
                    <a:pt x="431276" y="1539324"/>
                  </a:lnTo>
                  <a:lnTo>
                    <a:pt x="429863" y="1538911"/>
                  </a:lnTo>
                  <a:lnTo>
                    <a:pt x="428359" y="1538590"/>
                  </a:lnTo>
                  <a:lnTo>
                    <a:pt x="426765" y="1538361"/>
                  </a:lnTo>
                  <a:lnTo>
                    <a:pt x="425081" y="1538224"/>
                  </a:lnTo>
                  <a:lnTo>
                    <a:pt x="423306" y="1538178"/>
                  </a:lnTo>
                  <a:lnTo>
                    <a:pt x="421685" y="1538220"/>
                  </a:lnTo>
                  <a:lnTo>
                    <a:pt x="420125" y="1538347"/>
                  </a:lnTo>
                  <a:lnTo>
                    <a:pt x="418629" y="1538559"/>
                  </a:lnTo>
                  <a:lnTo>
                    <a:pt x="417195" y="1538856"/>
                  </a:lnTo>
                  <a:lnTo>
                    <a:pt x="415823" y="1539237"/>
                  </a:lnTo>
                  <a:lnTo>
                    <a:pt x="414514" y="1539703"/>
                  </a:lnTo>
                  <a:lnTo>
                    <a:pt x="413267" y="1540254"/>
                  </a:lnTo>
                  <a:lnTo>
                    <a:pt x="412083" y="1540889"/>
                  </a:lnTo>
                  <a:lnTo>
                    <a:pt x="410961" y="1541610"/>
                  </a:lnTo>
                  <a:lnTo>
                    <a:pt x="409902" y="1542414"/>
                  </a:lnTo>
                  <a:lnTo>
                    <a:pt x="408930" y="1543297"/>
                  </a:lnTo>
                  <a:lnTo>
                    <a:pt x="408043" y="1544248"/>
                  </a:lnTo>
                  <a:lnTo>
                    <a:pt x="407241" y="1545269"/>
                  </a:lnTo>
                  <a:lnTo>
                    <a:pt x="406524" y="1546359"/>
                  </a:lnTo>
                  <a:lnTo>
                    <a:pt x="405891" y="1547519"/>
                  </a:lnTo>
                  <a:lnTo>
                    <a:pt x="405343" y="1548749"/>
                  </a:lnTo>
                  <a:lnTo>
                    <a:pt x="404880" y="1550047"/>
                  </a:lnTo>
                  <a:lnTo>
                    <a:pt x="404501" y="1551416"/>
                  </a:lnTo>
                  <a:lnTo>
                    <a:pt x="404207" y="1552853"/>
                  </a:lnTo>
                  <a:lnTo>
                    <a:pt x="403998" y="1554360"/>
                  </a:lnTo>
                  <a:lnTo>
                    <a:pt x="391427" y="1553388"/>
                  </a:lnTo>
                  <a:lnTo>
                    <a:pt x="391600" y="1552113"/>
                  </a:lnTo>
                  <a:lnTo>
                    <a:pt x="391814" y="1550871"/>
                  </a:lnTo>
                  <a:lnTo>
                    <a:pt x="392067" y="1549663"/>
                  </a:lnTo>
                  <a:lnTo>
                    <a:pt x="392361" y="1548487"/>
                  </a:lnTo>
                  <a:lnTo>
                    <a:pt x="392695" y="1547346"/>
                  </a:lnTo>
                  <a:lnTo>
                    <a:pt x="393069" y="1546237"/>
                  </a:lnTo>
                  <a:lnTo>
                    <a:pt x="393484" y="1545162"/>
                  </a:lnTo>
                  <a:lnTo>
                    <a:pt x="393939" y="1544120"/>
                  </a:lnTo>
                  <a:lnTo>
                    <a:pt x="394434" y="1543112"/>
                  </a:lnTo>
                  <a:lnTo>
                    <a:pt x="394970" y="1542137"/>
                  </a:lnTo>
                  <a:lnTo>
                    <a:pt x="395540" y="1541195"/>
                  </a:lnTo>
                  <a:lnTo>
                    <a:pt x="396139" y="1540286"/>
                  </a:lnTo>
                  <a:lnTo>
                    <a:pt x="396768" y="1539411"/>
                  </a:lnTo>
                  <a:lnTo>
                    <a:pt x="397425" y="1538570"/>
                  </a:lnTo>
                  <a:lnTo>
                    <a:pt x="398112" y="1537761"/>
                  </a:lnTo>
                  <a:lnTo>
                    <a:pt x="398828" y="1536986"/>
                  </a:lnTo>
                  <a:lnTo>
                    <a:pt x="399574" y="1536244"/>
                  </a:lnTo>
                  <a:lnTo>
                    <a:pt x="400348" y="1535536"/>
                  </a:lnTo>
                  <a:lnTo>
                    <a:pt x="401152" y="1534861"/>
                  </a:lnTo>
                  <a:lnTo>
                    <a:pt x="401984" y="1534219"/>
                  </a:lnTo>
                  <a:lnTo>
                    <a:pt x="402857" y="1533597"/>
                  </a:lnTo>
                  <a:lnTo>
                    <a:pt x="403754" y="1533008"/>
                  </a:lnTo>
                  <a:lnTo>
                    <a:pt x="404674" y="1532452"/>
                  </a:lnTo>
                  <a:lnTo>
                    <a:pt x="405618" y="1531930"/>
                  </a:lnTo>
                  <a:lnTo>
                    <a:pt x="406586" y="1531441"/>
                  </a:lnTo>
                  <a:lnTo>
                    <a:pt x="407577" y="1530985"/>
                  </a:lnTo>
                  <a:lnTo>
                    <a:pt x="408591" y="1530563"/>
                  </a:lnTo>
                  <a:lnTo>
                    <a:pt x="409630" y="1530174"/>
                  </a:lnTo>
                  <a:lnTo>
                    <a:pt x="410692" y="1529818"/>
                  </a:lnTo>
                  <a:lnTo>
                    <a:pt x="411777" y="1529496"/>
                  </a:lnTo>
                  <a:lnTo>
                    <a:pt x="412881" y="1529193"/>
                  </a:lnTo>
                  <a:lnTo>
                    <a:pt x="414000" y="1528921"/>
                  </a:lnTo>
                  <a:lnTo>
                    <a:pt x="415132" y="1528682"/>
                  </a:lnTo>
                  <a:lnTo>
                    <a:pt x="416278" y="1528474"/>
                  </a:lnTo>
                  <a:lnTo>
                    <a:pt x="417438" y="1528298"/>
                  </a:lnTo>
                  <a:lnTo>
                    <a:pt x="418611" y="1528154"/>
                  </a:lnTo>
                  <a:lnTo>
                    <a:pt x="419799" y="1528043"/>
                  </a:lnTo>
                  <a:lnTo>
                    <a:pt x="421001" y="1527963"/>
                  </a:lnTo>
                  <a:lnTo>
                    <a:pt x="422216" y="1527915"/>
                  </a:lnTo>
                  <a:lnTo>
                    <a:pt x="423445" y="1527899"/>
                  </a:lnTo>
                  <a:lnTo>
                    <a:pt x="425061" y="1527920"/>
                  </a:lnTo>
                  <a:lnTo>
                    <a:pt x="426632" y="1527982"/>
                  </a:lnTo>
                  <a:lnTo>
                    <a:pt x="428156" y="1528086"/>
                  </a:lnTo>
                  <a:lnTo>
                    <a:pt x="429635" y="1528232"/>
                  </a:lnTo>
                  <a:lnTo>
                    <a:pt x="431068" y="1528420"/>
                  </a:lnTo>
                  <a:lnTo>
                    <a:pt x="432455" y="1528649"/>
                  </a:lnTo>
                  <a:lnTo>
                    <a:pt x="433796" y="1528920"/>
                  </a:lnTo>
                  <a:lnTo>
                    <a:pt x="435091" y="1529232"/>
                  </a:lnTo>
                  <a:lnTo>
                    <a:pt x="436341" y="1529587"/>
                  </a:lnTo>
                  <a:lnTo>
                    <a:pt x="437544" y="1529982"/>
                  </a:lnTo>
                  <a:lnTo>
                    <a:pt x="438703" y="1530400"/>
                  </a:lnTo>
                  <a:lnTo>
                    <a:pt x="439820" y="1530849"/>
                  </a:lnTo>
                  <a:lnTo>
                    <a:pt x="440893" y="1531328"/>
                  </a:lnTo>
                  <a:lnTo>
                    <a:pt x="441923" y="1531838"/>
                  </a:lnTo>
                  <a:lnTo>
                    <a:pt x="442910" y="1532379"/>
                  </a:lnTo>
                  <a:lnTo>
                    <a:pt x="443853" y="1532949"/>
                  </a:lnTo>
                  <a:lnTo>
                    <a:pt x="444754" y="1533551"/>
                  </a:lnTo>
                  <a:lnTo>
                    <a:pt x="445612" y="1534183"/>
                  </a:lnTo>
                  <a:lnTo>
                    <a:pt x="446427" y="1534845"/>
                  </a:lnTo>
                  <a:lnTo>
                    <a:pt x="447198" y="1535539"/>
                  </a:lnTo>
                  <a:lnTo>
                    <a:pt x="447928" y="1536246"/>
                  </a:lnTo>
                  <a:lnTo>
                    <a:pt x="448618" y="1536978"/>
                  </a:lnTo>
                  <a:lnTo>
                    <a:pt x="449267" y="1537735"/>
                  </a:lnTo>
                  <a:lnTo>
                    <a:pt x="449876" y="1538517"/>
                  </a:lnTo>
                  <a:lnTo>
                    <a:pt x="450445" y="1539324"/>
                  </a:lnTo>
                  <a:lnTo>
                    <a:pt x="450974" y="1540156"/>
                  </a:lnTo>
                  <a:lnTo>
                    <a:pt x="451462" y="1541013"/>
                  </a:lnTo>
                  <a:lnTo>
                    <a:pt x="451910" y="1541895"/>
                  </a:lnTo>
                  <a:lnTo>
                    <a:pt x="452318" y="1542802"/>
                  </a:lnTo>
                  <a:lnTo>
                    <a:pt x="452685" y="1543734"/>
                  </a:lnTo>
                  <a:lnTo>
                    <a:pt x="453028" y="1544685"/>
                  </a:lnTo>
                  <a:lnTo>
                    <a:pt x="453335" y="1545648"/>
                  </a:lnTo>
                  <a:lnTo>
                    <a:pt x="453606" y="1546624"/>
                  </a:lnTo>
                  <a:lnTo>
                    <a:pt x="453841" y="1547612"/>
                  </a:lnTo>
                  <a:lnTo>
                    <a:pt x="454039" y="1548613"/>
                  </a:lnTo>
                  <a:lnTo>
                    <a:pt x="454202" y="1549627"/>
                  </a:lnTo>
                  <a:lnTo>
                    <a:pt x="454328" y="1550652"/>
                  </a:lnTo>
                  <a:lnTo>
                    <a:pt x="454419" y="1551691"/>
                  </a:lnTo>
                  <a:lnTo>
                    <a:pt x="454473" y="1552741"/>
                  </a:lnTo>
                  <a:lnTo>
                    <a:pt x="454491" y="1553805"/>
                  </a:lnTo>
                  <a:lnTo>
                    <a:pt x="454479" y="1554660"/>
                  </a:lnTo>
                  <a:lnTo>
                    <a:pt x="454444" y="1555505"/>
                  </a:lnTo>
                  <a:lnTo>
                    <a:pt x="454385" y="1556338"/>
                  </a:lnTo>
                  <a:lnTo>
                    <a:pt x="454302" y="1557161"/>
                  </a:lnTo>
                  <a:lnTo>
                    <a:pt x="454196" y="1557972"/>
                  </a:lnTo>
                  <a:lnTo>
                    <a:pt x="454066" y="1558772"/>
                  </a:lnTo>
                  <a:lnTo>
                    <a:pt x="453912" y="1559561"/>
                  </a:lnTo>
                  <a:lnTo>
                    <a:pt x="453735" y="1560339"/>
                  </a:lnTo>
                  <a:lnTo>
                    <a:pt x="453534" y="1561106"/>
                  </a:lnTo>
                  <a:lnTo>
                    <a:pt x="453310" y="1561861"/>
                  </a:lnTo>
                  <a:lnTo>
                    <a:pt x="453061" y="1562604"/>
                  </a:lnTo>
                  <a:lnTo>
                    <a:pt x="452785" y="1563331"/>
                  </a:lnTo>
                  <a:lnTo>
                    <a:pt x="452483" y="1564043"/>
                  </a:lnTo>
                  <a:lnTo>
                    <a:pt x="452154" y="1564740"/>
                  </a:lnTo>
                  <a:lnTo>
                    <a:pt x="451800" y="1565421"/>
                  </a:lnTo>
                  <a:lnTo>
                    <a:pt x="451418" y="1566087"/>
                  </a:lnTo>
                  <a:lnTo>
                    <a:pt x="451011" y="1566738"/>
                  </a:lnTo>
                  <a:lnTo>
                    <a:pt x="450576" y="1567373"/>
                  </a:lnTo>
                  <a:lnTo>
                    <a:pt x="450116" y="1567993"/>
                  </a:lnTo>
                  <a:lnTo>
                    <a:pt x="449629" y="1568598"/>
                  </a:lnTo>
                  <a:lnTo>
                    <a:pt x="449115" y="1569187"/>
                  </a:lnTo>
                  <a:lnTo>
                    <a:pt x="448573" y="1569760"/>
                  </a:lnTo>
                  <a:lnTo>
                    <a:pt x="448004" y="1570315"/>
                  </a:lnTo>
                  <a:lnTo>
                    <a:pt x="447407" y="1570854"/>
                  </a:lnTo>
                  <a:lnTo>
                    <a:pt x="446782" y="1571376"/>
                  </a:lnTo>
                  <a:lnTo>
                    <a:pt x="446129" y="1571882"/>
                  </a:lnTo>
                  <a:lnTo>
                    <a:pt x="445448" y="1572371"/>
                  </a:lnTo>
                  <a:lnTo>
                    <a:pt x="444740" y="1572843"/>
                  </a:lnTo>
                  <a:lnTo>
                    <a:pt x="444003" y="1573299"/>
                  </a:lnTo>
                  <a:lnTo>
                    <a:pt x="443239" y="1573738"/>
                  </a:lnTo>
                  <a:lnTo>
                    <a:pt x="442459" y="1574158"/>
                  </a:lnTo>
                  <a:lnTo>
                    <a:pt x="441648" y="1574557"/>
                  </a:lnTo>
                  <a:lnTo>
                    <a:pt x="440804" y="1574936"/>
                  </a:lnTo>
                  <a:lnTo>
                    <a:pt x="439928" y="1575294"/>
                  </a:lnTo>
                  <a:lnTo>
                    <a:pt x="439020" y="1575630"/>
                  </a:lnTo>
                  <a:lnTo>
                    <a:pt x="438080" y="1575946"/>
                  </a:lnTo>
                  <a:lnTo>
                    <a:pt x="437109" y="1576242"/>
                  </a:lnTo>
                  <a:lnTo>
                    <a:pt x="436105" y="1576516"/>
                  </a:lnTo>
                  <a:lnTo>
                    <a:pt x="435070" y="1576769"/>
                  </a:lnTo>
                  <a:lnTo>
                    <a:pt x="434002" y="1577002"/>
                  </a:lnTo>
                  <a:lnTo>
                    <a:pt x="434002" y="1577280"/>
                  </a:lnTo>
                  <a:lnTo>
                    <a:pt x="435168" y="1577420"/>
                  </a:lnTo>
                  <a:lnTo>
                    <a:pt x="436302" y="1577588"/>
                  </a:lnTo>
                  <a:lnTo>
                    <a:pt x="437407" y="1577786"/>
                  </a:lnTo>
                  <a:lnTo>
                    <a:pt x="438480" y="1578013"/>
                  </a:lnTo>
                  <a:lnTo>
                    <a:pt x="439524" y="1578270"/>
                  </a:lnTo>
                  <a:lnTo>
                    <a:pt x="440536" y="1578555"/>
                  </a:lnTo>
                  <a:lnTo>
                    <a:pt x="441518" y="1578870"/>
                  </a:lnTo>
                  <a:lnTo>
                    <a:pt x="442470" y="1579214"/>
                  </a:lnTo>
                  <a:lnTo>
                    <a:pt x="443391" y="1579587"/>
                  </a:lnTo>
                  <a:lnTo>
                    <a:pt x="444281" y="1579989"/>
                  </a:lnTo>
                  <a:lnTo>
                    <a:pt x="445141" y="1580402"/>
                  </a:lnTo>
                  <a:lnTo>
                    <a:pt x="445970" y="1580836"/>
                  </a:lnTo>
                  <a:lnTo>
                    <a:pt x="446769" y="1581291"/>
                  </a:lnTo>
                  <a:lnTo>
                    <a:pt x="447537" y="1581767"/>
                  </a:lnTo>
                  <a:lnTo>
                    <a:pt x="448275" y="1582263"/>
                  </a:lnTo>
                  <a:lnTo>
                    <a:pt x="448982" y="1582781"/>
                  </a:lnTo>
                  <a:lnTo>
                    <a:pt x="449658" y="1583319"/>
                  </a:lnTo>
                  <a:lnTo>
                    <a:pt x="450304" y="1583878"/>
                  </a:lnTo>
                  <a:lnTo>
                    <a:pt x="450920" y="1584458"/>
                  </a:lnTo>
                  <a:lnTo>
                    <a:pt x="451504" y="1585059"/>
                  </a:lnTo>
                  <a:lnTo>
                    <a:pt x="452059" y="1585678"/>
                  </a:lnTo>
                  <a:lnTo>
                    <a:pt x="452585" y="1586314"/>
                  </a:lnTo>
                  <a:lnTo>
                    <a:pt x="453082" y="1586967"/>
                  </a:lnTo>
                  <a:lnTo>
                    <a:pt x="453549" y="1587637"/>
                  </a:lnTo>
                  <a:lnTo>
                    <a:pt x="453987" y="1588323"/>
                  </a:lnTo>
                  <a:lnTo>
                    <a:pt x="454396" y="1589026"/>
                  </a:lnTo>
                  <a:lnTo>
                    <a:pt x="454776" y="1589745"/>
                  </a:lnTo>
                  <a:lnTo>
                    <a:pt x="455127" y="1590482"/>
                  </a:lnTo>
                  <a:lnTo>
                    <a:pt x="455449" y="1591234"/>
                  </a:lnTo>
                  <a:lnTo>
                    <a:pt x="455741" y="1592004"/>
                  </a:lnTo>
                  <a:lnTo>
                    <a:pt x="456018" y="1592786"/>
                  </a:lnTo>
                  <a:lnTo>
                    <a:pt x="456266" y="1593576"/>
                  </a:lnTo>
                  <a:lnTo>
                    <a:pt x="456485" y="1594375"/>
                  </a:lnTo>
                  <a:lnTo>
                    <a:pt x="456674" y="1595182"/>
                  </a:lnTo>
                  <a:lnTo>
                    <a:pt x="456835" y="1595998"/>
                  </a:lnTo>
                  <a:lnTo>
                    <a:pt x="456966" y="1596821"/>
                  </a:lnTo>
                  <a:lnTo>
                    <a:pt x="457068" y="1597653"/>
                  </a:lnTo>
                  <a:lnTo>
                    <a:pt x="457141" y="1598494"/>
                  </a:lnTo>
                  <a:lnTo>
                    <a:pt x="457185" y="1599342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h37"/>
            <p:cNvSpPr/>
            <p:nvPr/>
          </p:nvSpPr>
          <p:spPr>
            <a:xfrm>
              <a:off x="444731" y="1669783"/>
              <a:ext cx="457199" cy="1650553"/>
            </a:xfrm>
            <a:custGeom>
              <a:avLst/>
              <a:pathLst>
                <a:path w="457199" h="1650553">
                  <a:moveTo>
                    <a:pt x="457199" y="1600199"/>
                  </a:moveTo>
                  <a:lnTo>
                    <a:pt x="457172" y="1602975"/>
                  </a:lnTo>
                  <a:lnTo>
                    <a:pt x="457091" y="1605661"/>
                  </a:lnTo>
                  <a:lnTo>
                    <a:pt x="456956" y="1608259"/>
                  </a:lnTo>
                  <a:lnTo>
                    <a:pt x="456766" y="1610767"/>
                  </a:lnTo>
                  <a:lnTo>
                    <a:pt x="456522" y="1613187"/>
                  </a:lnTo>
                  <a:lnTo>
                    <a:pt x="456224" y="1615518"/>
                  </a:lnTo>
                  <a:lnTo>
                    <a:pt x="455872" y="1617760"/>
                  </a:lnTo>
                  <a:lnTo>
                    <a:pt x="455466" y="1619913"/>
                  </a:lnTo>
                  <a:lnTo>
                    <a:pt x="455005" y="1621977"/>
                  </a:lnTo>
                  <a:lnTo>
                    <a:pt x="454491" y="1623952"/>
                  </a:lnTo>
                  <a:lnTo>
                    <a:pt x="453943" y="1625833"/>
                  </a:lnTo>
                  <a:lnTo>
                    <a:pt x="453355" y="1627642"/>
                  </a:lnTo>
                  <a:lnTo>
                    <a:pt x="452726" y="1629378"/>
                  </a:lnTo>
                  <a:lnTo>
                    <a:pt x="452057" y="1631042"/>
                  </a:lnTo>
                  <a:lnTo>
                    <a:pt x="451348" y="1632634"/>
                  </a:lnTo>
                  <a:lnTo>
                    <a:pt x="450599" y="1634154"/>
                  </a:lnTo>
                  <a:lnTo>
                    <a:pt x="449809" y="1635601"/>
                  </a:lnTo>
                  <a:lnTo>
                    <a:pt x="448979" y="1636976"/>
                  </a:lnTo>
                  <a:lnTo>
                    <a:pt x="448109" y="1638279"/>
                  </a:lnTo>
                  <a:lnTo>
                    <a:pt x="447198" y="1639510"/>
                  </a:lnTo>
                  <a:lnTo>
                    <a:pt x="446265" y="1640657"/>
                  </a:lnTo>
                  <a:lnTo>
                    <a:pt x="445298" y="1641738"/>
                  </a:lnTo>
                  <a:lnTo>
                    <a:pt x="444298" y="1642752"/>
                  </a:lnTo>
                  <a:lnTo>
                    <a:pt x="443264" y="1643699"/>
                  </a:lnTo>
                  <a:lnTo>
                    <a:pt x="442198" y="1644580"/>
                  </a:lnTo>
                  <a:lnTo>
                    <a:pt x="441097" y="1645394"/>
                  </a:lnTo>
                  <a:lnTo>
                    <a:pt x="439964" y="1646141"/>
                  </a:lnTo>
                  <a:lnTo>
                    <a:pt x="438797" y="1646822"/>
                  </a:lnTo>
                  <a:lnTo>
                    <a:pt x="437597" y="1647436"/>
                  </a:lnTo>
                  <a:lnTo>
                    <a:pt x="436364" y="1647983"/>
                  </a:lnTo>
                  <a:lnTo>
                    <a:pt x="435105" y="1648472"/>
                  </a:lnTo>
                  <a:lnTo>
                    <a:pt x="433830" y="1648908"/>
                  </a:lnTo>
                  <a:lnTo>
                    <a:pt x="432538" y="1649294"/>
                  </a:lnTo>
                  <a:lnTo>
                    <a:pt x="431230" y="1649628"/>
                  </a:lnTo>
                  <a:lnTo>
                    <a:pt x="429904" y="1649911"/>
                  </a:lnTo>
                  <a:lnTo>
                    <a:pt x="428563" y="1650142"/>
                  </a:lnTo>
                  <a:lnTo>
                    <a:pt x="427204" y="1650322"/>
                  </a:lnTo>
                  <a:lnTo>
                    <a:pt x="425829" y="1650450"/>
                  </a:lnTo>
                  <a:lnTo>
                    <a:pt x="424437" y="1650527"/>
                  </a:lnTo>
                  <a:lnTo>
                    <a:pt x="423029" y="1650553"/>
                  </a:lnTo>
                  <a:lnTo>
                    <a:pt x="421608" y="1650527"/>
                  </a:lnTo>
                  <a:lnTo>
                    <a:pt x="420206" y="1650450"/>
                  </a:lnTo>
                  <a:lnTo>
                    <a:pt x="418824" y="1650322"/>
                  </a:lnTo>
                  <a:lnTo>
                    <a:pt x="417461" y="1650142"/>
                  </a:lnTo>
                  <a:lnTo>
                    <a:pt x="416118" y="1649911"/>
                  </a:lnTo>
                  <a:lnTo>
                    <a:pt x="414794" y="1649628"/>
                  </a:lnTo>
                  <a:lnTo>
                    <a:pt x="413490" y="1649294"/>
                  </a:lnTo>
                  <a:lnTo>
                    <a:pt x="412205" y="1648908"/>
                  </a:lnTo>
                  <a:lnTo>
                    <a:pt x="410940" y="1648472"/>
                  </a:lnTo>
                  <a:lnTo>
                    <a:pt x="409694" y="1647983"/>
                  </a:lnTo>
                  <a:lnTo>
                    <a:pt x="408473" y="1647436"/>
                  </a:lnTo>
                  <a:lnTo>
                    <a:pt x="407285" y="1646822"/>
                  </a:lnTo>
                  <a:lnTo>
                    <a:pt x="406129" y="1646141"/>
                  </a:lnTo>
                  <a:lnTo>
                    <a:pt x="405004" y="1645394"/>
                  </a:lnTo>
                  <a:lnTo>
                    <a:pt x="403912" y="1644580"/>
                  </a:lnTo>
                  <a:lnTo>
                    <a:pt x="402851" y="1643699"/>
                  </a:lnTo>
                  <a:lnTo>
                    <a:pt x="401822" y="1642752"/>
                  </a:lnTo>
                  <a:lnTo>
                    <a:pt x="400826" y="1641738"/>
                  </a:lnTo>
                  <a:lnTo>
                    <a:pt x="399861" y="1640657"/>
                  </a:lnTo>
                  <a:lnTo>
                    <a:pt x="398928" y="1639510"/>
                  </a:lnTo>
                  <a:lnTo>
                    <a:pt x="398044" y="1638292"/>
                  </a:lnTo>
                  <a:lnTo>
                    <a:pt x="397198" y="1637001"/>
                  </a:lnTo>
                  <a:lnTo>
                    <a:pt x="396388" y="1635637"/>
                  </a:lnTo>
                  <a:lnTo>
                    <a:pt x="395617" y="1634198"/>
                  </a:lnTo>
                  <a:lnTo>
                    <a:pt x="394883" y="1632686"/>
                  </a:lnTo>
                  <a:lnTo>
                    <a:pt x="394186" y="1631101"/>
                  </a:lnTo>
                  <a:lnTo>
                    <a:pt x="393527" y="1629441"/>
                  </a:lnTo>
                  <a:lnTo>
                    <a:pt x="392905" y="1627708"/>
                  </a:lnTo>
                  <a:lnTo>
                    <a:pt x="392321" y="1625902"/>
                  </a:lnTo>
                  <a:lnTo>
                    <a:pt x="391775" y="1624022"/>
                  </a:lnTo>
                  <a:lnTo>
                    <a:pt x="391286" y="1622046"/>
                  </a:lnTo>
                  <a:lnTo>
                    <a:pt x="390850" y="1619980"/>
                  </a:lnTo>
                  <a:lnTo>
                    <a:pt x="390464" y="1617823"/>
                  </a:lnTo>
                  <a:lnTo>
                    <a:pt x="390130" y="1615576"/>
                  </a:lnTo>
                  <a:lnTo>
                    <a:pt x="389847" y="1613239"/>
                  </a:lnTo>
                  <a:lnTo>
                    <a:pt x="389616" y="1610812"/>
                  </a:lnTo>
                  <a:lnTo>
                    <a:pt x="389436" y="1608294"/>
                  </a:lnTo>
                  <a:lnTo>
                    <a:pt x="389308" y="1605686"/>
                  </a:lnTo>
                  <a:lnTo>
                    <a:pt x="389231" y="1602988"/>
                  </a:lnTo>
                  <a:lnTo>
                    <a:pt x="389205" y="1600199"/>
                  </a:lnTo>
                  <a:lnTo>
                    <a:pt x="389231" y="1597292"/>
                  </a:lnTo>
                  <a:lnTo>
                    <a:pt x="389308" y="1594488"/>
                  </a:lnTo>
                  <a:lnTo>
                    <a:pt x="389436" y="1591786"/>
                  </a:lnTo>
                  <a:lnTo>
                    <a:pt x="389616" y="1589187"/>
                  </a:lnTo>
                  <a:lnTo>
                    <a:pt x="389847" y="1586691"/>
                  </a:lnTo>
                  <a:lnTo>
                    <a:pt x="390130" y="1584298"/>
                  </a:lnTo>
                  <a:lnTo>
                    <a:pt x="390464" y="1582007"/>
                  </a:lnTo>
                  <a:lnTo>
                    <a:pt x="390850" y="1579819"/>
                  </a:lnTo>
                  <a:lnTo>
                    <a:pt x="391286" y="1577734"/>
                  </a:lnTo>
                  <a:lnTo>
                    <a:pt x="391775" y="1575752"/>
                  </a:lnTo>
                  <a:lnTo>
                    <a:pt x="392322" y="1573847"/>
                  </a:lnTo>
                  <a:lnTo>
                    <a:pt x="392908" y="1572021"/>
                  </a:lnTo>
                  <a:lnTo>
                    <a:pt x="393533" y="1570274"/>
                  </a:lnTo>
                  <a:lnTo>
                    <a:pt x="394197" y="1568607"/>
                  </a:lnTo>
                  <a:lnTo>
                    <a:pt x="394900" y="1567018"/>
                  </a:lnTo>
                  <a:lnTo>
                    <a:pt x="395642" y="1565509"/>
                  </a:lnTo>
                  <a:lnTo>
                    <a:pt x="396422" y="1564079"/>
                  </a:lnTo>
                  <a:lnTo>
                    <a:pt x="397242" y="1562728"/>
                  </a:lnTo>
                  <a:lnTo>
                    <a:pt x="398100" y="1561456"/>
                  </a:lnTo>
                  <a:lnTo>
                    <a:pt x="398998" y="1560264"/>
                  </a:lnTo>
                  <a:lnTo>
                    <a:pt x="399931" y="1559146"/>
                  </a:lnTo>
                  <a:lnTo>
                    <a:pt x="400898" y="1558097"/>
                  </a:lnTo>
                  <a:lnTo>
                    <a:pt x="401898" y="1557118"/>
                  </a:lnTo>
                  <a:lnTo>
                    <a:pt x="402932" y="1556208"/>
                  </a:lnTo>
                  <a:lnTo>
                    <a:pt x="403998" y="1555368"/>
                  </a:lnTo>
                  <a:lnTo>
                    <a:pt x="405099" y="1554597"/>
                  </a:lnTo>
                  <a:lnTo>
                    <a:pt x="406232" y="1553895"/>
                  </a:lnTo>
                  <a:lnTo>
                    <a:pt x="407399" y="1553263"/>
                  </a:lnTo>
                  <a:lnTo>
                    <a:pt x="408599" y="1552701"/>
                  </a:lnTo>
                  <a:lnTo>
                    <a:pt x="409832" y="1552207"/>
                  </a:lnTo>
                  <a:lnTo>
                    <a:pt x="411094" y="1551759"/>
                  </a:lnTo>
                  <a:lnTo>
                    <a:pt x="412377" y="1551357"/>
                  </a:lnTo>
                  <a:lnTo>
                    <a:pt x="413683" y="1551003"/>
                  </a:lnTo>
                  <a:lnTo>
                    <a:pt x="415011" y="1550696"/>
                  </a:lnTo>
                  <a:lnTo>
                    <a:pt x="416361" y="1550436"/>
                  </a:lnTo>
                  <a:lnTo>
                    <a:pt x="417733" y="1550224"/>
                  </a:lnTo>
                  <a:lnTo>
                    <a:pt x="419128" y="1550059"/>
                  </a:lnTo>
                  <a:lnTo>
                    <a:pt x="420545" y="1549940"/>
                  </a:lnTo>
                  <a:lnTo>
                    <a:pt x="421984" y="1549870"/>
                  </a:lnTo>
                  <a:lnTo>
                    <a:pt x="423445" y="1549846"/>
                  </a:lnTo>
                  <a:lnTo>
                    <a:pt x="424839" y="1549870"/>
                  </a:lnTo>
                  <a:lnTo>
                    <a:pt x="426215" y="1549940"/>
                  </a:lnTo>
                  <a:lnTo>
                    <a:pt x="427573" y="1550059"/>
                  </a:lnTo>
                  <a:lnTo>
                    <a:pt x="428913" y="1550224"/>
                  </a:lnTo>
                  <a:lnTo>
                    <a:pt x="430234" y="1550436"/>
                  </a:lnTo>
                  <a:lnTo>
                    <a:pt x="431538" y="1550696"/>
                  </a:lnTo>
                  <a:lnTo>
                    <a:pt x="432824" y="1551003"/>
                  </a:lnTo>
                  <a:lnTo>
                    <a:pt x="434091" y="1551357"/>
                  </a:lnTo>
                  <a:lnTo>
                    <a:pt x="435341" y="1551759"/>
                  </a:lnTo>
                  <a:lnTo>
                    <a:pt x="436572" y="1552207"/>
                  </a:lnTo>
                  <a:lnTo>
                    <a:pt x="437792" y="1552701"/>
                  </a:lnTo>
                  <a:lnTo>
                    <a:pt x="438981" y="1553263"/>
                  </a:lnTo>
                  <a:lnTo>
                    <a:pt x="440137" y="1553895"/>
                  </a:lnTo>
                  <a:lnTo>
                    <a:pt x="441261" y="1554597"/>
                  </a:lnTo>
                  <a:lnTo>
                    <a:pt x="442354" y="1555368"/>
                  </a:lnTo>
                  <a:lnTo>
                    <a:pt x="443414" y="1556208"/>
                  </a:lnTo>
                  <a:lnTo>
                    <a:pt x="444443" y="1557118"/>
                  </a:lnTo>
                  <a:lnTo>
                    <a:pt x="445440" y="1558097"/>
                  </a:lnTo>
                  <a:lnTo>
                    <a:pt x="446404" y="1559146"/>
                  </a:lnTo>
                  <a:lnTo>
                    <a:pt x="447337" y="1560264"/>
                  </a:lnTo>
                  <a:lnTo>
                    <a:pt x="448234" y="1561456"/>
                  </a:lnTo>
                  <a:lnTo>
                    <a:pt x="449093" y="1562728"/>
                  </a:lnTo>
                  <a:lnTo>
                    <a:pt x="449912" y="1564079"/>
                  </a:lnTo>
                  <a:lnTo>
                    <a:pt x="450693" y="1565509"/>
                  </a:lnTo>
                  <a:lnTo>
                    <a:pt x="451435" y="1567018"/>
                  </a:lnTo>
                  <a:lnTo>
                    <a:pt x="452138" y="1568607"/>
                  </a:lnTo>
                  <a:lnTo>
                    <a:pt x="452802" y="1570274"/>
                  </a:lnTo>
                  <a:lnTo>
                    <a:pt x="453427" y="1572021"/>
                  </a:lnTo>
                  <a:lnTo>
                    <a:pt x="454013" y="1573847"/>
                  </a:lnTo>
                  <a:lnTo>
                    <a:pt x="454560" y="1575752"/>
                  </a:lnTo>
                  <a:lnTo>
                    <a:pt x="455062" y="1577734"/>
                  </a:lnTo>
                  <a:lnTo>
                    <a:pt x="455510" y="1579819"/>
                  </a:lnTo>
                  <a:lnTo>
                    <a:pt x="455906" y="1582007"/>
                  </a:lnTo>
                  <a:lnTo>
                    <a:pt x="456249" y="1584298"/>
                  </a:lnTo>
                  <a:lnTo>
                    <a:pt x="456540" y="1586691"/>
                  </a:lnTo>
                  <a:lnTo>
                    <a:pt x="456777" y="1589187"/>
                  </a:lnTo>
                  <a:lnTo>
                    <a:pt x="456962" y="1591786"/>
                  </a:lnTo>
                  <a:lnTo>
                    <a:pt x="457094" y="1594488"/>
                  </a:lnTo>
                  <a:lnTo>
                    <a:pt x="457173" y="1597292"/>
                  </a:lnTo>
                  <a:close/>
                  <a:moveTo>
                    <a:pt x="444490" y="1600199"/>
                  </a:moveTo>
                  <a:lnTo>
                    <a:pt x="444476" y="1597905"/>
                  </a:lnTo>
                  <a:lnTo>
                    <a:pt x="444434" y="1595691"/>
                  </a:lnTo>
                  <a:lnTo>
                    <a:pt x="444365" y="1593555"/>
                  </a:lnTo>
                  <a:lnTo>
                    <a:pt x="444267" y="1591498"/>
                  </a:lnTo>
                  <a:lnTo>
                    <a:pt x="444142" y="1589521"/>
                  </a:lnTo>
                  <a:lnTo>
                    <a:pt x="443990" y="1587623"/>
                  </a:lnTo>
                  <a:lnTo>
                    <a:pt x="443809" y="1585804"/>
                  </a:lnTo>
                  <a:lnTo>
                    <a:pt x="443601" y="1584064"/>
                  </a:lnTo>
                  <a:lnTo>
                    <a:pt x="443364" y="1582404"/>
                  </a:lnTo>
                  <a:lnTo>
                    <a:pt x="443101" y="1580822"/>
                  </a:lnTo>
                  <a:lnTo>
                    <a:pt x="442810" y="1579298"/>
                  </a:lnTo>
                  <a:lnTo>
                    <a:pt x="442492" y="1577838"/>
                  </a:lnTo>
                  <a:lnTo>
                    <a:pt x="442148" y="1576442"/>
                  </a:lnTo>
                  <a:lnTo>
                    <a:pt x="441778" y="1575110"/>
                  </a:lnTo>
                  <a:lnTo>
                    <a:pt x="441382" y="1573842"/>
                  </a:lnTo>
                  <a:lnTo>
                    <a:pt x="440959" y="1572638"/>
                  </a:lnTo>
                  <a:lnTo>
                    <a:pt x="440509" y="1571497"/>
                  </a:lnTo>
                  <a:lnTo>
                    <a:pt x="440033" y="1570421"/>
                  </a:lnTo>
                  <a:lnTo>
                    <a:pt x="439531" y="1569408"/>
                  </a:lnTo>
                  <a:lnTo>
                    <a:pt x="439003" y="1568459"/>
                  </a:lnTo>
                  <a:lnTo>
                    <a:pt x="438449" y="1567557"/>
                  </a:lnTo>
                  <a:lnTo>
                    <a:pt x="437869" y="1566709"/>
                  </a:lnTo>
                  <a:lnTo>
                    <a:pt x="437265" y="1565917"/>
                  </a:lnTo>
                  <a:lnTo>
                    <a:pt x="436636" y="1565181"/>
                  </a:lnTo>
                  <a:lnTo>
                    <a:pt x="435982" y="1564501"/>
                  </a:lnTo>
                  <a:lnTo>
                    <a:pt x="435302" y="1563876"/>
                  </a:lnTo>
                  <a:lnTo>
                    <a:pt x="434598" y="1563306"/>
                  </a:lnTo>
                  <a:lnTo>
                    <a:pt x="433869" y="1562792"/>
                  </a:lnTo>
                  <a:lnTo>
                    <a:pt x="433115" y="1562334"/>
                  </a:lnTo>
                  <a:lnTo>
                    <a:pt x="432335" y="1561931"/>
                  </a:lnTo>
                  <a:lnTo>
                    <a:pt x="431546" y="1561561"/>
                  </a:lnTo>
                  <a:lnTo>
                    <a:pt x="430735" y="1561231"/>
                  </a:lnTo>
                  <a:lnTo>
                    <a:pt x="429902" y="1560939"/>
                  </a:lnTo>
                  <a:lnTo>
                    <a:pt x="429046" y="1560686"/>
                  </a:lnTo>
                  <a:lnTo>
                    <a:pt x="428168" y="1560472"/>
                  </a:lnTo>
                  <a:lnTo>
                    <a:pt x="427268" y="1560297"/>
                  </a:lnTo>
                  <a:lnTo>
                    <a:pt x="426346" y="1560161"/>
                  </a:lnTo>
                  <a:lnTo>
                    <a:pt x="425401" y="1560064"/>
                  </a:lnTo>
                  <a:lnTo>
                    <a:pt x="424434" y="1560006"/>
                  </a:lnTo>
                  <a:lnTo>
                    <a:pt x="423445" y="1559986"/>
                  </a:lnTo>
                  <a:lnTo>
                    <a:pt x="422402" y="1560006"/>
                  </a:lnTo>
                  <a:lnTo>
                    <a:pt x="421384" y="1560064"/>
                  </a:lnTo>
                  <a:lnTo>
                    <a:pt x="420391" y="1560161"/>
                  </a:lnTo>
                  <a:lnTo>
                    <a:pt x="419423" y="1560297"/>
                  </a:lnTo>
                  <a:lnTo>
                    <a:pt x="418479" y="1560472"/>
                  </a:lnTo>
                  <a:lnTo>
                    <a:pt x="417561" y="1560686"/>
                  </a:lnTo>
                  <a:lnTo>
                    <a:pt x="416668" y="1560939"/>
                  </a:lnTo>
                  <a:lnTo>
                    <a:pt x="415800" y="1561231"/>
                  </a:lnTo>
                  <a:lnTo>
                    <a:pt x="414957" y="1561561"/>
                  </a:lnTo>
                  <a:lnTo>
                    <a:pt x="414139" y="1561931"/>
                  </a:lnTo>
                  <a:lnTo>
                    <a:pt x="413345" y="1562347"/>
                  </a:lnTo>
                  <a:lnTo>
                    <a:pt x="412577" y="1562817"/>
                  </a:lnTo>
                  <a:lnTo>
                    <a:pt x="411834" y="1563341"/>
                  </a:lnTo>
                  <a:lnTo>
                    <a:pt x="411116" y="1563920"/>
                  </a:lnTo>
                  <a:lnTo>
                    <a:pt x="410423" y="1564553"/>
                  </a:lnTo>
                  <a:lnTo>
                    <a:pt x="409755" y="1565240"/>
                  </a:lnTo>
                  <a:lnTo>
                    <a:pt x="409112" y="1565981"/>
                  </a:lnTo>
                  <a:lnTo>
                    <a:pt x="408493" y="1566776"/>
                  </a:lnTo>
                  <a:lnTo>
                    <a:pt x="407900" y="1567625"/>
                  </a:lnTo>
                  <a:lnTo>
                    <a:pt x="407332" y="1568529"/>
                  </a:lnTo>
                  <a:lnTo>
                    <a:pt x="406804" y="1569478"/>
                  </a:lnTo>
                  <a:lnTo>
                    <a:pt x="406301" y="1570490"/>
                  </a:lnTo>
                  <a:lnTo>
                    <a:pt x="405826" y="1571567"/>
                  </a:lnTo>
                  <a:lnTo>
                    <a:pt x="405376" y="1572707"/>
                  </a:lnTo>
                  <a:lnTo>
                    <a:pt x="404953" y="1573911"/>
                  </a:lnTo>
                  <a:lnTo>
                    <a:pt x="404557" y="1575180"/>
                  </a:lnTo>
                  <a:lnTo>
                    <a:pt x="404187" y="1576512"/>
                  </a:lnTo>
                  <a:lnTo>
                    <a:pt x="403843" y="1577908"/>
                  </a:lnTo>
                  <a:lnTo>
                    <a:pt x="403525" y="1579368"/>
                  </a:lnTo>
                  <a:lnTo>
                    <a:pt x="403234" y="1580892"/>
                  </a:lnTo>
                  <a:lnTo>
                    <a:pt x="402971" y="1582472"/>
                  </a:lnTo>
                  <a:lnTo>
                    <a:pt x="402734" y="1584131"/>
                  </a:lnTo>
                  <a:lnTo>
                    <a:pt x="402526" y="1585867"/>
                  </a:lnTo>
                  <a:lnTo>
                    <a:pt x="402345" y="1587681"/>
                  </a:lnTo>
                  <a:lnTo>
                    <a:pt x="402193" y="1589573"/>
                  </a:lnTo>
                  <a:lnTo>
                    <a:pt x="402068" y="1591543"/>
                  </a:lnTo>
                  <a:lnTo>
                    <a:pt x="401970" y="1593590"/>
                  </a:lnTo>
                  <a:lnTo>
                    <a:pt x="401901" y="1595716"/>
                  </a:lnTo>
                  <a:lnTo>
                    <a:pt x="401859" y="1597919"/>
                  </a:lnTo>
                  <a:lnTo>
                    <a:pt x="401845" y="1600199"/>
                  </a:lnTo>
                  <a:lnTo>
                    <a:pt x="401859" y="1602414"/>
                  </a:lnTo>
                  <a:lnTo>
                    <a:pt x="401901" y="1604558"/>
                  </a:lnTo>
                  <a:lnTo>
                    <a:pt x="401970" y="1606632"/>
                  </a:lnTo>
                  <a:lnTo>
                    <a:pt x="402068" y="1608634"/>
                  </a:lnTo>
                  <a:lnTo>
                    <a:pt x="402193" y="1610565"/>
                  </a:lnTo>
                  <a:lnTo>
                    <a:pt x="402345" y="1612426"/>
                  </a:lnTo>
                  <a:lnTo>
                    <a:pt x="402526" y="1614216"/>
                  </a:lnTo>
                  <a:lnTo>
                    <a:pt x="402734" y="1615935"/>
                  </a:lnTo>
                  <a:lnTo>
                    <a:pt x="402971" y="1617583"/>
                  </a:lnTo>
                  <a:lnTo>
                    <a:pt x="403234" y="1619160"/>
                  </a:lnTo>
                  <a:lnTo>
                    <a:pt x="403539" y="1620672"/>
                  </a:lnTo>
                  <a:lnTo>
                    <a:pt x="403868" y="1622124"/>
                  </a:lnTo>
                  <a:lnTo>
                    <a:pt x="404222" y="1623517"/>
                  </a:lnTo>
                  <a:lnTo>
                    <a:pt x="404601" y="1624850"/>
                  </a:lnTo>
                  <a:lnTo>
                    <a:pt x="405005" y="1626123"/>
                  </a:lnTo>
                  <a:lnTo>
                    <a:pt x="405435" y="1627336"/>
                  </a:lnTo>
                  <a:lnTo>
                    <a:pt x="405889" y="1628490"/>
                  </a:lnTo>
                  <a:lnTo>
                    <a:pt x="406368" y="1629584"/>
                  </a:lnTo>
                  <a:lnTo>
                    <a:pt x="406872" y="1630618"/>
                  </a:lnTo>
                  <a:lnTo>
                    <a:pt x="407402" y="1631592"/>
                  </a:lnTo>
                  <a:lnTo>
                    <a:pt x="407969" y="1632497"/>
                  </a:lnTo>
                  <a:lnTo>
                    <a:pt x="408560" y="1633351"/>
                  </a:lnTo>
                  <a:lnTo>
                    <a:pt x="409175" y="1634153"/>
                  </a:lnTo>
                  <a:lnTo>
                    <a:pt x="409813" y="1634904"/>
                  </a:lnTo>
                  <a:lnTo>
                    <a:pt x="410475" y="1635603"/>
                  </a:lnTo>
                  <a:lnTo>
                    <a:pt x="411160" y="1636251"/>
                  </a:lnTo>
                  <a:lnTo>
                    <a:pt x="411870" y="1636848"/>
                  </a:lnTo>
                  <a:lnTo>
                    <a:pt x="412602" y="1637393"/>
                  </a:lnTo>
                  <a:lnTo>
                    <a:pt x="413359" y="1637887"/>
                  </a:lnTo>
                  <a:lnTo>
                    <a:pt x="414139" y="1638329"/>
                  </a:lnTo>
                  <a:lnTo>
                    <a:pt x="414941" y="1638712"/>
                  </a:lnTo>
                  <a:lnTo>
                    <a:pt x="415767" y="1639054"/>
                  </a:lnTo>
                  <a:lnTo>
                    <a:pt x="416614" y="1639356"/>
                  </a:lnTo>
                  <a:lnTo>
                    <a:pt x="417483" y="1639618"/>
                  </a:lnTo>
                  <a:lnTo>
                    <a:pt x="418375" y="1639840"/>
                  </a:lnTo>
                  <a:lnTo>
                    <a:pt x="419289" y="1640021"/>
                  </a:lnTo>
                  <a:lnTo>
                    <a:pt x="420225" y="1640162"/>
                  </a:lnTo>
                  <a:lnTo>
                    <a:pt x="421184" y="1640263"/>
                  </a:lnTo>
                  <a:lnTo>
                    <a:pt x="422165" y="1640323"/>
                  </a:lnTo>
                  <a:lnTo>
                    <a:pt x="423167" y="1640343"/>
                  </a:lnTo>
                  <a:lnTo>
                    <a:pt x="424144" y="1640323"/>
                  </a:lnTo>
                  <a:lnTo>
                    <a:pt x="425101" y="1640263"/>
                  </a:lnTo>
                  <a:lnTo>
                    <a:pt x="426039" y="1640162"/>
                  </a:lnTo>
                  <a:lnTo>
                    <a:pt x="426957" y="1640021"/>
                  </a:lnTo>
                  <a:lnTo>
                    <a:pt x="427856" y="1639840"/>
                  </a:lnTo>
                  <a:lnTo>
                    <a:pt x="428735" y="1639618"/>
                  </a:lnTo>
                  <a:lnTo>
                    <a:pt x="429595" y="1639356"/>
                  </a:lnTo>
                  <a:lnTo>
                    <a:pt x="430435" y="1639054"/>
                  </a:lnTo>
                  <a:lnTo>
                    <a:pt x="431256" y="1638712"/>
                  </a:lnTo>
                  <a:lnTo>
                    <a:pt x="432057" y="1638329"/>
                  </a:lnTo>
                  <a:lnTo>
                    <a:pt x="432837" y="1637887"/>
                  </a:lnTo>
                  <a:lnTo>
                    <a:pt x="433591" y="1637393"/>
                  </a:lnTo>
                  <a:lnTo>
                    <a:pt x="434320" y="1636848"/>
                  </a:lnTo>
                  <a:lnTo>
                    <a:pt x="435025" y="1636251"/>
                  </a:lnTo>
                  <a:lnTo>
                    <a:pt x="435704" y="1635603"/>
                  </a:lnTo>
                  <a:lnTo>
                    <a:pt x="436358" y="1634904"/>
                  </a:lnTo>
                  <a:lnTo>
                    <a:pt x="436987" y="1634153"/>
                  </a:lnTo>
                  <a:lnTo>
                    <a:pt x="437591" y="1633351"/>
                  </a:lnTo>
                  <a:lnTo>
                    <a:pt x="438171" y="1632497"/>
                  </a:lnTo>
                  <a:lnTo>
                    <a:pt x="438725" y="1631592"/>
                  </a:lnTo>
                  <a:lnTo>
                    <a:pt x="439267" y="1630618"/>
                  </a:lnTo>
                  <a:lnTo>
                    <a:pt x="439783" y="1629584"/>
                  </a:lnTo>
                  <a:lnTo>
                    <a:pt x="440273" y="1628490"/>
                  </a:lnTo>
                  <a:lnTo>
                    <a:pt x="440736" y="1627336"/>
                  </a:lnTo>
                  <a:lnTo>
                    <a:pt x="441173" y="1626123"/>
                  </a:lnTo>
                  <a:lnTo>
                    <a:pt x="441584" y="1624850"/>
                  </a:lnTo>
                  <a:lnTo>
                    <a:pt x="441968" y="1623517"/>
                  </a:lnTo>
                  <a:lnTo>
                    <a:pt x="442325" y="1622124"/>
                  </a:lnTo>
                  <a:lnTo>
                    <a:pt x="442657" y="1620672"/>
                  </a:lnTo>
                  <a:lnTo>
                    <a:pt x="442962" y="1619160"/>
                  </a:lnTo>
                  <a:lnTo>
                    <a:pt x="443252" y="1617583"/>
                  </a:lnTo>
                  <a:lnTo>
                    <a:pt x="443512" y="1615935"/>
                  </a:lnTo>
                  <a:lnTo>
                    <a:pt x="443741" y="1614216"/>
                  </a:lnTo>
                  <a:lnTo>
                    <a:pt x="443940" y="1612426"/>
                  </a:lnTo>
                  <a:lnTo>
                    <a:pt x="444108" y="1610565"/>
                  </a:lnTo>
                  <a:lnTo>
                    <a:pt x="444245" y="1608634"/>
                  </a:lnTo>
                  <a:lnTo>
                    <a:pt x="444352" y="1606632"/>
                  </a:lnTo>
                  <a:lnTo>
                    <a:pt x="444428" y="1604558"/>
                  </a:lnTo>
                  <a:lnTo>
                    <a:pt x="444474" y="1602414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h38"/>
            <p:cNvSpPr/>
            <p:nvPr/>
          </p:nvSpPr>
          <p:spPr>
            <a:xfrm>
              <a:off x="523838" y="1669783"/>
              <a:ext cx="457200" cy="1650553"/>
            </a:xfrm>
            <a:custGeom>
              <a:avLst/>
              <a:pathLst>
                <a:path w="457200" h="1650553">
                  <a:moveTo>
                    <a:pt x="457200" y="1600199"/>
                  </a:moveTo>
                  <a:lnTo>
                    <a:pt x="457172" y="1602975"/>
                  </a:lnTo>
                  <a:lnTo>
                    <a:pt x="457091" y="1605661"/>
                  </a:lnTo>
                  <a:lnTo>
                    <a:pt x="456956" y="1608259"/>
                  </a:lnTo>
                  <a:lnTo>
                    <a:pt x="456766" y="1610767"/>
                  </a:lnTo>
                  <a:lnTo>
                    <a:pt x="456522" y="1613187"/>
                  </a:lnTo>
                  <a:lnTo>
                    <a:pt x="456224" y="1615518"/>
                  </a:lnTo>
                  <a:lnTo>
                    <a:pt x="455872" y="1617760"/>
                  </a:lnTo>
                  <a:lnTo>
                    <a:pt x="455466" y="1619913"/>
                  </a:lnTo>
                  <a:lnTo>
                    <a:pt x="455005" y="1621977"/>
                  </a:lnTo>
                  <a:lnTo>
                    <a:pt x="454491" y="1623952"/>
                  </a:lnTo>
                  <a:lnTo>
                    <a:pt x="453943" y="1625833"/>
                  </a:lnTo>
                  <a:lnTo>
                    <a:pt x="453355" y="1627642"/>
                  </a:lnTo>
                  <a:lnTo>
                    <a:pt x="452726" y="1629378"/>
                  </a:lnTo>
                  <a:lnTo>
                    <a:pt x="452057" y="1631042"/>
                  </a:lnTo>
                  <a:lnTo>
                    <a:pt x="451348" y="1632634"/>
                  </a:lnTo>
                  <a:lnTo>
                    <a:pt x="450599" y="1634154"/>
                  </a:lnTo>
                  <a:lnTo>
                    <a:pt x="449809" y="1635601"/>
                  </a:lnTo>
                  <a:lnTo>
                    <a:pt x="448979" y="1636976"/>
                  </a:lnTo>
                  <a:lnTo>
                    <a:pt x="448109" y="1638279"/>
                  </a:lnTo>
                  <a:lnTo>
                    <a:pt x="447198" y="1639510"/>
                  </a:lnTo>
                  <a:lnTo>
                    <a:pt x="446265" y="1640657"/>
                  </a:lnTo>
                  <a:lnTo>
                    <a:pt x="445298" y="1641738"/>
                  </a:lnTo>
                  <a:lnTo>
                    <a:pt x="444298" y="1642752"/>
                  </a:lnTo>
                  <a:lnTo>
                    <a:pt x="443264" y="1643699"/>
                  </a:lnTo>
                  <a:lnTo>
                    <a:pt x="442198" y="1644580"/>
                  </a:lnTo>
                  <a:lnTo>
                    <a:pt x="441097" y="1645394"/>
                  </a:lnTo>
                  <a:lnTo>
                    <a:pt x="439964" y="1646141"/>
                  </a:lnTo>
                  <a:lnTo>
                    <a:pt x="438797" y="1646822"/>
                  </a:lnTo>
                  <a:lnTo>
                    <a:pt x="437597" y="1647436"/>
                  </a:lnTo>
                  <a:lnTo>
                    <a:pt x="436364" y="1647983"/>
                  </a:lnTo>
                  <a:lnTo>
                    <a:pt x="435105" y="1648472"/>
                  </a:lnTo>
                  <a:lnTo>
                    <a:pt x="433830" y="1648908"/>
                  </a:lnTo>
                  <a:lnTo>
                    <a:pt x="432538" y="1649294"/>
                  </a:lnTo>
                  <a:lnTo>
                    <a:pt x="431230" y="1649628"/>
                  </a:lnTo>
                  <a:lnTo>
                    <a:pt x="429904" y="1649911"/>
                  </a:lnTo>
                  <a:lnTo>
                    <a:pt x="428563" y="1650142"/>
                  </a:lnTo>
                  <a:lnTo>
                    <a:pt x="427204" y="1650322"/>
                  </a:lnTo>
                  <a:lnTo>
                    <a:pt x="425829" y="1650450"/>
                  </a:lnTo>
                  <a:lnTo>
                    <a:pt x="424437" y="1650527"/>
                  </a:lnTo>
                  <a:lnTo>
                    <a:pt x="423029" y="1650553"/>
                  </a:lnTo>
                  <a:lnTo>
                    <a:pt x="421608" y="1650527"/>
                  </a:lnTo>
                  <a:lnTo>
                    <a:pt x="420206" y="1650450"/>
                  </a:lnTo>
                  <a:lnTo>
                    <a:pt x="418824" y="1650322"/>
                  </a:lnTo>
                  <a:lnTo>
                    <a:pt x="417461" y="1650142"/>
                  </a:lnTo>
                  <a:lnTo>
                    <a:pt x="416118" y="1649911"/>
                  </a:lnTo>
                  <a:lnTo>
                    <a:pt x="414794" y="1649628"/>
                  </a:lnTo>
                  <a:lnTo>
                    <a:pt x="413490" y="1649294"/>
                  </a:lnTo>
                  <a:lnTo>
                    <a:pt x="412205" y="1648908"/>
                  </a:lnTo>
                  <a:lnTo>
                    <a:pt x="410940" y="1648472"/>
                  </a:lnTo>
                  <a:lnTo>
                    <a:pt x="409694" y="1647983"/>
                  </a:lnTo>
                  <a:lnTo>
                    <a:pt x="408473" y="1647436"/>
                  </a:lnTo>
                  <a:lnTo>
                    <a:pt x="407285" y="1646822"/>
                  </a:lnTo>
                  <a:lnTo>
                    <a:pt x="406129" y="1646141"/>
                  </a:lnTo>
                  <a:lnTo>
                    <a:pt x="405004" y="1645394"/>
                  </a:lnTo>
                  <a:lnTo>
                    <a:pt x="403912" y="1644580"/>
                  </a:lnTo>
                  <a:lnTo>
                    <a:pt x="402851" y="1643699"/>
                  </a:lnTo>
                  <a:lnTo>
                    <a:pt x="401822" y="1642752"/>
                  </a:lnTo>
                  <a:lnTo>
                    <a:pt x="400826" y="1641738"/>
                  </a:lnTo>
                  <a:lnTo>
                    <a:pt x="399861" y="1640657"/>
                  </a:lnTo>
                  <a:lnTo>
                    <a:pt x="398928" y="1639510"/>
                  </a:lnTo>
                  <a:lnTo>
                    <a:pt x="398044" y="1638292"/>
                  </a:lnTo>
                  <a:lnTo>
                    <a:pt x="397198" y="1637001"/>
                  </a:lnTo>
                  <a:lnTo>
                    <a:pt x="396388" y="1635637"/>
                  </a:lnTo>
                  <a:lnTo>
                    <a:pt x="395617" y="1634198"/>
                  </a:lnTo>
                  <a:lnTo>
                    <a:pt x="394883" y="1632686"/>
                  </a:lnTo>
                  <a:lnTo>
                    <a:pt x="394186" y="1631101"/>
                  </a:lnTo>
                  <a:lnTo>
                    <a:pt x="393527" y="1629441"/>
                  </a:lnTo>
                  <a:lnTo>
                    <a:pt x="392905" y="1627708"/>
                  </a:lnTo>
                  <a:lnTo>
                    <a:pt x="392321" y="1625902"/>
                  </a:lnTo>
                  <a:lnTo>
                    <a:pt x="391775" y="1624022"/>
                  </a:lnTo>
                  <a:lnTo>
                    <a:pt x="391286" y="1622046"/>
                  </a:lnTo>
                  <a:lnTo>
                    <a:pt x="390850" y="1619980"/>
                  </a:lnTo>
                  <a:lnTo>
                    <a:pt x="390464" y="1617823"/>
                  </a:lnTo>
                  <a:lnTo>
                    <a:pt x="390130" y="1615576"/>
                  </a:lnTo>
                  <a:lnTo>
                    <a:pt x="389847" y="1613239"/>
                  </a:lnTo>
                  <a:lnTo>
                    <a:pt x="389616" y="1610812"/>
                  </a:lnTo>
                  <a:lnTo>
                    <a:pt x="389436" y="1608294"/>
                  </a:lnTo>
                  <a:lnTo>
                    <a:pt x="389308" y="1605686"/>
                  </a:lnTo>
                  <a:lnTo>
                    <a:pt x="389231" y="1602988"/>
                  </a:lnTo>
                  <a:lnTo>
                    <a:pt x="389205" y="1600199"/>
                  </a:lnTo>
                  <a:lnTo>
                    <a:pt x="389231" y="1597292"/>
                  </a:lnTo>
                  <a:lnTo>
                    <a:pt x="389308" y="1594488"/>
                  </a:lnTo>
                  <a:lnTo>
                    <a:pt x="389436" y="1591786"/>
                  </a:lnTo>
                  <a:lnTo>
                    <a:pt x="389616" y="1589187"/>
                  </a:lnTo>
                  <a:lnTo>
                    <a:pt x="389847" y="1586691"/>
                  </a:lnTo>
                  <a:lnTo>
                    <a:pt x="390130" y="1584298"/>
                  </a:lnTo>
                  <a:lnTo>
                    <a:pt x="390464" y="1582007"/>
                  </a:lnTo>
                  <a:lnTo>
                    <a:pt x="390850" y="1579819"/>
                  </a:lnTo>
                  <a:lnTo>
                    <a:pt x="391286" y="1577734"/>
                  </a:lnTo>
                  <a:lnTo>
                    <a:pt x="391775" y="1575752"/>
                  </a:lnTo>
                  <a:lnTo>
                    <a:pt x="392322" y="1573847"/>
                  </a:lnTo>
                  <a:lnTo>
                    <a:pt x="392908" y="1572021"/>
                  </a:lnTo>
                  <a:lnTo>
                    <a:pt x="393533" y="1570274"/>
                  </a:lnTo>
                  <a:lnTo>
                    <a:pt x="394197" y="1568607"/>
                  </a:lnTo>
                  <a:lnTo>
                    <a:pt x="394900" y="1567018"/>
                  </a:lnTo>
                  <a:lnTo>
                    <a:pt x="395642" y="1565509"/>
                  </a:lnTo>
                  <a:lnTo>
                    <a:pt x="396422" y="1564079"/>
                  </a:lnTo>
                  <a:lnTo>
                    <a:pt x="397242" y="1562728"/>
                  </a:lnTo>
                  <a:lnTo>
                    <a:pt x="398100" y="1561456"/>
                  </a:lnTo>
                  <a:lnTo>
                    <a:pt x="398998" y="1560264"/>
                  </a:lnTo>
                  <a:lnTo>
                    <a:pt x="399931" y="1559146"/>
                  </a:lnTo>
                  <a:lnTo>
                    <a:pt x="400898" y="1558097"/>
                  </a:lnTo>
                  <a:lnTo>
                    <a:pt x="401898" y="1557118"/>
                  </a:lnTo>
                  <a:lnTo>
                    <a:pt x="402932" y="1556208"/>
                  </a:lnTo>
                  <a:lnTo>
                    <a:pt x="403998" y="1555368"/>
                  </a:lnTo>
                  <a:lnTo>
                    <a:pt x="405099" y="1554597"/>
                  </a:lnTo>
                  <a:lnTo>
                    <a:pt x="406232" y="1553895"/>
                  </a:lnTo>
                  <a:lnTo>
                    <a:pt x="407399" y="1553263"/>
                  </a:lnTo>
                  <a:lnTo>
                    <a:pt x="408599" y="1552701"/>
                  </a:lnTo>
                  <a:lnTo>
                    <a:pt x="409832" y="1552207"/>
                  </a:lnTo>
                  <a:lnTo>
                    <a:pt x="411094" y="1551759"/>
                  </a:lnTo>
                  <a:lnTo>
                    <a:pt x="412377" y="1551357"/>
                  </a:lnTo>
                  <a:lnTo>
                    <a:pt x="413683" y="1551003"/>
                  </a:lnTo>
                  <a:lnTo>
                    <a:pt x="415011" y="1550696"/>
                  </a:lnTo>
                  <a:lnTo>
                    <a:pt x="416361" y="1550436"/>
                  </a:lnTo>
                  <a:lnTo>
                    <a:pt x="417733" y="1550224"/>
                  </a:lnTo>
                  <a:lnTo>
                    <a:pt x="419128" y="1550059"/>
                  </a:lnTo>
                  <a:lnTo>
                    <a:pt x="420545" y="1549940"/>
                  </a:lnTo>
                  <a:lnTo>
                    <a:pt x="421984" y="1549870"/>
                  </a:lnTo>
                  <a:lnTo>
                    <a:pt x="423445" y="1549846"/>
                  </a:lnTo>
                  <a:lnTo>
                    <a:pt x="424839" y="1549870"/>
                  </a:lnTo>
                  <a:lnTo>
                    <a:pt x="426215" y="1549940"/>
                  </a:lnTo>
                  <a:lnTo>
                    <a:pt x="427573" y="1550059"/>
                  </a:lnTo>
                  <a:lnTo>
                    <a:pt x="428913" y="1550224"/>
                  </a:lnTo>
                  <a:lnTo>
                    <a:pt x="430234" y="1550436"/>
                  </a:lnTo>
                  <a:lnTo>
                    <a:pt x="431538" y="1550696"/>
                  </a:lnTo>
                  <a:lnTo>
                    <a:pt x="432824" y="1551003"/>
                  </a:lnTo>
                  <a:lnTo>
                    <a:pt x="434091" y="1551357"/>
                  </a:lnTo>
                  <a:lnTo>
                    <a:pt x="435341" y="1551759"/>
                  </a:lnTo>
                  <a:lnTo>
                    <a:pt x="436572" y="1552207"/>
                  </a:lnTo>
                  <a:lnTo>
                    <a:pt x="437792" y="1552701"/>
                  </a:lnTo>
                  <a:lnTo>
                    <a:pt x="438981" y="1553263"/>
                  </a:lnTo>
                  <a:lnTo>
                    <a:pt x="440137" y="1553895"/>
                  </a:lnTo>
                  <a:lnTo>
                    <a:pt x="441261" y="1554597"/>
                  </a:lnTo>
                  <a:lnTo>
                    <a:pt x="442354" y="1555368"/>
                  </a:lnTo>
                  <a:lnTo>
                    <a:pt x="443414" y="1556208"/>
                  </a:lnTo>
                  <a:lnTo>
                    <a:pt x="444443" y="1557118"/>
                  </a:lnTo>
                  <a:lnTo>
                    <a:pt x="445440" y="1558097"/>
                  </a:lnTo>
                  <a:lnTo>
                    <a:pt x="446404" y="1559146"/>
                  </a:lnTo>
                  <a:lnTo>
                    <a:pt x="447337" y="1560264"/>
                  </a:lnTo>
                  <a:lnTo>
                    <a:pt x="448234" y="1561456"/>
                  </a:lnTo>
                  <a:lnTo>
                    <a:pt x="449093" y="1562728"/>
                  </a:lnTo>
                  <a:lnTo>
                    <a:pt x="449912" y="1564079"/>
                  </a:lnTo>
                  <a:lnTo>
                    <a:pt x="450693" y="1565509"/>
                  </a:lnTo>
                  <a:lnTo>
                    <a:pt x="451435" y="1567018"/>
                  </a:lnTo>
                  <a:lnTo>
                    <a:pt x="452138" y="1568607"/>
                  </a:lnTo>
                  <a:lnTo>
                    <a:pt x="452802" y="1570274"/>
                  </a:lnTo>
                  <a:lnTo>
                    <a:pt x="453427" y="1572021"/>
                  </a:lnTo>
                  <a:lnTo>
                    <a:pt x="454013" y="1573847"/>
                  </a:lnTo>
                  <a:lnTo>
                    <a:pt x="454560" y="1575752"/>
                  </a:lnTo>
                  <a:lnTo>
                    <a:pt x="455062" y="1577734"/>
                  </a:lnTo>
                  <a:lnTo>
                    <a:pt x="455510" y="1579819"/>
                  </a:lnTo>
                  <a:lnTo>
                    <a:pt x="455906" y="1582007"/>
                  </a:lnTo>
                  <a:lnTo>
                    <a:pt x="456249" y="1584298"/>
                  </a:lnTo>
                  <a:lnTo>
                    <a:pt x="456540" y="1586691"/>
                  </a:lnTo>
                  <a:lnTo>
                    <a:pt x="456777" y="1589187"/>
                  </a:lnTo>
                  <a:lnTo>
                    <a:pt x="456962" y="1591786"/>
                  </a:lnTo>
                  <a:lnTo>
                    <a:pt x="457094" y="1594488"/>
                  </a:lnTo>
                  <a:lnTo>
                    <a:pt x="457173" y="1597292"/>
                  </a:lnTo>
                  <a:close/>
                  <a:moveTo>
                    <a:pt x="444490" y="1600199"/>
                  </a:moveTo>
                  <a:lnTo>
                    <a:pt x="444476" y="1597905"/>
                  </a:lnTo>
                  <a:lnTo>
                    <a:pt x="444434" y="1595691"/>
                  </a:lnTo>
                  <a:lnTo>
                    <a:pt x="444365" y="1593555"/>
                  </a:lnTo>
                  <a:lnTo>
                    <a:pt x="444267" y="1591498"/>
                  </a:lnTo>
                  <a:lnTo>
                    <a:pt x="444142" y="1589521"/>
                  </a:lnTo>
                  <a:lnTo>
                    <a:pt x="443990" y="1587623"/>
                  </a:lnTo>
                  <a:lnTo>
                    <a:pt x="443809" y="1585804"/>
                  </a:lnTo>
                  <a:lnTo>
                    <a:pt x="443601" y="1584064"/>
                  </a:lnTo>
                  <a:lnTo>
                    <a:pt x="443364" y="1582404"/>
                  </a:lnTo>
                  <a:lnTo>
                    <a:pt x="443101" y="1580822"/>
                  </a:lnTo>
                  <a:lnTo>
                    <a:pt x="442810" y="1579298"/>
                  </a:lnTo>
                  <a:lnTo>
                    <a:pt x="442492" y="1577838"/>
                  </a:lnTo>
                  <a:lnTo>
                    <a:pt x="442148" y="1576442"/>
                  </a:lnTo>
                  <a:lnTo>
                    <a:pt x="441778" y="1575110"/>
                  </a:lnTo>
                  <a:lnTo>
                    <a:pt x="441382" y="1573842"/>
                  </a:lnTo>
                  <a:lnTo>
                    <a:pt x="440959" y="1572638"/>
                  </a:lnTo>
                  <a:lnTo>
                    <a:pt x="440509" y="1571497"/>
                  </a:lnTo>
                  <a:lnTo>
                    <a:pt x="440033" y="1570421"/>
                  </a:lnTo>
                  <a:lnTo>
                    <a:pt x="439531" y="1569408"/>
                  </a:lnTo>
                  <a:lnTo>
                    <a:pt x="439003" y="1568459"/>
                  </a:lnTo>
                  <a:lnTo>
                    <a:pt x="438449" y="1567557"/>
                  </a:lnTo>
                  <a:lnTo>
                    <a:pt x="437869" y="1566709"/>
                  </a:lnTo>
                  <a:lnTo>
                    <a:pt x="437265" y="1565917"/>
                  </a:lnTo>
                  <a:lnTo>
                    <a:pt x="436636" y="1565181"/>
                  </a:lnTo>
                  <a:lnTo>
                    <a:pt x="435982" y="1564501"/>
                  </a:lnTo>
                  <a:lnTo>
                    <a:pt x="435302" y="1563876"/>
                  </a:lnTo>
                  <a:lnTo>
                    <a:pt x="434598" y="1563306"/>
                  </a:lnTo>
                  <a:lnTo>
                    <a:pt x="433869" y="1562792"/>
                  </a:lnTo>
                  <a:lnTo>
                    <a:pt x="433115" y="1562334"/>
                  </a:lnTo>
                  <a:lnTo>
                    <a:pt x="432335" y="1561931"/>
                  </a:lnTo>
                  <a:lnTo>
                    <a:pt x="431546" y="1561561"/>
                  </a:lnTo>
                  <a:lnTo>
                    <a:pt x="430735" y="1561231"/>
                  </a:lnTo>
                  <a:lnTo>
                    <a:pt x="429902" y="1560939"/>
                  </a:lnTo>
                  <a:lnTo>
                    <a:pt x="429046" y="1560686"/>
                  </a:lnTo>
                  <a:lnTo>
                    <a:pt x="428168" y="1560472"/>
                  </a:lnTo>
                  <a:lnTo>
                    <a:pt x="427268" y="1560297"/>
                  </a:lnTo>
                  <a:lnTo>
                    <a:pt x="426346" y="1560161"/>
                  </a:lnTo>
                  <a:lnTo>
                    <a:pt x="425401" y="1560064"/>
                  </a:lnTo>
                  <a:lnTo>
                    <a:pt x="424434" y="1560006"/>
                  </a:lnTo>
                  <a:lnTo>
                    <a:pt x="423445" y="1559986"/>
                  </a:lnTo>
                  <a:lnTo>
                    <a:pt x="422402" y="1560006"/>
                  </a:lnTo>
                  <a:lnTo>
                    <a:pt x="421384" y="1560064"/>
                  </a:lnTo>
                  <a:lnTo>
                    <a:pt x="420391" y="1560161"/>
                  </a:lnTo>
                  <a:lnTo>
                    <a:pt x="419423" y="1560297"/>
                  </a:lnTo>
                  <a:lnTo>
                    <a:pt x="418479" y="1560472"/>
                  </a:lnTo>
                  <a:lnTo>
                    <a:pt x="417561" y="1560686"/>
                  </a:lnTo>
                  <a:lnTo>
                    <a:pt x="416668" y="1560939"/>
                  </a:lnTo>
                  <a:lnTo>
                    <a:pt x="415800" y="1561231"/>
                  </a:lnTo>
                  <a:lnTo>
                    <a:pt x="414957" y="1561561"/>
                  </a:lnTo>
                  <a:lnTo>
                    <a:pt x="414139" y="1561931"/>
                  </a:lnTo>
                  <a:lnTo>
                    <a:pt x="413345" y="1562347"/>
                  </a:lnTo>
                  <a:lnTo>
                    <a:pt x="412577" y="1562817"/>
                  </a:lnTo>
                  <a:lnTo>
                    <a:pt x="411834" y="1563341"/>
                  </a:lnTo>
                  <a:lnTo>
                    <a:pt x="411116" y="1563920"/>
                  </a:lnTo>
                  <a:lnTo>
                    <a:pt x="410423" y="1564553"/>
                  </a:lnTo>
                  <a:lnTo>
                    <a:pt x="409755" y="1565240"/>
                  </a:lnTo>
                  <a:lnTo>
                    <a:pt x="409112" y="1565981"/>
                  </a:lnTo>
                  <a:lnTo>
                    <a:pt x="408493" y="1566776"/>
                  </a:lnTo>
                  <a:lnTo>
                    <a:pt x="407900" y="1567625"/>
                  </a:lnTo>
                  <a:lnTo>
                    <a:pt x="407332" y="1568529"/>
                  </a:lnTo>
                  <a:lnTo>
                    <a:pt x="406804" y="1569478"/>
                  </a:lnTo>
                  <a:lnTo>
                    <a:pt x="406301" y="1570490"/>
                  </a:lnTo>
                  <a:lnTo>
                    <a:pt x="405826" y="1571567"/>
                  </a:lnTo>
                  <a:lnTo>
                    <a:pt x="405376" y="1572707"/>
                  </a:lnTo>
                  <a:lnTo>
                    <a:pt x="404953" y="1573911"/>
                  </a:lnTo>
                  <a:lnTo>
                    <a:pt x="404557" y="1575180"/>
                  </a:lnTo>
                  <a:lnTo>
                    <a:pt x="404187" y="1576512"/>
                  </a:lnTo>
                  <a:lnTo>
                    <a:pt x="403843" y="1577908"/>
                  </a:lnTo>
                  <a:lnTo>
                    <a:pt x="403525" y="1579368"/>
                  </a:lnTo>
                  <a:lnTo>
                    <a:pt x="403234" y="1580892"/>
                  </a:lnTo>
                  <a:lnTo>
                    <a:pt x="402971" y="1582472"/>
                  </a:lnTo>
                  <a:lnTo>
                    <a:pt x="402734" y="1584131"/>
                  </a:lnTo>
                  <a:lnTo>
                    <a:pt x="402526" y="1585867"/>
                  </a:lnTo>
                  <a:lnTo>
                    <a:pt x="402345" y="1587681"/>
                  </a:lnTo>
                  <a:lnTo>
                    <a:pt x="402193" y="1589573"/>
                  </a:lnTo>
                  <a:lnTo>
                    <a:pt x="402068" y="1591543"/>
                  </a:lnTo>
                  <a:lnTo>
                    <a:pt x="401970" y="1593590"/>
                  </a:lnTo>
                  <a:lnTo>
                    <a:pt x="401901" y="1595716"/>
                  </a:lnTo>
                  <a:lnTo>
                    <a:pt x="401859" y="1597919"/>
                  </a:lnTo>
                  <a:lnTo>
                    <a:pt x="401845" y="1600199"/>
                  </a:lnTo>
                  <a:lnTo>
                    <a:pt x="401859" y="1602414"/>
                  </a:lnTo>
                  <a:lnTo>
                    <a:pt x="401901" y="1604558"/>
                  </a:lnTo>
                  <a:lnTo>
                    <a:pt x="401970" y="1606632"/>
                  </a:lnTo>
                  <a:lnTo>
                    <a:pt x="402068" y="1608634"/>
                  </a:lnTo>
                  <a:lnTo>
                    <a:pt x="402193" y="1610565"/>
                  </a:lnTo>
                  <a:lnTo>
                    <a:pt x="402345" y="1612426"/>
                  </a:lnTo>
                  <a:lnTo>
                    <a:pt x="402526" y="1614216"/>
                  </a:lnTo>
                  <a:lnTo>
                    <a:pt x="402734" y="1615935"/>
                  </a:lnTo>
                  <a:lnTo>
                    <a:pt x="402971" y="1617583"/>
                  </a:lnTo>
                  <a:lnTo>
                    <a:pt x="403234" y="1619160"/>
                  </a:lnTo>
                  <a:lnTo>
                    <a:pt x="403539" y="1620672"/>
                  </a:lnTo>
                  <a:lnTo>
                    <a:pt x="403868" y="1622124"/>
                  </a:lnTo>
                  <a:lnTo>
                    <a:pt x="404222" y="1623517"/>
                  </a:lnTo>
                  <a:lnTo>
                    <a:pt x="404601" y="1624850"/>
                  </a:lnTo>
                  <a:lnTo>
                    <a:pt x="405005" y="1626123"/>
                  </a:lnTo>
                  <a:lnTo>
                    <a:pt x="405435" y="1627336"/>
                  </a:lnTo>
                  <a:lnTo>
                    <a:pt x="405889" y="1628490"/>
                  </a:lnTo>
                  <a:lnTo>
                    <a:pt x="406368" y="1629584"/>
                  </a:lnTo>
                  <a:lnTo>
                    <a:pt x="406872" y="1630618"/>
                  </a:lnTo>
                  <a:lnTo>
                    <a:pt x="407402" y="1631592"/>
                  </a:lnTo>
                  <a:lnTo>
                    <a:pt x="407969" y="1632497"/>
                  </a:lnTo>
                  <a:lnTo>
                    <a:pt x="408560" y="1633351"/>
                  </a:lnTo>
                  <a:lnTo>
                    <a:pt x="409175" y="1634153"/>
                  </a:lnTo>
                  <a:lnTo>
                    <a:pt x="409813" y="1634904"/>
                  </a:lnTo>
                  <a:lnTo>
                    <a:pt x="410475" y="1635603"/>
                  </a:lnTo>
                  <a:lnTo>
                    <a:pt x="411160" y="1636251"/>
                  </a:lnTo>
                  <a:lnTo>
                    <a:pt x="411870" y="1636848"/>
                  </a:lnTo>
                  <a:lnTo>
                    <a:pt x="412602" y="1637393"/>
                  </a:lnTo>
                  <a:lnTo>
                    <a:pt x="413359" y="1637887"/>
                  </a:lnTo>
                  <a:lnTo>
                    <a:pt x="414139" y="1638329"/>
                  </a:lnTo>
                  <a:lnTo>
                    <a:pt x="414941" y="1638712"/>
                  </a:lnTo>
                  <a:lnTo>
                    <a:pt x="415767" y="1639054"/>
                  </a:lnTo>
                  <a:lnTo>
                    <a:pt x="416614" y="1639356"/>
                  </a:lnTo>
                  <a:lnTo>
                    <a:pt x="417483" y="1639618"/>
                  </a:lnTo>
                  <a:lnTo>
                    <a:pt x="418375" y="1639840"/>
                  </a:lnTo>
                  <a:lnTo>
                    <a:pt x="419289" y="1640021"/>
                  </a:lnTo>
                  <a:lnTo>
                    <a:pt x="420225" y="1640162"/>
                  </a:lnTo>
                  <a:lnTo>
                    <a:pt x="421184" y="1640263"/>
                  </a:lnTo>
                  <a:lnTo>
                    <a:pt x="422165" y="1640323"/>
                  </a:lnTo>
                  <a:lnTo>
                    <a:pt x="423167" y="1640343"/>
                  </a:lnTo>
                  <a:lnTo>
                    <a:pt x="424144" y="1640323"/>
                  </a:lnTo>
                  <a:lnTo>
                    <a:pt x="425101" y="1640263"/>
                  </a:lnTo>
                  <a:lnTo>
                    <a:pt x="426039" y="1640162"/>
                  </a:lnTo>
                  <a:lnTo>
                    <a:pt x="426957" y="1640021"/>
                  </a:lnTo>
                  <a:lnTo>
                    <a:pt x="427856" y="1639840"/>
                  </a:lnTo>
                  <a:lnTo>
                    <a:pt x="428735" y="1639618"/>
                  </a:lnTo>
                  <a:lnTo>
                    <a:pt x="429595" y="1639356"/>
                  </a:lnTo>
                  <a:lnTo>
                    <a:pt x="430435" y="1639054"/>
                  </a:lnTo>
                  <a:lnTo>
                    <a:pt x="431256" y="1638712"/>
                  </a:lnTo>
                  <a:lnTo>
                    <a:pt x="432057" y="1638329"/>
                  </a:lnTo>
                  <a:lnTo>
                    <a:pt x="432837" y="1637887"/>
                  </a:lnTo>
                  <a:lnTo>
                    <a:pt x="433591" y="1637393"/>
                  </a:lnTo>
                  <a:lnTo>
                    <a:pt x="434320" y="1636848"/>
                  </a:lnTo>
                  <a:lnTo>
                    <a:pt x="435025" y="1636251"/>
                  </a:lnTo>
                  <a:lnTo>
                    <a:pt x="435704" y="1635603"/>
                  </a:lnTo>
                  <a:lnTo>
                    <a:pt x="436358" y="1634904"/>
                  </a:lnTo>
                  <a:lnTo>
                    <a:pt x="436987" y="1634153"/>
                  </a:lnTo>
                  <a:lnTo>
                    <a:pt x="437591" y="1633351"/>
                  </a:lnTo>
                  <a:lnTo>
                    <a:pt x="438171" y="1632497"/>
                  </a:lnTo>
                  <a:lnTo>
                    <a:pt x="438725" y="1631592"/>
                  </a:lnTo>
                  <a:lnTo>
                    <a:pt x="439267" y="1630618"/>
                  </a:lnTo>
                  <a:lnTo>
                    <a:pt x="439783" y="1629584"/>
                  </a:lnTo>
                  <a:lnTo>
                    <a:pt x="440273" y="1628490"/>
                  </a:lnTo>
                  <a:lnTo>
                    <a:pt x="440736" y="1627336"/>
                  </a:lnTo>
                  <a:lnTo>
                    <a:pt x="441173" y="1626123"/>
                  </a:lnTo>
                  <a:lnTo>
                    <a:pt x="441584" y="1624850"/>
                  </a:lnTo>
                  <a:lnTo>
                    <a:pt x="441968" y="1623517"/>
                  </a:lnTo>
                  <a:lnTo>
                    <a:pt x="442325" y="1622124"/>
                  </a:lnTo>
                  <a:lnTo>
                    <a:pt x="442657" y="1620672"/>
                  </a:lnTo>
                  <a:lnTo>
                    <a:pt x="442962" y="1619160"/>
                  </a:lnTo>
                  <a:lnTo>
                    <a:pt x="443252" y="1617583"/>
                  </a:lnTo>
                  <a:lnTo>
                    <a:pt x="443512" y="1615935"/>
                  </a:lnTo>
                  <a:lnTo>
                    <a:pt x="443741" y="1614216"/>
                  </a:lnTo>
                  <a:lnTo>
                    <a:pt x="443940" y="1612426"/>
                  </a:lnTo>
                  <a:lnTo>
                    <a:pt x="444108" y="1610565"/>
                  </a:lnTo>
                  <a:lnTo>
                    <a:pt x="444245" y="1608634"/>
                  </a:lnTo>
                  <a:lnTo>
                    <a:pt x="444352" y="1606632"/>
                  </a:lnTo>
                  <a:lnTo>
                    <a:pt x="444428" y="1604558"/>
                  </a:lnTo>
                  <a:lnTo>
                    <a:pt x="444474" y="1602414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h39"/>
            <p:cNvSpPr/>
            <p:nvPr/>
          </p:nvSpPr>
          <p:spPr>
            <a:xfrm>
              <a:off x="364929" y="842713"/>
              <a:ext cx="457200" cy="1628606"/>
            </a:xfrm>
            <a:custGeom>
              <a:avLst/>
              <a:pathLst>
                <a:path w="457200" h="1628606">
                  <a:moveTo>
                    <a:pt x="457200" y="1600200"/>
                  </a:moveTo>
                  <a:lnTo>
                    <a:pt x="457177" y="1601532"/>
                  </a:lnTo>
                  <a:lnTo>
                    <a:pt x="457111" y="1602836"/>
                  </a:lnTo>
                  <a:lnTo>
                    <a:pt x="456999" y="1604110"/>
                  </a:lnTo>
                  <a:lnTo>
                    <a:pt x="456844" y="1605356"/>
                  </a:lnTo>
                  <a:lnTo>
                    <a:pt x="456644" y="1606572"/>
                  </a:lnTo>
                  <a:lnTo>
                    <a:pt x="456399" y="1607759"/>
                  </a:lnTo>
                  <a:lnTo>
                    <a:pt x="456110" y="1608917"/>
                  </a:lnTo>
                  <a:lnTo>
                    <a:pt x="455777" y="1610045"/>
                  </a:lnTo>
                  <a:lnTo>
                    <a:pt x="455399" y="1611145"/>
                  </a:lnTo>
                  <a:lnTo>
                    <a:pt x="454977" y="1612215"/>
                  </a:lnTo>
                  <a:lnTo>
                    <a:pt x="454526" y="1613255"/>
                  </a:lnTo>
                  <a:lnTo>
                    <a:pt x="454032" y="1614262"/>
                  </a:lnTo>
                  <a:lnTo>
                    <a:pt x="453498" y="1615238"/>
                  </a:lnTo>
                  <a:lnTo>
                    <a:pt x="452921" y="1616182"/>
                  </a:lnTo>
                  <a:lnTo>
                    <a:pt x="452303" y="1617094"/>
                  </a:lnTo>
                  <a:lnTo>
                    <a:pt x="451643" y="1617974"/>
                  </a:lnTo>
                  <a:lnTo>
                    <a:pt x="450942" y="1618822"/>
                  </a:lnTo>
                  <a:lnTo>
                    <a:pt x="450199" y="1619638"/>
                  </a:lnTo>
                  <a:lnTo>
                    <a:pt x="449414" y="1620422"/>
                  </a:lnTo>
                  <a:lnTo>
                    <a:pt x="448587" y="1621174"/>
                  </a:lnTo>
                  <a:lnTo>
                    <a:pt x="447733" y="1621880"/>
                  </a:lnTo>
                  <a:lnTo>
                    <a:pt x="446837" y="1622552"/>
                  </a:lnTo>
                  <a:lnTo>
                    <a:pt x="445899" y="1623191"/>
                  </a:lnTo>
                  <a:lnTo>
                    <a:pt x="444920" y="1623797"/>
                  </a:lnTo>
                  <a:lnTo>
                    <a:pt x="443899" y="1624369"/>
                  </a:lnTo>
                  <a:lnTo>
                    <a:pt x="442837" y="1624908"/>
                  </a:lnTo>
                  <a:lnTo>
                    <a:pt x="441732" y="1625414"/>
                  </a:lnTo>
                  <a:lnTo>
                    <a:pt x="440586" y="1625886"/>
                  </a:lnTo>
                  <a:lnTo>
                    <a:pt x="439399" y="1626325"/>
                  </a:lnTo>
                  <a:lnTo>
                    <a:pt x="438169" y="1626731"/>
                  </a:lnTo>
                  <a:lnTo>
                    <a:pt x="436915" y="1627087"/>
                  </a:lnTo>
                  <a:lnTo>
                    <a:pt x="435625" y="1627406"/>
                  </a:lnTo>
                  <a:lnTo>
                    <a:pt x="434298" y="1627687"/>
                  </a:lnTo>
                  <a:lnTo>
                    <a:pt x="432935" y="1627931"/>
                  </a:lnTo>
                  <a:lnTo>
                    <a:pt x="431537" y="1628137"/>
                  </a:lnTo>
                  <a:lnTo>
                    <a:pt x="430102" y="1628306"/>
                  </a:lnTo>
                  <a:lnTo>
                    <a:pt x="428631" y="1628437"/>
                  </a:lnTo>
                  <a:lnTo>
                    <a:pt x="427124" y="1628531"/>
                  </a:lnTo>
                  <a:lnTo>
                    <a:pt x="425580" y="1628587"/>
                  </a:lnTo>
                  <a:lnTo>
                    <a:pt x="424001" y="1628606"/>
                  </a:lnTo>
                  <a:lnTo>
                    <a:pt x="422210" y="1628584"/>
                  </a:lnTo>
                  <a:lnTo>
                    <a:pt x="420475" y="1628517"/>
                  </a:lnTo>
                  <a:lnTo>
                    <a:pt x="418798" y="1628406"/>
                  </a:lnTo>
                  <a:lnTo>
                    <a:pt x="417178" y="1628250"/>
                  </a:lnTo>
                  <a:lnTo>
                    <a:pt x="415614" y="1628050"/>
                  </a:lnTo>
                  <a:lnTo>
                    <a:pt x="414108" y="1627806"/>
                  </a:lnTo>
                  <a:lnTo>
                    <a:pt x="412659" y="1627517"/>
                  </a:lnTo>
                  <a:lnTo>
                    <a:pt x="411266" y="1627183"/>
                  </a:lnTo>
                  <a:lnTo>
                    <a:pt x="409930" y="1626806"/>
                  </a:lnTo>
                  <a:lnTo>
                    <a:pt x="408652" y="1626383"/>
                  </a:lnTo>
                  <a:lnTo>
                    <a:pt x="407437" y="1625911"/>
                  </a:lnTo>
                  <a:lnTo>
                    <a:pt x="406265" y="1625411"/>
                  </a:lnTo>
                  <a:lnTo>
                    <a:pt x="405137" y="1624883"/>
                  </a:lnTo>
                  <a:lnTo>
                    <a:pt x="404051" y="1624328"/>
                  </a:lnTo>
                  <a:lnTo>
                    <a:pt x="403009" y="1623744"/>
                  </a:lnTo>
                  <a:lnTo>
                    <a:pt x="402009" y="1623133"/>
                  </a:lnTo>
                  <a:lnTo>
                    <a:pt x="401053" y="1622494"/>
                  </a:lnTo>
                  <a:lnTo>
                    <a:pt x="400140" y="1621827"/>
                  </a:lnTo>
                  <a:lnTo>
                    <a:pt x="399269" y="1621133"/>
                  </a:lnTo>
                  <a:lnTo>
                    <a:pt x="398442" y="1620410"/>
                  </a:lnTo>
                  <a:lnTo>
                    <a:pt x="397657" y="1619651"/>
                  </a:lnTo>
                  <a:lnTo>
                    <a:pt x="396911" y="1618871"/>
                  </a:lnTo>
                  <a:lnTo>
                    <a:pt x="396206" y="1618073"/>
                  </a:lnTo>
                  <a:lnTo>
                    <a:pt x="395542" y="1617254"/>
                  </a:lnTo>
                  <a:lnTo>
                    <a:pt x="394917" y="1616417"/>
                  </a:lnTo>
                  <a:lnTo>
                    <a:pt x="394333" y="1615560"/>
                  </a:lnTo>
                  <a:lnTo>
                    <a:pt x="393789" y="1614683"/>
                  </a:lnTo>
                  <a:lnTo>
                    <a:pt x="393286" y="1613787"/>
                  </a:lnTo>
                  <a:lnTo>
                    <a:pt x="392823" y="1612872"/>
                  </a:lnTo>
                  <a:lnTo>
                    <a:pt x="392400" y="1611937"/>
                  </a:lnTo>
                  <a:lnTo>
                    <a:pt x="392011" y="1610976"/>
                  </a:lnTo>
                  <a:lnTo>
                    <a:pt x="391650" y="1610009"/>
                  </a:lnTo>
                  <a:lnTo>
                    <a:pt x="391316" y="1609037"/>
                  </a:lnTo>
                  <a:lnTo>
                    <a:pt x="391011" y="1608059"/>
                  </a:lnTo>
                  <a:lnTo>
                    <a:pt x="390733" y="1607075"/>
                  </a:lnTo>
                  <a:lnTo>
                    <a:pt x="390483" y="1606086"/>
                  </a:lnTo>
                  <a:lnTo>
                    <a:pt x="390261" y="1605092"/>
                  </a:lnTo>
                  <a:lnTo>
                    <a:pt x="390066" y="1604092"/>
                  </a:lnTo>
                  <a:lnTo>
                    <a:pt x="389899" y="1603086"/>
                  </a:lnTo>
                  <a:lnTo>
                    <a:pt x="389761" y="1602075"/>
                  </a:lnTo>
                  <a:lnTo>
                    <a:pt x="402679" y="1600894"/>
                  </a:lnTo>
                  <a:lnTo>
                    <a:pt x="402799" y="1601665"/>
                  </a:lnTo>
                  <a:lnTo>
                    <a:pt x="402937" y="1602422"/>
                  </a:lnTo>
                  <a:lnTo>
                    <a:pt x="403093" y="1603165"/>
                  </a:lnTo>
                  <a:lnTo>
                    <a:pt x="403268" y="1603894"/>
                  </a:lnTo>
                  <a:lnTo>
                    <a:pt x="403460" y="1604610"/>
                  </a:lnTo>
                  <a:lnTo>
                    <a:pt x="403671" y="1605311"/>
                  </a:lnTo>
                  <a:lnTo>
                    <a:pt x="403899" y="1605999"/>
                  </a:lnTo>
                  <a:lnTo>
                    <a:pt x="404146" y="1606673"/>
                  </a:lnTo>
                  <a:lnTo>
                    <a:pt x="404410" y="1607332"/>
                  </a:lnTo>
                  <a:lnTo>
                    <a:pt x="404693" y="1607978"/>
                  </a:lnTo>
                  <a:lnTo>
                    <a:pt x="405009" y="1608608"/>
                  </a:lnTo>
                  <a:lnTo>
                    <a:pt x="405346" y="1609220"/>
                  </a:lnTo>
                  <a:lnTo>
                    <a:pt x="405703" y="1609814"/>
                  </a:lnTo>
                  <a:lnTo>
                    <a:pt x="406082" y="1610390"/>
                  </a:lnTo>
                  <a:lnTo>
                    <a:pt x="406481" y="1610947"/>
                  </a:lnTo>
                  <a:lnTo>
                    <a:pt x="406902" y="1611487"/>
                  </a:lnTo>
                  <a:lnTo>
                    <a:pt x="407343" y="1612009"/>
                  </a:lnTo>
                  <a:lnTo>
                    <a:pt x="407804" y="1612512"/>
                  </a:lnTo>
                  <a:lnTo>
                    <a:pt x="408287" y="1612998"/>
                  </a:lnTo>
                  <a:lnTo>
                    <a:pt x="408791" y="1613465"/>
                  </a:lnTo>
                  <a:lnTo>
                    <a:pt x="409316" y="1613913"/>
                  </a:lnTo>
                  <a:lnTo>
                    <a:pt x="409866" y="1614340"/>
                  </a:lnTo>
                  <a:lnTo>
                    <a:pt x="410439" y="1614746"/>
                  </a:lnTo>
                  <a:lnTo>
                    <a:pt x="411035" y="1615132"/>
                  </a:lnTo>
                  <a:lnTo>
                    <a:pt x="411656" y="1615497"/>
                  </a:lnTo>
                  <a:lnTo>
                    <a:pt x="412299" y="1615840"/>
                  </a:lnTo>
                  <a:lnTo>
                    <a:pt x="412967" y="1616163"/>
                  </a:lnTo>
                  <a:lnTo>
                    <a:pt x="413658" y="1616465"/>
                  </a:lnTo>
                  <a:lnTo>
                    <a:pt x="414373" y="1616747"/>
                  </a:lnTo>
                  <a:lnTo>
                    <a:pt x="415111" y="1617007"/>
                  </a:lnTo>
                  <a:lnTo>
                    <a:pt x="415875" y="1617245"/>
                  </a:lnTo>
                  <a:lnTo>
                    <a:pt x="416667" y="1617457"/>
                  </a:lnTo>
                  <a:lnTo>
                    <a:pt x="417486" y="1617645"/>
                  </a:lnTo>
                  <a:lnTo>
                    <a:pt x="418334" y="1617807"/>
                  </a:lnTo>
                  <a:lnTo>
                    <a:pt x="419209" y="1617945"/>
                  </a:lnTo>
                  <a:lnTo>
                    <a:pt x="420112" y="1618057"/>
                  </a:lnTo>
                  <a:lnTo>
                    <a:pt x="421042" y="1618145"/>
                  </a:lnTo>
                  <a:lnTo>
                    <a:pt x="422001" y="1618207"/>
                  </a:lnTo>
                  <a:lnTo>
                    <a:pt x="422987" y="1618245"/>
                  </a:lnTo>
                  <a:lnTo>
                    <a:pt x="424001" y="1618257"/>
                  </a:lnTo>
                  <a:lnTo>
                    <a:pt x="425849" y="1618211"/>
                  </a:lnTo>
                  <a:lnTo>
                    <a:pt x="427615" y="1618071"/>
                  </a:lnTo>
                  <a:lnTo>
                    <a:pt x="429299" y="1617839"/>
                  </a:lnTo>
                  <a:lnTo>
                    <a:pt x="430902" y="1617513"/>
                  </a:lnTo>
                  <a:lnTo>
                    <a:pt x="432422" y="1617094"/>
                  </a:lnTo>
                  <a:lnTo>
                    <a:pt x="433860" y="1616582"/>
                  </a:lnTo>
                  <a:lnTo>
                    <a:pt x="435217" y="1615977"/>
                  </a:lnTo>
                  <a:lnTo>
                    <a:pt x="436491" y="1615279"/>
                  </a:lnTo>
                  <a:lnTo>
                    <a:pt x="437684" y="1614488"/>
                  </a:lnTo>
                  <a:lnTo>
                    <a:pt x="438794" y="1613604"/>
                  </a:lnTo>
                  <a:lnTo>
                    <a:pt x="439824" y="1612628"/>
                  </a:lnTo>
                  <a:lnTo>
                    <a:pt x="440745" y="1611562"/>
                  </a:lnTo>
                  <a:lnTo>
                    <a:pt x="441557" y="1610406"/>
                  </a:lnTo>
                  <a:lnTo>
                    <a:pt x="442262" y="1609159"/>
                  </a:lnTo>
                  <a:lnTo>
                    <a:pt x="442857" y="1607822"/>
                  </a:lnTo>
                  <a:lnTo>
                    <a:pt x="443345" y="1606395"/>
                  </a:lnTo>
                  <a:lnTo>
                    <a:pt x="443724" y="1604877"/>
                  </a:lnTo>
                  <a:lnTo>
                    <a:pt x="443995" y="1603269"/>
                  </a:lnTo>
                  <a:lnTo>
                    <a:pt x="444158" y="1601571"/>
                  </a:lnTo>
                  <a:lnTo>
                    <a:pt x="444212" y="1599783"/>
                  </a:lnTo>
                  <a:lnTo>
                    <a:pt x="444187" y="1598721"/>
                  </a:lnTo>
                  <a:lnTo>
                    <a:pt x="444115" y="1597702"/>
                  </a:lnTo>
                  <a:lnTo>
                    <a:pt x="443993" y="1596726"/>
                  </a:lnTo>
                  <a:lnTo>
                    <a:pt x="443823" y="1595793"/>
                  </a:lnTo>
                  <a:lnTo>
                    <a:pt x="443604" y="1594904"/>
                  </a:lnTo>
                  <a:lnTo>
                    <a:pt x="443337" y="1594057"/>
                  </a:lnTo>
                  <a:lnTo>
                    <a:pt x="443021" y="1593253"/>
                  </a:lnTo>
                  <a:lnTo>
                    <a:pt x="442656" y="1592493"/>
                  </a:lnTo>
                  <a:lnTo>
                    <a:pt x="442243" y="1591776"/>
                  </a:lnTo>
                  <a:lnTo>
                    <a:pt x="441781" y="1591101"/>
                  </a:lnTo>
                  <a:lnTo>
                    <a:pt x="441296" y="1590450"/>
                  </a:lnTo>
                  <a:lnTo>
                    <a:pt x="440786" y="1589829"/>
                  </a:lnTo>
                  <a:lnTo>
                    <a:pt x="440252" y="1589238"/>
                  </a:lnTo>
                  <a:lnTo>
                    <a:pt x="439692" y="1588679"/>
                  </a:lnTo>
                  <a:lnTo>
                    <a:pt x="439107" y="1588149"/>
                  </a:lnTo>
                  <a:lnTo>
                    <a:pt x="438497" y="1587651"/>
                  </a:lnTo>
                  <a:lnTo>
                    <a:pt x="437862" y="1587183"/>
                  </a:lnTo>
                  <a:lnTo>
                    <a:pt x="437203" y="1586745"/>
                  </a:lnTo>
                  <a:lnTo>
                    <a:pt x="436518" y="1586338"/>
                  </a:lnTo>
                  <a:lnTo>
                    <a:pt x="435808" y="1585962"/>
                  </a:lnTo>
                  <a:lnTo>
                    <a:pt x="435093" y="1585599"/>
                  </a:lnTo>
                  <a:lnTo>
                    <a:pt x="434363" y="1585262"/>
                  </a:lnTo>
                  <a:lnTo>
                    <a:pt x="433620" y="1584949"/>
                  </a:lnTo>
                  <a:lnTo>
                    <a:pt x="432863" y="1584661"/>
                  </a:lnTo>
                  <a:lnTo>
                    <a:pt x="432092" y="1584399"/>
                  </a:lnTo>
                  <a:lnTo>
                    <a:pt x="431307" y="1584161"/>
                  </a:lnTo>
                  <a:lnTo>
                    <a:pt x="430509" y="1583949"/>
                  </a:lnTo>
                  <a:lnTo>
                    <a:pt x="429696" y="1583761"/>
                  </a:lnTo>
                  <a:lnTo>
                    <a:pt x="428870" y="1583599"/>
                  </a:lnTo>
                  <a:lnTo>
                    <a:pt x="428029" y="1583461"/>
                  </a:lnTo>
                  <a:lnTo>
                    <a:pt x="427202" y="1583343"/>
                  </a:lnTo>
                  <a:lnTo>
                    <a:pt x="426387" y="1583236"/>
                  </a:lnTo>
                  <a:lnTo>
                    <a:pt x="425585" y="1583143"/>
                  </a:lnTo>
                  <a:lnTo>
                    <a:pt x="424795" y="1583061"/>
                  </a:lnTo>
                  <a:lnTo>
                    <a:pt x="424018" y="1582992"/>
                  </a:lnTo>
                  <a:lnTo>
                    <a:pt x="423254" y="1582936"/>
                  </a:lnTo>
                  <a:lnTo>
                    <a:pt x="422501" y="1582892"/>
                  </a:lnTo>
                  <a:lnTo>
                    <a:pt x="421762" y="1582861"/>
                  </a:lnTo>
                  <a:lnTo>
                    <a:pt x="421035" y="1582842"/>
                  </a:lnTo>
                  <a:lnTo>
                    <a:pt x="420320" y="1582836"/>
                  </a:lnTo>
                  <a:lnTo>
                    <a:pt x="413236" y="1582836"/>
                  </a:lnTo>
                  <a:lnTo>
                    <a:pt x="413236" y="1572002"/>
                  </a:lnTo>
                  <a:lnTo>
                    <a:pt x="420042" y="1572002"/>
                  </a:lnTo>
                  <a:lnTo>
                    <a:pt x="420753" y="1571995"/>
                  </a:lnTo>
                  <a:lnTo>
                    <a:pt x="421470" y="1571974"/>
                  </a:lnTo>
                  <a:lnTo>
                    <a:pt x="422192" y="1571939"/>
                  </a:lnTo>
                  <a:lnTo>
                    <a:pt x="422920" y="1571890"/>
                  </a:lnTo>
                  <a:lnTo>
                    <a:pt x="423654" y="1571828"/>
                  </a:lnTo>
                  <a:lnTo>
                    <a:pt x="424393" y="1571752"/>
                  </a:lnTo>
                  <a:lnTo>
                    <a:pt x="425137" y="1571661"/>
                  </a:lnTo>
                  <a:lnTo>
                    <a:pt x="425887" y="1571557"/>
                  </a:lnTo>
                  <a:lnTo>
                    <a:pt x="426643" y="1571439"/>
                  </a:lnTo>
                  <a:lnTo>
                    <a:pt x="427404" y="1571307"/>
                  </a:lnTo>
                  <a:lnTo>
                    <a:pt x="428161" y="1571143"/>
                  </a:lnTo>
                  <a:lnTo>
                    <a:pt x="428904" y="1570957"/>
                  </a:lnTo>
                  <a:lnTo>
                    <a:pt x="429634" y="1570749"/>
                  </a:lnTo>
                  <a:lnTo>
                    <a:pt x="430349" y="1570518"/>
                  </a:lnTo>
                  <a:lnTo>
                    <a:pt x="431050" y="1570265"/>
                  </a:lnTo>
                  <a:lnTo>
                    <a:pt x="431738" y="1569990"/>
                  </a:lnTo>
                  <a:lnTo>
                    <a:pt x="432412" y="1569693"/>
                  </a:lnTo>
                  <a:lnTo>
                    <a:pt x="433071" y="1569373"/>
                  </a:lnTo>
                  <a:lnTo>
                    <a:pt x="433717" y="1569032"/>
                  </a:lnTo>
                  <a:lnTo>
                    <a:pt x="434349" y="1568668"/>
                  </a:lnTo>
                  <a:lnTo>
                    <a:pt x="434977" y="1568266"/>
                  </a:lnTo>
                  <a:lnTo>
                    <a:pt x="435580" y="1567837"/>
                  </a:lnTo>
                  <a:lnTo>
                    <a:pt x="436160" y="1567382"/>
                  </a:lnTo>
                  <a:lnTo>
                    <a:pt x="436716" y="1566901"/>
                  </a:lnTo>
                  <a:lnTo>
                    <a:pt x="437249" y="1566393"/>
                  </a:lnTo>
                  <a:lnTo>
                    <a:pt x="437758" y="1565859"/>
                  </a:lnTo>
                  <a:lnTo>
                    <a:pt x="438244" y="1565299"/>
                  </a:lnTo>
                  <a:lnTo>
                    <a:pt x="438706" y="1564712"/>
                  </a:lnTo>
                  <a:lnTo>
                    <a:pt x="439144" y="1564098"/>
                  </a:lnTo>
                  <a:lnTo>
                    <a:pt x="439558" y="1563459"/>
                  </a:lnTo>
                  <a:lnTo>
                    <a:pt x="439954" y="1562788"/>
                  </a:lnTo>
                  <a:lnTo>
                    <a:pt x="440309" y="1562081"/>
                  </a:lnTo>
                  <a:lnTo>
                    <a:pt x="440621" y="1561338"/>
                  </a:lnTo>
                  <a:lnTo>
                    <a:pt x="440892" y="1560558"/>
                  </a:lnTo>
                  <a:lnTo>
                    <a:pt x="441121" y="1559743"/>
                  </a:lnTo>
                  <a:lnTo>
                    <a:pt x="441309" y="1558892"/>
                  </a:lnTo>
                  <a:lnTo>
                    <a:pt x="441454" y="1558004"/>
                  </a:lnTo>
                  <a:lnTo>
                    <a:pt x="441559" y="1557080"/>
                  </a:lnTo>
                  <a:lnTo>
                    <a:pt x="441621" y="1556120"/>
                  </a:lnTo>
                  <a:lnTo>
                    <a:pt x="441642" y="1555124"/>
                  </a:lnTo>
                  <a:lnTo>
                    <a:pt x="441595" y="1553588"/>
                  </a:lnTo>
                  <a:lnTo>
                    <a:pt x="441456" y="1552118"/>
                  </a:lnTo>
                  <a:lnTo>
                    <a:pt x="441223" y="1550716"/>
                  </a:lnTo>
                  <a:lnTo>
                    <a:pt x="440897" y="1549379"/>
                  </a:lnTo>
                  <a:lnTo>
                    <a:pt x="440479" y="1548110"/>
                  </a:lnTo>
                  <a:lnTo>
                    <a:pt x="439967" y="1546907"/>
                  </a:lnTo>
                  <a:lnTo>
                    <a:pt x="439362" y="1545770"/>
                  </a:lnTo>
                  <a:lnTo>
                    <a:pt x="438664" y="1544701"/>
                  </a:lnTo>
                  <a:lnTo>
                    <a:pt x="437873" y="1543698"/>
                  </a:lnTo>
                  <a:lnTo>
                    <a:pt x="436989" y="1542762"/>
                  </a:lnTo>
                  <a:lnTo>
                    <a:pt x="436027" y="1541891"/>
                  </a:lnTo>
                  <a:lnTo>
                    <a:pt x="434975" y="1541112"/>
                  </a:lnTo>
                  <a:lnTo>
                    <a:pt x="433832" y="1540424"/>
                  </a:lnTo>
                  <a:lnTo>
                    <a:pt x="432599" y="1539828"/>
                  </a:lnTo>
                  <a:lnTo>
                    <a:pt x="431276" y="1539324"/>
                  </a:lnTo>
                  <a:lnTo>
                    <a:pt x="429863" y="1538911"/>
                  </a:lnTo>
                  <a:lnTo>
                    <a:pt x="428359" y="1538590"/>
                  </a:lnTo>
                  <a:lnTo>
                    <a:pt x="426765" y="1538361"/>
                  </a:lnTo>
                  <a:lnTo>
                    <a:pt x="425081" y="1538224"/>
                  </a:lnTo>
                  <a:lnTo>
                    <a:pt x="423306" y="1538178"/>
                  </a:lnTo>
                  <a:lnTo>
                    <a:pt x="421685" y="1538220"/>
                  </a:lnTo>
                  <a:lnTo>
                    <a:pt x="420125" y="1538347"/>
                  </a:lnTo>
                  <a:lnTo>
                    <a:pt x="418629" y="1538559"/>
                  </a:lnTo>
                  <a:lnTo>
                    <a:pt x="417195" y="1538856"/>
                  </a:lnTo>
                  <a:lnTo>
                    <a:pt x="415823" y="1539237"/>
                  </a:lnTo>
                  <a:lnTo>
                    <a:pt x="414514" y="1539703"/>
                  </a:lnTo>
                  <a:lnTo>
                    <a:pt x="413267" y="1540254"/>
                  </a:lnTo>
                  <a:lnTo>
                    <a:pt x="412083" y="1540889"/>
                  </a:lnTo>
                  <a:lnTo>
                    <a:pt x="410961" y="1541610"/>
                  </a:lnTo>
                  <a:lnTo>
                    <a:pt x="409902" y="1542414"/>
                  </a:lnTo>
                  <a:lnTo>
                    <a:pt x="408930" y="1543297"/>
                  </a:lnTo>
                  <a:lnTo>
                    <a:pt x="408043" y="1544248"/>
                  </a:lnTo>
                  <a:lnTo>
                    <a:pt x="407241" y="1545269"/>
                  </a:lnTo>
                  <a:lnTo>
                    <a:pt x="406524" y="1546359"/>
                  </a:lnTo>
                  <a:lnTo>
                    <a:pt x="405891" y="1547519"/>
                  </a:lnTo>
                  <a:lnTo>
                    <a:pt x="405343" y="1548749"/>
                  </a:lnTo>
                  <a:lnTo>
                    <a:pt x="404880" y="1550047"/>
                  </a:lnTo>
                  <a:lnTo>
                    <a:pt x="404501" y="1551416"/>
                  </a:lnTo>
                  <a:lnTo>
                    <a:pt x="404207" y="1552853"/>
                  </a:lnTo>
                  <a:lnTo>
                    <a:pt x="403998" y="1554360"/>
                  </a:lnTo>
                  <a:lnTo>
                    <a:pt x="391427" y="1553388"/>
                  </a:lnTo>
                  <a:lnTo>
                    <a:pt x="391600" y="1552113"/>
                  </a:lnTo>
                  <a:lnTo>
                    <a:pt x="391814" y="1550871"/>
                  </a:lnTo>
                  <a:lnTo>
                    <a:pt x="392067" y="1549663"/>
                  </a:lnTo>
                  <a:lnTo>
                    <a:pt x="392361" y="1548487"/>
                  </a:lnTo>
                  <a:lnTo>
                    <a:pt x="392695" y="1547346"/>
                  </a:lnTo>
                  <a:lnTo>
                    <a:pt x="393069" y="1546237"/>
                  </a:lnTo>
                  <a:lnTo>
                    <a:pt x="393484" y="1545162"/>
                  </a:lnTo>
                  <a:lnTo>
                    <a:pt x="393939" y="1544120"/>
                  </a:lnTo>
                  <a:lnTo>
                    <a:pt x="394434" y="1543112"/>
                  </a:lnTo>
                  <a:lnTo>
                    <a:pt x="394970" y="1542137"/>
                  </a:lnTo>
                  <a:lnTo>
                    <a:pt x="395540" y="1541195"/>
                  </a:lnTo>
                  <a:lnTo>
                    <a:pt x="396139" y="1540286"/>
                  </a:lnTo>
                  <a:lnTo>
                    <a:pt x="396768" y="1539411"/>
                  </a:lnTo>
                  <a:lnTo>
                    <a:pt x="397425" y="1538570"/>
                  </a:lnTo>
                  <a:lnTo>
                    <a:pt x="398112" y="1537761"/>
                  </a:lnTo>
                  <a:lnTo>
                    <a:pt x="398828" y="1536986"/>
                  </a:lnTo>
                  <a:lnTo>
                    <a:pt x="399574" y="1536244"/>
                  </a:lnTo>
                  <a:lnTo>
                    <a:pt x="400348" y="1535536"/>
                  </a:lnTo>
                  <a:lnTo>
                    <a:pt x="401152" y="1534861"/>
                  </a:lnTo>
                  <a:lnTo>
                    <a:pt x="401984" y="1534219"/>
                  </a:lnTo>
                  <a:lnTo>
                    <a:pt x="402857" y="1533597"/>
                  </a:lnTo>
                  <a:lnTo>
                    <a:pt x="403754" y="1533008"/>
                  </a:lnTo>
                  <a:lnTo>
                    <a:pt x="404674" y="1532452"/>
                  </a:lnTo>
                  <a:lnTo>
                    <a:pt x="405618" y="1531930"/>
                  </a:lnTo>
                  <a:lnTo>
                    <a:pt x="406586" y="1531441"/>
                  </a:lnTo>
                  <a:lnTo>
                    <a:pt x="407577" y="1530985"/>
                  </a:lnTo>
                  <a:lnTo>
                    <a:pt x="408591" y="1530563"/>
                  </a:lnTo>
                  <a:lnTo>
                    <a:pt x="409630" y="1530174"/>
                  </a:lnTo>
                  <a:lnTo>
                    <a:pt x="410692" y="1529818"/>
                  </a:lnTo>
                  <a:lnTo>
                    <a:pt x="411777" y="1529496"/>
                  </a:lnTo>
                  <a:lnTo>
                    <a:pt x="412881" y="1529193"/>
                  </a:lnTo>
                  <a:lnTo>
                    <a:pt x="414000" y="1528921"/>
                  </a:lnTo>
                  <a:lnTo>
                    <a:pt x="415132" y="1528682"/>
                  </a:lnTo>
                  <a:lnTo>
                    <a:pt x="416278" y="1528474"/>
                  </a:lnTo>
                  <a:lnTo>
                    <a:pt x="417438" y="1528298"/>
                  </a:lnTo>
                  <a:lnTo>
                    <a:pt x="418611" y="1528154"/>
                  </a:lnTo>
                  <a:lnTo>
                    <a:pt x="419799" y="1528043"/>
                  </a:lnTo>
                  <a:lnTo>
                    <a:pt x="421001" y="1527963"/>
                  </a:lnTo>
                  <a:lnTo>
                    <a:pt x="422216" y="1527915"/>
                  </a:lnTo>
                  <a:lnTo>
                    <a:pt x="423445" y="1527899"/>
                  </a:lnTo>
                  <a:lnTo>
                    <a:pt x="425061" y="1527920"/>
                  </a:lnTo>
                  <a:lnTo>
                    <a:pt x="426632" y="1527982"/>
                  </a:lnTo>
                  <a:lnTo>
                    <a:pt x="428156" y="1528086"/>
                  </a:lnTo>
                  <a:lnTo>
                    <a:pt x="429635" y="1528232"/>
                  </a:lnTo>
                  <a:lnTo>
                    <a:pt x="431068" y="1528420"/>
                  </a:lnTo>
                  <a:lnTo>
                    <a:pt x="432455" y="1528649"/>
                  </a:lnTo>
                  <a:lnTo>
                    <a:pt x="433796" y="1528920"/>
                  </a:lnTo>
                  <a:lnTo>
                    <a:pt x="435091" y="1529232"/>
                  </a:lnTo>
                  <a:lnTo>
                    <a:pt x="436341" y="1529587"/>
                  </a:lnTo>
                  <a:lnTo>
                    <a:pt x="437544" y="1529982"/>
                  </a:lnTo>
                  <a:lnTo>
                    <a:pt x="438703" y="1530400"/>
                  </a:lnTo>
                  <a:lnTo>
                    <a:pt x="439820" y="1530849"/>
                  </a:lnTo>
                  <a:lnTo>
                    <a:pt x="440893" y="1531328"/>
                  </a:lnTo>
                  <a:lnTo>
                    <a:pt x="441923" y="1531838"/>
                  </a:lnTo>
                  <a:lnTo>
                    <a:pt x="442910" y="1532379"/>
                  </a:lnTo>
                  <a:lnTo>
                    <a:pt x="443853" y="1532949"/>
                  </a:lnTo>
                  <a:lnTo>
                    <a:pt x="444754" y="1533551"/>
                  </a:lnTo>
                  <a:lnTo>
                    <a:pt x="445612" y="1534183"/>
                  </a:lnTo>
                  <a:lnTo>
                    <a:pt x="446427" y="1534845"/>
                  </a:lnTo>
                  <a:lnTo>
                    <a:pt x="447198" y="1535539"/>
                  </a:lnTo>
                  <a:lnTo>
                    <a:pt x="447928" y="1536246"/>
                  </a:lnTo>
                  <a:lnTo>
                    <a:pt x="448618" y="1536978"/>
                  </a:lnTo>
                  <a:lnTo>
                    <a:pt x="449267" y="1537735"/>
                  </a:lnTo>
                  <a:lnTo>
                    <a:pt x="449876" y="1538517"/>
                  </a:lnTo>
                  <a:lnTo>
                    <a:pt x="450445" y="1539324"/>
                  </a:lnTo>
                  <a:lnTo>
                    <a:pt x="450974" y="1540156"/>
                  </a:lnTo>
                  <a:lnTo>
                    <a:pt x="451462" y="1541013"/>
                  </a:lnTo>
                  <a:lnTo>
                    <a:pt x="451910" y="1541895"/>
                  </a:lnTo>
                  <a:lnTo>
                    <a:pt x="452318" y="1542802"/>
                  </a:lnTo>
                  <a:lnTo>
                    <a:pt x="452685" y="1543734"/>
                  </a:lnTo>
                  <a:lnTo>
                    <a:pt x="453028" y="1544685"/>
                  </a:lnTo>
                  <a:lnTo>
                    <a:pt x="453335" y="1545648"/>
                  </a:lnTo>
                  <a:lnTo>
                    <a:pt x="453606" y="1546624"/>
                  </a:lnTo>
                  <a:lnTo>
                    <a:pt x="453841" y="1547612"/>
                  </a:lnTo>
                  <a:lnTo>
                    <a:pt x="454039" y="1548613"/>
                  </a:lnTo>
                  <a:lnTo>
                    <a:pt x="454202" y="1549627"/>
                  </a:lnTo>
                  <a:lnTo>
                    <a:pt x="454328" y="1550652"/>
                  </a:lnTo>
                  <a:lnTo>
                    <a:pt x="454419" y="1551691"/>
                  </a:lnTo>
                  <a:lnTo>
                    <a:pt x="454473" y="1552741"/>
                  </a:lnTo>
                  <a:lnTo>
                    <a:pt x="454491" y="1553805"/>
                  </a:lnTo>
                  <a:lnTo>
                    <a:pt x="454479" y="1554660"/>
                  </a:lnTo>
                  <a:lnTo>
                    <a:pt x="454444" y="1555505"/>
                  </a:lnTo>
                  <a:lnTo>
                    <a:pt x="454385" y="1556338"/>
                  </a:lnTo>
                  <a:lnTo>
                    <a:pt x="454302" y="1557161"/>
                  </a:lnTo>
                  <a:lnTo>
                    <a:pt x="454196" y="1557972"/>
                  </a:lnTo>
                  <a:lnTo>
                    <a:pt x="454066" y="1558772"/>
                  </a:lnTo>
                  <a:lnTo>
                    <a:pt x="453912" y="1559561"/>
                  </a:lnTo>
                  <a:lnTo>
                    <a:pt x="453735" y="1560339"/>
                  </a:lnTo>
                  <a:lnTo>
                    <a:pt x="453534" y="1561106"/>
                  </a:lnTo>
                  <a:lnTo>
                    <a:pt x="453310" y="1561861"/>
                  </a:lnTo>
                  <a:lnTo>
                    <a:pt x="453061" y="1562604"/>
                  </a:lnTo>
                  <a:lnTo>
                    <a:pt x="452785" y="1563331"/>
                  </a:lnTo>
                  <a:lnTo>
                    <a:pt x="452483" y="1564043"/>
                  </a:lnTo>
                  <a:lnTo>
                    <a:pt x="452154" y="1564740"/>
                  </a:lnTo>
                  <a:lnTo>
                    <a:pt x="451800" y="1565421"/>
                  </a:lnTo>
                  <a:lnTo>
                    <a:pt x="451418" y="1566087"/>
                  </a:lnTo>
                  <a:lnTo>
                    <a:pt x="451011" y="1566738"/>
                  </a:lnTo>
                  <a:lnTo>
                    <a:pt x="450576" y="1567373"/>
                  </a:lnTo>
                  <a:lnTo>
                    <a:pt x="450116" y="1567993"/>
                  </a:lnTo>
                  <a:lnTo>
                    <a:pt x="449629" y="1568598"/>
                  </a:lnTo>
                  <a:lnTo>
                    <a:pt x="449115" y="1569187"/>
                  </a:lnTo>
                  <a:lnTo>
                    <a:pt x="448573" y="1569760"/>
                  </a:lnTo>
                  <a:lnTo>
                    <a:pt x="448004" y="1570315"/>
                  </a:lnTo>
                  <a:lnTo>
                    <a:pt x="447407" y="1570854"/>
                  </a:lnTo>
                  <a:lnTo>
                    <a:pt x="446782" y="1571376"/>
                  </a:lnTo>
                  <a:lnTo>
                    <a:pt x="446129" y="1571882"/>
                  </a:lnTo>
                  <a:lnTo>
                    <a:pt x="445448" y="1572371"/>
                  </a:lnTo>
                  <a:lnTo>
                    <a:pt x="444740" y="1572843"/>
                  </a:lnTo>
                  <a:lnTo>
                    <a:pt x="444003" y="1573299"/>
                  </a:lnTo>
                  <a:lnTo>
                    <a:pt x="443239" y="1573738"/>
                  </a:lnTo>
                  <a:lnTo>
                    <a:pt x="442459" y="1574158"/>
                  </a:lnTo>
                  <a:lnTo>
                    <a:pt x="441648" y="1574557"/>
                  </a:lnTo>
                  <a:lnTo>
                    <a:pt x="440804" y="1574936"/>
                  </a:lnTo>
                  <a:lnTo>
                    <a:pt x="439928" y="1575294"/>
                  </a:lnTo>
                  <a:lnTo>
                    <a:pt x="439020" y="1575630"/>
                  </a:lnTo>
                  <a:lnTo>
                    <a:pt x="438080" y="1575946"/>
                  </a:lnTo>
                  <a:lnTo>
                    <a:pt x="437109" y="1576242"/>
                  </a:lnTo>
                  <a:lnTo>
                    <a:pt x="436105" y="1576516"/>
                  </a:lnTo>
                  <a:lnTo>
                    <a:pt x="435070" y="1576769"/>
                  </a:lnTo>
                  <a:lnTo>
                    <a:pt x="434002" y="1577002"/>
                  </a:lnTo>
                  <a:lnTo>
                    <a:pt x="434002" y="1577280"/>
                  </a:lnTo>
                  <a:lnTo>
                    <a:pt x="435168" y="1577420"/>
                  </a:lnTo>
                  <a:lnTo>
                    <a:pt x="436302" y="1577588"/>
                  </a:lnTo>
                  <a:lnTo>
                    <a:pt x="437407" y="1577786"/>
                  </a:lnTo>
                  <a:lnTo>
                    <a:pt x="438480" y="1578013"/>
                  </a:lnTo>
                  <a:lnTo>
                    <a:pt x="439524" y="1578270"/>
                  </a:lnTo>
                  <a:lnTo>
                    <a:pt x="440536" y="1578555"/>
                  </a:lnTo>
                  <a:lnTo>
                    <a:pt x="441518" y="1578870"/>
                  </a:lnTo>
                  <a:lnTo>
                    <a:pt x="442470" y="1579214"/>
                  </a:lnTo>
                  <a:lnTo>
                    <a:pt x="443391" y="1579587"/>
                  </a:lnTo>
                  <a:lnTo>
                    <a:pt x="444281" y="1579989"/>
                  </a:lnTo>
                  <a:lnTo>
                    <a:pt x="445141" y="1580402"/>
                  </a:lnTo>
                  <a:lnTo>
                    <a:pt x="445970" y="1580836"/>
                  </a:lnTo>
                  <a:lnTo>
                    <a:pt x="446769" y="1581291"/>
                  </a:lnTo>
                  <a:lnTo>
                    <a:pt x="447537" y="1581767"/>
                  </a:lnTo>
                  <a:lnTo>
                    <a:pt x="448275" y="1582263"/>
                  </a:lnTo>
                  <a:lnTo>
                    <a:pt x="448982" y="1582781"/>
                  </a:lnTo>
                  <a:lnTo>
                    <a:pt x="449658" y="1583319"/>
                  </a:lnTo>
                  <a:lnTo>
                    <a:pt x="450304" y="1583878"/>
                  </a:lnTo>
                  <a:lnTo>
                    <a:pt x="450920" y="1584458"/>
                  </a:lnTo>
                  <a:lnTo>
                    <a:pt x="451504" y="1585059"/>
                  </a:lnTo>
                  <a:lnTo>
                    <a:pt x="452059" y="1585678"/>
                  </a:lnTo>
                  <a:lnTo>
                    <a:pt x="452585" y="1586314"/>
                  </a:lnTo>
                  <a:lnTo>
                    <a:pt x="453082" y="1586967"/>
                  </a:lnTo>
                  <a:lnTo>
                    <a:pt x="453549" y="1587637"/>
                  </a:lnTo>
                  <a:lnTo>
                    <a:pt x="453987" y="1588323"/>
                  </a:lnTo>
                  <a:lnTo>
                    <a:pt x="454396" y="1589026"/>
                  </a:lnTo>
                  <a:lnTo>
                    <a:pt x="454776" y="1589745"/>
                  </a:lnTo>
                  <a:lnTo>
                    <a:pt x="455127" y="1590482"/>
                  </a:lnTo>
                  <a:lnTo>
                    <a:pt x="455449" y="1591234"/>
                  </a:lnTo>
                  <a:lnTo>
                    <a:pt x="455741" y="1592004"/>
                  </a:lnTo>
                  <a:lnTo>
                    <a:pt x="456018" y="1592786"/>
                  </a:lnTo>
                  <a:lnTo>
                    <a:pt x="456266" y="1593576"/>
                  </a:lnTo>
                  <a:lnTo>
                    <a:pt x="456485" y="1594375"/>
                  </a:lnTo>
                  <a:lnTo>
                    <a:pt x="456674" y="1595182"/>
                  </a:lnTo>
                  <a:lnTo>
                    <a:pt x="456835" y="1595998"/>
                  </a:lnTo>
                  <a:lnTo>
                    <a:pt x="456966" y="1596821"/>
                  </a:lnTo>
                  <a:lnTo>
                    <a:pt x="457068" y="1597653"/>
                  </a:lnTo>
                  <a:lnTo>
                    <a:pt x="457141" y="1598494"/>
                  </a:lnTo>
                  <a:lnTo>
                    <a:pt x="457185" y="1599342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h40"/>
            <p:cNvSpPr/>
            <p:nvPr/>
          </p:nvSpPr>
          <p:spPr>
            <a:xfrm>
              <a:off x="444036" y="842713"/>
              <a:ext cx="457199" cy="1628606"/>
            </a:xfrm>
            <a:custGeom>
              <a:avLst/>
              <a:pathLst>
                <a:path w="457199" h="1628606">
                  <a:moveTo>
                    <a:pt x="457199" y="1600200"/>
                  </a:moveTo>
                  <a:lnTo>
                    <a:pt x="457177" y="1601532"/>
                  </a:lnTo>
                  <a:lnTo>
                    <a:pt x="457111" y="1602836"/>
                  </a:lnTo>
                  <a:lnTo>
                    <a:pt x="456999" y="1604110"/>
                  </a:lnTo>
                  <a:lnTo>
                    <a:pt x="456844" y="1605356"/>
                  </a:lnTo>
                  <a:lnTo>
                    <a:pt x="456644" y="1606572"/>
                  </a:lnTo>
                  <a:lnTo>
                    <a:pt x="456399" y="1607759"/>
                  </a:lnTo>
                  <a:lnTo>
                    <a:pt x="456110" y="1608917"/>
                  </a:lnTo>
                  <a:lnTo>
                    <a:pt x="455777" y="1610045"/>
                  </a:lnTo>
                  <a:lnTo>
                    <a:pt x="455399" y="1611145"/>
                  </a:lnTo>
                  <a:lnTo>
                    <a:pt x="454977" y="1612215"/>
                  </a:lnTo>
                  <a:lnTo>
                    <a:pt x="454526" y="1613255"/>
                  </a:lnTo>
                  <a:lnTo>
                    <a:pt x="454032" y="1614262"/>
                  </a:lnTo>
                  <a:lnTo>
                    <a:pt x="453498" y="1615238"/>
                  </a:lnTo>
                  <a:lnTo>
                    <a:pt x="452921" y="1616182"/>
                  </a:lnTo>
                  <a:lnTo>
                    <a:pt x="452303" y="1617094"/>
                  </a:lnTo>
                  <a:lnTo>
                    <a:pt x="451643" y="1617974"/>
                  </a:lnTo>
                  <a:lnTo>
                    <a:pt x="450942" y="1618822"/>
                  </a:lnTo>
                  <a:lnTo>
                    <a:pt x="450199" y="1619638"/>
                  </a:lnTo>
                  <a:lnTo>
                    <a:pt x="449414" y="1620422"/>
                  </a:lnTo>
                  <a:lnTo>
                    <a:pt x="448587" y="1621174"/>
                  </a:lnTo>
                  <a:lnTo>
                    <a:pt x="447733" y="1621880"/>
                  </a:lnTo>
                  <a:lnTo>
                    <a:pt x="446837" y="1622552"/>
                  </a:lnTo>
                  <a:lnTo>
                    <a:pt x="445899" y="1623191"/>
                  </a:lnTo>
                  <a:lnTo>
                    <a:pt x="444920" y="1623797"/>
                  </a:lnTo>
                  <a:lnTo>
                    <a:pt x="443899" y="1624369"/>
                  </a:lnTo>
                  <a:lnTo>
                    <a:pt x="442837" y="1624908"/>
                  </a:lnTo>
                  <a:lnTo>
                    <a:pt x="441732" y="1625414"/>
                  </a:lnTo>
                  <a:lnTo>
                    <a:pt x="440586" y="1625886"/>
                  </a:lnTo>
                  <a:lnTo>
                    <a:pt x="439399" y="1626325"/>
                  </a:lnTo>
                  <a:lnTo>
                    <a:pt x="438169" y="1626731"/>
                  </a:lnTo>
                  <a:lnTo>
                    <a:pt x="436915" y="1627087"/>
                  </a:lnTo>
                  <a:lnTo>
                    <a:pt x="435625" y="1627406"/>
                  </a:lnTo>
                  <a:lnTo>
                    <a:pt x="434298" y="1627687"/>
                  </a:lnTo>
                  <a:lnTo>
                    <a:pt x="432935" y="1627931"/>
                  </a:lnTo>
                  <a:lnTo>
                    <a:pt x="431537" y="1628137"/>
                  </a:lnTo>
                  <a:lnTo>
                    <a:pt x="430102" y="1628306"/>
                  </a:lnTo>
                  <a:lnTo>
                    <a:pt x="428631" y="1628437"/>
                  </a:lnTo>
                  <a:lnTo>
                    <a:pt x="427124" y="1628531"/>
                  </a:lnTo>
                  <a:lnTo>
                    <a:pt x="425580" y="1628587"/>
                  </a:lnTo>
                  <a:lnTo>
                    <a:pt x="424001" y="1628606"/>
                  </a:lnTo>
                  <a:lnTo>
                    <a:pt x="422210" y="1628584"/>
                  </a:lnTo>
                  <a:lnTo>
                    <a:pt x="420475" y="1628517"/>
                  </a:lnTo>
                  <a:lnTo>
                    <a:pt x="418798" y="1628406"/>
                  </a:lnTo>
                  <a:lnTo>
                    <a:pt x="417178" y="1628250"/>
                  </a:lnTo>
                  <a:lnTo>
                    <a:pt x="415614" y="1628050"/>
                  </a:lnTo>
                  <a:lnTo>
                    <a:pt x="414108" y="1627806"/>
                  </a:lnTo>
                  <a:lnTo>
                    <a:pt x="412659" y="1627517"/>
                  </a:lnTo>
                  <a:lnTo>
                    <a:pt x="411266" y="1627183"/>
                  </a:lnTo>
                  <a:lnTo>
                    <a:pt x="409930" y="1626806"/>
                  </a:lnTo>
                  <a:lnTo>
                    <a:pt x="408652" y="1626383"/>
                  </a:lnTo>
                  <a:lnTo>
                    <a:pt x="407437" y="1625911"/>
                  </a:lnTo>
                  <a:lnTo>
                    <a:pt x="406265" y="1625411"/>
                  </a:lnTo>
                  <a:lnTo>
                    <a:pt x="405137" y="1624883"/>
                  </a:lnTo>
                  <a:lnTo>
                    <a:pt x="404051" y="1624328"/>
                  </a:lnTo>
                  <a:lnTo>
                    <a:pt x="403009" y="1623744"/>
                  </a:lnTo>
                  <a:lnTo>
                    <a:pt x="402009" y="1623133"/>
                  </a:lnTo>
                  <a:lnTo>
                    <a:pt x="401053" y="1622494"/>
                  </a:lnTo>
                  <a:lnTo>
                    <a:pt x="400140" y="1621827"/>
                  </a:lnTo>
                  <a:lnTo>
                    <a:pt x="399269" y="1621133"/>
                  </a:lnTo>
                  <a:lnTo>
                    <a:pt x="398442" y="1620410"/>
                  </a:lnTo>
                  <a:lnTo>
                    <a:pt x="397657" y="1619651"/>
                  </a:lnTo>
                  <a:lnTo>
                    <a:pt x="396911" y="1618871"/>
                  </a:lnTo>
                  <a:lnTo>
                    <a:pt x="396206" y="1618073"/>
                  </a:lnTo>
                  <a:lnTo>
                    <a:pt x="395542" y="1617254"/>
                  </a:lnTo>
                  <a:lnTo>
                    <a:pt x="394917" y="1616417"/>
                  </a:lnTo>
                  <a:lnTo>
                    <a:pt x="394333" y="1615560"/>
                  </a:lnTo>
                  <a:lnTo>
                    <a:pt x="393789" y="1614683"/>
                  </a:lnTo>
                  <a:lnTo>
                    <a:pt x="393286" y="1613787"/>
                  </a:lnTo>
                  <a:lnTo>
                    <a:pt x="392823" y="1612872"/>
                  </a:lnTo>
                  <a:lnTo>
                    <a:pt x="392400" y="1611937"/>
                  </a:lnTo>
                  <a:lnTo>
                    <a:pt x="392011" y="1610976"/>
                  </a:lnTo>
                  <a:lnTo>
                    <a:pt x="391650" y="1610009"/>
                  </a:lnTo>
                  <a:lnTo>
                    <a:pt x="391316" y="1609037"/>
                  </a:lnTo>
                  <a:lnTo>
                    <a:pt x="391011" y="1608059"/>
                  </a:lnTo>
                  <a:lnTo>
                    <a:pt x="390733" y="1607075"/>
                  </a:lnTo>
                  <a:lnTo>
                    <a:pt x="390483" y="1606086"/>
                  </a:lnTo>
                  <a:lnTo>
                    <a:pt x="390261" y="1605092"/>
                  </a:lnTo>
                  <a:lnTo>
                    <a:pt x="390066" y="1604092"/>
                  </a:lnTo>
                  <a:lnTo>
                    <a:pt x="389899" y="1603086"/>
                  </a:lnTo>
                  <a:lnTo>
                    <a:pt x="389761" y="1602075"/>
                  </a:lnTo>
                  <a:lnTo>
                    <a:pt x="402679" y="1600894"/>
                  </a:lnTo>
                  <a:lnTo>
                    <a:pt x="402799" y="1601665"/>
                  </a:lnTo>
                  <a:lnTo>
                    <a:pt x="402937" y="1602422"/>
                  </a:lnTo>
                  <a:lnTo>
                    <a:pt x="403093" y="1603165"/>
                  </a:lnTo>
                  <a:lnTo>
                    <a:pt x="403268" y="1603894"/>
                  </a:lnTo>
                  <a:lnTo>
                    <a:pt x="403460" y="1604610"/>
                  </a:lnTo>
                  <a:lnTo>
                    <a:pt x="403671" y="1605311"/>
                  </a:lnTo>
                  <a:lnTo>
                    <a:pt x="403899" y="1605999"/>
                  </a:lnTo>
                  <a:lnTo>
                    <a:pt x="404146" y="1606673"/>
                  </a:lnTo>
                  <a:lnTo>
                    <a:pt x="404410" y="1607332"/>
                  </a:lnTo>
                  <a:lnTo>
                    <a:pt x="404693" y="1607978"/>
                  </a:lnTo>
                  <a:lnTo>
                    <a:pt x="405009" y="1608608"/>
                  </a:lnTo>
                  <a:lnTo>
                    <a:pt x="405346" y="1609220"/>
                  </a:lnTo>
                  <a:lnTo>
                    <a:pt x="405703" y="1609814"/>
                  </a:lnTo>
                  <a:lnTo>
                    <a:pt x="406082" y="1610390"/>
                  </a:lnTo>
                  <a:lnTo>
                    <a:pt x="406481" y="1610947"/>
                  </a:lnTo>
                  <a:lnTo>
                    <a:pt x="406902" y="1611487"/>
                  </a:lnTo>
                  <a:lnTo>
                    <a:pt x="407343" y="1612009"/>
                  </a:lnTo>
                  <a:lnTo>
                    <a:pt x="407804" y="1612512"/>
                  </a:lnTo>
                  <a:lnTo>
                    <a:pt x="408287" y="1612998"/>
                  </a:lnTo>
                  <a:lnTo>
                    <a:pt x="408791" y="1613465"/>
                  </a:lnTo>
                  <a:lnTo>
                    <a:pt x="409316" y="1613913"/>
                  </a:lnTo>
                  <a:lnTo>
                    <a:pt x="409866" y="1614340"/>
                  </a:lnTo>
                  <a:lnTo>
                    <a:pt x="410439" y="1614746"/>
                  </a:lnTo>
                  <a:lnTo>
                    <a:pt x="411035" y="1615132"/>
                  </a:lnTo>
                  <a:lnTo>
                    <a:pt x="411656" y="1615497"/>
                  </a:lnTo>
                  <a:lnTo>
                    <a:pt x="412299" y="1615840"/>
                  </a:lnTo>
                  <a:lnTo>
                    <a:pt x="412967" y="1616163"/>
                  </a:lnTo>
                  <a:lnTo>
                    <a:pt x="413658" y="1616465"/>
                  </a:lnTo>
                  <a:lnTo>
                    <a:pt x="414373" y="1616747"/>
                  </a:lnTo>
                  <a:lnTo>
                    <a:pt x="415111" y="1617007"/>
                  </a:lnTo>
                  <a:lnTo>
                    <a:pt x="415875" y="1617245"/>
                  </a:lnTo>
                  <a:lnTo>
                    <a:pt x="416667" y="1617457"/>
                  </a:lnTo>
                  <a:lnTo>
                    <a:pt x="417486" y="1617645"/>
                  </a:lnTo>
                  <a:lnTo>
                    <a:pt x="418334" y="1617807"/>
                  </a:lnTo>
                  <a:lnTo>
                    <a:pt x="419209" y="1617945"/>
                  </a:lnTo>
                  <a:lnTo>
                    <a:pt x="420112" y="1618057"/>
                  </a:lnTo>
                  <a:lnTo>
                    <a:pt x="421042" y="1618145"/>
                  </a:lnTo>
                  <a:lnTo>
                    <a:pt x="422001" y="1618207"/>
                  </a:lnTo>
                  <a:lnTo>
                    <a:pt x="422987" y="1618245"/>
                  </a:lnTo>
                  <a:lnTo>
                    <a:pt x="424001" y="1618257"/>
                  </a:lnTo>
                  <a:lnTo>
                    <a:pt x="425849" y="1618211"/>
                  </a:lnTo>
                  <a:lnTo>
                    <a:pt x="427615" y="1618071"/>
                  </a:lnTo>
                  <a:lnTo>
                    <a:pt x="429299" y="1617839"/>
                  </a:lnTo>
                  <a:lnTo>
                    <a:pt x="430902" y="1617513"/>
                  </a:lnTo>
                  <a:lnTo>
                    <a:pt x="432422" y="1617094"/>
                  </a:lnTo>
                  <a:lnTo>
                    <a:pt x="433860" y="1616582"/>
                  </a:lnTo>
                  <a:lnTo>
                    <a:pt x="435217" y="1615977"/>
                  </a:lnTo>
                  <a:lnTo>
                    <a:pt x="436491" y="1615279"/>
                  </a:lnTo>
                  <a:lnTo>
                    <a:pt x="437684" y="1614488"/>
                  </a:lnTo>
                  <a:lnTo>
                    <a:pt x="438794" y="1613604"/>
                  </a:lnTo>
                  <a:lnTo>
                    <a:pt x="439824" y="1612628"/>
                  </a:lnTo>
                  <a:lnTo>
                    <a:pt x="440745" y="1611562"/>
                  </a:lnTo>
                  <a:lnTo>
                    <a:pt x="441557" y="1610406"/>
                  </a:lnTo>
                  <a:lnTo>
                    <a:pt x="442262" y="1609159"/>
                  </a:lnTo>
                  <a:lnTo>
                    <a:pt x="442857" y="1607822"/>
                  </a:lnTo>
                  <a:lnTo>
                    <a:pt x="443345" y="1606395"/>
                  </a:lnTo>
                  <a:lnTo>
                    <a:pt x="443724" y="1604877"/>
                  </a:lnTo>
                  <a:lnTo>
                    <a:pt x="443995" y="1603269"/>
                  </a:lnTo>
                  <a:lnTo>
                    <a:pt x="444158" y="1601571"/>
                  </a:lnTo>
                  <a:lnTo>
                    <a:pt x="444212" y="1599783"/>
                  </a:lnTo>
                  <a:lnTo>
                    <a:pt x="444187" y="1598721"/>
                  </a:lnTo>
                  <a:lnTo>
                    <a:pt x="444115" y="1597702"/>
                  </a:lnTo>
                  <a:lnTo>
                    <a:pt x="443993" y="1596726"/>
                  </a:lnTo>
                  <a:lnTo>
                    <a:pt x="443823" y="1595793"/>
                  </a:lnTo>
                  <a:lnTo>
                    <a:pt x="443604" y="1594904"/>
                  </a:lnTo>
                  <a:lnTo>
                    <a:pt x="443337" y="1594057"/>
                  </a:lnTo>
                  <a:lnTo>
                    <a:pt x="443021" y="1593253"/>
                  </a:lnTo>
                  <a:lnTo>
                    <a:pt x="442656" y="1592493"/>
                  </a:lnTo>
                  <a:lnTo>
                    <a:pt x="442243" y="1591776"/>
                  </a:lnTo>
                  <a:lnTo>
                    <a:pt x="441781" y="1591101"/>
                  </a:lnTo>
                  <a:lnTo>
                    <a:pt x="441296" y="1590450"/>
                  </a:lnTo>
                  <a:lnTo>
                    <a:pt x="440786" y="1589829"/>
                  </a:lnTo>
                  <a:lnTo>
                    <a:pt x="440252" y="1589238"/>
                  </a:lnTo>
                  <a:lnTo>
                    <a:pt x="439692" y="1588679"/>
                  </a:lnTo>
                  <a:lnTo>
                    <a:pt x="439107" y="1588149"/>
                  </a:lnTo>
                  <a:lnTo>
                    <a:pt x="438497" y="1587651"/>
                  </a:lnTo>
                  <a:lnTo>
                    <a:pt x="437862" y="1587183"/>
                  </a:lnTo>
                  <a:lnTo>
                    <a:pt x="437203" y="1586745"/>
                  </a:lnTo>
                  <a:lnTo>
                    <a:pt x="436518" y="1586338"/>
                  </a:lnTo>
                  <a:lnTo>
                    <a:pt x="435808" y="1585962"/>
                  </a:lnTo>
                  <a:lnTo>
                    <a:pt x="435093" y="1585599"/>
                  </a:lnTo>
                  <a:lnTo>
                    <a:pt x="434363" y="1585262"/>
                  </a:lnTo>
                  <a:lnTo>
                    <a:pt x="433620" y="1584949"/>
                  </a:lnTo>
                  <a:lnTo>
                    <a:pt x="432863" y="1584661"/>
                  </a:lnTo>
                  <a:lnTo>
                    <a:pt x="432092" y="1584399"/>
                  </a:lnTo>
                  <a:lnTo>
                    <a:pt x="431307" y="1584161"/>
                  </a:lnTo>
                  <a:lnTo>
                    <a:pt x="430509" y="1583949"/>
                  </a:lnTo>
                  <a:lnTo>
                    <a:pt x="429696" y="1583761"/>
                  </a:lnTo>
                  <a:lnTo>
                    <a:pt x="428870" y="1583599"/>
                  </a:lnTo>
                  <a:lnTo>
                    <a:pt x="428029" y="1583461"/>
                  </a:lnTo>
                  <a:lnTo>
                    <a:pt x="427202" y="1583343"/>
                  </a:lnTo>
                  <a:lnTo>
                    <a:pt x="426387" y="1583236"/>
                  </a:lnTo>
                  <a:lnTo>
                    <a:pt x="425585" y="1583143"/>
                  </a:lnTo>
                  <a:lnTo>
                    <a:pt x="424795" y="1583061"/>
                  </a:lnTo>
                  <a:lnTo>
                    <a:pt x="424018" y="1582992"/>
                  </a:lnTo>
                  <a:lnTo>
                    <a:pt x="423254" y="1582936"/>
                  </a:lnTo>
                  <a:lnTo>
                    <a:pt x="422501" y="1582892"/>
                  </a:lnTo>
                  <a:lnTo>
                    <a:pt x="421762" y="1582861"/>
                  </a:lnTo>
                  <a:lnTo>
                    <a:pt x="421035" y="1582842"/>
                  </a:lnTo>
                  <a:lnTo>
                    <a:pt x="420320" y="1582836"/>
                  </a:lnTo>
                  <a:lnTo>
                    <a:pt x="413236" y="1582836"/>
                  </a:lnTo>
                  <a:lnTo>
                    <a:pt x="413236" y="1572002"/>
                  </a:lnTo>
                  <a:lnTo>
                    <a:pt x="420042" y="1572002"/>
                  </a:lnTo>
                  <a:lnTo>
                    <a:pt x="420753" y="1571995"/>
                  </a:lnTo>
                  <a:lnTo>
                    <a:pt x="421470" y="1571974"/>
                  </a:lnTo>
                  <a:lnTo>
                    <a:pt x="422192" y="1571939"/>
                  </a:lnTo>
                  <a:lnTo>
                    <a:pt x="422920" y="1571890"/>
                  </a:lnTo>
                  <a:lnTo>
                    <a:pt x="423654" y="1571828"/>
                  </a:lnTo>
                  <a:lnTo>
                    <a:pt x="424393" y="1571752"/>
                  </a:lnTo>
                  <a:lnTo>
                    <a:pt x="425137" y="1571661"/>
                  </a:lnTo>
                  <a:lnTo>
                    <a:pt x="425887" y="1571557"/>
                  </a:lnTo>
                  <a:lnTo>
                    <a:pt x="426643" y="1571439"/>
                  </a:lnTo>
                  <a:lnTo>
                    <a:pt x="427404" y="1571307"/>
                  </a:lnTo>
                  <a:lnTo>
                    <a:pt x="428161" y="1571143"/>
                  </a:lnTo>
                  <a:lnTo>
                    <a:pt x="428904" y="1570957"/>
                  </a:lnTo>
                  <a:lnTo>
                    <a:pt x="429634" y="1570749"/>
                  </a:lnTo>
                  <a:lnTo>
                    <a:pt x="430349" y="1570518"/>
                  </a:lnTo>
                  <a:lnTo>
                    <a:pt x="431050" y="1570265"/>
                  </a:lnTo>
                  <a:lnTo>
                    <a:pt x="431738" y="1569990"/>
                  </a:lnTo>
                  <a:lnTo>
                    <a:pt x="432412" y="1569693"/>
                  </a:lnTo>
                  <a:lnTo>
                    <a:pt x="433071" y="1569373"/>
                  </a:lnTo>
                  <a:lnTo>
                    <a:pt x="433717" y="1569032"/>
                  </a:lnTo>
                  <a:lnTo>
                    <a:pt x="434349" y="1568668"/>
                  </a:lnTo>
                  <a:lnTo>
                    <a:pt x="434977" y="1568266"/>
                  </a:lnTo>
                  <a:lnTo>
                    <a:pt x="435580" y="1567837"/>
                  </a:lnTo>
                  <a:lnTo>
                    <a:pt x="436160" y="1567382"/>
                  </a:lnTo>
                  <a:lnTo>
                    <a:pt x="436716" y="1566901"/>
                  </a:lnTo>
                  <a:lnTo>
                    <a:pt x="437249" y="1566393"/>
                  </a:lnTo>
                  <a:lnTo>
                    <a:pt x="437758" y="1565859"/>
                  </a:lnTo>
                  <a:lnTo>
                    <a:pt x="438244" y="1565299"/>
                  </a:lnTo>
                  <a:lnTo>
                    <a:pt x="438706" y="1564712"/>
                  </a:lnTo>
                  <a:lnTo>
                    <a:pt x="439144" y="1564098"/>
                  </a:lnTo>
                  <a:lnTo>
                    <a:pt x="439558" y="1563459"/>
                  </a:lnTo>
                  <a:lnTo>
                    <a:pt x="439954" y="1562788"/>
                  </a:lnTo>
                  <a:lnTo>
                    <a:pt x="440309" y="1562081"/>
                  </a:lnTo>
                  <a:lnTo>
                    <a:pt x="440621" y="1561338"/>
                  </a:lnTo>
                  <a:lnTo>
                    <a:pt x="440892" y="1560558"/>
                  </a:lnTo>
                  <a:lnTo>
                    <a:pt x="441121" y="1559743"/>
                  </a:lnTo>
                  <a:lnTo>
                    <a:pt x="441309" y="1558892"/>
                  </a:lnTo>
                  <a:lnTo>
                    <a:pt x="441454" y="1558004"/>
                  </a:lnTo>
                  <a:lnTo>
                    <a:pt x="441559" y="1557080"/>
                  </a:lnTo>
                  <a:lnTo>
                    <a:pt x="441621" y="1556120"/>
                  </a:lnTo>
                  <a:lnTo>
                    <a:pt x="441642" y="1555124"/>
                  </a:lnTo>
                  <a:lnTo>
                    <a:pt x="441595" y="1553588"/>
                  </a:lnTo>
                  <a:lnTo>
                    <a:pt x="441456" y="1552118"/>
                  </a:lnTo>
                  <a:lnTo>
                    <a:pt x="441223" y="1550716"/>
                  </a:lnTo>
                  <a:lnTo>
                    <a:pt x="440897" y="1549379"/>
                  </a:lnTo>
                  <a:lnTo>
                    <a:pt x="440479" y="1548110"/>
                  </a:lnTo>
                  <a:lnTo>
                    <a:pt x="439967" y="1546907"/>
                  </a:lnTo>
                  <a:lnTo>
                    <a:pt x="439362" y="1545770"/>
                  </a:lnTo>
                  <a:lnTo>
                    <a:pt x="438664" y="1544701"/>
                  </a:lnTo>
                  <a:lnTo>
                    <a:pt x="437873" y="1543698"/>
                  </a:lnTo>
                  <a:lnTo>
                    <a:pt x="436989" y="1542762"/>
                  </a:lnTo>
                  <a:lnTo>
                    <a:pt x="436027" y="1541891"/>
                  </a:lnTo>
                  <a:lnTo>
                    <a:pt x="434975" y="1541112"/>
                  </a:lnTo>
                  <a:lnTo>
                    <a:pt x="433832" y="1540424"/>
                  </a:lnTo>
                  <a:lnTo>
                    <a:pt x="432599" y="1539828"/>
                  </a:lnTo>
                  <a:lnTo>
                    <a:pt x="431276" y="1539324"/>
                  </a:lnTo>
                  <a:lnTo>
                    <a:pt x="429863" y="1538911"/>
                  </a:lnTo>
                  <a:lnTo>
                    <a:pt x="428359" y="1538590"/>
                  </a:lnTo>
                  <a:lnTo>
                    <a:pt x="426765" y="1538361"/>
                  </a:lnTo>
                  <a:lnTo>
                    <a:pt x="425081" y="1538224"/>
                  </a:lnTo>
                  <a:lnTo>
                    <a:pt x="423306" y="1538178"/>
                  </a:lnTo>
                  <a:lnTo>
                    <a:pt x="421685" y="1538220"/>
                  </a:lnTo>
                  <a:lnTo>
                    <a:pt x="420125" y="1538347"/>
                  </a:lnTo>
                  <a:lnTo>
                    <a:pt x="418629" y="1538559"/>
                  </a:lnTo>
                  <a:lnTo>
                    <a:pt x="417195" y="1538856"/>
                  </a:lnTo>
                  <a:lnTo>
                    <a:pt x="415823" y="1539237"/>
                  </a:lnTo>
                  <a:lnTo>
                    <a:pt x="414514" y="1539703"/>
                  </a:lnTo>
                  <a:lnTo>
                    <a:pt x="413267" y="1540254"/>
                  </a:lnTo>
                  <a:lnTo>
                    <a:pt x="412083" y="1540889"/>
                  </a:lnTo>
                  <a:lnTo>
                    <a:pt x="410961" y="1541610"/>
                  </a:lnTo>
                  <a:lnTo>
                    <a:pt x="409902" y="1542414"/>
                  </a:lnTo>
                  <a:lnTo>
                    <a:pt x="408930" y="1543297"/>
                  </a:lnTo>
                  <a:lnTo>
                    <a:pt x="408043" y="1544248"/>
                  </a:lnTo>
                  <a:lnTo>
                    <a:pt x="407241" y="1545269"/>
                  </a:lnTo>
                  <a:lnTo>
                    <a:pt x="406524" y="1546359"/>
                  </a:lnTo>
                  <a:lnTo>
                    <a:pt x="405891" y="1547519"/>
                  </a:lnTo>
                  <a:lnTo>
                    <a:pt x="405343" y="1548749"/>
                  </a:lnTo>
                  <a:lnTo>
                    <a:pt x="404880" y="1550047"/>
                  </a:lnTo>
                  <a:lnTo>
                    <a:pt x="404501" y="1551416"/>
                  </a:lnTo>
                  <a:lnTo>
                    <a:pt x="404207" y="1552853"/>
                  </a:lnTo>
                  <a:lnTo>
                    <a:pt x="403998" y="1554360"/>
                  </a:lnTo>
                  <a:lnTo>
                    <a:pt x="391427" y="1553388"/>
                  </a:lnTo>
                  <a:lnTo>
                    <a:pt x="391600" y="1552113"/>
                  </a:lnTo>
                  <a:lnTo>
                    <a:pt x="391814" y="1550871"/>
                  </a:lnTo>
                  <a:lnTo>
                    <a:pt x="392067" y="1549663"/>
                  </a:lnTo>
                  <a:lnTo>
                    <a:pt x="392361" y="1548487"/>
                  </a:lnTo>
                  <a:lnTo>
                    <a:pt x="392695" y="1547346"/>
                  </a:lnTo>
                  <a:lnTo>
                    <a:pt x="393069" y="1546237"/>
                  </a:lnTo>
                  <a:lnTo>
                    <a:pt x="393484" y="1545162"/>
                  </a:lnTo>
                  <a:lnTo>
                    <a:pt x="393939" y="1544120"/>
                  </a:lnTo>
                  <a:lnTo>
                    <a:pt x="394434" y="1543112"/>
                  </a:lnTo>
                  <a:lnTo>
                    <a:pt x="394970" y="1542137"/>
                  </a:lnTo>
                  <a:lnTo>
                    <a:pt x="395540" y="1541195"/>
                  </a:lnTo>
                  <a:lnTo>
                    <a:pt x="396139" y="1540286"/>
                  </a:lnTo>
                  <a:lnTo>
                    <a:pt x="396768" y="1539411"/>
                  </a:lnTo>
                  <a:lnTo>
                    <a:pt x="397425" y="1538570"/>
                  </a:lnTo>
                  <a:lnTo>
                    <a:pt x="398112" y="1537761"/>
                  </a:lnTo>
                  <a:lnTo>
                    <a:pt x="398828" y="1536986"/>
                  </a:lnTo>
                  <a:lnTo>
                    <a:pt x="399574" y="1536244"/>
                  </a:lnTo>
                  <a:lnTo>
                    <a:pt x="400348" y="1535536"/>
                  </a:lnTo>
                  <a:lnTo>
                    <a:pt x="401152" y="1534861"/>
                  </a:lnTo>
                  <a:lnTo>
                    <a:pt x="401984" y="1534219"/>
                  </a:lnTo>
                  <a:lnTo>
                    <a:pt x="402857" y="1533597"/>
                  </a:lnTo>
                  <a:lnTo>
                    <a:pt x="403754" y="1533008"/>
                  </a:lnTo>
                  <a:lnTo>
                    <a:pt x="404674" y="1532452"/>
                  </a:lnTo>
                  <a:lnTo>
                    <a:pt x="405618" y="1531930"/>
                  </a:lnTo>
                  <a:lnTo>
                    <a:pt x="406586" y="1531441"/>
                  </a:lnTo>
                  <a:lnTo>
                    <a:pt x="407577" y="1530985"/>
                  </a:lnTo>
                  <a:lnTo>
                    <a:pt x="408591" y="1530563"/>
                  </a:lnTo>
                  <a:lnTo>
                    <a:pt x="409630" y="1530174"/>
                  </a:lnTo>
                  <a:lnTo>
                    <a:pt x="410692" y="1529818"/>
                  </a:lnTo>
                  <a:lnTo>
                    <a:pt x="411777" y="1529496"/>
                  </a:lnTo>
                  <a:lnTo>
                    <a:pt x="412881" y="1529193"/>
                  </a:lnTo>
                  <a:lnTo>
                    <a:pt x="414000" y="1528921"/>
                  </a:lnTo>
                  <a:lnTo>
                    <a:pt x="415132" y="1528682"/>
                  </a:lnTo>
                  <a:lnTo>
                    <a:pt x="416278" y="1528474"/>
                  </a:lnTo>
                  <a:lnTo>
                    <a:pt x="417438" y="1528298"/>
                  </a:lnTo>
                  <a:lnTo>
                    <a:pt x="418611" y="1528154"/>
                  </a:lnTo>
                  <a:lnTo>
                    <a:pt x="419799" y="1528043"/>
                  </a:lnTo>
                  <a:lnTo>
                    <a:pt x="421001" y="1527963"/>
                  </a:lnTo>
                  <a:lnTo>
                    <a:pt x="422216" y="1527915"/>
                  </a:lnTo>
                  <a:lnTo>
                    <a:pt x="423445" y="1527899"/>
                  </a:lnTo>
                  <a:lnTo>
                    <a:pt x="425061" y="1527920"/>
                  </a:lnTo>
                  <a:lnTo>
                    <a:pt x="426632" y="1527982"/>
                  </a:lnTo>
                  <a:lnTo>
                    <a:pt x="428156" y="1528086"/>
                  </a:lnTo>
                  <a:lnTo>
                    <a:pt x="429635" y="1528232"/>
                  </a:lnTo>
                  <a:lnTo>
                    <a:pt x="431068" y="1528420"/>
                  </a:lnTo>
                  <a:lnTo>
                    <a:pt x="432455" y="1528649"/>
                  </a:lnTo>
                  <a:lnTo>
                    <a:pt x="433796" y="1528920"/>
                  </a:lnTo>
                  <a:lnTo>
                    <a:pt x="435091" y="1529232"/>
                  </a:lnTo>
                  <a:lnTo>
                    <a:pt x="436341" y="1529587"/>
                  </a:lnTo>
                  <a:lnTo>
                    <a:pt x="437544" y="1529982"/>
                  </a:lnTo>
                  <a:lnTo>
                    <a:pt x="438703" y="1530400"/>
                  </a:lnTo>
                  <a:lnTo>
                    <a:pt x="439820" y="1530849"/>
                  </a:lnTo>
                  <a:lnTo>
                    <a:pt x="440893" y="1531328"/>
                  </a:lnTo>
                  <a:lnTo>
                    <a:pt x="441923" y="1531838"/>
                  </a:lnTo>
                  <a:lnTo>
                    <a:pt x="442910" y="1532379"/>
                  </a:lnTo>
                  <a:lnTo>
                    <a:pt x="443853" y="1532949"/>
                  </a:lnTo>
                  <a:lnTo>
                    <a:pt x="444754" y="1533551"/>
                  </a:lnTo>
                  <a:lnTo>
                    <a:pt x="445612" y="1534183"/>
                  </a:lnTo>
                  <a:lnTo>
                    <a:pt x="446427" y="1534845"/>
                  </a:lnTo>
                  <a:lnTo>
                    <a:pt x="447198" y="1535539"/>
                  </a:lnTo>
                  <a:lnTo>
                    <a:pt x="447928" y="1536246"/>
                  </a:lnTo>
                  <a:lnTo>
                    <a:pt x="448618" y="1536978"/>
                  </a:lnTo>
                  <a:lnTo>
                    <a:pt x="449267" y="1537735"/>
                  </a:lnTo>
                  <a:lnTo>
                    <a:pt x="449876" y="1538517"/>
                  </a:lnTo>
                  <a:lnTo>
                    <a:pt x="450445" y="1539324"/>
                  </a:lnTo>
                  <a:lnTo>
                    <a:pt x="450974" y="1540156"/>
                  </a:lnTo>
                  <a:lnTo>
                    <a:pt x="451462" y="1541013"/>
                  </a:lnTo>
                  <a:lnTo>
                    <a:pt x="451910" y="1541895"/>
                  </a:lnTo>
                  <a:lnTo>
                    <a:pt x="452318" y="1542802"/>
                  </a:lnTo>
                  <a:lnTo>
                    <a:pt x="452685" y="1543734"/>
                  </a:lnTo>
                  <a:lnTo>
                    <a:pt x="453028" y="1544685"/>
                  </a:lnTo>
                  <a:lnTo>
                    <a:pt x="453335" y="1545648"/>
                  </a:lnTo>
                  <a:lnTo>
                    <a:pt x="453606" y="1546624"/>
                  </a:lnTo>
                  <a:lnTo>
                    <a:pt x="453841" y="1547612"/>
                  </a:lnTo>
                  <a:lnTo>
                    <a:pt x="454039" y="1548613"/>
                  </a:lnTo>
                  <a:lnTo>
                    <a:pt x="454202" y="1549627"/>
                  </a:lnTo>
                  <a:lnTo>
                    <a:pt x="454328" y="1550652"/>
                  </a:lnTo>
                  <a:lnTo>
                    <a:pt x="454419" y="1551691"/>
                  </a:lnTo>
                  <a:lnTo>
                    <a:pt x="454473" y="1552741"/>
                  </a:lnTo>
                  <a:lnTo>
                    <a:pt x="454491" y="1553805"/>
                  </a:lnTo>
                  <a:lnTo>
                    <a:pt x="454479" y="1554660"/>
                  </a:lnTo>
                  <a:lnTo>
                    <a:pt x="454444" y="1555505"/>
                  </a:lnTo>
                  <a:lnTo>
                    <a:pt x="454385" y="1556338"/>
                  </a:lnTo>
                  <a:lnTo>
                    <a:pt x="454302" y="1557161"/>
                  </a:lnTo>
                  <a:lnTo>
                    <a:pt x="454196" y="1557972"/>
                  </a:lnTo>
                  <a:lnTo>
                    <a:pt x="454066" y="1558772"/>
                  </a:lnTo>
                  <a:lnTo>
                    <a:pt x="453912" y="1559561"/>
                  </a:lnTo>
                  <a:lnTo>
                    <a:pt x="453735" y="1560339"/>
                  </a:lnTo>
                  <a:lnTo>
                    <a:pt x="453534" y="1561106"/>
                  </a:lnTo>
                  <a:lnTo>
                    <a:pt x="453310" y="1561861"/>
                  </a:lnTo>
                  <a:lnTo>
                    <a:pt x="453061" y="1562604"/>
                  </a:lnTo>
                  <a:lnTo>
                    <a:pt x="452785" y="1563331"/>
                  </a:lnTo>
                  <a:lnTo>
                    <a:pt x="452483" y="1564043"/>
                  </a:lnTo>
                  <a:lnTo>
                    <a:pt x="452154" y="1564740"/>
                  </a:lnTo>
                  <a:lnTo>
                    <a:pt x="451800" y="1565421"/>
                  </a:lnTo>
                  <a:lnTo>
                    <a:pt x="451418" y="1566087"/>
                  </a:lnTo>
                  <a:lnTo>
                    <a:pt x="451011" y="1566738"/>
                  </a:lnTo>
                  <a:lnTo>
                    <a:pt x="450576" y="1567373"/>
                  </a:lnTo>
                  <a:lnTo>
                    <a:pt x="450116" y="1567993"/>
                  </a:lnTo>
                  <a:lnTo>
                    <a:pt x="449629" y="1568598"/>
                  </a:lnTo>
                  <a:lnTo>
                    <a:pt x="449115" y="1569187"/>
                  </a:lnTo>
                  <a:lnTo>
                    <a:pt x="448573" y="1569760"/>
                  </a:lnTo>
                  <a:lnTo>
                    <a:pt x="448004" y="1570315"/>
                  </a:lnTo>
                  <a:lnTo>
                    <a:pt x="447407" y="1570854"/>
                  </a:lnTo>
                  <a:lnTo>
                    <a:pt x="446782" y="1571376"/>
                  </a:lnTo>
                  <a:lnTo>
                    <a:pt x="446129" y="1571882"/>
                  </a:lnTo>
                  <a:lnTo>
                    <a:pt x="445448" y="1572371"/>
                  </a:lnTo>
                  <a:lnTo>
                    <a:pt x="444740" y="1572843"/>
                  </a:lnTo>
                  <a:lnTo>
                    <a:pt x="444003" y="1573299"/>
                  </a:lnTo>
                  <a:lnTo>
                    <a:pt x="443239" y="1573738"/>
                  </a:lnTo>
                  <a:lnTo>
                    <a:pt x="442459" y="1574158"/>
                  </a:lnTo>
                  <a:lnTo>
                    <a:pt x="441648" y="1574557"/>
                  </a:lnTo>
                  <a:lnTo>
                    <a:pt x="440804" y="1574936"/>
                  </a:lnTo>
                  <a:lnTo>
                    <a:pt x="439928" y="1575294"/>
                  </a:lnTo>
                  <a:lnTo>
                    <a:pt x="439020" y="1575630"/>
                  </a:lnTo>
                  <a:lnTo>
                    <a:pt x="438080" y="1575946"/>
                  </a:lnTo>
                  <a:lnTo>
                    <a:pt x="437109" y="1576242"/>
                  </a:lnTo>
                  <a:lnTo>
                    <a:pt x="436105" y="1576516"/>
                  </a:lnTo>
                  <a:lnTo>
                    <a:pt x="435070" y="1576769"/>
                  </a:lnTo>
                  <a:lnTo>
                    <a:pt x="434002" y="1577002"/>
                  </a:lnTo>
                  <a:lnTo>
                    <a:pt x="434002" y="1577280"/>
                  </a:lnTo>
                  <a:lnTo>
                    <a:pt x="435168" y="1577420"/>
                  </a:lnTo>
                  <a:lnTo>
                    <a:pt x="436302" y="1577588"/>
                  </a:lnTo>
                  <a:lnTo>
                    <a:pt x="437407" y="1577786"/>
                  </a:lnTo>
                  <a:lnTo>
                    <a:pt x="438480" y="1578013"/>
                  </a:lnTo>
                  <a:lnTo>
                    <a:pt x="439524" y="1578270"/>
                  </a:lnTo>
                  <a:lnTo>
                    <a:pt x="440536" y="1578555"/>
                  </a:lnTo>
                  <a:lnTo>
                    <a:pt x="441518" y="1578870"/>
                  </a:lnTo>
                  <a:lnTo>
                    <a:pt x="442470" y="1579214"/>
                  </a:lnTo>
                  <a:lnTo>
                    <a:pt x="443391" y="1579587"/>
                  </a:lnTo>
                  <a:lnTo>
                    <a:pt x="444281" y="1579989"/>
                  </a:lnTo>
                  <a:lnTo>
                    <a:pt x="445141" y="1580402"/>
                  </a:lnTo>
                  <a:lnTo>
                    <a:pt x="445970" y="1580836"/>
                  </a:lnTo>
                  <a:lnTo>
                    <a:pt x="446769" y="1581291"/>
                  </a:lnTo>
                  <a:lnTo>
                    <a:pt x="447537" y="1581767"/>
                  </a:lnTo>
                  <a:lnTo>
                    <a:pt x="448275" y="1582263"/>
                  </a:lnTo>
                  <a:lnTo>
                    <a:pt x="448982" y="1582781"/>
                  </a:lnTo>
                  <a:lnTo>
                    <a:pt x="449658" y="1583319"/>
                  </a:lnTo>
                  <a:lnTo>
                    <a:pt x="450304" y="1583878"/>
                  </a:lnTo>
                  <a:lnTo>
                    <a:pt x="450920" y="1584458"/>
                  </a:lnTo>
                  <a:lnTo>
                    <a:pt x="451504" y="1585059"/>
                  </a:lnTo>
                  <a:lnTo>
                    <a:pt x="452059" y="1585678"/>
                  </a:lnTo>
                  <a:lnTo>
                    <a:pt x="452585" y="1586314"/>
                  </a:lnTo>
                  <a:lnTo>
                    <a:pt x="453082" y="1586967"/>
                  </a:lnTo>
                  <a:lnTo>
                    <a:pt x="453549" y="1587637"/>
                  </a:lnTo>
                  <a:lnTo>
                    <a:pt x="453987" y="1588323"/>
                  </a:lnTo>
                  <a:lnTo>
                    <a:pt x="454396" y="1589026"/>
                  </a:lnTo>
                  <a:lnTo>
                    <a:pt x="454776" y="1589745"/>
                  </a:lnTo>
                  <a:lnTo>
                    <a:pt x="455127" y="1590482"/>
                  </a:lnTo>
                  <a:lnTo>
                    <a:pt x="455449" y="1591234"/>
                  </a:lnTo>
                  <a:lnTo>
                    <a:pt x="455741" y="1592004"/>
                  </a:lnTo>
                  <a:lnTo>
                    <a:pt x="456018" y="1592786"/>
                  </a:lnTo>
                  <a:lnTo>
                    <a:pt x="456266" y="1593576"/>
                  </a:lnTo>
                  <a:lnTo>
                    <a:pt x="456485" y="1594375"/>
                  </a:lnTo>
                  <a:lnTo>
                    <a:pt x="456674" y="1595182"/>
                  </a:lnTo>
                  <a:lnTo>
                    <a:pt x="456835" y="1595998"/>
                  </a:lnTo>
                  <a:lnTo>
                    <a:pt x="456966" y="1596821"/>
                  </a:lnTo>
                  <a:lnTo>
                    <a:pt x="457068" y="1597653"/>
                  </a:lnTo>
                  <a:lnTo>
                    <a:pt x="457141" y="1598494"/>
                  </a:lnTo>
                  <a:lnTo>
                    <a:pt x="457185" y="1599342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h41"/>
            <p:cNvSpPr/>
            <p:nvPr/>
          </p:nvSpPr>
          <p:spPr>
            <a:xfrm>
              <a:off x="523838" y="820766"/>
              <a:ext cx="457200" cy="1650553"/>
            </a:xfrm>
            <a:custGeom>
              <a:avLst/>
              <a:pathLst>
                <a:path w="457200" h="1650553">
                  <a:moveTo>
                    <a:pt x="457200" y="1600200"/>
                  </a:moveTo>
                  <a:lnTo>
                    <a:pt x="457172" y="1602975"/>
                  </a:lnTo>
                  <a:lnTo>
                    <a:pt x="457091" y="1605661"/>
                  </a:lnTo>
                  <a:lnTo>
                    <a:pt x="456956" y="1608259"/>
                  </a:lnTo>
                  <a:lnTo>
                    <a:pt x="456766" y="1610767"/>
                  </a:lnTo>
                  <a:lnTo>
                    <a:pt x="456522" y="1613187"/>
                  </a:lnTo>
                  <a:lnTo>
                    <a:pt x="456224" y="1615518"/>
                  </a:lnTo>
                  <a:lnTo>
                    <a:pt x="455872" y="1617760"/>
                  </a:lnTo>
                  <a:lnTo>
                    <a:pt x="455466" y="1619913"/>
                  </a:lnTo>
                  <a:lnTo>
                    <a:pt x="455005" y="1621977"/>
                  </a:lnTo>
                  <a:lnTo>
                    <a:pt x="454491" y="1623952"/>
                  </a:lnTo>
                  <a:lnTo>
                    <a:pt x="453943" y="1625833"/>
                  </a:lnTo>
                  <a:lnTo>
                    <a:pt x="453355" y="1627642"/>
                  </a:lnTo>
                  <a:lnTo>
                    <a:pt x="452726" y="1629378"/>
                  </a:lnTo>
                  <a:lnTo>
                    <a:pt x="452057" y="1631042"/>
                  </a:lnTo>
                  <a:lnTo>
                    <a:pt x="451348" y="1632634"/>
                  </a:lnTo>
                  <a:lnTo>
                    <a:pt x="450599" y="1634154"/>
                  </a:lnTo>
                  <a:lnTo>
                    <a:pt x="449809" y="1635601"/>
                  </a:lnTo>
                  <a:lnTo>
                    <a:pt x="448979" y="1636976"/>
                  </a:lnTo>
                  <a:lnTo>
                    <a:pt x="448109" y="1638279"/>
                  </a:lnTo>
                  <a:lnTo>
                    <a:pt x="447198" y="1639510"/>
                  </a:lnTo>
                  <a:lnTo>
                    <a:pt x="446265" y="1640657"/>
                  </a:lnTo>
                  <a:lnTo>
                    <a:pt x="445298" y="1641738"/>
                  </a:lnTo>
                  <a:lnTo>
                    <a:pt x="444298" y="1642752"/>
                  </a:lnTo>
                  <a:lnTo>
                    <a:pt x="443264" y="1643699"/>
                  </a:lnTo>
                  <a:lnTo>
                    <a:pt x="442198" y="1644580"/>
                  </a:lnTo>
                  <a:lnTo>
                    <a:pt x="441097" y="1645394"/>
                  </a:lnTo>
                  <a:lnTo>
                    <a:pt x="439964" y="1646141"/>
                  </a:lnTo>
                  <a:lnTo>
                    <a:pt x="438797" y="1646822"/>
                  </a:lnTo>
                  <a:lnTo>
                    <a:pt x="437597" y="1647436"/>
                  </a:lnTo>
                  <a:lnTo>
                    <a:pt x="436364" y="1647983"/>
                  </a:lnTo>
                  <a:lnTo>
                    <a:pt x="435105" y="1648472"/>
                  </a:lnTo>
                  <a:lnTo>
                    <a:pt x="433830" y="1648908"/>
                  </a:lnTo>
                  <a:lnTo>
                    <a:pt x="432538" y="1649294"/>
                  </a:lnTo>
                  <a:lnTo>
                    <a:pt x="431230" y="1649628"/>
                  </a:lnTo>
                  <a:lnTo>
                    <a:pt x="429904" y="1649911"/>
                  </a:lnTo>
                  <a:lnTo>
                    <a:pt x="428563" y="1650142"/>
                  </a:lnTo>
                  <a:lnTo>
                    <a:pt x="427204" y="1650322"/>
                  </a:lnTo>
                  <a:lnTo>
                    <a:pt x="425829" y="1650450"/>
                  </a:lnTo>
                  <a:lnTo>
                    <a:pt x="424437" y="1650527"/>
                  </a:lnTo>
                  <a:lnTo>
                    <a:pt x="423029" y="1650553"/>
                  </a:lnTo>
                  <a:lnTo>
                    <a:pt x="421608" y="1650527"/>
                  </a:lnTo>
                  <a:lnTo>
                    <a:pt x="420206" y="1650450"/>
                  </a:lnTo>
                  <a:lnTo>
                    <a:pt x="418824" y="1650322"/>
                  </a:lnTo>
                  <a:lnTo>
                    <a:pt x="417461" y="1650142"/>
                  </a:lnTo>
                  <a:lnTo>
                    <a:pt x="416118" y="1649911"/>
                  </a:lnTo>
                  <a:lnTo>
                    <a:pt x="414794" y="1649628"/>
                  </a:lnTo>
                  <a:lnTo>
                    <a:pt x="413490" y="1649294"/>
                  </a:lnTo>
                  <a:lnTo>
                    <a:pt x="412205" y="1648908"/>
                  </a:lnTo>
                  <a:lnTo>
                    <a:pt x="410940" y="1648472"/>
                  </a:lnTo>
                  <a:lnTo>
                    <a:pt x="409694" y="1647983"/>
                  </a:lnTo>
                  <a:lnTo>
                    <a:pt x="408473" y="1647436"/>
                  </a:lnTo>
                  <a:lnTo>
                    <a:pt x="407285" y="1646822"/>
                  </a:lnTo>
                  <a:lnTo>
                    <a:pt x="406129" y="1646141"/>
                  </a:lnTo>
                  <a:lnTo>
                    <a:pt x="405004" y="1645394"/>
                  </a:lnTo>
                  <a:lnTo>
                    <a:pt x="403912" y="1644580"/>
                  </a:lnTo>
                  <a:lnTo>
                    <a:pt x="402851" y="1643699"/>
                  </a:lnTo>
                  <a:lnTo>
                    <a:pt x="401822" y="1642752"/>
                  </a:lnTo>
                  <a:lnTo>
                    <a:pt x="400826" y="1641738"/>
                  </a:lnTo>
                  <a:lnTo>
                    <a:pt x="399861" y="1640657"/>
                  </a:lnTo>
                  <a:lnTo>
                    <a:pt x="398928" y="1639510"/>
                  </a:lnTo>
                  <a:lnTo>
                    <a:pt x="398044" y="1638292"/>
                  </a:lnTo>
                  <a:lnTo>
                    <a:pt x="397198" y="1637001"/>
                  </a:lnTo>
                  <a:lnTo>
                    <a:pt x="396388" y="1635637"/>
                  </a:lnTo>
                  <a:lnTo>
                    <a:pt x="395617" y="1634198"/>
                  </a:lnTo>
                  <a:lnTo>
                    <a:pt x="394883" y="1632686"/>
                  </a:lnTo>
                  <a:lnTo>
                    <a:pt x="394186" y="1631101"/>
                  </a:lnTo>
                  <a:lnTo>
                    <a:pt x="393527" y="1629441"/>
                  </a:lnTo>
                  <a:lnTo>
                    <a:pt x="392905" y="1627708"/>
                  </a:lnTo>
                  <a:lnTo>
                    <a:pt x="392321" y="1625902"/>
                  </a:lnTo>
                  <a:lnTo>
                    <a:pt x="391775" y="1624022"/>
                  </a:lnTo>
                  <a:lnTo>
                    <a:pt x="391286" y="1622046"/>
                  </a:lnTo>
                  <a:lnTo>
                    <a:pt x="390850" y="1619980"/>
                  </a:lnTo>
                  <a:lnTo>
                    <a:pt x="390464" y="1617823"/>
                  </a:lnTo>
                  <a:lnTo>
                    <a:pt x="390130" y="1615576"/>
                  </a:lnTo>
                  <a:lnTo>
                    <a:pt x="389847" y="1613239"/>
                  </a:lnTo>
                  <a:lnTo>
                    <a:pt x="389616" y="1610812"/>
                  </a:lnTo>
                  <a:lnTo>
                    <a:pt x="389436" y="1608294"/>
                  </a:lnTo>
                  <a:lnTo>
                    <a:pt x="389308" y="1605686"/>
                  </a:lnTo>
                  <a:lnTo>
                    <a:pt x="389231" y="1602988"/>
                  </a:lnTo>
                  <a:lnTo>
                    <a:pt x="389205" y="1600200"/>
                  </a:lnTo>
                  <a:lnTo>
                    <a:pt x="389231" y="1597292"/>
                  </a:lnTo>
                  <a:lnTo>
                    <a:pt x="389308" y="1594488"/>
                  </a:lnTo>
                  <a:lnTo>
                    <a:pt x="389436" y="1591786"/>
                  </a:lnTo>
                  <a:lnTo>
                    <a:pt x="389616" y="1589187"/>
                  </a:lnTo>
                  <a:lnTo>
                    <a:pt x="389847" y="1586691"/>
                  </a:lnTo>
                  <a:lnTo>
                    <a:pt x="390130" y="1584298"/>
                  </a:lnTo>
                  <a:lnTo>
                    <a:pt x="390464" y="1582007"/>
                  </a:lnTo>
                  <a:lnTo>
                    <a:pt x="390850" y="1579819"/>
                  </a:lnTo>
                  <a:lnTo>
                    <a:pt x="391286" y="1577734"/>
                  </a:lnTo>
                  <a:lnTo>
                    <a:pt x="391775" y="1575752"/>
                  </a:lnTo>
                  <a:lnTo>
                    <a:pt x="392322" y="1573847"/>
                  </a:lnTo>
                  <a:lnTo>
                    <a:pt x="392908" y="1572021"/>
                  </a:lnTo>
                  <a:lnTo>
                    <a:pt x="393533" y="1570274"/>
                  </a:lnTo>
                  <a:lnTo>
                    <a:pt x="394197" y="1568607"/>
                  </a:lnTo>
                  <a:lnTo>
                    <a:pt x="394900" y="1567018"/>
                  </a:lnTo>
                  <a:lnTo>
                    <a:pt x="395642" y="1565509"/>
                  </a:lnTo>
                  <a:lnTo>
                    <a:pt x="396422" y="1564079"/>
                  </a:lnTo>
                  <a:lnTo>
                    <a:pt x="397242" y="1562728"/>
                  </a:lnTo>
                  <a:lnTo>
                    <a:pt x="398100" y="1561456"/>
                  </a:lnTo>
                  <a:lnTo>
                    <a:pt x="398998" y="1560264"/>
                  </a:lnTo>
                  <a:lnTo>
                    <a:pt x="399931" y="1559146"/>
                  </a:lnTo>
                  <a:lnTo>
                    <a:pt x="400898" y="1558097"/>
                  </a:lnTo>
                  <a:lnTo>
                    <a:pt x="401898" y="1557118"/>
                  </a:lnTo>
                  <a:lnTo>
                    <a:pt x="402932" y="1556208"/>
                  </a:lnTo>
                  <a:lnTo>
                    <a:pt x="403998" y="1555368"/>
                  </a:lnTo>
                  <a:lnTo>
                    <a:pt x="405099" y="1554597"/>
                  </a:lnTo>
                  <a:lnTo>
                    <a:pt x="406232" y="1553895"/>
                  </a:lnTo>
                  <a:lnTo>
                    <a:pt x="407399" y="1553263"/>
                  </a:lnTo>
                  <a:lnTo>
                    <a:pt x="408599" y="1552701"/>
                  </a:lnTo>
                  <a:lnTo>
                    <a:pt x="409832" y="1552207"/>
                  </a:lnTo>
                  <a:lnTo>
                    <a:pt x="411094" y="1551759"/>
                  </a:lnTo>
                  <a:lnTo>
                    <a:pt x="412377" y="1551357"/>
                  </a:lnTo>
                  <a:lnTo>
                    <a:pt x="413683" y="1551003"/>
                  </a:lnTo>
                  <a:lnTo>
                    <a:pt x="415011" y="1550696"/>
                  </a:lnTo>
                  <a:lnTo>
                    <a:pt x="416361" y="1550436"/>
                  </a:lnTo>
                  <a:lnTo>
                    <a:pt x="417733" y="1550224"/>
                  </a:lnTo>
                  <a:lnTo>
                    <a:pt x="419128" y="1550059"/>
                  </a:lnTo>
                  <a:lnTo>
                    <a:pt x="420545" y="1549940"/>
                  </a:lnTo>
                  <a:lnTo>
                    <a:pt x="421984" y="1549870"/>
                  </a:lnTo>
                  <a:lnTo>
                    <a:pt x="423445" y="1549846"/>
                  </a:lnTo>
                  <a:lnTo>
                    <a:pt x="424839" y="1549870"/>
                  </a:lnTo>
                  <a:lnTo>
                    <a:pt x="426215" y="1549940"/>
                  </a:lnTo>
                  <a:lnTo>
                    <a:pt x="427573" y="1550059"/>
                  </a:lnTo>
                  <a:lnTo>
                    <a:pt x="428913" y="1550224"/>
                  </a:lnTo>
                  <a:lnTo>
                    <a:pt x="430234" y="1550436"/>
                  </a:lnTo>
                  <a:lnTo>
                    <a:pt x="431538" y="1550696"/>
                  </a:lnTo>
                  <a:lnTo>
                    <a:pt x="432824" y="1551003"/>
                  </a:lnTo>
                  <a:lnTo>
                    <a:pt x="434091" y="1551357"/>
                  </a:lnTo>
                  <a:lnTo>
                    <a:pt x="435341" y="1551759"/>
                  </a:lnTo>
                  <a:lnTo>
                    <a:pt x="436572" y="1552207"/>
                  </a:lnTo>
                  <a:lnTo>
                    <a:pt x="437792" y="1552701"/>
                  </a:lnTo>
                  <a:lnTo>
                    <a:pt x="438981" y="1553263"/>
                  </a:lnTo>
                  <a:lnTo>
                    <a:pt x="440137" y="1553895"/>
                  </a:lnTo>
                  <a:lnTo>
                    <a:pt x="441261" y="1554597"/>
                  </a:lnTo>
                  <a:lnTo>
                    <a:pt x="442354" y="1555368"/>
                  </a:lnTo>
                  <a:lnTo>
                    <a:pt x="443414" y="1556208"/>
                  </a:lnTo>
                  <a:lnTo>
                    <a:pt x="444443" y="1557118"/>
                  </a:lnTo>
                  <a:lnTo>
                    <a:pt x="445440" y="1558097"/>
                  </a:lnTo>
                  <a:lnTo>
                    <a:pt x="446404" y="1559146"/>
                  </a:lnTo>
                  <a:lnTo>
                    <a:pt x="447337" y="1560264"/>
                  </a:lnTo>
                  <a:lnTo>
                    <a:pt x="448234" y="1561456"/>
                  </a:lnTo>
                  <a:lnTo>
                    <a:pt x="449093" y="1562728"/>
                  </a:lnTo>
                  <a:lnTo>
                    <a:pt x="449912" y="1564079"/>
                  </a:lnTo>
                  <a:lnTo>
                    <a:pt x="450693" y="1565509"/>
                  </a:lnTo>
                  <a:lnTo>
                    <a:pt x="451435" y="1567018"/>
                  </a:lnTo>
                  <a:lnTo>
                    <a:pt x="452138" y="1568607"/>
                  </a:lnTo>
                  <a:lnTo>
                    <a:pt x="452802" y="1570274"/>
                  </a:lnTo>
                  <a:lnTo>
                    <a:pt x="453427" y="1572021"/>
                  </a:lnTo>
                  <a:lnTo>
                    <a:pt x="454013" y="1573847"/>
                  </a:lnTo>
                  <a:lnTo>
                    <a:pt x="454560" y="1575752"/>
                  </a:lnTo>
                  <a:lnTo>
                    <a:pt x="455062" y="1577734"/>
                  </a:lnTo>
                  <a:lnTo>
                    <a:pt x="455510" y="1579819"/>
                  </a:lnTo>
                  <a:lnTo>
                    <a:pt x="455906" y="1582007"/>
                  </a:lnTo>
                  <a:lnTo>
                    <a:pt x="456249" y="1584298"/>
                  </a:lnTo>
                  <a:lnTo>
                    <a:pt x="456540" y="1586691"/>
                  </a:lnTo>
                  <a:lnTo>
                    <a:pt x="456777" y="1589187"/>
                  </a:lnTo>
                  <a:lnTo>
                    <a:pt x="456962" y="1591786"/>
                  </a:lnTo>
                  <a:lnTo>
                    <a:pt x="457094" y="1594488"/>
                  </a:lnTo>
                  <a:lnTo>
                    <a:pt x="457173" y="1597292"/>
                  </a:lnTo>
                  <a:close/>
                  <a:moveTo>
                    <a:pt x="444490" y="1600200"/>
                  </a:moveTo>
                  <a:lnTo>
                    <a:pt x="444476" y="1597905"/>
                  </a:lnTo>
                  <a:lnTo>
                    <a:pt x="444434" y="1595691"/>
                  </a:lnTo>
                  <a:lnTo>
                    <a:pt x="444365" y="1593555"/>
                  </a:lnTo>
                  <a:lnTo>
                    <a:pt x="444267" y="1591498"/>
                  </a:lnTo>
                  <a:lnTo>
                    <a:pt x="444142" y="1589521"/>
                  </a:lnTo>
                  <a:lnTo>
                    <a:pt x="443990" y="1587623"/>
                  </a:lnTo>
                  <a:lnTo>
                    <a:pt x="443809" y="1585804"/>
                  </a:lnTo>
                  <a:lnTo>
                    <a:pt x="443601" y="1584064"/>
                  </a:lnTo>
                  <a:lnTo>
                    <a:pt x="443364" y="1582404"/>
                  </a:lnTo>
                  <a:lnTo>
                    <a:pt x="443101" y="1580822"/>
                  </a:lnTo>
                  <a:lnTo>
                    <a:pt x="442810" y="1579298"/>
                  </a:lnTo>
                  <a:lnTo>
                    <a:pt x="442492" y="1577838"/>
                  </a:lnTo>
                  <a:lnTo>
                    <a:pt x="442148" y="1576442"/>
                  </a:lnTo>
                  <a:lnTo>
                    <a:pt x="441778" y="1575110"/>
                  </a:lnTo>
                  <a:lnTo>
                    <a:pt x="441382" y="1573842"/>
                  </a:lnTo>
                  <a:lnTo>
                    <a:pt x="440959" y="1572638"/>
                  </a:lnTo>
                  <a:lnTo>
                    <a:pt x="440509" y="1571497"/>
                  </a:lnTo>
                  <a:lnTo>
                    <a:pt x="440033" y="1570421"/>
                  </a:lnTo>
                  <a:lnTo>
                    <a:pt x="439531" y="1569408"/>
                  </a:lnTo>
                  <a:lnTo>
                    <a:pt x="439003" y="1568459"/>
                  </a:lnTo>
                  <a:lnTo>
                    <a:pt x="438449" y="1567557"/>
                  </a:lnTo>
                  <a:lnTo>
                    <a:pt x="437869" y="1566709"/>
                  </a:lnTo>
                  <a:lnTo>
                    <a:pt x="437265" y="1565917"/>
                  </a:lnTo>
                  <a:lnTo>
                    <a:pt x="436636" y="1565181"/>
                  </a:lnTo>
                  <a:lnTo>
                    <a:pt x="435982" y="1564501"/>
                  </a:lnTo>
                  <a:lnTo>
                    <a:pt x="435302" y="1563876"/>
                  </a:lnTo>
                  <a:lnTo>
                    <a:pt x="434598" y="1563306"/>
                  </a:lnTo>
                  <a:lnTo>
                    <a:pt x="433869" y="1562792"/>
                  </a:lnTo>
                  <a:lnTo>
                    <a:pt x="433115" y="1562334"/>
                  </a:lnTo>
                  <a:lnTo>
                    <a:pt x="432335" y="1561931"/>
                  </a:lnTo>
                  <a:lnTo>
                    <a:pt x="431546" y="1561561"/>
                  </a:lnTo>
                  <a:lnTo>
                    <a:pt x="430735" y="1561231"/>
                  </a:lnTo>
                  <a:lnTo>
                    <a:pt x="429902" y="1560939"/>
                  </a:lnTo>
                  <a:lnTo>
                    <a:pt x="429046" y="1560686"/>
                  </a:lnTo>
                  <a:lnTo>
                    <a:pt x="428168" y="1560472"/>
                  </a:lnTo>
                  <a:lnTo>
                    <a:pt x="427268" y="1560297"/>
                  </a:lnTo>
                  <a:lnTo>
                    <a:pt x="426346" y="1560161"/>
                  </a:lnTo>
                  <a:lnTo>
                    <a:pt x="425401" y="1560064"/>
                  </a:lnTo>
                  <a:lnTo>
                    <a:pt x="424434" y="1560006"/>
                  </a:lnTo>
                  <a:lnTo>
                    <a:pt x="423445" y="1559986"/>
                  </a:lnTo>
                  <a:lnTo>
                    <a:pt x="422402" y="1560006"/>
                  </a:lnTo>
                  <a:lnTo>
                    <a:pt x="421384" y="1560064"/>
                  </a:lnTo>
                  <a:lnTo>
                    <a:pt x="420391" y="1560161"/>
                  </a:lnTo>
                  <a:lnTo>
                    <a:pt x="419423" y="1560297"/>
                  </a:lnTo>
                  <a:lnTo>
                    <a:pt x="418479" y="1560472"/>
                  </a:lnTo>
                  <a:lnTo>
                    <a:pt x="417561" y="1560686"/>
                  </a:lnTo>
                  <a:lnTo>
                    <a:pt x="416668" y="1560939"/>
                  </a:lnTo>
                  <a:lnTo>
                    <a:pt x="415800" y="1561231"/>
                  </a:lnTo>
                  <a:lnTo>
                    <a:pt x="414957" y="1561561"/>
                  </a:lnTo>
                  <a:lnTo>
                    <a:pt x="414139" y="1561931"/>
                  </a:lnTo>
                  <a:lnTo>
                    <a:pt x="413345" y="1562347"/>
                  </a:lnTo>
                  <a:lnTo>
                    <a:pt x="412577" y="1562817"/>
                  </a:lnTo>
                  <a:lnTo>
                    <a:pt x="411834" y="1563341"/>
                  </a:lnTo>
                  <a:lnTo>
                    <a:pt x="411116" y="1563920"/>
                  </a:lnTo>
                  <a:lnTo>
                    <a:pt x="410423" y="1564553"/>
                  </a:lnTo>
                  <a:lnTo>
                    <a:pt x="409755" y="1565240"/>
                  </a:lnTo>
                  <a:lnTo>
                    <a:pt x="409112" y="1565981"/>
                  </a:lnTo>
                  <a:lnTo>
                    <a:pt x="408493" y="1566776"/>
                  </a:lnTo>
                  <a:lnTo>
                    <a:pt x="407900" y="1567625"/>
                  </a:lnTo>
                  <a:lnTo>
                    <a:pt x="407332" y="1568529"/>
                  </a:lnTo>
                  <a:lnTo>
                    <a:pt x="406804" y="1569478"/>
                  </a:lnTo>
                  <a:lnTo>
                    <a:pt x="406301" y="1570490"/>
                  </a:lnTo>
                  <a:lnTo>
                    <a:pt x="405826" y="1571567"/>
                  </a:lnTo>
                  <a:lnTo>
                    <a:pt x="405376" y="1572707"/>
                  </a:lnTo>
                  <a:lnTo>
                    <a:pt x="404953" y="1573911"/>
                  </a:lnTo>
                  <a:lnTo>
                    <a:pt x="404557" y="1575180"/>
                  </a:lnTo>
                  <a:lnTo>
                    <a:pt x="404187" y="1576512"/>
                  </a:lnTo>
                  <a:lnTo>
                    <a:pt x="403843" y="1577908"/>
                  </a:lnTo>
                  <a:lnTo>
                    <a:pt x="403525" y="1579368"/>
                  </a:lnTo>
                  <a:lnTo>
                    <a:pt x="403234" y="1580892"/>
                  </a:lnTo>
                  <a:lnTo>
                    <a:pt x="402971" y="1582472"/>
                  </a:lnTo>
                  <a:lnTo>
                    <a:pt x="402734" y="1584131"/>
                  </a:lnTo>
                  <a:lnTo>
                    <a:pt x="402526" y="1585867"/>
                  </a:lnTo>
                  <a:lnTo>
                    <a:pt x="402345" y="1587681"/>
                  </a:lnTo>
                  <a:lnTo>
                    <a:pt x="402193" y="1589573"/>
                  </a:lnTo>
                  <a:lnTo>
                    <a:pt x="402068" y="1591543"/>
                  </a:lnTo>
                  <a:lnTo>
                    <a:pt x="401970" y="1593590"/>
                  </a:lnTo>
                  <a:lnTo>
                    <a:pt x="401901" y="1595716"/>
                  </a:lnTo>
                  <a:lnTo>
                    <a:pt x="401859" y="1597919"/>
                  </a:lnTo>
                  <a:lnTo>
                    <a:pt x="401845" y="1600200"/>
                  </a:lnTo>
                  <a:lnTo>
                    <a:pt x="401859" y="1602414"/>
                  </a:lnTo>
                  <a:lnTo>
                    <a:pt x="401901" y="1604558"/>
                  </a:lnTo>
                  <a:lnTo>
                    <a:pt x="401970" y="1606632"/>
                  </a:lnTo>
                  <a:lnTo>
                    <a:pt x="402068" y="1608634"/>
                  </a:lnTo>
                  <a:lnTo>
                    <a:pt x="402193" y="1610565"/>
                  </a:lnTo>
                  <a:lnTo>
                    <a:pt x="402345" y="1612426"/>
                  </a:lnTo>
                  <a:lnTo>
                    <a:pt x="402526" y="1614216"/>
                  </a:lnTo>
                  <a:lnTo>
                    <a:pt x="402734" y="1615935"/>
                  </a:lnTo>
                  <a:lnTo>
                    <a:pt x="402971" y="1617583"/>
                  </a:lnTo>
                  <a:lnTo>
                    <a:pt x="403234" y="1619160"/>
                  </a:lnTo>
                  <a:lnTo>
                    <a:pt x="403539" y="1620672"/>
                  </a:lnTo>
                  <a:lnTo>
                    <a:pt x="403868" y="1622124"/>
                  </a:lnTo>
                  <a:lnTo>
                    <a:pt x="404222" y="1623517"/>
                  </a:lnTo>
                  <a:lnTo>
                    <a:pt x="404601" y="1624850"/>
                  </a:lnTo>
                  <a:lnTo>
                    <a:pt x="405005" y="1626123"/>
                  </a:lnTo>
                  <a:lnTo>
                    <a:pt x="405435" y="1627336"/>
                  </a:lnTo>
                  <a:lnTo>
                    <a:pt x="405889" y="1628490"/>
                  </a:lnTo>
                  <a:lnTo>
                    <a:pt x="406368" y="1629584"/>
                  </a:lnTo>
                  <a:lnTo>
                    <a:pt x="406872" y="1630618"/>
                  </a:lnTo>
                  <a:lnTo>
                    <a:pt x="407402" y="1631592"/>
                  </a:lnTo>
                  <a:lnTo>
                    <a:pt x="407969" y="1632497"/>
                  </a:lnTo>
                  <a:lnTo>
                    <a:pt x="408560" y="1633351"/>
                  </a:lnTo>
                  <a:lnTo>
                    <a:pt x="409175" y="1634153"/>
                  </a:lnTo>
                  <a:lnTo>
                    <a:pt x="409813" y="1634904"/>
                  </a:lnTo>
                  <a:lnTo>
                    <a:pt x="410475" y="1635603"/>
                  </a:lnTo>
                  <a:lnTo>
                    <a:pt x="411160" y="1636251"/>
                  </a:lnTo>
                  <a:lnTo>
                    <a:pt x="411870" y="1636848"/>
                  </a:lnTo>
                  <a:lnTo>
                    <a:pt x="412602" y="1637393"/>
                  </a:lnTo>
                  <a:lnTo>
                    <a:pt x="413359" y="1637887"/>
                  </a:lnTo>
                  <a:lnTo>
                    <a:pt x="414139" y="1638329"/>
                  </a:lnTo>
                  <a:lnTo>
                    <a:pt x="414941" y="1638712"/>
                  </a:lnTo>
                  <a:lnTo>
                    <a:pt x="415767" y="1639054"/>
                  </a:lnTo>
                  <a:lnTo>
                    <a:pt x="416614" y="1639356"/>
                  </a:lnTo>
                  <a:lnTo>
                    <a:pt x="417483" y="1639618"/>
                  </a:lnTo>
                  <a:lnTo>
                    <a:pt x="418375" y="1639840"/>
                  </a:lnTo>
                  <a:lnTo>
                    <a:pt x="419289" y="1640021"/>
                  </a:lnTo>
                  <a:lnTo>
                    <a:pt x="420225" y="1640162"/>
                  </a:lnTo>
                  <a:lnTo>
                    <a:pt x="421184" y="1640263"/>
                  </a:lnTo>
                  <a:lnTo>
                    <a:pt x="422165" y="1640323"/>
                  </a:lnTo>
                  <a:lnTo>
                    <a:pt x="423167" y="1640343"/>
                  </a:lnTo>
                  <a:lnTo>
                    <a:pt x="424144" y="1640323"/>
                  </a:lnTo>
                  <a:lnTo>
                    <a:pt x="425101" y="1640263"/>
                  </a:lnTo>
                  <a:lnTo>
                    <a:pt x="426039" y="1640162"/>
                  </a:lnTo>
                  <a:lnTo>
                    <a:pt x="426957" y="1640021"/>
                  </a:lnTo>
                  <a:lnTo>
                    <a:pt x="427856" y="1639840"/>
                  </a:lnTo>
                  <a:lnTo>
                    <a:pt x="428735" y="1639618"/>
                  </a:lnTo>
                  <a:lnTo>
                    <a:pt x="429595" y="1639356"/>
                  </a:lnTo>
                  <a:lnTo>
                    <a:pt x="430435" y="1639054"/>
                  </a:lnTo>
                  <a:lnTo>
                    <a:pt x="431256" y="1638712"/>
                  </a:lnTo>
                  <a:lnTo>
                    <a:pt x="432057" y="1638329"/>
                  </a:lnTo>
                  <a:lnTo>
                    <a:pt x="432837" y="1637887"/>
                  </a:lnTo>
                  <a:lnTo>
                    <a:pt x="433591" y="1637393"/>
                  </a:lnTo>
                  <a:lnTo>
                    <a:pt x="434320" y="1636848"/>
                  </a:lnTo>
                  <a:lnTo>
                    <a:pt x="435025" y="1636251"/>
                  </a:lnTo>
                  <a:lnTo>
                    <a:pt x="435704" y="1635603"/>
                  </a:lnTo>
                  <a:lnTo>
                    <a:pt x="436358" y="1634904"/>
                  </a:lnTo>
                  <a:lnTo>
                    <a:pt x="436987" y="1634153"/>
                  </a:lnTo>
                  <a:lnTo>
                    <a:pt x="437591" y="1633351"/>
                  </a:lnTo>
                  <a:lnTo>
                    <a:pt x="438171" y="1632497"/>
                  </a:lnTo>
                  <a:lnTo>
                    <a:pt x="438725" y="1631592"/>
                  </a:lnTo>
                  <a:lnTo>
                    <a:pt x="439267" y="1630618"/>
                  </a:lnTo>
                  <a:lnTo>
                    <a:pt x="439783" y="1629584"/>
                  </a:lnTo>
                  <a:lnTo>
                    <a:pt x="440273" y="1628490"/>
                  </a:lnTo>
                  <a:lnTo>
                    <a:pt x="440736" y="1627336"/>
                  </a:lnTo>
                  <a:lnTo>
                    <a:pt x="441173" y="1626123"/>
                  </a:lnTo>
                  <a:lnTo>
                    <a:pt x="441584" y="1624850"/>
                  </a:lnTo>
                  <a:lnTo>
                    <a:pt x="441968" y="1623517"/>
                  </a:lnTo>
                  <a:lnTo>
                    <a:pt x="442325" y="1622124"/>
                  </a:lnTo>
                  <a:lnTo>
                    <a:pt x="442657" y="1620672"/>
                  </a:lnTo>
                  <a:lnTo>
                    <a:pt x="442962" y="1619160"/>
                  </a:lnTo>
                  <a:lnTo>
                    <a:pt x="443252" y="1617583"/>
                  </a:lnTo>
                  <a:lnTo>
                    <a:pt x="443512" y="1615935"/>
                  </a:lnTo>
                  <a:lnTo>
                    <a:pt x="443741" y="1614216"/>
                  </a:lnTo>
                  <a:lnTo>
                    <a:pt x="443940" y="1612426"/>
                  </a:lnTo>
                  <a:lnTo>
                    <a:pt x="444108" y="1610565"/>
                  </a:lnTo>
                  <a:lnTo>
                    <a:pt x="444245" y="1608634"/>
                  </a:lnTo>
                  <a:lnTo>
                    <a:pt x="444352" y="1606632"/>
                  </a:lnTo>
                  <a:lnTo>
                    <a:pt x="444428" y="1604558"/>
                  </a:lnTo>
                  <a:lnTo>
                    <a:pt x="444474" y="1602414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1066305" y="5627001"/>
              <a:ext cx="7531926" cy="0"/>
            </a:xfrm>
            <a:custGeom>
              <a:avLst/>
              <a:pathLst>
                <a:path w="7531926" h="0">
                  <a:moveTo>
                    <a:pt x="0" y="0"/>
                  </a:moveTo>
                  <a:lnTo>
                    <a:pt x="7531926" y="0"/>
                  </a:lnTo>
                </a:path>
              </a:pathLst>
            </a:custGeom>
            <a:ln w="21681" cap="flat">
              <a:solidFill>
                <a:srgbClr val="BDC3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3"/>
            <p:cNvSpPr/>
            <p:nvPr/>
          </p:nvSpPr>
          <p:spPr>
            <a:xfrm>
              <a:off x="1982864" y="4154991"/>
              <a:ext cx="457200" cy="1650970"/>
            </a:xfrm>
            <a:custGeom>
              <a:avLst/>
              <a:pathLst>
                <a:path w="457200" h="1650970">
                  <a:moveTo>
                    <a:pt x="457200" y="1600200"/>
                  </a:moveTo>
                  <a:lnTo>
                    <a:pt x="457166" y="1602471"/>
                  </a:lnTo>
                  <a:lnTo>
                    <a:pt x="457066" y="1604700"/>
                  </a:lnTo>
                  <a:lnTo>
                    <a:pt x="456899" y="1606888"/>
                  </a:lnTo>
                  <a:lnTo>
                    <a:pt x="456666" y="1609034"/>
                  </a:lnTo>
                  <a:lnTo>
                    <a:pt x="456366" y="1611138"/>
                  </a:lnTo>
                  <a:lnTo>
                    <a:pt x="455999" y="1613201"/>
                  </a:lnTo>
                  <a:lnTo>
                    <a:pt x="455566" y="1615222"/>
                  </a:lnTo>
                  <a:lnTo>
                    <a:pt x="455066" y="1617202"/>
                  </a:lnTo>
                  <a:lnTo>
                    <a:pt x="454499" y="1619139"/>
                  </a:lnTo>
                  <a:lnTo>
                    <a:pt x="453866" y="1621035"/>
                  </a:lnTo>
                  <a:lnTo>
                    <a:pt x="453183" y="1622884"/>
                  </a:lnTo>
                  <a:lnTo>
                    <a:pt x="452441" y="1624678"/>
                  </a:lnTo>
                  <a:lnTo>
                    <a:pt x="451638" y="1626417"/>
                  </a:lnTo>
                  <a:lnTo>
                    <a:pt x="450776" y="1628103"/>
                  </a:lnTo>
                  <a:lnTo>
                    <a:pt x="449855" y="1629734"/>
                  </a:lnTo>
                  <a:lnTo>
                    <a:pt x="448873" y="1631312"/>
                  </a:lnTo>
                  <a:lnTo>
                    <a:pt x="447832" y="1632835"/>
                  </a:lnTo>
                  <a:lnTo>
                    <a:pt x="446732" y="1634304"/>
                  </a:lnTo>
                  <a:lnTo>
                    <a:pt x="445571" y="1635719"/>
                  </a:lnTo>
                  <a:lnTo>
                    <a:pt x="444351" y="1637079"/>
                  </a:lnTo>
                  <a:lnTo>
                    <a:pt x="443073" y="1638382"/>
                  </a:lnTo>
                  <a:lnTo>
                    <a:pt x="441739" y="1639624"/>
                  </a:lnTo>
                  <a:lnTo>
                    <a:pt x="440350" y="1640805"/>
                  </a:lnTo>
                  <a:lnTo>
                    <a:pt x="438906" y="1641924"/>
                  </a:lnTo>
                  <a:lnTo>
                    <a:pt x="437405" y="1642983"/>
                  </a:lnTo>
                  <a:lnTo>
                    <a:pt x="435850" y="1643980"/>
                  </a:lnTo>
                  <a:lnTo>
                    <a:pt x="434238" y="1644916"/>
                  </a:lnTo>
                  <a:lnTo>
                    <a:pt x="432571" y="1645791"/>
                  </a:lnTo>
                  <a:lnTo>
                    <a:pt x="430849" y="1646605"/>
                  </a:lnTo>
                  <a:lnTo>
                    <a:pt x="429071" y="1647358"/>
                  </a:lnTo>
                  <a:lnTo>
                    <a:pt x="427241" y="1648044"/>
                  </a:lnTo>
                  <a:lnTo>
                    <a:pt x="425362" y="1648658"/>
                  </a:lnTo>
                  <a:lnTo>
                    <a:pt x="423435" y="1649200"/>
                  </a:lnTo>
                  <a:lnTo>
                    <a:pt x="421459" y="1649670"/>
                  </a:lnTo>
                  <a:lnTo>
                    <a:pt x="419434" y="1650067"/>
                  </a:lnTo>
                  <a:lnTo>
                    <a:pt x="417361" y="1650392"/>
                  </a:lnTo>
                  <a:lnTo>
                    <a:pt x="415239" y="1650645"/>
                  </a:lnTo>
                  <a:lnTo>
                    <a:pt x="413069" y="1650825"/>
                  </a:lnTo>
                  <a:lnTo>
                    <a:pt x="410850" y="1650934"/>
                  </a:lnTo>
                  <a:lnTo>
                    <a:pt x="408582" y="1650970"/>
                  </a:lnTo>
                  <a:lnTo>
                    <a:pt x="406195" y="1650932"/>
                  </a:lnTo>
                  <a:lnTo>
                    <a:pt x="403868" y="1650820"/>
                  </a:lnTo>
                  <a:lnTo>
                    <a:pt x="401600" y="1650632"/>
                  </a:lnTo>
                  <a:lnTo>
                    <a:pt x="399392" y="1650370"/>
                  </a:lnTo>
                  <a:lnTo>
                    <a:pt x="397244" y="1650032"/>
                  </a:lnTo>
                  <a:lnTo>
                    <a:pt x="395156" y="1649620"/>
                  </a:lnTo>
                  <a:lnTo>
                    <a:pt x="393127" y="1649132"/>
                  </a:lnTo>
                  <a:lnTo>
                    <a:pt x="391158" y="1648569"/>
                  </a:lnTo>
                  <a:lnTo>
                    <a:pt x="389249" y="1647932"/>
                  </a:lnTo>
                  <a:lnTo>
                    <a:pt x="387399" y="1647219"/>
                  </a:lnTo>
                  <a:lnTo>
                    <a:pt x="385610" y="1646426"/>
                  </a:lnTo>
                  <a:lnTo>
                    <a:pt x="383882" y="1645575"/>
                  </a:lnTo>
                  <a:lnTo>
                    <a:pt x="382215" y="1644665"/>
                  </a:lnTo>
                  <a:lnTo>
                    <a:pt x="380609" y="1643697"/>
                  </a:lnTo>
                  <a:lnTo>
                    <a:pt x="379065" y="1642670"/>
                  </a:lnTo>
                  <a:lnTo>
                    <a:pt x="377581" y="1641585"/>
                  </a:lnTo>
                  <a:lnTo>
                    <a:pt x="376159" y="1640442"/>
                  </a:lnTo>
                  <a:lnTo>
                    <a:pt x="374798" y="1639240"/>
                  </a:lnTo>
                  <a:lnTo>
                    <a:pt x="373497" y="1637981"/>
                  </a:lnTo>
                  <a:lnTo>
                    <a:pt x="372258" y="1636662"/>
                  </a:lnTo>
                  <a:lnTo>
                    <a:pt x="371080" y="1635276"/>
                  </a:lnTo>
                  <a:lnTo>
                    <a:pt x="369961" y="1633840"/>
                  </a:lnTo>
                  <a:lnTo>
                    <a:pt x="368902" y="1632354"/>
                  </a:lnTo>
                  <a:lnTo>
                    <a:pt x="367902" y="1630817"/>
                  </a:lnTo>
                  <a:lnTo>
                    <a:pt x="366963" y="1629231"/>
                  </a:lnTo>
                  <a:lnTo>
                    <a:pt x="366083" y="1627595"/>
                  </a:lnTo>
                  <a:lnTo>
                    <a:pt x="365262" y="1625908"/>
                  </a:lnTo>
                  <a:lnTo>
                    <a:pt x="364502" y="1624172"/>
                  </a:lnTo>
                  <a:lnTo>
                    <a:pt x="363801" y="1622386"/>
                  </a:lnTo>
                  <a:lnTo>
                    <a:pt x="363160" y="1620549"/>
                  </a:lnTo>
                  <a:lnTo>
                    <a:pt x="362579" y="1618671"/>
                  </a:lnTo>
                  <a:lnTo>
                    <a:pt x="362060" y="1616757"/>
                  </a:lnTo>
                  <a:lnTo>
                    <a:pt x="361601" y="1614809"/>
                  </a:lnTo>
                  <a:lnTo>
                    <a:pt x="361204" y="1612826"/>
                  </a:lnTo>
                  <a:lnTo>
                    <a:pt x="360868" y="1610808"/>
                  </a:lnTo>
                  <a:lnTo>
                    <a:pt x="360593" y="1608756"/>
                  </a:lnTo>
                  <a:lnTo>
                    <a:pt x="360379" y="1606669"/>
                  </a:lnTo>
                  <a:lnTo>
                    <a:pt x="360226" y="1604547"/>
                  </a:lnTo>
                  <a:lnTo>
                    <a:pt x="360135" y="1602391"/>
                  </a:lnTo>
                  <a:lnTo>
                    <a:pt x="360104" y="1600200"/>
                  </a:lnTo>
                  <a:lnTo>
                    <a:pt x="360136" y="1597930"/>
                  </a:lnTo>
                  <a:lnTo>
                    <a:pt x="360232" y="1595704"/>
                  </a:lnTo>
                  <a:lnTo>
                    <a:pt x="360392" y="1593524"/>
                  </a:lnTo>
                  <a:lnTo>
                    <a:pt x="360615" y="1591387"/>
                  </a:lnTo>
                  <a:lnTo>
                    <a:pt x="360903" y="1589295"/>
                  </a:lnTo>
                  <a:lnTo>
                    <a:pt x="361254" y="1587248"/>
                  </a:lnTo>
                  <a:lnTo>
                    <a:pt x="361670" y="1585245"/>
                  </a:lnTo>
                  <a:lnTo>
                    <a:pt x="362149" y="1583286"/>
                  </a:lnTo>
                  <a:lnTo>
                    <a:pt x="362692" y="1581372"/>
                  </a:lnTo>
                  <a:lnTo>
                    <a:pt x="363299" y="1579502"/>
                  </a:lnTo>
                  <a:lnTo>
                    <a:pt x="363968" y="1577683"/>
                  </a:lnTo>
                  <a:lnTo>
                    <a:pt x="364696" y="1575919"/>
                  </a:lnTo>
                  <a:lnTo>
                    <a:pt x="365485" y="1574210"/>
                  </a:lnTo>
                  <a:lnTo>
                    <a:pt x="366333" y="1572557"/>
                  </a:lnTo>
                  <a:lnTo>
                    <a:pt x="367240" y="1570960"/>
                  </a:lnTo>
                  <a:lnTo>
                    <a:pt x="368208" y="1569418"/>
                  </a:lnTo>
                  <a:lnTo>
                    <a:pt x="369235" y="1567932"/>
                  </a:lnTo>
                  <a:lnTo>
                    <a:pt x="370322" y="1566501"/>
                  </a:lnTo>
                  <a:lnTo>
                    <a:pt x="371469" y="1565126"/>
                  </a:lnTo>
                  <a:lnTo>
                    <a:pt x="372675" y="1563806"/>
                  </a:lnTo>
                  <a:lnTo>
                    <a:pt x="373940" y="1562531"/>
                  </a:lnTo>
                  <a:lnTo>
                    <a:pt x="375261" y="1561317"/>
                  </a:lnTo>
                  <a:lnTo>
                    <a:pt x="376640" y="1560164"/>
                  </a:lnTo>
                  <a:lnTo>
                    <a:pt x="378076" y="1559072"/>
                  </a:lnTo>
                  <a:lnTo>
                    <a:pt x="379568" y="1558041"/>
                  </a:lnTo>
                  <a:lnTo>
                    <a:pt x="381118" y="1557072"/>
                  </a:lnTo>
                  <a:lnTo>
                    <a:pt x="382724" y="1556163"/>
                  </a:lnTo>
                  <a:lnTo>
                    <a:pt x="384388" y="1555316"/>
                  </a:lnTo>
                  <a:lnTo>
                    <a:pt x="386108" y="1554530"/>
                  </a:lnTo>
                  <a:lnTo>
                    <a:pt x="387885" y="1553805"/>
                  </a:lnTo>
                  <a:lnTo>
                    <a:pt x="389731" y="1553132"/>
                  </a:lnTo>
                  <a:lnTo>
                    <a:pt x="391630" y="1552530"/>
                  </a:lnTo>
                  <a:lnTo>
                    <a:pt x="393582" y="1551998"/>
                  </a:lnTo>
                  <a:lnTo>
                    <a:pt x="395586" y="1551538"/>
                  </a:lnTo>
                  <a:lnTo>
                    <a:pt x="397643" y="1551148"/>
                  </a:lnTo>
                  <a:lnTo>
                    <a:pt x="399753" y="1550829"/>
                  </a:lnTo>
                  <a:lnTo>
                    <a:pt x="401916" y="1550581"/>
                  </a:lnTo>
                  <a:lnTo>
                    <a:pt x="404132" y="1550404"/>
                  </a:lnTo>
                  <a:lnTo>
                    <a:pt x="406400" y="1550298"/>
                  </a:lnTo>
                  <a:lnTo>
                    <a:pt x="408721" y="1550263"/>
                  </a:lnTo>
                  <a:lnTo>
                    <a:pt x="411028" y="1550298"/>
                  </a:lnTo>
                  <a:lnTo>
                    <a:pt x="413283" y="1550404"/>
                  </a:lnTo>
                  <a:lnTo>
                    <a:pt x="415485" y="1550581"/>
                  </a:lnTo>
                  <a:lnTo>
                    <a:pt x="417633" y="1550829"/>
                  </a:lnTo>
                  <a:lnTo>
                    <a:pt x="419730" y="1551148"/>
                  </a:lnTo>
                  <a:lnTo>
                    <a:pt x="421773" y="1551538"/>
                  </a:lnTo>
                  <a:lnTo>
                    <a:pt x="423763" y="1551998"/>
                  </a:lnTo>
                  <a:lnTo>
                    <a:pt x="425701" y="1552530"/>
                  </a:lnTo>
                  <a:lnTo>
                    <a:pt x="427586" y="1553132"/>
                  </a:lnTo>
                  <a:lnTo>
                    <a:pt x="429418" y="1553805"/>
                  </a:lnTo>
                  <a:lnTo>
                    <a:pt x="431208" y="1554543"/>
                  </a:lnTo>
                  <a:lnTo>
                    <a:pt x="432938" y="1555341"/>
                  </a:lnTo>
                  <a:lnTo>
                    <a:pt x="434608" y="1556199"/>
                  </a:lnTo>
                  <a:lnTo>
                    <a:pt x="436219" y="1557116"/>
                  </a:lnTo>
                  <a:lnTo>
                    <a:pt x="437770" y="1558094"/>
                  </a:lnTo>
                  <a:lnTo>
                    <a:pt x="439261" y="1559130"/>
                  </a:lnTo>
                  <a:lnTo>
                    <a:pt x="440693" y="1560227"/>
                  </a:lnTo>
                  <a:lnTo>
                    <a:pt x="442064" y="1561384"/>
                  </a:lnTo>
                  <a:lnTo>
                    <a:pt x="443376" y="1562600"/>
                  </a:lnTo>
                  <a:lnTo>
                    <a:pt x="444628" y="1563876"/>
                  </a:lnTo>
                  <a:lnTo>
                    <a:pt x="445835" y="1565208"/>
                  </a:lnTo>
                  <a:lnTo>
                    <a:pt x="446982" y="1566595"/>
                  </a:lnTo>
                  <a:lnTo>
                    <a:pt x="448068" y="1568036"/>
                  </a:lnTo>
                  <a:lnTo>
                    <a:pt x="449096" y="1569532"/>
                  </a:lnTo>
                  <a:lnTo>
                    <a:pt x="450063" y="1571081"/>
                  </a:lnTo>
                  <a:lnTo>
                    <a:pt x="450971" y="1572685"/>
                  </a:lnTo>
                  <a:lnTo>
                    <a:pt x="451819" y="1574343"/>
                  </a:lnTo>
                  <a:lnTo>
                    <a:pt x="452607" y="1576055"/>
                  </a:lnTo>
                  <a:lnTo>
                    <a:pt x="453336" y="1577821"/>
                  </a:lnTo>
                  <a:lnTo>
                    <a:pt x="454005" y="1579641"/>
                  </a:lnTo>
                  <a:lnTo>
                    <a:pt x="454612" y="1581510"/>
                  </a:lnTo>
                  <a:lnTo>
                    <a:pt x="455155" y="1583420"/>
                  </a:lnTo>
                  <a:lnTo>
                    <a:pt x="455634" y="1585371"/>
                  </a:lnTo>
                  <a:lnTo>
                    <a:pt x="456049" y="1587365"/>
                  </a:lnTo>
                  <a:lnTo>
                    <a:pt x="456401" y="1589400"/>
                  </a:lnTo>
                  <a:lnTo>
                    <a:pt x="456688" y="1591476"/>
                  </a:lnTo>
                  <a:lnTo>
                    <a:pt x="456912" y="1593595"/>
                  </a:lnTo>
                  <a:lnTo>
                    <a:pt x="457072" y="1595755"/>
                  </a:lnTo>
                  <a:lnTo>
                    <a:pt x="457168" y="1597956"/>
                  </a:lnTo>
                  <a:close/>
                  <a:moveTo>
                    <a:pt x="443656" y="1600200"/>
                  </a:moveTo>
                  <a:lnTo>
                    <a:pt x="443633" y="1598451"/>
                  </a:lnTo>
                  <a:lnTo>
                    <a:pt x="443564" y="1596735"/>
                  </a:lnTo>
                  <a:lnTo>
                    <a:pt x="443450" y="1595051"/>
                  </a:lnTo>
                  <a:lnTo>
                    <a:pt x="443289" y="1593399"/>
                  </a:lnTo>
                  <a:lnTo>
                    <a:pt x="443083" y="1591778"/>
                  </a:lnTo>
                  <a:lnTo>
                    <a:pt x="442831" y="1590190"/>
                  </a:lnTo>
                  <a:lnTo>
                    <a:pt x="442533" y="1588633"/>
                  </a:lnTo>
                  <a:lnTo>
                    <a:pt x="442189" y="1587109"/>
                  </a:lnTo>
                  <a:lnTo>
                    <a:pt x="441800" y="1585616"/>
                  </a:lnTo>
                  <a:lnTo>
                    <a:pt x="441364" y="1584156"/>
                  </a:lnTo>
                  <a:lnTo>
                    <a:pt x="440897" y="1582732"/>
                  </a:lnTo>
                  <a:lnTo>
                    <a:pt x="440386" y="1581350"/>
                  </a:lnTo>
                  <a:lnTo>
                    <a:pt x="439831" y="1580009"/>
                  </a:lnTo>
                  <a:lnTo>
                    <a:pt x="439231" y="1578711"/>
                  </a:lnTo>
                  <a:lnTo>
                    <a:pt x="438586" y="1577454"/>
                  </a:lnTo>
                  <a:lnTo>
                    <a:pt x="437897" y="1576238"/>
                  </a:lnTo>
                  <a:lnTo>
                    <a:pt x="437164" y="1575064"/>
                  </a:lnTo>
                  <a:lnTo>
                    <a:pt x="436386" y="1573932"/>
                  </a:lnTo>
                  <a:lnTo>
                    <a:pt x="435563" y="1572842"/>
                  </a:lnTo>
                  <a:lnTo>
                    <a:pt x="434697" y="1571793"/>
                  </a:lnTo>
                  <a:lnTo>
                    <a:pt x="433800" y="1570789"/>
                  </a:lnTo>
                  <a:lnTo>
                    <a:pt x="432860" y="1569832"/>
                  </a:lnTo>
                  <a:lnTo>
                    <a:pt x="431878" y="1568922"/>
                  </a:lnTo>
                  <a:lnTo>
                    <a:pt x="430852" y="1568059"/>
                  </a:lnTo>
                  <a:lnTo>
                    <a:pt x="429783" y="1567244"/>
                  </a:lnTo>
                  <a:lnTo>
                    <a:pt x="428671" y="1566476"/>
                  </a:lnTo>
                  <a:lnTo>
                    <a:pt x="427516" y="1565755"/>
                  </a:lnTo>
                  <a:lnTo>
                    <a:pt x="426318" y="1565081"/>
                  </a:lnTo>
                  <a:lnTo>
                    <a:pt x="425077" y="1564455"/>
                  </a:lnTo>
                  <a:lnTo>
                    <a:pt x="423793" y="1563876"/>
                  </a:lnTo>
                  <a:lnTo>
                    <a:pt x="422467" y="1563348"/>
                  </a:lnTo>
                  <a:lnTo>
                    <a:pt x="421101" y="1562875"/>
                  </a:lnTo>
                  <a:lnTo>
                    <a:pt x="419694" y="1562459"/>
                  </a:lnTo>
                  <a:lnTo>
                    <a:pt x="418247" y="1562098"/>
                  </a:lnTo>
                  <a:lnTo>
                    <a:pt x="416760" y="1561792"/>
                  </a:lnTo>
                  <a:lnTo>
                    <a:pt x="415233" y="1561542"/>
                  </a:lnTo>
                  <a:lnTo>
                    <a:pt x="413666" y="1561347"/>
                  </a:lnTo>
                  <a:lnTo>
                    <a:pt x="412058" y="1561209"/>
                  </a:lnTo>
                  <a:lnTo>
                    <a:pt x="410410" y="1561125"/>
                  </a:lnTo>
                  <a:lnTo>
                    <a:pt x="408721" y="1561097"/>
                  </a:lnTo>
                  <a:lnTo>
                    <a:pt x="406993" y="1561125"/>
                  </a:lnTo>
                  <a:lnTo>
                    <a:pt x="405307" y="1561209"/>
                  </a:lnTo>
                  <a:lnTo>
                    <a:pt x="403664" y="1561347"/>
                  </a:lnTo>
                  <a:lnTo>
                    <a:pt x="402065" y="1561542"/>
                  </a:lnTo>
                  <a:lnTo>
                    <a:pt x="400508" y="1561792"/>
                  </a:lnTo>
                  <a:lnTo>
                    <a:pt x="398995" y="1562098"/>
                  </a:lnTo>
                  <a:lnTo>
                    <a:pt x="397525" y="1562459"/>
                  </a:lnTo>
                  <a:lnTo>
                    <a:pt x="396097" y="1562875"/>
                  </a:lnTo>
                  <a:lnTo>
                    <a:pt x="394713" y="1563348"/>
                  </a:lnTo>
                  <a:lnTo>
                    <a:pt x="393372" y="1563876"/>
                  </a:lnTo>
                  <a:lnTo>
                    <a:pt x="392074" y="1564455"/>
                  </a:lnTo>
                  <a:lnTo>
                    <a:pt x="390819" y="1565081"/>
                  </a:lnTo>
                  <a:lnTo>
                    <a:pt x="389607" y="1565755"/>
                  </a:lnTo>
                  <a:lnTo>
                    <a:pt x="388438" y="1566476"/>
                  </a:lnTo>
                  <a:lnTo>
                    <a:pt x="387312" y="1567244"/>
                  </a:lnTo>
                  <a:lnTo>
                    <a:pt x="386230" y="1568059"/>
                  </a:lnTo>
                  <a:lnTo>
                    <a:pt x="385190" y="1568922"/>
                  </a:lnTo>
                  <a:lnTo>
                    <a:pt x="384193" y="1569832"/>
                  </a:lnTo>
                  <a:lnTo>
                    <a:pt x="383240" y="1570789"/>
                  </a:lnTo>
                  <a:lnTo>
                    <a:pt x="382329" y="1571793"/>
                  </a:lnTo>
                  <a:lnTo>
                    <a:pt x="381475" y="1572842"/>
                  </a:lnTo>
                  <a:lnTo>
                    <a:pt x="380665" y="1573932"/>
                  </a:lnTo>
                  <a:lnTo>
                    <a:pt x="379897" y="1575064"/>
                  </a:lnTo>
                  <a:lnTo>
                    <a:pt x="379173" y="1576238"/>
                  </a:lnTo>
                  <a:lnTo>
                    <a:pt x="378492" y="1577454"/>
                  </a:lnTo>
                  <a:lnTo>
                    <a:pt x="377853" y="1578711"/>
                  </a:lnTo>
                  <a:lnTo>
                    <a:pt x="377258" y="1580009"/>
                  </a:lnTo>
                  <a:lnTo>
                    <a:pt x="376706" y="1581350"/>
                  </a:lnTo>
                  <a:lnTo>
                    <a:pt x="376197" y="1582732"/>
                  </a:lnTo>
                  <a:lnTo>
                    <a:pt x="375731" y="1584156"/>
                  </a:lnTo>
                  <a:lnTo>
                    <a:pt x="375322" y="1585616"/>
                  </a:lnTo>
                  <a:lnTo>
                    <a:pt x="374956" y="1587109"/>
                  </a:lnTo>
                  <a:lnTo>
                    <a:pt x="374633" y="1588633"/>
                  </a:lnTo>
                  <a:lnTo>
                    <a:pt x="374353" y="1590190"/>
                  </a:lnTo>
                  <a:lnTo>
                    <a:pt x="374116" y="1591778"/>
                  </a:lnTo>
                  <a:lnTo>
                    <a:pt x="373922" y="1593399"/>
                  </a:lnTo>
                  <a:lnTo>
                    <a:pt x="373772" y="1595051"/>
                  </a:lnTo>
                  <a:lnTo>
                    <a:pt x="373664" y="1596735"/>
                  </a:lnTo>
                  <a:lnTo>
                    <a:pt x="373599" y="1598451"/>
                  </a:lnTo>
                  <a:lnTo>
                    <a:pt x="373578" y="1600200"/>
                  </a:lnTo>
                  <a:lnTo>
                    <a:pt x="373600" y="1601949"/>
                  </a:lnTo>
                  <a:lnTo>
                    <a:pt x="373667" y="1603669"/>
                  </a:lnTo>
                  <a:lnTo>
                    <a:pt x="373778" y="1605361"/>
                  </a:lnTo>
                  <a:lnTo>
                    <a:pt x="373934" y="1607023"/>
                  </a:lnTo>
                  <a:lnTo>
                    <a:pt x="374134" y="1608655"/>
                  </a:lnTo>
                  <a:lnTo>
                    <a:pt x="374378" y="1610259"/>
                  </a:lnTo>
                  <a:lnTo>
                    <a:pt x="374667" y="1611834"/>
                  </a:lnTo>
                  <a:lnTo>
                    <a:pt x="375000" y="1613379"/>
                  </a:lnTo>
                  <a:lnTo>
                    <a:pt x="375378" y="1614895"/>
                  </a:lnTo>
                  <a:lnTo>
                    <a:pt x="375800" y="1616382"/>
                  </a:lnTo>
                  <a:lnTo>
                    <a:pt x="376280" y="1617821"/>
                  </a:lnTo>
                  <a:lnTo>
                    <a:pt x="376801" y="1619221"/>
                  </a:lnTo>
                  <a:lnTo>
                    <a:pt x="377363" y="1620583"/>
                  </a:lnTo>
                  <a:lnTo>
                    <a:pt x="377967" y="1621905"/>
                  </a:lnTo>
                  <a:lnTo>
                    <a:pt x="378613" y="1623188"/>
                  </a:lnTo>
                  <a:lnTo>
                    <a:pt x="379301" y="1624433"/>
                  </a:lnTo>
                  <a:lnTo>
                    <a:pt x="380030" y="1625639"/>
                  </a:lnTo>
                  <a:lnTo>
                    <a:pt x="380801" y="1626806"/>
                  </a:lnTo>
                  <a:lnTo>
                    <a:pt x="381614" y="1627934"/>
                  </a:lnTo>
                  <a:lnTo>
                    <a:pt x="382468" y="1629023"/>
                  </a:lnTo>
                  <a:lnTo>
                    <a:pt x="383378" y="1630055"/>
                  </a:lnTo>
                  <a:lnTo>
                    <a:pt x="384329" y="1631042"/>
                  </a:lnTo>
                  <a:lnTo>
                    <a:pt x="385322" y="1631983"/>
                  </a:lnTo>
                  <a:lnTo>
                    <a:pt x="386357" y="1632879"/>
                  </a:lnTo>
                  <a:lnTo>
                    <a:pt x="387434" y="1633728"/>
                  </a:lnTo>
                  <a:lnTo>
                    <a:pt x="388552" y="1634532"/>
                  </a:lnTo>
                  <a:lnTo>
                    <a:pt x="389712" y="1635289"/>
                  </a:lnTo>
                  <a:lnTo>
                    <a:pt x="390913" y="1636001"/>
                  </a:lnTo>
                  <a:lnTo>
                    <a:pt x="392157" y="1636667"/>
                  </a:lnTo>
                  <a:lnTo>
                    <a:pt x="393442" y="1637287"/>
                  </a:lnTo>
                  <a:lnTo>
                    <a:pt x="394781" y="1637842"/>
                  </a:lnTo>
                  <a:lnTo>
                    <a:pt x="396159" y="1638338"/>
                  </a:lnTo>
                  <a:lnTo>
                    <a:pt x="397575" y="1638775"/>
                  </a:lnTo>
                  <a:lnTo>
                    <a:pt x="399031" y="1639154"/>
                  </a:lnTo>
                  <a:lnTo>
                    <a:pt x="400526" y="1639475"/>
                  </a:lnTo>
                  <a:lnTo>
                    <a:pt x="402059" y="1639738"/>
                  </a:lnTo>
                  <a:lnTo>
                    <a:pt x="403632" y="1639942"/>
                  </a:lnTo>
                  <a:lnTo>
                    <a:pt x="405243" y="1640088"/>
                  </a:lnTo>
                  <a:lnTo>
                    <a:pt x="406893" y="1640175"/>
                  </a:lnTo>
                  <a:lnTo>
                    <a:pt x="408582" y="1640204"/>
                  </a:lnTo>
                  <a:lnTo>
                    <a:pt x="410390" y="1640175"/>
                  </a:lnTo>
                  <a:lnTo>
                    <a:pt x="412147" y="1640085"/>
                  </a:lnTo>
                  <a:lnTo>
                    <a:pt x="413852" y="1639936"/>
                  </a:lnTo>
                  <a:lnTo>
                    <a:pt x="415505" y="1639727"/>
                  </a:lnTo>
                  <a:lnTo>
                    <a:pt x="417108" y="1639458"/>
                  </a:lnTo>
                  <a:lnTo>
                    <a:pt x="418659" y="1639129"/>
                  </a:lnTo>
                  <a:lnTo>
                    <a:pt x="420158" y="1638741"/>
                  </a:lnTo>
                  <a:lnTo>
                    <a:pt x="421606" y="1638293"/>
                  </a:lnTo>
                  <a:lnTo>
                    <a:pt x="423003" y="1637785"/>
                  </a:lnTo>
                  <a:lnTo>
                    <a:pt x="424348" y="1637218"/>
                  </a:lnTo>
                  <a:lnTo>
                    <a:pt x="425657" y="1636598"/>
                  </a:lnTo>
                  <a:lnTo>
                    <a:pt x="426918" y="1635932"/>
                  </a:lnTo>
                  <a:lnTo>
                    <a:pt x="428130" y="1635220"/>
                  </a:lnTo>
                  <a:lnTo>
                    <a:pt x="429293" y="1634462"/>
                  </a:lnTo>
                  <a:lnTo>
                    <a:pt x="430408" y="1633659"/>
                  </a:lnTo>
                  <a:lnTo>
                    <a:pt x="431474" y="1632809"/>
                  </a:lnTo>
                  <a:lnTo>
                    <a:pt x="432492" y="1631914"/>
                  </a:lnTo>
                  <a:lnTo>
                    <a:pt x="433460" y="1630973"/>
                  </a:lnTo>
                  <a:lnTo>
                    <a:pt x="434381" y="1629986"/>
                  </a:lnTo>
                  <a:lnTo>
                    <a:pt x="435252" y="1628953"/>
                  </a:lnTo>
                  <a:lnTo>
                    <a:pt x="436091" y="1627863"/>
                  </a:lnTo>
                  <a:lnTo>
                    <a:pt x="436883" y="1626733"/>
                  </a:lnTo>
                  <a:lnTo>
                    <a:pt x="437630" y="1625563"/>
                  </a:lnTo>
                  <a:lnTo>
                    <a:pt x="438330" y="1624353"/>
                  </a:lnTo>
                  <a:lnTo>
                    <a:pt x="438985" y="1623102"/>
                  </a:lnTo>
                  <a:lnTo>
                    <a:pt x="439595" y="1621811"/>
                  </a:lnTo>
                  <a:lnTo>
                    <a:pt x="440158" y="1620479"/>
                  </a:lnTo>
                  <a:lnTo>
                    <a:pt x="440675" y="1619107"/>
                  </a:lnTo>
                  <a:lnTo>
                    <a:pt x="441147" y="1617695"/>
                  </a:lnTo>
                  <a:lnTo>
                    <a:pt x="441573" y="1616243"/>
                  </a:lnTo>
                  <a:lnTo>
                    <a:pt x="441968" y="1614758"/>
                  </a:lnTo>
                  <a:lnTo>
                    <a:pt x="442323" y="1613246"/>
                  </a:lnTo>
                  <a:lnTo>
                    <a:pt x="442635" y="1611707"/>
                  </a:lnTo>
                  <a:lnTo>
                    <a:pt x="442906" y="1610142"/>
                  </a:lnTo>
                  <a:lnTo>
                    <a:pt x="443135" y="1608551"/>
                  </a:lnTo>
                  <a:lnTo>
                    <a:pt x="443323" y="1606934"/>
                  </a:lnTo>
                  <a:lnTo>
                    <a:pt x="443469" y="1605290"/>
                  </a:lnTo>
                  <a:lnTo>
                    <a:pt x="443573" y="1603619"/>
                  </a:lnTo>
                  <a:lnTo>
                    <a:pt x="443635" y="1601923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h44"/>
            <p:cNvSpPr/>
            <p:nvPr/>
          </p:nvSpPr>
          <p:spPr>
            <a:xfrm>
              <a:off x="2001339" y="4204372"/>
              <a:ext cx="519916" cy="1600200"/>
            </a:xfrm>
            <a:custGeom>
              <a:avLst/>
              <a:pathLst>
                <a:path w="519916" h="1600200">
                  <a:moveTo>
                    <a:pt x="457200" y="1600200"/>
                  </a:moveTo>
                  <a:lnTo>
                    <a:pt x="457200" y="1502340"/>
                  </a:lnTo>
                  <a:lnTo>
                    <a:pt x="470465" y="1502340"/>
                  </a:lnTo>
                  <a:lnTo>
                    <a:pt x="470465" y="1589365"/>
                  </a:lnTo>
                  <a:lnTo>
                    <a:pt x="519916" y="1589365"/>
                  </a:lnTo>
                  <a:lnTo>
                    <a:pt x="519916" y="1600200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h45"/>
            <p:cNvSpPr/>
            <p:nvPr/>
          </p:nvSpPr>
          <p:spPr>
            <a:xfrm>
              <a:off x="2157122" y="4177355"/>
              <a:ext cx="457200" cy="1628606"/>
            </a:xfrm>
            <a:custGeom>
              <a:avLst/>
              <a:pathLst>
                <a:path w="457200" h="1628606">
                  <a:moveTo>
                    <a:pt x="457200" y="1600200"/>
                  </a:moveTo>
                  <a:lnTo>
                    <a:pt x="457175" y="1601426"/>
                  </a:lnTo>
                  <a:lnTo>
                    <a:pt x="457102" y="1602633"/>
                  </a:lnTo>
                  <a:lnTo>
                    <a:pt x="456981" y="1603821"/>
                  </a:lnTo>
                  <a:lnTo>
                    <a:pt x="456811" y="1604989"/>
                  </a:lnTo>
                  <a:lnTo>
                    <a:pt x="456592" y="1606138"/>
                  </a:lnTo>
                  <a:lnTo>
                    <a:pt x="456324" y="1607267"/>
                  </a:lnTo>
                  <a:lnTo>
                    <a:pt x="456008" y="1608377"/>
                  </a:lnTo>
                  <a:lnTo>
                    <a:pt x="455644" y="1609467"/>
                  </a:lnTo>
                  <a:lnTo>
                    <a:pt x="455231" y="1610538"/>
                  </a:lnTo>
                  <a:lnTo>
                    <a:pt x="454769" y="1611590"/>
                  </a:lnTo>
                  <a:lnTo>
                    <a:pt x="454270" y="1612618"/>
                  </a:lnTo>
                  <a:lnTo>
                    <a:pt x="453719" y="1613618"/>
                  </a:lnTo>
                  <a:lnTo>
                    <a:pt x="453114" y="1614590"/>
                  </a:lnTo>
                  <a:lnTo>
                    <a:pt x="452457" y="1615535"/>
                  </a:lnTo>
                  <a:lnTo>
                    <a:pt x="451747" y="1616452"/>
                  </a:lnTo>
                  <a:lnTo>
                    <a:pt x="450985" y="1617341"/>
                  </a:lnTo>
                  <a:lnTo>
                    <a:pt x="450169" y="1618202"/>
                  </a:lnTo>
                  <a:lnTo>
                    <a:pt x="449301" y="1619035"/>
                  </a:lnTo>
                  <a:lnTo>
                    <a:pt x="448380" y="1619841"/>
                  </a:lnTo>
                  <a:lnTo>
                    <a:pt x="447407" y="1620619"/>
                  </a:lnTo>
                  <a:lnTo>
                    <a:pt x="446380" y="1621353"/>
                  </a:lnTo>
                  <a:lnTo>
                    <a:pt x="445301" y="1622055"/>
                  </a:lnTo>
                  <a:lnTo>
                    <a:pt x="444169" y="1622725"/>
                  </a:lnTo>
                  <a:lnTo>
                    <a:pt x="442984" y="1623364"/>
                  </a:lnTo>
                  <a:lnTo>
                    <a:pt x="441746" y="1623970"/>
                  </a:lnTo>
                  <a:lnTo>
                    <a:pt x="440456" y="1624544"/>
                  </a:lnTo>
                  <a:lnTo>
                    <a:pt x="439113" y="1625087"/>
                  </a:lnTo>
                  <a:lnTo>
                    <a:pt x="437717" y="1625597"/>
                  </a:lnTo>
                  <a:lnTo>
                    <a:pt x="436268" y="1626076"/>
                  </a:lnTo>
                  <a:lnTo>
                    <a:pt x="434766" y="1626522"/>
                  </a:lnTo>
                  <a:lnTo>
                    <a:pt x="433224" y="1626918"/>
                  </a:lnTo>
                  <a:lnTo>
                    <a:pt x="431624" y="1627272"/>
                  </a:lnTo>
                  <a:lnTo>
                    <a:pt x="429968" y="1627585"/>
                  </a:lnTo>
                  <a:lnTo>
                    <a:pt x="428254" y="1627856"/>
                  </a:lnTo>
                  <a:lnTo>
                    <a:pt x="426484" y="1628085"/>
                  </a:lnTo>
                  <a:lnTo>
                    <a:pt x="424657" y="1628272"/>
                  </a:lnTo>
                  <a:lnTo>
                    <a:pt x="422772" y="1628418"/>
                  </a:lnTo>
                  <a:lnTo>
                    <a:pt x="420831" y="1628522"/>
                  </a:lnTo>
                  <a:lnTo>
                    <a:pt x="418833" y="1628585"/>
                  </a:lnTo>
                  <a:lnTo>
                    <a:pt x="416778" y="1628606"/>
                  </a:lnTo>
                  <a:lnTo>
                    <a:pt x="413205" y="1628542"/>
                  </a:lnTo>
                  <a:lnTo>
                    <a:pt x="409794" y="1628350"/>
                  </a:lnTo>
                  <a:lnTo>
                    <a:pt x="406543" y="1628031"/>
                  </a:lnTo>
                  <a:lnTo>
                    <a:pt x="403454" y="1627583"/>
                  </a:lnTo>
                  <a:lnTo>
                    <a:pt x="400526" y="1627008"/>
                  </a:lnTo>
                  <a:lnTo>
                    <a:pt x="397759" y="1626306"/>
                  </a:lnTo>
                  <a:lnTo>
                    <a:pt x="395153" y="1625475"/>
                  </a:lnTo>
                  <a:lnTo>
                    <a:pt x="392708" y="1624516"/>
                  </a:lnTo>
                  <a:lnTo>
                    <a:pt x="390424" y="1623430"/>
                  </a:lnTo>
                  <a:lnTo>
                    <a:pt x="388302" y="1622216"/>
                  </a:lnTo>
                  <a:lnTo>
                    <a:pt x="386334" y="1620881"/>
                  </a:lnTo>
                  <a:lnTo>
                    <a:pt x="384515" y="1619432"/>
                  </a:lnTo>
                  <a:lnTo>
                    <a:pt x="382845" y="1617870"/>
                  </a:lnTo>
                  <a:lnTo>
                    <a:pt x="381323" y="1616193"/>
                  </a:lnTo>
                  <a:lnTo>
                    <a:pt x="379950" y="1614403"/>
                  </a:lnTo>
                  <a:lnTo>
                    <a:pt x="378726" y="1612498"/>
                  </a:lnTo>
                  <a:lnTo>
                    <a:pt x="377650" y="1610480"/>
                  </a:lnTo>
                  <a:lnTo>
                    <a:pt x="376723" y="1608348"/>
                  </a:lnTo>
                  <a:lnTo>
                    <a:pt x="375944" y="1606102"/>
                  </a:lnTo>
                  <a:lnTo>
                    <a:pt x="375314" y="1603742"/>
                  </a:lnTo>
                  <a:lnTo>
                    <a:pt x="388163" y="1601172"/>
                  </a:lnTo>
                  <a:lnTo>
                    <a:pt x="388368" y="1601929"/>
                  </a:lnTo>
                  <a:lnTo>
                    <a:pt x="388594" y="1602672"/>
                  </a:lnTo>
                  <a:lnTo>
                    <a:pt x="388840" y="1603401"/>
                  </a:lnTo>
                  <a:lnTo>
                    <a:pt x="389108" y="1604117"/>
                  </a:lnTo>
                  <a:lnTo>
                    <a:pt x="389396" y="1604818"/>
                  </a:lnTo>
                  <a:lnTo>
                    <a:pt x="389705" y="1605506"/>
                  </a:lnTo>
                  <a:lnTo>
                    <a:pt x="390035" y="1606179"/>
                  </a:lnTo>
                  <a:lnTo>
                    <a:pt x="390386" y="1606839"/>
                  </a:lnTo>
                  <a:lnTo>
                    <a:pt x="390757" y="1607485"/>
                  </a:lnTo>
                  <a:lnTo>
                    <a:pt x="391150" y="1608117"/>
                  </a:lnTo>
                  <a:lnTo>
                    <a:pt x="391566" y="1608734"/>
                  </a:lnTo>
                  <a:lnTo>
                    <a:pt x="392011" y="1609334"/>
                  </a:lnTo>
                  <a:lnTo>
                    <a:pt x="392483" y="1609917"/>
                  </a:lnTo>
                  <a:lnTo>
                    <a:pt x="392983" y="1610484"/>
                  </a:lnTo>
                  <a:lnTo>
                    <a:pt x="393511" y="1611034"/>
                  </a:lnTo>
                  <a:lnTo>
                    <a:pt x="394067" y="1611568"/>
                  </a:lnTo>
                  <a:lnTo>
                    <a:pt x="394650" y="1612084"/>
                  </a:lnTo>
                  <a:lnTo>
                    <a:pt x="395261" y="1612584"/>
                  </a:lnTo>
                  <a:lnTo>
                    <a:pt x="395900" y="1613068"/>
                  </a:lnTo>
                  <a:lnTo>
                    <a:pt x="396567" y="1613535"/>
                  </a:lnTo>
                  <a:lnTo>
                    <a:pt x="397277" y="1613969"/>
                  </a:lnTo>
                  <a:lnTo>
                    <a:pt x="398020" y="1614385"/>
                  </a:lnTo>
                  <a:lnTo>
                    <a:pt x="398794" y="1614780"/>
                  </a:lnTo>
                  <a:lnTo>
                    <a:pt x="399601" y="1615157"/>
                  </a:lnTo>
                  <a:lnTo>
                    <a:pt x="400439" y="1615514"/>
                  </a:lnTo>
                  <a:lnTo>
                    <a:pt x="401309" y="1615851"/>
                  </a:lnTo>
                  <a:lnTo>
                    <a:pt x="402211" y="1616170"/>
                  </a:lnTo>
                  <a:lnTo>
                    <a:pt x="403146" y="1616468"/>
                  </a:lnTo>
                  <a:lnTo>
                    <a:pt x="404112" y="1616747"/>
                  </a:lnTo>
                  <a:lnTo>
                    <a:pt x="405110" y="1617007"/>
                  </a:lnTo>
                  <a:lnTo>
                    <a:pt x="406144" y="1617245"/>
                  </a:lnTo>
                  <a:lnTo>
                    <a:pt x="407218" y="1617457"/>
                  </a:lnTo>
                  <a:lnTo>
                    <a:pt x="408333" y="1617645"/>
                  </a:lnTo>
                  <a:lnTo>
                    <a:pt x="409488" y="1617807"/>
                  </a:lnTo>
                  <a:lnTo>
                    <a:pt x="410683" y="1617945"/>
                  </a:lnTo>
                  <a:lnTo>
                    <a:pt x="411919" y="1618057"/>
                  </a:lnTo>
                  <a:lnTo>
                    <a:pt x="413195" y="1618145"/>
                  </a:lnTo>
                  <a:lnTo>
                    <a:pt x="414511" y="1618207"/>
                  </a:lnTo>
                  <a:lnTo>
                    <a:pt x="415867" y="1618245"/>
                  </a:lnTo>
                  <a:lnTo>
                    <a:pt x="417264" y="1618257"/>
                  </a:lnTo>
                  <a:lnTo>
                    <a:pt x="418435" y="1618248"/>
                  </a:lnTo>
                  <a:lnTo>
                    <a:pt x="419586" y="1618218"/>
                  </a:lnTo>
                  <a:lnTo>
                    <a:pt x="420719" y="1618170"/>
                  </a:lnTo>
                  <a:lnTo>
                    <a:pt x="421831" y="1618102"/>
                  </a:lnTo>
                  <a:lnTo>
                    <a:pt x="422924" y="1618014"/>
                  </a:lnTo>
                  <a:lnTo>
                    <a:pt x="423998" y="1617907"/>
                  </a:lnTo>
                  <a:lnTo>
                    <a:pt x="425052" y="1617781"/>
                  </a:lnTo>
                  <a:lnTo>
                    <a:pt x="426087" y="1617635"/>
                  </a:lnTo>
                  <a:lnTo>
                    <a:pt x="427103" y="1617470"/>
                  </a:lnTo>
                  <a:lnTo>
                    <a:pt x="428099" y="1617285"/>
                  </a:lnTo>
                  <a:lnTo>
                    <a:pt x="429071" y="1617066"/>
                  </a:lnTo>
                  <a:lnTo>
                    <a:pt x="430016" y="1616827"/>
                  </a:lnTo>
                  <a:lnTo>
                    <a:pt x="430932" y="1616566"/>
                  </a:lnTo>
                  <a:lnTo>
                    <a:pt x="431821" y="1616285"/>
                  </a:lnTo>
                  <a:lnTo>
                    <a:pt x="432683" y="1615983"/>
                  </a:lnTo>
                  <a:lnTo>
                    <a:pt x="433516" y="1615660"/>
                  </a:lnTo>
                  <a:lnTo>
                    <a:pt x="434322" y="1615316"/>
                  </a:lnTo>
                  <a:lnTo>
                    <a:pt x="435100" y="1614951"/>
                  </a:lnTo>
                  <a:lnTo>
                    <a:pt x="435850" y="1614566"/>
                  </a:lnTo>
                  <a:lnTo>
                    <a:pt x="436572" y="1614160"/>
                  </a:lnTo>
                  <a:lnTo>
                    <a:pt x="437264" y="1613731"/>
                  </a:lnTo>
                  <a:lnTo>
                    <a:pt x="437925" y="1613279"/>
                  </a:lnTo>
                  <a:lnTo>
                    <a:pt x="438553" y="1612803"/>
                  </a:lnTo>
                  <a:lnTo>
                    <a:pt x="439150" y="1612304"/>
                  </a:lnTo>
                  <a:lnTo>
                    <a:pt x="439715" y="1611781"/>
                  </a:lnTo>
                  <a:lnTo>
                    <a:pt x="440247" y="1611234"/>
                  </a:lnTo>
                  <a:lnTo>
                    <a:pt x="440748" y="1610664"/>
                  </a:lnTo>
                  <a:lnTo>
                    <a:pt x="441217" y="1610070"/>
                  </a:lnTo>
                  <a:lnTo>
                    <a:pt x="441654" y="1609453"/>
                  </a:lnTo>
                  <a:lnTo>
                    <a:pt x="442059" y="1608812"/>
                  </a:lnTo>
                  <a:lnTo>
                    <a:pt x="442441" y="1608132"/>
                  </a:lnTo>
                  <a:lnTo>
                    <a:pt x="442784" y="1607428"/>
                  </a:lnTo>
                  <a:lnTo>
                    <a:pt x="443086" y="1606699"/>
                  </a:lnTo>
                  <a:lnTo>
                    <a:pt x="443348" y="1605945"/>
                  </a:lnTo>
                  <a:lnTo>
                    <a:pt x="443569" y="1605165"/>
                  </a:lnTo>
                  <a:lnTo>
                    <a:pt x="443751" y="1604361"/>
                  </a:lnTo>
                  <a:lnTo>
                    <a:pt x="443892" y="1603532"/>
                  </a:lnTo>
                  <a:lnTo>
                    <a:pt x="443992" y="1602678"/>
                  </a:lnTo>
                  <a:lnTo>
                    <a:pt x="444053" y="1601798"/>
                  </a:lnTo>
                  <a:lnTo>
                    <a:pt x="444073" y="1600894"/>
                  </a:lnTo>
                  <a:lnTo>
                    <a:pt x="444051" y="1599954"/>
                  </a:lnTo>
                  <a:lnTo>
                    <a:pt x="443984" y="1599049"/>
                  </a:lnTo>
                  <a:lnTo>
                    <a:pt x="443873" y="1598181"/>
                  </a:lnTo>
                  <a:lnTo>
                    <a:pt x="443717" y="1597349"/>
                  </a:lnTo>
                  <a:lnTo>
                    <a:pt x="443517" y="1596553"/>
                  </a:lnTo>
                  <a:lnTo>
                    <a:pt x="443273" y="1595793"/>
                  </a:lnTo>
                  <a:lnTo>
                    <a:pt x="442984" y="1595070"/>
                  </a:lnTo>
                  <a:lnTo>
                    <a:pt x="442650" y="1594382"/>
                  </a:lnTo>
                  <a:lnTo>
                    <a:pt x="442273" y="1593731"/>
                  </a:lnTo>
                  <a:lnTo>
                    <a:pt x="441850" y="1593115"/>
                  </a:lnTo>
                  <a:lnTo>
                    <a:pt x="441402" y="1592528"/>
                  </a:lnTo>
                  <a:lnTo>
                    <a:pt x="440917" y="1591962"/>
                  </a:lnTo>
                  <a:lnTo>
                    <a:pt x="440396" y="1591417"/>
                  </a:lnTo>
                  <a:lnTo>
                    <a:pt x="439839" y="1590893"/>
                  </a:lnTo>
                  <a:lnTo>
                    <a:pt x="439246" y="1590389"/>
                  </a:lnTo>
                  <a:lnTo>
                    <a:pt x="438617" y="1589907"/>
                  </a:lnTo>
                  <a:lnTo>
                    <a:pt x="437951" y="1589445"/>
                  </a:lnTo>
                  <a:lnTo>
                    <a:pt x="437250" y="1589004"/>
                  </a:lnTo>
                  <a:lnTo>
                    <a:pt x="436512" y="1588583"/>
                  </a:lnTo>
                  <a:lnTo>
                    <a:pt x="435738" y="1588184"/>
                  </a:lnTo>
                  <a:lnTo>
                    <a:pt x="434931" y="1587801"/>
                  </a:lnTo>
                  <a:lnTo>
                    <a:pt x="434094" y="1587431"/>
                  </a:lnTo>
                  <a:lnTo>
                    <a:pt x="433226" y="1587074"/>
                  </a:lnTo>
                  <a:lnTo>
                    <a:pt x="432327" y="1586728"/>
                  </a:lnTo>
                  <a:lnTo>
                    <a:pt x="431398" y="1586396"/>
                  </a:lnTo>
                  <a:lnTo>
                    <a:pt x="430438" y="1586076"/>
                  </a:lnTo>
                  <a:lnTo>
                    <a:pt x="429447" y="1585768"/>
                  </a:lnTo>
                  <a:lnTo>
                    <a:pt x="428426" y="1585473"/>
                  </a:lnTo>
                  <a:lnTo>
                    <a:pt x="427375" y="1585190"/>
                  </a:lnTo>
                  <a:lnTo>
                    <a:pt x="426293" y="1584920"/>
                  </a:lnTo>
                  <a:lnTo>
                    <a:pt x="425184" y="1584654"/>
                  </a:lnTo>
                  <a:lnTo>
                    <a:pt x="424051" y="1584384"/>
                  </a:lnTo>
                  <a:lnTo>
                    <a:pt x="422895" y="1584109"/>
                  </a:lnTo>
                  <a:lnTo>
                    <a:pt x="421715" y="1583831"/>
                  </a:lnTo>
                  <a:lnTo>
                    <a:pt x="420511" y="1583548"/>
                  </a:lnTo>
                  <a:lnTo>
                    <a:pt x="419284" y="1583261"/>
                  </a:lnTo>
                  <a:lnTo>
                    <a:pt x="418033" y="1582970"/>
                  </a:lnTo>
                  <a:lnTo>
                    <a:pt x="416758" y="1582675"/>
                  </a:lnTo>
                  <a:lnTo>
                    <a:pt x="415460" y="1582376"/>
                  </a:lnTo>
                  <a:lnTo>
                    <a:pt x="414139" y="1582072"/>
                  </a:lnTo>
                  <a:lnTo>
                    <a:pt x="413318" y="1581890"/>
                  </a:lnTo>
                  <a:lnTo>
                    <a:pt x="412497" y="1581706"/>
                  </a:lnTo>
                  <a:lnTo>
                    <a:pt x="411674" y="1581518"/>
                  </a:lnTo>
                  <a:lnTo>
                    <a:pt x="410849" y="1581328"/>
                  </a:lnTo>
                  <a:lnTo>
                    <a:pt x="410023" y="1581135"/>
                  </a:lnTo>
                  <a:lnTo>
                    <a:pt x="409196" y="1580939"/>
                  </a:lnTo>
                  <a:lnTo>
                    <a:pt x="408368" y="1580740"/>
                  </a:lnTo>
                  <a:lnTo>
                    <a:pt x="407538" y="1580539"/>
                  </a:lnTo>
                  <a:lnTo>
                    <a:pt x="406706" y="1580335"/>
                  </a:lnTo>
                  <a:lnTo>
                    <a:pt x="405874" y="1580128"/>
                  </a:lnTo>
                  <a:lnTo>
                    <a:pt x="405057" y="1579902"/>
                  </a:lnTo>
                  <a:lnTo>
                    <a:pt x="404246" y="1579669"/>
                  </a:lnTo>
                  <a:lnTo>
                    <a:pt x="403440" y="1579430"/>
                  </a:lnTo>
                  <a:lnTo>
                    <a:pt x="402640" y="1579183"/>
                  </a:lnTo>
                  <a:lnTo>
                    <a:pt x="401845" y="1578929"/>
                  </a:lnTo>
                  <a:lnTo>
                    <a:pt x="401056" y="1578669"/>
                  </a:lnTo>
                  <a:lnTo>
                    <a:pt x="400273" y="1578402"/>
                  </a:lnTo>
                  <a:lnTo>
                    <a:pt x="399495" y="1578127"/>
                  </a:lnTo>
                  <a:lnTo>
                    <a:pt x="398723" y="1577846"/>
                  </a:lnTo>
                  <a:lnTo>
                    <a:pt x="397956" y="1577558"/>
                  </a:lnTo>
                  <a:lnTo>
                    <a:pt x="397210" y="1577247"/>
                  </a:lnTo>
                  <a:lnTo>
                    <a:pt x="396472" y="1576927"/>
                  </a:lnTo>
                  <a:lnTo>
                    <a:pt x="395743" y="1576597"/>
                  </a:lnTo>
                  <a:lnTo>
                    <a:pt x="395022" y="1576258"/>
                  </a:lnTo>
                  <a:lnTo>
                    <a:pt x="394310" y="1575908"/>
                  </a:lnTo>
                  <a:lnTo>
                    <a:pt x="393605" y="1575549"/>
                  </a:lnTo>
                  <a:lnTo>
                    <a:pt x="392910" y="1575180"/>
                  </a:lnTo>
                  <a:lnTo>
                    <a:pt x="392222" y="1574802"/>
                  </a:lnTo>
                  <a:lnTo>
                    <a:pt x="391543" y="1574414"/>
                  </a:lnTo>
                  <a:lnTo>
                    <a:pt x="390872" y="1574016"/>
                  </a:lnTo>
                  <a:lnTo>
                    <a:pt x="390214" y="1573605"/>
                  </a:lnTo>
                  <a:lnTo>
                    <a:pt x="389574" y="1573179"/>
                  </a:lnTo>
                  <a:lnTo>
                    <a:pt x="388953" y="1572738"/>
                  </a:lnTo>
                  <a:lnTo>
                    <a:pt x="388349" y="1572282"/>
                  </a:lnTo>
                  <a:lnTo>
                    <a:pt x="387764" y="1571811"/>
                  </a:lnTo>
                  <a:lnTo>
                    <a:pt x="387196" y="1571324"/>
                  </a:lnTo>
                  <a:lnTo>
                    <a:pt x="386647" y="1570822"/>
                  </a:lnTo>
                  <a:lnTo>
                    <a:pt x="386116" y="1570304"/>
                  </a:lnTo>
                  <a:lnTo>
                    <a:pt x="385602" y="1569771"/>
                  </a:lnTo>
                  <a:lnTo>
                    <a:pt x="385107" y="1569223"/>
                  </a:lnTo>
                  <a:lnTo>
                    <a:pt x="384631" y="1568646"/>
                  </a:lnTo>
                  <a:lnTo>
                    <a:pt x="384176" y="1568051"/>
                  </a:lnTo>
                  <a:lnTo>
                    <a:pt x="383742" y="1567440"/>
                  </a:lnTo>
                  <a:lnTo>
                    <a:pt x="383329" y="1566812"/>
                  </a:lnTo>
                  <a:lnTo>
                    <a:pt x="382937" y="1566167"/>
                  </a:lnTo>
                  <a:lnTo>
                    <a:pt x="382565" y="1565506"/>
                  </a:lnTo>
                  <a:lnTo>
                    <a:pt x="382214" y="1564828"/>
                  </a:lnTo>
                  <a:lnTo>
                    <a:pt x="381885" y="1564134"/>
                  </a:lnTo>
                  <a:lnTo>
                    <a:pt x="381575" y="1563423"/>
                  </a:lnTo>
                  <a:lnTo>
                    <a:pt x="381287" y="1562695"/>
                  </a:lnTo>
                  <a:lnTo>
                    <a:pt x="381023" y="1561934"/>
                  </a:lnTo>
                  <a:lnTo>
                    <a:pt x="380787" y="1561150"/>
                  </a:lnTo>
                  <a:lnTo>
                    <a:pt x="380579" y="1560345"/>
                  </a:lnTo>
                  <a:lnTo>
                    <a:pt x="380398" y="1559517"/>
                  </a:lnTo>
                  <a:lnTo>
                    <a:pt x="380245" y="1558667"/>
                  </a:lnTo>
                  <a:lnTo>
                    <a:pt x="380120" y="1557794"/>
                  </a:lnTo>
                  <a:lnTo>
                    <a:pt x="380023" y="1556900"/>
                  </a:lnTo>
                  <a:lnTo>
                    <a:pt x="379954" y="1555983"/>
                  </a:lnTo>
                  <a:lnTo>
                    <a:pt x="379912" y="1555044"/>
                  </a:lnTo>
                  <a:lnTo>
                    <a:pt x="379898" y="1554083"/>
                  </a:lnTo>
                  <a:lnTo>
                    <a:pt x="379926" y="1552714"/>
                  </a:lnTo>
                  <a:lnTo>
                    <a:pt x="380009" y="1551385"/>
                  </a:lnTo>
                  <a:lnTo>
                    <a:pt x="380148" y="1550097"/>
                  </a:lnTo>
                  <a:lnTo>
                    <a:pt x="380343" y="1548849"/>
                  </a:lnTo>
                  <a:lnTo>
                    <a:pt x="380593" y="1547641"/>
                  </a:lnTo>
                  <a:lnTo>
                    <a:pt x="380898" y="1546473"/>
                  </a:lnTo>
                  <a:lnTo>
                    <a:pt x="381259" y="1545346"/>
                  </a:lnTo>
                  <a:lnTo>
                    <a:pt x="381676" y="1544259"/>
                  </a:lnTo>
                  <a:lnTo>
                    <a:pt x="382148" y="1543213"/>
                  </a:lnTo>
                  <a:lnTo>
                    <a:pt x="382676" y="1542206"/>
                  </a:lnTo>
                  <a:lnTo>
                    <a:pt x="383267" y="1541224"/>
                  </a:lnTo>
                  <a:lnTo>
                    <a:pt x="383901" y="1540278"/>
                  </a:lnTo>
                  <a:lnTo>
                    <a:pt x="384579" y="1539368"/>
                  </a:lnTo>
                  <a:lnTo>
                    <a:pt x="385299" y="1538495"/>
                  </a:lnTo>
                  <a:lnTo>
                    <a:pt x="386062" y="1537657"/>
                  </a:lnTo>
                  <a:lnTo>
                    <a:pt x="386868" y="1536855"/>
                  </a:lnTo>
                  <a:lnTo>
                    <a:pt x="387718" y="1536090"/>
                  </a:lnTo>
                  <a:lnTo>
                    <a:pt x="388610" y="1535361"/>
                  </a:lnTo>
                  <a:lnTo>
                    <a:pt x="389546" y="1534668"/>
                  </a:lnTo>
                  <a:lnTo>
                    <a:pt x="390525" y="1534011"/>
                  </a:lnTo>
                  <a:lnTo>
                    <a:pt x="391543" y="1533389"/>
                  </a:lnTo>
                  <a:lnTo>
                    <a:pt x="392597" y="1532802"/>
                  </a:lnTo>
                  <a:lnTo>
                    <a:pt x="393687" y="1532250"/>
                  </a:lnTo>
                  <a:lnTo>
                    <a:pt x="394814" y="1531733"/>
                  </a:lnTo>
                  <a:lnTo>
                    <a:pt x="395977" y="1531250"/>
                  </a:lnTo>
                  <a:lnTo>
                    <a:pt x="397175" y="1530802"/>
                  </a:lnTo>
                  <a:lnTo>
                    <a:pt x="398410" y="1530389"/>
                  </a:lnTo>
                  <a:lnTo>
                    <a:pt x="399681" y="1530010"/>
                  </a:lnTo>
                  <a:lnTo>
                    <a:pt x="400988" y="1529666"/>
                  </a:lnTo>
                  <a:lnTo>
                    <a:pt x="402332" y="1529357"/>
                  </a:lnTo>
                  <a:lnTo>
                    <a:pt x="403704" y="1529080"/>
                  </a:lnTo>
                  <a:lnTo>
                    <a:pt x="405099" y="1528832"/>
                  </a:lnTo>
                  <a:lnTo>
                    <a:pt x="406515" y="1528613"/>
                  </a:lnTo>
                  <a:lnTo>
                    <a:pt x="407954" y="1528424"/>
                  </a:lnTo>
                  <a:lnTo>
                    <a:pt x="409416" y="1528263"/>
                  </a:lnTo>
                  <a:lnTo>
                    <a:pt x="410899" y="1528132"/>
                  </a:lnTo>
                  <a:lnTo>
                    <a:pt x="412405" y="1528030"/>
                  </a:lnTo>
                  <a:lnTo>
                    <a:pt x="413933" y="1527957"/>
                  </a:lnTo>
                  <a:lnTo>
                    <a:pt x="415483" y="1527913"/>
                  </a:lnTo>
                  <a:lnTo>
                    <a:pt x="417056" y="1527899"/>
                  </a:lnTo>
                  <a:lnTo>
                    <a:pt x="418849" y="1527913"/>
                  </a:lnTo>
                  <a:lnTo>
                    <a:pt x="420589" y="1527957"/>
                  </a:lnTo>
                  <a:lnTo>
                    <a:pt x="422277" y="1528030"/>
                  </a:lnTo>
                  <a:lnTo>
                    <a:pt x="423912" y="1528132"/>
                  </a:lnTo>
                  <a:lnTo>
                    <a:pt x="425494" y="1528263"/>
                  </a:lnTo>
                  <a:lnTo>
                    <a:pt x="427024" y="1528424"/>
                  </a:lnTo>
                  <a:lnTo>
                    <a:pt x="428500" y="1528613"/>
                  </a:lnTo>
                  <a:lnTo>
                    <a:pt x="429924" y="1528832"/>
                  </a:lnTo>
                  <a:lnTo>
                    <a:pt x="431295" y="1529080"/>
                  </a:lnTo>
                  <a:lnTo>
                    <a:pt x="432613" y="1529357"/>
                  </a:lnTo>
                  <a:lnTo>
                    <a:pt x="433885" y="1529650"/>
                  </a:lnTo>
                  <a:lnTo>
                    <a:pt x="435116" y="1529971"/>
                  </a:lnTo>
                  <a:lnTo>
                    <a:pt x="436307" y="1530322"/>
                  </a:lnTo>
                  <a:lnTo>
                    <a:pt x="437458" y="1530702"/>
                  </a:lnTo>
                  <a:lnTo>
                    <a:pt x="438569" y="1531111"/>
                  </a:lnTo>
                  <a:lnTo>
                    <a:pt x="439639" y="1531549"/>
                  </a:lnTo>
                  <a:lnTo>
                    <a:pt x="440669" y="1532017"/>
                  </a:lnTo>
                  <a:lnTo>
                    <a:pt x="441659" y="1532513"/>
                  </a:lnTo>
                  <a:lnTo>
                    <a:pt x="442608" y="1533039"/>
                  </a:lnTo>
                  <a:lnTo>
                    <a:pt x="443517" y="1533594"/>
                  </a:lnTo>
                  <a:lnTo>
                    <a:pt x="444388" y="1534177"/>
                  </a:lnTo>
                  <a:lnTo>
                    <a:pt x="445223" y="1534789"/>
                  </a:lnTo>
                  <a:lnTo>
                    <a:pt x="446022" y="1535428"/>
                  </a:lnTo>
                  <a:lnTo>
                    <a:pt x="446784" y="1536094"/>
                  </a:lnTo>
                  <a:lnTo>
                    <a:pt x="447511" y="1536789"/>
                  </a:lnTo>
                  <a:lnTo>
                    <a:pt x="448201" y="1537511"/>
                  </a:lnTo>
                  <a:lnTo>
                    <a:pt x="448855" y="1538261"/>
                  </a:lnTo>
                  <a:lnTo>
                    <a:pt x="449474" y="1539039"/>
                  </a:lnTo>
                  <a:lnTo>
                    <a:pt x="450056" y="1539845"/>
                  </a:lnTo>
                  <a:lnTo>
                    <a:pt x="450601" y="1540678"/>
                  </a:lnTo>
                  <a:lnTo>
                    <a:pt x="451132" y="1541526"/>
                  </a:lnTo>
                  <a:lnTo>
                    <a:pt x="451640" y="1542401"/>
                  </a:lnTo>
                  <a:lnTo>
                    <a:pt x="452127" y="1543304"/>
                  </a:lnTo>
                  <a:lnTo>
                    <a:pt x="452591" y="1544234"/>
                  </a:lnTo>
                  <a:lnTo>
                    <a:pt x="453032" y="1545193"/>
                  </a:lnTo>
                  <a:lnTo>
                    <a:pt x="453452" y="1546179"/>
                  </a:lnTo>
                  <a:lnTo>
                    <a:pt x="453849" y="1547193"/>
                  </a:lnTo>
                  <a:lnTo>
                    <a:pt x="454224" y="1548235"/>
                  </a:lnTo>
                  <a:lnTo>
                    <a:pt x="454577" y="1549304"/>
                  </a:lnTo>
                  <a:lnTo>
                    <a:pt x="454908" y="1550402"/>
                  </a:lnTo>
                  <a:lnTo>
                    <a:pt x="441850" y="1552694"/>
                  </a:lnTo>
                  <a:lnTo>
                    <a:pt x="441647" y="1551993"/>
                  </a:lnTo>
                  <a:lnTo>
                    <a:pt x="441425" y="1551307"/>
                  </a:lnTo>
                  <a:lnTo>
                    <a:pt x="441186" y="1550637"/>
                  </a:lnTo>
                  <a:lnTo>
                    <a:pt x="440928" y="1549982"/>
                  </a:lnTo>
                  <a:lnTo>
                    <a:pt x="440652" y="1549342"/>
                  </a:lnTo>
                  <a:lnTo>
                    <a:pt x="440359" y="1548718"/>
                  </a:lnTo>
                  <a:lnTo>
                    <a:pt x="440047" y="1548109"/>
                  </a:lnTo>
                  <a:lnTo>
                    <a:pt x="439717" y="1547515"/>
                  </a:lnTo>
                  <a:lnTo>
                    <a:pt x="439369" y="1546937"/>
                  </a:lnTo>
                  <a:lnTo>
                    <a:pt x="439003" y="1546373"/>
                  </a:lnTo>
                  <a:lnTo>
                    <a:pt x="438630" y="1545827"/>
                  </a:lnTo>
                  <a:lnTo>
                    <a:pt x="438233" y="1545298"/>
                  </a:lnTo>
                  <a:lnTo>
                    <a:pt x="437813" y="1544788"/>
                  </a:lnTo>
                  <a:lnTo>
                    <a:pt x="437369" y="1544295"/>
                  </a:lnTo>
                  <a:lnTo>
                    <a:pt x="436902" y="1543821"/>
                  </a:lnTo>
                  <a:lnTo>
                    <a:pt x="436411" y="1543365"/>
                  </a:lnTo>
                  <a:lnTo>
                    <a:pt x="435896" y="1542926"/>
                  </a:lnTo>
                  <a:lnTo>
                    <a:pt x="435358" y="1542506"/>
                  </a:lnTo>
                  <a:lnTo>
                    <a:pt x="434796" y="1542104"/>
                  </a:lnTo>
                  <a:lnTo>
                    <a:pt x="434211" y="1541720"/>
                  </a:lnTo>
                  <a:lnTo>
                    <a:pt x="433600" y="1541354"/>
                  </a:lnTo>
                  <a:lnTo>
                    <a:pt x="432963" y="1541006"/>
                  </a:lnTo>
                  <a:lnTo>
                    <a:pt x="432300" y="1540676"/>
                  </a:lnTo>
                  <a:lnTo>
                    <a:pt x="431610" y="1540364"/>
                  </a:lnTo>
                  <a:lnTo>
                    <a:pt x="430894" y="1540070"/>
                  </a:lnTo>
                  <a:lnTo>
                    <a:pt x="430152" y="1539795"/>
                  </a:lnTo>
                  <a:lnTo>
                    <a:pt x="429383" y="1539537"/>
                  </a:lnTo>
                  <a:lnTo>
                    <a:pt x="428588" y="1539297"/>
                  </a:lnTo>
                  <a:lnTo>
                    <a:pt x="427766" y="1539076"/>
                  </a:lnTo>
                  <a:lnTo>
                    <a:pt x="426918" y="1538872"/>
                  </a:lnTo>
                  <a:lnTo>
                    <a:pt x="426055" y="1538688"/>
                  </a:lnTo>
                  <a:lnTo>
                    <a:pt x="425162" y="1538522"/>
                  </a:lnTo>
                  <a:lnTo>
                    <a:pt x="424238" y="1538376"/>
                  </a:lnTo>
                  <a:lnTo>
                    <a:pt x="423284" y="1538250"/>
                  </a:lnTo>
                  <a:lnTo>
                    <a:pt x="422299" y="1538143"/>
                  </a:lnTo>
                  <a:lnTo>
                    <a:pt x="421284" y="1538056"/>
                  </a:lnTo>
                  <a:lnTo>
                    <a:pt x="420238" y="1537988"/>
                  </a:lnTo>
                  <a:lnTo>
                    <a:pt x="419161" y="1537939"/>
                  </a:lnTo>
                  <a:lnTo>
                    <a:pt x="418054" y="1537910"/>
                  </a:lnTo>
                  <a:lnTo>
                    <a:pt x="416917" y="1537900"/>
                  </a:lnTo>
                  <a:lnTo>
                    <a:pt x="415577" y="1537913"/>
                  </a:lnTo>
                  <a:lnTo>
                    <a:pt x="414280" y="1537950"/>
                  </a:lnTo>
                  <a:lnTo>
                    <a:pt x="413027" y="1538013"/>
                  </a:lnTo>
                  <a:lnTo>
                    <a:pt x="411816" y="1538100"/>
                  </a:lnTo>
                  <a:lnTo>
                    <a:pt x="410649" y="1538213"/>
                  </a:lnTo>
                  <a:lnTo>
                    <a:pt x="409524" y="1538350"/>
                  </a:lnTo>
                  <a:lnTo>
                    <a:pt x="408443" y="1538513"/>
                  </a:lnTo>
                  <a:lnTo>
                    <a:pt x="407404" y="1538700"/>
                  </a:lnTo>
                  <a:lnTo>
                    <a:pt x="406409" y="1538913"/>
                  </a:lnTo>
                  <a:lnTo>
                    <a:pt x="405457" y="1539150"/>
                  </a:lnTo>
                  <a:lnTo>
                    <a:pt x="404558" y="1539395"/>
                  </a:lnTo>
                  <a:lnTo>
                    <a:pt x="403693" y="1539659"/>
                  </a:lnTo>
                  <a:lnTo>
                    <a:pt x="402863" y="1539940"/>
                  </a:lnTo>
                  <a:lnTo>
                    <a:pt x="402068" y="1540239"/>
                  </a:lnTo>
                  <a:lnTo>
                    <a:pt x="401307" y="1540557"/>
                  </a:lnTo>
                  <a:lnTo>
                    <a:pt x="400581" y="1540892"/>
                  </a:lnTo>
                  <a:lnTo>
                    <a:pt x="399890" y="1541246"/>
                  </a:lnTo>
                  <a:lnTo>
                    <a:pt x="399234" y="1541617"/>
                  </a:lnTo>
                  <a:lnTo>
                    <a:pt x="398612" y="1542007"/>
                  </a:lnTo>
                  <a:lnTo>
                    <a:pt x="398025" y="1542415"/>
                  </a:lnTo>
                  <a:lnTo>
                    <a:pt x="397485" y="1542839"/>
                  </a:lnTo>
                  <a:lnTo>
                    <a:pt x="396975" y="1543278"/>
                  </a:lnTo>
                  <a:lnTo>
                    <a:pt x="396496" y="1543733"/>
                  </a:lnTo>
                  <a:lnTo>
                    <a:pt x="396047" y="1544204"/>
                  </a:lnTo>
                  <a:lnTo>
                    <a:pt x="395629" y="1544689"/>
                  </a:lnTo>
                  <a:lnTo>
                    <a:pt x="395242" y="1545190"/>
                  </a:lnTo>
                  <a:lnTo>
                    <a:pt x="394885" y="1545706"/>
                  </a:lnTo>
                  <a:lnTo>
                    <a:pt x="394558" y="1546237"/>
                  </a:lnTo>
                  <a:lnTo>
                    <a:pt x="394262" y="1546784"/>
                  </a:lnTo>
                  <a:lnTo>
                    <a:pt x="393997" y="1547346"/>
                  </a:lnTo>
                  <a:lnTo>
                    <a:pt x="393773" y="1547906"/>
                  </a:lnTo>
                  <a:lnTo>
                    <a:pt x="393572" y="1548476"/>
                  </a:lnTo>
                  <a:lnTo>
                    <a:pt x="393395" y="1549056"/>
                  </a:lnTo>
                  <a:lnTo>
                    <a:pt x="393242" y="1549646"/>
                  </a:lnTo>
                  <a:lnTo>
                    <a:pt x="393112" y="1550245"/>
                  </a:lnTo>
                  <a:lnTo>
                    <a:pt x="393005" y="1550854"/>
                  </a:lnTo>
                  <a:lnTo>
                    <a:pt x="392923" y="1551473"/>
                  </a:lnTo>
                  <a:lnTo>
                    <a:pt x="392864" y="1552102"/>
                  </a:lnTo>
                  <a:lnTo>
                    <a:pt x="392828" y="1552740"/>
                  </a:lnTo>
                  <a:lnTo>
                    <a:pt x="392816" y="1553388"/>
                  </a:lnTo>
                  <a:lnTo>
                    <a:pt x="392838" y="1554248"/>
                  </a:lnTo>
                  <a:lnTo>
                    <a:pt x="392903" y="1555077"/>
                  </a:lnTo>
                  <a:lnTo>
                    <a:pt x="393010" y="1555876"/>
                  </a:lnTo>
                  <a:lnTo>
                    <a:pt x="393161" y="1556644"/>
                  </a:lnTo>
                  <a:lnTo>
                    <a:pt x="393355" y="1557382"/>
                  </a:lnTo>
                  <a:lnTo>
                    <a:pt x="393592" y="1558089"/>
                  </a:lnTo>
                  <a:lnTo>
                    <a:pt x="393871" y="1558765"/>
                  </a:lnTo>
                  <a:lnTo>
                    <a:pt x="394194" y="1559411"/>
                  </a:lnTo>
                  <a:lnTo>
                    <a:pt x="394560" y="1560026"/>
                  </a:lnTo>
                  <a:lnTo>
                    <a:pt x="394969" y="1560611"/>
                  </a:lnTo>
                  <a:lnTo>
                    <a:pt x="395429" y="1561158"/>
                  </a:lnTo>
                  <a:lnTo>
                    <a:pt x="395920" y="1561686"/>
                  </a:lnTo>
                  <a:lnTo>
                    <a:pt x="396441" y="1562197"/>
                  </a:lnTo>
                  <a:lnTo>
                    <a:pt x="396992" y="1562689"/>
                  </a:lnTo>
                  <a:lnTo>
                    <a:pt x="397574" y="1563164"/>
                  </a:lnTo>
                  <a:lnTo>
                    <a:pt x="398187" y="1563620"/>
                  </a:lnTo>
                  <a:lnTo>
                    <a:pt x="398830" y="1564058"/>
                  </a:lnTo>
                  <a:lnTo>
                    <a:pt x="399503" y="1564478"/>
                  </a:lnTo>
                  <a:lnTo>
                    <a:pt x="400208" y="1564881"/>
                  </a:lnTo>
                  <a:lnTo>
                    <a:pt x="400942" y="1565265"/>
                  </a:lnTo>
                  <a:lnTo>
                    <a:pt x="401704" y="1565633"/>
                  </a:lnTo>
                  <a:lnTo>
                    <a:pt x="402490" y="1565990"/>
                  </a:lnTo>
                  <a:lnTo>
                    <a:pt x="403299" y="1566333"/>
                  </a:lnTo>
                  <a:lnTo>
                    <a:pt x="404132" y="1566665"/>
                  </a:lnTo>
                  <a:lnTo>
                    <a:pt x="404988" y="1566984"/>
                  </a:lnTo>
                  <a:lnTo>
                    <a:pt x="405868" y="1567290"/>
                  </a:lnTo>
                  <a:lnTo>
                    <a:pt x="406772" y="1567584"/>
                  </a:lnTo>
                  <a:lnTo>
                    <a:pt x="407699" y="1567865"/>
                  </a:lnTo>
                  <a:lnTo>
                    <a:pt x="408650" y="1568134"/>
                  </a:lnTo>
                  <a:lnTo>
                    <a:pt x="409624" y="1568390"/>
                  </a:lnTo>
                  <a:lnTo>
                    <a:pt x="410617" y="1568640"/>
                  </a:lnTo>
                  <a:lnTo>
                    <a:pt x="411622" y="1568890"/>
                  </a:lnTo>
                  <a:lnTo>
                    <a:pt x="412639" y="1569140"/>
                  </a:lnTo>
                  <a:lnTo>
                    <a:pt x="413669" y="1569390"/>
                  </a:lnTo>
                  <a:lnTo>
                    <a:pt x="414712" y="1569640"/>
                  </a:lnTo>
                  <a:lnTo>
                    <a:pt x="415767" y="1569890"/>
                  </a:lnTo>
                  <a:lnTo>
                    <a:pt x="416834" y="1570140"/>
                  </a:lnTo>
                  <a:lnTo>
                    <a:pt x="417914" y="1570390"/>
                  </a:lnTo>
                  <a:lnTo>
                    <a:pt x="419007" y="1570640"/>
                  </a:lnTo>
                  <a:lnTo>
                    <a:pt x="420112" y="1570890"/>
                  </a:lnTo>
                  <a:lnTo>
                    <a:pt x="421014" y="1571099"/>
                  </a:lnTo>
                  <a:lnTo>
                    <a:pt x="421915" y="1571310"/>
                  </a:lnTo>
                  <a:lnTo>
                    <a:pt x="422814" y="1571522"/>
                  </a:lnTo>
                  <a:lnTo>
                    <a:pt x="423712" y="1571735"/>
                  </a:lnTo>
                  <a:lnTo>
                    <a:pt x="424609" y="1571949"/>
                  </a:lnTo>
                  <a:lnTo>
                    <a:pt x="425504" y="1572165"/>
                  </a:lnTo>
                  <a:lnTo>
                    <a:pt x="426398" y="1572383"/>
                  </a:lnTo>
                  <a:lnTo>
                    <a:pt x="427290" y="1572602"/>
                  </a:lnTo>
                  <a:lnTo>
                    <a:pt x="428181" y="1572822"/>
                  </a:lnTo>
                  <a:lnTo>
                    <a:pt x="429071" y="1573043"/>
                  </a:lnTo>
                  <a:lnTo>
                    <a:pt x="429970" y="1573257"/>
                  </a:lnTo>
                  <a:lnTo>
                    <a:pt x="430860" y="1573479"/>
                  </a:lnTo>
                  <a:lnTo>
                    <a:pt x="431742" y="1573712"/>
                  </a:lnTo>
                  <a:lnTo>
                    <a:pt x="432616" y="1573955"/>
                  </a:lnTo>
                  <a:lnTo>
                    <a:pt x="433481" y="1574207"/>
                  </a:lnTo>
                  <a:lnTo>
                    <a:pt x="434338" y="1574469"/>
                  </a:lnTo>
                  <a:lnTo>
                    <a:pt x="435187" y="1574740"/>
                  </a:lnTo>
                  <a:lnTo>
                    <a:pt x="436027" y="1575021"/>
                  </a:lnTo>
                  <a:lnTo>
                    <a:pt x="436859" y="1575312"/>
                  </a:lnTo>
                  <a:lnTo>
                    <a:pt x="437683" y="1575613"/>
                  </a:lnTo>
                  <a:lnTo>
                    <a:pt x="438497" y="1575910"/>
                  </a:lnTo>
                  <a:lnTo>
                    <a:pt x="439300" y="1576219"/>
                  </a:lnTo>
                  <a:lnTo>
                    <a:pt x="440092" y="1576538"/>
                  </a:lnTo>
                  <a:lnTo>
                    <a:pt x="440872" y="1576869"/>
                  </a:lnTo>
                  <a:lnTo>
                    <a:pt x="441642" y="1577211"/>
                  </a:lnTo>
                  <a:lnTo>
                    <a:pt x="442400" y="1577563"/>
                  </a:lnTo>
                  <a:lnTo>
                    <a:pt x="443148" y="1577927"/>
                  </a:lnTo>
                  <a:lnTo>
                    <a:pt x="443884" y="1578302"/>
                  </a:lnTo>
                  <a:lnTo>
                    <a:pt x="444609" y="1578688"/>
                  </a:lnTo>
                  <a:lnTo>
                    <a:pt x="445323" y="1579086"/>
                  </a:lnTo>
                  <a:lnTo>
                    <a:pt x="446036" y="1579498"/>
                  </a:lnTo>
                  <a:lnTo>
                    <a:pt x="446729" y="1579928"/>
                  </a:lnTo>
                  <a:lnTo>
                    <a:pt x="447402" y="1580375"/>
                  </a:lnTo>
                  <a:lnTo>
                    <a:pt x="448057" y="1580842"/>
                  </a:lnTo>
                  <a:lnTo>
                    <a:pt x="448691" y="1581326"/>
                  </a:lnTo>
                  <a:lnTo>
                    <a:pt x="449307" y="1581828"/>
                  </a:lnTo>
                  <a:lnTo>
                    <a:pt x="449903" y="1582348"/>
                  </a:lnTo>
                  <a:lnTo>
                    <a:pt x="450479" y="1582886"/>
                  </a:lnTo>
                  <a:lnTo>
                    <a:pt x="451036" y="1583443"/>
                  </a:lnTo>
                  <a:lnTo>
                    <a:pt x="451574" y="1584017"/>
                  </a:lnTo>
                  <a:lnTo>
                    <a:pt x="452090" y="1584611"/>
                  </a:lnTo>
                  <a:lnTo>
                    <a:pt x="452582" y="1585225"/>
                  </a:lnTo>
                  <a:lnTo>
                    <a:pt x="453051" y="1585861"/>
                  </a:lnTo>
                  <a:lnTo>
                    <a:pt x="453496" y="1586517"/>
                  </a:lnTo>
                  <a:lnTo>
                    <a:pt x="453918" y="1587194"/>
                  </a:lnTo>
                  <a:lnTo>
                    <a:pt x="454316" y="1587892"/>
                  </a:lnTo>
                  <a:lnTo>
                    <a:pt x="454690" y="1588611"/>
                  </a:lnTo>
                  <a:lnTo>
                    <a:pt x="455041" y="1589351"/>
                  </a:lnTo>
                  <a:lnTo>
                    <a:pt x="455368" y="1590111"/>
                  </a:lnTo>
                  <a:lnTo>
                    <a:pt x="455672" y="1590893"/>
                  </a:lnTo>
                  <a:lnTo>
                    <a:pt x="455962" y="1591698"/>
                  </a:lnTo>
                  <a:lnTo>
                    <a:pt x="456222" y="1592532"/>
                  </a:lnTo>
                  <a:lnTo>
                    <a:pt x="456451" y="1593393"/>
                  </a:lnTo>
                  <a:lnTo>
                    <a:pt x="456649" y="1594282"/>
                  </a:lnTo>
                  <a:lnTo>
                    <a:pt x="456818" y="1595199"/>
                  </a:lnTo>
                  <a:lnTo>
                    <a:pt x="456955" y="1596143"/>
                  </a:lnTo>
                  <a:lnTo>
                    <a:pt x="457062" y="1597116"/>
                  </a:lnTo>
                  <a:lnTo>
                    <a:pt x="457138" y="1598116"/>
                  </a:lnTo>
                  <a:lnTo>
                    <a:pt x="457184" y="1599144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h46"/>
            <p:cNvSpPr/>
            <p:nvPr/>
          </p:nvSpPr>
          <p:spPr>
            <a:xfrm>
              <a:off x="4270090" y="4204372"/>
              <a:ext cx="472479" cy="1600200"/>
            </a:xfrm>
            <a:custGeom>
              <a:avLst/>
              <a:pathLst>
                <a:path w="472479" h="1600200">
                  <a:moveTo>
                    <a:pt x="457200" y="1600200"/>
                  </a:moveTo>
                  <a:lnTo>
                    <a:pt x="431780" y="1559569"/>
                  </a:lnTo>
                  <a:lnTo>
                    <a:pt x="401290" y="1559569"/>
                  </a:lnTo>
                  <a:lnTo>
                    <a:pt x="401290" y="1600200"/>
                  </a:lnTo>
                  <a:lnTo>
                    <a:pt x="388024" y="1600200"/>
                  </a:lnTo>
                  <a:lnTo>
                    <a:pt x="388024" y="1502340"/>
                  </a:lnTo>
                  <a:lnTo>
                    <a:pt x="434072" y="1502340"/>
                  </a:lnTo>
                  <a:lnTo>
                    <a:pt x="435719" y="1502359"/>
                  </a:lnTo>
                  <a:lnTo>
                    <a:pt x="437328" y="1502418"/>
                  </a:lnTo>
                  <a:lnTo>
                    <a:pt x="438897" y="1502515"/>
                  </a:lnTo>
                  <a:lnTo>
                    <a:pt x="440428" y="1502651"/>
                  </a:lnTo>
                  <a:lnTo>
                    <a:pt x="441920" y="1502826"/>
                  </a:lnTo>
                  <a:lnTo>
                    <a:pt x="443373" y="1503040"/>
                  </a:lnTo>
                  <a:lnTo>
                    <a:pt x="444787" y="1503293"/>
                  </a:lnTo>
                  <a:lnTo>
                    <a:pt x="446162" y="1503585"/>
                  </a:lnTo>
                  <a:lnTo>
                    <a:pt x="447498" y="1503915"/>
                  </a:lnTo>
                  <a:lnTo>
                    <a:pt x="448796" y="1504285"/>
                  </a:lnTo>
                  <a:lnTo>
                    <a:pt x="450067" y="1504677"/>
                  </a:lnTo>
                  <a:lnTo>
                    <a:pt x="451296" y="1505104"/>
                  </a:lnTo>
                  <a:lnTo>
                    <a:pt x="452484" y="1505566"/>
                  </a:lnTo>
                  <a:lnTo>
                    <a:pt x="453630" y="1506063"/>
                  </a:lnTo>
                  <a:lnTo>
                    <a:pt x="454734" y="1506594"/>
                  </a:lnTo>
                  <a:lnTo>
                    <a:pt x="455797" y="1507160"/>
                  </a:lnTo>
                  <a:lnTo>
                    <a:pt x="456818" y="1507761"/>
                  </a:lnTo>
                  <a:lnTo>
                    <a:pt x="457797" y="1508396"/>
                  </a:lnTo>
                  <a:lnTo>
                    <a:pt x="458734" y="1509067"/>
                  </a:lnTo>
                  <a:lnTo>
                    <a:pt x="459630" y="1509772"/>
                  </a:lnTo>
                  <a:lnTo>
                    <a:pt x="460485" y="1510510"/>
                  </a:lnTo>
                  <a:lnTo>
                    <a:pt x="461297" y="1511280"/>
                  </a:lnTo>
                  <a:lnTo>
                    <a:pt x="462068" y="1512082"/>
                  </a:lnTo>
                  <a:lnTo>
                    <a:pt x="462797" y="1512916"/>
                  </a:lnTo>
                  <a:lnTo>
                    <a:pt x="463485" y="1513782"/>
                  </a:lnTo>
                  <a:lnTo>
                    <a:pt x="464131" y="1514680"/>
                  </a:lnTo>
                  <a:lnTo>
                    <a:pt x="464735" y="1515610"/>
                  </a:lnTo>
                  <a:lnTo>
                    <a:pt x="465298" y="1516572"/>
                  </a:lnTo>
                  <a:lnTo>
                    <a:pt x="465819" y="1517566"/>
                  </a:lnTo>
                  <a:lnTo>
                    <a:pt x="466298" y="1518592"/>
                  </a:lnTo>
                  <a:lnTo>
                    <a:pt x="466733" y="1519647"/>
                  </a:lnTo>
                  <a:lnTo>
                    <a:pt x="467123" y="1520728"/>
                  </a:lnTo>
                  <a:lnTo>
                    <a:pt x="467467" y="1521836"/>
                  </a:lnTo>
                  <a:lnTo>
                    <a:pt x="467765" y="1522970"/>
                  </a:lnTo>
                  <a:lnTo>
                    <a:pt x="468017" y="1524131"/>
                  </a:lnTo>
                  <a:lnTo>
                    <a:pt x="468223" y="1525318"/>
                  </a:lnTo>
                  <a:lnTo>
                    <a:pt x="468384" y="1526531"/>
                  </a:lnTo>
                  <a:lnTo>
                    <a:pt x="468498" y="1527771"/>
                  </a:lnTo>
                  <a:lnTo>
                    <a:pt x="468567" y="1529037"/>
                  </a:lnTo>
                  <a:lnTo>
                    <a:pt x="468590" y="1530330"/>
                  </a:lnTo>
                  <a:lnTo>
                    <a:pt x="468576" y="1531259"/>
                  </a:lnTo>
                  <a:lnTo>
                    <a:pt x="468534" y="1532185"/>
                  </a:lnTo>
                  <a:lnTo>
                    <a:pt x="468465" y="1533109"/>
                  </a:lnTo>
                  <a:lnTo>
                    <a:pt x="468368" y="1534030"/>
                  </a:lnTo>
                  <a:lnTo>
                    <a:pt x="468243" y="1534948"/>
                  </a:lnTo>
                  <a:lnTo>
                    <a:pt x="468090" y="1535864"/>
                  </a:lnTo>
                  <a:lnTo>
                    <a:pt x="467909" y="1536776"/>
                  </a:lnTo>
                  <a:lnTo>
                    <a:pt x="467701" y="1537686"/>
                  </a:lnTo>
                  <a:lnTo>
                    <a:pt x="467465" y="1538593"/>
                  </a:lnTo>
                  <a:lnTo>
                    <a:pt x="467201" y="1539497"/>
                  </a:lnTo>
                  <a:lnTo>
                    <a:pt x="466921" y="1540393"/>
                  </a:lnTo>
                  <a:lnTo>
                    <a:pt x="466609" y="1541273"/>
                  </a:lnTo>
                  <a:lnTo>
                    <a:pt x="466265" y="1542137"/>
                  </a:lnTo>
                  <a:lnTo>
                    <a:pt x="465889" y="1542987"/>
                  </a:lnTo>
                  <a:lnTo>
                    <a:pt x="465482" y="1543821"/>
                  </a:lnTo>
                  <a:lnTo>
                    <a:pt x="465042" y="1544640"/>
                  </a:lnTo>
                  <a:lnTo>
                    <a:pt x="464571" y="1545443"/>
                  </a:lnTo>
                  <a:lnTo>
                    <a:pt x="464067" y="1546232"/>
                  </a:lnTo>
                  <a:lnTo>
                    <a:pt x="463532" y="1547005"/>
                  </a:lnTo>
                  <a:lnTo>
                    <a:pt x="462964" y="1547762"/>
                  </a:lnTo>
                  <a:lnTo>
                    <a:pt x="462365" y="1548502"/>
                  </a:lnTo>
                  <a:lnTo>
                    <a:pt x="461733" y="1549221"/>
                  </a:lnTo>
                  <a:lnTo>
                    <a:pt x="461070" y="1549919"/>
                  </a:lnTo>
                  <a:lnTo>
                    <a:pt x="460375" y="1550596"/>
                  </a:lnTo>
                  <a:lnTo>
                    <a:pt x="459648" y="1551252"/>
                  </a:lnTo>
                  <a:lnTo>
                    <a:pt x="458889" y="1551888"/>
                  </a:lnTo>
                  <a:lnTo>
                    <a:pt x="458098" y="1552503"/>
                  </a:lnTo>
                  <a:lnTo>
                    <a:pt x="457275" y="1553096"/>
                  </a:lnTo>
                  <a:lnTo>
                    <a:pt x="456420" y="1553669"/>
                  </a:lnTo>
                  <a:lnTo>
                    <a:pt x="455533" y="1554222"/>
                  </a:lnTo>
                  <a:lnTo>
                    <a:pt x="454612" y="1554747"/>
                  </a:lnTo>
                  <a:lnTo>
                    <a:pt x="453655" y="1555241"/>
                  </a:lnTo>
                  <a:lnTo>
                    <a:pt x="452661" y="1555703"/>
                  </a:lnTo>
                  <a:lnTo>
                    <a:pt x="451632" y="1556133"/>
                  </a:lnTo>
                  <a:lnTo>
                    <a:pt x="450567" y="1556531"/>
                  </a:lnTo>
                  <a:lnTo>
                    <a:pt x="449465" y="1556897"/>
                  </a:lnTo>
                  <a:lnTo>
                    <a:pt x="448328" y="1557231"/>
                  </a:lnTo>
                  <a:lnTo>
                    <a:pt x="447154" y="1557533"/>
                  </a:lnTo>
                  <a:lnTo>
                    <a:pt x="445944" y="1557803"/>
                  </a:lnTo>
                  <a:lnTo>
                    <a:pt x="444698" y="1558041"/>
                  </a:lnTo>
                  <a:lnTo>
                    <a:pt x="472479" y="1600200"/>
                  </a:lnTo>
                  <a:close/>
                  <a:moveTo>
                    <a:pt x="455255" y="1530469"/>
                  </a:moveTo>
                  <a:lnTo>
                    <a:pt x="455240" y="1529591"/>
                  </a:lnTo>
                  <a:lnTo>
                    <a:pt x="455194" y="1528738"/>
                  </a:lnTo>
                  <a:lnTo>
                    <a:pt x="455117" y="1527908"/>
                  </a:lnTo>
                  <a:lnTo>
                    <a:pt x="455010" y="1527101"/>
                  </a:lnTo>
                  <a:lnTo>
                    <a:pt x="454873" y="1526319"/>
                  </a:lnTo>
                  <a:lnTo>
                    <a:pt x="454705" y="1525560"/>
                  </a:lnTo>
                  <a:lnTo>
                    <a:pt x="454506" y="1524824"/>
                  </a:lnTo>
                  <a:lnTo>
                    <a:pt x="454277" y="1524112"/>
                  </a:lnTo>
                  <a:lnTo>
                    <a:pt x="454017" y="1523424"/>
                  </a:lnTo>
                  <a:lnTo>
                    <a:pt x="453727" y="1522759"/>
                  </a:lnTo>
                  <a:lnTo>
                    <a:pt x="453407" y="1522118"/>
                  </a:lnTo>
                  <a:lnTo>
                    <a:pt x="453060" y="1521498"/>
                  </a:lnTo>
                  <a:lnTo>
                    <a:pt x="452685" y="1520901"/>
                  </a:lnTo>
                  <a:lnTo>
                    <a:pt x="452282" y="1520326"/>
                  </a:lnTo>
                  <a:lnTo>
                    <a:pt x="451852" y="1519773"/>
                  </a:lnTo>
                  <a:lnTo>
                    <a:pt x="451393" y="1519242"/>
                  </a:lnTo>
                  <a:lnTo>
                    <a:pt x="450907" y="1518734"/>
                  </a:lnTo>
                  <a:lnTo>
                    <a:pt x="450393" y="1518248"/>
                  </a:lnTo>
                  <a:lnTo>
                    <a:pt x="449851" y="1517784"/>
                  </a:lnTo>
                  <a:lnTo>
                    <a:pt x="449282" y="1517342"/>
                  </a:lnTo>
                  <a:lnTo>
                    <a:pt x="448686" y="1516909"/>
                  </a:lnTo>
                  <a:lnTo>
                    <a:pt x="448065" y="1516500"/>
                  </a:lnTo>
                  <a:lnTo>
                    <a:pt x="447419" y="1516115"/>
                  </a:lnTo>
                  <a:lnTo>
                    <a:pt x="446748" y="1515753"/>
                  </a:lnTo>
                  <a:lnTo>
                    <a:pt x="446052" y="1515415"/>
                  </a:lnTo>
                  <a:lnTo>
                    <a:pt x="445331" y="1515100"/>
                  </a:lnTo>
                  <a:lnTo>
                    <a:pt x="444585" y="1514809"/>
                  </a:lnTo>
                  <a:lnTo>
                    <a:pt x="443814" y="1514542"/>
                  </a:lnTo>
                  <a:lnTo>
                    <a:pt x="443019" y="1514298"/>
                  </a:lnTo>
                  <a:lnTo>
                    <a:pt x="442198" y="1514078"/>
                  </a:lnTo>
                  <a:lnTo>
                    <a:pt x="441353" y="1513866"/>
                  </a:lnTo>
                  <a:lnTo>
                    <a:pt x="440486" y="1513678"/>
                  </a:lnTo>
                  <a:lnTo>
                    <a:pt x="439597" y="1513511"/>
                  </a:lnTo>
                  <a:lnTo>
                    <a:pt x="438686" y="1513366"/>
                  </a:lnTo>
                  <a:lnTo>
                    <a:pt x="437753" y="1513244"/>
                  </a:lnTo>
                  <a:lnTo>
                    <a:pt x="436797" y="1513144"/>
                  </a:lnTo>
                  <a:lnTo>
                    <a:pt x="435819" y="1513066"/>
                  </a:lnTo>
                  <a:lnTo>
                    <a:pt x="434819" y="1513011"/>
                  </a:lnTo>
                  <a:lnTo>
                    <a:pt x="433797" y="1512977"/>
                  </a:lnTo>
                  <a:lnTo>
                    <a:pt x="432752" y="1512966"/>
                  </a:lnTo>
                  <a:lnTo>
                    <a:pt x="401290" y="1512966"/>
                  </a:lnTo>
                  <a:lnTo>
                    <a:pt x="401290" y="1549082"/>
                  </a:lnTo>
                  <a:lnTo>
                    <a:pt x="433308" y="1549082"/>
                  </a:lnTo>
                  <a:lnTo>
                    <a:pt x="434431" y="1549068"/>
                  </a:lnTo>
                  <a:lnTo>
                    <a:pt x="435525" y="1549026"/>
                  </a:lnTo>
                  <a:lnTo>
                    <a:pt x="436587" y="1548957"/>
                  </a:lnTo>
                  <a:lnTo>
                    <a:pt x="437619" y="1548860"/>
                  </a:lnTo>
                  <a:lnTo>
                    <a:pt x="438621" y="1548735"/>
                  </a:lnTo>
                  <a:lnTo>
                    <a:pt x="439592" y="1548582"/>
                  </a:lnTo>
                  <a:lnTo>
                    <a:pt x="440532" y="1548401"/>
                  </a:lnTo>
                  <a:lnTo>
                    <a:pt x="441442" y="1548193"/>
                  </a:lnTo>
                  <a:lnTo>
                    <a:pt x="442321" y="1547957"/>
                  </a:lnTo>
                  <a:lnTo>
                    <a:pt x="443170" y="1547693"/>
                  </a:lnTo>
                  <a:lnTo>
                    <a:pt x="443988" y="1547391"/>
                  </a:lnTo>
                  <a:lnTo>
                    <a:pt x="444776" y="1547068"/>
                  </a:lnTo>
                  <a:lnTo>
                    <a:pt x="445533" y="1546724"/>
                  </a:lnTo>
                  <a:lnTo>
                    <a:pt x="446259" y="1546359"/>
                  </a:lnTo>
                  <a:lnTo>
                    <a:pt x="446955" y="1545974"/>
                  </a:lnTo>
                  <a:lnTo>
                    <a:pt x="447621" y="1545568"/>
                  </a:lnTo>
                  <a:lnTo>
                    <a:pt x="448255" y="1545141"/>
                  </a:lnTo>
                  <a:lnTo>
                    <a:pt x="448860" y="1544693"/>
                  </a:lnTo>
                  <a:lnTo>
                    <a:pt x="449433" y="1544224"/>
                  </a:lnTo>
                  <a:lnTo>
                    <a:pt x="449976" y="1543734"/>
                  </a:lnTo>
                  <a:lnTo>
                    <a:pt x="450504" y="1543225"/>
                  </a:lnTo>
                  <a:lnTo>
                    <a:pt x="451002" y="1542698"/>
                  </a:lnTo>
                  <a:lnTo>
                    <a:pt x="451470" y="1542153"/>
                  </a:lnTo>
                  <a:lnTo>
                    <a:pt x="451910" y="1541589"/>
                  </a:lnTo>
                  <a:lnTo>
                    <a:pt x="452320" y="1541008"/>
                  </a:lnTo>
                  <a:lnTo>
                    <a:pt x="452702" y="1540409"/>
                  </a:lnTo>
                  <a:lnTo>
                    <a:pt x="453054" y="1539791"/>
                  </a:lnTo>
                  <a:lnTo>
                    <a:pt x="453377" y="1539156"/>
                  </a:lnTo>
                  <a:lnTo>
                    <a:pt x="453671" y="1538502"/>
                  </a:lnTo>
                  <a:lnTo>
                    <a:pt x="453935" y="1537831"/>
                  </a:lnTo>
                  <a:lnTo>
                    <a:pt x="454186" y="1537144"/>
                  </a:lnTo>
                  <a:lnTo>
                    <a:pt x="454410" y="1536447"/>
                  </a:lnTo>
                  <a:lnTo>
                    <a:pt x="454608" y="1535739"/>
                  </a:lnTo>
                  <a:lnTo>
                    <a:pt x="454780" y="1535019"/>
                  </a:lnTo>
                  <a:lnTo>
                    <a:pt x="454925" y="1534288"/>
                  </a:lnTo>
                  <a:lnTo>
                    <a:pt x="455044" y="1533547"/>
                  </a:lnTo>
                  <a:lnTo>
                    <a:pt x="455136" y="1532794"/>
                  </a:lnTo>
                  <a:lnTo>
                    <a:pt x="455202" y="1532030"/>
                  </a:lnTo>
                  <a:lnTo>
                    <a:pt x="455242" y="1531255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h47"/>
            <p:cNvSpPr/>
            <p:nvPr/>
          </p:nvSpPr>
          <p:spPr>
            <a:xfrm>
              <a:off x="4301483" y="4113249"/>
              <a:ext cx="469701" cy="1691322"/>
            </a:xfrm>
            <a:custGeom>
              <a:avLst/>
              <a:pathLst>
                <a:path w="469701" h="1691322">
                  <a:moveTo>
                    <a:pt x="457200" y="1600200"/>
                  </a:moveTo>
                  <a:lnTo>
                    <a:pt x="457200" y="1588254"/>
                  </a:lnTo>
                  <a:lnTo>
                    <a:pt x="469701" y="1588254"/>
                  </a:lnTo>
                  <a:lnTo>
                    <a:pt x="469701" y="1600200"/>
                  </a:lnTo>
                  <a:close/>
                  <a:moveTo>
                    <a:pt x="457200" y="1691322"/>
                  </a:moveTo>
                  <a:lnTo>
                    <a:pt x="457200" y="1616174"/>
                  </a:lnTo>
                  <a:lnTo>
                    <a:pt x="469701" y="1616174"/>
                  </a:lnTo>
                  <a:lnTo>
                    <a:pt x="469701" y="1691322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h48"/>
            <p:cNvSpPr/>
            <p:nvPr/>
          </p:nvSpPr>
          <p:spPr>
            <a:xfrm>
              <a:off x="4380590" y="4192287"/>
              <a:ext cx="470118" cy="1613673"/>
            </a:xfrm>
            <a:custGeom>
              <a:avLst/>
              <a:pathLst>
                <a:path w="470118" h="1613673">
                  <a:moveTo>
                    <a:pt x="457200" y="1600200"/>
                  </a:moveTo>
                  <a:lnTo>
                    <a:pt x="456482" y="1601603"/>
                  </a:lnTo>
                  <a:lnTo>
                    <a:pt x="455719" y="1602925"/>
                  </a:lnTo>
                  <a:lnTo>
                    <a:pt x="454910" y="1604165"/>
                  </a:lnTo>
                  <a:lnTo>
                    <a:pt x="454055" y="1605322"/>
                  </a:lnTo>
                  <a:lnTo>
                    <a:pt x="453154" y="1606398"/>
                  </a:lnTo>
                  <a:lnTo>
                    <a:pt x="452207" y="1607392"/>
                  </a:lnTo>
                  <a:lnTo>
                    <a:pt x="451215" y="1608304"/>
                  </a:lnTo>
                  <a:lnTo>
                    <a:pt x="450176" y="1609134"/>
                  </a:lnTo>
                  <a:lnTo>
                    <a:pt x="449092" y="1609882"/>
                  </a:lnTo>
                  <a:lnTo>
                    <a:pt x="447962" y="1610548"/>
                  </a:lnTo>
                  <a:lnTo>
                    <a:pt x="446795" y="1611142"/>
                  </a:lnTo>
                  <a:lnTo>
                    <a:pt x="445573" y="1611673"/>
                  </a:lnTo>
                  <a:lnTo>
                    <a:pt x="444295" y="1612142"/>
                  </a:lnTo>
                  <a:lnTo>
                    <a:pt x="442962" y="1612548"/>
                  </a:lnTo>
                  <a:lnTo>
                    <a:pt x="441573" y="1612892"/>
                  </a:lnTo>
                  <a:lnTo>
                    <a:pt x="440128" y="1613173"/>
                  </a:lnTo>
                  <a:lnTo>
                    <a:pt x="438628" y="1613392"/>
                  </a:lnTo>
                  <a:lnTo>
                    <a:pt x="437072" y="1613548"/>
                  </a:lnTo>
                  <a:lnTo>
                    <a:pt x="435461" y="1613642"/>
                  </a:lnTo>
                  <a:lnTo>
                    <a:pt x="433794" y="1613673"/>
                  </a:lnTo>
                  <a:lnTo>
                    <a:pt x="431021" y="1613578"/>
                  </a:lnTo>
                  <a:lnTo>
                    <a:pt x="428399" y="1613290"/>
                  </a:lnTo>
                  <a:lnTo>
                    <a:pt x="425926" y="1612811"/>
                  </a:lnTo>
                  <a:lnTo>
                    <a:pt x="423604" y="1612140"/>
                  </a:lnTo>
                  <a:lnTo>
                    <a:pt x="421431" y="1611277"/>
                  </a:lnTo>
                  <a:lnTo>
                    <a:pt x="419409" y="1610223"/>
                  </a:lnTo>
                  <a:lnTo>
                    <a:pt x="417536" y="1608977"/>
                  </a:lnTo>
                  <a:lnTo>
                    <a:pt x="415814" y="1607539"/>
                  </a:lnTo>
                  <a:lnTo>
                    <a:pt x="414241" y="1605910"/>
                  </a:lnTo>
                  <a:lnTo>
                    <a:pt x="412819" y="1604089"/>
                  </a:lnTo>
                  <a:lnTo>
                    <a:pt x="411552" y="1602073"/>
                  </a:lnTo>
                  <a:lnTo>
                    <a:pt x="410419" y="1599861"/>
                  </a:lnTo>
                  <a:lnTo>
                    <a:pt x="409419" y="1597451"/>
                  </a:lnTo>
                  <a:lnTo>
                    <a:pt x="408552" y="1594843"/>
                  </a:lnTo>
                  <a:lnTo>
                    <a:pt x="407818" y="1592039"/>
                  </a:lnTo>
                  <a:lnTo>
                    <a:pt x="407218" y="1589037"/>
                  </a:lnTo>
                  <a:lnTo>
                    <a:pt x="406752" y="1585838"/>
                  </a:lnTo>
                  <a:lnTo>
                    <a:pt x="406418" y="1582442"/>
                  </a:lnTo>
                  <a:lnTo>
                    <a:pt x="406218" y="1578848"/>
                  </a:lnTo>
                  <a:lnTo>
                    <a:pt x="406151" y="1575057"/>
                  </a:lnTo>
                  <a:lnTo>
                    <a:pt x="406428" y="1567588"/>
                  </a:lnTo>
                  <a:lnTo>
                    <a:pt x="407257" y="1560906"/>
                  </a:lnTo>
                  <a:lnTo>
                    <a:pt x="408639" y="1555009"/>
                  </a:lnTo>
                  <a:lnTo>
                    <a:pt x="410574" y="1549899"/>
                  </a:lnTo>
                  <a:lnTo>
                    <a:pt x="413062" y="1545575"/>
                  </a:lnTo>
                  <a:lnTo>
                    <a:pt x="416103" y="1542037"/>
                  </a:lnTo>
                  <a:lnTo>
                    <a:pt x="419696" y="1539285"/>
                  </a:lnTo>
                  <a:lnTo>
                    <a:pt x="423843" y="1537319"/>
                  </a:lnTo>
                  <a:lnTo>
                    <a:pt x="428542" y="1536140"/>
                  </a:lnTo>
                  <a:lnTo>
                    <a:pt x="433794" y="1535747"/>
                  </a:lnTo>
                  <a:lnTo>
                    <a:pt x="435474" y="1535778"/>
                  </a:lnTo>
                  <a:lnTo>
                    <a:pt x="437097" y="1535872"/>
                  </a:lnTo>
                  <a:lnTo>
                    <a:pt x="438663" y="1536028"/>
                  </a:lnTo>
                  <a:lnTo>
                    <a:pt x="440172" y="1536247"/>
                  </a:lnTo>
                  <a:lnTo>
                    <a:pt x="441625" y="1536528"/>
                  </a:lnTo>
                  <a:lnTo>
                    <a:pt x="443020" y="1536872"/>
                  </a:lnTo>
                  <a:lnTo>
                    <a:pt x="444358" y="1537278"/>
                  </a:lnTo>
                  <a:lnTo>
                    <a:pt x="445640" y="1537747"/>
                  </a:lnTo>
                  <a:lnTo>
                    <a:pt x="446864" y="1538279"/>
                  </a:lnTo>
                  <a:lnTo>
                    <a:pt x="448032" y="1538872"/>
                  </a:lnTo>
                  <a:lnTo>
                    <a:pt x="449148" y="1539534"/>
                  </a:lnTo>
                  <a:lnTo>
                    <a:pt x="450221" y="1540270"/>
                  </a:lnTo>
                  <a:lnTo>
                    <a:pt x="451249" y="1541079"/>
                  </a:lnTo>
                  <a:lnTo>
                    <a:pt x="452232" y="1541962"/>
                  </a:lnTo>
                  <a:lnTo>
                    <a:pt x="453171" y="1542918"/>
                  </a:lnTo>
                  <a:lnTo>
                    <a:pt x="454066" y="1543948"/>
                  </a:lnTo>
                  <a:lnTo>
                    <a:pt x="454916" y="1545052"/>
                  </a:lnTo>
                  <a:lnTo>
                    <a:pt x="455722" y="1546229"/>
                  </a:lnTo>
                  <a:lnTo>
                    <a:pt x="456483" y="1547480"/>
                  </a:lnTo>
                  <a:lnTo>
                    <a:pt x="457200" y="1548804"/>
                  </a:lnTo>
                  <a:lnTo>
                    <a:pt x="457338" y="1548804"/>
                  </a:lnTo>
                  <a:lnTo>
                    <a:pt x="457338" y="1548658"/>
                  </a:lnTo>
                  <a:lnTo>
                    <a:pt x="457336" y="1548496"/>
                  </a:lnTo>
                  <a:lnTo>
                    <a:pt x="457332" y="1548319"/>
                  </a:lnTo>
                  <a:lnTo>
                    <a:pt x="457327" y="1548126"/>
                  </a:lnTo>
                  <a:lnTo>
                    <a:pt x="457321" y="1547919"/>
                  </a:lnTo>
                  <a:lnTo>
                    <a:pt x="457313" y="1547696"/>
                  </a:lnTo>
                  <a:lnTo>
                    <a:pt x="457304" y="1547457"/>
                  </a:lnTo>
                  <a:lnTo>
                    <a:pt x="457294" y="1547204"/>
                  </a:lnTo>
                  <a:lnTo>
                    <a:pt x="457282" y="1546935"/>
                  </a:lnTo>
                  <a:lnTo>
                    <a:pt x="457269" y="1546651"/>
                  </a:lnTo>
                  <a:lnTo>
                    <a:pt x="457268" y="1546345"/>
                  </a:lnTo>
                  <a:lnTo>
                    <a:pt x="457266" y="1546037"/>
                  </a:lnTo>
                  <a:lnTo>
                    <a:pt x="457263" y="1545728"/>
                  </a:lnTo>
                  <a:lnTo>
                    <a:pt x="457258" y="1545418"/>
                  </a:lnTo>
                  <a:lnTo>
                    <a:pt x="457252" y="1545106"/>
                  </a:lnTo>
                  <a:lnTo>
                    <a:pt x="457244" y="1544793"/>
                  </a:lnTo>
                  <a:lnTo>
                    <a:pt x="457235" y="1544478"/>
                  </a:lnTo>
                  <a:lnTo>
                    <a:pt x="457225" y="1544162"/>
                  </a:lnTo>
                  <a:lnTo>
                    <a:pt x="457213" y="1543845"/>
                  </a:lnTo>
                  <a:lnTo>
                    <a:pt x="457200" y="1543526"/>
                  </a:lnTo>
                  <a:lnTo>
                    <a:pt x="457200" y="1543194"/>
                  </a:lnTo>
                  <a:lnTo>
                    <a:pt x="457200" y="1542867"/>
                  </a:lnTo>
                  <a:lnTo>
                    <a:pt x="457200" y="1542544"/>
                  </a:lnTo>
                  <a:lnTo>
                    <a:pt x="457200" y="1542226"/>
                  </a:lnTo>
                  <a:lnTo>
                    <a:pt x="457200" y="1541911"/>
                  </a:lnTo>
                  <a:lnTo>
                    <a:pt x="457200" y="1541601"/>
                  </a:lnTo>
                  <a:lnTo>
                    <a:pt x="457200" y="1541294"/>
                  </a:lnTo>
                  <a:lnTo>
                    <a:pt x="457200" y="1540992"/>
                  </a:lnTo>
                  <a:lnTo>
                    <a:pt x="457200" y="1540694"/>
                  </a:lnTo>
                  <a:lnTo>
                    <a:pt x="457200" y="1540400"/>
                  </a:lnTo>
                  <a:lnTo>
                    <a:pt x="457200" y="1540117"/>
                  </a:lnTo>
                  <a:lnTo>
                    <a:pt x="457200" y="1539850"/>
                  </a:lnTo>
                  <a:lnTo>
                    <a:pt x="457200" y="1539600"/>
                  </a:lnTo>
                  <a:lnTo>
                    <a:pt x="457200" y="1539367"/>
                  </a:lnTo>
                  <a:lnTo>
                    <a:pt x="457200" y="1539150"/>
                  </a:lnTo>
                  <a:lnTo>
                    <a:pt x="457200" y="1538950"/>
                  </a:lnTo>
                  <a:lnTo>
                    <a:pt x="457200" y="1538767"/>
                  </a:lnTo>
                  <a:lnTo>
                    <a:pt x="457200" y="1538600"/>
                  </a:lnTo>
                  <a:lnTo>
                    <a:pt x="457200" y="1538450"/>
                  </a:lnTo>
                  <a:lnTo>
                    <a:pt x="457200" y="1538317"/>
                  </a:lnTo>
                  <a:lnTo>
                    <a:pt x="457200" y="1509216"/>
                  </a:lnTo>
                  <a:lnTo>
                    <a:pt x="469701" y="1509216"/>
                  </a:lnTo>
                  <a:lnTo>
                    <a:pt x="469701" y="1596796"/>
                  </a:lnTo>
                  <a:lnTo>
                    <a:pt x="469701" y="1597336"/>
                  </a:lnTo>
                  <a:lnTo>
                    <a:pt x="469701" y="1597871"/>
                  </a:lnTo>
                  <a:lnTo>
                    <a:pt x="469701" y="1598403"/>
                  </a:lnTo>
                  <a:lnTo>
                    <a:pt x="469701" y="1598930"/>
                  </a:lnTo>
                  <a:lnTo>
                    <a:pt x="469701" y="1599453"/>
                  </a:lnTo>
                  <a:lnTo>
                    <a:pt x="469701" y="1599972"/>
                  </a:lnTo>
                  <a:lnTo>
                    <a:pt x="469701" y="1600486"/>
                  </a:lnTo>
                  <a:lnTo>
                    <a:pt x="469701" y="1600997"/>
                  </a:lnTo>
                  <a:lnTo>
                    <a:pt x="469701" y="1601503"/>
                  </a:lnTo>
                  <a:lnTo>
                    <a:pt x="469701" y="1602005"/>
                  </a:lnTo>
                  <a:lnTo>
                    <a:pt x="469715" y="1602501"/>
                  </a:lnTo>
                  <a:lnTo>
                    <a:pt x="469729" y="1602989"/>
                  </a:lnTo>
                  <a:lnTo>
                    <a:pt x="469743" y="1603468"/>
                  </a:lnTo>
                  <a:lnTo>
                    <a:pt x="469757" y="1603939"/>
                  </a:lnTo>
                  <a:lnTo>
                    <a:pt x="469771" y="1604401"/>
                  </a:lnTo>
                  <a:lnTo>
                    <a:pt x="469784" y="1604856"/>
                  </a:lnTo>
                  <a:lnTo>
                    <a:pt x="469798" y="1605302"/>
                  </a:lnTo>
                  <a:lnTo>
                    <a:pt x="469812" y="1605739"/>
                  </a:lnTo>
                  <a:lnTo>
                    <a:pt x="469826" y="1606168"/>
                  </a:lnTo>
                  <a:lnTo>
                    <a:pt x="469840" y="1606589"/>
                  </a:lnTo>
                  <a:lnTo>
                    <a:pt x="469854" y="1607000"/>
                  </a:lnTo>
                  <a:lnTo>
                    <a:pt x="469868" y="1607400"/>
                  </a:lnTo>
                  <a:lnTo>
                    <a:pt x="469882" y="1607789"/>
                  </a:lnTo>
                  <a:lnTo>
                    <a:pt x="469896" y="1608167"/>
                  </a:lnTo>
                  <a:lnTo>
                    <a:pt x="469909" y="1608534"/>
                  </a:lnTo>
                  <a:lnTo>
                    <a:pt x="469923" y="1608889"/>
                  </a:lnTo>
                  <a:lnTo>
                    <a:pt x="469937" y="1609234"/>
                  </a:lnTo>
                  <a:lnTo>
                    <a:pt x="469951" y="1609567"/>
                  </a:lnTo>
                  <a:lnTo>
                    <a:pt x="469965" y="1609890"/>
                  </a:lnTo>
                  <a:lnTo>
                    <a:pt x="469979" y="1610201"/>
                  </a:lnTo>
                  <a:lnTo>
                    <a:pt x="469993" y="1610484"/>
                  </a:lnTo>
                  <a:lnTo>
                    <a:pt x="470007" y="1610751"/>
                  </a:lnTo>
                  <a:lnTo>
                    <a:pt x="470021" y="1611001"/>
                  </a:lnTo>
                  <a:lnTo>
                    <a:pt x="470034" y="1611234"/>
                  </a:lnTo>
                  <a:lnTo>
                    <a:pt x="470048" y="1611451"/>
                  </a:lnTo>
                  <a:lnTo>
                    <a:pt x="470062" y="1611651"/>
                  </a:lnTo>
                  <a:lnTo>
                    <a:pt x="470076" y="1611834"/>
                  </a:lnTo>
                  <a:lnTo>
                    <a:pt x="470090" y="1612001"/>
                  </a:lnTo>
                  <a:lnTo>
                    <a:pt x="470104" y="1612151"/>
                  </a:lnTo>
                  <a:lnTo>
                    <a:pt x="470118" y="1612284"/>
                  </a:lnTo>
                  <a:lnTo>
                    <a:pt x="458172" y="1612284"/>
                  </a:lnTo>
                  <a:lnTo>
                    <a:pt x="458144" y="1612140"/>
                  </a:lnTo>
                  <a:lnTo>
                    <a:pt x="458116" y="1611984"/>
                  </a:lnTo>
                  <a:lnTo>
                    <a:pt x="458089" y="1611818"/>
                  </a:lnTo>
                  <a:lnTo>
                    <a:pt x="458061" y="1611640"/>
                  </a:lnTo>
                  <a:lnTo>
                    <a:pt x="458033" y="1611451"/>
                  </a:lnTo>
                  <a:lnTo>
                    <a:pt x="458005" y="1611251"/>
                  </a:lnTo>
                  <a:lnTo>
                    <a:pt x="457977" y="1611040"/>
                  </a:lnTo>
                  <a:lnTo>
                    <a:pt x="457950" y="1610817"/>
                  </a:lnTo>
                  <a:lnTo>
                    <a:pt x="457922" y="1610584"/>
                  </a:lnTo>
                  <a:lnTo>
                    <a:pt x="457894" y="1610340"/>
                  </a:lnTo>
                  <a:lnTo>
                    <a:pt x="457879" y="1610072"/>
                  </a:lnTo>
                  <a:lnTo>
                    <a:pt x="457863" y="1609798"/>
                  </a:lnTo>
                  <a:lnTo>
                    <a:pt x="457846" y="1609517"/>
                  </a:lnTo>
                  <a:lnTo>
                    <a:pt x="457827" y="1609228"/>
                  </a:lnTo>
                  <a:lnTo>
                    <a:pt x="457807" y="1608933"/>
                  </a:lnTo>
                  <a:lnTo>
                    <a:pt x="457786" y="1608631"/>
                  </a:lnTo>
                  <a:lnTo>
                    <a:pt x="457763" y="1608322"/>
                  </a:lnTo>
                  <a:lnTo>
                    <a:pt x="457738" y="1608006"/>
                  </a:lnTo>
                  <a:lnTo>
                    <a:pt x="457713" y="1607683"/>
                  </a:lnTo>
                  <a:lnTo>
                    <a:pt x="457686" y="1607353"/>
                  </a:lnTo>
                  <a:lnTo>
                    <a:pt x="457672" y="1607018"/>
                  </a:lnTo>
                  <a:lnTo>
                    <a:pt x="457658" y="1606681"/>
                  </a:lnTo>
                  <a:lnTo>
                    <a:pt x="457644" y="1606341"/>
                  </a:lnTo>
                  <a:lnTo>
                    <a:pt x="457630" y="1605997"/>
                  </a:lnTo>
                  <a:lnTo>
                    <a:pt x="457616" y="1605652"/>
                  </a:lnTo>
                  <a:lnTo>
                    <a:pt x="457602" y="1605303"/>
                  </a:lnTo>
                  <a:lnTo>
                    <a:pt x="457588" y="1604951"/>
                  </a:lnTo>
                  <a:lnTo>
                    <a:pt x="457575" y="1604597"/>
                  </a:lnTo>
                  <a:lnTo>
                    <a:pt x="457561" y="1604240"/>
                  </a:lnTo>
                  <a:lnTo>
                    <a:pt x="457547" y="1603881"/>
                  </a:lnTo>
                  <a:lnTo>
                    <a:pt x="457534" y="1603506"/>
                  </a:lnTo>
                  <a:lnTo>
                    <a:pt x="457522" y="1603133"/>
                  </a:lnTo>
                  <a:lnTo>
                    <a:pt x="457511" y="1602762"/>
                  </a:lnTo>
                  <a:lnTo>
                    <a:pt x="457502" y="1602391"/>
                  </a:lnTo>
                  <a:lnTo>
                    <a:pt x="457495" y="1602023"/>
                  </a:lnTo>
                  <a:lnTo>
                    <a:pt x="457488" y="1601655"/>
                  </a:lnTo>
                  <a:lnTo>
                    <a:pt x="457484" y="1601289"/>
                  </a:lnTo>
                  <a:lnTo>
                    <a:pt x="457480" y="1600925"/>
                  </a:lnTo>
                  <a:lnTo>
                    <a:pt x="457478" y="1600561"/>
                  </a:lnTo>
                  <a:lnTo>
                    <a:pt x="457477" y="1600200"/>
                  </a:lnTo>
                  <a:close/>
                  <a:moveTo>
                    <a:pt x="419278" y="1574641"/>
                  </a:moveTo>
                  <a:lnTo>
                    <a:pt x="419288" y="1576174"/>
                  </a:lnTo>
                  <a:lnTo>
                    <a:pt x="419317" y="1577663"/>
                  </a:lnTo>
                  <a:lnTo>
                    <a:pt x="419366" y="1579108"/>
                  </a:lnTo>
                  <a:lnTo>
                    <a:pt x="419434" y="1580508"/>
                  </a:lnTo>
                  <a:lnTo>
                    <a:pt x="419521" y="1581864"/>
                  </a:lnTo>
                  <a:lnTo>
                    <a:pt x="419628" y="1583175"/>
                  </a:lnTo>
                  <a:lnTo>
                    <a:pt x="419755" y="1584442"/>
                  </a:lnTo>
                  <a:lnTo>
                    <a:pt x="419900" y="1585664"/>
                  </a:lnTo>
                  <a:lnTo>
                    <a:pt x="420066" y="1586842"/>
                  </a:lnTo>
                  <a:lnTo>
                    <a:pt x="420250" y="1587976"/>
                  </a:lnTo>
                  <a:lnTo>
                    <a:pt x="420457" y="1589068"/>
                  </a:lnTo>
                  <a:lnTo>
                    <a:pt x="420687" y="1590120"/>
                  </a:lnTo>
                  <a:lnTo>
                    <a:pt x="420940" y="1591134"/>
                  </a:lnTo>
                  <a:lnTo>
                    <a:pt x="421217" y="1592110"/>
                  </a:lnTo>
                  <a:lnTo>
                    <a:pt x="421518" y="1593046"/>
                  </a:lnTo>
                  <a:lnTo>
                    <a:pt x="421842" y="1593943"/>
                  </a:lnTo>
                  <a:lnTo>
                    <a:pt x="422190" y="1594802"/>
                  </a:lnTo>
                  <a:lnTo>
                    <a:pt x="422562" y="1595621"/>
                  </a:lnTo>
                  <a:lnTo>
                    <a:pt x="422957" y="1596402"/>
                  </a:lnTo>
                  <a:lnTo>
                    <a:pt x="423376" y="1597144"/>
                  </a:lnTo>
                  <a:lnTo>
                    <a:pt x="423818" y="1597833"/>
                  </a:lnTo>
                  <a:lnTo>
                    <a:pt x="424284" y="1598485"/>
                  </a:lnTo>
                  <a:lnTo>
                    <a:pt x="424774" y="1599100"/>
                  </a:lnTo>
                  <a:lnTo>
                    <a:pt x="425287" y="1599677"/>
                  </a:lnTo>
                  <a:lnTo>
                    <a:pt x="425824" y="1600217"/>
                  </a:lnTo>
                  <a:lnTo>
                    <a:pt x="426385" y="1600719"/>
                  </a:lnTo>
                  <a:lnTo>
                    <a:pt x="426969" y="1601184"/>
                  </a:lnTo>
                  <a:lnTo>
                    <a:pt x="427576" y="1601611"/>
                  </a:lnTo>
                  <a:lnTo>
                    <a:pt x="428208" y="1602000"/>
                  </a:lnTo>
                  <a:lnTo>
                    <a:pt x="428863" y="1602353"/>
                  </a:lnTo>
                  <a:lnTo>
                    <a:pt x="429544" y="1602669"/>
                  </a:lnTo>
                  <a:lnTo>
                    <a:pt x="430254" y="1602953"/>
                  </a:lnTo>
                  <a:lnTo>
                    <a:pt x="430994" y="1603203"/>
                  </a:lnTo>
                  <a:lnTo>
                    <a:pt x="431763" y="1603419"/>
                  </a:lnTo>
                  <a:lnTo>
                    <a:pt x="432561" y="1603603"/>
                  </a:lnTo>
                  <a:lnTo>
                    <a:pt x="433388" y="1603753"/>
                  </a:lnTo>
                  <a:lnTo>
                    <a:pt x="434245" y="1603869"/>
                  </a:lnTo>
                  <a:lnTo>
                    <a:pt x="435130" y="1603953"/>
                  </a:lnTo>
                  <a:lnTo>
                    <a:pt x="436045" y="1604003"/>
                  </a:lnTo>
                  <a:lnTo>
                    <a:pt x="436989" y="1604019"/>
                  </a:lnTo>
                  <a:lnTo>
                    <a:pt x="437963" y="1604003"/>
                  </a:lnTo>
                  <a:lnTo>
                    <a:pt x="438914" y="1603956"/>
                  </a:lnTo>
                  <a:lnTo>
                    <a:pt x="439841" y="1603876"/>
                  </a:lnTo>
                  <a:lnTo>
                    <a:pt x="440745" y="1603764"/>
                  </a:lnTo>
                  <a:lnTo>
                    <a:pt x="441625" y="1603620"/>
                  </a:lnTo>
                  <a:lnTo>
                    <a:pt x="442481" y="1603444"/>
                  </a:lnTo>
                  <a:lnTo>
                    <a:pt x="443314" y="1603237"/>
                  </a:lnTo>
                  <a:lnTo>
                    <a:pt x="444123" y="1602997"/>
                  </a:lnTo>
                  <a:lnTo>
                    <a:pt x="444908" y="1602726"/>
                  </a:lnTo>
                  <a:lnTo>
                    <a:pt x="445670" y="1602422"/>
                  </a:lnTo>
                  <a:lnTo>
                    <a:pt x="446421" y="1602083"/>
                  </a:lnTo>
                  <a:lnTo>
                    <a:pt x="447145" y="1601705"/>
                  </a:lnTo>
                  <a:lnTo>
                    <a:pt x="447843" y="1601289"/>
                  </a:lnTo>
                  <a:lnTo>
                    <a:pt x="448515" y="1600833"/>
                  </a:lnTo>
                  <a:lnTo>
                    <a:pt x="449160" y="1600338"/>
                  </a:lnTo>
                  <a:lnTo>
                    <a:pt x="449779" y="1599805"/>
                  </a:lnTo>
                  <a:lnTo>
                    <a:pt x="450372" y="1599233"/>
                  </a:lnTo>
                  <a:lnTo>
                    <a:pt x="450938" y="1598622"/>
                  </a:lnTo>
                  <a:lnTo>
                    <a:pt x="451477" y="1597971"/>
                  </a:lnTo>
                  <a:lnTo>
                    <a:pt x="451991" y="1597282"/>
                  </a:lnTo>
                  <a:lnTo>
                    <a:pt x="452492" y="1596539"/>
                  </a:lnTo>
                  <a:lnTo>
                    <a:pt x="452968" y="1595752"/>
                  </a:lnTo>
                  <a:lnTo>
                    <a:pt x="453420" y="1594922"/>
                  </a:lnTo>
                  <a:lnTo>
                    <a:pt x="453846" y="1594049"/>
                  </a:lnTo>
                  <a:lnTo>
                    <a:pt x="454248" y="1593133"/>
                  </a:lnTo>
                  <a:lnTo>
                    <a:pt x="454624" y="1592173"/>
                  </a:lnTo>
                  <a:lnTo>
                    <a:pt x="454976" y="1591171"/>
                  </a:lnTo>
                  <a:lnTo>
                    <a:pt x="455302" y="1590126"/>
                  </a:lnTo>
                  <a:lnTo>
                    <a:pt x="455603" y="1589038"/>
                  </a:lnTo>
                  <a:lnTo>
                    <a:pt x="455880" y="1587906"/>
                  </a:lnTo>
                  <a:lnTo>
                    <a:pt x="456131" y="1586728"/>
                  </a:lnTo>
                  <a:lnTo>
                    <a:pt x="456355" y="1585498"/>
                  </a:lnTo>
                  <a:lnTo>
                    <a:pt x="456553" y="1584216"/>
                  </a:lnTo>
                  <a:lnTo>
                    <a:pt x="456724" y="1582883"/>
                  </a:lnTo>
                  <a:lnTo>
                    <a:pt x="456870" y="1581499"/>
                  </a:lnTo>
                  <a:lnTo>
                    <a:pt x="456988" y="1580064"/>
                  </a:lnTo>
                  <a:lnTo>
                    <a:pt x="457081" y="1578577"/>
                  </a:lnTo>
                  <a:lnTo>
                    <a:pt x="457147" y="1577038"/>
                  </a:lnTo>
                  <a:lnTo>
                    <a:pt x="457186" y="1575448"/>
                  </a:lnTo>
                  <a:lnTo>
                    <a:pt x="457200" y="1573807"/>
                  </a:lnTo>
                  <a:lnTo>
                    <a:pt x="457186" y="1572235"/>
                  </a:lnTo>
                  <a:lnTo>
                    <a:pt x="457147" y="1570712"/>
                  </a:lnTo>
                  <a:lnTo>
                    <a:pt x="457081" y="1569240"/>
                  </a:lnTo>
                  <a:lnTo>
                    <a:pt x="456988" y="1567818"/>
                  </a:lnTo>
                  <a:lnTo>
                    <a:pt x="456870" y="1566445"/>
                  </a:lnTo>
                  <a:lnTo>
                    <a:pt x="456724" y="1565123"/>
                  </a:lnTo>
                  <a:lnTo>
                    <a:pt x="456553" y="1563851"/>
                  </a:lnTo>
                  <a:lnTo>
                    <a:pt x="456355" y="1562628"/>
                  </a:lnTo>
                  <a:lnTo>
                    <a:pt x="456131" y="1561456"/>
                  </a:lnTo>
                  <a:lnTo>
                    <a:pt x="455880" y="1560333"/>
                  </a:lnTo>
                  <a:lnTo>
                    <a:pt x="455603" y="1559244"/>
                  </a:lnTo>
                  <a:lnTo>
                    <a:pt x="455302" y="1558197"/>
                  </a:lnTo>
                  <a:lnTo>
                    <a:pt x="454976" y="1557193"/>
                  </a:lnTo>
                  <a:lnTo>
                    <a:pt x="454624" y="1556233"/>
                  </a:lnTo>
                  <a:lnTo>
                    <a:pt x="454248" y="1555315"/>
                  </a:lnTo>
                  <a:lnTo>
                    <a:pt x="453846" y="1554441"/>
                  </a:lnTo>
                  <a:lnTo>
                    <a:pt x="453420" y="1553610"/>
                  </a:lnTo>
                  <a:lnTo>
                    <a:pt x="452968" y="1552821"/>
                  </a:lnTo>
                  <a:lnTo>
                    <a:pt x="452492" y="1552076"/>
                  </a:lnTo>
                  <a:lnTo>
                    <a:pt x="451991" y="1551374"/>
                  </a:lnTo>
                  <a:lnTo>
                    <a:pt x="451465" y="1550713"/>
                  </a:lnTo>
                  <a:lnTo>
                    <a:pt x="450915" y="1550090"/>
                  </a:lnTo>
                  <a:lnTo>
                    <a:pt x="450342" y="1549507"/>
                  </a:lnTo>
                  <a:lnTo>
                    <a:pt x="449746" y="1548963"/>
                  </a:lnTo>
                  <a:lnTo>
                    <a:pt x="449126" y="1548457"/>
                  </a:lnTo>
                  <a:lnTo>
                    <a:pt x="448482" y="1547990"/>
                  </a:lnTo>
                  <a:lnTo>
                    <a:pt x="447814" y="1547562"/>
                  </a:lnTo>
                  <a:lnTo>
                    <a:pt x="447123" y="1547173"/>
                  </a:lnTo>
                  <a:lnTo>
                    <a:pt x="446409" y="1546823"/>
                  </a:lnTo>
                  <a:lnTo>
                    <a:pt x="445670" y="1546512"/>
                  </a:lnTo>
                  <a:lnTo>
                    <a:pt x="444922" y="1546222"/>
                  </a:lnTo>
                  <a:lnTo>
                    <a:pt x="444151" y="1545962"/>
                  </a:lnTo>
                  <a:lnTo>
                    <a:pt x="443355" y="1545733"/>
                  </a:lnTo>
                  <a:lnTo>
                    <a:pt x="442537" y="1545534"/>
                  </a:lnTo>
                  <a:lnTo>
                    <a:pt x="441694" y="1545366"/>
                  </a:lnTo>
                  <a:lnTo>
                    <a:pt x="440828" y="1545229"/>
                  </a:lnTo>
                  <a:lnTo>
                    <a:pt x="439938" y="1545122"/>
                  </a:lnTo>
                  <a:lnTo>
                    <a:pt x="439025" y="1545045"/>
                  </a:lnTo>
                  <a:lnTo>
                    <a:pt x="438088" y="1545000"/>
                  </a:lnTo>
                  <a:lnTo>
                    <a:pt x="437128" y="1544984"/>
                  </a:lnTo>
                  <a:lnTo>
                    <a:pt x="436223" y="1545000"/>
                  </a:lnTo>
                  <a:lnTo>
                    <a:pt x="435344" y="1545048"/>
                  </a:lnTo>
                  <a:lnTo>
                    <a:pt x="434490" y="1545128"/>
                  </a:lnTo>
                  <a:lnTo>
                    <a:pt x="433660" y="1545240"/>
                  </a:lnTo>
                  <a:lnTo>
                    <a:pt x="432856" y="1545384"/>
                  </a:lnTo>
                  <a:lnTo>
                    <a:pt x="432077" y="1545559"/>
                  </a:lnTo>
                  <a:lnTo>
                    <a:pt x="431323" y="1545767"/>
                  </a:lnTo>
                  <a:lnTo>
                    <a:pt x="430593" y="1546007"/>
                  </a:lnTo>
                  <a:lnTo>
                    <a:pt x="429889" y="1546278"/>
                  </a:lnTo>
                  <a:lnTo>
                    <a:pt x="429210" y="1546582"/>
                  </a:lnTo>
                  <a:lnTo>
                    <a:pt x="428554" y="1546921"/>
                  </a:lnTo>
                  <a:lnTo>
                    <a:pt x="427921" y="1547298"/>
                  </a:lnTo>
                  <a:lnTo>
                    <a:pt x="427310" y="1547715"/>
                  </a:lnTo>
                  <a:lnTo>
                    <a:pt x="426721" y="1548171"/>
                  </a:lnTo>
                  <a:lnTo>
                    <a:pt x="426154" y="1548665"/>
                  </a:lnTo>
                  <a:lnTo>
                    <a:pt x="425609" y="1549199"/>
                  </a:lnTo>
                  <a:lnTo>
                    <a:pt x="425087" y="1549771"/>
                  </a:lnTo>
                  <a:lnTo>
                    <a:pt x="424587" y="1550382"/>
                  </a:lnTo>
                  <a:lnTo>
                    <a:pt x="424109" y="1551032"/>
                  </a:lnTo>
                  <a:lnTo>
                    <a:pt x="423654" y="1551721"/>
                  </a:lnTo>
                  <a:lnTo>
                    <a:pt x="423220" y="1552451"/>
                  </a:lnTo>
                  <a:lnTo>
                    <a:pt x="422809" y="1553224"/>
                  </a:lnTo>
                  <a:lnTo>
                    <a:pt x="422420" y="1554040"/>
                  </a:lnTo>
                  <a:lnTo>
                    <a:pt x="422053" y="1554899"/>
                  </a:lnTo>
                  <a:lnTo>
                    <a:pt x="421709" y="1555802"/>
                  </a:lnTo>
                  <a:lnTo>
                    <a:pt x="421387" y="1556747"/>
                  </a:lnTo>
                  <a:lnTo>
                    <a:pt x="421087" y="1557735"/>
                  </a:lnTo>
                  <a:lnTo>
                    <a:pt x="420809" y="1558767"/>
                  </a:lnTo>
                  <a:lnTo>
                    <a:pt x="420553" y="1559841"/>
                  </a:lnTo>
                  <a:lnTo>
                    <a:pt x="420320" y="1560958"/>
                  </a:lnTo>
                  <a:lnTo>
                    <a:pt x="420122" y="1562108"/>
                  </a:lnTo>
                  <a:lnTo>
                    <a:pt x="419945" y="1563306"/>
                  </a:lnTo>
                  <a:lnTo>
                    <a:pt x="419789" y="1564553"/>
                  </a:lnTo>
                  <a:lnTo>
                    <a:pt x="419653" y="1565848"/>
                  </a:lnTo>
                  <a:lnTo>
                    <a:pt x="419539" y="1567192"/>
                  </a:lnTo>
                  <a:lnTo>
                    <a:pt x="419445" y="1568584"/>
                  </a:lnTo>
                  <a:lnTo>
                    <a:pt x="419372" y="1570026"/>
                  </a:lnTo>
                  <a:lnTo>
                    <a:pt x="419320" y="1571515"/>
                  </a:lnTo>
                  <a:lnTo>
                    <a:pt x="419289" y="1573054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h49"/>
            <p:cNvSpPr/>
            <p:nvPr/>
          </p:nvSpPr>
          <p:spPr>
            <a:xfrm>
              <a:off x="4440736" y="4233889"/>
              <a:ext cx="489078" cy="1600200"/>
            </a:xfrm>
            <a:custGeom>
              <a:avLst/>
              <a:pathLst>
                <a:path w="489078" h="1600200">
                  <a:moveTo>
                    <a:pt x="457200" y="1600200"/>
                  </a:moveTo>
                  <a:lnTo>
                    <a:pt x="455922" y="1600186"/>
                  </a:lnTo>
                  <a:lnTo>
                    <a:pt x="454674" y="1600147"/>
                  </a:lnTo>
                  <a:lnTo>
                    <a:pt x="453455" y="1600081"/>
                  </a:lnTo>
                  <a:lnTo>
                    <a:pt x="452266" y="1599988"/>
                  </a:lnTo>
                  <a:lnTo>
                    <a:pt x="451105" y="1599870"/>
                  </a:lnTo>
                  <a:lnTo>
                    <a:pt x="449974" y="1599724"/>
                  </a:lnTo>
                  <a:lnTo>
                    <a:pt x="448871" y="1599553"/>
                  </a:lnTo>
                  <a:lnTo>
                    <a:pt x="447798" y="1599355"/>
                  </a:lnTo>
                  <a:lnTo>
                    <a:pt x="446754" y="1599131"/>
                  </a:lnTo>
                  <a:lnTo>
                    <a:pt x="445740" y="1598880"/>
                  </a:lnTo>
                  <a:lnTo>
                    <a:pt x="444754" y="1598604"/>
                  </a:lnTo>
                  <a:lnTo>
                    <a:pt x="443798" y="1598305"/>
                  </a:lnTo>
                  <a:lnTo>
                    <a:pt x="442871" y="1597982"/>
                  </a:lnTo>
                  <a:lnTo>
                    <a:pt x="441973" y="1597635"/>
                  </a:lnTo>
                  <a:lnTo>
                    <a:pt x="441104" y="1597265"/>
                  </a:lnTo>
                  <a:lnTo>
                    <a:pt x="440264" y="1596871"/>
                  </a:lnTo>
                  <a:lnTo>
                    <a:pt x="439454" y="1596454"/>
                  </a:lnTo>
                  <a:lnTo>
                    <a:pt x="438672" y="1596013"/>
                  </a:lnTo>
                  <a:lnTo>
                    <a:pt x="437920" y="1595548"/>
                  </a:lnTo>
                  <a:lnTo>
                    <a:pt x="437197" y="1595060"/>
                  </a:lnTo>
                  <a:lnTo>
                    <a:pt x="436502" y="1594564"/>
                  </a:lnTo>
                  <a:lnTo>
                    <a:pt x="435833" y="1594049"/>
                  </a:lnTo>
                  <a:lnTo>
                    <a:pt x="435190" y="1593514"/>
                  </a:lnTo>
                  <a:lnTo>
                    <a:pt x="434574" y="1592960"/>
                  </a:lnTo>
                  <a:lnTo>
                    <a:pt x="433985" y="1592386"/>
                  </a:lnTo>
                  <a:lnTo>
                    <a:pt x="433422" y="1591793"/>
                  </a:lnTo>
                  <a:lnTo>
                    <a:pt x="432885" y="1591180"/>
                  </a:lnTo>
                  <a:lnTo>
                    <a:pt x="432374" y="1590548"/>
                  </a:lnTo>
                  <a:lnTo>
                    <a:pt x="431890" y="1589897"/>
                  </a:lnTo>
                  <a:lnTo>
                    <a:pt x="431432" y="1589226"/>
                  </a:lnTo>
                  <a:lnTo>
                    <a:pt x="431000" y="1588538"/>
                  </a:lnTo>
                  <a:lnTo>
                    <a:pt x="430593" y="1587834"/>
                  </a:lnTo>
                  <a:lnTo>
                    <a:pt x="430211" y="1587115"/>
                  </a:lnTo>
                  <a:lnTo>
                    <a:pt x="429854" y="1586381"/>
                  </a:lnTo>
                  <a:lnTo>
                    <a:pt x="429522" y="1585632"/>
                  </a:lnTo>
                  <a:lnTo>
                    <a:pt x="429215" y="1584867"/>
                  </a:lnTo>
                  <a:lnTo>
                    <a:pt x="428933" y="1584087"/>
                  </a:lnTo>
                  <a:lnTo>
                    <a:pt x="428676" y="1583292"/>
                  </a:lnTo>
                  <a:lnTo>
                    <a:pt x="428445" y="1582481"/>
                  </a:lnTo>
                  <a:lnTo>
                    <a:pt x="428238" y="1581656"/>
                  </a:lnTo>
                  <a:lnTo>
                    <a:pt x="440809" y="1579850"/>
                  </a:lnTo>
                  <a:lnTo>
                    <a:pt x="441088" y="1580867"/>
                  </a:lnTo>
                  <a:lnTo>
                    <a:pt x="441428" y="1581836"/>
                  </a:lnTo>
                  <a:lnTo>
                    <a:pt x="441827" y="1582756"/>
                  </a:lnTo>
                  <a:lnTo>
                    <a:pt x="442287" y="1583628"/>
                  </a:lnTo>
                  <a:lnTo>
                    <a:pt x="442805" y="1584451"/>
                  </a:lnTo>
                  <a:lnTo>
                    <a:pt x="443384" y="1585225"/>
                  </a:lnTo>
                  <a:lnTo>
                    <a:pt x="444022" y="1585951"/>
                  </a:lnTo>
                  <a:lnTo>
                    <a:pt x="444720" y="1586628"/>
                  </a:lnTo>
                  <a:lnTo>
                    <a:pt x="445478" y="1587257"/>
                  </a:lnTo>
                  <a:lnTo>
                    <a:pt x="446295" y="1587837"/>
                  </a:lnTo>
                  <a:lnTo>
                    <a:pt x="447183" y="1588378"/>
                  </a:lnTo>
                  <a:lnTo>
                    <a:pt x="448123" y="1588862"/>
                  </a:lnTo>
                  <a:lnTo>
                    <a:pt x="449117" y="1589289"/>
                  </a:lnTo>
                  <a:lnTo>
                    <a:pt x="450163" y="1589659"/>
                  </a:lnTo>
                  <a:lnTo>
                    <a:pt x="451261" y="1589973"/>
                  </a:lnTo>
                  <a:lnTo>
                    <a:pt x="452413" y="1590229"/>
                  </a:lnTo>
                  <a:lnTo>
                    <a:pt x="453617" y="1590428"/>
                  </a:lnTo>
                  <a:lnTo>
                    <a:pt x="454874" y="1590571"/>
                  </a:lnTo>
                  <a:lnTo>
                    <a:pt x="456184" y="1590656"/>
                  </a:lnTo>
                  <a:lnTo>
                    <a:pt x="457547" y="1590684"/>
                  </a:lnTo>
                  <a:lnTo>
                    <a:pt x="458386" y="1590673"/>
                  </a:lnTo>
                  <a:lnTo>
                    <a:pt x="459211" y="1590637"/>
                  </a:lnTo>
                  <a:lnTo>
                    <a:pt x="460020" y="1590578"/>
                  </a:lnTo>
                  <a:lnTo>
                    <a:pt x="460814" y="1590496"/>
                  </a:lnTo>
                  <a:lnTo>
                    <a:pt x="461592" y="1590389"/>
                  </a:lnTo>
                  <a:lnTo>
                    <a:pt x="462356" y="1590259"/>
                  </a:lnTo>
                  <a:lnTo>
                    <a:pt x="463104" y="1590106"/>
                  </a:lnTo>
                  <a:lnTo>
                    <a:pt x="463836" y="1589929"/>
                  </a:lnTo>
                  <a:lnTo>
                    <a:pt x="464554" y="1589728"/>
                  </a:lnTo>
                  <a:lnTo>
                    <a:pt x="465256" y="1589504"/>
                  </a:lnTo>
                  <a:lnTo>
                    <a:pt x="465940" y="1589253"/>
                  </a:lnTo>
                  <a:lnTo>
                    <a:pt x="466603" y="1588973"/>
                  </a:lnTo>
                  <a:lnTo>
                    <a:pt x="467246" y="1588664"/>
                  </a:lnTo>
                  <a:lnTo>
                    <a:pt x="467868" y="1588326"/>
                  </a:lnTo>
                  <a:lnTo>
                    <a:pt x="468468" y="1587958"/>
                  </a:lnTo>
                  <a:lnTo>
                    <a:pt x="469048" y="1587562"/>
                  </a:lnTo>
                  <a:lnTo>
                    <a:pt x="469607" y="1587136"/>
                  </a:lnTo>
                  <a:lnTo>
                    <a:pt x="470146" y="1586681"/>
                  </a:lnTo>
                  <a:lnTo>
                    <a:pt x="470663" y="1586197"/>
                  </a:lnTo>
                  <a:lnTo>
                    <a:pt x="471160" y="1585684"/>
                  </a:lnTo>
                  <a:lnTo>
                    <a:pt x="471635" y="1585154"/>
                  </a:lnTo>
                  <a:lnTo>
                    <a:pt x="472087" y="1584592"/>
                  </a:lnTo>
                  <a:lnTo>
                    <a:pt x="472518" y="1583998"/>
                  </a:lnTo>
                  <a:lnTo>
                    <a:pt x="472926" y="1583372"/>
                  </a:lnTo>
                  <a:lnTo>
                    <a:pt x="473313" y="1582715"/>
                  </a:lnTo>
                  <a:lnTo>
                    <a:pt x="473677" y="1582025"/>
                  </a:lnTo>
                  <a:lnTo>
                    <a:pt x="474018" y="1581303"/>
                  </a:lnTo>
                  <a:lnTo>
                    <a:pt x="474338" y="1580550"/>
                  </a:lnTo>
                  <a:lnTo>
                    <a:pt x="474635" y="1579764"/>
                  </a:lnTo>
                  <a:lnTo>
                    <a:pt x="474910" y="1578947"/>
                  </a:lnTo>
                  <a:lnTo>
                    <a:pt x="475161" y="1578095"/>
                  </a:lnTo>
                  <a:lnTo>
                    <a:pt x="475385" y="1577208"/>
                  </a:lnTo>
                  <a:lnTo>
                    <a:pt x="475583" y="1576284"/>
                  </a:lnTo>
                  <a:lnTo>
                    <a:pt x="475755" y="1575324"/>
                  </a:lnTo>
                  <a:lnTo>
                    <a:pt x="475900" y="1574328"/>
                  </a:lnTo>
                  <a:lnTo>
                    <a:pt x="476019" y="1573296"/>
                  </a:lnTo>
                  <a:lnTo>
                    <a:pt x="476111" y="1572228"/>
                  </a:lnTo>
                  <a:lnTo>
                    <a:pt x="476177" y="1571124"/>
                  </a:lnTo>
                  <a:lnTo>
                    <a:pt x="476216" y="1569983"/>
                  </a:lnTo>
                  <a:lnTo>
                    <a:pt x="476230" y="1568807"/>
                  </a:lnTo>
                  <a:lnTo>
                    <a:pt x="476230" y="1556722"/>
                  </a:lnTo>
                  <a:lnTo>
                    <a:pt x="476091" y="1556722"/>
                  </a:lnTo>
                  <a:lnTo>
                    <a:pt x="475806" y="1557289"/>
                  </a:lnTo>
                  <a:lnTo>
                    <a:pt x="475507" y="1557853"/>
                  </a:lnTo>
                  <a:lnTo>
                    <a:pt x="475195" y="1558412"/>
                  </a:lnTo>
                  <a:lnTo>
                    <a:pt x="474868" y="1558967"/>
                  </a:lnTo>
                  <a:lnTo>
                    <a:pt x="474528" y="1559517"/>
                  </a:lnTo>
                  <a:lnTo>
                    <a:pt x="474174" y="1560064"/>
                  </a:lnTo>
                  <a:lnTo>
                    <a:pt x="473806" y="1560606"/>
                  </a:lnTo>
                  <a:lnTo>
                    <a:pt x="473424" y="1561145"/>
                  </a:lnTo>
                  <a:lnTo>
                    <a:pt x="473028" y="1561679"/>
                  </a:lnTo>
                  <a:lnTo>
                    <a:pt x="472618" y="1562209"/>
                  </a:lnTo>
                  <a:lnTo>
                    <a:pt x="472206" y="1562717"/>
                  </a:lnTo>
                  <a:lnTo>
                    <a:pt x="471774" y="1563214"/>
                  </a:lnTo>
                  <a:lnTo>
                    <a:pt x="471322" y="1563700"/>
                  </a:lnTo>
                  <a:lnTo>
                    <a:pt x="470851" y="1564176"/>
                  </a:lnTo>
                  <a:lnTo>
                    <a:pt x="470361" y="1564640"/>
                  </a:lnTo>
                  <a:lnTo>
                    <a:pt x="469851" y="1565092"/>
                  </a:lnTo>
                  <a:lnTo>
                    <a:pt x="469322" y="1565534"/>
                  </a:lnTo>
                  <a:lnTo>
                    <a:pt x="468773" y="1565965"/>
                  </a:lnTo>
                  <a:lnTo>
                    <a:pt x="468205" y="1566384"/>
                  </a:lnTo>
                  <a:lnTo>
                    <a:pt x="467617" y="1566793"/>
                  </a:lnTo>
                  <a:lnTo>
                    <a:pt x="467024" y="1567188"/>
                  </a:lnTo>
                  <a:lnTo>
                    <a:pt x="466412" y="1567568"/>
                  </a:lnTo>
                  <a:lnTo>
                    <a:pt x="465780" y="1567932"/>
                  </a:lnTo>
                  <a:lnTo>
                    <a:pt x="465128" y="1568282"/>
                  </a:lnTo>
                  <a:lnTo>
                    <a:pt x="464457" y="1568616"/>
                  </a:lnTo>
                  <a:lnTo>
                    <a:pt x="463767" y="1568934"/>
                  </a:lnTo>
                  <a:lnTo>
                    <a:pt x="463057" y="1569238"/>
                  </a:lnTo>
                  <a:lnTo>
                    <a:pt x="462328" y="1569526"/>
                  </a:lnTo>
                  <a:lnTo>
                    <a:pt x="461579" y="1569799"/>
                  </a:lnTo>
                  <a:lnTo>
                    <a:pt x="460811" y="1570057"/>
                  </a:lnTo>
                  <a:lnTo>
                    <a:pt x="460022" y="1570281"/>
                  </a:lnTo>
                  <a:lnTo>
                    <a:pt x="459211" y="1570482"/>
                  </a:lnTo>
                  <a:lnTo>
                    <a:pt x="458377" y="1570659"/>
                  </a:lnTo>
                  <a:lnTo>
                    <a:pt x="457522" y="1570812"/>
                  </a:lnTo>
                  <a:lnTo>
                    <a:pt x="456644" y="1570942"/>
                  </a:lnTo>
                  <a:lnTo>
                    <a:pt x="455744" y="1571049"/>
                  </a:lnTo>
                  <a:lnTo>
                    <a:pt x="454821" y="1571131"/>
                  </a:lnTo>
                  <a:lnTo>
                    <a:pt x="453877" y="1571190"/>
                  </a:lnTo>
                  <a:lnTo>
                    <a:pt x="452910" y="1571226"/>
                  </a:lnTo>
                  <a:lnTo>
                    <a:pt x="451921" y="1571238"/>
                  </a:lnTo>
                  <a:lnTo>
                    <a:pt x="450510" y="1571214"/>
                  </a:lnTo>
                  <a:lnTo>
                    <a:pt x="449140" y="1571143"/>
                  </a:lnTo>
                  <a:lnTo>
                    <a:pt x="447810" y="1571025"/>
                  </a:lnTo>
                  <a:lnTo>
                    <a:pt x="446520" y="1570860"/>
                  </a:lnTo>
                  <a:lnTo>
                    <a:pt x="445271" y="1570647"/>
                  </a:lnTo>
                  <a:lnTo>
                    <a:pt x="444062" y="1570387"/>
                  </a:lnTo>
                  <a:lnTo>
                    <a:pt x="442893" y="1570080"/>
                  </a:lnTo>
                  <a:lnTo>
                    <a:pt x="441764" y="1569726"/>
                  </a:lnTo>
                  <a:lnTo>
                    <a:pt x="440676" y="1569325"/>
                  </a:lnTo>
                  <a:lnTo>
                    <a:pt x="439628" y="1568876"/>
                  </a:lnTo>
                  <a:lnTo>
                    <a:pt x="438632" y="1568366"/>
                  </a:lnTo>
                  <a:lnTo>
                    <a:pt x="437672" y="1567809"/>
                  </a:lnTo>
                  <a:lnTo>
                    <a:pt x="436748" y="1567205"/>
                  </a:lnTo>
                  <a:lnTo>
                    <a:pt x="435861" y="1566554"/>
                  </a:lnTo>
                  <a:lnTo>
                    <a:pt x="435009" y="1565855"/>
                  </a:lnTo>
                  <a:lnTo>
                    <a:pt x="434194" y="1565109"/>
                  </a:lnTo>
                  <a:lnTo>
                    <a:pt x="433415" y="1564316"/>
                  </a:lnTo>
                  <a:lnTo>
                    <a:pt x="432671" y="1563475"/>
                  </a:lnTo>
                  <a:lnTo>
                    <a:pt x="431964" y="1562588"/>
                  </a:lnTo>
                  <a:lnTo>
                    <a:pt x="431293" y="1561653"/>
                  </a:lnTo>
                  <a:lnTo>
                    <a:pt x="430671" y="1560672"/>
                  </a:lnTo>
                  <a:lnTo>
                    <a:pt x="430082" y="1559644"/>
                  </a:lnTo>
                  <a:lnTo>
                    <a:pt x="429527" y="1558571"/>
                  </a:lnTo>
                  <a:lnTo>
                    <a:pt x="429004" y="1557452"/>
                  </a:lnTo>
                  <a:lnTo>
                    <a:pt x="428515" y="1556288"/>
                  </a:lnTo>
                  <a:lnTo>
                    <a:pt x="428060" y="1555077"/>
                  </a:lnTo>
                  <a:lnTo>
                    <a:pt x="427637" y="1553821"/>
                  </a:lnTo>
                  <a:lnTo>
                    <a:pt x="427249" y="1552519"/>
                  </a:lnTo>
                  <a:lnTo>
                    <a:pt x="426893" y="1551170"/>
                  </a:lnTo>
                  <a:lnTo>
                    <a:pt x="426571" y="1549777"/>
                  </a:lnTo>
                  <a:lnTo>
                    <a:pt x="426294" y="1548324"/>
                  </a:lnTo>
                  <a:lnTo>
                    <a:pt x="426046" y="1546826"/>
                  </a:lnTo>
                  <a:lnTo>
                    <a:pt x="425827" y="1545284"/>
                  </a:lnTo>
                  <a:lnTo>
                    <a:pt x="425637" y="1543698"/>
                  </a:lnTo>
                  <a:lnTo>
                    <a:pt x="425477" y="1542067"/>
                  </a:lnTo>
                  <a:lnTo>
                    <a:pt x="425346" y="1540392"/>
                  </a:lnTo>
                  <a:lnTo>
                    <a:pt x="425243" y="1538672"/>
                  </a:lnTo>
                  <a:lnTo>
                    <a:pt x="425170" y="1536908"/>
                  </a:lnTo>
                  <a:lnTo>
                    <a:pt x="425127" y="1535100"/>
                  </a:lnTo>
                  <a:lnTo>
                    <a:pt x="425112" y="1533247"/>
                  </a:lnTo>
                  <a:lnTo>
                    <a:pt x="425127" y="1531459"/>
                  </a:lnTo>
                  <a:lnTo>
                    <a:pt x="425170" y="1529707"/>
                  </a:lnTo>
                  <a:lnTo>
                    <a:pt x="425243" y="1527992"/>
                  </a:lnTo>
                  <a:lnTo>
                    <a:pt x="425346" y="1526312"/>
                  </a:lnTo>
                  <a:lnTo>
                    <a:pt x="425477" y="1524669"/>
                  </a:lnTo>
                  <a:lnTo>
                    <a:pt x="425637" y="1523062"/>
                  </a:lnTo>
                  <a:lnTo>
                    <a:pt x="425827" y="1521491"/>
                  </a:lnTo>
                  <a:lnTo>
                    <a:pt x="426046" y="1519956"/>
                  </a:lnTo>
                  <a:lnTo>
                    <a:pt x="426294" y="1518457"/>
                  </a:lnTo>
                  <a:lnTo>
                    <a:pt x="426571" y="1516995"/>
                  </a:lnTo>
                  <a:lnTo>
                    <a:pt x="426894" y="1515572"/>
                  </a:lnTo>
                  <a:lnTo>
                    <a:pt x="427254" y="1514194"/>
                  </a:lnTo>
                  <a:lnTo>
                    <a:pt x="427650" y="1512861"/>
                  </a:lnTo>
                  <a:lnTo>
                    <a:pt x="428082" y="1511572"/>
                  </a:lnTo>
                  <a:lnTo>
                    <a:pt x="428550" y="1510327"/>
                  </a:lnTo>
                  <a:lnTo>
                    <a:pt x="429054" y="1509127"/>
                  </a:lnTo>
                  <a:lnTo>
                    <a:pt x="429595" y="1507971"/>
                  </a:lnTo>
                  <a:lnTo>
                    <a:pt x="430171" y="1506860"/>
                  </a:lnTo>
                  <a:lnTo>
                    <a:pt x="430784" y="1505793"/>
                  </a:lnTo>
                  <a:lnTo>
                    <a:pt x="431432" y="1504771"/>
                  </a:lnTo>
                  <a:lnTo>
                    <a:pt x="432132" y="1503781"/>
                  </a:lnTo>
                  <a:lnTo>
                    <a:pt x="432871" y="1502840"/>
                  </a:lnTo>
                  <a:lnTo>
                    <a:pt x="433649" y="1501948"/>
                  </a:lnTo>
                  <a:lnTo>
                    <a:pt x="434466" y="1501104"/>
                  </a:lnTo>
                  <a:lnTo>
                    <a:pt x="435322" y="1500309"/>
                  </a:lnTo>
                  <a:lnTo>
                    <a:pt x="436216" y="1499562"/>
                  </a:lnTo>
                  <a:lnTo>
                    <a:pt x="437150" y="1498864"/>
                  </a:lnTo>
                  <a:lnTo>
                    <a:pt x="438122" y="1498215"/>
                  </a:lnTo>
                  <a:lnTo>
                    <a:pt x="439133" y="1497614"/>
                  </a:lnTo>
                  <a:lnTo>
                    <a:pt x="440183" y="1497062"/>
                  </a:lnTo>
                  <a:lnTo>
                    <a:pt x="441290" y="1496547"/>
                  </a:lnTo>
                  <a:lnTo>
                    <a:pt x="442442" y="1496086"/>
                  </a:lnTo>
                  <a:lnTo>
                    <a:pt x="443640" y="1495680"/>
                  </a:lnTo>
                  <a:lnTo>
                    <a:pt x="444884" y="1495328"/>
                  </a:lnTo>
                  <a:lnTo>
                    <a:pt x="446174" y="1495030"/>
                  </a:lnTo>
                  <a:lnTo>
                    <a:pt x="447509" y="1494786"/>
                  </a:lnTo>
                  <a:lnTo>
                    <a:pt x="448891" y="1494597"/>
                  </a:lnTo>
                  <a:lnTo>
                    <a:pt x="450318" y="1494461"/>
                  </a:lnTo>
                  <a:lnTo>
                    <a:pt x="451791" y="1494380"/>
                  </a:lnTo>
                  <a:lnTo>
                    <a:pt x="453310" y="1494353"/>
                  </a:lnTo>
                  <a:lnTo>
                    <a:pt x="454886" y="1494390"/>
                  </a:lnTo>
                  <a:lnTo>
                    <a:pt x="456419" y="1494500"/>
                  </a:lnTo>
                  <a:lnTo>
                    <a:pt x="457909" y="1494684"/>
                  </a:lnTo>
                  <a:lnTo>
                    <a:pt x="459355" y="1494942"/>
                  </a:lnTo>
                  <a:lnTo>
                    <a:pt x="460759" y="1495273"/>
                  </a:lnTo>
                  <a:lnTo>
                    <a:pt x="462120" y="1495678"/>
                  </a:lnTo>
                  <a:lnTo>
                    <a:pt x="463437" y="1496157"/>
                  </a:lnTo>
                  <a:lnTo>
                    <a:pt x="464712" y="1496709"/>
                  </a:lnTo>
                  <a:lnTo>
                    <a:pt x="465943" y="1497335"/>
                  </a:lnTo>
                  <a:lnTo>
                    <a:pt x="467131" y="1498034"/>
                  </a:lnTo>
                  <a:lnTo>
                    <a:pt x="468285" y="1498788"/>
                  </a:lnTo>
                  <a:lnTo>
                    <a:pt x="469384" y="1499604"/>
                  </a:lnTo>
                  <a:lnTo>
                    <a:pt x="470430" y="1500482"/>
                  </a:lnTo>
                  <a:lnTo>
                    <a:pt x="471421" y="1501423"/>
                  </a:lnTo>
                  <a:lnTo>
                    <a:pt x="472358" y="1502427"/>
                  </a:lnTo>
                  <a:lnTo>
                    <a:pt x="473240" y="1503493"/>
                  </a:lnTo>
                  <a:lnTo>
                    <a:pt x="474069" y="1504622"/>
                  </a:lnTo>
                  <a:lnTo>
                    <a:pt x="474843" y="1505813"/>
                  </a:lnTo>
                  <a:lnTo>
                    <a:pt x="475564" y="1507066"/>
                  </a:lnTo>
                  <a:lnTo>
                    <a:pt x="476230" y="1508382"/>
                  </a:lnTo>
                  <a:lnTo>
                    <a:pt x="476369" y="1508382"/>
                  </a:lnTo>
                  <a:lnTo>
                    <a:pt x="476369" y="1508031"/>
                  </a:lnTo>
                  <a:lnTo>
                    <a:pt x="476371" y="1507671"/>
                  </a:lnTo>
                  <a:lnTo>
                    <a:pt x="476375" y="1507303"/>
                  </a:lnTo>
                  <a:lnTo>
                    <a:pt x="476380" y="1506927"/>
                  </a:lnTo>
                  <a:lnTo>
                    <a:pt x="476386" y="1506542"/>
                  </a:lnTo>
                  <a:lnTo>
                    <a:pt x="476394" y="1506149"/>
                  </a:lnTo>
                  <a:lnTo>
                    <a:pt x="476403" y="1505747"/>
                  </a:lnTo>
                  <a:lnTo>
                    <a:pt x="476413" y="1505338"/>
                  </a:lnTo>
                  <a:lnTo>
                    <a:pt x="476425" y="1504920"/>
                  </a:lnTo>
                  <a:lnTo>
                    <a:pt x="476438" y="1504493"/>
                  </a:lnTo>
                  <a:lnTo>
                    <a:pt x="476465" y="1504065"/>
                  </a:lnTo>
                  <a:lnTo>
                    <a:pt x="476491" y="1503643"/>
                  </a:lnTo>
                  <a:lnTo>
                    <a:pt x="476515" y="1503226"/>
                  </a:lnTo>
                  <a:lnTo>
                    <a:pt x="476538" y="1502815"/>
                  </a:lnTo>
                  <a:lnTo>
                    <a:pt x="476560" y="1502410"/>
                  </a:lnTo>
                  <a:lnTo>
                    <a:pt x="476580" y="1502009"/>
                  </a:lnTo>
                  <a:lnTo>
                    <a:pt x="476598" y="1501615"/>
                  </a:lnTo>
                  <a:lnTo>
                    <a:pt x="476616" y="1501226"/>
                  </a:lnTo>
                  <a:lnTo>
                    <a:pt x="476632" y="1500843"/>
                  </a:lnTo>
                  <a:lnTo>
                    <a:pt x="476646" y="1500465"/>
                  </a:lnTo>
                  <a:lnTo>
                    <a:pt x="476674" y="1500081"/>
                  </a:lnTo>
                  <a:lnTo>
                    <a:pt x="476702" y="1499709"/>
                  </a:lnTo>
                  <a:lnTo>
                    <a:pt x="476730" y="1499348"/>
                  </a:lnTo>
                  <a:lnTo>
                    <a:pt x="476758" y="1498998"/>
                  </a:lnTo>
                  <a:lnTo>
                    <a:pt x="476785" y="1498659"/>
                  </a:lnTo>
                  <a:lnTo>
                    <a:pt x="476813" y="1498331"/>
                  </a:lnTo>
                  <a:lnTo>
                    <a:pt x="476841" y="1498015"/>
                  </a:lnTo>
                  <a:lnTo>
                    <a:pt x="476869" y="1497709"/>
                  </a:lnTo>
                  <a:lnTo>
                    <a:pt x="476896" y="1497414"/>
                  </a:lnTo>
                  <a:lnTo>
                    <a:pt x="476924" y="1497131"/>
                  </a:lnTo>
                  <a:lnTo>
                    <a:pt x="476952" y="1496865"/>
                  </a:lnTo>
                  <a:lnTo>
                    <a:pt x="476980" y="1496623"/>
                  </a:lnTo>
                  <a:lnTo>
                    <a:pt x="477008" y="1496404"/>
                  </a:lnTo>
                  <a:lnTo>
                    <a:pt x="477035" y="1496209"/>
                  </a:lnTo>
                  <a:lnTo>
                    <a:pt x="477063" y="1496037"/>
                  </a:lnTo>
                  <a:lnTo>
                    <a:pt x="477202" y="1495534"/>
                  </a:lnTo>
                  <a:lnTo>
                    <a:pt x="489078" y="1495534"/>
                  </a:lnTo>
                  <a:lnTo>
                    <a:pt x="489065" y="1495668"/>
                  </a:lnTo>
                  <a:lnTo>
                    <a:pt x="489051" y="1495820"/>
                  </a:lnTo>
                  <a:lnTo>
                    <a:pt x="489037" y="1495990"/>
                  </a:lnTo>
                  <a:lnTo>
                    <a:pt x="489023" y="1496178"/>
                  </a:lnTo>
                  <a:lnTo>
                    <a:pt x="489009" y="1496384"/>
                  </a:lnTo>
                  <a:lnTo>
                    <a:pt x="488995" y="1496609"/>
                  </a:lnTo>
                  <a:lnTo>
                    <a:pt x="488981" y="1496851"/>
                  </a:lnTo>
                  <a:lnTo>
                    <a:pt x="488967" y="1497112"/>
                  </a:lnTo>
                  <a:lnTo>
                    <a:pt x="488953" y="1497390"/>
                  </a:lnTo>
                  <a:lnTo>
                    <a:pt x="488940" y="1497687"/>
                  </a:lnTo>
                  <a:lnTo>
                    <a:pt x="488926" y="1497985"/>
                  </a:lnTo>
                  <a:lnTo>
                    <a:pt x="488912" y="1498295"/>
                  </a:lnTo>
                  <a:lnTo>
                    <a:pt x="488898" y="1498618"/>
                  </a:lnTo>
                  <a:lnTo>
                    <a:pt x="488884" y="1498954"/>
                  </a:lnTo>
                  <a:lnTo>
                    <a:pt x="488870" y="1499301"/>
                  </a:lnTo>
                  <a:lnTo>
                    <a:pt x="488856" y="1499662"/>
                  </a:lnTo>
                  <a:lnTo>
                    <a:pt x="488842" y="1500035"/>
                  </a:lnTo>
                  <a:lnTo>
                    <a:pt x="488828" y="1500420"/>
                  </a:lnTo>
                  <a:lnTo>
                    <a:pt x="488815" y="1500818"/>
                  </a:lnTo>
                  <a:lnTo>
                    <a:pt x="488801" y="1501229"/>
                  </a:lnTo>
                  <a:lnTo>
                    <a:pt x="488787" y="1501650"/>
                  </a:lnTo>
                  <a:lnTo>
                    <a:pt x="488773" y="1502082"/>
                  </a:lnTo>
                  <a:lnTo>
                    <a:pt x="488759" y="1502523"/>
                  </a:lnTo>
                  <a:lnTo>
                    <a:pt x="488745" y="1502973"/>
                  </a:lnTo>
                  <a:lnTo>
                    <a:pt x="488731" y="1503434"/>
                  </a:lnTo>
                  <a:lnTo>
                    <a:pt x="488717" y="1503904"/>
                  </a:lnTo>
                  <a:lnTo>
                    <a:pt x="488703" y="1504384"/>
                  </a:lnTo>
                  <a:lnTo>
                    <a:pt x="488690" y="1504874"/>
                  </a:lnTo>
                  <a:lnTo>
                    <a:pt x="488676" y="1505373"/>
                  </a:lnTo>
                  <a:lnTo>
                    <a:pt x="488662" y="1505882"/>
                  </a:lnTo>
                  <a:lnTo>
                    <a:pt x="488662" y="1506384"/>
                  </a:lnTo>
                  <a:lnTo>
                    <a:pt x="488662" y="1506891"/>
                  </a:lnTo>
                  <a:lnTo>
                    <a:pt x="488662" y="1507401"/>
                  </a:lnTo>
                  <a:lnTo>
                    <a:pt x="488662" y="1507916"/>
                  </a:lnTo>
                  <a:lnTo>
                    <a:pt x="488662" y="1508435"/>
                  </a:lnTo>
                  <a:lnTo>
                    <a:pt x="488662" y="1508958"/>
                  </a:lnTo>
                  <a:lnTo>
                    <a:pt x="488662" y="1509485"/>
                  </a:lnTo>
                  <a:lnTo>
                    <a:pt x="488662" y="1510016"/>
                  </a:lnTo>
                  <a:lnTo>
                    <a:pt x="488662" y="1510551"/>
                  </a:lnTo>
                  <a:lnTo>
                    <a:pt x="488662" y="1511091"/>
                  </a:lnTo>
                  <a:lnTo>
                    <a:pt x="488662" y="1568529"/>
                  </a:lnTo>
                  <a:lnTo>
                    <a:pt x="488584" y="1571604"/>
                  </a:lnTo>
                  <a:lnTo>
                    <a:pt x="488351" y="1574521"/>
                  </a:lnTo>
                  <a:lnTo>
                    <a:pt x="487962" y="1577282"/>
                  </a:lnTo>
                  <a:lnTo>
                    <a:pt x="487417" y="1579886"/>
                  </a:lnTo>
                  <a:lnTo>
                    <a:pt x="486717" y="1582333"/>
                  </a:lnTo>
                  <a:lnTo>
                    <a:pt x="485861" y="1584623"/>
                  </a:lnTo>
                  <a:lnTo>
                    <a:pt x="484850" y="1586755"/>
                  </a:lnTo>
                  <a:lnTo>
                    <a:pt x="483683" y="1588731"/>
                  </a:lnTo>
                  <a:lnTo>
                    <a:pt x="482361" y="1590550"/>
                  </a:lnTo>
                  <a:lnTo>
                    <a:pt x="480883" y="1592212"/>
                  </a:lnTo>
                  <a:lnTo>
                    <a:pt x="479259" y="1593730"/>
                  </a:lnTo>
                  <a:lnTo>
                    <a:pt x="477469" y="1595088"/>
                  </a:lnTo>
                  <a:lnTo>
                    <a:pt x="475514" y="1596286"/>
                  </a:lnTo>
                  <a:lnTo>
                    <a:pt x="473393" y="1597324"/>
                  </a:lnTo>
                  <a:lnTo>
                    <a:pt x="471107" y="1598203"/>
                  </a:lnTo>
                  <a:lnTo>
                    <a:pt x="468656" y="1598922"/>
                  </a:lnTo>
                  <a:lnTo>
                    <a:pt x="466040" y="1599481"/>
                  </a:lnTo>
                  <a:lnTo>
                    <a:pt x="463259" y="1599880"/>
                  </a:lnTo>
                  <a:lnTo>
                    <a:pt x="460312" y="1600120"/>
                  </a:lnTo>
                  <a:close/>
                  <a:moveTo>
                    <a:pt x="476230" y="1533108"/>
                  </a:moveTo>
                  <a:lnTo>
                    <a:pt x="476212" y="1531561"/>
                  </a:lnTo>
                  <a:lnTo>
                    <a:pt x="476160" y="1530060"/>
                  </a:lnTo>
                  <a:lnTo>
                    <a:pt x="476073" y="1528605"/>
                  </a:lnTo>
                  <a:lnTo>
                    <a:pt x="475952" y="1527196"/>
                  </a:lnTo>
                  <a:lnTo>
                    <a:pt x="475796" y="1525833"/>
                  </a:lnTo>
                  <a:lnTo>
                    <a:pt x="475605" y="1524515"/>
                  </a:lnTo>
                  <a:lnTo>
                    <a:pt x="475379" y="1523243"/>
                  </a:lnTo>
                  <a:lnTo>
                    <a:pt x="475118" y="1522018"/>
                  </a:lnTo>
                  <a:lnTo>
                    <a:pt x="474823" y="1520837"/>
                  </a:lnTo>
                  <a:lnTo>
                    <a:pt x="474493" y="1519703"/>
                  </a:lnTo>
                  <a:lnTo>
                    <a:pt x="474149" y="1518599"/>
                  </a:lnTo>
                  <a:lnTo>
                    <a:pt x="473782" y="1517536"/>
                  </a:lnTo>
                  <a:lnTo>
                    <a:pt x="473393" y="1516515"/>
                  </a:lnTo>
                  <a:lnTo>
                    <a:pt x="472982" y="1515536"/>
                  </a:lnTo>
                  <a:lnTo>
                    <a:pt x="472549" y="1514599"/>
                  </a:lnTo>
                  <a:lnTo>
                    <a:pt x="472093" y="1513703"/>
                  </a:lnTo>
                  <a:lnTo>
                    <a:pt x="471615" y="1512848"/>
                  </a:lnTo>
                  <a:lnTo>
                    <a:pt x="471115" y="1512036"/>
                  </a:lnTo>
                  <a:lnTo>
                    <a:pt x="470593" y="1511265"/>
                  </a:lnTo>
                  <a:lnTo>
                    <a:pt x="470048" y="1510536"/>
                  </a:lnTo>
                  <a:lnTo>
                    <a:pt x="469484" y="1509846"/>
                  </a:lnTo>
                  <a:lnTo>
                    <a:pt x="468904" y="1509194"/>
                  </a:lnTo>
                  <a:lnTo>
                    <a:pt x="468306" y="1508579"/>
                  </a:lnTo>
                  <a:lnTo>
                    <a:pt x="467692" y="1508002"/>
                  </a:lnTo>
                  <a:lnTo>
                    <a:pt x="467062" y="1507462"/>
                  </a:lnTo>
                  <a:lnTo>
                    <a:pt x="466415" y="1506960"/>
                  </a:lnTo>
                  <a:lnTo>
                    <a:pt x="465751" y="1506495"/>
                  </a:lnTo>
                  <a:lnTo>
                    <a:pt x="465070" y="1506068"/>
                  </a:lnTo>
                  <a:lnTo>
                    <a:pt x="464373" y="1505679"/>
                  </a:lnTo>
                  <a:lnTo>
                    <a:pt x="463659" y="1505327"/>
                  </a:lnTo>
                  <a:lnTo>
                    <a:pt x="462948" y="1505010"/>
                  </a:lnTo>
                  <a:lnTo>
                    <a:pt x="462233" y="1504726"/>
                  </a:lnTo>
                  <a:lnTo>
                    <a:pt x="461515" y="1504476"/>
                  </a:lnTo>
                  <a:lnTo>
                    <a:pt x="460792" y="1504260"/>
                  </a:lnTo>
                  <a:lnTo>
                    <a:pt x="460064" y="1504076"/>
                  </a:lnTo>
                  <a:lnTo>
                    <a:pt x="459333" y="1503926"/>
                  </a:lnTo>
                  <a:lnTo>
                    <a:pt x="458598" y="1503810"/>
                  </a:lnTo>
                  <a:lnTo>
                    <a:pt x="457858" y="1503726"/>
                  </a:lnTo>
                  <a:lnTo>
                    <a:pt x="457114" y="1503676"/>
                  </a:lnTo>
                  <a:lnTo>
                    <a:pt x="456366" y="1503660"/>
                  </a:lnTo>
                  <a:lnTo>
                    <a:pt x="455421" y="1503676"/>
                  </a:lnTo>
                  <a:lnTo>
                    <a:pt x="454502" y="1503726"/>
                  </a:lnTo>
                  <a:lnTo>
                    <a:pt x="453609" y="1503810"/>
                  </a:lnTo>
                  <a:lnTo>
                    <a:pt x="452743" y="1503926"/>
                  </a:lnTo>
                  <a:lnTo>
                    <a:pt x="451904" y="1504076"/>
                  </a:lnTo>
                  <a:lnTo>
                    <a:pt x="451090" y="1504260"/>
                  </a:lnTo>
                  <a:lnTo>
                    <a:pt x="450303" y="1504476"/>
                  </a:lnTo>
                  <a:lnTo>
                    <a:pt x="449543" y="1504726"/>
                  </a:lnTo>
                  <a:lnTo>
                    <a:pt x="448809" y="1505010"/>
                  </a:lnTo>
                  <a:lnTo>
                    <a:pt x="448101" y="1505327"/>
                  </a:lnTo>
                  <a:lnTo>
                    <a:pt x="447432" y="1505679"/>
                  </a:lnTo>
                  <a:lnTo>
                    <a:pt x="446784" y="1506071"/>
                  </a:lnTo>
                  <a:lnTo>
                    <a:pt x="446159" y="1506502"/>
                  </a:lnTo>
                  <a:lnTo>
                    <a:pt x="445556" y="1506971"/>
                  </a:lnTo>
                  <a:lnTo>
                    <a:pt x="444976" y="1507480"/>
                  </a:lnTo>
                  <a:lnTo>
                    <a:pt x="444417" y="1508027"/>
                  </a:lnTo>
                  <a:lnTo>
                    <a:pt x="443881" y="1508613"/>
                  </a:lnTo>
                  <a:lnTo>
                    <a:pt x="443367" y="1509238"/>
                  </a:lnTo>
                  <a:lnTo>
                    <a:pt x="442875" y="1509902"/>
                  </a:lnTo>
                  <a:lnTo>
                    <a:pt x="442406" y="1510605"/>
                  </a:lnTo>
                  <a:lnTo>
                    <a:pt x="441973" y="1511334"/>
                  </a:lnTo>
                  <a:lnTo>
                    <a:pt x="441561" y="1512105"/>
                  </a:lnTo>
                  <a:lnTo>
                    <a:pt x="441172" y="1512918"/>
                  </a:lnTo>
                  <a:lnTo>
                    <a:pt x="440806" y="1513772"/>
                  </a:lnTo>
                  <a:lnTo>
                    <a:pt x="440461" y="1514668"/>
                  </a:lnTo>
                  <a:lnTo>
                    <a:pt x="440139" y="1515606"/>
                  </a:lnTo>
                  <a:lnTo>
                    <a:pt x="439839" y="1516585"/>
                  </a:lnTo>
                  <a:lnTo>
                    <a:pt x="439561" y="1517606"/>
                  </a:lnTo>
                  <a:lnTo>
                    <a:pt x="439306" y="1518668"/>
                  </a:lnTo>
                  <a:lnTo>
                    <a:pt x="439072" y="1519773"/>
                  </a:lnTo>
                  <a:lnTo>
                    <a:pt x="438874" y="1520906"/>
                  </a:lnTo>
                  <a:lnTo>
                    <a:pt x="438697" y="1522084"/>
                  </a:lnTo>
                  <a:lnTo>
                    <a:pt x="438541" y="1523307"/>
                  </a:lnTo>
                  <a:lnTo>
                    <a:pt x="438405" y="1524573"/>
                  </a:lnTo>
                  <a:lnTo>
                    <a:pt x="438291" y="1525885"/>
                  </a:lnTo>
                  <a:lnTo>
                    <a:pt x="438197" y="1527240"/>
                  </a:lnTo>
                  <a:lnTo>
                    <a:pt x="438124" y="1528641"/>
                  </a:lnTo>
                  <a:lnTo>
                    <a:pt x="438072" y="1530085"/>
                  </a:lnTo>
                  <a:lnTo>
                    <a:pt x="438041" y="1531574"/>
                  </a:lnTo>
                  <a:lnTo>
                    <a:pt x="438030" y="1533108"/>
                  </a:lnTo>
                  <a:lnTo>
                    <a:pt x="438041" y="1534707"/>
                  </a:lnTo>
                  <a:lnTo>
                    <a:pt x="438072" y="1536255"/>
                  </a:lnTo>
                  <a:lnTo>
                    <a:pt x="438124" y="1537752"/>
                  </a:lnTo>
                  <a:lnTo>
                    <a:pt x="438197" y="1539197"/>
                  </a:lnTo>
                  <a:lnTo>
                    <a:pt x="438291" y="1540591"/>
                  </a:lnTo>
                  <a:lnTo>
                    <a:pt x="438405" y="1541934"/>
                  </a:lnTo>
                  <a:lnTo>
                    <a:pt x="438541" y="1543225"/>
                  </a:lnTo>
                  <a:lnTo>
                    <a:pt x="438697" y="1544465"/>
                  </a:lnTo>
                  <a:lnTo>
                    <a:pt x="438874" y="1545653"/>
                  </a:lnTo>
                  <a:lnTo>
                    <a:pt x="439072" y="1546790"/>
                  </a:lnTo>
                  <a:lnTo>
                    <a:pt x="439306" y="1547867"/>
                  </a:lnTo>
                  <a:lnTo>
                    <a:pt x="439561" y="1548901"/>
                  </a:lnTo>
                  <a:lnTo>
                    <a:pt x="439839" y="1549895"/>
                  </a:lnTo>
                  <a:lnTo>
                    <a:pt x="440139" y="1550846"/>
                  </a:lnTo>
                  <a:lnTo>
                    <a:pt x="440461" y="1551756"/>
                  </a:lnTo>
                  <a:lnTo>
                    <a:pt x="440806" y="1552624"/>
                  </a:lnTo>
                  <a:lnTo>
                    <a:pt x="441172" y="1553451"/>
                  </a:lnTo>
                  <a:lnTo>
                    <a:pt x="441561" y="1554235"/>
                  </a:lnTo>
                  <a:lnTo>
                    <a:pt x="441973" y="1554979"/>
                  </a:lnTo>
                  <a:lnTo>
                    <a:pt x="442406" y="1555680"/>
                  </a:lnTo>
                  <a:lnTo>
                    <a:pt x="442862" y="1556341"/>
                  </a:lnTo>
                  <a:lnTo>
                    <a:pt x="443342" y="1556964"/>
                  </a:lnTo>
                  <a:lnTo>
                    <a:pt x="443846" y="1557547"/>
                  </a:lnTo>
                  <a:lnTo>
                    <a:pt x="444373" y="1558091"/>
                  </a:lnTo>
                  <a:lnTo>
                    <a:pt x="444924" y="1558597"/>
                  </a:lnTo>
                  <a:lnTo>
                    <a:pt x="445498" y="1559064"/>
                  </a:lnTo>
                  <a:lnTo>
                    <a:pt x="446096" y="1559492"/>
                  </a:lnTo>
                  <a:lnTo>
                    <a:pt x="446718" y="1559881"/>
                  </a:lnTo>
                  <a:lnTo>
                    <a:pt x="447363" y="1560231"/>
                  </a:lnTo>
                  <a:lnTo>
                    <a:pt x="448032" y="1560542"/>
                  </a:lnTo>
                  <a:lnTo>
                    <a:pt x="448726" y="1560819"/>
                  </a:lnTo>
                  <a:lnTo>
                    <a:pt x="449446" y="1561067"/>
                  </a:lnTo>
                  <a:lnTo>
                    <a:pt x="450192" y="1561286"/>
                  </a:lnTo>
                  <a:lnTo>
                    <a:pt x="450965" y="1561475"/>
                  </a:lnTo>
                  <a:lnTo>
                    <a:pt x="451765" y="1561636"/>
                  </a:lnTo>
                  <a:lnTo>
                    <a:pt x="452591" y="1561767"/>
                  </a:lnTo>
                  <a:lnTo>
                    <a:pt x="453443" y="1561869"/>
                  </a:lnTo>
                  <a:lnTo>
                    <a:pt x="454321" y="1561942"/>
                  </a:lnTo>
                  <a:lnTo>
                    <a:pt x="455226" y="1561986"/>
                  </a:lnTo>
                  <a:lnTo>
                    <a:pt x="456158" y="1562000"/>
                  </a:lnTo>
                  <a:lnTo>
                    <a:pt x="456906" y="1561984"/>
                  </a:lnTo>
                  <a:lnTo>
                    <a:pt x="457650" y="1561936"/>
                  </a:lnTo>
                  <a:lnTo>
                    <a:pt x="458389" y="1561857"/>
                  </a:lnTo>
                  <a:lnTo>
                    <a:pt x="459125" y="1561745"/>
                  </a:lnTo>
                  <a:lnTo>
                    <a:pt x="459856" y="1561601"/>
                  </a:lnTo>
                  <a:lnTo>
                    <a:pt x="460583" y="1561425"/>
                  </a:lnTo>
                  <a:lnTo>
                    <a:pt x="461306" y="1561218"/>
                  </a:lnTo>
                  <a:lnTo>
                    <a:pt x="462025" y="1560978"/>
                  </a:lnTo>
                  <a:lnTo>
                    <a:pt x="462740" y="1560706"/>
                  </a:lnTo>
                  <a:lnTo>
                    <a:pt x="463450" y="1560403"/>
                  </a:lnTo>
                  <a:lnTo>
                    <a:pt x="464165" y="1560065"/>
                  </a:lnTo>
                  <a:lnTo>
                    <a:pt x="464864" y="1559689"/>
                  </a:lnTo>
                  <a:lnTo>
                    <a:pt x="465548" y="1559276"/>
                  </a:lnTo>
                  <a:lnTo>
                    <a:pt x="466217" y="1558825"/>
                  </a:lnTo>
                  <a:lnTo>
                    <a:pt x="466871" y="1558337"/>
                  </a:lnTo>
                  <a:lnTo>
                    <a:pt x="467509" y="1557811"/>
                  </a:lnTo>
                  <a:lnTo>
                    <a:pt x="468132" y="1557248"/>
                  </a:lnTo>
                  <a:lnTo>
                    <a:pt x="468740" y="1556647"/>
                  </a:lnTo>
                  <a:lnTo>
                    <a:pt x="469332" y="1556009"/>
                  </a:lnTo>
                  <a:lnTo>
                    <a:pt x="469909" y="1555333"/>
                  </a:lnTo>
                  <a:lnTo>
                    <a:pt x="470468" y="1554618"/>
                  </a:lnTo>
                  <a:lnTo>
                    <a:pt x="471004" y="1553863"/>
                  </a:lnTo>
                  <a:lnTo>
                    <a:pt x="471518" y="1553068"/>
                  </a:lnTo>
                  <a:lnTo>
                    <a:pt x="472010" y="1552232"/>
                  </a:lnTo>
                  <a:lnTo>
                    <a:pt x="472479" y="1551357"/>
                  </a:lnTo>
                  <a:lnTo>
                    <a:pt x="472926" y="1550441"/>
                  </a:lnTo>
                  <a:lnTo>
                    <a:pt x="473352" y="1549484"/>
                  </a:lnTo>
                  <a:lnTo>
                    <a:pt x="473754" y="1548487"/>
                  </a:lnTo>
                  <a:lnTo>
                    <a:pt x="474135" y="1547451"/>
                  </a:lnTo>
                  <a:lnTo>
                    <a:pt x="474493" y="1546373"/>
                  </a:lnTo>
                  <a:lnTo>
                    <a:pt x="474823" y="1545253"/>
                  </a:lnTo>
                  <a:lnTo>
                    <a:pt x="475118" y="1544087"/>
                  </a:lnTo>
                  <a:lnTo>
                    <a:pt x="475379" y="1542875"/>
                  </a:lnTo>
                  <a:lnTo>
                    <a:pt x="475605" y="1541617"/>
                  </a:lnTo>
                  <a:lnTo>
                    <a:pt x="475796" y="1540314"/>
                  </a:lnTo>
                  <a:lnTo>
                    <a:pt x="475952" y="1538964"/>
                  </a:lnTo>
                  <a:lnTo>
                    <a:pt x="476073" y="1537569"/>
                  </a:lnTo>
                  <a:lnTo>
                    <a:pt x="476160" y="1536128"/>
                  </a:lnTo>
                  <a:lnTo>
                    <a:pt x="476212" y="1534641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h50"/>
            <p:cNvSpPr/>
            <p:nvPr/>
          </p:nvSpPr>
          <p:spPr>
            <a:xfrm>
              <a:off x="4500952" y="4169437"/>
              <a:ext cx="510817" cy="1636523"/>
            </a:xfrm>
            <a:custGeom>
              <a:avLst/>
              <a:pathLst>
                <a:path w="510817" h="1636523">
                  <a:moveTo>
                    <a:pt x="457200" y="1600200"/>
                  </a:moveTo>
                  <a:lnTo>
                    <a:pt x="457211" y="1601371"/>
                  </a:lnTo>
                  <a:lnTo>
                    <a:pt x="457247" y="1602525"/>
                  </a:lnTo>
                  <a:lnTo>
                    <a:pt x="457306" y="1603660"/>
                  </a:lnTo>
                  <a:lnTo>
                    <a:pt x="457388" y="1604778"/>
                  </a:lnTo>
                  <a:lnTo>
                    <a:pt x="457495" y="1605877"/>
                  </a:lnTo>
                  <a:lnTo>
                    <a:pt x="457625" y="1606959"/>
                  </a:lnTo>
                  <a:lnTo>
                    <a:pt x="457778" y="1608022"/>
                  </a:lnTo>
                  <a:lnTo>
                    <a:pt x="457955" y="1609067"/>
                  </a:lnTo>
                  <a:lnTo>
                    <a:pt x="458156" y="1610094"/>
                  </a:lnTo>
                  <a:lnTo>
                    <a:pt x="458380" y="1611104"/>
                  </a:lnTo>
                  <a:lnTo>
                    <a:pt x="458643" y="1612077"/>
                  </a:lnTo>
                  <a:lnTo>
                    <a:pt x="458930" y="1613023"/>
                  </a:lnTo>
                  <a:lnTo>
                    <a:pt x="459243" y="1613944"/>
                  </a:lnTo>
                  <a:lnTo>
                    <a:pt x="459580" y="1614837"/>
                  </a:lnTo>
                  <a:lnTo>
                    <a:pt x="459943" y="1615705"/>
                  </a:lnTo>
                  <a:lnTo>
                    <a:pt x="460330" y="1616546"/>
                  </a:lnTo>
                  <a:lnTo>
                    <a:pt x="460743" y="1617361"/>
                  </a:lnTo>
                  <a:lnTo>
                    <a:pt x="461181" y="1618149"/>
                  </a:lnTo>
                  <a:lnTo>
                    <a:pt x="461643" y="1618911"/>
                  </a:lnTo>
                  <a:lnTo>
                    <a:pt x="462131" y="1619646"/>
                  </a:lnTo>
                  <a:lnTo>
                    <a:pt x="462659" y="1620340"/>
                  </a:lnTo>
                  <a:lnTo>
                    <a:pt x="463214" y="1621002"/>
                  </a:lnTo>
                  <a:lnTo>
                    <a:pt x="463798" y="1621634"/>
                  </a:lnTo>
                  <a:lnTo>
                    <a:pt x="464409" y="1622236"/>
                  </a:lnTo>
                  <a:lnTo>
                    <a:pt x="465048" y="1622806"/>
                  </a:lnTo>
                  <a:lnTo>
                    <a:pt x="465714" y="1623347"/>
                  </a:lnTo>
                  <a:lnTo>
                    <a:pt x="466409" y="1623857"/>
                  </a:lnTo>
                  <a:lnTo>
                    <a:pt x="467131" y="1624336"/>
                  </a:lnTo>
                  <a:lnTo>
                    <a:pt x="467881" y="1624785"/>
                  </a:lnTo>
                  <a:lnTo>
                    <a:pt x="468659" y="1625203"/>
                  </a:lnTo>
                  <a:lnTo>
                    <a:pt x="469467" y="1625572"/>
                  </a:lnTo>
                  <a:lnTo>
                    <a:pt x="470307" y="1625903"/>
                  </a:lnTo>
                  <a:lnTo>
                    <a:pt x="471178" y="1626194"/>
                  </a:lnTo>
                  <a:lnTo>
                    <a:pt x="472082" y="1626447"/>
                  </a:lnTo>
                  <a:lnTo>
                    <a:pt x="473017" y="1626661"/>
                  </a:lnTo>
                  <a:lnTo>
                    <a:pt x="473985" y="1626836"/>
                  </a:lnTo>
                  <a:lnTo>
                    <a:pt x="474984" y="1626972"/>
                  </a:lnTo>
                  <a:lnTo>
                    <a:pt x="476016" y="1627070"/>
                  </a:lnTo>
                  <a:lnTo>
                    <a:pt x="477079" y="1627128"/>
                  </a:lnTo>
                  <a:lnTo>
                    <a:pt x="478174" y="1627147"/>
                  </a:lnTo>
                  <a:lnTo>
                    <a:pt x="479767" y="1627115"/>
                  </a:lnTo>
                  <a:lnTo>
                    <a:pt x="481294" y="1627017"/>
                  </a:lnTo>
                  <a:lnTo>
                    <a:pt x="482756" y="1626854"/>
                  </a:lnTo>
                  <a:lnTo>
                    <a:pt x="484153" y="1626625"/>
                  </a:lnTo>
                  <a:lnTo>
                    <a:pt x="485484" y="1626331"/>
                  </a:lnTo>
                  <a:lnTo>
                    <a:pt x="486750" y="1625972"/>
                  </a:lnTo>
                  <a:lnTo>
                    <a:pt x="487951" y="1625548"/>
                  </a:lnTo>
                  <a:lnTo>
                    <a:pt x="489087" y="1625058"/>
                  </a:lnTo>
                  <a:lnTo>
                    <a:pt x="490157" y="1624503"/>
                  </a:lnTo>
                  <a:lnTo>
                    <a:pt x="491162" y="1623883"/>
                  </a:lnTo>
                  <a:lnTo>
                    <a:pt x="492116" y="1623213"/>
                  </a:lnTo>
                  <a:lnTo>
                    <a:pt x="493007" y="1622508"/>
                  </a:lnTo>
                  <a:lnTo>
                    <a:pt x="493833" y="1621768"/>
                  </a:lnTo>
                  <a:lnTo>
                    <a:pt x="494596" y="1620994"/>
                  </a:lnTo>
                  <a:lnTo>
                    <a:pt x="495295" y="1620185"/>
                  </a:lnTo>
                  <a:lnTo>
                    <a:pt x="495929" y="1619341"/>
                  </a:lnTo>
                  <a:lnTo>
                    <a:pt x="496500" y="1618462"/>
                  </a:lnTo>
                  <a:lnTo>
                    <a:pt x="497007" y="1617549"/>
                  </a:lnTo>
                  <a:lnTo>
                    <a:pt x="497450" y="1616601"/>
                  </a:lnTo>
                  <a:lnTo>
                    <a:pt x="497830" y="1615618"/>
                  </a:lnTo>
                  <a:lnTo>
                    <a:pt x="508803" y="1618743"/>
                  </a:lnTo>
                  <a:lnTo>
                    <a:pt x="508557" y="1619369"/>
                  </a:lnTo>
                  <a:lnTo>
                    <a:pt x="508292" y="1619996"/>
                  </a:lnTo>
                  <a:lnTo>
                    <a:pt x="508007" y="1620625"/>
                  </a:lnTo>
                  <a:lnTo>
                    <a:pt x="507703" y="1621255"/>
                  </a:lnTo>
                  <a:lnTo>
                    <a:pt x="507379" y="1621886"/>
                  </a:lnTo>
                  <a:lnTo>
                    <a:pt x="507036" y="1622519"/>
                  </a:lnTo>
                  <a:lnTo>
                    <a:pt x="506674" y="1623153"/>
                  </a:lnTo>
                  <a:lnTo>
                    <a:pt x="506292" y="1623789"/>
                  </a:lnTo>
                  <a:lnTo>
                    <a:pt x="505890" y="1624425"/>
                  </a:lnTo>
                  <a:lnTo>
                    <a:pt x="505469" y="1625064"/>
                  </a:lnTo>
                  <a:lnTo>
                    <a:pt x="505038" y="1625683"/>
                  </a:lnTo>
                  <a:lnTo>
                    <a:pt x="504578" y="1626292"/>
                  </a:lnTo>
                  <a:lnTo>
                    <a:pt x="504088" y="1626889"/>
                  </a:lnTo>
                  <a:lnTo>
                    <a:pt x="503569" y="1627475"/>
                  </a:lnTo>
                  <a:lnTo>
                    <a:pt x="503021" y="1628050"/>
                  </a:lnTo>
                  <a:lnTo>
                    <a:pt x="502444" y="1628614"/>
                  </a:lnTo>
                  <a:lnTo>
                    <a:pt x="501838" y="1629167"/>
                  </a:lnTo>
                  <a:lnTo>
                    <a:pt x="501202" y="1629709"/>
                  </a:lnTo>
                  <a:lnTo>
                    <a:pt x="500538" y="1630239"/>
                  </a:lnTo>
                  <a:lnTo>
                    <a:pt x="499844" y="1630759"/>
                  </a:lnTo>
                  <a:lnTo>
                    <a:pt x="499117" y="1631251"/>
                  </a:lnTo>
                  <a:lnTo>
                    <a:pt x="498355" y="1631726"/>
                  </a:lnTo>
                  <a:lnTo>
                    <a:pt x="497556" y="1632184"/>
                  </a:lnTo>
                  <a:lnTo>
                    <a:pt x="496721" y="1632626"/>
                  </a:lnTo>
                  <a:lnTo>
                    <a:pt x="495850" y="1633051"/>
                  </a:lnTo>
                  <a:lnTo>
                    <a:pt x="494943" y="1633459"/>
                  </a:lnTo>
                  <a:lnTo>
                    <a:pt x="494000" y="1633851"/>
                  </a:lnTo>
                  <a:lnTo>
                    <a:pt x="493021" y="1634226"/>
                  </a:lnTo>
                  <a:lnTo>
                    <a:pt x="492005" y="1634584"/>
                  </a:lnTo>
                  <a:lnTo>
                    <a:pt x="490954" y="1634926"/>
                  </a:lnTo>
                  <a:lnTo>
                    <a:pt x="489876" y="1635230"/>
                  </a:lnTo>
                  <a:lnTo>
                    <a:pt x="488753" y="1635501"/>
                  </a:lnTo>
                  <a:lnTo>
                    <a:pt x="487587" y="1635741"/>
                  </a:lnTo>
                  <a:lnTo>
                    <a:pt x="486375" y="1635948"/>
                  </a:lnTo>
                  <a:lnTo>
                    <a:pt x="485120" y="1636124"/>
                  </a:lnTo>
                  <a:lnTo>
                    <a:pt x="483819" y="1636268"/>
                  </a:lnTo>
                  <a:lnTo>
                    <a:pt x="482475" y="1636380"/>
                  </a:lnTo>
                  <a:lnTo>
                    <a:pt x="481086" y="1636460"/>
                  </a:lnTo>
                  <a:lnTo>
                    <a:pt x="479652" y="1636508"/>
                  </a:lnTo>
                  <a:lnTo>
                    <a:pt x="478174" y="1636523"/>
                  </a:lnTo>
                  <a:lnTo>
                    <a:pt x="474920" y="1636424"/>
                  </a:lnTo>
                  <a:lnTo>
                    <a:pt x="471824" y="1636126"/>
                  </a:lnTo>
                  <a:lnTo>
                    <a:pt x="468886" y="1635630"/>
                  </a:lnTo>
                  <a:lnTo>
                    <a:pt x="466106" y="1634934"/>
                  </a:lnTo>
                  <a:lnTo>
                    <a:pt x="463485" y="1634041"/>
                  </a:lnTo>
                  <a:lnTo>
                    <a:pt x="461022" y="1632948"/>
                  </a:lnTo>
                  <a:lnTo>
                    <a:pt x="458718" y="1631657"/>
                  </a:lnTo>
                  <a:lnTo>
                    <a:pt x="456572" y="1630167"/>
                  </a:lnTo>
                  <a:lnTo>
                    <a:pt x="454584" y="1628479"/>
                  </a:lnTo>
                  <a:lnTo>
                    <a:pt x="452755" y="1626592"/>
                  </a:lnTo>
                  <a:lnTo>
                    <a:pt x="451105" y="1624509"/>
                  </a:lnTo>
                  <a:lnTo>
                    <a:pt x="449629" y="1622233"/>
                  </a:lnTo>
                  <a:lnTo>
                    <a:pt x="448327" y="1619764"/>
                  </a:lnTo>
                  <a:lnTo>
                    <a:pt x="447198" y="1617102"/>
                  </a:lnTo>
                  <a:lnTo>
                    <a:pt x="446243" y="1614246"/>
                  </a:lnTo>
                  <a:lnTo>
                    <a:pt x="445462" y="1611198"/>
                  </a:lnTo>
                  <a:lnTo>
                    <a:pt x="444854" y="1607957"/>
                  </a:lnTo>
                  <a:lnTo>
                    <a:pt x="444420" y="1604522"/>
                  </a:lnTo>
                  <a:lnTo>
                    <a:pt x="444160" y="1600895"/>
                  </a:lnTo>
                  <a:lnTo>
                    <a:pt x="444073" y="1597074"/>
                  </a:lnTo>
                  <a:lnTo>
                    <a:pt x="444099" y="1594995"/>
                  </a:lnTo>
                  <a:lnTo>
                    <a:pt x="444178" y="1592982"/>
                  </a:lnTo>
                  <a:lnTo>
                    <a:pt x="444310" y="1591034"/>
                  </a:lnTo>
                  <a:lnTo>
                    <a:pt x="444495" y="1589151"/>
                  </a:lnTo>
                  <a:lnTo>
                    <a:pt x="444733" y="1587333"/>
                  </a:lnTo>
                  <a:lnTo>
                    <a:pt x="445023" y="1585581"/>
                  </a:lnTo>
                  <a:lnTo>
                    <a:pt x="445366" y="1583894"/>
                  </a:lnTo>
                  <a:lnTo>
                    <a:pt x="445762" y="1582272"/>
                  </a:lnTo>
                  <a:lnTo>
                    <a:pt x="446211" y="1580716"/>
                  </a:lnTo>
                  <a:lnTo>
                    <a:pt x="446712" y="1579225"/>
                  </a:lnTo>
                  <a:lnTo>
                    <a:pt x="447259" y="1577780"/>
                  </a:lnTo>
                  <a:lnTo>
                    <a:pt x="447846" y="1576391"/>
                  </a:lnTo>
                  <a:lnTo>
                    <a:pt x="448471" y="1575057"/>
                  </a:lnTo>
                  <a:lnTo>
                    <a:pt x="449135" y="1573780"/>
                  </a:lnTo>
                  <a:lnTo>
                    <a:pt x="449837" y="1572557"/>
                  </a:lnTo>
                  <a:lnTo>
                    <a:pt x="450579" y="1571390"/>
                  </a:lnTo>
                  <a:lnTo>
                    <a:pt x="451360" y="1570279"/>
                  </a:lnTo>
                  <a:lnTo>
                    <a:pt x="452179" y="1569223"/>
                  </a:lnTo>
                  <a:lnTo>
                    <a:pt x="453038" y="1568223"/>
                  </a:lnTo>
                  <a:lnTo>
                    <a:pt x="453935" y="1567279"/>
                  </a:lnTo>
                  <a:lnTo>
                    <a:pt x="454867" y="1566388"/>
                  </a:lnTo>
                  <a:lnTo>
                    <a:pt x="455830" y="1565548"/>
                  </a:lnTo>
                  <a:lnTo>
                    <a:pt x="456823" y="1564760"/>
                  </a:lnTo>
                  <a:lnTo>
                    <a:pt x="457847" y="1564023"/>
                  </a:lnTo>
                  <a:lnTo>
                    <a:pt x="458901" y="1563337"/>
                  </a:lnTo>
                  <a:lnTo>
                    <a:pt x="459986" y="1562703"/>
                  </a:lnTo>
                  <a:lnTo>
                    <a:pt x="461101" y="1562120"/>
                  </a:lnTo>
                  <a:lnTo>
                    <a:pt x="462247" y="1561589"/>
                  </a:lnTo>
                  <a:lnTo>
                    <a:pt x="463424" y="1561109"/>
                  </a:lnTo>
                  <a:lnTo>
                    <a:pt x="464631" y="1560681"/>
                  </a:lnTo>
                  <a:lnTo>
                    <a:pt x="465862" y="1560285"/>
                  </a:lnTo>
                  <a:lnTo>
                    <a:pt x="467109" y="1559931"/>
                  </a:lnTo>
                  <a:lnTo>
                    <a:pt x="468373" y="1559618"/>
                  </a:lnTo>
                  <a:lnTo>
                    <a:pt x="469654" y="1559347"/>
                  </a:lnTo>
                  <a:lnTo>
                    <a:pt x="470951" y="1559118"/>
                  </a:lnTo>
                  <a:lnTo>
                    <a:pt x="472265" y="1558930"/>
                  </a:lnTo>
                  <a:lnTo>
                    <a:pt x="473596" y="1558785"/>
                  </a:lnTo>
                  <a:lnTo>
                    <a:pt x="474943" y="1558680"/>
                  </a:lnTo>
                  <a:lnTo>
                    <a:pt x="476307" y="1558618"/>
                  </a:lnTo>
                  <a:lnTo>
                    <a:pt x="477688" y="1558597"/>
                  </a:lnTo>
                  <a:lnTo>
                    <a:pt x="479546" y="1558628"/>
                  </a:lnTo>
                  <a:lnTo>
                    <a:pt x="481341" y="1558719"/>
                  </a:lnTo>
                  <a:lnTo>
                    <a:pt x="483074" y="1558872"/>
                  </a:lnTo>
                  <a:lnTo>
                    <a:pt x="484745" y="1559086"/>
                  </a:lnTo>
                  <a:lnTo>
                    <a:pt x="486352" y="1559361"/>
                  </a:lnTo>
                  <a:lnTo>
                    <a:pt x="487898" y="1559697"/>
                  </a:lnTo>
                  <a:lnTo>
                    <a:pt x="489381" y="1560094"/>
                  </a:lnTo>
                  <a:lnTo>
                    <a:pt x="490801" y="1560553"/>
                  </a:lnTo>
                  <a:lnTo>
                    <a:pt x="492159" y="1561072"/>
                  </a:lnTo>
                  <a:lnTo>
                    <a:pt x="493454" y="1561653"/>
                  </a:lnTo>
                  <a:lnTo>
                    <a:pt x="494706" y="1562288"/>
                  </a:lnTo>
                  <a:lnTo>
                    <a:pt x="495907" y="1562970"/>
                  </a:lnTo>
                  <a:lnTo>
                    <a:pt x="497057" y="1563699"/>
                  </a:lnTo>
                  <a:lnTo>
                    <a:pt x="498155" y="1564476"/>
                  </a:lnTo>
                  <a:lnTo>
                    <a:pt x="499201" y="1565299"/>
                  </a:lnTo>
                  <a:lnTo>
                    <a:pt x="500197" y="1566170"/>
                  </a:lnTo>
                  <a:lnTo>
                    <a:pt x="501140" y="1567088"/>
                  </a:lnTo>
                  <a:lnTo>
                    <a:pt x="502033" y="1568054"/>
                  </a:lnTo>
                  <a:lnTo>
                    <a:pt x="502874" y="1569066"/>
                  </a:lnTo>
                  <a:lnTo>
                    <a:pt x="503664" y="1570126"/>
                  </a:lnTo>
                  <a:lnTo>
                    <a:pt x="504419" y="1571215"/>
                  </a:lnTo>
                  <a:lnTo>
                    <a:pt x="505128" y="1572343"/>
                  </a:lnTo>
                  <a:lnTo>
                    <a:pt x="505791" y="1573510"/>
                  </a:lnTo>
                  <a:lnTo>
                    <a:pt x="506408" y="1574716"/>
                  </a:lnTo>
                  <a:lnTo>
                    <a:pt x="506980" y="1575960"/>
                  </a:lnTo>
                  <a:lnTo>
                    <a:pt x="507506" y="1577244"/>
                  </a:lnTo>
                  <a:lnTo>
                    <a:pt x="507986" y="1578566"/>
                  </a:lnTo>
                  <a:lnTo>
                    <a:pt x="508420" y="1579928"/>
                  </a:lnTo>
                  <a:lnTo>
                    <a:pt x="508808" y="1581328"/>
                  </a:lnTo>
                  <a:lnTo>
                    <a:pt x="509150" y="1582767"/>
                  </a:lnTo>
                  <a:lnTo>
                    <a:pt x="509467" y="1584237"/>
                  </a:lnTo>
                  <a:lnTo>
                    <a:pt x="509751" y="1585731"/>
                  </a:lnTo>
                  <a:lnTo>
                    <a:pt x="510001" y="1587249"/>
                  </a:lnTo>
                  <a:lnTo>
                    <a:pt x="510217" y="1588790"/>
                  </a:lnTo>
                  <a:lnTo>
                    <a:pt x="510401" y="1590355"/>
                  </a:lnTo>
                  <a:lnTo>
                    <a:pt x="510551" y="1591943"/>
                  </a:lnTo>
                  <a:lnTo>
                    <a:pt x="510667" y="1593555"/>
                  </a:lnTo>
                  <a:lnTo>
                    <a:pt x="510751" y="1595191"/>
                  </a:lnTo>
                  <a:lnTo>
                    <a:pt x="510801" y="1596850"/>
                  </a:lnTo>
                  <a:lnTo>
                    <a:pt x="510817" y="1598533"/>
                  </a:lnTo>
                  <a:lnTo>
                    <a:pt x="510817" y="1600200"/>
                  </a:lnTo>
                  <a:close/>
                  <a:moveTo>
                    <a:pt x="497899" y="1590615"/>
                  </a:moveTo>
                  <a:lnTo>
                    <a:pt x="497651" y="1588304"/>
                  </a:lnTo>
                  <a:lnTo>
                    <a:pt x="497324" y="1586123"/>
                  </a:lnTo>
                  <a:lnTo>
                    <a:pt x="496918" y="1584070"/>
                  </a:lnTo>
                  <a:lnTo>
                    <a:pt x="496432" y="1582147"/>
                  </a:lnTo>
                  <a:lnTo>
                    <a:pt x="495868" y="1580353"/>
                  </a:lnTo>
                  <a:lnTo>
                    <a:pt x="495224" y="1578688"/>
                  </a:lnTo>
                  <a:lnTo>
                    <a:pt x="494501" y="1577153"/>
                  </a:lnTo>
                  <a:lnTo>
                    <a:pt x="493699" y="1575746"/>
                  </a:lnTo>
                  <a:lnTo>
                    <a:pt x="492817" y="1574469"/>
                  </a:lnTo>
                  <a:lnTo>
                    <a:pt x="491857" y="1573321"/>
                  </a:lnTo>
                  <a:lnTo>
                    <a:pt x="490813" y="1572279"/>
                  </a:lnTo>
                  <a:lnTo>
                    <a:pt x="489681" y="1571346"/>
                  </a:lnTo>
                  <a:lnTo>
                    <a:pt x="488462" y="1570523"/>
                  </a:lnTo>
                  <a:lnTo>
                    <a:pt x="487156" y="1569810"/>
                  </a:lnTo>
                  <a:lnTo>
                    <a:pt x="485762" y="1569206"/>
                  </a:lnTo>
                  <a:lnTo>
                    <a:pt x="484281" y="1568712"/>
                  </a:lnTo>
                  <a:lnTo>
                    <a:pt x="482712" y="1568328"/>
                  </a:lnTo>
                  <a:lnTo>
                    <a:pt x="481055" y="1568054"/>
                  </a:lnTo>
                  <a:lnTo>
                    <a:pt x="479311" y="1567889"/>
                  </a:lnTo>
                  <a:lnTo>
                    <a:pt x="477480" y="1567834"/>
                  </a:lnTo>
                  <a:lnTo>
                    <a:pt x="476851" y="1567845"/>
                  </a:lnTo>
                  <a:lnTo>
                    <a:pt x="476216" y="1567876"/>
                  </a:lnTo>
                  <a:lnTo>
                    <a:pt x="475573" y="1567928"/>
                  </a:lnTo>
                  <a:lnTo>
                    <a:pt x="474924" y="1568001"/>
                  </a:lnTo>
                  <a:lnTo>
                    <a:pt x="474268" y="1568095"/>
                  </a:lnTo>
                  <a:lnTo>
                    <a:pt x="473604" y="1568209"/>
                  </a:lnTo>
                  <a:lnTo>
                    <a:pt x="472934" y="1568345"/>
                  </a:lnTo>
                  <a:lnTo>
                    <a:pt x="472257" y="1568501"/>
                  </a:lnTo>
                  <a:lnTo>
                    <a:pt x="471573" y="1568678"/>
                  </a:lnTo>
                  <a:lnTo>
                    <a:pt x="470882" y="1568876"/>
                  </a:lnTo>
                  <a:lnTo>
                    <a:pt x="470206" y="1569087"/>
                  </a:lnTo>
                  <a:lnTo>
                    <a:pt x="469540" y="1569329"/>
                  </a:lnTo>
                  <a:lnTo>
                    <a:pt x="468884" y="1569603"/>
                  </a:lnTo>
                  <a:lnTo>
                    <a:pt x="468237" y="1569910"/>
                  </a:lnTo>
                  <a:lnTo>
                    <a:pt x="467600" y="1570248"/>
                  </a:lnTo>
                  <a:lnTo>
                    <a:pt x="466973" y="1570618"/>
                  </a:lnTo>
                  <a:lnTo>
                    <a:pt x="466356" y="1571020"/>
                  </a:lnTo>
                  <a:lnTo>
                    <a:pt x="465748" y="1571454"/>
                  </a:lnTo>
                  <a:lnTo>
                    <a:pt x="465150" y="1571920"/>
                  </a:lnTo>
                  <a:lnTo>
                    <a:pt x="464562" y="1572418"/>
                  </a:lnTo>
                  <a:lnTo>
                    <a:pt x="463987" y="1572951"/>
                  </a:lnTo>
                  <a:lnTo>
                    <a:pt x="463431" y="1573521"/>
                  </a:lnTo>
                  <a:lnTo>
                    <a:pt x="462893" y="1574129"/>
                  </a:lnTo>
                  <a:lnTo>
                    <a:pt x="462372" y="1574774"/>
                  </a:lnTo>
                  <a:lnTo>
                    <a:pt x="461870" y="1575457"/>
                  </a:lnTo>
                  <a:lnTo>
                    <a:pt x="461386" y="1576177"/>
                  </a:lnTo>
                  <a:lnTo>
                    <a:pt x="460920" y="1576935"/>
                  </a:lnTo>
                  <a:lnTo>
                    <a:pt x="460472" y="1577730"/>
                  </a:lnTo>
                  <a:lnTo>
                    <a:pt x="460042" y="1578563"/>
                  </a:lnTo>
                  <a:lnTo>
                    <a:pt x="459630" y="1579433"/>
                  </a:lnTo>
                  <a:lnTo>
                    <a:pt x="459245" y="1580332"/>
                  </a:lnTo>
                  <a:lnTo>
                    <a:pt x="458894" y="1581280"/>
                  </a:lnTo>
                  <a:lnTo>
                    <a:pt x="458578" y="1582277"/>
                  </a:lnTo>
                  <a:lnTo>
                    <a:pt x="458297" y="1583322"/>
                  </a:lnTo>
                  <a:lnTo>
                    <a:pt x="458050" y="1584416"/>
                  </a:lnTo>
                  <a:lnTo>
                    <a:pt x="457838" y="1585559"/>
                  </a:lnTo>
                  <a:lnTo>
                    <a:pt x="457661" y="1586750"/>
                  </a:lnTo>
                  <a:lnTo>
                    <a:pt x="457519" y="1587990"/>
                  </a:lnTo>
                  <a:lnTo>
                    <a:pt x="457411" y="1589278"/>
                  </a:lnTo>
                  <a:lnTo>
                    <a:pt x="457338" y="1590615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h51"/>
            <p:cNvSpPr/>
            <p:nvPr/>
          </p:nvSpPr>
          <p:spPr>
            <a:xfrm>
              <a:off x="6573950" y="4154991"/>
              <a:ext cx="550058" cy="1650970"/>
            </a:xfrm>
            <a:custGeom>
              <a:avLst/>
              <a:pathLst>
                <a:path w="550058" h="1650970">
                  <a:moveTo>
                    <a:pt x="457200" y="1600200"/>
                  </a:moveTo>
                  <a:lnTo>
                    <a:pt x="457230" y="1597930"/>
                  </a:lnTo>
                  <a:lnTo>
                    <a:pt x="457322" y="1595704"/>
                  </a:lnTo>
                  <a:lnTo>
                    <a:pt x="457475" y="1593524"/>
                  </a:lnTo>
                  <a:lnTo>
                    <a:pt x="457688" y="1591387"/>
                  </a:lnTo>
                  <a:lnTo>
                    <a:pt x="457963" y="1589295"/>
                  </a:lnTo>
                  <a:lnTo>
                    <a:pt x="458300" y="1587248"/>
                  </a:lnTo>
                  <a:lnTo>
                    <a:pt x="458697" y="1585245"/>
                  </a:lnTo>
                  <a:lnTo>
                    <a:pt x="459155" y="1583286"/>
                  </a:lnTo>
                  <a:lnTo>
                    <a:pt x="459675" y="1581372"/>
                  </a:lnTo>
                  <a:lnTo>
                    <a:pt x="460255" y="1579502"/>
                  </a:lnTo>
                  <a:lnTo>
                    <a:pt x="460910" y="1577683"/>
                  </a:lnTo>
                  <a:lnTo>
                    <a:pt x="461625" y="1575919"/>
                  </a:lnTo>
                  <a:lnTo>
                    <a:pt x="462399" y="1574210"/>
                  </a:lnTo>
                  <a:lnTo>
                    <a:pt x="463234" y="1572557"/>
                  </a:lnTo>
                  <a:lnTo>
                    <a:pt x="464127" y="1570960"/>
                  </a:lnTo>
                  <a:lnTo>
                    <a:pt x="465081" y="1569418"/>
                  </a:lnTo>
                  <a:lnTo>
                    <a:pt x="466094" y="1567932"/>
                  </a:lnTo>
                  <a:lnTo>
                    <a:pt x="467167" y="1566501"/>
                  </a:lnTo>
                  <a:lnTo>
                    <a:pt x="468300" y="1565126"/>
                  </a:lnTo>
                  <a:lnTo>
                    <a:pt x="469493" y="1563806"/>
                  </a:lnTo>
                  <a:lnTo>
                    <a:pt x="470758" y="1562531"/>
                  </a:lnTo>
                  <a:lnTo>
                    <a:pt x="472082" y="1561317"/>
                  </a:lnTo>
                  <a:lnTo>
                    <a:pt x="473464" y="1560164"/>
                  </a:lnTo>
                  <a:lnTo>
                    <a:pt x="474904" y="1559072"/>
                  </a:lnTo>
                  <a:lnTo>
                    <a:pt x="476403" y="1558041"/>
                  </a:lnTo>
                  <a:lnTo>
                    <a:pt x="477960" y="1557072"/>
                  </a:lnTo>
                  <a:lnTo>
                    <a:pt x="479576" y="1556163"/>
                  </a:lnTo>
                  <a:lnTo>
                    <a:pt x="481250" y="1555316"/>
                  </a:lnTo>
                  <a:lnTo>
                    <a:pt x="482982" y="1554530"/>
                  </a:lnTo>
                  <a:lnTo>
                    <a:pt x="484772" y="1553805"/>
                  </a:lnTo>
                  <a:lnTo>
                    <a:pt x="486621" y="1553132"/>
                  </a:lnTo>
                  <a:lnTo>
                    <a:pt x="488528" y="1552530"/>
                  </a:lnTo>
                  <a:lnTo>
                    <a:pt x="490494" y="1551998"/>
                  </a:lnTo>
                  <a:lnTo>
                    <a:pt x="492518" y="1551538"/>
                  </a:lnTo>
                  <a:lnTo>
                    <a:pt x="494600" y="1551148"/>
                  </a:lnTo>
                  <a:lnTo>
                    <a:pt x="496741" y="1550829"/>
                  </a:lnTo>
                  <a:lnTo>
                    <a:pt x="498939" y="1550581"/>
                  </a:lnTo>
                  <a:lnTo>
                    <a:pt x="501197" y="1550404"/>
                  </a:lnTo>
                  <a:lnTo>
                    <a:pt x="503512" y="1550298"/>
                  </a:lnTo>
                  <a:lnTo>
                    <a:pt x="505886" y="1550263"/>
                  </a:lnTo>
                  <a:lnTo>
                    <a:pt x="507670" y="1550279"/>
                  </a:lnTo>
                  <a:lnTo>
                    <a:pt x="509409" y="1550327"/>
                  </a:lnTo>
                  <a:lnTo>
                    <a:pt x="511103" y="1550406"/>
                  </a:lnTo>
                  <a:lnTo>
                    <a:pt x="512754" y="1550518"/>
                  </a:lnTo>
                  <a:lnTo>
                    <a:pt x="514359" y="1550662"/>
                  </a:lnTo>
                  <a:lnTo>
                    <a:pt x="515921" y="1550838"/>
                  </a:lnTo>
                  <a:lnTo>
                    <a:pt x="517438" y="1551045"/>
                  </a:lnTo>
                  <a:lnTo>
                    <a:pt x="518910" y="1551285"/>
                  </a:lnTo>
                  <a:lnTo>
                    <a:pt x="520338" y="1551557"/>
                  </a:lnTo>
                  <a:lnTo>
                    <a:pt x="521721" y="1551860"/>
                  </a:lnTo>
                  <a:lnTo>
                    <a:pt x="523065" y="1552193"/>
                  </a:lnTo>
                  <a:lnTo>
                    <a:pt x="524372" y="1552555"/>
                  </a:lnTo>
                  <a:lnTo>
                    <a:pt x="525643" y="1552944"/>
                  </a:lnTo>
                  <a:lnTo>
                    <a:pt x="526878" y="1553360"/>
                  </a:lnTo>
                  <a:lnTo>
                    <a:pt x="528076" y="1553805"/>
                  </a:lnTo>
                  <a:lnTo>
                    <a:pt x="529239" y="1554277"/>
                  </a:lnTo>
                  <a:lnTo>
                    <a:pt x="530366" y="1554777"/>
                  </a:lnTo>
                  <a:lnTo>
                    <a:pt x="531456" y="1555305"/>
                  </a:lnTo>
                  <a:lnTo>
                    <a:pt x="532510" y="1555861"/>
                  </a:lnTo>
                  <a:lnTo>
                    <a:pt x="533528" y="1556444"/>
                  </a:lnTo>
                  <a:lnTo>
                    <a:pt x="534513" y="1557055"/>
                  </a:lnTo>
                  <a:lnTo>
                    <a:pt x="535468" y="1557691"/>
                  </a:lnTo>
                  <a:lnTo>
                    <a:pt x="536391" y="1558355"/>
                  </a:lnTo>
                  <a:lnTo>
                    <a:pt x="537285" y="1559044"/>
                  </a:lnTo>
                  <a:lnTo>
                    <a:pt x="538147" y="1559760"/>
                  </a:lnTo>
                  <a:lnTo>
                    <a:pt x="538979" y="1560503"/>
                  </a:lnTo>
                  <a:lnTo>
                    <a:pt x="539781" y="1561272"/>
                  </a:lnTo>
                  <a:lnTo>
                    <a:pt x="540552" y="1562067"/>
                  </a:lnTo>
                  <a:lnTo>
                    <a:pt x="541292" y="1562889"/>
                  </a:lnTo>
                  <a:lnTo>
                    <a:pt x="542002" y="1563737"/>
                  </a:lnTo>
                  <a:lnTo>
                    <a:pt x="542686" y="1564595"/>
                  </a:lnTo>
                  <a:lnTo>
                    <a:pt x="543349" y="1565476"/>
                  </a:lnTo>
                  <a:lnTo>
                    <a:pt x="543992" y="1566379"/>
                  </a:lnTo>
                  <a:lnTo>
                    <a:pt x="544613" y="1567304"/>
                  </a:lnTo>
                  <a:lnTo>
                    <a:pt x="545214" y="1568251"/>
                  </a:lnTo>
                  <a:lnTo>
                    <a:pt x="545794" y="1569221"/>
                  </a:lnTo>
                  <a:lnTo>
                    <a:pt x="546353" y="1570212"/>
                  </a:lnTo>
                  <a:lnTo>
                    <a:pt x="546891" y="1571226"/>
                  </a:lnTo>
                  <a:lnTo>
                    <a:pt x="547409" y="1572263"/>
                  </a:lnTo>
                  <a:lnTo>
                    <a:pt x="547905" y="1573321"/>
                  </a:lnTo>
                  <a:lnTo>
                    <a:pt x="535265" y="1577072"/>
                  </a:lnTo>
                  <a:lnTo>
                    <a:pt x="534896" y="1576356"/>
                  </a:lnTo>
                  <a:lnTo>
                    <a:pt x="534512" y="1575655"/>
                  </a:lnTo>
                  <a:lnTo>
                    <a:pt x="534113" y="1574967"/>
                  </a:lnTo>
                  <a:lnTo>
                    <a:pt x="533698" y="1574293"/>
                  </a:lnTo>
                  <a:lnTo>
                    <a:pt x="533268" y="1573634"/>
                  </a:lnTo>
                  <a:lnTo>
                    <a:pt x="532823" y="1572988"/>
                  </a:lnTo>
                  <a:lnTo>
                    <a:pt x="532362" y="1572356"/>
                  </a:lnTo>
                  <a:lnTo>
                    <a:pt x="531887" y="1571738"/>
                  </a:lnTo>
                  <a:lnTo>
                    <a:pt x="531396" y="1571133"/>
                  </a:lnTo>
                  <a:lnTo>
                    <a:pt x="530889" y="1570543"/>
                  </a:lnTo>
                  <a:lnTo>
                    <a:pt x="530378" y="1569955"/>
                  </a:lnTo>
                  <a:lnTo>
                    <a:pt x="529845" y="1569385"/>
                  </a:lnTo>
                  <a:lnTo>
                    <a:pt x="529289" y="1568832"/>
                  </a:lnTo>
                  <a:lnTo>
                    <a:pt x="528711" y="1568298"/>
                  </a:lnTo>
                  <a:lnTo>
                    <a:pt x="528111" y="1567782"/>
                  </a:lnTo>
                  <a:lnTo>
                    <a:pt x="527489" y="1567284"/>
                  </a:lnTo>
                  <a:lnTo>
                    <a:pt x="526844" y="1566804"/>
                  </a:lnTo>
                  <a:lnTo>
                    <a:pt x="526178" y="1566342"/>
                  </a:lnTo>
                  <a:lnTo>
                    <a:pt x="525489" y="1565899"/>
                  </a:lnTo>
                  <a:lnTo>
                    <a:pt x="524777" y="1565473"/>
                  </a:lnTo>
                  <a:lnTo>
                    <a:pt x="524043" y="1565066"/>
                  </a:lnTo>
                  <a:lnTo>
                    <a:pt x="523286" y="1564678"/>
                  </a:lnTo>
                  <a:lnTo>
                    <a:pt x="522504" y="1564310"/>
                  </a:lnTo>
                  <a:lnTo>
                    <a:pt x="521699" y="1563962"/>
                  </a:lnTo>
                  <a:lnTo>
                    <a:pt x="520871" y="1563632"/>
                  </a:lnTo>
                  <a:lnTo>
                    <a:pt x="520018" y="1563323"/>
                  </a:lnTo>
                  <a:lnTo>
                    <a:pt x="519143" y="1563032"/>
                  </a:lnTo>
                  <a:lnTo>
                    <a:pt x="518243" y="1562761"/>
                  </a:lnTo>
                  <a:lnTo>
                    <a:pt x="517320" y="1562510"/>
                  </a:lnTo>
                  <a:lnTo>
                    <a:pt x="516374" y="1562278"/>
                  </a:lnTo>
                  <a:lnTo>
                    <a:pt x="515415" y="1562054"/>
                  </a:lnTo>
                  <a:lnTo>
                    <a:pt x="514429" y="1561853"/>
                  </a:lnTo>
                  <a:lnTo>
                    <a:pt x="513415" y="1561676"/>
                  </a:lnTo>
                  <a:lnTo>
                    <a:pt x="512373" y="1561522"/>
                  </a:lnTo>
                  <a:lnTo>
                    <a:pt x="511303" y="1561393"/>
                  </a:lnTo>
                  <a:lnTo>
                    <a:pt x="510206" y="1561286"/>
                  </a:lnTo>
                  <a:lnTo>
                    <a:pt x="509081" y="1561204"/>
                  </a:lnTo>
                  <a:lnTo>
                    <a:pt x="507928" y="1561145"/>
                  </a:lnTo>
                  <a:lnTo>
                    <a:pt x="506747" y="1561109"/>
                  </a:lnTo>
                  <a:lnTo>
                    <a:pt x="505539" y="1561097"/>
                  </a:lnTo>
                  <a:lnTo>
                    <a:pt x="503784" y="1561125"/>
                  </a:lnTo>
                  <a:lnTo>
                    <a:pt x="502075" y="1561209"/>
                  </a:lnTo>
                  <a:lnTo>
                    <a:pt x="500411" y="1561347"/>
                  </a:lnTo>
                  <a:lnTo>
                    <a:pt x="498794" y="1561542"/>
                  </a:lnTo>
                  <a:lnTo>
                    <a:pt x="497222" y="1561792"/>
                  </a:lnTo>
                  <a:lnTo>
                    <a:pt x="495696" y="1562098"/>
                  </a:lnTo>
                  <a:lnTo>
                    <a:pt x="494216" y="1562459"/>
                  </a:lnTo>
                  <a:lnTo>
                    <a:pt x="492782" y="1562875"/>
                  </a:lnTo>
                  <a:lnTo>
                    <a:pt x="491393" y="1563348"/>
                  </a:lnTo>
                  <a:lnTo>
                    <a:pt x="490051" y="1563876"/>
                  </a:lnTo>
                  <a:lnTo>
                    <a:pt x="488767" y="1564455"/>
                  </a:lnTo>
                  <a:lnTo>
                    <a:pt x="487528" y="1565081"/>
                  </a:lnTo>
                  <a:lnTo>
                    <a:pt x="486334" y="1565755"/>
                  </a:lnTo>
                  <a:lnTo>
                    <a:pt x="485184" y="1566476"/>
                  </a:lnTo>
                  <a:lnTo>
                    <a:pt x="484078" y="1567244"/>
                  </a:lnTo>
                  <a:lnTo>
                    <a:pt x="483017" y="1568059"/>
                  </a:lnTo>
                  <a:lnTo>
                    <a:pt x="482000" y="1568922"/>
                  </a:lnTo>
                  <a:lnTo>
                    <a:pt x="481027" y="1569832"/>
                  </a:lnTo>
                  <a:lnTo>
                    <a:pt x="480100" y="1570789"/>
                  </a:lnTo>
                  <a:lnTo>
                    <a:pt x="479216" y="1571793"/>
                  </a:lnTo>
                  <a:lnTo>
                    <a:pt x="478376" y="1572842"/>
                  </a:lnTo>
                  <a:lnTo>
                    <a:pt x="477580" y="1573932"/>
                  </a:lnTo>
                  <a:lnTo>
                    <a:pt x="476826" y="1575064"/>
                  </a:lnTo>
                  <a:lnTo>
                    <a:pt x="476116" y="1576238"/>
                  </a:lnTo>
                  <a:lnTo>
                    <a:pt x="475448" y="1577454"/>
                  </a:lnTo>
                  <a:lnTo>
                    <a:pt x="474824" y="1578711"/>
                  </a:lnTo>
                  <a:lnTo>
                    <a:pt x="474243" y="1580009"/>
                  </a:lnTo>
                  <a:lnTo>
                    <a:pt x="473704" y="1581350"/>
                  </a:lnTo>
                  <a:lnTo>
                    <a:pt x="473209" y="1582732"/>
                  </a:lnTo>
                  <a:lnTo>
                    <a:pt x="472757" y="1584156"/>
                  </a:lnTo>
                  <a:lnTo>
                    <a:pt x="472361" y="1585616"/>
                  </a:lnTo>
                  <a:lnTo>
                    <a:pt x="472007" y="1587109"/>
                  </a:lnTo>
                  <a:lnTo>
                    <a:pt x="471694" y="1588633"/>
                  </a:lnTo>
                  <a:lnTo>
                    <a:pt x="471424" y="1590190"/>
                  </a:lnTo>
                  <a:lnTo>
                    <a:pt x="471194" y="1591778"/>
                  </a:lnTo>
                  <a:lnTo>
                    <a:pt x="471007" y="1593399"/>
                  </a:lnTo>
                  <a:lnTo>
                    <a:pt x="470861" y="1595051"/>
                  </a:lnTo>
                  <a:lnTo>
                    <a:pt x="470757" y="1596735"/>
                  </a:lnTo>
                  <a:lnTo>
                    <a:pt x="470694" y="1598451"/>
                  </a:lnTo>
                  <a:lnTo>
                    <a:pt x="470673" y="1600200"/>
                  </a:lnTo>
                  <a:lnTo>
                    <a:pt x="470696" y="1601949"/>
                  </a:lnTo>
                  <a:lnTo>
                    <a:pt x="470765" y="1603669"/>
                  </a:lnTo>
                  <a:lnTo>
                    <a:pt x="470880" y="1605361"/>
                  </a:lnTo>
                  <a:lnTo>
                    <a:pt x="471040" y="1607023"/>
                  </a:lnTo>
                  <a:lnTo>
                    <a:pt x="471246" y="1608655"/>
                  </a:lnTo>
                  <a:lnTo>
                    <a:pt x="471499" y="1610259"/>
                  </a:lnTo>
                  <a:lnTo>
                    <a:pt x="471796" y="1611834"/>
                  </a:lnTo>
                  <a:lnTo>
                    <a:pt x="472140" y="1613379"/>
                  </a:lnTo>
                  <a:lnTo>
                    <a:pt x="472530" y="1614895"/>
                  </a:lnTo>
                  <a:lnTo>
                    <a:pt x="472965" y="1616382"/>
                  </a:lnTo>
                  <a:lnTo>
                    <a:pt x="473446" y="1617821"/>
                  </a:lnTo>
                  <a:lnTo>
                    <a:pt x="473971" y="1619221"/>
                  </a:lnTo>
                  <a:lnTo>
                    <a:pt x="474541" y="1620583"/>
                  </a:lnTo>
                  <a:lnTo>
                    <a:pt x="475155" y="1621905"/>
                  </a:lnTo>
                  <a:lnTo>
                    <a:pt x="475813" y="1623188"/>
                  </a:lnTo>
                  <a:lnTo>
                    <a:pt x="476516" y="1624433"/>
                  </a:lnTo>
                  <a:lnTo>
                    <a:pt x="477263" y="1625639"/>
                  </a:lnTo>
                  <a:lnTo>
                    <a:pt x="478055" y="1626806"/>
                  </a:lnTo>
                  <a:lnTo>
                    <a:pt x="478891" y="1627934"/>
                  </a:lnTo>
                  <a:lnTo>
                    <a:pt x="479772" y="1629023"/>
                  </a:lnTo>
                  <a:lnTo>
                    <a:pt x="480696" y="1630055"/>
                  </a:lnTo>
                  <a:lnTo>
                    <a:pt x="481664" y="1631042"/>
                  </a:lnTo>
                  <a:lnTo>
                    <a:pt x="482674" y="1631983"/>
                  </a:lnTo>
                  <a:lnTo>
                    <a:pt x="483728" y="1632879"/>
                  </a:lnTo>
                  <a:lnTo>
                    <a:pt x="484824" y="1633728"/>
                  </a:lnTo>
                  <a:lnTo>
                    <a:pt x="485964" y="1634532"/>
                  </a:lnTo>
                  <a:lnTo>
                    <a:pt x="487147" y="1635289"/>
                  </a:lnTo>
                  <a:lnTo>
                    <a:pt x="488373" y="1636001"/>
                  </a:lnTo>
                  <a:lnTo>
                    <a:pt x="489642" y="1636667"/>
                  </a:lnTo>
                  <a:lnTo>
                    <a:pt x="490954" y="1637287"/>
                  </a:lnTo>
                  <a:lnTo>
                    <a:pt x="492322" y="1637842"/>
                  </a:lnTo>
                  <a:lnTo>
                    <a:pt x="493732" y="1638338"/>
                  </a:lnTo>
                  <a:lnTo>
                    <a:pt x="495183" y="1638775"/>
                  </a:lnTo>
                  <a:lnTo>
                    <a:pt x="496677" y="1639154"/>
                  </a:lnTo>
                  <a:lnTo>
                    <a:pt x="498212" y="1639475"/>
                  </a:lnTo>
                  <a:lnTo>
                    <a:pt x="499788" y="1639738"/>
                  </a:lnTo>
                  <a:lnTo>
                    <a:pt x="501406" y="1639942"/>
                  </a:lnTo>
                  <a:lnTo>
                    <a:pt x="503066" y="1640088"/>
                  </a:lnTo>
                  <a:lnTo>
                    <a:pt x="504768" y="1640175"/>
                  </a:lnTo>
                  <a:lnTo>
                    <a:pt x="506511" y="1640204"/>
                  </a:lnTo>
                  <a:lnTo>
                    <a:pt x="507655" y="1640195"/>
                  </a:lnTo>
                  <a:lnTo>
                    <a:pt x="508781" y="1640166"/>
                  </a:lnTo>
                  <a:lnTo>
                    <a:pt x="509889" y="1640117"/>
                  </a:lnTo>
                  <a:lnTo>
                    <a:pt x="510978" y="1640049"/>
                  </a:lnTo>
                  <a:lnTo>
                    <a:pt x="512050" y="1639961"/>
                  </a:lnTo>
                  <a:lnTo>
                    <a:pt x="513104" y="1639854"/>
                  </a:lnTo>
                  <a:lnTo>
                    <a:pt x="514139" y="1639728"/>
                  </a:lnTo>
                  <a:lnTo>
                    <a:pt x="515157" y="1639582"/>
                  </a:lnTo>
                  <a:lnTo>
                    <a:pt x="516156" y="1639417"/>
                  </a:lnTo>
                  <a:lnTo>
                    <a:pt x="517138" y="1639232"/>
                  </a:lnTo>
                  <a:lnTo>
                    <a:pt x="518100" y="1639032"/>
                  </a:lnTo>
                  <a:lnTo>
                    <a:pt x="519043" y="1638821"/>
                  </a:lnTo>
                  <a:lnTo>
                    <a:pt x="519967" y="1638599"/>
                  </a:lnTo>
                  <a:lnTo>
                    <a:pt x="520871" y="1638365"/>
                  </a:lnTo>
                  <a:lnTo>
                    <a:pt x="521756" y="1638121"/>
                  </a:lnTo>
                  <a:lnTo>
                    <a:pt x="522622" y="1637865"/>
                  </a:lnTo>
                  <a:lnTo>
                    <a:pt x="523468" y="1637599"/>
                  </a:lnTo>
                  <a:lnTo>
                    <a:pt x="524294" y="1637321"/>
                  </a:lnTo>
                  <a:lnTo>
                    <a:pt x="525101" y="1637032"/>
                  </a:lnTo>
                  <a:lnTo>
                    <a:pt x="525889" y="1636732"/>
                  </a:lnTo>
                  <a:lnTo>
                    <a:pt x="526671" y="1636410"/>
                  </a:lnTo>
                  <a:lnTo>
                    <a:pt x="527433" y="1636082"/>
                  </a:lnTo>
                  <a:lnTo>
                    <a:pt x="528176" y="1635748"/>
                  </a:lnTo>
                  <a:lnTo>
                    <a:pt x="528900" y="1635409"/>
                  </a:lnTo>
                  <a:lnTo>
                    <a:pt x="529604" y="1635065"/>
                  </a:lnTo>
                  <a:lnTo>
                    <a:pt x="530289" y="1634715"/>
                  </a:lnTo>
                  <a:lnTo>
                    <a:pt x="530955" y="1634359"/>
                  </a:lnTo>
                  <a:lnTo>
                    <a:pt x="531600" y="1633998"/>
                  </a:lnTo>
                  <a:lnTo>
                    <a:pt x="532227" y="1633631"/>
                  </a:lnTo>
                  <a:lnTo>
                    <a:pt x="532834" y="1633259"/>
                  </a:lnTo>
                  <a:lnTo>
                    <a:pt x="533422" y="1632870"/>
                  </a:lnTo>
                  <a:lnTo>
                    <a:pt x="533990" y="1632481"/>
                  </a:lnTo>
                  <a:lnTo>
                    <a:pt x="534538" y="1632092"/>
                  </a:lnTo>
                  <a:lnTo>
                    <a:pt x="535068" y="1631703"/>
                  </a:lnTo>
                  <a:lnTo>
                    <a:pt x="535577" y="1631315"/>
                  </a:lnTo>
                  <a:lnTo>
                    <a:pt x="536068" y="1630926"/>
                  </a:lnTo>
                  <a:lnTo>
                    <a:pt x="536539" y="1630537"/>
                  </a:lnTo>
                  <a:lnTo>
                    <a:pt x="536990" y="1630148"/>
                  </a:lnTo>
                  <a:lnTo>
                    <a:pt x="537422" y="1629759"/>
                  </a:lnTo>
                  <a:lnTo>
                    <a:pt x="537835" y="1629370"/>
                  </a:lnTo>
                  <a:lnTo>
                    <a:pt x="537835" y="1611729"/>
                  </a:lnTo>
                  <a:lnTo>
                    <a:pt x="508595" y="1611729"/>
                  </a:lnTo>
                  <a:lnTo>
                    <a:pt x="508595" y="1600616"/>
                  </a:lnTo>
                  <a:lnTo>
                    <a:pt x="550058" y="1600616"/>
                  </a:lnTo>
                  <a:lnTo>
                    <a:pt x="550058" y="1634370"/>
                  </a:lnTo>
                  <a:lnTo>
                    <a:pt x="549394" y="1635034"/>
                  </a:lnTo>
                  <a:lnTo>
                    <a:pt x="548705" y="1635693"/>
                  </a:lnTo>
                  <a:lnTo>
                    <a:pt x="547993" y="1636346"/>
                  </a:lnTo>
                  <a:lnTo>
                    <a:pt x="547258" y="1636993"/>
                  </a:lnTo>
                  <a:lnTo>
                    <a:pt x="546499" y="1637635"/>
                  </a:lnTo>
                  <a:lnTo>
                    <a:pt x="545716" y="1638271"/>
                  </a:lnTo>
                  <a:lnTo>
                    <a:pt x="544910" y="1638902"/>
                  </a:lnTo>
                  <a:lnTo>
                    <a:pt x="544080" y="1639527"/>
                  </a:lnTo>
                  <a:lnTo>
                    <a:pt x="543226" y="1640146"/>
                  </a:lnTo>
                  <a:lnTo>
                    <a:pt x="542349" y="1640760"/>
                  </a:lnTo>
                  <a:lnTo>
                    <a:pt x="541463" y="1641350"/>
                  </a:lnTo>
                  <a:lnTo>
                    <a:pt x="540554" y="1641927"/>
                  </a:lnTo>
                  <a:lnTo>
                    <a:pt x="539624" y="1642490"/>
                  </a:lnTo>
                  <a:lnTo>
                    <a:pt x="538671" y="1643038"/>
                  </a:lnTo>
                  <a:lnTo>
                    <a:pt x="537696" y="1643573"/>
                  </a:lnTo>
                  <a:lnTo>
                    <a:pt x="536698" y="1644094"/>
                  </a:lnTo>
                  <a:lnTo>
                    <a:pt x="535679" y="1644601"/>
                  </a:lnTo>
                  <a:lnTo>
                    <a:pt x="534637" y="1645094"/>
                  </a:lnTo>
                  <a:lnTo>
                    <a:pt x="533573" y="1645573"/>
                  </a:lnTo>
                  <a:lnTo>
                    <a:pt x="532487" y="1646039"/>
                  </a:lnTo>
                  <a:lnTo>
                    <a:pt x="531379" y="1646487"/>
                  </a:lnTo>
                  <a:lnTo>
                    <a:pt x="530250" y="1646916"/>
                  </a:lnTo>
                  <a:lnTo>
                    <a:pt x="529101" y="1647326"/>
                  </a:lnTo>
                  <a:lnTo>
                    <a:pt x="527931" y="1647717"/>
                  </a:lnTo>
                  <a:lnTo>
                    <a:pt x="526739" y="1648087"/>
                  </a:lnTo>
                  <a:lnTo>
                    <a:pt x="525527" y="1648439"/>
                  </a:lnTo>
                  <a:lnTo>
                    <a:pt x="524295" y="1648771"/>
                  </a:lnTo>
                  <a:lnTo>
                    <a:pt x="523041" y="1649083"/>
                  </a:lnTo>
                  <a:lnTo>
                    <a:pt x="521767" y="1649376"/>
                  </a:lnTo>
                  <a:lnTo>
                    <a:pt x="520471" y="1649650"/>
                  </a:lnTo>
                  <a:lnTo>
                    <a:pt x="519157" y="1649901"/>
                  </a:lnTo>
                  <a:lnTo>
                    <a:pt x="517824" y="1650125"/>
                  </a:lnTo>
                  <a:lnTo>
                    <a:pt x="516473" y="1650323"/>
                  </a:lnTo>
                  <a:lnTo>
                    <a:pt x="515104" y="1650495"/>
                  </a:lnTo>
                  <a:lnTo>
                    <a:pt x="513717" y="1650640"/>
                  </a:lnTo>
                  <a:lnTo>
                    <a:pt x="512312" y="1650759"/>
                  </a:lnTo>
                  <a:lnTo>
                    <a:pt x="510889" y="1650851"/>
                  </a:lnTo>
                  <a:lnTo>
                    <a:pt x="509448" y="1650917"/>
                  </a:lnTo>
                  <a:lnTo>
                    <a:pt x="507988" y="1650957"/>
                  </a:lnTo>
                  <a:lnTo>
                    <a:pt x="506511" y="1650970"/>
                  </a:lnTo>
                  <a:lnTo>
                    <a:pt x="504070" y="1650932"/>
                  </a:lnTo>
                  <a:lnTo>
                    <a:pt x="501691" y="1650820"/>
                  </a:lnTo>
                  <a:lnTo>
                    <a:pt x="499375" y="1650632"/>
                  </a:lnTo>
                  <a:lnTo>
                    <a:pt x="497121" y="1650370"/>
                  </a:lnTo>
                  <a:lnTo>
                    <a:pt x="494930" y="1650032"/>
                  </a:lnTo>
                  <a:lnTo>
                    <a:pt x="492801" y="1649620"/>
                  </a:lnTo>
                  <a:lnTo>
                    <a:pt x="490735" y="1649132"/>
                  </a:lnTo>
                  <a:lnTo>
                    <a:pt x="488731" y="1648569"/>
                  </a:lnTo>
                  <a:lnTo>
                    <a:pt x="486790" y="1647932"/>
                  </a:lnTo>
                  <a:lnTo>
                    <a:pt x="484911" y="1647219"/>
                  </a:lnTo>
                  <a:lnTo>
                    <a:pt x="483094" y="1646426"/>
                  </a:lnTo>
                  <a:lnTo>
                    <a:pt x="481339" y="1645575"/>
                  </a:lnTo>
                  <a:lnTo>
                    <a:pt x="479644" y="1644665"/>
                  </a:lnTo>
                  <a:lnTo>
                    <a:pt x="478010" y="1643697"/>
                  </a:lnTo>
                  <a:lnTo>
                    <a:pt x="476438" y="1642670"/>
                  </a:lnTo>
                  <a:lnTo>
                    <a:pt x="474927" y="1641585"/>
                  </a:lnTo>
                  <a:lnTo>
                    <a:pt x="473477" y="1640442"/>
                  </a:lnTo>
                  <a:lnTo>
                    <a:pt x="472087" y="1639240"/>
                  </a:lnTo>
                  <a:lnTo>
                    <a:pt x="470760" y="1637981"/>
                  </a:lnTo>
                  <a:lnTo>
                    <a:pt x="469493" y="1636662"/>
                  </a:lnTo>
                  <a:lnTo>
                    <a:pt x="468300" y="1635276"/>
                  </a:lnTo>
                  <a:lnTo>
                    <a:pt x="467167" y="1633840"/>
                  </a:lnTo>
                  <a:lnTo>
                    <a:pt x="466094" y="1632354"/>
                  </a:lnTo>
                  <a:lnTo>
                    <a:pt x="465081" y="1630817"/>
                  </a:lnTo>
                  <a:lnTo>
                    <a:pt x="464127" y="1629231"/>
                  </a:lnTo>
                  <a:lnTo>
                    <a:pt x="463234" y="1627595"/>
                  </a:lnTo>
                  <a:lnTo>
                    <a:pt x="462399" y="1625908"/>
                  </a:lnTo>
                  <a:lnTo>
                    <a:pt x="461625" y="1624172"/>
                  </a:lnTo>
                  <a:lnTo>
                    <a:pt x="460910" y="1622386"/>
                  </a:lnTo>
                  <a:lnTo>
                    <a:pt x="460255" y="1620549"/>
                  </a:lnTo>
                  <a:lnTo>
                    <a:pt x="459675" y="1618671"/>
                  </a:lnTo>
                  <a:lnTo>
                    <a:pt x="459155" y="1616757"/>
                  </a:lnTo>
                  <a:lnTo>
                    <a:pt x="458697" y="1614809"/>
                  </a:lnTo>
                  <a:lnTo>
                    <a:pt x="458300" y="1612826"/>
                  </a:lnTo>
                  <a:lnTo>
                    <a:pt x="457963" y="1610808"/>
                  </a:lnTo>
                  <a:lnTo>
                    <a:pt x="457688" y="1608756"/>
                  </a:lnTo>
                  <a:lnTo>
                    <a:pt x="457475" y="1606669"/>
                  </a:lnTo>
                  <a:lnTo>
                    <a:pt x="457322" y="1604547"/>
                  </a:lnTo>
                  <a:lnTo>
                    <a:pt x="457230" y="1602391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h52"/>
            <p:cNvSpPr/>
            <p:nvPr/>
          </p:nvSpPr>
          <p:spPr>
            <a:xfrm>
              <a:off x="6758487" y="4204372"/>
              <a:ext cx="470743" cy="1600200"/>
            </a:xfrm>
            <a:custGeom>
              <a:avLst/>
              <a:pathLst>
                <a:path w="470743" h="1600200">
                  <a:moveTo>
                    <a:pt x="457200" y="1600200"/>
                  </a:moveTo>
                  <a:lnTo>
                    <a:pt x="446018" y="1571585"/>
                  </a:lnTo>
                  <a:lnTo>
                    <a:pt x="401429" y="1571585"/>
                  </a:lnTo>
                  <a:lnTo>
                    <a:pt x="390177" y="1600200"/>
                  </a:lnTo>
                  <a:lnTo>
                    <a:pt x="376426" y="1600200"/>
                  </a:lnTo>
                  <a:lnTo>
                    <a:pt x="416361" y="1502340"/>
                  </a:lnTo>
                  <a:lnTo>
                    <a:pt x="431432" y="1502340"/>
                  </a:lnTo>
                  <a:lnTo>
                    <a:pt x="470743" y="1600200"/>
                  </a:lnTo>
                  <a:close/>
                  <a:moveTo>
                    <a:pt x="429488" y="1528941"/>
                  </a:moveTo>
                  <a:lnTo>
                    <a:pt x="429266" y="1528384"/>
                  </a:lnTo>
                  <a:lnTo>
                    <a:pt x="429046" y="1527827"/>
                  </a:lnTo>
                  <a:lnTo>
                    <a:pt x="428827" y="1527267"/>
                  </a:lnTo>
                  <a:lnTo>
                    <a:pt x="428610" y="1526707"/>
                  </a:lnTo>
                  <a:lnTo>
                    <a:pt x="428394" y="1526145"/>
                  </a:lnTo>
                  <a:lnTo>
                    <a:pt x="428179" y="1525582"/>
                  </a:lnTo>
                  <a:lnTo>
                    <a:pt x="427966" y="1525017"/>
                  </a:lnTo>
                  <a:lnTo>
                    <a:pt x="427754" y="1524451"/>
                  </a:lnTo>
                  <a:lnTo>
                    <a:pt x="427544" y="1523884"/>
                  </a:lnTo>
                  <a:lnTo>
                    <a:pt x="427335" y="1523315"/>
                  </a:lnTo>
                  <a:lnTo>
                    <a:pt x="427142" y="1522751"/>
                  </a:lnTo>
                  <a:lnTo>
                    <a:pt x="426954" y="1522198"/>
                  </a:lnTo>
                  <a:lnTo>
                    <a:pt x="426770" y="1521656"/>
                  </a:lnTo>
                  <a:lnTo>
                    <a:pt x="426590" y="1521126"/>
                  </a:lnTo>
                  <a:lnTo>
                    <a:pt x="426414" y="1520606"/>
                  </a:lnTo>
                  <a:lnTo>
                    <a:pt x="426243" y="1520098"/>
                  </a:lnTo>
                  <a:lnTo>
                    <a:pt x="426075" y="1519601"/>
                  </a:lnTo>
                  <a:lnTo>
                    <a:pt x="425912" y="1519114"/>
                  </a:lnTo>
                  <a:lnTo>
                    <a:pt x="425753" y="1518639"/>
                  </a:lnTo>
                  <a:lnTo>
                    <a:pt x="425598" y="1518175"/>
                  </a:lnTo>
                  <a:lnTo>
                    <a:pt x="425448" y="1517711"/>
                  </a:lnTo>
                  <a:lnTo>
                    <a:pt x="425301" y="1517264"/>
                  </a:lnTo>
                  <a:lnTo>
                    <a:pt x="425159" y="1516834"/>
                  </a:lnTo>
                  <a:lnTo>
                    <a:pt x="425020" y="1516420"/>
                  </a:lnTo>
                  <a:lnTo>
                    <a:pt x="424886" y="1516022"/>
                  </a:lnTo>
                  <a:lnTo>
                    <a:pt x="424757" y="1515642"/>
                  </a:lnTo>
                  <a:lnTo>
                    <a:pt x="424631" y="1515278"/>
                  </a:lnTo>
                  <a:lnTo>
                    <a:pt x="424509" y="1514931"/>
                  </a:lnTo>
                  <a:lnTo>
                    <a:pt x="424392" y="1514600"/>
                  </a:lnTo>
                  <a:lnTo>
                    <a:pt x="424279" y="1514286"/>
                  </a:lnTo>
                  <a:lnTo>
                    <a:pt x="424186" y="1513979"/>
                  </a:lnTo>
                  <a:lnTo>
                    <a:pt x="424101" y="1513697"/>
                  </a:lnTo>
                  <a:lnTo>
                    <a:pt x="424025" y="1513440"/>
                  </a:lnTo>
                  <a:lnTo>
                    <a:pt x="423956" y="1513208"/>
                  </a:lnTo>
                  <a:lnTo>
                    <a:pt x="423897" y="1513001"/>
                  </a:lnTo>
                  <a:lnTo>
                    <a:pt x="423845" y="1512819"/>
                  </a:lnTo>
                  <a:lnTo>
                    <a:pt x="423802" y="1512662"/>
                  </a:lnTo>
                  <a:lnTo>
                    <a:pt x="423654" y="1512530"/>
                  </a:lnTo>
                  <a:lnTo>
                    <a:pt x="423608" y="1512662"/>
                  </a:lnTo>
                  <a:lnTo>
                    <a:pt x="423556" y="1512819"/>
                  </a:lnTo>
                  <a:lnTo>
                    <a:pt x="423497" y="1513001"/>
                  </a:lnTo>
                  <a:lnTo>
                    <a:pt x="423431" y="1513208"/>
                  </a:lnTo>
                  <a:lnTo>
                    <a:pt x="423358" y="1513440"/>
                  </a:lnTo>
                  <a:lnTo>
                    <a:pt x="423279" y="1513697"/>
                  </a:lnTo>
                  <a:lnTo>
                    <a:pt x="423192" y="1513979"/>
                  </a:lnTo>
                  <a:lnTo>
                    <a:pt x="423098" y="1514286"/>
                  </a:lnTo>
                  <a:lnTo>
                    <a:pt x="422997" y="1514613"/>
                  </a:lnTo>
                  <a:lnTo>
                    <a:pt x="422890" y="1514956"/>
                  </a:lnTo>
                  <a:lnTo>
                    <a:pt x="422775" y="1515313"/>
                  </a:lnTo>
                  <a:lnTo>
                    <a:pt x="422654" y="1515686"/>
                  </a:lnTo>
                  <a:lnTo>
                    <a:pt x="422525" y="1516074"/>
                  </a:lnTo>
                  <a:lnTo>
                    <a:pt x="422390" y="1516478"/>
                  </a:lnTo>
                  <a:lnTo>
                    <a:pt x="422247" y="1516897"/>
                  </a:lnTo>
                  <a:lnTo>
                    <a:pt x="422098" y="1517331"/>
                  </a:lnTo>
                  <a:lnTo>
                    <a:pt x="421942" y="1517780"/>
                  </a:lnTo>
                  <a:lnTo>
                    <a:pt x="421778" y="1518245"/>
                  </a:lnTo>
                  <a:lnTo>
                    <a:pt x="421623" y="1518722"/>
                  </a:lnTo>
                  <a:lnTo>
                    <a:pt x="421462" y="1519209"/>
                  </a:lnTo>
                  <a:lnTo>
                    <a:pt x="421295" y="1519705"/>
                  </a:lnTo>
                  <a:lnTo>
                    <a:pt x="421123" y="1520212"/>
                  </a:lnTo>
                  <a:lnTo>
                    <a:pt x="420945" y="1520728"/>
                  </a:lnTo>
                  <a:lnTo>
                    <a:pt x="420762" y="1521254"/>
                  </a:lnTo>
                  <a:lnTo>
                    <a:pt x="420573" y="1521789"/>
                  </a:lnTo>
                  <a:lnTo>
                    <a:pt x="420378" y="1522334"/>
                  </a:lnTo>
                  <a:lnTo>
                    <a:pt x="420178" y="1522889"/>
                  </a:lnTo>
                  <a:lnTo>
                    <a:pt x="419973" y="1523454"/>
                  </a:lnTo>
                  <a:lnTo>
                    <a:pt x="419777" y="1524023"/>
                  </a:lnTo>
                  <a:lnTo>
                    <a:pt x="419581" y="1524590"/>
                  </a:lnTo>
                  <a:lnTo>
                    <a:pt x="419383" y="1525156"/>
                  </a:lnTo>
                  <a:lnTo>
                    <a:pt x="419184" y="1525721"/>
                  </a:lnTo>
                  <a:lnTo>
                    <a:pt x="418983" y="1526284"/>
                  </a:lnTo>
                  <a:lnTo>
                    <a:pt x="418781" y="1526846"/>
                  </a:lnTo>
                  <a:lnTo>
                    <a:pt x="418577" y="1527406"/>
                  </a:lnTo>
                  <a:lnTo>
                    <a:pt x="418372" y="1527965"/>
                  </a:lnTo>
                  <a:lnTo>
                    <a:pt x="418166" y="1528523"/>
                  </a:lnTo>
                  <a:lnTo>
                    <a:pt x="417958" y="1529080"/>
                  </a:lnTo>
                  <a:lnTo>
                    <a:pt x="405457" y="1561236"/>
                  </a:lnTo>
                  <a:lnTo>
                    <a:pt x="442059" y="1561236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h53"/>
            <p:cNvSpPr/>
            <p:nvPr/>
          </p:nvSpPr>
          <p:spPr>
            <a:xfrm>
              <a:off x="6867181" y="4204372"/>
              <a:ext cx="469145" cy="1600200"/>
            </a:xfrm>
            <a:custGeom>
              <a:avLst/>
              <a:pathLst>
                <a:path w="469145" h="1600200">
                  <a:moveTo>
                    <a:pt x="457200" y="1600200"/>
                  </a:moveTo>
                  <a:lnTo>
                    <a:pt x="457200" y="1534914"/>
                  </a:lnTo>
                  <a:lnTo>
                    <a:pt x="457200" y="1534204"/>
                  </a:lnTo>
                  <a:lnTo>
                    <a:pt x="457202" y="1533491"/>
                  </a:lnTo>
                  <a:lnTo>
                    <a:pt x="457206" y="1532776"/>
                  </a:lnTo>
                  <a:lnTo>
                    <a:pt x="457211" y="1532058"/>
                  </a:lnTo>
                  <a:lnTo>
                    <a:pt x="457217" y="1531337"/>
                  </a:lnTo>
                  <a:lnTo>
                    <a:pt x="457225" y="1530613"/>
                  </a:lnTo>
                  <a:lnTo>
                    <a:pt x="457234" y="1529887"/>
                  </a:lnTo>
                  <a:lnTo>
                    <a:pt x="457244" y="1529157"/>
                  </a:lnTo>
                  <a:lnTo>
                    <a:pt x="457256" y="1528425"/>
                  </a:lnTo>
                  <a:lnTo>
                    <a:pt x="457269" y="1527690"/>
                  </a:lnTo>
                  <a:lnTo>
                    <a:pt x="457284" y="1526960"/>
                  </a:lnTo>
                  <a:lnTo>
                    <a:pt x="457300" y="1526243"/>
                  </a:lnTo>
                  <a:lnTo>
                    <a:pt x="457317" y="1525538"/>
                  </a:lnTo>
                  <a:lnTo>
                    <a:pt x="457336" y="1524846"/>
                  </a:lnTo>
                  <a:lnTo>
                    <a:pt x="457356" y="1524166"/>
                  </a:lnTo>
                  <a:lnTo>
                    <a:pt x="457377" y="1523498"/>
                  </a:lnTo>
                  <a:lnTo>
                    <a:pt x="457400" y="1522843"/>
                  </a:lnTo>
                  <a:lnTo>
                    <a:pt x="457425" y="1522201"/>
                  </a:lnTo>
                  <a:lnTo>
                    <a:pt x="457450" y="1521571"/>
                  </a:lnTo>
                  <a:lnTo>
                    <a:pt x="457477" y="1520953"/>
                  </a:lnTo>
                  <a:lnTo>
                    <a:pt x="457506" y="1520247"/>
                  </a:lnTo>
                  <a:lnTo>
                    <a:pt x="457536" y="1519545"/>
                  </a:lnTo>
                  <a:lnTo>
                    <a:pt x="457567" y="1518847"/>
                  </a:lnTo>
                  <a:lnTo>
                    <a:pt x="457600" y="1518153"/>
                  </a:lnTo>
                  <a:lnTo>
                    <a:pt x="457634" y="1517463"/>
                  </a:lnTo>
                  <a:lnTo>
                    <a:pt x="457669" y="1516778"/>
                  </a:lnTo>
                  <a:lnTo>
                    <a:pt x="457706" y="1516097"/>
                  </a:lnTo>
                  <a:lnTo>
                    <a:pt x="457744" y="1515419"/>
                  </a:lnTo>
                  <a:lnTo>
                    <a:pt x="457784" y="1514746"/>
                  </a:lnTo>
                  <a:lnTo>
                    <a:pt x="457825" y="1514078"/>
                  </a:lnTo>
                  <a:lnTo>
                    <a:pt x="457629" y="1514785"/>
                  </a:lnTo>
                  <a:lnTo>
                    <a:pt x="457433" y="1515492"/>
                  </a:lnTo>
                  <a:lnTo>
                    <a:pt x="457235" y="1516197"/>
                  </a:lnTo>
                  <a:lnTo>
                    <a:pt x="457036" y="1516900"/>
                  </a:lnTo>
                  <a:lnTo>
                    <a:pt x="456835" y="1517602"/>
                  </a:lnTo>
                  <a:lnTo>
                    <a:pt x="456633" y="1518303"/>
                  </a:lnTo>
                  <a:lnTo>
                    <a:pt x="456429" y="1519003"/>
                  </a:lnTo>
                  <a:lnTo>
                    <a:pt x="456224" y="1519701"/>
                  </a:lnTo>
                  <a:lnTo>
                    <a:pt x="456018" y="1520397"/>
                  </a:lnTo>
                  <a:lnTo>
                    <a:pt x="455810" y="1521092"/>
                  </a:lnTo>
                  <a:lnTo>
                    <a:pt x="455628" y="1521694"/>
                  </a:lnTo>
                  <a:lnTo>
                    <a:pt x="455441" y="1522304"/>
                  </a:lnTo>
                  <a:lnTo>
                    <a:pt x="455250" y="1522922"/>
                  </a:lnTo>
                  <a:lnTo>
                    <a:pt x="455055" y="1523548"/>
                  </a:lnTo>
                  <a:lnTo>
                    <a:pt x="454855" y="1524183"/>
                  </a:lnTo>
                  <a:lnTo>
                    <a:pt x="454652" y="1524826"/>
                  </a:lnTo>
                  <a:lnTo>
                    <a:pt x="454444" y="1525478"/>
                  </a:lnTo>
                  <a:lnTo>
                    <a:pt x="454232" y="1526137"/>
                  </a:lnTo>
                  <a:lnTo>
                    <a:pt x="454016" y="1526806"/>
                  </a:lnTo>
                  <a:lnTo>
                    <a:pt x="453796" y="1527482"/>
                  </a:lnTo>
                  <a:lnTo>
                    <a:pt x="453588" y="1528143"/>
                  </a:lnTo>
                  <a:lnTo>
                    <a:pt x="453380" y="1528791"/>
                  </a:lnTo>
                  <a:lnTo>
                    <a:pt x="453171" y="1529426"/>
                  </a:lnTo>
                  <a:lnTo>
                    <a:pt x="452963" y="1530049"/>
                  </a:lnTo>
                  <a:lnTo>
                    <a:pt x="452755" y="1530660"/>
                  </a:lnTo>
                  <a:lnTo>
                    <a:pt x="452546" y="1531258"/>
                  </a:lnTo>
                  <a:lnTo>
                    <a:pt x="452338" y="1531843"/>
                  </a:lnTo>
                  <a:lnTo>
                    <a:pt x="452129" y="1532416"/>
                  </a:lnTo>
                  <a:lnTo>
                    <a:pt x="451921" y="1532977"/>
                  </a:lnTo>
                  <a:lnTo>
                    <a:pt x="451713" y="1533525"/>
                  </a:lnTo>
                  <a:lnTo>
                    <a:pt x="426432" y="1600200"/>
                  </a:lnTo>
                  <a:lnTo>
                    <a:pt x="417125" y="1600200"/>
                  </a:lnTo>
                  <a:lnTo>
                    <a:pt x="391497" y="1533525"/>
                  </a:lnTo>
                  <a:lnTo>
                    <a:pt x="391413" y="1533313"/>
                  </a:lnTo>
                  <a:lnTo>
                    <a:pt x="391327" y="1533094"/>
                  </a:lnTo>
                  <a:lnTo>
                    <a:pt x="391241" y="1532868"/>
                  </a:lnTo>
                  <a:lnTo>
                    <a:pt x="391152" y="1532636"/>
                  </a:lnTo>
                  <a:lnTo>
                    <a:pt x="391063" y="1532396"/>
                  </a:lnTo>
                  <a:lnTo>
                    <a:pt x="390972" y="1532149"/>
                  </a:lnTo>
                  <a:lnTo>
                    <a:pt x="390879" y="1531896"/>
                  </a:lnTo>
                  <a:lnTo>
                    <a:pt x="390786" y="1531635"/>
                  </a:lnTo>
                  <a:lnTo>
                    <a:pt x="390690" y="1531368"/>
                  </a:lnTo>
                  <a:lnTo>
                    <a:pt x="390594" y="1531094"/>
                  </a:lnTo>
                  <a:lnTo>
                    <a:pt x="390509" y="1530814"/>
                  </a:lnTo>
                  <a:lnTo>
                    <a:pt x="390422" y="1530532"/>
                  </a:lnTo>
                  <a:lnTo>
                    <a:pt x="390331" y="1530248"/>
                  </a:lnTo>
                  <a:lnTo>
                    <a:pt x="390238" y="1529960"/>
                  </a:lnTo>
                  <a:lnTo>
                    <a:pt x="390143" y="1529670"/>
                  </a:lnTo>
                  <a:lnTo>
                    <a:pt x="390044" y="1529377"/>
                  </a:lnTo>
                  <a:lnTo>
                    <a:pt x="389942" y="1529081"/>
                  </a:lnTo>
                  <a:lnTo>
                    <a:pt x="389838" y="1528782"/>
                  </a:lnTo>
                  <a:lnTo>
                    <a:pt x="389731" y="1528481"/>
                  </a:lnTo>
                  <a:lnTo>
                    <a:pt x="389622" y="1528177"/>
                  </a:lnTo>
                  <a:lnTo>
                    <a:pt x="389524" y="1527857"/>
                  </a:lnTo>
                  <a:lnTo>
                    <a:pt x="389424" y="1527538"/>
                  </a:lnTo>
                  <a:lnTo>
                    <a:pt x="389324" y="1527218"/>
                  </a:lnTo>
                  <a:lnTo>
                    <a:pt x="389222" y="1526899"/>
                  </a:lnTo>
                  <a:lnTo>
                    <a:pt x="389118" y="1526579"/>
                  </a:lnTo>
                  <a:lnTo>
                    <a:pt x="389013" y="1526260"/>
                  </a:lnTo>
                  <a:lnTo>
                    <a:pt x="388907" y="1525940"/>
                  </a:lnTo>
                  <a:lnTo>
                    <a:pt x="388799" y="1525621"/>
                  </a:lnTo>
                  <a:lnTo>
                    <a:pt x="388690" y="1525301"/>
                  </a:lnTo>
                  <a:lnTo>
                    <a:pt x="388580" y="1524982"/>
                  </a:lnTo>
                  <a:lnTo>
                    <a:pt x="388483" y="1524649"/>
                  </a:lnTo>
                  <a:lnTo>
                    <a:pt x="388385" y="1524318"/>
                  </a:lnTo>
                  <a:lnTo>
                    <a:pt x="388288" y="1523988"/>
                  </a:lnTo>
                  <a:lnTo>
                    <a:pt x="388191" y="1523659"/>
                  </a:lnTo>
                  <a:lnTo>
                    <a:pt x="388094" y="1523332"/>
                  </a:lnTo>
                  <a:lnTo>
                    <a:pt x="387996" y="1523007"/>
                  </a:lnTo>
                  <a:lnTo>
                    <a:pt x="387899" y="1522682"/>
                  </a:lnTo>
                  <a:lnTo>
                    <a:pt x="387802" y="1522359"/>
                  </a:lnTo>
                  <a:lnTo>
                    <a:pt x="387705" y="1522038"/>
                  </a:lnTo>
                  <a:lnTo>
                    <a:pt x="387607" y="1521717"/>
                  </a:lnTo>
                  <a:lnTo>
                    <a:pt x="387372" y="1520978"/>
                  </a:lnTo>
                  <a:lnTo>
                    <a:pt x="387138" y="1520234"/>
                  </a:lnTo>
                  <a:lnTo>
                    <a:pt x="386905" y="1519484"/>
                  </a:lnTo>
                  <a:lnTo>
                    <a:pt x="386674" y="1518728"/>
                  </a:lnTo>
                  <a:lnTo>
                    <a:pt x="386444" y="1517967"/>
                  </a:lnTo>
                  <a:lnTo>
                    <a:pt x="386216" y="1517200"/>
                  </a:lnTo>
                  <a:lnTo>
                    <a:pt x="385989" y="1516428"/>
                  </a:lnTo>
                  <a:lnTo>
                    <a:pt x="385763" y="1515650"/>
                  </a:lnTo>
                  <a:lnTo>
                    <a:pt x="385538" y="1514867"/>
                  </a:lnTo>
                  <a:lnTo>
                    <a:pt x="385316" y="1514078"/>
                  </a:lnTo>
                  <a:lnTo>
                    <a:pt x="385330" y="1514855"/>
                  </a:lnTo>
                  <a:lnTo>
                    <a:pt x="385346" y="1515631"/>
                  </a:lnTo>
                  <a:lnTo>
                    <a:pt x="385363" y="1516405"/>
                  </a:lnTo>
                  <a:lnTo>
                    <a:pt x="385382" y="1517178"/>
                  </a:lnTo>
                  <a:lnTo>
                    <a:pt x="385402" y="1517950"/>
                  </a:lnTo>
                  <a:lnTo>
                    <a:pt x="385424" y="1518720"/>
                  </a:lnTo>
                  <a:lnTo>
                    <a:pt x="385447" y="1519489"/>
                  </a:lnTo>
                  <a:lnTo>
                    <a:pt x="385471" y="1520256"/>
                  </a:lnTo>
                  <a:lnTo>
                    <a:pt x="385497" y="1521022"/>
                  </a:lnTo>
                  <a:lnTo>
                    <a:pt x="385524" y="1521787"/>
                  </a:lnTo>
                  <a:lnTo>
                    <a:pt x="385551" y="1522443"/>
                  </a:lnTo>
                  <a:lnTo>
                    <a:pt x="385577" y="1523107"/>
                  </a:lnTo>
                  <a:lnTo>
                    <a:pt x="385601" y="1523777"/>
                  </a:lnTo>
                  <a:lnTo>
                    <a:pt x="385624" y="1524454"/>
                  </a:lnTo>
                  <a:lnTo>
                    <a:pt x="385645" y="1525138"/>
                  </a:lnTo>
                  <a:lnTo>
                    <a:pt x="385666" y="1525829"/>
                  </a:lnTo>
                  <a:lnTo>
                    <a:pt x="385684" y="1526527"/>
                  </a:lnTo>
                  <a:lnTo>
                    <a:pt x="385702" y="1527232"/>
                  </a:lnTo>
                  <a:lnTo>
                    <a:pt x="385718" y="1527944"/>
                  </a:lnTo>
                  <a:lnTo>
                    <a:pt x="385732" y="1528663"/>
                  </a:lnTo>
                  <a:lnTo>
                    <a:pt x="385745" y="1529363"/>
                  </a:lnTo>
                  <a:lnTo>
                    <a:pt x="385757" y="1530046"/>
                  </a:lnTo>
                  <a:lnTo>
                    <a:pt x="385768" y="1530713"/>
                  </a:lnTo>
                  <a:lnTo>
                    <a:pt x="385777" y="1531363"/>
                  </a:lnTo>
                  <a:lnTo>
                    <a:pt x="385784" y="1531997"/>
                  </a:lnTo>
                  <a:lnTo>
                    <a:pt x="385791" y="1532613"/>
                  </a:lnTo>
                  <a:lnTo>
                    <a:pt x="385795" y="1533213"/>
                  </a:lnTo>
                  <a:lnTo>
                    <a:pt x="385799" y="1533797"/>
                  </a:lnTo>
                  <a:lnTo>
                    <a:pt x="385801" y="1534363"/>
                  </a:lnTo>
                  <a:lnTo>
                    <a:pt x="385802" y="1534914"/>
                  </a:lnTo>
                  <a:lnTo>
                    <a:pt x="385802" y="1600200"/>
                  </a:lnTo>
                  <a:lnTo>
                    <a:pt x="373995" y="1600200"/>
                  </a:lnTo>
                  <a:lnTo>
                    <a:pt x="373995" y="1502340"/>
                  </a:lnTo>
                  <a:lnTo>
                    <a:pt x="391427" y="1502340"/>
                  </a:lnTo>
                  <a:lnTo>
                    <a:pt x="417472" y="1570196"/>
                  </a:lnTo>
                  <a:lnTo>
                    <a:pt x="417572" y="1570482"/>
                  </a:lnTo>
                  <a:lnTo>
                    <a:pt x="417675" y="1570785"/>
                  </a:lnTo>
                  <a:lnTo>
                    <a:pt x="417783" y="1571104"/>
                  </a:lnTo>
                  <a:lnTo>
                    <a:pt x="417895" y="1571440"/>
                  </a:lnTo>
                  <a:lnTo>
                    <a:pt x="418011" y="1571793"/>
                  </a:lnTo>
                  <a:lnTo>
                    <a:pt x="418131" y="1572163"/>
                  </a:lnTo>
                  <a:lnTo>
                    <a:pt x="418255" y="1572549"/>
                  </a:lnTo>
                  <a:lnTo>
                    <a:pt x="418384" y="1572952"/>
                  </a:lnTo>
                  <a:lnTo>
                    <a:pt x="418516" y="1573371"/>
                  </a:lnTo>
                  <a:lnTo>
                    <a:pt x="418653" y="1573807"/>
                  </a:lnTo>
                  <a:lnTo>
                    <a:pt x="418791" y="1574239"/>
                  </a:lnTo>
                  <a:lnTo>
                    <a:pt x="418928" y="1574674"/>
                  </a:lnTo>
                  <a:lnTo>
                    <a:pt x="419063" y="1575112"/>
                  </a:lnTo>
                  <a:lnTo>
                    <a:pt x="419198" y="1575552"/>
                  </a:lnTo>
                  <a:lnTo>
                    <a:pt x="419330" y="1575995"/>
                  </a:lnTo>
                  <a:lnTo>
                    <a:pt x="419461" y="1576441"/>
                  </a:lnTo>
                  <a:lnTo>
                    <a:pt x="419591" y="1576890"/>
                  </a:lnTo>
                  <a:lnTo>
                    <a:pt x="419720" y="1577341"/>
                  </a:lnTo>
                  <a:lnTo>
                    <a:pt x="419847" y="1577795"/>
                  </a:lnTo>
                  <a:lnTo>
                    <a:pt x="419973" y="1578252"/>
                  </a:lnTo>
                  <a:lnTo>
                    <a:pt x="420096" y="1578709"/>
                  </a:lnTo>
                  <a:lnTo>
                    <a:pt x="420217" y="1579161"/>
                  </a:lnTo>
                  <a:lnTo>
                    <a:pt x="420335" y="1579609"/>
                  </a:lnTo>
                  <a:lnTo>
                    <a:pt x="420450" y="1580053"/>
                  </a:lnTo>
                  <a:lnTo>
                    <a:pt x="420563" y="1580492"/>
                  </a:lnTo>
                  <a:lnTo>
                    <a:pt x="420673" y="1580928"/>
                  </a:lnTo>
                  <a:lnTo>
                    <a:pt x="420780" y="1581359"/>
                  </a:lnTo>
                  <a:lnTo>
                    <a:pt x="420884" y="1581786"/>
                  </a:lnTo>
                  <a:lnTo>
                    <a:pt x="420985" y="1582209"/>
                  </a:lnTo>
                  <a:lnTo>
                    <a:pt x="421084" y="1582628"/>
                  </a:lnTo>
                  <a:lnTo>
                    <a:pt x="421192" y="1583022"/>
                  </a:lnTo>
                  <a:lnTo>
                    <a:pt x="421292" y="1583397"/>
                  </a:lnTo>
                  <a:lnTo>
                    <a:pt x="421386" y="1583755"/>
                  </a:lnTo>
                  <a:lnTo>
                    <a:pt x="421473" y="1584095"/>
                  </a:lnTo>
                  <a:lnTo>
                    <a:pt x="421553" y="1584416"/>
                  </a:lnTo>
                  <a:lnTo>
                    <a:pt x="421626" y="1584720"/>
                  </a:lnTo>
                  <a:lnTo>
                    <a:pt x="421692" y="1585005"/>
                  </a:lnTo>
                  <a:lnTo>
                    <a:pt x="421751" y="1585273"/>
                  </a:lnTo>
                  <a:lnTo>
                    <a:pt x="421803" y="1585522"/>
                  </a:lnTo>
                  <a:lnTo>
                    <a:pt x="421848" y="1585753"/>
                  </a:lnTo>
                  <a:lnTo>
                    <a:pt x="421893" y="1585521"/>
                  </a:lnTo>
                  <a:lnTo>
                    <a:pt x="421945" y="1585270"/>
                  </a:lnTo>
                  <a:lnTo>
                    <a:pt x="422004" y="1584999"/>
                  </a:lnTo>
                  <a:lnTo>
                    <a:pt x="422070" y="1584709"/>
                  </a:lnTo>
                  <a:lnTo>
                    <a:pt x="422143" y="1584399"/>
                  </a:lnTo>
                  <a:lnTo>
                    <a:pt x="422223" y="1584070"/>
                  </a:lnTo>
                  <a:lnTo>
                    <a:pt x="422310" y="1583721"/>
                  </a:lnTo>
                  <a:lnTo>
                    <a:pt x="422403" y="1583353"/>
                  </a:lnTo>
                  <a:lnTo>
                    <a:pt x="422504" y="1582965"/>
                  </a:lnTo>
                  <a:lnTo>
                    <a:pt x="422612" y="1582558"/>
                  </a:lnTo>
                  <a:lnTo>
                    <a:pt x="422724" y="1582140"/>
                  </a:lnTo>
                  <a:lnTo>
                    <a:pt x="422840" y="1581717"/>
                  </a:lnTo>
                  <a:lnTo>
                    <a:pt x="422958" y="1581289"/>
                  </a:lnTo>
                  <a:lnTo>
                    <a:pt x="423079" y="1580858"/>
                  </a:lnTo>
                  <a:lnTo>
                    <a:pt x="423202" y="1580423"/>
                  </a:lnTo>
                  <a:lnTo>
                    <a:pt x="423329" y="1579983"/>
                  </a:lnTo>
                  <a:lnTo>
                    <a:pt x="423458" y="1579539"/>
                  </a:lnTo>
                  <a:lnTo>
                    <a:pt x="423590" y="1579091"/>
                  </a:lnTo>
                  <a:lnTo>
                    <a:pt x="423724" y="1578639"/>
                  </a:lnTo>
                  <a:lnTo>
                    <a:pt x="423862" y="1578183"/>
                  </a:lnTo>
                  <a:lnTo>
                    <a:pt x="424014" y="1577726"/>
                  </a:lnTo>
                  <a:lnTo>
                    <a:pt x="424165" y="1577272"/>
                  </a:lnTo>
                  <a:lnTo>
                    <a:pt x="424314" y="1576820"/>
                  </a:lnTo>
                  <a:lnTo>
                    <a:pt x="424462" y="1576372"/>
                  </a:lnTo>
                  <a:lnTo>
                    <a:pt x="424609" y="1575926"/>
                  </a:lnTo>
                  <a:lnTo>
                    <a:pt x="424754" y="1575483"/>
                  </a:lnTo>
                  <a:lnTo>
                    <a:pt x="424898" y="1575042"/>
                  </a:lnTo>
                  <a:lnTo>
                    <a:pt x="425040" y="1574605"/>
                  </a:lnTo>
                  <a:lnTo>
                    <a:pt x="425181" y="1574170"/>
                  </a:lnTo>
                  <a:lnTo>
                    <a:pt x="425321" y="1573738"/>
                  </a:lnTo>
                  <a:lnTo>
                    <a:pt x="425458" y="1573315"/>
                  </a:lnTo>
                  <a:lnTo>
                    <a:pt x="425593" y="1572907"/>
                  </a:lnTo>
                  <a:lnTo>
                    <a:pt x="425725" y="1572515"/>
                  </a:lnTo>
                  <a:lnTo>
                    <a:pt x="425854" y="1572138"/>
                  </a:lnTo>
                  <a:lnTo>
                    <a:pt x="425980" y="1571776"/>
                  </a:lnTo>
                  <a:lnTo>
                    <a:pt x="426104" y="1571429"/>
                  </a:lnTo>
                  <a:lnTo>
                    <a:pt x="426225" y="1571098"/>
                  </a:lnTo>
                  <a:lnTo>
                    <a:pt x="426343" y="1570782"/>
                  </a:lnTo>
                  <a:lnTo>
                    <a:pt x="426458" y="1570481"/>
                  </a:lnTo>
                  <a:lnTo>
                    <a:pt x="426571" y="1570196"/>
                  </a:lnTo>
                  <a:lnTo>
                    <a:pt x="452129" y="1502340"/>
                  </a:lnTo>
                  <a:lnTo>
                    <a:pt x="469145" y="1502340"/>
                  </a:lnTo>
                  <a:lnTo>
                    <a:pt x="469145" y="1600200"/>
                  </a:lnTo>
                  <a:close/>
                </a:path>
              </a:pathLst>
            </a:custGeom>
            <a:solidFill>
              <a:srgbClr val="7F8C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h54"/>
            <p:cNvSpPr/>
            <p:nvPr/>
          </p:nvSpPr>
          <p:spPr>
            <a:xfrm>
              <a:off x="4251094" y="4400498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h55"/>
            <p:cNvSpPr/>
            <p:nvPr/>
          </p:nvSpPr>
          <p:spPr>
            <a:xfrm>
              <a:off x="4316033" y="4400498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h56"/>
            <p:cNvSpPr/>
            <p:nvPr/>
          </p:nvSpPr>
          <p:spPr>
            <a:xfrm>
              <a:off x="4380972" y="4400498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h57"/>
            <p:cNvSpPr/>
            <p:nvPr/>
          </p:nvSpPr>
          <p:spPr>
            <a:xfrm>
              <a:off x="4445911" y="4400498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h58"/>
            <p:cNvSpPr/>
            <p:nvPr/>
          </p:nvSpPr>
          <p:spPr>
            <a:xfrm>
              <a:off x="210892" y="2736353"/>
              <a:ext cx="457200" cy="1600200"/>
            </a:xfrm>
            <a:custGeom>
              <a:avLst/>
              <a:pathLst>
                <a:path w="457200" h="1600200">
                  <a:moveTo>
                    <a:pt x="457200" y="1600200"/>
                  </a:moveTo>
                  <a:lnTo>
                    <a:pt x="338695" y="1600200"/>
                  </a:lnTo>
                  <a:lnTo>
                    <a:pt x="338695" y="1552971"/>
                  </a:lnTo>
                  <a:lnTo>
                    <a:pt x="457200" y="1552971"/>
                  </a:lnTo>
                  <a:close/>
                  <a:moveTo>
                    <a:pt x="451296" y="1594296"/>
                  </a:moveTo>
                  <a:lnTo>
                    <a:pt x="451296" y="1558875"/>
                  </a:lnTo>
                  <a:lnTo>
                    <a:pt x="344599" y="1558875"/>
                  </a:lnTo>
                  <a:lnTo>
                    <a:pt x="344599" y="1594296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h59"/>
            <p:cNvSpPr/>
            <p:nvPr/>
          </p:nvSpPr>
          <p:spPr>
            <a:xfrm>
              <a:off x="210892" y="2671414"/>
              <a:ext cx="457200" cy="1600200"/>
            </a:xfrm>
            <a:custGeom>
              <a:avLst/>
              <a:pathLst>
                <a:path w="457200" h="1600200">
                  <a:moveTo>
                    <a:pt x="457200" y="1600200"/>
                  </a:moveTo>
                  <a:lnTo>
                    <a:pt x="338695" y="1600200"/>
                  </a:lnTo>
                  <a:lnTo>
                    <a:pt x="338695" y="1552971"/>
                  </a:lnTo>
                  <a:lnTo>
                    <a:pt x="457200" y="1552971"/>
                  </a:lnTo>
                  <a:close/>
                  <a:moveTo>
                    <a:pt x="451296" y="1594296"/>
                  </a:moveTo>
                  <a:lnTo>
                    <a:pt x="451296" y="1558875"/>
                  </a:lnTo>
                  <a:lnTo>
                    <a:pt x="344599" y="1558875"/>
                  </a:lnTo>
                  <a:lnTo>
                    <a:pt x="344599" y="1594296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h60"/>
            <p:cNvSpPr/>
            <p:nvPr/>
          </p:nvSpPr>
          <p:spPr>
            <a:xfrm>
              <a:off x="210892" y="2606475"/>
              <a:ext cx="457200" cy="1600200"/>
            </a:xfrm>
            <a:custGeom>
              <a:avLst/>
              <a:pathLst>
                <a:path w="457200" h="1600200">
                  <a:moveTo>
                    <a:pt x="457200" y="1600200"/>
                  </a:moveTo>
                  <a:lnTo>
                    <a:pt x="338695" y="1600200"/>
                  </a:lnTo>
                  <a:lnTo>
                    <a:pt x="338695" y="1552971"/>
                  </a:lnTo>
                  <a:lnTo>
                    <a:pt x="457200" y="1552971"/>
                  </a:lnTo>
                  <a:close/>
                  <a:moveTo>
                    <a:pt x="451296" y="1594296"/>
                  </a:moveTo>
                  <a:lnTo>
                    <a:pt x="451296" y="1558875"/>
                  </a:lnTo>
                  <a:lnTo>
                    <a:pt x="344599" y="1558875"/>
                  </a:lnTo>
                  <a:lnTo>
                    <a:pt x="344599" y="1594296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h61"/>
            <p:cNvSpPr/>
            <p:nvPr/>
          </p:nvSpPr>
          <p:spPr>
            <a:xfrm>
              <a:off x="210892" y="2541537"/>
              <a:ext cx="457200" cy="1600200"/>
            </a:xfrm>
            <a:custGeom>
              <a:avLst/>
              <a:pathLst>
                <a:path w="457200" h="1600200">
                  <a:moveTo>
                    <a:pt x="457200" y="1600200"/>
                  </a:moveTo>
                  <a:lnTo>
                    <a:pt x="338695" y="1600200"/>
                  </a:lnTo>
                  <a:lnTo>
                    <a:pt x="338695" y="1552971"/>
                  </a:lnTo>
                  <a:lnTo>
                    <a:pt x="457200" y="1552971"/>
                  </a:lnTo>
                  <a:close/>
                  <a:moveTo>
                    <a:pt x="451296" y="1594296"/>
                  </a:moveTo>
                  <a:lnTo>
                    <a:pt x="451296" y="1558875"/>
                  </a:lnTo>
                  <a:lnTo>
                    <a:pt x="344599" y="1558875"/>
                  </a:lnTo>
                  <a:lnTo>
                    <a:pt x="344599" y="1594296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h62"/>
            <p:cNvSpPr/>
            <p:nvPr/>
          </p:nvSpPr>
          <p:spPr>
            <a:xfrm>
              <a:off x="247789" y="2398463"/>
              <a:ext cx="457200" cy="1625984"/>
            </a:xfrm>
            <a:custGeom>
              <a:avLst/>
              <a:pathLst>
                <a:path w="457200" h="1625984">
                  <a:moveTo>
                    <a:pt x="457200" y="1600200"/>
                  </a:moveTo>
                  <a:lnTo>
                    <a:pt x="455273" y="1601518"/>
                  </a:lnTo>
                  <a:lnTo>
                    <a:pt x="453348" y="1602801"/>
                  </a:lnTo>
                  <a:lnTo>
                    <a:pt x="451425" y="1604046"/>
                  </a:lnTo>
                  <a:lnTo>
                    <a:pt x="449504" y="1605256"/>
                  </a:lnTo>
                  <a:lnTo>
                    <a:pt x="447585" y="1606429"/>
                  </a:lnTo>
                  <a:lnTo>
                    <a:pt x="445667" y="1607565"/>
                  </a:lnTo>
                  <a:lnTo>
                    <a:pt x="443751" y="1608665"/>
                  </a:lnTo>
                  <a:lnTo>
                    <a:pt x="441836" y="1609728"/>
                  </a:lnTo>
                  <a:lnTo>
                    <a:pt x="439924" y="1610756"/>
                  </a:lnTo>
                  <a:lnTo>
                    <a:pt x="438013" y="1611746"/>
                  </a:lnTo>
                  <a:lnTo>
                    <a:pt x="436098" y="1612702"/>
                  </a:lnTo>
                  <a:lnTo>
                    <a:pt x="434172" y="1613625"/>
                  </a:lnTo>
                  <a:lnTo>
                    <a:pt x="432236" y="1614515"/>
                  </a:lnTo>
                  <a:lnTo>
                    <a:pt x="430290" y="1615372"/>
                  </a:lnTo>
                  <a:lnTo>
                    <a:pt x="428333" y="1616195"/>
                  </a:lnTo>
                  <a:lnTo>
                    <a:pt x="426366" y="1616986"/>
                  </a:lnTo>
                  <a:lnTo>
                    <a:pt x="424388" y="1617744"/>
                  </a:lnTo>
                  <a:lnTo>
                    <a:pt x="422400" y="1618469"/>
                  </a:lnTo>
                  <a:lnTo>
                    <a:pt x="420401" y="1619161"/>
                  </a:lnTo>
                  <a:lnTo>
                    <a:pt x="418393" y="1619820"/>
                  </a:lnTo>
                  <a:lnTo>
                    <a:pt x="416371" y="1620429"/>
                  </a:lnTo>
                  <a:lnTo>
                    <a:pt x="414333" y="1621008"/>
                  </a:lnTo>
                  <a:lnTo>
                    <a:pt x="412280" y="1621555"/>
                  </a:lnTo>
                  <a:lnTo>
                    <a:pt x="410211" y="1622070"/>
                  </a:lnTo>
                  <a:lnTo>
                    <a:pt x="408127" y="1622555"/>
                  </a:lnTo>
                  <a:lnTo>
                    <a:pt x="406026" y="1623008"/>
                  </a:lnTo>
                  <a:lnTo>
                    <a:pt x="403911" y="1623430"/>
                  </a:lnTo>
                  <a:lnTo>
                    <a:pt x="401779" y="1623821"/>
                  </a:lnTo>
                  <a:lnTo>
                    <a:pt x="399632" y="1624180"/>
                  </a:lnTo>
                  <a:lnTo>
                    <a:pt x="397470" y="1624508"/>
                  </a:lnTo>
                  <a:lnTo>
                    <a:pt x="395268" y="1624789"/>
                  </a:lnTo>
                  <a:lnTo>
                    <a:pt x="393039" y="1625039"/>
                  </a:lnTo>
                  <a:lnTo>
                    <a:pt x="390781" y="1625261"/>
                  </a:lnTo>
                  <a:lnTo>
                    <a:pt x="388496" y="1625453"/>
                  </a:lnTo>
                  <a:lnTo>
                    <a:pt x="386184" y="1625615"/>
                  </a:lnTo>
                  <a:lnTo>
                    <a:pt x="383843" y="1625748"/>
                  </a:lnTo>
                  <a:lnTo>
                    <a:pt x="381475" y="1625851"/>
                  </a:lnTo>
                  <a:lnTo>
                    <a:pt x="379079" y="1625925"/>
                  </a:lnTo>
                  <a:lnTo>
                    <a:pt x="376655" y="1625969"/>
                  </a:lnTo>
                  <a:lnTo>
                    <a:pt x="374203" y="1625984"/>
                  </a:lnTo>
                  <a:lnTo>
                    <a:pt x="371737" y="1625969"/>
                  </a:lnTo>
                  <a:lnTo>
                    <a:pt x="369303" y="1625925"/>
                  </a:lnTo>
                  <a:lnTo>
                    <a:pt x="366903" y="1625851"/>
                  </a:lnTo>
                  <a:lnTo>
                    <a:pt x="364535" y="1625748"/>
                  </a:lnTo>
                  <a:lnTo>
                    <a:pt x="362201" y="1625615"/>
                  </a:lnTo>
                  <a:lnTo>
                    <a:pt x="359899" y="1625453"/>
                  </a:lnTo>
                  <a:lnTo>
                    <a:pt x="357631" y="1625261"/>
                  </a:lnTo>
                  <a:lnTo>
                    <a:pt x="355395" y="1625039"/>
                  </a:lnTo>
                  <a:lnTo>
                    <a:pt x="353193" y="1624789"/>
                  </a:lnTo>
                  <a:lnTo>
                    <a:pt x="351023" y="1624508"/>
                  </a:lnTo>
                  <a:lnTo>
                    <a:pt x="348861" y="1624180"/>
                  </a:lnTo>
                  <a:lnTo>
                    <a:pt x="346717" y="1623821"/>
                  </a:lnTo>
                  <a:lnTo>
                    <a:pt x="344590" y="1623430"/>
                  </a:lnTo>
                  <a:lnTo>
                    <a:pt x="342480" y="1623008"/>
                  </a:lnTo>
                  <a:lnTo>
                    <a:pt x="340388" y="1622555"/>
                  </a:lnTo>
                  <a:lnTo>
                    <a:pt x="338313" y="1622070"/>
                  </a:lnTo>
                  <a:lnTo>
                    <a:pt x="336256" y="1621555"/>
                  </a:lnTo>
                  <a:lnTo>
                    <a:pt x="334215" y="1621008"/>
                  </a:lnTo>
                  <a:lnTo>
                    <a:pt x="332193" y="1620429"/>
                  </a:lnTo>
                  <a:lnTo>
                    <a:pt x="330187" y="1619820"/>
                  </a:lnTo>
                  <a:lnTo>
                    <a:pt x="328179" y="1619161"/>
                  </a:lnTo>
                  <a:lnTo>
                    <a:pt x="326183" y="1618469"/>
                  </a:lnTo>
                  <a:lnTo>
                    <a:pt x="324199" y="1617744"/>
                  </a:lnTo>
                  <a:lnTo>
                    <a:pt x="322228" y="1616986"/>
                  </a:lnTo>
                  <a:lnTo>
                    <a:pt x="320268" y="1616195"/>
                  </a:lnTo>
                  <a:lnTo>
                    <a:pt x="318321" y="1615372"/>
                  </a:lnTo>
                  <a:lnTo>
                    <a:pt x="316386" y="1614515"/>
                  </a:lnTo>
                  <a:lnTo>
                    <a:pt x="314463" y="1613625"/>
                  </a:lnTo>
                  <a:lnTo>
                    <a:pt x="312552" y="1612702"/>
                  </a:lnTo>
                  <a:lnTo>
                    <a:pt x="310653" y="1611746"/>
                  </a:lnTo>
                  <a:lnTo>
                    <a:pt x="308743" y="1610756"/>
                  </a:lnTo>
                  <a:lnTo>
                    <a:pt x="306830" y="1609728"/>
                  </a:lnTo>
                  <a:lnTo>
                    <a:pt x="304916" y="1608665"/>
                  </a:lnTo>
                  <a:lnTo>
                    <a:pt x="303000" y="1607565"/>
                  </a:lnTo>
                  <a:lnTo>
                    <a:pt x="301082" y="1606429"/>
                  </a:lnTo>
                  <a:lnTo>
                    <a:pt x="299162" y="1605256"/>
                  </a:lnTo>
                  <a:lnTo>
                    <a:pt x="297241" y="1604046"/>
                  </a:lnTo>
                  <a:lnTo>
                    <a:pt x="295318" y="1602801"/>
                  </a:lnTo>
                  <a:lnTo>
                    <a:pt x="293393" y="1601518"/>
                  </a:lnTo>
                  <a:lnTo>
                    <a:pt x="291467" y="1600200"/>
                  </a:lnTo>
                  <a:lnTo>
                    <a:pt x="291467" y="1575804"/>
                  </a:lnTo>
                  <a:lnTo>
                    <a:pt x="293479" y="1577173"/>
                  </a:lnTo>
                  <a:lnTo>
                    <a:pt x="295485" y="1578502"/>
                  </a:lnTo>
                  <a:lnTo>
                    <a:pt x="297486" y="1579792"/>
                  </a:lnTo>
                  <a:lnTo>
                    <a:pt x="299482" y="1581041"/>
                  </a:lnTo>
                  <a:lnTo>
                    <a:pt x="301473" y="1582250"/>
                  </a:lnTo>
                  <a:lnTo>
                    <a:pt x="303458" y="1583420"/>
                  </a:lnTo>
                  <a:lnTo>
                    <a:pt x="305438" y="1584549"/>
                  </a:lnTo>
                  <a:lnTo>
                    <a:pt x="307413" y="1585639"/>
                  </a:lnTo>
                  <a:lnTo>
                    <a:pt x="309383" y="1586688"/>
                  </a:lnTo>
                  <a:lnTo>
                    <a:pt x="311348" y="1587698"/>
                  </a:lnTo>
                  <a:lnTo>
                    <a:pt x="313313" y="1588670"/>
                  </a:lnTo>
                  <a:lnTo>
                    <a:pt x="315282" y="1589608"/>
                  </a:lnTo>
                  <a:lnTo>
                    <a:pt x="317258" y="1590511"/>
                  </a:lnTo>
                  <a:lnTo>
                    <a:pt x="319238" y="1591379"/>
                  </a:lnTo>
                  <a:lnTo>
                    <a:pt x="321223" y="1592212"/>
                  </a:lnTo>
                  <a:lnTo>
                    <a:pt x="323214" y="1593011"/>
                  </a:lnTo>
                  <a:lnTo>
                    <a:pt x="325210" y="1593775"/>
                  </a:lnTo>
                  <a:lnTo>
                    <a:pt x="327211" y="1594504"/>
                  </a:lnTo>
                  <a:lnTo>
                    <a:pt x="329217" y="1595199"/>
                  </a:lnTo>
                  <a:lnTo>
                    <a:pt x="331229" y="1595859"/>
                  </a:lnTo>
                  <a:lnTo>
                    <a:pt x="333249" y="1596467"/>
                  </a:lnTo>
                  <a:lnTo>
                    <a:pt x="335281" y="1597043"/>
                  </a:lnTo>
                  <a:lnTo>
                    <a:pt x="337326" y="1597585"/>
                  </a:lnTo>
                  <a:lnTo>
                    <a:pt x="339383" y="1598095"/>
                  </a:lnTo>
                  <a:lnTo>
                    <a:pt x="341452" y="1598572"/>
                  </a:lnTo>
                  <a:lnTo>
                    <a:pt x="343533" y="1599015"/>
                  </a:lnTo>
                  <a:lnTo>
                    <a:pt x="345626" y="1599426"/>
                  </a:lnTo>
                  <a:lnTo>
                    <a:pt x="347731" y="1599804"/>
                  </a:lnTo>
                  <a:lnTo>
                    <a:pt x="349848" y="1600148"/>
                  </a:lnTo>
                  <a:lnTo>
                    <a:pt x="351978" y="1600460"/>
                  </a:lnTo>
                  <a:lnTo>
                    <a:pt x="354108" y="1600740"/>
                  </a:lnTo>
                  <a:lnTo>
                    <a:pt x="356260" y="1600991"/>
                  </a:lnTo>
                  <a:lnTo>
                    <a:pt x="358435" y="1601213"/>
                  </a:lnTo>
                  <a:lnTo>
                    <a:pt x="360632" y="1601405"/>
                  </a:lnTo>
                  <a:lnTo>
                    <a:pt x="362852" y="1601567"/>
                  </a:lnTo>
                  <a:lnTo>
                    <a:pt x="365094" y="1601700"/>
                  </a:lnTo>
                  <a:lnTo>
                    <a:pt x="367359" y="1601803"/>
                  </a:lnTo>
                  <a:lnTo>
                    <a:pt x="369647" y="1601877"/>
                  </a:lnTo>
                  <a:lnTo>
                    <a:pt x="371957" y="1601921"/>
                  </a:lnTo>
                  <a:lnTo>
                    <a:pt x="374290" y="1601936"/>
                  </a:lnTo>
                  <a:lnTo>
                    <a:pt x="376640" y="1601921"/>
                  </a:lnTo>
                  <a:lnTo>
                    <a:pt x="378968" y="1601877"/>
                  </a:lnTo>
                  <a:lnTo>
                    <a:pt x="381272" y="1601803"/>
                  </a:lnTo>
                  <a:lnTo>
                    <a:pt x="383555" y="1601700"/>
                  </a:lnTo>
                  <a:lnTo>
                    <a:pt x="385815" y="1601567"/>
                  </a:lnTo>
                  <a:lnTo>
                    <a:pt x="388052" y="1601405"/>
                  </a:lnTo>
                  <a:lnTo>
                    <a:pt x="390267" y="1601213"/>
                  </a:lnTo>
                  <a:lnTo>
                    <a:pt x="392459" y="1600991"/>
                  </a:lnTo>
                  <a:lnTo>
                    <a:pt x="394628" y="1600740"/>
                  </a:lnTo>
                  <a:lnTo>
                    <a:pt x="396775" y="1600460"/>
                  </a:lnTo>
                  <a:lnTo>
                    <a:pt x="398888" y="1600148"/>
                  </a:lnTo>
                  <a:lnTo>
                    <a:pt x="400991" y="1599804"/>
                  </a:lnTo>
                  <a:lnTo>
                    <a:pt x="403083" y="1599426"/>
                  </a:lnTo>
                  <a:lnTo>
                    <a:pt x="405165" y="1599015"/>
                  </a:lnTo>
                  <a:lnTo>
                    <a:pt x="407237" y="1598572"/>
                  </a:lnTo>
                  <a:lnTo>
                    <a:pt x="409298" y="1598095"/>
                  </a:lnTo>
                  <a:lnTo>
                    <a:pt x="411348" y="1597585"/>
                  </a:lnTo>
                  <a:lnTo>
                    <a:pt x="413388" y="1597043"/>
                  </a:lnTo>
                  <a:lnTo>
                    <a:pt x="415418" y="1596467"/>
                  </a:lnTo>
                  <a:lnTo>
                    <a:pt x="417438" y="1595859"/>
                  </a:lnTo>
                  <a:lnTo>
                    <a:pt x="419448" y="1595199"/>
                  </a:lnTo>
                  <a:lnTo>
                    <a:pt x="421452" y="1594504"/>
                  </a:lnTo>
                  <a:lnTo>
                    <a:pt x="423449" y="1593775"/>
                  </a:lnTo>
                  <a:lnTo>
                    <a:pt x="425439" y="1593011"/>
                  </a:lnTo>
                  <a:lnTo>
                    <a:pt x="427421" y="1592212"/>
                  </a:lnTo>
                  <a:lnTo>
                    <a:pt x="429397" y="1591379"/>
                  </a:lnTo>
                  <a:lnTo>
                    <a:pt x="431366" y="1590511"/>
                  </a:lnTo>
                  <a:lnTo>
                    <a:pt x="433328" y="1589608"/>
                  </a:lnTo>
                  <a:lnTo>
                    <a:pt x="435284" y="1588670"/>
                  </a:lnTo>
                  <a:lnTo>
                    <a:pt x="437232" y="1587698"/>
                  </a:lnTo>
                  <a:lnTo>
                    <a:pt x="439197" y="1586688"/>
                  </a:lnTo>
                  <a:lnTo>
                    <a:pt x="441170" y="1585639"/>
                  </a:lnTo>
                  <a:lnTo>
                    <a:pt x="443149" y="1584549"/>
                  </a:lnTo>
                  <a:lnTo>
                    <a:pt x="445135" y="1583420"/>
                  </a:lnTo>
                  <a:lnTo>
                    <a:pt x="447129" y="1582250"/>
                  </a:lnTo>
                  <a:lnTo>
                    <a:pt x="449129" y="1581041"/>
                  </a:lnTo>
                  <a:lnTo>
                    <a:pt x="451136" y="1579792"/>
                  </a:lnTo>
                  <a:lnTo>
                    <a:pt x="453150" y="1578502"/>
                  </a:lnTo>
                  <a:lnTo>
                    <a:pt x="455171" y="1577173"/>
                  </a:lnTo>
                  <a:lnTo>
                    <a:pt x="457200" y="1575804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h63"/>
            <p:cNvSpPr/>
            <p:nvPr/>
          </p:nvSpPr>
          <p:spPr>
            <a:xfrm>
              <a:off x="210892" y="2260425"/>
              <a:ext cx="457200" cy="1701775"/>
            </a:xfrm>
            <a:custGeom>
              <a:avLst/>
              <a:pathLst>
                <a:path w="457200" h="1701775">
                  <a:moveTo>
                    <a:pt x="457200" y="1600200"/>
                  </a:moveTo>
                  <a:lnTo>
                    <a:pt x="383058" y="1600200"/>
                  </a:lnTo>
                  <a:lnTo>
                    <a:pt x="382170" y="1600199"/>
                  </a:lnTo>
                  <a:lnTo>
                    <a:pt x="381277" y="1600196"/>
                  </a:lnTo>
                  <a:lnTo>
                    <a:pt x="380378" y="1600192"/>
                  </a:lnTo>
                  <a:lnTo>
                    <a:pt x="379475" y="1600186"/>
                  </a:lnTo>
                  <a:lnTo>
                    <a:pt x="378566" y="1600178"/>
                  </a:lnTo>
                  <a:lnTo>
                    <a:pt x="377651" y="1600168"/>
                  </a:lnTo>
                  <a:lnTo>
                    <a:pt x="376732" y="1600157"/>
                  </a:lnTo>
                  <a:lnTo>
                    <a:pt x="375807" y="1600144"/>
                  </a:lnTo>
                  <a:lnTo>
                    <a:pt x="374878" y="1600129"/>
                  </a:lnTo>
                  <a:lnTo>
                    <a:pt x="373943" y="1600113"/>
                  </a:lnTo>
                  <a:lnTo>
                    <a:pt x="373013" y="1600078"/>
                  </a:lnTo>
                  <a:lnTo>
                    <a:pt x="372099" y="1600043"/>
                  </a:lnTo>
                  <a:lnTo>
                    <a:pt x="371200" y="1600009"/>
                  </a:lnTo>
                  <a:lnTo>
                    <a:pt x="370317" y="1599974"/>
                  </a:lnTo>
                  <a:lnTo>
                    <a:pt x="369450" y="1599939"/>
                  </a:lnTo>
                  <a:lnTo>
                    <a:pt x="368598" y="1599904"/>
                  </a:lnTo>
                  <a:lnTo>
                    <a:pt x="367762" y="1599870"/>
                  </a:lnTo>
                  <a:lnTo>
                    <a:pt x="366942" y="1599835"/>
                  </a:lnTo>
                  <a:lnTo>
                    <a:pt x="366137" y="1599800"/>
                  </a:lnTo>
                  <a:lnTo>
                    <a:pt x="365348" y="1599765"/>
                  </a:lnTo>
                  <a:lnTo>
                    <a:pt x="364430" y="1599714"/>
                  </a:lnTo>
                  <a:lnTo>
                    <a:pt x="363518" y="1599665"/>
                  </a:lnTo>
                  <a:lnTo>
                    <a:pt x="362610" y="1599617"/>
                  </a:lnTo>
                  <a:lnTo>
                    <a:pt x="361708" y="1599571"/>
                  </a:lnTo>
                  <a:lnTo>
                    <a:pt x="360812" y="1599527"/>
                  </a:lnTo>
                  <a:lnTo>
                    <a:pt x="359920" y="1599484"/>
                  </a:lnTo>
                  <a:lnTo>
                    <a:pt x="359034" y="1599443"/>
                  </a:lnTo>
                  <a:lnTo>
                    <a:pt x="358152" y="1599404"/>
                  </a:lnTo>
                  <a:lnTo>
                    <a:pt x="357276" y="1599367"/>
                  </a:lnTo>
                  <a:lnTo>
                    <a:pt x="356406" y="1599331"/>
                  </a:lnTo>
                  <a:lnTo>
                    <a:pt x="357770" y="1599694"/>
                  </a:lnTo>
                  <a:lnTo>
                    <a:pt x="359121" y="1600054"/>
                  </a:lnTo>
                  <a:lnTo>
                    <a:pt x="360458" y="1600410"/>
                  </a:lnTo>
                  <a:lnTo>
                    <a:pt x="361781" y="1600762"/>
                  </a:lnTo>
                  <a:lnTo>
                    <a:pt x="363091" y="1601111"/>
                  </a:lnTo>
                  <a:lnTo>
                    <a:pt x="364386" y="1601457"/>
                  </a:lnTo>
                  <a:lnTo>
                    <a:pt x="365667" y="1601799"/>
                  </a:lnTo>
                  <a:lnTo>
                    <a:pt x="366935" y="1602137"/>
                  </a:lnTo>
                  <a:lnTo>
                    <a:pt x="368188" y="1602472"/>
                  </a:lnTo>
                  <a:lnTo>
                    <a:pt x="369428" y="1602804"/>
                  </a:lnTo>
                  <a:lnTo>
                    <a:pt x="369951" y="1602944"/>
                  </a:lnTo>
                  <a:lnTo>
                    <a:pt x="370477" y="1603085"/>
                  </a:lnTo>
                  <a:lnTo>
                    <a:pt x="371006" y="1603229"/>
                  </a:lnTo>
                  <a:lnTo>
                    <a:pt x="371539" y="1603374"/>
                  </a:lnTo>
                  <a:lnTo>
                    <a:pt x="372076" y="1603520"/>
                  </a:lnTo>
                  <a:lnTo>
                    <a:pt x="372616" y="1603669"/>
                  </a:lnTo>
                  <a:lnTo>
                    <a:pt x="373159" y="1603819"/>
                  </a:lnTo>
                  <a:lnTo>
                    <a:pt x="373706" y="1603971"/>
                  </a:lnTo>
                  <a:lnTo>
                    <a:pt x="374257" y="1604124"/>
                  </a:lnTo>
                  <a:lnTo>
                    <a:pt x="374811" y="1604280"/>
                  </a:lnTo>
                  <a:lnTo>
                    <a:pt x="375365" y="1604436"/>
                  </a:lnTo>
                  <a:lnTo>
                    <a:pt x="375915" y="1604592"/>
                  </a:lnTo>
                  <a:lnTo>
                    <a:pt x="376462" y="1604749"/>
                  </a:lnTo>
                  <a:lnTo>
                    <a:pt x="377005" y="1604905"/>
                  </a:lnTo>
                  <a:lnTo>
                    <a:pt x="377545" y="1605061"/>
                  </a:lnTo>
                  <a:lnTo>
                    <a:pt x="378082" y="1605217"/>
                  </a:lnTo>
                  <a:lnTo>
                    <a:pt x="378615" y="1605374"/>
                  </a:lnTo>
                  <a:lnTo>
                    <a:pt x="379145" y="1605530"/>
                  </a:lnTo>
                  <a:lnTo>
                    <a:pt x="379671" y="1605686"/>
                  </a:lnTo>
                  <a:lnTo>
                    <a:pt x="380193" y="1605843"/>
                  </a:lnTo>
                  <a:lnTo>
                    <a:pt x="380711" y="1605981"/>
                  </a:lnTo>
                  <a:lnTo>
                    <a:pt x="381221" y="1606120"/>
                  </a:lnTo>
                  <a:lnTo>
                    <a:pt x="381725" y="1606259"/>
                  </a:lnTo>
                  <a:lnTo>
                    <a:pt x="382221" y="1606398"/>
                  </a:lnTo>
                  <a:lnTo>
                    <a:pt x="382711" y="1606537"/>
                  </a:lnTo>
                  <a:lnTo>
                    <a:pt x="383194" y="1606676"/>
                  </a:lnTo>
                  <a:lnTo>
                    <a:pt x="383669" y="1606815"/>
                  </a:lnTo>
                  <a:lnTo>
                    <a:pt x="384138" y="1606954"/>
                  </a:lnTo>
                  <a:lnTo>
                    <a:pt x="384600" y="1607093"/>
                  </a:lnTo>
                  <a:lnTo>
                    <a:pt x="385055" y="1607232"/>
                  </a:lnTo>
                  <a:lnTo>
                    <a:pt x="385500" y="1607369"/>
                  </a:lnTo>
                  <a:lnTo>
                    <a:pt x="385934" y="1607502"/>
                  </a:lnTo>
                  <a:lnTo>
                    <a:pt x="386355" y="1607633"/>
                  </a:lnTo>
                  <a:lnTo>
                    <a:pt x="386764" y="1607759"/>
                  </a:lnTo>
                  <a:lnTo>
                    <a:pt x="387160" y="1607883"/>
                  </a:lnTo>
                  <a:lnTo>
                    <a:pt x="387545" y="1608003"/>
                  </a:lnTo>
                  <a:lnTo>
                    <a:pt x="387917" y="1608119"/>
                  </a:lnTo>
                  <a:lnTo>
                    <a:pt x="388278" y="1608232"/>
                  </a:lnTo>
                  <a:lnTo>
                    <a:pt x="388626" y="1608341"/>
                  </a:lnTo>
                  <a:lnTo>
                    <a:pt x="388962" y="1608447"/>
                  </a:lnTo>
                  <a:lnTo>
                    <a:pt x="457200" y="1630498"/>
                  </a:lnTo>
                  <a:lnTo>
                    <a:pt x="457200" y="1648730"/>
                  </a:lnTo>
                  <a:lnTo>
                    <a:pt x="388962" y="1670781"/>
                  </a:lnTo>
                  <a:lnTo>
                    <a:pt x="388626" y="1670887"/>
                  </a:lnTo>
                  <a:lnTo>
                    <a:pt x="388278" y="1670997"/>
                  </a:lnTo>
                  <a:lnTo>
                    <a:pt x="387917" y="1671109"/>
                  </a:lnTo>
                  <a:lnTo>
                    <a:pt x="387545" y="1671226"/>
                  </a:lnTo>
                  <a:lnTo>
                    <a:pt x="387160" y="1671346"/>
                  </a:lnTo>
                  <a:lnTo>
                    <a:pt x="386764" y="1671469"/>
                  </a:lnTo>
                  <a:lnTo>
                    <a:pt x="386355" y="1671596"/>
                  </a:lnTo>
                  <a:lnTo>
                    <a:pt x="385934" y="1671726"/>
                  </a:lnTo>
                  <a:lnTo>
                    <a:pt x="385500" y="1671859"/>
                  </a:lnTo>
                  <a:lnTo>
                    <a:pt x="385055" y="1671997"/>
                  </a:lnTo>
                  <a:lnTo>
                    <a:pt x="384600" y="1672120"/>
                  </a:lnTo>
                  <a:lnTo>
                    <a:pt x="384138" y="1672247"/>
                  </a:lnTo>
                  <a:lnTo>
                    <a:pt x="383669" y="1672377"/>
                  </a:lnTo>
                  <a:lnTo>
                    <a:pt x="383194" y="1672511"/>
                  </a:lnTo>
                  <a:lnTo>
                    <a:pt x="382711" y="1672648"/>
                  </a:lnTo>
                  <a:lnTo>
                    <a:pt x="382221" y="1672788"/>
                  </a:lnTo>
                  <a:lnTo>
                    <a:pt x="381725" y="1672933"/>
                  </a:lnTo>
                  <a:lnTo>
                    <a:pt x="381221" y="1673080"/>
                  </a:lnTo>
                  <a:lnTo>
                    <a:pt x="380711" y="1673231"/>
                  </a:lnTo>
                  <a:lnTo>
                    <a:pt x="380193" y="1673386"/>
                  </a:lnTo>
                  <a:lnTo>
                    <a:pt x="379671" y="1673526"/>
                  </a:lnTo>
                  <a:lnTo>
                    <a:pt x="379145" y="1673667"/>
                  </a:lnTo>
                  <a:lnTo>
                    <a:pt x="378615" y="1673810"/>
                  </a:lnTo>
                  <a:lnTo>
                    <a:pt x="378082" y="1673955"/>
                  </a:lnTo>
                  <a:lnTo>
                    <a:pt x="377545" y="1674102"/>
                  </a:lnTo>
                  <a:lnTo>
                    <a:pt x="377005" y="1674250"/>
                  </a:lnTo>
                  <a:lnTo>
                    <a:pt x="376462" y="1674401"/>
                  </a:lnTo>
                  <a:lnTo>
                    <a:pt x="375915" y="1674553"/>
                  </a:lnTo>
                  <a:lnTo>
                    <a:pt x="375365" y="1674706"/>
                  </a:lnTo>
                  <a:lnTo>
                    <a:pt x="374811" y="1674862"/>
                  </a:lnTo>
                  <a:lnTo>
                    <a:pt x="374257" y="1675018"/>
                  </a:lnTo>
                  <a:lnTo>
                    <a:pt x="373706" y="1675174"/>
                  </a:lnTo>
                  <a:lnTo>
                    <a:pt x="373159" y="1675330"/>
                  </a:lnTo>
                  <a:lnTo>
                    <a:pt x="372616" y="1675487"/>
                  </a:lnTo>
                  <a:lnTo>
                    <a:pt x="372076" y="1675643"/>
                  </a:lnTo>
                  <a:lnTo>
                    <a:pt x="371539" y="1675799"/>
                  </a:lnTo>
                  <a:lnTo>
                    <a:pt x="371006" y="1675955"/>
                  </a:lnTo>
                  <a:lnTo>
                    <a:pt x="370477" y="1676112"/>
                  </a:lnTo>
                  <a:lnTo>
                    <a:pt x="369951" y="1676268"/>
                  </a:lnTo>
                  <a:lnTo>
                    <a:pt x="369428" y="1676424"/>
                  </a:lnTo>
                  <a:lnTo>
                    <a:pt x="368188" y="1676773"/>
                  </a:lnTo>
                  <a:lnTo>
                    <a:pt x="366935" y="1677126"/>
                  </a:lnTo>
                  <a:lnTo>
                    <a:pt x="365667" y="1677482"/>
                  </a:lnTo>
                  <a:lnTo>
                    <a:pt x="364386" y="1677841"/>
                  </a:lnTo>
                  <a:lnTo>
                    <a:pt x="363091" y="1678204"/>
                  </a:lnTo>
                  <a:lnTo>
                    <a:pt x="361781" y="1678570"/>
                  </a:lnTo>
                  <a:lnTo>
                    <a:pt x="360458" y="1678940"/>
                  </a:lnTo>
                  <a:lnTo>
                    <a:pt x="359121" y="1679314"/>
                  </a:lnTo>
                  <a:lnTo>
                    <a:pt x="357770" y="1679690"/>
                  </a:lnTo>
                  <a:lnTo>
                    <a:pt x="356406" y="1680071"/>
                  </a:lnTo>
                  <a:lnTo>
                    <a:pt x="357411" y="1680019"/>
                  </a:lnTo>
                  <a:lnTo>
                    <a:pt x="358413" y="1679966"/>
                  </a:lnTo>
                  <a:lnTo>
                    <a:pt x="359411" y="1679914"/>
                  </a:lnTo>
                  <a:lnTo>
                    <a:pt x="360406" y="1679862"/>
                  </a:lnTo>
                  <a:lnTo>
                    <a:pt x="361398" y="1679810"/>
                  </a:lnTo>
                  <a:lnTo>
                    <a:pt x="362386" y="1679758"/>
                  </a:lnTo>
                  <a:lnTo>
                    <a:pt x="363370" y="1679706"/>
                  </a:lnTo>
                  <a:lnTo>
                    <a:pt x="364351" y="1679654"/>
                  </a:lnTo>
                  <a:lnTo>
                    <a:pt x="365329" y="1679602"/>
                  </a:lnTo>
                  <a:lnTo>
                    <a:pt x="366303" y="1679550"/>
                  </a:lnTo>
                  <a:lnTo>
                    <a:pt x="367141" y="1679515"/>
                  </a:lnTo>
                  <a:lnTo>
                    <a:pt x="367987" y="1679480"/>
                  </a:lnTo>
                  <a:lnTo>
                    <a:pt x="368842" y="1679446"/>
                  </a:lnTo>
                  <a:lnTo>
                    <a:pt x="369706" y="1679411"/>
                  </a:lnTo>
                  <a:lnTo>
                    <a:pt x="370578" y="1679376"/>
                  </a:lnTo>
                  <a:lnTo>
                    <a:pt x="371460" y="1679341"/>
                  </a:lnTo>
                  <a:lnTo>
                    <a:pt x="372349" y="1679307"/>
                  </a:lnTo>
                  <a:lnTo>
                    <a:pt x="373248" y="1679272"/>
                  </a:lnTo>
                  <a:lnTo>
                    <a:pt x="374155" y="1679237"/>
                  </a:lnTo>
                  <a:lnTo>
                    <a:pt x="375071" y="1679202"/>
                  </a:lnTo>
                  <a:lnTo>
                    <a:pt x="375979" y="1679169"/>
                  </a:lnTo>
                  <a:lnTo>
                    <a:pt x="376863" y="1679140"/>
                  </a:lnTo>
                  <a:lnTo>
                    <a:pt x="377723" y="1679114"/>
                  </a:lnTo>
                  <a:lnTo>
                    <a:pt x="378558" y="1679091"/>
                  </a:lnTo>
                  <a:lnTo>
                    <a:pt x="379369" y="1679072"/>
                  </a:lnTo>
                  <a:lnTo>
                    <a:pt x="380155" y="1679057"/>
                  </a:lnTo>
                  <a:lnTo>
                    <a:pt x="380917" y="1679044"/>
                  </a:lnTo>
                  <a:lnTo>
                    <a:pt x="381655" y="1679036"/>
                  </a:lnTo>
                  <a:lnTo>
                    <a:pt x="382369" y="1679031"/>
                  </a:lnTo>
                  <a:lnTo>
                    <a:pt x="383058" y="1679029"/>
                  </a:lnTo>
                  <a:lnTo>
                    <a:pt x="457200" y="1679029"/>
                  </a:lnTo>
                  <a:lnTo>
                    <a:pt x="457200" y="1701775"/>
                  </a:lnTo>
                  <a:lnTo>
                    <a:pt x="334875" y="1701775"/>
                  </a:lnTo>
                  <a:lnTo>
                    <a:pt x="334875" y="1667482"/>
                  </a:lnTo>
                  <a:lnTo>
                    <a:pt x="403287" y="1645604"/>
                  </a:lnTo>
                  <a:lnTo>
                    <a:pt x="403837" y="1645430"/>
                  </a:lnTo>
                  <a:lnTo>
                    <a:pt x="404412" y="1645254"/>
                  </a:lnTo>
                  <a:lnTo>
                    <a:pt x="405011" y="1645076"/>
                  </a:lnTo>
                  <a:lnTo>
                    <a:pt x="405634" y="1644896"/>
                  </a:lnTo>
                  <a:lnTo>
                    <a:pt x="406282" y="1644715"/>
                  </a:lnTo>
                  <a:lnTo>
                    <a:pt x="406954" y="1644531"/>
                  </a:lnTo>
                  <a:lnTo>
                    <a:pt x="407650" y="1644347"/>
                  </a:lnTo>
                  <a:lnTo>
                    <a:pt x="408370" y="1644160"/>
                  </a:lnTo>
                  <a:lnTo>
                    <a:pt x="409115" y="1643971"/>
                  </a:lnTo>
                  <a:lnTo>
                    <a:pt x="409885" y="1643781"/>
                  </a:lnTo>
                  <a:lnTo>
                    <a:pt x="410663" y="1643574"/>
                  </a:lnTo>
                  <a:lnTo>
                    <a:pt x="411437" y="1643368"/>
                  </a:lnTo>
                  <a:lnTo>
                    <a:pt x="412205" y="1643164"/>
                  </a:lnTo>
                  <a:lnTo>
                    <a:pt x="412968" y="1642962"/>
                  </a:lnTo>
                  <a:lnTo>
                    <a:pt x="413726" y="1642761"/>
                  </a:lnTo>
                  <a:lnTo>
                    <a:pt x="414479" y="1642562"/>
                  </a:lnTo>
                  <a:lnTo>
                    <a:pt x="415226" y="1642365"/>
                  </a:lnTo>
                  <a:lnTo>
                    <a:pt x="415969" y="1642170"/>
                  </a:lnTo>
                  <a:lnTo>
                    <a:pt x="416706" y="1641976"/>
                  </a:lnTo>
                  <a:lnTo>
                    <a:pt x="417438" y="1641785"/>
                  </a:lnTo>
                  <a:lnTo>
                    <a:pt x="418292" y="1641574"/>
                  </a:lnTo>
                  <a:lnTo>
                    <a:pt x="419153" y="1641361"/>
                  </a:lnTo>
                  <a:lnTo>
                    <a:pt x="420021" y="1641144"/>
                  </a:lnTo>
                  <a:lnTo>
                    <a:pt x="420896" y="1640923"/>
                  </a:lnTo>
                  <a:lnTo>
                    <a:pt x="421778" y="1640699"/>
                  </a:lnTo>
                  <a:lnTo>
                    <a:pt x="422667" y="1640472"/>
                  </a:lnTo>
                  <a:lnTo>
                    <a:pt x="423563" y="1640241"/>
                  </a:lnTo>
                  <a:lnTo>
                    <a:pt x="424466" y="1640007"/>
                  </a:lnTo>
                  <a:lnTo>
                    <a:pt x="425376" y="1639769"/>
                  </a:lnTo>
                  <a:lnTo>
                    <a:pt x="426293" y="1639527"/>
                  </a:lnTo>
                  <a:lnTo>
                    <a:pt x="425393" y="1639285"/>
                  </a:lnTo>
                  <a:lnTo>
                    <a:pt x="424501" y="1639045"/>
                  </a:lnTo>
                  <a:lnTo>
                    <a:pt x="423615" y="1638806"/>
                  </a:lnTo>
                  <a:lnTo>
                    <a:pt x="422737" y="1638569"/>
                  </a:lnTo>
                  <a:lnTo>
                    <a:pt x="421865" y="1638334"/>
                  </a:lnTo>
                  <a:lnTo>
                    <a:pt x="421001" y="1638100"/>
                  </a:lnTo>
                  <a:lnTo>
                    <a:pt x="420143" y="1637868"/>
                  </a:lnTo>
                  <a:lnTo>
                    <a:pt x="419292" y="1637638"/>
                  </a:lnTo>
                  <a:lnTo>
                    <a:pt x="418448" y="1637410"/>
                  </a:lnTo>
                  <a:lnTo>
                    <a:pt x="417611" y="1637183"/>
                  </a:lnTo>
                  <a:lnTo>
                    <a:pt x="417246" y="1637079"/>
                  </a:lnTo>
                  <a:lnTo>
                    <a:pt x="416878" y="1636975"/>
                  </a:lnTo>
                  <a:lnTo>
                    <a:pt x="416510" y="1636871"/>
                  </a:lnTo>
                  <a:lnTo>
                    <a:pt x="416139" y="1636767"/>
                  </a:lnTo>
                  <a:lnTo>
                    <a:pt x="415766" y="1636662"/>
                  </a:lnTo>
                  <a:lnTo>
                    <a:pt x="415392" y="1636558"/>
                  </a:lnTo>
                  <a:lnTo>
                    <a:pt x="415016" y="1636454"/>
                  </a:lnTo>
                  <a:lnTo>
                    <a:pt x="414639" y="1636350"/>
                  </a:lnTo>
                  <a:lnTo>
                    <a:pt x="414259" y="1636246"/>
                  </a:lnTo>
                  <a:lnTo>
                    <a:pt x="413878" y="1636141"/>
                  </a:lnTo>
                  <a:lnTo>
                    <a:pt x="413497" y="1636037"/>
                  </a:lnTo>
                  <a:lnTo>
                    <a:pt x="413118" y="1635933"/>
                  </a:lnTo>
                  <a:lnTo>
                    <a:pt x="412740" y="1635829"/>
                  </a:lnTo>
                  <a:lnTo>
                    <a:pt x="412364" y="1635725"/>
                  </a:lnTo>
                  <a:lnTo>
                    <a:pt x="411990" y="1635621"/>
                  </a:lnTo>
                  <a:lnTo>
                    <a:pt x="411617" y="1635516"/>
                  </a:lnTo>
                  <a:lnTo>
                    <a:pt x="411247" y="1635412"/>
                  </a:lnTo>
                  <a:lnTo>
                    <a:pt x="410878" y="1635308"/>
                  </a:lnTo>
                  <a:lnTo>
                    <a:pt x="410511" y="1635204"/>
                  </a:lnTo>
                  <a:lnTo>
                    <a:pt x="410145" y="1635100"/>
                  </a:lnTo>
                  <a:lnTo>
                    <a:pt x="409782" y="1634996"/>
                  </a:lnTo>
                  <a:lnTo>
                    <a:pt x="409423" y="1634891"/>
                  </a:lnTo>
                  <a:lnTo>
                    <a:pt x="409067" y="1634787"/>
                  </a:lnTo>
                  <a:lnTo>
                    <a:pt x="408714" y="1634683"/>
                  </a:lnTo>
                  <a:lnTo>
                    <a:pt x="408365" y="1634579"/>
                  </a:lnTo>
                  <a:lnTo>
                    <a:pt x="408020" y="1634475"/>
                  </a:lnTo>
                  <a:lnTo>
                    <a:pt x="407678" y="1634370"/>
                  </a:lnTo>
                  <a:lnTo>
                    <a:pt x="407339" y="1634266"/>
                  </a:lnTo>
                  <a:lnTo>
                    <a:pt x="407004" y="1634162"/>
                  </a:lnTo>
                  <a:lnTo>
                    <a:pt x="406672" y="1634058"/>
                  </a:lnTo>
                  <a:lnTo>
                    <a:pt x="406346" y="1633955"/>
                  </a:lnTo>
                  <a:lnTo>
                    <a:pt x="406026" y="1633853"/>
                  </a:lnTo>
                  <a:lnTo>
                    <a:pt x="405714" y="1633753"/>
                  </a:lnTo>
                  <a:lnTo>
                    <a:pt x="405408" y="1633655"/>
                  </a:lnTo>
                  <a:lnTo>
                    <a:pt x="405110" y="1633559"/>
                  </a:lnTo>
                  <a:lnTo>
                    <a:pt x="404818" y="1633464"/>
                  </a:lnTo>
                  <a:lnTo>
                    <a:pt x="404533" y="1633371"/>
                  </a:lnTo>
                  <a:lnTo>
                    <a:pt x="404255" y="1633280"/>
                  </a:lnTo>
                  <a:lnTo>
                    <a:pt x="403985" y="1633191"/>
                  </a:lnTo>
                  <a:lnTo>
                    <a:pt x="403721" y="1633103"/>
                  </a:lnTo>
                  <a:lnTo>
                    <a:pt x="334875" y="1611572"/>
                  </a:lnTo>
                  <a:lnTo>
                    <a:pt x="334875" y="1577454"/>
                  </a:lnTo>
                  <a:lnTo>
                    <a:pt x="457200" y="1577454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h64"/>
            <p:cNvSpPr/>
            <p:nvPr/>
          </p:nvSpPr>
          <p:spPr>
            <a:xfrm>
              <a:off x="175644" y="2114140"/>
              <a:ext cx="494183" cy="1706723"/>
            </a:xfrm>
            <a:custGeom>
              <a:avLst/>
              <a:pathLst>
                <a:path w="494183" h="1706723">
                  <a:moveTo>
                    <a:pt x="457200" y="1600200"/>
                  </a:moveTo>
                  <a:lnTo>
                    <a:pt x="458852" y="1600230"/>
                  </a:lnTo>
                  <a:lnTo>
                    <a:pt x="460474" y="1600321"/>
                  </a:lnTo>
                  <a:lnTo>
                    <a:pt x="462067" y="1600473"/>
                  </a:lnTo>
                  <a:lnTo>
                    <a:pt x="463631" y="1600686"/>
                  </a:lnTo>
                  <a:lnTo>
                    <a:pt x="465165" y="1600959"/>
                  </a:lnTo>
                  <a:lnTo>
                    <a:pt x="466669" y="1601293"/>
                  </a:lnTo>
                  <a:lnTo>
                    <a:pt x="468144" y="1601688"/>
                  </a:lnTo>
                  <a:lnTo>
                    <a:pt x="469590" y="1602144"/>
                  </a:lnTo>
                  <a:lnTo>
                    <a:pt x="471006" y="1602661"/>
                  </a:lnTo>
                  <a:lnTo>
                    <a:pt x="472392" y="1603238"/>
                  </a:lnTo>
                  <a:lnTo>
                    <a:pt x="473728" y="1603880"/>
                  </a:lnTo>
                  <a:lnTo>
                    <a:pt x="475025" y="1604589"/>
                  </a:lnTo>
                  <a:lnTo>
                    <a:pt x="476283" y="1605366"/>
                  </a:lnTo>
                  <a:lnTo>
                    <a:pt x="477504" y="1606211"/>
                  </a:lnTo>
                  <a:lnTo>
                    <a:pt x="478687" y="1607123"/>
                  </a:lnTo>
                  <a:lnTo>
                    <a:pt x="479831" y="1608103"/>
                  </a:lnTo>
                  <a:lnTo>
                    <a:pt x="480937" y="1609151"/>
                  </a:lnTo>
                  <a:lnTo>
                    <a:pt x="482005" y="1610267"/>
                  </a:lnTo>
                  <a:lnTo>
                    <a:pt x="483034" y="1611450"/>
                  </a:lnTo>
                  <a:lnTo>
                    <a:pt x="484026" y="1612701"/>
                  </a:lnTo>
                  <a:lnTo>
                    <a:pt x="484976" y="1614005"/>
                  </a:lnTo>
                  <a:lnTo>
                    <a:pt x="485884" y="1615382"/>
                  </a:lnTo>
                  <a:lnTo>
                    <a:pt x="486747" y="1616832"/>
                  </a:lnTo>
                  <a:lnTo>
                    <a:pt x="487568" y="1618355"/>
                  </a:lnTo>
                  <a:lnTo>
                    <a:pt x="488345" y="1619950"/>
                  </a:lnTo>
                  <a:lnTo>
                    <a:pt x="489078" y="1621619"/>
                  </a:lnTo>
                  <a:lnTo>
                    <a:pt x="489769" y="1623360"/>
                  </a:lnTo>
                  <a:lnTo>
                    <a:pt x="490415" y="1625175"/>
                  </a:lnTo>
                  <a:lnTo>
                    <a:pt x="491019" y="1627062"/>
                  </a:lnTo>
                  <a:lnTo>
                    <a:pt x="491579" y="1629023"/>
                  </a:lnTo>
                  <a:lnTo>
                    <a:pt x="492074" y="1631040"/>
                  </a:lnTo>
                  <a:lnTo>
                    <a:pt x="492516" y="1633134"/>
                  </a:lnTo>
                  <a:lnTo>
                    <a:pt x="492907" y="1635305"/>
                  </a:lnTo>
                  <a:lnTo>
                    <a:pt x="493246" y="1637551"/>
                  </a:lnTo>
                  <a:lnTo>
                    <a:pt x="493532" y="1639875"/>
                  </a:lnTo>
                  <a:lnTo>
                    <a:pt x="493767" y="1642274"/>
                  </a:lnTo>
                  <a:lnTo>
                    <a:pt x="493949" y="1644750"/>
                  </a:lnTo>
                  <a:lnTo>
                    <a:pt x="494079" y="1647303"/>
                  </a:lnTo>
                  <a:lnTo>
                    <a:pt x="494157" y="1649931"/>
                  </a:lnTo>
                  <a:lnTo>
                    <a:pt x="494183" y="1652637"/>
                  </a:lnTo>
                  <a:lnTo>
                    <a:pt x="494162" y="1655039"/>
                  </a:lnTo>
                  <a:lnTo>
                    <a:pt x="494096" y="1657384"/>
                  </a:lnTo>
                  <a:lnTo>
                    <a:pt x="493988" y="1659671"/>
                  </a:lnTo>
                  <a:lnTo>
                    <a:pt x="493836" y="1661902"/>
                  </a:lnTo>
                  <a:lnTo>
                    <a:pt x="493641" y="1664075"/>
                  </a:lnTo>
                  <a:lnTo>
                    <a:pt x="493402" y="1666190"/>
                  </a:lnTo>
                  <a:lnTo>
                    <a:pt x="493120" y="1668249"/>
                  </a:lnTo>
                  <a:lnTo>
                    <a:pt x="492794" y="1670250"/>
                  </a:lnTo>
                  <a:lnTo>
                    <a:pt x="492425" y="1672194"/>
                  </a:lnTo>
                  <a:lnTo>
                    <a:pt x="492013" y="1674080"/>
                  </a:lnTo>
                  <a:lnTo>
                    <a:pt x="491558" y="1675912"/>
                  </a:lnTo>
                  <a:lnTo>
                    <a:pt x="491061" y="1677692"/>
                  </a:lnTo>
                  <a:lnTo>
                    <a:pt x="490523" y="1679419"/>
                  </a:lnTo>
                  <a:lnTo>
                    <a:pt x="489943" y="1681095"/>
                  </a:lnTo>
                  <a:lnTo>
                    <a:pt x="489322" y="1682718"/>
                  </a:lnTo>
                  <a:lnTo>
                    <a:pt x="488658" y="1684290"/>
                  </a:lnTo>
                  <a:lnTo>
                    <a:pt x="487953" y="1685809"/>
                  </a:lnTo>
                  <a:lnTo>
                    <a:pt x="487207" y="1687276"/>
                  </a:lnTo>
                  <a:lnTo>
                    <a:pt x="486418" y="1688691"/>
                  </a:lnTo>
                  <a:lnTo>
                    <a:pt x="485588" y="1690054"/>
                  </a:lnTo>
                  <a:lnTo>
                    <a:pt x="484718" y="1691350"/>
                  </a:lnTo>
                  <a:lnTo>
                    <a:pt x="483807" y="1692596"/>
                  </a:lnTo>
                  <a:lnTo>
                    <a:pt x="482856" y="1693795"/>
                  </a:lnTo>
                  <a:lnTo>
                    <a:pt x="481866" y="1694944"/>
                  </a:lnTo>
                  <a:lnTo>
                    <a:pt x="480835" y="1696045"/>
                  </a:lnTo>
                  <a:lnTo>
                    <a:pt x="479765" y="1697097"/>
                  </a:lnTo>
                  <a:lnTo>
                    <a:pt x="478654" y="1698101"/>
                  </a:lnTo>
                  <a:lnTo>
                    <a:pt x="477504" y="1699056"/>
                  </a:lnTo>
                  <a:lnTo>
                    <a:pt x="476314" y="1699962"/>
                  </a:lnTo>
                  <a:lnTo>
                    <a:pt x="475084" y="1700820"/>
                  </a:lnTo>
                  <a:lnTo>
                    <a:pt x="473798" y="1701613"/>
                  </a:lnTo>
                  <a:lnTo>
                    <a:pt x="472476" y="1702362"/>
                  </a:lnTo>
                  <a:lnTo>
                    <a:pt x="471117" y="1703065"/>
                  </a:lnTo>
                  <a:lnTo>
                    <a:pt x="469722" y="1703723"/>
                  </a:lnTo>
                  <a:lnTo>
                    <a:pt x="468290" y="1704336"/>
                  </a:lnTo>
                  <a:lnTo>
                    <a:pt x="466822" y="1704904"/>
                  </a:lnTo>
                  <a:lnTo>
                    <a:pt x="465318" y="1705426"/>
                  </a:lnTo>
                  <a:lnTo>
                    <a:pt x="463777" y="1705904"/>
                  </a:lnTo>
                  <a:lnTo>
                    <a:pt x="462199" y="1706336"/>
                  </a:lnTo>
                  <a:lnTo>
                    <a:pt x="460585" y="1706723"/>
                  </a:lnTo>
                  <a:lnTo>
                    <a:pt x="456505" y="1681981"/>
                  </a:lnTo>
                  <a:lnTo>
                    <a:pt x="457314" y="1681763"/>
                  </a:lnTo>
                  <a:lnTo>
                    <a:pt x="458109" y="1681526"/>
                  </a:lnTo>
                  <a:lnTo>
                    <a:pt x="458891" y="1681270"/>
                  </a:lnTo>
                  <a:lnTo>
                    <a:pt x="459658" y="1680994"/>
                  </a:lnTo>
                  <a:lnTo>
                    <a:pt x="460412" y="1680700"/>
                  </a:lnTo>
                  <a:lnTo>
                    <a:pt x="461151" y="1680387"/>
                  </a:lnTo>
                  <a:lnTo>
                    <a:pt x="461877" y="1680054"/>
                  </a:lnTo>
                  <a:lnTo>
                    <a:pt x="462589" y="1679702"/>
                  </a:lnTo>
                  <a:lnTo>
                    <a:pt x="463287" y="1679332"/>
                  </a:lnTo>
                  <a:lnTo>
                    <a:pt x="463971" y="1678942"/>
                  </a:lnTo>
                  <a:lnTo>
                    <a:pt x="464640" y="1678528"/>
                  </a:lnTo>
                  <a:lnTo>
                    <a:pt x="465291" y="1678084"/>
                  </a:lnTo>
                  <a:lnTo>
                    <a:pt x="465925" y="1677611"/>
                  </a:lnTo>
                  <a:lnTo>
                    <a:pt x="466541" y="1677108"/>
                  </a:lnTo>
                  <a:lnTo>
                    <a:pt x="467140" y="1676576"/>
                  </a:lnTo>
                  <a:lnTo>
                    <a:pt x="467722" y="1676015"/>
                  </a:lnTo>
                  <a:lnTo>
                    <a:pt x="468286" y="1675423"/>
                  </a:lnTo>
                  <a:lnTo>
                    <a:pt x="468833" y="1674803"/>
                  </a:lnTo>
                  <a:lnTo>
                    <a:pt x="469362" y="1674152"/>
                  </a:lnTo>
                  <a:lnTo>
                    <a:pt x="469875" y="1673473"/>
                  </a:lnTo>
                  <a:lnTo>
                    <a:pt x="470350" y="1672744"/>
                  </a:lnTo>
                  <a:lnTo>
                    <a:pt x="470805" y="1671983"/>
                  </a:lnTo>
                  <a:lnTo>
                    <a:pt x="471239" y="1671188"/>
                  </a:lnTo>
                  <a:lnTo>
                    <a:pt x="471653" y="1670361"/>
                  </a:lnTo>
                  <a:lnTo>
                    <a:pt x="472045" y="1669501"/>
                  </a:lnTo>
                  <a:lnTo>
                    <a:pt x="472417" y="1668607"/>
                  </a:lnTo>
                  <a:lnTo>
                    <a:pt x="472767" y="1667681"/>
                  </a:lnTo>
                  <a:lnTo>
                    <a:pt x="473097" y="1666722"/>
                  </a:lnTo>
                  <a:lnTo>
                    <a:pt x="473406" y="1665729"/>
                  </a:lnTo>
                  <a:lnTo>
                    <a:pt x="473695" y="1664704"/>
                  </a:lnTo>
                  <a:lnTo>
                    <a:pt x="473942" y="1663623"/>
                  </a:lnTo>
                  <a:lnTo>
                    <a:pt x="474163" y="1662499"/>
                  </a:lnTo>
                  <a:lnTo>
                    <a:pt x="474359" y="1661331"/>
                  </a:lnTo>
                  <a:lnTo>
                    <a:pt x="474528" y="1660120"/>
                  </a:lnTo>
                  <a:lnTo>
                    <a:pt x="474671" y="1658866"/>
                  </a:lnTo>
                  <a:lnTo>
                    <a:pt x="474789" y="1657568"/>
                  </a:lnTo>
                  <a:lnTo>
                    <a:pt x="474880" y="1656226"/>
                  </a:lnTo>
                  <a:lnTo>
                    <a:pt x="474945" y="1654842"/>
                  </a:lnTo>
                  <a:lnTo>
                    <a:pt x="474984" y="1653414"/>
                  </a:lnTo>
                  <a:lnTo>
                    <a:pt x="474997" y="1651942"/>
                  </a:lnTo>
                  <a:lnTo>
                    <a:pt x="474958" y="1649399"/>
                  </a:lnTo>
                  <a:lnTo>
                    <a:pt x="474841" y="1646980"/>
                  </a:lnTo>
                  <a:lnTo>
                    <a:pt x="474645" y="1644683"/>
                  </a:lnTo>
                  <a:lnTo>
                    <a:pt x="474372" y="1642510"/>
                  </a:lnTo>
                  <a:lnTo>
                    <a:pt x="474020" y="1640461"/>
                  </a:lnTo>
                  <a:lnTo>
                    <a:pt x="473590" y="1638534"/>
                  </a:lnTo>
                  <a:lnTo>
                    <a:pt x="473083" y="1636731"/>
                  </a:lnTo>
                  <a:lnTo>
                    <a:pt x="472497" y="1635051"/>
                  </a:lnTo>
                  <a:lnTo>
                    <a:pt x="471832" y="1633494"/>
                  </a:lnTo>
                  <a:lnTo>
                    <a:pt x="471090" y="1632061"/>
                  </a:lnTo>
                  <a:lnTo>
                    <a:pt x="470247" y="1630742"/>
                  </a:lnTo>
                  <a:lnTo>
                    <a:pt x="469316" y="1629561"/>
                  </a:lnTo>
                  <a:lnTo>
                    <a:pt x="468296" y="1628519"/>
                  </a:lnTo>
                  <a:lnTo>
                    <a:pt x="467187" y="1627616"/>
                  </a:lnTo>
                  <a:lnTo>
                    <a:pt x="465990" y="1626852"/>
                  </a:lnTo>
                  <a:lnTo>
                    <a:pt x="464704" y="1626227"/>
                  </a:lnTo>
                  <a:lnTo>
                    <a:pt x="463330" y="1625741"/>
                  </a:lnTo>
                  <a:lnTo>
                    <a:pt x="461867" y="1625394"/>
                  </a:lnTo>
                  <a:lnTo>
                    <a:pt x="460315" y="1625185"/>
                  </a:lnTo>
                  <a:lnTo>
                    <a:pt x="458675" y="1625116"/>
                  </a:lnTo>
                  <a:lnTo>
                    <a:pt x="457687" y="1625144"/>
                  </a:lnTo>
                  <a:lnTo>
                    <a:pt x="456734" y="1625227"/>
                  </a:lnTo>
                  <a:lnTo>
                    <a:pt x="455818" y="1625366"/>
                  </a:lnTo>
                  <a:lnTo>
                    <a:pt x="454939" y="1625560"/>
                  </a:lnTo>
                  <a:lnTo>
                    <a:pt x="454096" y="1625810"/>
                  </a:lnTo>
                  <a:lnTo>
                    <a:pt x="453289" y="1626116"/>
                  </a:lnTo>
                  <a:lnTo>
                    <a:pt x="452519" y="1626477"/>
                  </a:lnTo>
                  <a:lnTo>
                    <a:pt x="451786" y="1626894"/>
                  </a:lnTo>
                  <a:lnTo>
                    <a:pt x="451088" y="1627366"/>
                  </a:lnTo>
                  <a:lnTo>
                    <a:pt x="450428" y="1627894"/>
                  </a:lnTo>
                  <a:lnTo>
                    <a:pt x="449797" y="1628468"/>
                  </a:lnTo>
                  <a:lnTo>
                    <a:pt x="449188" y="1629078"/>
                  </a:lnTo>
                  <a:lnTo>
                    <a:pt x="448602" y="1629725"/>
                  </a:lnTo>
                  <a:lnTo>
                    <a:pt x="448039" y="1630408"/>
                  </a:lnTo>
                  <a:lnTo>
                    <a:pt x="447498" y="1631128"/>
                  </a:lnTo>
                  <a:lnTo>
                    <a:pt x="446979" y="1631884"/>
                  </a:lnTo>
                  <a:lnTo>
                    <a:pt x="446484" y="1632677"/>
                  </a:lnTo>
                  <a:lnTo>
                    <a:pt x="446011" y="1633506"/>
                  </a:lnTo>
                  <a:lnTo>
                    <a:pt x="445560" y="1634371"/>
                  </a:lnTo>
                  <a:lnTo>
                    <a:pt x="445132" y="1635273"/>
                  </a:lnTo>
                  <a:lnTo>
                    <a:pt x="444722" y="1636207"/>
                  </a:lnTo>
                  <a:lnTo>
                    <a:pt x="444326" y="1637169"/>
                  </a:lnTo>
                  <a:lnTo>
                    <a:pt x="443944" y="1638159"/>
                  </a:lnTo>
                  <a:lnTo>
                    <a:pt x="443576" y="1639177"/>
                  </a:lnTo>
                  <a:lnTo>
                    <a:pt x="443222" y="1640222"/>
                  </a:lnTo>
                  <a:lnTo>
                    <a:pt x="442882" y="1641295"/>
                  </a:lnTo>
                  <a:lnTo>
                    <a:pt x="442555" y="1642396"/>
                  </a:lnTo>
                  <a:lnTo>
                    <a:pt x="442243" y="1643524"/>
                  </a:lnTo>
                  <a:lnTo>
                    <a:pt x="441944" y="1644681"/>
                  </a:lnTo>
                  <a:lnTo>
                    <a:pt x="441659" y="1645865"/>
                  </a:lnTo>
                  <a:lnTo>
                    <a:pt x="441382" y="1647068"/>
                  </a:lnTo>
                  <a:lnTo>
                    <a:pt x="441107" y="1648282"/>
                  </a:lnTo>
                  <a:lnTo>
                    <a:pt x="440834" y="1649506"/>
                  </a:lnTo>
                  <a:lnTo>
                    <a:pt x="440562" y="1650741"/>
                  </a:lnTo>
                  <a:lnTo>
                    <a:pt x="440292" y="1651985"/>
                  </a:lnTo>
                  <a:lnTo>
                    <a:pt x="440024" y="1653241"/>
                  </a:lnTo>
                  <a:lnTo>
                    <a:pt x="439757" y="1654507"/>
                  </a:lnTo>
                  <a:lnTo>
                    <a:pt x="439492" y="1655783"/>
                  </a:lnTo>
                  <a:lnTo>
                    <a:pt x="439229" y="1657069"/>
                  </a:lnTo>
                  <a:lnTo>
                    <a:pt x="438968" y="1658366"/>
                  </a:lnTo>
                  <a:lnTo>
                    <a:pt x="438724" y="1659408"/>
                  </a:lnTo>
                  <a:lnTo>
                    <a:pt x="438478" y="1660450"/>
                  </a:lnTo>
                  <a:lnTo>
                    <a:pt x="438231" y="1661492"/>
                  </a:lnTo>
                  <a:lnTo>
                    <a:pt x="437982" y="1662534"/>
                  </a:lnTo>
                  <a:lnTo>
                    <a:pt x="437731" y="1663575"/>
                  </a:lnTo>
                  <a:lnTo>
                    <a:pt x="437478" y="1664617"/>
                  </a:lnTo>
                  <a:lnTo>
                    <a:pt x="437224" y="1665659"/>
                  </a:lnTo>
                  <a:lnTo>
                    <a:pt x="436968" y="1666701"/>
                  </a:lnTo>
                  <a:lnTo>
                    <a:pt x="436710" y="1667743"/>
                  </a:lnTo>
                  <a:lnTo>
                    <a:pt x="436450" y="1668784"/>
                  </a:lnTo>
                  <a:lnTo>
                    <a:pt x="436185" y="1669822"/>
                  </a:lnTo>
                  <a:lnTo>
                    <a:pt x="435909" y="1670851"/>
                  </a:lnTo>
                  <a:lnTo>
                    <a:pt x="435622" y="1671871"/>
                  </a:lnTo>
                  <a:lnTo>
                    <a:pt x="435325" y="1672882"/>
                  </a:lnTo>
                  <a:lnTo>
                    <a:pt x="435018" y="1673885"/>
                  </a:lnTo>
                  <a:lnTo>
                    <a:pt x="434700" y="1674879"/>
                  </a:lnTo>
                  <a:lnTo>
                    <a:pt x="434372" y="1675864"/>
                  </a:lnTo>
                  <a:lnTo>
                    <a:pt x="434033" y="1676841"/>
                  </a:lnTo>
                  <a:lnTo>
                    <a:pt x="433684" y="1677809"/>
                  </a:lnTo>
                  <a:lnTo>
                    <a:pt x="433325" y="1678768"/>
                  </a:lnTo>
                  <a:lnTo>
                    <a:pt x="432953" y="1679700"/>
                  </a:lnTo>
                  <a:lnTo>
                    <a:pt x="432568" y="1680619"/>
                  </a:lnTo>
                  <a:lnTo>
                    <a:pt x="432169" y="1681527"/>
                  </a:lnTo>
                  <a:lnTo>
                    <a:pt x="431755" y="1682422"/>
                  </a:lnTo>
                  <a:lnTo>
                    <a:pt x="431328" y="1683305"/>
                  </a:lnTo>
                  <a:lnTo>
                    <a:pt x="430887" y="1684175"/>
                  </a:lnTo>
                  <a:lnTo>
                    <a:pt x="430432" y="1685034"/>
                  </a:lnTo>
                  <a:lnTo>
                    <a:pt x="429963" y="1685880"/>
                  </a:lnTo>
                  <a:lnTo>
                    <a:pt x="429481" y="1686715"/>
                  </a:lnTo>
                  <a:lnTo>
                    <a:pt x="428984" y="1687537"/>
                  </a:lnTo>
                  <a:lnTo>
                    <a:pt x="428469" y="1688342"/>
                  </a:lnTo>
                  <a:lnTo>
                    <a:pt x="427932" y="1689127"/>
                  </a:lnTo>
                  <a:lnTo>
                    <a:pt x="427372" y="1689891"/>
                  </a:lnTo>
                  <a:lnTo>
                    <a:pt x="426789" y="1690634"/>
                  </a:lnTo>
                  <a:lnTo>
                    <a:pt x="426184" y="1691357"/>
                  </a:lnTo>
                  <a:lnTo>
                    <a:pt x="425557" y="1692058"/>
                  </a:lnTo>
                  <a:lnTo>
                    <a:pt x="424906" y="1692739"/>
                  </a:lnTo>
                  <a:lnTo>
                    <a:pt x="424234" y="1693399"/>
                  </a:lnTo>
                  <a:lnTo>
                    <a:pt x="423538" y="1694038"/>
                  </a:lnTo>
                  <a:lnTo>
                    <a:pt x="422820" y="1694656"/>
                  </a:lnTo>
                  <a:lnTo>
                    <a:pt x="422061" y="1695234"/>
                  </a:lnTo>
                  <a:lnTo>
                    <a:pt x="421278" y="1695788"/>
                  </a:lnTo>
                  <a:lnTo>
                    <a:pt x="420471" y="1696317"/>
                  </a:lnTo>
                  <a:lnTo>
                    <a:pt x="419639" y="1696823"/>
                  </a:lnTo>
                  <a:lnTo>
                    <a:pt x="418783" y="1697304"/>
                  </a:lnTo>
                  <a:lnTo>
                    <a:pt x="417903" y="1697760"/>
                  </a:lnTo>
                  <a:lnTo>
                    <a:pt x="416998" y="1698193"/>
                  </a:lnTo>
                  <a:lnTo>
                    <a:pt x="416069" y="1698601"/>
                  </a:lnTo>
                  <a:lnTo>
                    <a:pt x="415116" y="1698984"/>
                  </a:lnTo>
                  <a:lnTo>
                    <a:pt x="414139" y="1699344"/>
                  </a:lnTo>
                  <a:lnTo>
                    <a:pt x="413131" y="1699657"/>
                  </a:lnTo>
                  <a:lnTo>
                    <a:pt x="412090" y="1699938"/>
                  </a:lnTo>
                  <a:lnTo>
                    <a:pt x="411013" y="1700185"/>
                  </a:lnTo>
                  <a:lnTo>
                    <a:pt x="409902" y="1700400"/>
                  </a:lnTo>
                  <a:lnTo>
                    <a:pt x="408756" y="1700581"/>
                  </a:lnTo>
                  <a:lnTo>
                    <a:pt x="407575" y="1700729"/>
                  </a:lnTo>
                  <a:lnTo>
                    <a:pt x="406360" y="1700845"/>
                  </a:lnTo>
                  <a:lnTo>
                    <a:pt x="405110" y="1700927"/>
                  </a:lnTo>
                  <a:lnTo>
                    <a:pt x="403825" y="1700977"/>
                  </a:lnTo>
                  <a:lnTo>
                    <a:pt x="402505" y="1700993"/>
                  </a:lnTo>
                  <a:lnTo>
                    <a:pt x="400708" y="1700957"/>
                  </a:lnTo>
                  <a:lnTo>
                    <a:pt x="398963" y="1700847"/>
                  </a:lnTo>
                  <a:lnTo>
                    <a:pt x="397270" y="1700665"/>
                  </a:lnTo>
                  <a:lnTo>
                    <a:pt x="395629" y="1700410"/>
                  </a:lnTo>
                  <a:lnTo>
                    <a:pt x="394041" y="1700082"/>
                  </a:lnTo>
                  <a:lnTo>
                    <a:pt x="392504" y="1699681"/>
                  </a:lnTo>
                  <a:lnTo>
                    <a:pt x="391019" y="1699207"/>
                  </a:lnTo>
                  <a:lnTo>
                    <a:pt x="389587" y="1698660"/>
                  </a:lnTo>
                  <a:lnTo>
                    <a:pt x="388207" y="1698040"/>
                  </a:lnTo>
                  <a:lnTo>
                    <a:pt x="386878" y="1697347"/>
                  </a:lnTo>
                  <a:lnTo>
                    <a:pt x="385600" y="1696590"/>
                  </a:lnTo>
                  <a:lnTo>
                    <a:pt x="384371" y="1695777"/>
                  </a:lnTo>
                  <a:lnTo>
                    <a:pt x="383190" y="1694909"/>
                  </a:lnTo>
                  <a:lnTo>
                    <a:pt x="382058" y="1693986"/>
                  </a:lnTo>
                  <a:lnTo>
                    <a:pt x="380975" y="1693006"/>
                  </a:lnTo>
                  <a:lnTo>
                    <a:pt x="379940" y="1691971"/>
                  </a:lnTo>
                  <a:lnTo>
                    <a:pt x="378954" y="1690881"/>
                  </a:lnTo>
                  <a:lnTo>
                    <a:pt x="378016" y="1689735"/>
                  </a:lnTo>
                  <a:lnTo>
                    <a:pt x="377127" y="1688533"/>
                  </a:lnTo>
                  <a:lnTo>
                    <a:pt x="376287" y="1687276"/>
                  </a:lnTo>
                  <a:lnTo>
                    <a:pt x="375476" y="1685950"/>
                  </a:lnTo>
                  <a:lnTo>
                    <a:pt x="374710" y="1684575"/>
                  </a:lnTo>
                  <a:lnTo>
                    <a:pt x="373989" y="1683151"/>
                  </a:lnTo>
                  <a:lnTo>
                    <a:pt x="373314" y="1681678"/>
                  </a:lnTo>
                  <a:lnTo>
                    <a:pt x="372684" y="1680157"/>
                  </a:lnTo>
                  <a:lnTo>
                    <a:pt x="372099" y="1678588"/>
                  </a:lnTo>
                  <a:lnTo>
                    <a:pt x="371559" y="1676970"/>
                  </a:lnTo>
                  <a:lnTo>
                    <a:pt x="371064" y="1675303"/>
                  </a:lnTo>
                  <a:lnTo>
                    <a:pt x="370614" y="1673587"/>
                  </a:lnTo>
                  <a:lnTo>
                    <a:pt x="370209" y="1671823"/>
                  </a:lnTo>
                  <a:lnTo>
                    <a:pt x="369847" y="1670018"/>
                  </a:lnTo>
                  <a:lnTo>
                    <a:pt x="369522" y="1668180"/>
                  </a:lnTo>
                  <a:lnTo>
                    <a:pt x="369235" y="1666309"/>
                  </a:lnTo>
                  <a:lnTo>
                    <a:pt x="368987" y="1664405"/>
                  </a:lnTo>
                  <a:lnTo>
                    <a:pt x="368777" y="1662469"/>
                  </a:lnTo>
                  <a:lnTo>
                    <a:pt x="368605" y="1660499"/>
                  </a:lnTo>
                  <a:lnTo>
                    <a:pt x="368471" y="1658496"/>
                  </a:lnTo>
                  <a:lnTo>
                    <a:pt x="368376" y="1656460"/>
                  </a:lnTo>
                  <a:lnTo>
                    <a:pt x="368319" y="1654391"/>
                  </a:lnTo>
                  <a:lnTo>
                    <a:pt x="368299" y="1652289"/>
                  </a:lnTo>
                  <a:lnTo>
                    <a:pt x="368319" y="1649928"/>
                  </a:lnTo>
                  <a:lnTo>
                    <a:pt x="368376" y="1647636"/>
                  </a:lnTo>
                  <a:lnTo>
                    <a:pt x="368471" y="1645413"/>
                  </a:lnTo>
                  <a:lnTo>
                    <a:pt x="368605" y="1643260"/>
                  </a:lnTo>
                  <a:lnTo>
                    <a:pt x="368777" y="1641177"/>
                  </a:lnTo>
                  <a:lnTo>
                    <a:pt x="368987" y="1639163"/>
                  </a:lnTo>
                  <a:lnTo>
                    <a:pt x="369235" y="1637218"/>
                  </a:lnTo>
                  <a:lnTo>
                    <a:pt x="369522" y="1635343"/>
                  </a:lnTo>
                  <a:lnTo>
                    <a:pt x="369847" y="1633537"/>
                  </a:lnTo>
                  <a:lnTo>
                    <a:pt x="370209" y="1631801"/>
                  </a:lnTo>
                  <a:lnTo>
                    <a:pt x="370594" y="1630110"/>
                  </a:lnTo>
                  <a:lnTo>
                    <a:pt x="371019" y="1628477"/>
                  </a:lnTo>
                  <a:lnTo>
                    <a:pt x="371483" y="1626902"/>
                  </a:lnTo>
                  <a:lnTo>
                    <a:pt x="371987" y="1625383"/>
                  </a:lnTo>
                  <a:lnTo>
                    <a:pt x="372532" y="1623922"/>
                  </a:lnTo>
                  <a:lnTo>
                    <a:pt x="373116" y="1622518"/>
                  </a:lnTo>
                  <a:lnTo>
                    <a:pt x="373740" y="1621172"/>
                  </a:lnTo>
                  <a:lnTo>
                    <a:pt x="374404" y="1619883"/>
                  </a:lnTo>
                  <a:lnTo>
                    <a:pt x="375109" y="1618651"/>
                  </a:lnTo>
                  <a:lnTo>
                    <a:pt x="375853" y="1617476"/>
                  </a:lnTo>
                  <a:lnTo>
                    <a:pt x="376636" y="1616338"/>
                  </a:lnTo>
                  <a:lnTo>
                    <a:pt x="377460" y="1615250"/>
                  </a:lnTo>
                  <a:lnTo>
                    <a:pt x="378324" y="1614213"/>
                  </a:lnTo>
                  <a:lnTo>
                    <a:pt x="379228" y="1613225"/>
                  </a:lnTo>
                  <a:lnTo>
                    <a:pt x="380172" y="1612289"/>
                  </a:lnTo>
                  <a:lnTo>
                    <a:pt x="381155" y="1611402"/>
                  </a:lnTo>
                  <a:lnTo>
                    <a:pt x="382179" y="1610566"/>
                  </a:lnTo>
                  <a:lnTo>
                    <a:pt x="383242" y="1609781"/>
                  </a:lnTo>
                  <a:lnTo>
                    <a:pt x="384346" y="1609045"/>
                  </a:lnTo>
                  <a:lnTo>
                    <a:pt x="385489" y="1608360"/>
                  </a:lnTo>
                  <a:lnTo>
                    <a:pt x="386655" y="1607701"/>
                  </a:lnTo>
                  <a:lnTo>
                    <a:pt x="387861" y="1607079"/>
                  </a:lnTo>
                  <a:lnTo>
                    <a:pt x="389107" y="1606493"/>
                  </a:lnTo>
                  <a:lnTo>
                    <a:pt x="390393" y="1605943"/>
                  </a:lnTo>
                  <a:lnTo>
                    <a:pt x="391718" y="1605430"/>
                  </a:lnTo>
                  <a:lnTo>
                    <a:pt x="393084" y="1604954"/>
                  </a:lnTo>
                  <a:lnTo>
                    <a:pt x="394489" y="1604513"/>
                  </a:lnTo>
                  <a:lnTo>
                    <a:pt x="395935" y="1604110"/>
                  </a:lnTo>
                  <a:lnTo>
                    <a:pt x="397420" y="1603742"/>
                  </a:lnTo>
                  <a:lnTo>
                    <a:pt x="398946" y="1603412"/>
                  </a:lnTo>
                  <a:lnTo>
                    <a:pt x="402332" y="1628241"/>
                  </a:lnTo>
                  <a:lnTo>
                    <a:pt x="400791" y="1628663"/>
                  </a:lnTo>
                  <a:lnTo>
                    <a:pt x="399328" y="1629165"/>
                  </a:lnTo>
                  <a:lnTo>
                    <a:pt x="397943" y="1629747"/>
                  </a:lnTo>
                  <a:lnTo>
                    <a:pt x="396636" y="1630408"/>
                  </a:lnTo>
                  <a:lnTo>
                    <a:pt x="395408" y="1631150"/>
                  </a:lnTo>
                  <a:lnTo>
                    <a:pt x="394258" y="1631971"/>
                  </a:lnTo>
                  <a:lnTo>
                    <a:pt x="393185" y="1632872"/>
                  </a:lnTo>
                  <a:lnTo>
                    <a:pt x="392191" y="1633853"/>
                  </a:lnTo>
                  <a:lnTo>
                    <a:pt x="391275" y="1634914"/>
                  </a:lnTo>
                  <a:lnTo>
                    <a:pt x="390438" y="1636055"/>
                  </a:lnTo>
                  <a:lnTo>
                    <a:pt x="389679" y="1637269"/>
                  </a:lnTo>
                  <a:lnTo>
                    <a:pt x="389000" y="1638586"/>
                  </a:lnTo>
                  <a:lnTo>
                    <a:pt x="388401" y="1640006"/>
                  </a:lnTo>
                  <a:lnTo>
                    <a:pt x="387882" y="1641528"/>
                  </a:lnTo>
                  <a:lnTo>
                    <a:pt x="387443" y="1643152"/>
                  </a:lnTo>
                  <a:lnTo>
                    <a:pt x="387083" y="1644879"/>
                  </a:lnTo>
                  <a:lnTo>
                    <a:pt x="386804" y="1646708"/>
                  </a:lnTo>
                  <a:lnTo>
                    <a:pt x="386604" y="1648640"/>
                  </a:lnTo>
                  <a:lnTo>
                    <a:pt x="386484" y="1650674"/>
                  </a:lnTo>
                  <a:lnTo>
                    <a:pt x="386444" y="1652810"/>
                  </a:lnTo>
                  <a:lnTo>
                    <a:pt x="386456" y="1654142"/>
                  </a:lnTo>
                  <a:lnTo>
                    <a:pt x="386493" y="1655429"/>
                  </a:lnTo>
                  <a:lnTo>
                    <a:pt x="386554" y="1656670"/>
                  </a:lnTo>
                  <a:lnTo>
                    <a:pt x="386639" y="1657866"/>
                  </a:lnTo>
                  <a:lnTo>
                    <a:pt x="386748" y="1659018"/>
                  </a:lnTo>
                  <a:lnTo>
                    <a:pt x="386882" y="1660124"/>
                  </a:lnTo>
                  <a:lnTo>
                    <a:pt x="387040" y="1661185"/>
                  </a:lnTo>
                  <a:lnTo>
                    <a:pt x="387222" y="1662200"/>
                  </a:lnTo>
                  <a:lnTo>
                    <a:pt x="387429" y="1663171"/>
                  </a:lnTo>
                  <a:lnTo>
                    <a:pt x="387660" y="1664096"/>
                  </a:lnTo>
                  <a:lnTo>
                    <a:pt x="387894" y="1664965"/>
                  </a:lnTo>
                  <a:lnTo>
                    <a:pt x="388146" y="1665798"/>
                  </a:lnTo>
                  <a:lnTo>
                    <a:pt x="388415" y="1666597"/>
                  </a:lnTo>
                  <a:lnTo>
                    <a:pt x="388701" y="1667361"/>
                  </a:lnTo>
                  <a:lnTo>
                    <a:pt x="389005" y="1668090"/>
                  </a:lnTo>
                  <a:lnTo>
                    <a:pt x="389326" y="1668784"/>
                  </a:lnTo>
                  <a:lnTo>
                    <a:pt x="389665" y="1669444"/>
                  </a:lnTo>
                  <a:lnTo>
                    <a:pt x="390021" y="1670069"/>
                  </a:lnTo>
                  <a:lnTo>
                    <a:pt x="390394" y="1670660"/>
                  </a:lnTo>
                  <a:lnTo>
                    <a:pt x="390785" y="1671215"/>
                  </a:lnTo>
                  <a:lnTo>
                    <a:pt x="391191" y="1671721"/>
                  </a:lnTo>
                  <a:lnTo>
                    <a:pt x="391611" y="1672198"/>
                  </a:lnTo>
                  <a:lnTo>
                    <a:pt x="392046" y="1672645"/>
                  </a:lnTo>
                  <a:lnTo>
                    <a:pt x="392493" y="1673063"/>
                  </a:lnTo>
                  <a:lnTo>
                    <a:pt x="392955" y="1673451"/>
                  </a:lnTo>
                  <a:lnTo>
                    <a:pt x="393431" y="1673809"/>
                  </a:lnTo>
                  <a:lnTo>
                    <a:pt x="393921" y="1674138"/>
                  </a:lnTo>
                  <a:lnTo>
                    <a:pt x="394424" y="1674438"/>
                  </a:lnTo>
                  <a:lnTo>
                    <a:pt x="394942" y="1674708"/>
                  </a:lnTo>
                  <a:lnTo>
                    <a:pt x="395473" y="1674948"/>
                  </a:lnTo>
                  <a:lnTo>
                    <a:pt x="395997" y="1675163"/>
                  </a:lnTo>
                  <a:lnTo>
                    <a:pt x="396529" y="1675355"/>
                  </a:lnTo>
                  <a:lnTo>
                    <a:pt x="397067" y="1675524"/>
                  </a:lnTo>
                  <a:lnTo>
                    <a:pt x="397612" y="1675671"/>
                  </a:lnTo>
                  <a:lnTo>
                    <a:pt x="398164" y="1675795"/>
                  </a:lnTo>
                  <a:lnTo>
                    <a:pt x="398723" y="1675896"/>
                  </a:lnTo>
                  <a:lnTo>
                    <a:pt x="399289" y="1675975"/>
                  </a:lnTo>
                  <a:lnTo>
                    <a:pt x="399862" y="1676032"/>
                  </a:lnTo>
                  <a:lnTo>
                    <a:pt x="400442" y="1676066"/>
                  </a:lnTo>
                  <a:lnTo>
                    <a:pt x="401029" y="1676077"/>
                  </a:lnTo>
                  <a:lnTo>
                    <a:pt x="401917" y="1676055"/>
                  </a:lnTo>
                  <a:lnTo>
                    <a:pt x="402773" y="1675990"/>
                  </a:lnTo>
                  <a:lnTo>
                    <a:pt x="403597" y="1675882"/>
                  </a:lnTo>
                  <a:lnTo>
                    <a:pt x="404391" y="1675730"/>
                  </a:lnTo>
                  <a:lnTo>
                    <a:pt x="405153" y="1675534"/>
                  </a:lnTo>
                  <a:lnTo>
                    <a:pt x="405884" y="1675296"/>
                  </a:lnTo>
                  <a:lnTo>
                    <a:pt x="406584" y="1675014"/>
                  </a:lnTo>
                  <a:lnTo>
                    <a:pt x="407252" y="1674688"/>
                  </a:lnTo>
                  <a:lnTo>
                    <a:pt x="407890" y="1674319"/>
                  </a:lnTo>
                  <a:lnTo>
                    <a:pt x="408495" y="1673907"/>
                  </a:lnTo>
                  <a:lnTo>
                    <a:pt x="409060" y="1673455"/>
                  </a:lnTo>
                  <a:lnTo>
                    <a:pt x="409607" y="1672969"/>
                  </a:lnTo>
                  <a:lnTo>
                    <a:pt x="410136" y="1672448"/>
                  </a:lnTo>
                  <a:lnTo>
                    <a:pt x="410649" y="1671892"/>
                  </a:lnTo>
                  <a:lnTo>
                    <a:pt x="411143" y="1671302"/>
                  </a:lnTo>
                  <a:lnTo>
                    <a:pt x="411621" y="1670677"/>
                  </a:lnTo>
                  <a:lnTo>
                    <a:pt x="412081" y="1670017"/>
                  </a:lnTo>
                  <a:lnTo>
                    <a:pt x="412524" y="1669323"/>
                  </a:lnTo>
                  <a:lnTo>
                    <a:pt x="412949" y="1668593"/>
                  </a:lnTo>
                  <a:lnTo>
                    <a:pt x="413357" y="1667829"/>
                  </a:lnTo>
                  <a:lnTo>
                    <a:pt x="413734" y="1667033"/>
                  </a:lnTo>
                  <a:lnTo>
                    <a:pt x="414100" y="1666208"/>
                  </a:lnTo>
                  <a:lnTo>
                    <a:pt x="414456" y="1665353"/>
                  </a:lnTo>
                  <a:lnTo>
                    <a:pt x="414802" y="1664468"/>
                  </a:lnTo>
                  <a:lnTo>
                    <a:pt x="415137" y="1663554"/>
                  </a:lnTo>
                  <a:lnTo>
                    <a:pt x="415462" y="1662610"/>
                  </a:lnTo>
                  <a:lnTo>
                    <a:pt x="415776" y="1661637"/>
                  </a:lnTo>
                  <a:lnTo>
                    <a:pt x="416080" y="1660634"/>
                  </a:lnTo>
                  <a:lnTo>
                    <a:pt x="416373" y="1659602"/>
                  </a:lnTo>
                  <a:lnTo>
                    <a:pt x="416656" y="1658540"/>
                  </a:lnTo>
                  <a:lnTo>
                    <a:pt x="416918" y="1657436"/>
                  </a:lnTo>
                  <a:lnTo>
                    <a:pt x="417181" y="1656311"/>
                  </a:lnTo>
                  <a:lnTo>
                    <a:pt x="417445" y="1655165"/>
                  </a:lnTo>
                  <a:lnTo>
                    <a:pt x="417712" y="1653998"/>
                  </a:lnTo>
                  <a:lnTo>
                    <a:pt x="417980" y="1652810"/>
                  </a:lnTo>
                  <a:lnTo>
                    <a:pt x="418250" y="1651602"/>
                  </a:lnTo>
                  <a:lnTo>
                    <a:pt x="418522" y="1650372"/>
                  </a:lnTo>
                  <a:lnTo>
                    <a:pt x="418795" y="1649122"/>
                  </a:lnTo>
                  <a:lnTo>
                    <a:pt x="419071" y="1647851"/>
                  </a:lnTo>
                  <a:lnTo>
                    <a:pt x="419348" y="1646559"/>
                  </a:lnTo>
                  <a:lnTo>
                    <a:pt x="419592" y="1645414"/>
                  </a:lnTo>
                  <a:lnTo>
                    <a:pt x="419841" y="1644271"/>
                  </a:lnTo>
                  <a:lnTo>
                    <a:pt x="420092" y="1643129"/>
                  </a:lnTo>
                  <a:lnTo>
                    <a:pt x="420348" y="1641989"/>
                  </a:lnTo>
                  <a:lnTo>
                    <a:pt x="420606" y="1640851"/>
                  </a:lnTo>
                  <a:lnTo>
                    <a:pt x="420869" y="1639715"/>
                  </a:lnTo>
                  <a:lnTo>
                    <a:pt x="421134" y="1638580"/>
                  </a:lnTo>
                  <a:lnTo>
                    <a:pt x="421403" y="1637447"/>
                  </a:lnTo>
                  <a:lnTo>
                    <a:pt x="421676" y="1636316"/>
                  </a:lnTo>
                  <a:lnTo>
                    <a:pt x="421952" y="1635187"/>
                  </a:lnTo>
                  <a:lnTo>
                    <a:pt x="422218" y="1634063"/>
                  </a:lnTo>
                  <a:lnTo>
                    <a:pt x="422494" y="1632950"/>
                  </a:lnTo>
                  <a:lnTo>
                    <a:pt x="422780" y="1631848"/>
                  </a:lnTo>
                  <a:lnTo>
                    <a:pt x="423077" y="1630755"/>
                  </a:lnTo>
                  <a:lnTo>
                    <a:pt x="423385" y="1629674"/>
                  </a:lnTo>
                  <a:lnTo>
                    <a:pt x="423702" y="1628602"/>
                  </a:lnTo>
                  <a:lnTo>
                    <a:pt x="424030" y="1627541"/>
                  </a:lnTo>
                  <a:lnTo>
                    <a:pt x="424369" y="1626491"/>
                  </a:lnTo>
                  <a:lnTo>
                    <a:pt x="424718" y="1625451"/>
                  </a:lnTo>
                  <a:lnTo>
                    <a:pt x="425077" y="1624421"/>
                  </a:lnTo>
                  <a:lnTo>
                    <a:pt x="425450" y="1623404"/>
                  </a:lnTo>
                  <a:lnTo>
                    <a:pt x="425838" y="1622400"/>
                  </a:lnTo>
                  <a:lnTo>
                    <a:pt x="426242" y="1621410"/>
                  </a:lnTo>
                  <a:lnTo>
                    <a:pt x="426661" y="1620435"/>
                  </a:lnTo>
                  <a:lnTo>
                    <a:pt x="427096" y="1619473"/>
                  </a:lnTo>
                  <a:lnTo>
                    <a:pt x="427546" y="1618525"/>
                  </a:lnTo>
                  <a:lnTo>
                    <a:pt x="428013" y="1617591"/>
                  </a:lnTo>
                  <a:lnTo>
                    <a:pt x="428495" y="1616670"/>
                  </a:lnTo>
                  <a:lnTo>
                    <a:pt x="428992" y="1615764"/>
                  </a:lnTo>
                  <a:lnTo>
                    <a:pt x="429505" y="1614871"/>
                  </a:lnTo>
                  <a:lnTo>
                    <a:pt x="430038" y="1613998"/>
                  </a:lnTo>
                  <a:lnTo>
                    <a:pt x="430595" y="1613149"/>
                  </a:lnTo>
                  <a:lnTo>
                    <a:pt x="431177" y="1612324"/>
                  </a:lnTo>
                  <a:lnTo>
                    <a:pt x="431783" y="1611524"/>
                  </a:lnTo>
                  <a:lnTo>
                    <a:pt x="432413" y="1610748"/>
                  </a:lnTo>
                  <a:lnTo>
                    <a:pt x="433068" y="1609996"/>
                  </a:lnTo>
                  <a:lnTo>
                    <a:pt x="433747" y="1609268"/>
                  </a:lnTo>
                  <a:lnTo>
                    <a:pt x="434450" y="1608565"/>
                  </a:lnTo>
                  <a:lnTo>
                    <a:pt x="435178" y="1607886"/>
                  </a:lnTo>
                  <a:lnTo>
                    <a:pt x="435929" y="1607232"/>
                  </a:lnTo>
                  <a:lnTo>
                    <a:pt x="436691" y="1606587"/>
                  </a:lnTo>
                  <a:lnTo>
                    <a:pt x="437482" y="1605971"/>
                  </a:lnTo>
                  <a:lnTo>
                    <a:pt x="438302" y="1605385"/>
                  </a:lnTo>
                  <a:lnTo>
                    <a:pt x="439152" y="1604829"/>
                  </a:lnTo>
                  <a:lnTo>
                    <a:pt x="440032" y="1604302"/>
                  </a:lnTo>
                  <a:lnTo>
                    <a:pt x="440941" y="1603804"/>
                  </a:lnTo>
                  <a:lnTo>
                    <a:pt x="441879" y="1603336"/>
                  </a:lnTo>
                  <a:lnTo>
                    <a:pt x="442847" y="1602898"/>
                  </a:lnTo>
                  <a:lnTo>
                    <a:pt x="443845" y="1602489"/>
                  </a:lnTo>
                  <a:lnTo>
                    <a:pt x="444872" y="1602109"/>
                  </a:lnTo>
                  <a:lnTo>
                    <a:pt x="445932" y="1601747"/>
                  </a:lnTo>
                  <a:lnTo>
                    <a:pt x="447032" y="1601422"/>
                  </a:lnTo>
                  <a:lnTo>
                    <a:pt x="448169" y="1601135"/>
                  </a:lnTo>
                  <a:lnTo>
                    <a:pt x="449344" y="1600887"/>
                  </a:lnTo>
                  <a:lnTo>
                    <a:pt x="450558" y="1600677"/>
                  </a:lnTo>
                  <a:lnTo>
                    <a:pt x="451810" y="1600505"/>
                  </a:lnTo>
                  <a:lnTo>
                    <a:pt x="453100" y="1600371"/>
                  </a:lnTo>
                  <a:lnTo>
                    <a:pt x="454428" y="1600276"/>
                  </a:lnTo>
                  <a:lnTo>
                    <a:pt x="455795" y="1600219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h65"/>
            <p:cNvSpPr/>
            <p:nvPr/>
          </p:nvSpPr>
          <p:spPr>
            <a:xfrm>
              <a:off x="210892" y="2095300"/>
              <a:ext cx="457200" cy="1600200"/>
            </a:xfrm>
            <a:custGeom>
              <a:avLst/>
              <a:pathLst>
                <a:path w="457200" h="1600200">
                  <a:moveTo>
                    <a:pt x="457200" y="1600200"/>
                  </a:moveTo>
                  <a:lnTo>
                    <a:pt x="334875" y="1600200"/>
                  </a:lnTo>
                  <a:lnTo>
                    <a:pt x="334875" y="1504007"/>
                  </a:lnTo>
                  <a:lnTo>
                    <a:pt x="354669" y="1504007"/>
                  </a:lnTo>
                  <a:lnTo>
                    <a:pt x="354669" y="1574589"/>
                  </a:lnTo>
                  <a:lnTo>
                    <a:pt x="385402" y="1574589"/>
                  </a:lnTo>
                  <a:lnTo>
                    <a:pt x="385402" y="1509303"/>
                  </a:lnTo>
                  <a:lnTo>
                    <a:pt x="405196" y="1509303"/>
                  </a:lnTo>
                  <a:lnTo>
                    <a:pt x="405196" y="1574589"/>
                  </a:lnTo>
                  <a:lnTo>
                    <a:pt x="437405" y="1574589"/>
                  </a:lnTo>
                  <a:lnTo>
                    <a:pt x="437405" y="1500447"/>
                  </a:lnTo>
                  <a:lnTo>
                    <a:pt x="457200" y="1500447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h66"/>
            <p:cNvSpPr/>
            <p:nvPr/>
          </p:nvSpPr>
          <p:spPr>
            <a:xfrm>
              <a:off x="247789" y="1988429"/>
              <a:ext cx="457200" cy="1600200"/>
            </a:xfrm>
            <a:custGeom>
              <a:avLst/>
              <a:pathLst>
                <a:path w="457200" h="1600200">
                  <a:moveTo>
                    <a:pt x="457200" y="1600200"/>
                  </a:moveTo>
                  <a:lnTo>
                    <a:pt x="455171" y="1598830"/>
                  </a:lnTo>
                  <a:lnTo>
                    <a:pt x="453150" y="1597501"/>
                  </a:lnTo>
                  <a:lnTo>
                    <a:pt x="451136" y="1596212"/>
                  </a:lnTo>
                  <a:lnTo>
                    <a:pt x="449129" y="1594963"/>
                  </a:lnTo>
                  <a:lnTo>
                    <a:pt x="447129" y="1593753"/>
                  </a:lnTo>
                  <a:lnTo>
                    <a:pt x="445135" y="1592584"/>
                  </a:lnTo>
                  <a:lnTo>
                    <a:pt x="443149" y="1591454"/>
                  </a:lnTo>
                  <a:lnTo>
                    <a:pt x="441170" y="1590365"/>
                  </a:lnTo>
                  <a:lnTo>
                    <a:pt x="439197" y="1589315"/>
                  </a:lnTo>
                  <a:lnTo>
                    <a:pt x="437232" y="1588306"/>
                  </a:lnTo>
                  <a:lnTo>
                    <a:pt x="435284" y="1587334"/>
                  </a:lnTo>
                  <a:lnTo>
                    <a:pt x="433328" y="1586399"/>
                  </a:lnTo>
                  <a:lnTo>
                    <a:pt x="431366" y="1585501"/>
                  </a:lnTo>
                  <a:lnTo>
                    <a:pt x="429397" y="1584639"/>
                  </a:lnTo>
                  <a:lnTo>
                    <a:pt x="427421" y="1583813"/>
                  </a:lnTo>
                  <a:lnTo>
                    <a:pt x="425439" y="1583024"/>
                  </a:lnTo>
                  <a:lnTo>
                    <a:pt x="423449" y="1582271"/>
                  </a:lnTo>
                  <a:lnTo>
                    <a:pt x="421452" y="1581555"/>
                  </a:lnTo>
                  <a:lnTo>
                    <a:pt x="419448" y="1580875"/>
                  </a:lnTo>
                  <a:lnTo>
                    <a:pt x="417438" y="1580232"/>
                  </a:lnTo>
                  <a:lnTo>
                    <a:pt x="415418" y="1579607"/>
                  </a:lnTo>
                  <a:lnTo>
                    <a:pt x="413388" y="1579016"/>
                  </a:lnTo>
                  <a:lnTo>
                    <a:pt x="411348" y="1578461"/>
                  </a:lnTo>
                  <a:lnTo>
                    <a:pt x="409298" y="1577940"/>
                  </a:lnTo>
                  <a:lnTo>
                    <a:pt x="407237" y="1577454"/>
                  </a:lnTo>
                  <a:lnTo>
                    <a:pt x="405165" y="1577002"/>
                  </a:lnTo>
                  <a:lnTo>
                    <a:pt x="403083" y="1576585"/>
                  </a:lnTo>
                  <a:lnTo>
                    <a:pt x="400991" y="1576203"/>
                  </a:lnTo>
                  <a:lnTo>
                    <a:pt x="398888" y="1575856"/>
                  </a:lnTo>
                  <a:lnTo>
                    <a:pt x="396775" y="1575544"/>
                  </a:lnTo>
                  <a:lnTo>
                    <a:pt x="394628" y="1575263"/>
                  </a:lnTo>
                  <a:lnTo>
                    <a:pt x="392459" y="1575012"/>
                  </a:lnTo>
                  <a:lnTo>
                    <a:pt x="390267" y="1574791"/>
                  </a:lnTo>
                  <a:lnTo>
                    <a:pt x="388052" y="1574599"/>
                  </a:lnTo>
                  <a:lnTo>
                    <a:pt x="385815" y="1574437"/>
                  </a:lnTo>
                  <a:lnTo>
                    <a:pt x="383555" y="1574304"/>
                  </a:lnTo>
                  <a:lnTo>
                    <a:pt x="381272" y="1574201"/>
                  </a:lnTo>
                  <a:lnTo>
                    <a:pt x="378968" y="1574127"/>
                  </a:lnTo>
                  <a:lnTo>
                    <a:pt x="376640" y="1574083"/>
                  </a:lnTo>
                  <a:lnTo>
                    <a:pt x="374290" y="1574068"/>
                  </a:lnTo>
                  <a:lnTo>
                    <a:pt x="371957" y="1574083"/>
                  </a:lnTo>
                  <a:lnTo>
                    <a:pt x="369647" y="1574127"/>
                  </a:lnTo>
                  <a:lnTo>
                    <a:pt x="367359" y="1574201"/>
                  </a:lnTo>
                  <a:lnTo>
                    <a:pt x="365094" y="1574304"/>
                  </a:lnTo>
                  <a:lnTo>
                    <a:pt x="362852" y="1574437"/>
                  </a:lnTo>
                  <a:lnTo>
                    <a:pt x="360632" y="1574599"/>
                  </a:lnTo>
                  <a:lnTo>
                    <a:pt x="358435" y="1574791"/>
                  </a:lnTo>
                  <a:lnTo>
                    <a:pt x="356260" y="1575012"/>
                  </a:lnTo>
                  <a:lnTo>
                    <a:pt x="354108" y="1575263"/>
                  </a:lnTo>
                  <a:lnTo>
                    <a:pt x="351978" y="1575544"/>
                  </a:lnTo>
                  <a:lnTo>
                    <a:pt x="349848" y="1575856"/>
                  </a:lnTo>
                  <a:lnTo>
                    <a:pt x="347731" y="1576203"/>
                  </a:lnTo>
                  <a:lnTo>
                    <a:pt x="345626" y="1576585"/>
                  </a:lnTo>
                  <a:lnTo>
                    <a:pt x="343533" y="1577002"/>
                  </a:lnTo>
                  <a:lnTo>
                    <a:pt x="341452" y="1577454"/>
                  </a:lnTo>
                  <a:lnTo>
                    <a:pt x="339383" y="1577940"/>
                  </a:lnTo>
                  <a:lnTo>
                    <a:pt x="337326" y="1578461"/>
                  </a:lnTo>
                  <a:lnTo>
                    <a:pt x="335281" y="1579016"/>
                  </a:lnTo>
                  <a:lnTo>
                    <a:pt x="333249" y="1579607"/>
                  </a:lnTo>
                  <a:lnTo>
                    <a:pt x="331229" y="1580232"/>
                  </a:lnTo>
                  <a:lnTo>
                    <a:pt x="329217" y="1580875"/>
                  </a:lnTo>
                  <a:lnTo>
                    <a:pt x="327211" y="1581555"/>
                  </a:lnTo>
                  <a:lnTo>
                    <a:pt x="325210" y="1582271"/>
                  </a:lnTo>
                  <a:lnTo>
                    <a:pt x="323214" y="1583024"/>
                  </a:lnTo>
                  <a:lnTo>
                    <a:pt x="321223" y="1583813"/>
                  </a:lnTo>
                  <a:lnTo>
                    <a:pt x="319238" y="1584639"/>
                  </a:lnTo>
                  <a:lnTo>
                    <a:pt x="317258" y="1585501"/>
                  </a:lnTo>
                  <a:lnTo>
                    <a:pt x="315282" y="1586399"/>
                  </a:lnTo>
                  <a:lnTo>
                    <a:pt x="313313" y="1587334"/>
                  </a:lnTo>
                  <a:lnTo>
                    <a:pt x="311348" y="1588306"/>
                  </a:lnTo>
                  <a:lnTo>
                    <a:pt x="309383" y="1589315"/>
                  </a:lnTo>
                  <a:lnTo>
                    <a:pt x="307413" y="1590365"/>
                  </a:lnTo>
                  <a:lnTo>
                    <a:pt x="305438" y="1591454"/>
                  </a:lnTo>
                  <a:lnTo>
                    <a:pt x="303458" y="1592584"/>
                  </a:lnTo>
                  <a:lnTo>
                    <a:pt x="301473" y="1593753"/>
                  </a:lnTo>
                  <a:lnTo>
                    <a:pt x="299482" y="1594963"/>
                  </a:lnTo>
                  <a:lnTo>
                    <a:pt x="297486" y="1596212"/>
                  </a:lnTo>
                  <a:lnTo>
                    <a:pt x="295485" y="1597501"/>
                  </a:lnTo>
                  <a:lnTo>
                    <a:pt x="293479" y="1598830"/>
                  </a:lnTo>
                  <a:lnTo>
                    <a:pt x="291467" y="1600200"/>
                  </a:lnTo>
                  <a:lnTo>
                    <a:pt x="291467" y="1575804"/>
                  </a:lnTo>
                  <a:lnTo>
                    <a:pt x="293393" y="1574485"/>
                  </a:lnTo>
                  <a:lnTo>
                    <a:pt x="295318" y="1573203"/>
                  </a:lnTo>
                  <a:lnTo>
                    <a:pt x="297241" y="1571957"/>
                  </a:lnTo>
                  <a:lnTo>
                    <a:pt x="299162" y="1570748"/>
                  </a:lnTo>
                  <a:lnTo>
                    <a:pt x="301082" y="1569575"/>
                  </a:lnTo>
                  <a:lnTo>
                    <a:pt x="303000" y="1568439"/>
                  </a:lnTo>
                  <a:lnTo>
                    <a:pt x="304916" y="1567339"/>
                  </a:lnTo>
                  <a:lnTo>
                    <a:pt x="306830" y="1566275"/>
                  </a:lnTo>
                  <a:lnTo>
                    <a:pt x="308743" y="1565248"/>
                  </a:lnTo>
                  <a:lnTo>
                    <a:pt x="310653" y="1564258"/>
                  </a:lnTo>
                  <a:lnTo>
                    <a:pt x="312552" y="1563303"/>
                  </a:lnTo>
                  <a:lnTo>
                    <a:pt x="314463" y="1562382"/>
                  </a:lnTo>
                  <a:lnTo>
                    <a:pt x="316386" y="1561497"/>
                  </a:lnTo>
                  <a:lnTo>
                    <a:pt x="318321" y="1560646"/>
                  </a:lnTo>
                  <a:lnTo>
                    <a:pt x="320268" y="1559830"/>
                  </a:lnTo>
                  <a:lnTo>
                    <a:pt x="322228" y="1559049"/>
                  </a:lnTo>
                  <a:lnTo>
                    <a:pt x="324199" y="1558302"/>
                  </a:lnTo>
                  <a:lnTo>
                    <a:pt x="326183" y="1557590"/>
                  </a:lnTo>
                  <a:lnTo>
                    <a:pt x="328179" y="1556913"/>
                  </a:lnTo>
                  <a:lnTo>
                    <a:pt x="330187" y="1556270"/>
                  </a:lnTo>
                  <a:lnTo>
                    <a:pt x="332193" y="1555645"/>
                  </a:lnTo>
                  <a:lnTo>
                    <a:pt x="334215" y="1555055"/>
                  </a:lnTo>
                  <a:lnTo>
                    <a:pt x="336256" y="1554499"/>
                  </a:lnTo>
                  <a:lnTo>
                    <a:pt x="338313" y="1553978"/>
                  </a:lnTo>
                  <a:lnTo>
                    <a:pt x="340388" y="1553492"/>
                  </a:lnTo>
                  <a:lnTo>
                    <a:pt x="342480" y="1553041"/>
                  </a:lnTo>
                  <a:lnTo>
                    <a:pt x="344590" y="1552624"/>
                  </a:lnTo>
                  <a:lnTo>
                    <a:pt x="346717" y="1552242"/>
                  </a:lnTo>
                  <a:lnTo>
                    <a:pt x="348861" y="1551895"/>
                  </a:lnTo>
                  <a:lnTo>
                    <a:pt x="351023" y="1551582"/>
                  </a:lnTo>
                  <a:lnTo>
                    <a:pt x="353193" y="1551285"/>
                  </a:lnTo>
                  <a:lnTo>
                    <a:pt x="355395" y="1551020"/>
                  </a:lnTo>
                  <a:lnTo>
                    <a:pt x="357631" y="1550785"/>
                  </a:lnTo>
                  <a:lnTo>
                    <a:pt x="359899" y="1550582"/>
                  </a:lnTo>
                  <a:lnTo>
                    <a:pt x="362201" y="1550410"/>
                  </a:lnTo>
                  <a:lnTo>
                    <a:pt x="364535" y="1550270"/>
                  </a:lnTo>
                  <a:lnTo>
                    <a:pt x="366903" y="1550160"/>
                  </a:lnTo>
                  <a:lnTo>
                    <a:pt x="369303" y="1550082"/>
                  </a:lnTo>
                  <a:lnTo>
                    <a:pt x="371737" y="1550035"/>
                  </a:lnTo>
                  <a:lnTo>
                    <a:pt x="374203" y="1550020"/>
                  </a:lnTo>
                  <a:lnTo>
                    <a:pt x="376655" y="1550035"/>
                  </a:lnTo>
                  <a:lnTo>
                    <a:pt x="379079" y="1550082"/>
                  </a:lnTo>
                  <a:lnTo>
                    <a:pt x="381475" y="1550160"/>
                  </a:lnTo>
                  <a:lnTo>
                    <a:pt x="383843" y="1550270"/>
                  </a:lnTo>
                  <a:lnTo>
                    <a:pt x="386184" y="1550410"/>
                  </a:lnTo>
                  <a:lnTo>
                    <a:pt x="388496" y="1550582"/>
                  </a:lnTo>
                  <a:lnTo>
                    <a:pt x="390781" y="1550785"/>
                  </a:lnTo>
                  <a:lnTo>
                    <a:pt x="393039" y="1551020"/>
                  </a:lnTo>
                  <a:lnTo>
                    <a:pt x="395268" y="1551285"/>
                  </a:lnTo>
                  <a:lnTo>
                    <a:pt x="397470" y="1551582"/>
                  </a:lnTo>
                  <a:lnTo>
                    <a:pt x="399632" y="1551895"/>
                  </a:lnTo>
                  <a:lnTo>
                    <a:pt x="401779" y="1552242"/>
                  </a:lnTo>
                  <a:lnTo>
                    <a:pt x="403911" y="1552624"/>
                  </a:lnTo>
                  <a:lnTo>
                    <a:pt x="406026" y="1553041"/>
                  </a:lnTo>
                  <a:lnTo>
                    <a:pt x="408127" y="1553492"/>
                  </a:lnTo>
                  <a:lnTo>
                    <a:pt x="410211" y="1553978"/>
                  </a:lnTo>
                  <a:lnTo>
                    <a:pt x="412280" y="1554499"/>
                  </a:lnTo>
                  <a:lnTo>
                    <a:pt x="414333" y="1555055"/>
                  </a:lnTo>
                  <a:lnTo>
                    <a:pt x="416371" y="1555645"/>
                  </a:lnTo>
                  <a:lnTo>
                    <a:pt x="418393" y="1556270"/>
                  </a:lnTo>
                  <a:lnTo>
                    <a:pt x="420401" y="1556913"/>
                  </a:lnTo>
                  <a:lnTo>
                    <a:pt x="422400" y="1557590"/>
                  </a:lnTo>
                  <a:lnTo>
                    <a:pt x="424388" y="1558302"/>
                  </a:lnTo>
                  <a:lnTo>
                    <a:pt x="426366" y="1559049"/>
                  </a:lnTo>
                  <a:lnTo>
                    <a:pt x="428333" y="1559830"/>
                  </a:lnTo>
                  <a:lnTo>
                    <a:pt x="430290" y="1560646"/>
                  </a:lnTo>
                  <a:lnTo>
                    <a:pt x="432236" y="1561497"/>
                  </a:lnTo>
                  <a:lnTo>
                    <a:pt x="434172" y="1562382"/>
                  </a:lnTo>
                  <a:lnTo>
                    <a:pt x="436098" y="1563303"/>
                  </a:lnTo>
                  <a:lnTo>
                    <a:pt x="438013" y="1564258"/>
                  </a:lnTo>
                  <a:lnTo>
                    <a:pt x="439924" y="1565248"/>
                  </a:lnTo>
                  <a:lnTo>
                    <a:pt x="441836" y="1566275"/>
                  </a:lnTo>
                  <a:lnTo>
                    <a:pt x="443751" y="1567339"/>
                  </a:lnTo>
                  <a:lnTo>
                    <a:pt x="445667" y="1568439"/>
                  </a:lnTo>
                  <a:lnTo>
                    <a:pt x="447585" y="1569575"/>
                  </a:lnTo>
                  <a:lnTo>
                    <a:pt x="449504" y="1570748"/>
                  </a:lnTo>
                  <a:lnTo>
                    <a:pt x="451425" y="1571957"/>
                  </a:lnTo>
                  <a:lnTo>
                    <a:pt x="453348" y="1573203"/>
                  </a:lnTo>
                  <a:lnTo>
                    <a:pt x="455273" y="1574485"/>
                  </a:lnTo>
                  <a:lnTo>
                    <a:pt x="457200" y="1575804"/>
                  </a:lnTo>
                  <a:close/>
                </a:path>
              </a:pathLst>
            </a:custGeom>
            <a:solidFill>
              <a:srgbClr val="3449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h67"/>
            <p:cNvSpPr/>
            <p:nvPr/>
          </p:nvSpPr>
          <p:spPr>
            <a:xfrm>
              <a:off x="615009" y="519384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h68"/>
            <p:cNvSpPr/>
            <p:nvPr/>
          </p:nvSpPr>
          <p:spPr>
            <a:xfrm>
              <a:off x="679947" y="519384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h69"/>
            <p:cNvSpPr/>
            <p:nvPr/>
          </p:nvSpPr>
          <p:spPr>
            <a:xfrm>
              <a:off x="744886" y="519384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h70"/>
            <p:cNvSpPr/>
            <p:nvPr/>
          </p:nvSpPr>
          <p:spPr>
            <a:xfrm>
              <a:off x="809825" y="519384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h71"/>
            <p:cNvSpPr/>
            <p:nvPr/>
          </p:nvSpPr>
          <p:spPr>
            <a:xfrm>
              <a:off x="902284" y="500372"/>
              <a:ext cx="457200" cy="1641958"/>
            </a:xfrm>
            <a:custGeom>
              <a:avLst/>
              <a:pathLst>
                <a:path w="457200" h="1641958">
                  <a:moveTo>
                    <a:pt x="457200" y="1600200"/>
                  </a:moveTo>
                  <a:lnTo>
                    <a:pt x="457200" y="1614785"/>
                  </a:lnTo>
                  <a:lnTo>
                    <a:pt x="457195" y="1615696"/>
                  </a:lnTo>
                  <a:lnTo>
                    <a:pt x="457182" y="1616590"/>
                  </a:lnTo>
                  <a:lnTo>
                    <a:pt x="457160" y="1617467"/>
                  </a:lnTo>
                  <a:lnTo>
                    <a:pt x="457130" y="1618327"/>
                  </a:lnTo>
                  <a:lnTo>
                    <a:pt x="457091" y="1619169"/>
                  </a:lnTo>
                  <a:lnTo>
                    <a:pt x="457043" y="1619994"/>
                  </a:lnTo>
                  <a:lnTo>
                    <a:pt x="456987" y="1620801"/>
                  </a:lnTo>
                  <a:lnTo>
                    <a:pt x="456922" y="1621591"/>
                  </a:lnTo>
                  <a:lnTo>
                    <a:pt x="456848" y="1622364"/>
                  </a:lnTo>
                  <a:lnTo>
                    <a:pt x="456765" y="1623119"/>
                  </a:lnTo>
                  <a:lnTo>
                    <a:pt x="456691" y="1623877"/>
                  </a:lnTo>
                  <a:lnTo>
                    <a:pt x="456606" y="1624623"/>
                  </a:lnTo>
                  <a:lnTo>
                    <a:pt x="456510" y="1625356"/>
                  </a:lnTo>
                  <a:lnTo>
                    <a:pt x="456404" y="1626078"/>
                  </a:lnTo>
                  <a:lnTo>
                    <a:pt x="456288" y="1626787"/>
                  </a:lnTo>
                  <a:lnTo>
                    <a:pt x="456161" y="1627484"/>
                  </a:lnTo>
                  <a:lnTo>
                    <a:pt x="456024" y="1628169"/>
                  </a:lnTo>
                  <a:lnTo>
                    <a:pt x="455876" y="1628842"/>
                  </a:lnTo>
                  <a:lnTo>
                    <a:pt x="455718" y="1629503"/>
                  </a:lnTo>
                  <a:lnTo>
                    <a:pt x="455550" y="1630151"/>
                  </a:lnTo>
                  <a:lnTo>
                    <a:pt x="455372" y="1630807"/>
                  </a:lnTo>
                  <a:lnTo>
                    <a:pt x="455185" y="1631453"/>
                  </a:lnTo>
                  <a:lnTo>
                    <a:pt x="454990" y="1632092"/>
                  </a:lnTo>
                  <a:lnTo>
                    <a:pt x="454786" y="1632721"/>
                  </a:lnTo>
                  <a:lnTo>
                    <a:pt x="454573" y="1633342"/>
                  </a:lnTo>
                  <a:lnTo>
                    <a:pt x="454352" y="1633954"/>
                  </a:lnTo>
                  <a:lnTo>
                    <a:pt x="454122" y="1634557"/>
                  </a:lnTo>
                  <a:lnTo>
                    <a:pt x="453883" y="1635152"/>
                  </a:lnTo>
                  <a:lnTo>
                    <a:pt x="453636" y="1635738"/>
                  </a:lnTo>
                  <a:lnTo>
                    <a:pt x="453380" y="1636315"/>
                  </a:lnTo>
                  <a:lnTo>
                    <a:pt x="453131" y="1636887"/>
                  </a:lnTo>
                  <a:lnTo>
                    <a:pt x="452873" y="1637458"/>
                  </a:lnTo>
                  <a:lnTo>
                    <a:pt x="452603" y="1638026"/>
                  </a:lnTo>
                  <a:lnTo>
                    <a:pt x="452324" y="1638593"/>
                  </a:lnTo>
                  <a:lnTo>
                    <a:pt x="452034" y="1639158"/>
                  </a:lnTo>
                  <a:lnTo>
                    <a:pt x="451734" y="1639722"/>
                  </a:lnTo>
                  <a:lnTo>
                    <a:pt x="451423" y="1640284"/>
                  </a:lnTo>
                  <a:lnTo>
                    <a:pt x="451102" y="1640843"/>
                  </a:lnTo>
                  <a:lnTo>
                    <a:pt x="450770" y="1641402"/>
                  </a:lnTo>
                  <a:lnTo>
                    <a:pt x="450428" y="1641958"/>
                  </a:lnTo>
                  <a:lnTo>
                    <a:pt x="439749" y="1641958"/>
                  </a:lnTo>
                  <a:lnTo>
                    <a:pt x="440513" y="1640829"/>
                  </a:lnTo>
                  <a:lnTo>
                    <a:pt x="441239" y="1639697"/>
                  </a:lnTo>
                  <a:lnTo>
                    <a:pt x="441929" y="1638565"/>
                  </a:lnTo>
                  <a:lnTo>
                    <a:pt x="442583" y="1637430"/>
                  </a:lnTo>
                  <a:lnTo>
                    <a:pt x="443200" y="1636293"/>
                  </a:lnTo>
                  <a:lnTo>
                    <a:pt x="443781" y="1635155"/>
                  </a:lnTo>
                  <a:lnTo>
                    <a:pt x="444325" y="1634015"/>
                  </a:lnTo>
                  <a:lnTo>
                    <a:pt x="444833" y="1632874"/>
                  </a:lnTo>
                  <a:lnTo>
                    <a:pt x="445305" y="1631730"/>
                  </a:lnTo>
                  <a:lnTo>
                    <a:pt x="445740" y="1630585"/>
                  </a:lnTo>
                  <a:lnTo>
                    <a:pt x="446152" y="1629440"/>
                  </a:lnTo>
                  <a:lnTo>
                    <a:pt x="446521" y="1628297"/>
                  </a:lnTo>
                  <a:lnTo>
                    <a:pt x="446847" y="1627155"/>
                  </a:lnTo>
                  <a:lnTo>
                    <a:pt x="447129" y="1626015"/>
                  </a:lnTo>
                  <a:lnTo>
                    <a:pt x="447368" y="1624877"/>
                  </a:lnTo>
                  <a:lnTo>
                    <a:pt x="447563" y="1623741"/>
                  </a:lnTo>
                  <a:lnTo>
                    <a:pt x="447715" y="1622606"/>
                  </a:lnTo>
                  <a:lnTo>
                    <a:pt x="447823" y="1621473"/>
                  </a:lnTo>
                  <a:lnTo>
                    <a:pt x="447888" y="1620342"/>
                  </a:lnTo>
                  <a:lnTo>
                    <a:pt x="447910" y="1619212"/>
                  </a:lnTo>
                  <a:lnTo>
                    <a:pt x="440270" y="1619212"/>
                  </a:lnTo>
                  <a:lnTo>
                    <a:pt x="440270" y="160020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h72"/>
            <p:cNvSpPr/>
            <p:nvPr/>
          </p:nvSpPr>
          <p:spPr>
            <a:xfrm>
              <a:off x="973560" y="519384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h73"/>
            <p:cNvSpPr/>
            <p:nvPr/>
          </p:nvSpPr>
          <p:spPr>
            <a:xfrm>
              <a:off x="1038499" y="519384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h74"/>
            <p:cNvSpPr/>
            <p:nvPr/>
          </p:nvSpPr>
          <p:spPr>
            <a:xfrm>
              <a:off x="1103438" y="519384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h75"/>
            <p:cNvSpPr/>
            <p:nvPr/>
          </p:nvSpPr>
          <p:spPr>
            <a:xfrm>
              <a:off x="1168376" y="519384"/>
              <a:ext cx="504428" cy="1600200"/>
            </a:xfrm>
            <a:custGeom>
              <a:avLst/>
              <a:pathLst>
                <a:path w="504428" h="1600200">
                  <a:moveTo>
                    <a:pt x="457200" y="1600200"/>
                  </a:moveTo>
                  <a:lnTo>
                    <a:pt x="457200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h76"/>
            <p:cNvSpPr/>
            <p:nvPr/>
          </p:nvSpPr>
          <p:spPr>
            <a:xfrm>
              <a:off x="1233315" y="519384"/>
              <a:ext cx="504428" cy="1600200"/>
            </a:xfrm>
            <a:custGeom>
              <a:avLst/>
              <a:pathLst>
                <a:path w="504428" h="1600200">
                  <a:moveTo>
                    <a:pt x="457199" y="1600200"/>
                  </a:moveTo>
                  <a:lnTo>
                    <a:pt x="457199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h77"/>
            <p:cNvSpPr/>
            <p:nvPr/>
          </p:nvSpPr>
          <p:spPr>
            <a:xfrm>
              <a:off x="1298254" y="519384"/>
              <a:ext cx="504428" cy="1600200"/>
            </a:xfrm>
            <a:custGeom>
              <a:avLst/>
              <a:pathLst>
                <a:path w="504428" h="1600200">
                  <a:moveTo>
                    <a:pt x="457199" y="1600200"/>
                  </a:moveTo>
                  <a:lnTo>
                    <a:pt x="457199" y="1481695"/>
                  </a:lnTo>
                  <a:lnTo>
                    <a:pt x="504428" y="1481695"/>
                  </a:lnTo>
                  <a:lnTo>
                    <a:pt x="504428" y="1600200"/>
                  </a:lnTo>
                  <a:close/>
                  <a:moveTo>
                    <a:pt x="463103" y="1594296"/>
                  </a:moveTo>
                  <a:lnTo>
                    <a:pt x="498524" y="1594296"/>
                  </a:lnTo>
                  <a:lnTo>
                    <a:pt x="498524" y="1487599"/>
                  </a:lnTo>
                  <a:lnTo>
                    <a:pt x="463103" y="14875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h78"/>
            <p:cNvSpPr/>
            <p:nvPr/>
          </p:nvSpPr>
          <p:spPr>
            <a:xfrm>
              <a:off x="1428912" y="519384"/>
              <a:ext cx="472913" cy="1600200"/>
            </a:xfrm>
            <a:custGeom>
              <a:avLst/>
              <a:pathLst>
                <a:path w="472913" h="1600200">
                  <a:moveTo>
                    <a:pt x="457199" y="1600200"/>
                  </a:moveTo>
                  <a:lnTo>
                    <a:pt x="457199" y="1540643"/>
                  </a:lnTo>
                  <a:lnTo>
                    <a:pt x="457189" y="1539294"/>
                  </a:lnTo>
                  <a:lnTo>
                    <a:pt x="457158" y="1537990"/>
                  </a:lnTo>
                  <a:lnTo>
                    <a:pt x="457106" y="1536731"/>
                  </a:lnTo>
                  <a:lnTo>
                    <a:pt x="457033" y="1535518"/>
                  </a:lnTo>
                  <a:lnTo>
                    <a:pt x="456939" y="1534349"/>
                  </a:lnTo>
                  <a:lnTo>
                    <a:pt x="456824" y="1533226"/>
                  </a:lnTo>
                  <a:lnTo>
                    <a:pt x="456689" y="1532148"/>
                  </a:lnTo>
                  <a:lnTo>
                    <a:pt x="456533" y="1531114"/>
                  </a:lnTo>
                  <a:lnTo>
                    <a:pt x="456356" y="1530127"/>
                  </a:lnTo>
                  <a:lnTo>
                    <a:pt x="456158" y="1529184"/>
                  </a:lnTo>
                  <a:lnTo>
                    <a:pt x="455954" y="1528282"/>
                  </a:lnTo>
                  <a:lnTo>
                    <a:pt x="455724" y="1527416"/>
                  </a:lnTo>
                  <a:lnTo>
                    <a:pt x="455468" y="1526587"/>
                  </a:lnTo>
                  <a:lnTo>
                    <a:pt x="455185" y="1525794"/>
                  </a:lnTo>
                  <a:lnTo>
                    <a:pt x="454877" y="1525038"/>
                  </a:lnTo>
                  <a:lnTo>
                    <a:pt x="454543" y="1524318"/>
                  </a:lnTo>
                  <a:lnTo>
                    <a:pt x="454183" y="1523635"/>
                  </a:lnTo>
                  <a:lnTo>
                    <a:pt x="453796" y="1522988"/>
                  </a:lnTo>
                  <a:lnTo>
                    <a:pt x="453384" y="1522378"/>
                  </a:lnTo>
                  <a:lnTo>
                    <a:pt x="452945" y="1521804"/>
                  </a:lnTo>
                  <a:lnTo>
                    <a:pt x="452479" y="1521249"/>
                  </a:lnTo>
                  <a:lnTo>
                    <a:pt x="451984" y="1520728"/>
                  </a:lnTo>
                  <a:lnTo>
                    <a:pt x="451458" y="1520242"/>
                  </a:lnTo>
                  <a:lnTo>
                    <a:pt x="450904" y="1519790"/>
                  </a:lnTo>
                  <a:lnTo>
                    <a:pt x="450319" y="1519373"/>
                  </a:lnTo>
                  <a:lnTo>
                    <a:pt x="449706" y="1518991"/>
                  </a:lnTo>
                  <a:lnTo>
                    <a:pt x="449062" y="1518644"/>
                  </a:lnTo>
                  <a:lnTo>
                    <a:pt x="448389" y="1518332"/>
                  </a:lnTo>
                  <a:lnTo>
                    <a:pt x="447687" y="1518054"/>
                  </a:lnTo>
                  <a:lnTo>
                    <a:pt x="446955" y="1517811"/>
                  </a:lnTo>
                  <a:lnTo>
                    <a:pt x="446208" y="1517580"/>
                  </a:lnTo>
                  <a:lnTo>
                    <a:pt x="445424" y="1517373"/>
                  </a:lnTo>
                  <a:lnTo>
                    <a:pt x="444603" y="1517191"/>
                  </a:lnTo>
                  <a:lnTo>
                    <a:pt x="443746" y="1517033"/>
                  </a:lnTo>
                  <a:lnTo>
                    <a:pt x="442853" y="1516899"/>
                  </a:lnTo>
                  <a:lnTo>
                    <a:pt x="441923" y="1516790"/>
                  </a:lnTo>
                  <a:lnTo>
                    <a:pt x="440957" y="1516705"/>
                  </a:lnTo>
                  <a:lnTo>
                    <a:pt x="439954" y="1516644"/>
                  </a:lnTo>
                  <a:lnTo>
                    <a:pt x="438915" y="1516607"/>
                  </a:lnTo>
                  <a:lnTo>
                    <a:pt x="437839" y="1516595"/>
                  </a:lnTo>
                  <a:lnTo>
                    <a:pt x="436739" y="1516615"/>
                  </a:lnTo>
                  <a:lnTo>
                    <a:pt x="435659" y="1516675"/>
                  </a:lnTo>
                  <a:lnTo>
                    <a:pt x="434599" y="1516775"/>
                  </a:lnTo>
                  <a:lnTo>
                    <a:pt x="433561" y="1516915"/>
                  </a:lnTo>
                  <a:lnTo>
                    <a:pt x="432544" y="1517094"/>
                  </a:lnTo>
                  <a:lnTo>
                    <a:pt x="431547" y="1517314"/>
                  </a:lnTo>
                  <a:lnTo>
                    <a:pt x="430571" y="1517574"/>
                  </a:lnTo>
                  <a:lnTo>
                    <a:pt x="429616" y="1517873"/>
                  </a:lnTo>
                  <a:lnTo>
                    <a:pt x="428682" y="1518213"/>
                  </a:lnTo>
                  <a:lnTo>
                    <a:pt x="427769" y="1518592"/>
                  </a:lnTo>
                  <a:lnTo>
                    <a:pt x="426895" y="1518992"/>
                  </a:lnTo>
                  <a:lnTo>
                    <a:pt x="426046" y="1519429"/>
                  </a:lnTo>
                  <a:lnTo>
                    <a:pt x="425222" y="1519902"/>
                  </a:lnTo>
                  <a:lnTo>
                    <a:pt x="424421" y="1520412"/>
                  </a:lnTo>
                  <a:lnTo>
                    <a:pt x="423645" y="1520958"/>
                  </a:lnTo>
                  <a:lnTo>
                    <a:pt x="422893" y="1521540"/>
                  </a:lnTo>
                  <a:lnTo>
                    <a:pt x="422166" y="1522159"/>
                  </a:lnTo>
                  <a:lnTo>
                    <a:pt x="421462" y="1522815"/>
                  </a:lnTo>
                  <a:lnTo>
                    <a:pt x="420783" y="1523507"/>
                  </a:lnTo>
                  <a:lnTo>
                    <a:pt x="420129" y="1524235"/>
                  </a:lnTo>
                  <a:lnTo>
                    <a:pt x="419518" y="1524983"/>
                  </a:lnTo>
                  <a:lnTo>
                    <a:pt x="418934" y="1525767"/>
                  </a:lnTo>
                  <a:lnTo>
                    <a:pt x="418379" y="1526587"/>
                  </a:lnTo>
                  <a:lnTo>
                    <a:pt x="417851" y="1527444"/>
                  </a:lnTo>
                  <a:lnTo>
                    <a:pt x="417351" y="1528337"/>
                  </a:lnTo>
                  <a:lnTo>
                    <a:pt x="416878" y="1529267"/>
                  </a:lnTo>
                  <a:lnTo>
                    <a:pt x="416434" y="1530233"/>
                  </a:lnTo>
                  <a:lnTo>
                    <a:pt x="416017" y="1531236"/>
                  </a:lnTo>
                  <a:lnTo>
                    <a:pt x="415628" y="1532275"/>
                  </a:lnTo>
                  <a:lnTo>
                    <a:pt x="415267" y="1533351"/>
                  </a:lnTo>
                  <a:lnTo>
                    <a:pt x="414937" y="1534444"/>
                  </a:lnTo>
                  <a:lnTo>
                    <a:pt x="414642" y="1535570"/>
                  </a:lnTo>
                  <a:lnTo>
                    <a:pt x="414382" y="1536729"/>
                  </a:lnTo>
                  <a:lnTo>
                    <a:pt x="414156" y="1537921"/>
                  </a:lnTo>
                  <a:lnTo>
                    <a:pt x="413965" y="1539146"/>
                  </a:lnTo>
                  <a:lnTo>
                    <a:pt x="413809" y="1540404"/>
                  </a:lnTo>
                  <a:lnTo>
                    <a:pt x="413687" y="1541695"/>
                  </a:lnTo>
                  <a:lnTo>
                    <a:pt x="413600" y="1543019"/>
                  </a:lnTo>
                  <a:lnTo>
                    <a:pt x="413548" y="1544376"/>
                  </a:lnTo>
                  <a:lnTo>
                    <a:pt x="413531" y="1545766"/>
                  </a:lnTo>
                  <a:lnTo>
                    <a:pt x="413531" y="1600200"/>
                  </a:lnTo>
                  <a:lnTo>
                    <a:pt x="397904" y="1600200"/>
                  </a:lnTo>
                  <a:lnTo>
                    <a:pt x="397904" y="1526319"/>
                  </a:lnTo>
                  <a:lnTo>
                    <a:pt x="397903" y="1525726"/>
                  </a:lnTo>
                  <a:lnTo>
                    <a:pt x="397900" y="1525128"/>
                  </a:lnTo>
                  <a:lnTo>
                    <a:pt x="397896" y="1524524"/>
                  </a:lnTo>
                  <a:lnTo>
                    <a:pt x="397890" y="1523916"/>
                  </a:lnTo>
                  <a:lnTo>
                    <a:pt x="397882" y="1523302"/>
                  </a:lnTo>
                  <a:lnTo>
                    <a:pt x="397873" y="1522683"/>
                  </a:lnTo>
                  <a:lnTo>
                    <a:pt x="397861" y="1522059"/>
                  </a:lnTo>
                  <a:lnTo>
                    <a:pt x="397848" y="1521429"/>
                  </a:lnTo>
                  <a:lnTo>
                    <a:pt x="397834" y="1520795"/>
                  </a:lnTo>
                  <a:lnTo>
                    <a:pt x="397817" y="1520155"/>
                  </a:lnTo>
                  <a:lnTo>
                    <a:pt x="397816" y="1519499"/>
                  </a:lnTo>
                  <a:lnTo>
                    <a:pt x="397814" y="1518853"/>
                  </a:lnTo>
                  <a:lnTo>
                    <a:pt x="397809" y="1518214"/>
                  </a:lnTo>
                  <a:lnTo>
                    <a:pt x="397803" y="1517585"/>
                  </a:lnTo>
                  <a:lnTo>
                    <a:pt x="397795" y="1516964"/>
                  </a:lnTo>
                  <a:lnTo>
                    <a:pt x="397786" y="1516352"/>
                  </a:lnTo>
                  <a:lnTo>
                    <a:pt x="397775" y="1515749"/>
                  </a:lnTo>
                  <a:lnTo>
                    <a:pt x="397762" y="1515154"/>
                  </a:lnTo>
                  <a:lnTo>
                    <a:pt x="397747" y="1514568"/>
                  </a:lnTo>
                  <a:lnTo>
                    <a:pt x="397730" y="1513991"/>
                  </a:lnTo>
                  <a:lnTo>
                    <a:pt x="397713" y="1513409"/>
                  </a:lnTo>
                  <a:lnTo>
                    <a:pt x="397696" y="1512845"/>
                  </a:lnTo>
                  <a:lnTo>
                    <a:pt x="397678" y="1512298"/>
                  </a:lnTo>
                  <a:lnTo>
                    <a:pt x="397661" y="1511768"/>
                  </a:lnTo>
                  <a:lnTo>
                    <a:pt x="397643" y="1511256"/>
                  </a:lnTo>
                  <a:lnTo>
                    <a:pt x="397626" y="1510761"/>
                  </a:lnTo>
                  <a:lnTo>
                    <a:pt x="397609" y="1510284"/>
                  </a:lnTo>
                  <a:lnTo>
                    <a:pt x="397591" y="1509824"/>
                  </a:lnTo>
                  <a:lnTo>
                    <a:pt x="397574" y="1509381"/>
                  </a:lnTo>
                  <a:lnTo>
                    <a:pt x="397557" y="1508955"/>
                  </a:lnTo>
                  <a:lnTo>
                    <a:pt x="397539" y="1508553"/>
                  </a:lnTo>
                  <a:lnTo>
                    <a:pt x="397522" y="1508181"/>
                  </a:lnTo>
                  <a:lnTo>
                    <a:pt x="397505" y="1507838"/>
                  </a:lnTo>
                  <a:lnTo>
                    <a:pt x="397487" y="1507525"/>
                  </a:lnTo>
                  <a:lnTo>
                    <a:pt x="397470" y="1507241"/>
                  </a:lnTo>
                  <a:lnTo>
                    <a:pt x="397452" y="1506986"/>
                  </a:lnTo>
                  <a:lnTo>
                    <a:pt x="397435" y="1506762"/>
                  </a:lnTo>
                  <a:lnTo>
                    <a:pt x="397418" y="1506566"/>
                  </a:lnTo>
                  <a:lnTo>
                    <a:pt x="397400" y="1506400"/>
                  </a:lnTo>
                  <a:lnTo>
                    <a:pt x="397383" y="1506264"/>
                  </a:lnTo>
                  <a:lnTo>
                    <a:pt x="412159" y="1506366"/>
                  </a:lnTo>
                  <a:lnTo>
                    <a:pt x="412177" y="1506497"/>
                  </a:lnTo>
                  <a:lnTo>
                    <a:pt x="412194" y="1506657"/>
                  </a:lnTo>
                  <a:lnTo>
                    <a:pt x="412211" y="1506848"/>
                  </a:lnTo>
                  <a:lnTo>
                    <a:pt x="412229" y="1507067"/>
                  </a:lnTo>
                  <a:lnTo>
                    <a:pt x="412246" y="1507316"/>
                  </a:lnTo>
                  <a:lnTo>
                    <a:pt x="412263" y="1507595"/>
                  </a:lnTo>
                  <a:lnTo>
                    <a:pt x="412281" y="1507903"/>
                  </a:lnTo>
                  <a:lnTo>
                    <a:pt x="412298" y="1508241"/>
                  </a:lnTo>
                  <a:lnTo>
                    <a:pt x="412315" y="1508608"/>
                  </a:lnTo>
                  <a:lnTo>
                    <a:pt x="412333" y="1508996"/>
                  </a:lnTo>
                  <a:lnTo>
                    <a:pt x="412350" y="1509396"/>
                  </a:lnTo>
                  <a:lnTo>
                    <a:pt x="412368" y="1509809"/>
                  </a:lnTo>
                  <a:lnTo>
                    <a:pt x="412385" y="1510233"/>
                  </a:lnTo>
                  <a:lnTo>
                    <a:pt x="412402" y="1510670"/>
                  </a:lnTo>
                  <a:lnTo>
                    <a:pt x="412420" y="1511119"/>
                  </a:lnTo>
                  <a:lnTo>
                    <a:pt x="412437" y="1511580"/>
                  </a:lnTo>
                  <a:lnTo>
                    <a:pt x="412454" y="1512053"/>
                  </a:lnTo>
                  <a:lnTo>
                    <a:pt x="412472" y="1512538"/>
                  </a:lnTo>
                  <a:lnTo>
                    <a:pt x="412489" y="1513036"/>
                  </a:lnTo>
                  <a:lnTo>
                    <a:pt x="412523" y="1513524"/>
                  </a:lnTo>
                  <a:lnTo>
                    <a:pt x="412555" y="1514015"/>
                  </a:lnTo>
                  <a:lnTo>
                    <a:pt x="412585" y="1514510"/>
                  </a:lnTo>
                  <a:lnTo>
                    <a:pt x="412614" y="1515008"/>
                  </a:lnTo>
                  <a:lnTo>
                    <a:pt x="412641" y="1515510"/>
                  </a:lnTo>
                  <a:lnTo>
                    <a:pt x="412666" y="1516015"/>
                  </a:lnTo>
                  <a:lnTo>
                    <a:pt x="412690" y="1516524"/>
                  </a:lnTo>
                  <a:lnTo>
                    <a:pt x="412711" y="1517036"/>
                  </a:lnTo>
                  <a:lnTo>
                    <a:pt x="412731" y="1517552"/>
                  </a:lnTo>
                  <a:lnTo>
                    <a:pt x="412749" y="1518071"/>
                  </a:lnTo>
                  <a:lnTo>
                    <a:pt x="412766" y="1518567"/>
                  </a:lnTo>
                  <a:lnTo>
                    <a:pt x="412781" y="1519047"/>
                  </a:lnTo>
                  <a:lnTo>
                    <a:pt x="412794" y="1519511"/>
                  </a:lnTo>
                  <a:lnTo>
                    <a:pt x="412805" y="1519960"/>
                  </a:lnTo>
                  <a:lnTo>
                    <a:pt x="412815" y="1520394"/>
                  </a:lnTo>
                  <a:lnTo>
                    <a:pt x="412822" y="1520811"/>
                  </a:lnTo>
                  <a:lnTo>
                    <a:pt x="412829" y="1521213"/>
                  </a:lnTo>
                  <a:lnTo>
                    <a:pt x="412833" y="1521599"/>
                  </a:lnTo>
                  <a:lnTo>
                    <a:pt x="412835" y="1521970"/>
                  </a:lnTo>
                  <a:lnTo>
                    <a:pt x="412836" y="1522325"/>
                  </a:lnTo>
                  <a:lnTo>
                    <a:pt x="413097" y="1522325"/>
                  </a:lnTo>
                  <a:lnTo>
                    <a:pt x="413553" y="1521517"/>
                  </a:lnTo>
                  <a:lnTo>
                    <a:pt x="414017" y="1520724"/>
                  </a:lnTo>
                  <a:lnTo>
                    <a:pt x="414490" y="1519947"/>
                  </a:lnTo>
                  <a:lnTo>
                    <a:pt x="414972" y="1519186"/>
                  </a:lnTo>
                  <a:lnTo>
                    <a:pt x="415463" y="1518440"/>
                  </a:lnTo>
                  <a:lnTo>
                    <a:pt x="415962" y="1517710"/>
                  </a:lnTo>
                  <a:lnTo>
                    <a:pt x="416470" y="1516996"/>
                  </a:lnTo>
                  <a:lnTo>
                    <a:pt x="416986" y="1516297"/>
                  </a:lnTo>
                  <a:lnTo>
                    <a:pt x="417511" y="1515613"/>
                  </a:lnTo>
                  <a:lnTo>
                    <a:pt x="418045" y="1514946"/>
                  </a:lnTo>
                  <a:lnTo>
                    <a:pt x="418592" y="1514296"/>
                  </a:lnTo>
                  <a:lnTo>
                    <a:pt x="419157" y="1513668"/>
                  </a:lnTo>
                  <a:lnTo>
                    <a:pt x="419738" y="1513060"/>
                  </a:lnTo>
                  <a:lnTo>
                    <a:pt x="420337" y="1512473"/>
                  </a:lnTo>
                  <a:lnTo>
                    <a:pt x="420954" y="1511907"/>
                  </a:lnTo>
                  <a:lnTo>
                    <a:pt x="421587" y="1511362"/>
                  </a:lnTo>
                  <a:lnTo>
                    <a:pt x="422239" y="1510838"/>
                  </a:lnTo>
                  <a:lnTo>
                    <a:pt x="422907" y="1510334"/>
                  </a:lnTo>
                  <a:lnTo>
                    <a:pt x="423593" y="1509851"/>
                  </a:lnTo>
                  <a:lnTo>
                    <a:pt x="424296" y="1509390"/>
                  </a:lnTo>
                  <a:lnTo>
                    <a:pt x="425018" y="1508932"/>
                  </a:lnTo>
                  <a:lnTo>
                    <a:pt x="425762" y="1508497"/>
                  </a:lnTo>
                  <a:lnTo>
                    <a:pt x="426526" y="1508085"/>
                  </a:lnTo>
                  <a:lnTo>
                    <a:pt x="427310" y="1507695"/>
                  </a:lnTo>
                  <a:lnTo>
                    <a:pt x="428116" y="1507328"/>
                  </a:lnTo>
                  <a:lnTo>
                    <a:pt x="428942" y="1506983"/>
                  </a:lnTo>
                  <a:lnTo>
                    <a:pt x="429790" y="1506661"/>
                  </a:lnTo>
                  <a:lnTo>
                    <a:pt x="430658" y="1506361"/>
                  </a:lnTo>
                  <a:lnTo>
                    <a:pt x="431547" y="1506084"/>
                  </a:lnTo>
                  <a:lnTo>
                    <a:pt x="432457" y="1505830"/>
                  </a:lnTo>
                  <a:lnTo>
                    <a:pt x="433392" y="1505583"/>
                  </a:lnTo>
                  <a:lnTo>
                    <a:pt x="434356" y="1505361"/>
                  </a:lnTo>
                  <a:lnTo>
                    <a:pt x="435350" y="1505166"/>
                  </a:lnTo>
                  <a:lnTo>
                    <a:pt x="436374" y="1504997"/>
                  </a:lnTo>
                  <a:lnTo>
                    <a:pt x="437427" y="1504853"/>
                  </a:lnTo>
                  <a:lnTo>
                    <a:pt x="438510" y="1504736"/>
                  </a:lnTo>
                  <a:lnTo>
                    <a:pt x="439622" y="1504645"/>
                  </a:lnTo>
                  <a:lnTo>
                    <a:pt x="440763" y="1504580"/>
                  </a:lnTo>
                  <a:lnTo>
                    <a:pt x="441935" y="1504541"/>
                  </a:lnTo>
                  <a:lnTo>
                    <a:pt x="443135" y="1504528"/>
                  </a:lnTo>
                  <a:lnTo>
                    <a:pt x="444676" y="1504547"/>
                  </a:lnTo>
                  <a:lnTo>
                    <a:pt x="446174" y="1504604"/>
                  </a:lnTo>
                  <a:lnTo>
                    <a:pt x="447628" y="1504700"/>
                  </a:lnTo>
                  <a:lnTo>
                    <a:pt x="449039" y="1504833"/>
                  </a:lnTo>
                  <a:lnTo>
                    <a:pt x="450406" y="1505005"/>
                  </a:lnTo>
                  <a:lnTo>
                    <a:pt x="451730" y="1505215"/>
                  </a:lnTo>
                  <a:lnTo>
                    <a:pt x="453011" y="1505464"/>
                  </a:lnTo>
                  <a:lnTo>
                    <a:pt x="454248" y="1505750"/>
                  </a:lnTo>
                  <a:lnTo>
                    <a:pt x="455441" y="1506075"/>
                  </a:lnTo>
                  <a:lnTo>
                    <a:pt x="456592" y="1506438"/>
                  </a:lnTo>
                  <a:lnTo>
                    <a:pt x="457700" y="1506841"/>
                  </a:lnTo>
                  <a:lnTo>
                    <a:pt x="458769" y="1507285"/>
                  </a:lnTo>
                  <a:lnTo>
                    <a:pt x="459798" y="1507771"/>
                  </a:lnTo>
                  <a:lnTo>
                    <a:pt x="460787" y="1508299"/>
                  </a:lnTo>
                  <a:lnTo>
                    <a:pt x="461736" y="1508869"/>
                  </a:lnTo>
                  <a:lnTo>
                    <a:pt x="462645" y="1509480"/>
                  </a:lnTo>
                  <a:lnTo>
                    <a:pt x="463514" y="1510133"/>
                  </a:lnTo>
                  <a:lnTo>
                    <a:pt x="464343" y="1510827"/>
                  </a:lnTo>
                  <a:lnTo>
                    <a:pt x="465132" y="1511563"/>
                  </a:lnTo>
                  <a:lnTo>
                    <a:pt x="465881" y="1512341"/>
                  </a:lnTo>
                  <a:lnTo>
                    <a:pt x="466590" y="1513163"/>
                  </a:lnTo>
                  <a:lnTo>
                    <a:pt x="467260" y="1514032"/>
                  </a:lnTo>
                  <a:lnTo>
                    <a:pt x="467889" y="1514948"/>
                  </a:lnTo>
                  <a:lnTo>
                    <a:pt x="468479" y="1515911"/>
                  </a:lnTo>
                  <a:lnTo>
                    <a:pt x="469028" y="1516921"/>
                  </a:lnTo>
                  <a:lnTo>
                    <a:pt x="469538" y="1517977"/>
                  </a:lnTo>
                  <a:lnTo>
                    <a:pt x="470008" y="1519081"/>
                  </a:lnTo>
                  <a:lnTo>
                    <a:pt x="470437" y="1520231"/>
                  </a:lnTo>
                  <a:lnTo>
                    <a:pt x="470827" y="1521428"/>
                  </a:lnTo>
                  <a:lnTo>
                    <a:pt x="471177" y="1522672"/>
                  </a:lnTo>
                  <a:lnTo>
                    <a:pt x="471507" y="1523947"/>
                  </a:lnTo>
                  <a:lnTo>
                    <a:pt x="471802" y="1525270"/>
                  </a:lnTo>
                  <a:lnTo>
                    <a:pt x="472062" y="1526642"/>
                  </a:lnTo>
                  <a:lnTo>
                    <a:pt x="472288" y="1528062"/>
                  </a:lnTo>
                  <a:lnTo>
                    <a:pt x="472479" y="1529531"/>
                  </a:lnTo>
                  <a:lnTo>
                    <a:pt x="472635" y="1531048"/>
                  </a:lnTo>
                  <a:lnTo>
                    <a:pt x="472757" y="1532615"/>
                  </a:lnTo>
                  <a:lnTo>
                    <a:pt x="472844" y="1534229"/>
                  </a:lnTo>
                  <a:lnTo>
                    <a:pt x="472896" y="1535893"/>
                  </a:lnTo>
                  <a:lnTo>
                    <a:pt x="472913" y="1537605"/>
                  </a:lnTo>
                  <a:lnTo>
                    <a:pt x="472913" y="160020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h79"/>
            <p:cNvSpPr/>
            <p:nvPr/>
          </p:nvSpPr>
          <p:spPr>
            <a:xfrm>
              <a:off x="1508610" y="519384"/>
              <a:ext cx="493315" cy="1637096"/>
            </a:xfrm>
            <a:custGeom>
              <a:avLst/>
              <a:pathLst>
                <a:path w="493315" h="1637096">
                  <a:moveTo>
                    <a:pt x="457199" y="1600200"/>
                  </a:moveTo>
                  <a:lnTo>
                    <a:pt x="456538" y="1601884"/>
                  </a:lnTo>
                  <a:lnTo>
                    <a:pt x="455873" y="1603533"/>
                  </a:lnTo>
                  <a:lnTo>
                    <a:pt x="455204" y="1605148"/>
                  </a:lnTo>
                  <a:lnTo>
                    <a:pt x="454533" y="1606728"/>
                  </a:lnTo>
                  <a:lnTo>
                    <a:pt x="453857" y="1608273"/>
                  </a:lnTo>
                  <a:lnTo>
                    <a:pt x="453178" y="1609784"/>
                  </a:lnTo>
                  <a:lnTo>
                    <a:pt x="452496" y="1611260"/>
                  </a:lnTo>
                  <a:lnTo>
                    <a:pt x="451810" y="1612701"/>
                  </a:lnTo>
                  <a:lnTo>
                    <a:pt x="451121" y="1614107"/>
                  </a:lnTo>
                  <a:lnTo>
                    <a:pt x="450428" y="1615479"/>
                  </a:lnTo>
                  <a:lnTo>
                    <a:pt x="449742" y="1616830"/>
                  </a:lnTo>
                  <a:lnTo>
                    <a:pt x="449039" y="1618139"/>
                  </a:lnTo>
                  <a:lnTo>
                    <a:pt x="448318" y="1619407"/>
                  </a:lnTo>
                  <a:lnTo>
                    <a:pt x="447580" y="1620633"/>
                  </a:lnTo>
                  <a:lnTo>
                    <a:pt x="446825" y="1621817"/>
                  </a:lnTo>
                  <a:lnTo>
                    <a:pt x="446052" y="1622959"/>
                  </a:lnTo>
                  <a:lnTo>
                    <a:pt x="445262" y="1624060"/>
                  </a:lnTo>
                  <a:lnTo>
                    <a:pt x="444455" y="1625119"/>
                  </a:lnTo>
                  <a:lnTo>
                    <a:pt x="443630" y="1626137"/>
                  </a:lnTo>
                  <a:lnTo>
                    <a:pt x="442788" y="1627113"/>
                  </a:lnTo>
                  <a:lnTo>
                    <a:pt x="441928" y="1628061"/>
                  </a:lnTo>
                  <a:lnTo>
                    <a:pt x="441048" y="1628964"/>
                  </a:lnTo>
                  <a:lnTo>
                    <a:pt x="440150" y="1629819"/>
                  </a:lnTo>
                  <a:lnTo>
                    <a:pt x="439232" y="1630627"/>
                  </a:lnTo>
                  <a:lnTo>
                    <a:pt x="438295" y="1631388"/>
                  </a:lnTo>
                  <a:lnTo>
                    <a:pt x="437339" y="1632103"/>
                  </a:lnTo>
                  <a:lnTo>
                    <a:pt x="436364" y="1632770"/>
                  </a:lnTo>
                  <a:lnTo>
                    <a:pt x="435370" y="1633391"/>
                  </a:lnTo>
                  <a:lnTo>
                    <a:pt x="434357" y="1633965"/>
                  </a:lnTo>
                  <a:lnTo>
                    <a:pt x="433325" y="1634492"/>
                  </a:lnTo>
                  <a:lnTo>
                    <a:pt x="432268" y="1634987"/>
                  </a:lnTo>
                  <a:lnTo>
                    <a:pt x="431179" y="1635430"/>
                  </a:lnTo>
                  <a:lnTo>
                    <a:pt x="430059" y="1635820"/>
                  </a:lnTo>
                  <a:lnTo>
                    <a:pt x="428908" y="1636159"/>
                  </a:lnTo>
                  <a:lnTo>
                    <a:pt x="427725" y="1636445"/>
                  </a:lnTo>
                  <a:lnTo>
                    <a:pt x="426512" y="1636680"/>
                  </a:lnTo>
                  <a:lnTo>
                    <a:pt x="425267" y="1636862"/>
                  </a:lnTo>
                  <a:lnTo>
                    <a:pt x="423990" y="1636992"/>
                  </a:lnTo>
                  <a:lnTo>
                    <a:pt x="422683" y="1637070"/>
                  </a:lnTo>
                  <a:lnTo>
                    <a:pt x="421344" y="1637096"/>
                  </a:lnTo>
                  <a:lnTo>
                    <a:pt x="420758" y="1637095"/>
                  </a:lnTo>
                  <a:lnTo>
                    <a:pt x="420181" y="1637090"/>
                  </a:lnTo>
                  <a:lnTo>
                    <a:pt x="419612" y="1637081"/>
                  </a:lnTo>
                  <a:lnTo>
                    <a:pt x="419052" y="1637069"/>
                  </a:lnTo>
                  <a:lnTo>
                    <a:pt x="418501" y="1637053"/>
                  </a:lnTo>
                  <a:lnTo>
                    <a:pt x="417958" y="1637034"/>
                  </a:lnTo>
                  <a:lnTo>
                    <a:pt x="417425" y="1637011"/>
                  </a:lnTo>
                  <a:lnTo>
                    <a:pt x="416899" y="1636985"/>
                  </a:lnTo>
                  <a:lnTo>
                    <a:pt x="416383" y="1636956"/>
                  </a:lnTo>
                  <a:lnTo>
                    <a:pt x="415875" y="1636923"/>
                  </a:lnTo>
                  <a:lnTo>
                    <a:pt x="415369" y="1636884"/>
                  </a:lnTo>
                  <a:lnTo>
                    <a:pt x="414857" y="1636836"/>
                  </a:lnTo>
                  <a:lnTo>
                    <a:pt x="414341" y="1636780"/>
                  </a:lnTo>
                  <a:lnTo>
                    <a:pt x="413819" y="1636714"/>
                  </a:lnTo>
                  <a:lnTo>
                    <a:pt x="413292" y="1636641"/>
                  </a:lnTo>
                  <a:lnTo>
                    <a:pt x="412760" y="1636558"/>
                  </a:lnTo>
                  <a:lnTo>
                    <a:pt x="412223" y="1636467"/>
                  </a:lnTo>
                  <a:lnTo>
                    <a:pt x="411680" y="1636367"/>
                  </a:lnTo>
                  <a:lnTo>
                    <a:pt x="411132" y="1636259"/>
                  </a:lnTo>
                  <a:lnTo>
                    <a:pt x="410579" y="1636141"/>
                  </a:lnTo>
                  <a:lnTo>
                    <a:pt x="410579" y="1624421"/>
                  </a:lnTo>
                  <a:lnTo>
                    <a:pt x="410913" y="1624472"/>
                  </a:lnTo>
                  <a:lnTo>
                    <a:pt x="411256" y="1624519"/>
                  </a:lnTo>
                  <a:lnTo>
                    <a:pt x="411608" y="1624562"/>
                  </a:lnTo>
                  <a:lnTo>
                    <a:pt x="411968" y="1624602"/>
                  </a:lnTo>
                  <a:lnTo>
                    <a:pt x="412337" y="1624638"/>
                  </a:lnTo>
                  <a:lnTo>
                    <a:pt x="412715" y="1624671"/>
                  </a:lnTo>
                  <a:lnTo>
                    <a:pt x="413101" y="1624701"/>
                  </a:lnTo>
                  <a:lnTo>
                    <a:pt x="413496" y="1624727"/>
                  </a:lnTo>
                  <a:lnTo>
                    <a:pt x="413900" y="1624749"/>
                  </a:lnTo>
                  <a:lnTo>
                    <a:pt x="414312" y="1624769"/>
                  </a:lnTo>
                  <a:lnTo>
                    <a:pt x="414723" y="1624802"/>
                  </a:lnTo>
                  <a:lnTo>
                    <a:pt x="415121" y="1624831"/>
                  </a:lnTo>
                  <a:lnTo>
                    <a:pt x="415508" y="1624857"/>
                  </a:lnTo>
                  <a:lnTo>
                    <a:pt x="415882" y="1624880"/>
                  </a:lnTo>
                  <a:lnTo>
                    <a:pt x="416244" y="1624899"/>
                  </a:lnTo>
                  <a:lnTo>
                    <a:pt x="416594" y="1624914"/>
                  </a:lnTo>
                  <a:lnTo>
                    <a:pt x="416931" y="1624927"/>
                  </a:lnTo>
                  <a:lnTo>
                    <a:pt x="417257" y="1624935"/>
                  </a:lnTo>
                  <a:lnTo>
                    <a:pt x="417570" y="1624940"/>
                  </a:lnTo>
                  <a:lnTo>
                    <a:pt x="417872" y="1624942"/>
                  </a:lnTo>
                  <a:lnTo>
                    <a:pt x="419234" y="1624891"/>
                  </a:lnTo>
                  <a:lnTo>
                    <a:pt x="420577" y="1624737"/>
                  </a:lnTo>
                  <a:lnTo>
                    <a:pt x="421901" y="1624481"/>
                  </a:lnTo>
                  <a:lnTo>
                    <a:pt x="423206" y="1624123"/>
                  </a:lnTo>
                  <a:lnTo>
                    <a:pt x="424491" y="1623662"/>
                  </a:lnTo>
                  <a:lnTo>
                    <a:pt x="425758" y="1623098"/>
                  </a:lnTo>
                  <a:lnTo>
                    <a:pt x="427006" y="1622432"/>
                  </a:lnTo>
                  <a:lnTo>
                    <a:pt x="428234" y="1621664"/>
                  </a:lnTo>
                  <a:lnTo>
                    <a:pt x="429443" y="1620793"/>
                  </a:lnTo>
                  <a:lnTo>
                    <a:pt x="430634" y="1619820"/>
                  </a:lnTo>
                  <a:lnTo>
                    <a:pt x="431800" y="1618735"/>
                  </a:lnTo>
                  <a:lnTo>
                    <a:pt x="432936" y="1617528"/>
                  </a:lnTo>
                  <a:lnTo>
                    <a:pt x="434043" y="1616200"/>
                  </a:lnTo>
                  <a:lnTo>
                    <a:pt x="435120" y="1614750"/>
                  </a:lnTo>
                  <a:lnTo>
                    <a:pt x="436168" y="1613179"/>
                  </a:lnTo>
                  <a:lnTo>
                    <a:pt x="437187" y="1611486"/>
                  </a:lnTo>
                  <a:lnTo>
                    <a:pt x="438175" y="1609671"/>
                  </a:lnTo>
                  <a:lnTo>
                    <a:pt x="439135" y="1607735"/>
                  </a:lnTo>
                  <a:lnTo>
                    <a:pt x="440065" y="1605678"/>
                  </a:lnTo>
                  <a:lnTo>
                    <a:pt x="440965" y="1603499"/>
                  </a:lnTo>
                  <a:lnTo>
                    <a:pt x="442441" y="1599765"/>
                  </a:lnTo>
                  <a:lnTo>
                    <a:pt x="405196" y="1506264"/>
                  </a:lnTo>
                  <a:lnTo>
                    <a:pt x="421865" y="1506264"/>
                  </a:lnTo>
                  <a:lnTo>
                    <a:pt x="441659" y="1558180"/>
                  </a:lnTo>
                  <a:lnTo>
                    <a:pt x="441837" y="1558665"/>
                  </a:lnTo>
                  <a:lnTo>
                    <a:pt x="442024" y="1559180"/>
                  </a:lnTo>
                  <a:lnTo>
                    <a:pt x="442219" y="1559727"/>
                  </a:lnTo>
                  <a:lnTo>
                    <a:pt x="442423" y="1560306"/>
                  </a:lnTo>
                  <a:lnTo>
                    <a:pt x="442636" y="1560915"/>
                  </a:lnTo>
                  <a:lnTo>
                    <a:pt x="442857" y="1561556"/>
                  </a:lnTo>
                  <a:lnTo>
                    <a:pt x="443087" y="1562228"/>
                  </a:lnTo>
                  <a:lnTo>
                    <a:pt x="443326" y="1562931"/>
                  </a:lnTo>
                  <a:lnTo>
                    <a:pt x="443574" y="1563665"/>
                  </a:lnTo>
                  <a:lnTo>
                    <a:pt x="443830" y="1564431"/>
                  </a:lnTo>
                  <a:lnTo>
                    <a:pt x="444107" y="1565212"/>
                  </a:lnTo>
                  <a:lnTo>
                    <a:pt x="444382" y="1565994"/>
                  </a:lnTo>
                  <a:lnTo>
                    <a:pt x="444655" y="1566775"/>
                  </a:lnTo>
                  <a:lnTo>
                    <a:pt x="444927" y="1567557"/>
                  </a:lnTo>
                  <a:lnTo>
                    <a:pt x="445197" y="1568338"/>
                  </a:lnTo>
                  <a:lnTo>
                    <a:pt x="445465" y="1569119"/>
                  </a:lnTo>
                  <a:lnTo>
                    <a:pt x="445732" y="1569901"/>
                  </a:lnTo>
                  <a:lnTo>
                    <a:pt x="445997" y="1570682"/>
                  </a:lnTo>
                  <a:lnTo>
                    <a:pt x="446260" y="1571463"/>
                  </a:lnTo>
                  <a:lnTo>
                    <a:pt x="446521" y="1572245"/>
                  </a:lnTo>
                  <a:lnTo>
                    <a:pt x="446795" y="1573018"/>
                  </a:lnTo>
                  <a:lnTo>
                    <a:pt x="447063" y="1573776"/>
                  </a:lnTo>
                  <a:lnTo>
                    <a:pt x="447323" y="1574518"/>
                  </a:lnTo>
                  <a:lnTo>
                    <a:pt x="447577" y="1575245"/>
                  </a:lnTo>
                  <a:lnTo>
                    <a:pt x="447823" y="1575956"/>
                  </a:lnTo>
                  <a:lnTo>
                    <a:pt x="448063" y="1576651"/>
                  </a:lnTo>
                  <a:lnTo>
                    <a:pt x="448296" y="1577331"/>
                  </a:lnTo>
                  <a:lnTo>
                    <a:pt x="448521" y="1577995"/>
                  </a:lnTo>
                  <a:lnTo>
                    <a:pt x="448740" y="1578644"/>
                  </a:lnTo>
                  <a:lnTo>
                    <a:pt x="448952" y="1579277"/>
                  </a:lnTo>
                  <a:lnTo>
                    <a:pt x="449152" y="1579878"/>
                  </a:lnTo>
                  <a:lnTo>
                    <a:pt x="449334" y="1580433"/>
                  </a:lnTo>
                  <a:lnTo>
                    <a:pt x="449499" y="1580941"/>
                  </a:lnTo>
                  <a:lnTo>
                    <a:pt x="449646" y="1581402"/>
                  </a:lnTo>
                  <a:lnTo>
                    <a:pt x="449777" y="1581816"/>
                  </a:lnTo>
                  <a:lnTo>
                    <a:pt x="449890" y="1582183"/>
                  </a:lnTo>
                  <a:lnTo>
                    <a:pt x="449985" y="1582504"/>
                  </a:lnTo>
                  <a:lnTo>
                    <a:pt x="450063" y="1582777"/>
                  </a:lnTo>
                  <a:lnTo>
                    <a:pt x="450124" y="1583004"/>
                  </a:lnTo>
                  <a:lnTo>
                    <a:pt x="450167" y="1583183"/>
                  </a:lnTo>
                  <a:lnTo>
                    <a:pt x="450226" y="1582974"/>
                  </a:lnTo>
                  <a:lnTo>
                    <a:pt x="450299" y="1582729"/>
                  </a:lnTo>
                  <a:lnTo>
                    <a:pt x="450386" y="1582446"/>
                  </a:lnTo>
                  <a:lnTo>
                    <a:pt x="450487" y="1582128"/>
                  </a:lnTo>
                  <a:lnTo>
                    <a:pt x="450601" y="1581773"/>
                  </a:lnTo>
                  <a:lnTo>
                    <a:pt x="450730" y="1581381"/>
                  </a:lnTo>
                  <a:lnTo>
                    <a:pt x="450872" y="1580953"/>
                  </a:lnTo>
                  <a:lnTo>
                    <a:pt x="451029" y="1580489"/>
                  </a:lnTo>
                  <a:lnTo>
                    <a:pt x="451199" y="1579988"/>
                  </a:lnTo>
                  <a:lnTo>
                    <a:pt x="451383" y="1579450"/>
                  </a:lnTo>
                  <a:lnTo>
                    <a:pt x="451593" y="1578871"/>
                  </a:lnTo>
                  <a:lnTo>
                    <a:pt x="451806" y="1578280"/>
                  </a:lnTo>
                  <a:lnTo>
                    <a:pt x="452024" y="1577677"/>
                  </a:lnTo>
                  <a:lnTo>
                    <a:pt x="452244" y="1577061"/>
                  </a:lnTo>
                  <a:lnTo>
                    <a:pt x="452468" y="1576434"/>
                  </a:lnTo>
                  <a:lnTo>
                    <a:pt x="452695" y="1575794"/>
                  </a:lnTo>
                  <a:lnTo>
                    <a:pt x="452926" y="1575142"/>
                  </a:lnTo>
                  <a:lnTo>
                    <a:pt x="453161" y="1574478"/>
                  </a:lnTo>
                  <a:lnTo>
                    <a:pt x="453399" y="1573801"/>
                  </a:lnTo>
                  <a:lnTo>
                    <a:pt x="453640" y="1573113"/>
                  </a:lnTo>
                  <a:lnTo>
                    <a:pt x="453900" y="1572417"/>
                  </a:lnTo>
                  <a:lnTo>
                    <a:pt x="454161" y="1571720"/>
                  </a:lnTo>
                  <a:lnTo>
                    <a:pt x="454421" y="1571021"/>
                  </a:lnTo>
                  <a:lnTo>
                    <a:pt x="454682" y="1570321"/>
                  </a:lnTo>
                  <a:lnTo>
                    <a:pt x="454942" y="1569618"/>
                  </a:lnTo>
                  <a:lnTo>
                    <a:pt x="455203" y="1568914"/>
                  </a:lnTo>
                  <a:lnTo>
                    <a:pt x="455463" y="1568209"/>
                  </a:lnTo>
                  <a:lnTo>
                    <a:pt x="455724" y="1567501"/>
                  </a:lnTo>
                  <a:lnTo>
                    <a:pt x="455984" y="1566792"/>
                  </a:lnTo>
                  <a:lnTo>
                    <a:pt x="456245" y="1566081"/>
                  </a:lnTo>
                  <a:lnTo>
                    <a:pt x="456501" y="1565378"/>
                  </a:lnTo>
                  <a:lnTo>
                    <a:pt x="456748" y="1564695"/>
                  </a:lnTo>
                  <a:lnTo>
                    <a:pt x="456987" y="1564031"/>
                  </a:lnTo>
                  <a:lnTo>
                    <a:pt x="457217" y="1563386"/>
                  </a:lnTo>
                  <a:lnTo>
                    <a:pt x="457438" y="1562760"/>
                  </a:lnTo>
                  <a:lnTo>
                    <a:pt x="457651" y="1562153"/>
                  </a:lnTo>
                  <a:lnTo>
                    <a:pt x="457855" y="1561565"/>
                  </a:lnTo>
                  <a:lnTo>
                    <a:pt x="458050" y="1560997"/>
                  </a:lnTo>
                  <a:lnTo>
                    <a:pt x="458237" y="1560447"/>
                  </a:lnTo>
                  <a:lnTo>
                    <a:pt x="458415" y="1559917"/>
                  </a:lnTo>
                  <a:lnTo>
                    <a:pt x="476820" y="1506264"/>
                  </a:lnTo>
                  <a:lnTo>
                    <a:pt x="493315" y="150626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h80"/>
            <p:cNvSpPr/>
            <p:nvPr/>
          </p:nvSpPr>
          <p:spPr>
            <a:xfrm>
              <a:off x="1568947" y="471983"/>
              <a:ext cx="517537" cy="1649338"/>
            </a:xfrm>
            <a:custGeom>
              <a:avLst/>
              <a:pathLst>
                <a:path w="517537" h="1649338">
                  <a:moveTo>
                    <a:pt x="457199" y="1600200"/>
                  </a:moveTo>
                  <a:lnTo>
                    <a:pt x="457211" y="1601801"/>
                  </a:lnTo>
                  <a:lnTo>
                    <a:pt x="457245" y="1603377"/>
                  </a:lnTo>
                  <a:lnTo>
                    <a:pt x="457301" y="1604927"/>
                  </a:lnTo>
                  <a:lnTo>
                    <a:pt x="457380" y="1606450"/>
                  </a:lnTo>
                  <a:lnTo>
                    <a:pt x="457482" y="1607948"/>
                  </a:lnTo>
                  <a:lnTo>
                    <a:pt x="457606" y="1609419"/>
                  </a:lnTo>
                  <a:lnTo>
                    <a:pt x="457753" y="1610865"/>
                  </a:lnTo>
                  <a:lnTo>
                    <a:pt x="457922" y="1612284"/>
                  </a:lnTo>
                  <a:lnTo>
                    <a:pt x="458114" y="1613678"/>
                  </a:lnTo>
                  <a:lnTo>
                    <a:pt x="458328" y="1615045"/>
                  </a:lnTo>
                  <a:lnTo>
                    <a:pt x="458587" y="1616381"/>
                  </a:lnTo>
                  <a:lnTo>
                    <a:pt x="458877" y="1617681"/>
                  </a:lnTo>
                  <a:lnTo>
                    <a:pt x="459198" y="1618944"/>
                  </a:lnTo>
                  <a:lnTo>
                    <a:pt x="459550" y="1620171"/>
                  </a:lnTo>
                  <a:lnTo>
                    <a:pt x="459934" y="1621361"/>
                  </a:lnTo>
                  <a:lnTo>
                    <a:pt x="460349" y="1622515"/>
                  </a:lnTo>
                  <a:lnTo>
                    <a:pt x="460795" y="1623632"/>
                  </a:lnTo>
                  <a:lnTo>
                    <a:pt x="461273" y="1624713"/>
                  </a:lnTo>
                  <a:lnTo>
                    <a:pt x="461782" y="1625757"/>
                  </a:lnTo>
                  <a:lnTo>
                    <a:pt x="462322" y="1626765"/>
                  </a:lnTo>
                  <a:lnTo>
                    <a:pt x="462895" y="1627716"/>
                  </a:lnTo>
                  <a:lnTo>
                    <a:pt x="463502" y="1628623"/>
                  </a:lnTo>
                  <a:lnTo>
                    <a:pt x="464145" y="1629487"/>
                  </a:lnTo>
                  <a:lnTo>
                    <a:pt x="464822" y="1630307"/>
                  </a:lnTo>
                  <a:lnTo>
                    <a:pt x="465534" y="1631084"/>
                  </a:lnTo>
                  <a:lnTo>
                    <a:pt x="466280" y="1631818"/>
                  </a:lnTo>
                  <a:lnTo>
                    <a:pt x="467062" y="1632508"/>
                  </a:lnTo>
                  <a:lnTo>
                    <a:pt x="467878" y="1633155"/>
                  </a:lnTo>
                  <a:lnTo>
                    <a:pt x="468729" y="1633758"/>
                  </a:lnTo>
                  <a:lnTo>
                    <a:pt x="469614" y="1634318"/>
                  </a:lnTo>
                  <a:lnTo>
                    <a:pt x="470555" y="1634830"/>
                  </a:lnTo>
                  <a:lnTo>
                    <a:pt x="471538" y="1635287"/>
                  </a:lnTo>
                  <a:lnTo>
                    <a:pt x="472563" y="1635691"/>
                  </a:lnTo>
                  <a:lnTo>
                    <a:pt x="473629" y="1636041"/>
                  </a:lnTo>
                  <a:lnTo>
                    <a:pt x="474736" y="1636337"/>
                  </a:lnTo>
                  <a:lnTo>
                    <a:pt x="475886" y="1636579"/>
                  </a:lnTo>
                  <a:lnTo>
                    <a:pt x="477077" y="1636767"/>
                  </a:lnTo>
                  <a:lnTo>
                    <a:pt x="478310" y="1636902"/>
                  </a:lnTo>
                  <a:lnTo>
                    <a:pt x="479584" y="1636983"/>
                  </a:lnTo>
                  <a:lnTo>
                    <a:pt x="480900" y="1637010"/>
                  </a:lnTo>
                  <a:lnTo>
                    <a:pt x="482539" y="1636965"/>
                  </a:lnTo>
                  <a:lnTo>
                    <a:pt x="484123" y="1636829"/>
                  </a:lnTo>
                  <a:lnTo>
                    <a:pt x="485651" y="1636603"/>
                  </a:lnTo>
                  <a:lnTo>
                    <a:pt x="487123" y="1636287"/>
                  </a:lnTo>
                  <a:lnTo>
                    <a:pt x="488540" y="1635881"/>
                  </a:lnTo>
                  <a:lnTo>
                    <a:pt x="489902" y="1635384"/>
                  </a:lnTo>
                  <a:lnTo>
                    <a:pt x="491207" y="1634798"/>
                  </a:lnTo>
                  <a:lnTo>
                    <a:pt x="492457" y="1634120"/>
                  </a:lnTo>
                  <a:lnTo>
                    <a:pt x="493652" y="1633353"/>
                  </a:lnTo>
                  <a:lnTo>
                    <a:pt x="494791" y="1632495"/>
                  </a:lnTo>
                  <a:lnTo>
                    <a:pt x="495876" y="1631544"/>
                  </a:lnTo>
                  <a:lnTo>
                    <a:pt x="496875" y="1630495"/>
                  </a:lnTo>
                  <a:lnTo>
                    <a:pt x="497786" y="1629349"/>
                  </a:lnTo>
                  <a:lnTo>
                    <a:pt x="498611" y="1628106"/>
                  </a:lnTo>
                  <a:lnTo>
                    <a:pt x="499349" y="1626765"/>
                  </a:lnTo>
                  <a:lnTo>
                    <a:pt x="500000" y="1625328"/>
                  </a:lnTo>
                  <a:lnTo>
                    <a:pt x="500564" y="1623793"/>
                  </a:lnTo>
                  <a:lnTo>
                    <a:pt x="501042" y="1622161"/>
                  </a:lnTo>
                  <a:lnTo>
                    <a:pt x="501432" y="1620431"/>
                  </a:lnTo>
                  <a:lnTo>
                    <a:pt x="501736" y="1618605"/>
                  </a:lnTo>
                  <a:lnTo>
                    <a:pt x="517537" y="1619646"/>
                  </a:lnTo>
                  <a:lnTo>
                    <a:pt x="517362" y="1620805"/>
                  </a:lnTo>
                  <a:lnTo>
                    <a:pt x="517151" y="1621956"/>
                  </a:lnTo>
                  <a:lnTo>
                    <a:pt x="516904" y="1623097"/>
                  </a:lnTo>
                  <a:lnTo>
                    <a:pt x="516620" y="1624230"/>
                  </a:lnTo>
                  <a:lnTo>
                    <a:pt x="516300" y="1625355"/>
                  </a:lnTo>
                  <a:lnTo>
                    <a:pt x="515943" y="1626470"/>
                  </a:lnTo>
                  <a:lnTo>
                    <a:pt x="515550" y="1627577"/>
                  </a:lnTo>
                  <a:lnTo>
                    <a:pt x="515120" y="1628675"/>
                  </a:lnTo>
                  <a:lnTo>
                    <a:pt x="514654" y="1629765"/>
                  </a:lnTo>
                  <a:lnTo>
                    <a:pt x="514151" y="1630846"/>
                  </a:lnTo>
                  <a:lnTo>
                    <a:pt x="513611" y="1631909"/>
                  </a:lnTo>
                  <a:lnTo>
                    <a:pt x="513033" y="1632947"/>
                  </a:lnTo>
                  <a:lnTo>
                    <a:pt x="512416" y="1633958"/>
                  </a:lnTo>
                  <a:lnTo>
                    <a:pt x="511762" y="1634943"/>
                  </a:lnTo>
                  <a:lnTo>
                    <a:pt x="511069" y="1635903"/>
                  </a:lnTo>
                  <a:lnTo>
                    <a:pt x="510338" y="1636836"/>
                  </a:lnTo>
                  <a:lnTo>
                    <a:pt x="509569" y="1637743"/>
                  </a:lnTo>
                  <a:lnTo>
                    <a:pt x="508762" y="1638624"/>
                  </a:lnTo>
                  <a:lnTo>
                    <a:pt x="507916" y="1639480"/>
                  </a:lnTo>
                  <a:lnTo>
                    <a:pt x="507032" y="1640309"/>
                  </a:lnTo>
                  <a:lnTo>
                    <a:pt x="506127" y="1641109"/>
                  </a:lnTo>
                  <a:lnTo>
                    <a:pt x="505181" y="1641878"/>
                  </a:lnTo>
                  <a:lnTo>
                    <a:pt x="504196" y="1642616"/>
                  </a:lnTo>
                  <a:lnTo>
                    <a:pt x="503171" y="1643323"/>
                  </a:lnTo>
                  <a:lnTo>
                    <a:pt x="502105" y="1643998"/>
                  </a:lnTo>
                  <a:lnTo>
                    <a:pt x="501000" y="1644643"/>
                  </a:lnTo>
                  <a:lnTo>
                    <a:pt x="499855" y="1645255"/>
                  </a:lnTo>
                  <a:lnTo>
                    <a:pt x="498670" y="1645837"/>
                  </a:lnTo>
                  <a:lnTo>
                    <a:pt x="497445" y="1646388"/>
                  </a:lnTo>
                  <a:lnTo>
                    <a:pt x="496180" y="1646907"/>
                  </a:lnTo>
                  <a:lnTo>
                    <a:pt x="494875" y="1647369"/>
                  </a:lnTo>
                  <a:lnTo>
                    <a:pt x="493530" y="1647782"/>
                  </a:lnTo>
                  <a:lnTo>
                    <a:pt x="492146" y="1648146"/>
                  </a:lnTo>
                  <a:lnTo>
                    <a:pt x="490721" y="1648462"/>
                  </a:lnTo>
                  <a:lnTo>
                    <a:pt x="489256" y="1648730"/>
                  </a:lnTo>
                  <a:lnTo>
                    <a:pt x="487752" y="1648949"/>
                  </a:lnTo>
                  <a:lnTo>
                    <a:pt x="486207" y="1649119"/>
                  </a:lnTo>
                  <a:lnTo>
                    <a:pt x="484623" y="1649240"/>
                  </a:lnTo>
                  <a:lnTo>
                    <a:pt x="482999" y="1649313"/>
                  </a:lnTo>
                  <a:lnTo>
                    <a:pt x="481334" y="1649338"/>
                  </a:lnTo>
                  <a:lnTo>
                    <a:pt x="479162" y="1649300"/>
                  </a:lnTo>
                  <a:lnTo>
                    <a:pt x="477056" y="1649188"/>
                  </a:lnTo>
                  <a:lnTo>
                    <a:pt x="475016" y="1649002"/>
                  </a:lnTo>
                  <a:lnTo>
                    <a:pt x="473042" y="1648740"/>
                  </a:lnTo>
                  <a:lnTo>
                    <a:pt x="471134" y="1648404"/>
                  </a:lnTo>
                  <a:lnTo>
                    <a:pt x="469291" y="1647994"/>
                  </a:lnTo>
                  <a:lnTo>
                    <a:pt x="467515" y="1647508"/>
                  </a:lnTo>
                  <a:lnTo>
                    <a:pt x="465805" y="1646948"/>
                  </a:lnTo>
                  <a:lnTo>
                    <a:pt x="464160" y="1646314"/>
                  </a:lnTo>
                  <a:lnTo>
                    <a:pt x="462582" y="1645604"/>
                  </a:lnTo>
                  <a:lnTo>
                    <a:pt x="461065" y="1644830"/>
                  </a:lnTo>
                  <a:lnTo>
                    <a:pt x="459606" y="1644000"/>
                  </a:lnTo>
                  <a:lnTo>
                    <a:pt x="458204" y="1643115"/>
                  </a:lnTo>
                  <a:lnTo>
                    <a:pt x="456859" y="1642173"/>
                  </a:lnTo>
                  <a:lnTo>
                    <a:pt x="455572" y="1641177"/>
                  </a:lnTo>
                  <a:lnTo>
                    <a:pt x="454342" y="1640125"/>
                  </a:lnTo>
                  <a:lnTo>
                    <a:pt x="453169" y="1639017"/>
                  </a:lnTo>
                  <a:lnTo>
                    <a:pt x="452053" y="1637854"/>
                  </a:lnTo>
                  <a:lnTo>
                    <a:pt x="450995" y="1636635"/>
                  </a:lnTo>
                  <a:lnTo>
                    <a:pt x="449994" y="1635360"/>
                  </a:lnTo>
                  <a:lnTo>
                    <a:pt x="449065" y="1634018"/>
                  </a:lnTo>
                  <a:lnTo>
                    <a:pt x="448188" y="1632631"/>
                  </a:lnTo>
                  <a:lnTo>
                    <a:pt x="447363" y="1631198"/>
                  </a:lnTo>
                  <a:lnTo>
                    <a:pt x="446591" y="1629721"/>
                  </a:lnTo>
                  <a:lnTo>
                    <a:pt x="445870" y="1628198"/>
                  </a:lnTo>
                  <a:lnTo>
                    <a:pt x="445201" y="1626630"/>
                  </a:lnTo>
                  <a:lnTo>
                    <a:pt x="444585" y="1625017"/>
                  </a:lnTo>
                  <a:lnTo>
                    <a:pt x="444021" y="1623359"/>
                  </a:lnTo>
                  <a:lnTo>
                    <a:pt x="443509" y="1621655"/>
                  </a:lnTo>
                  <a:lnTo>
                    <a:pt x="443048" y="1619907"/>
                  </a:lnTo>
                  <a:lnTo>
                    <a:pt x="442636" y="1618104"/>
                  </a:lnTo>
                  <a:lnTo>
                    <a:pt x="442267" y="1616271"/>
                  </a:lnTo>
                  <a:lnTo>
                    <a:pt x="441942" y="1614409"/>
                  </a:lnTo>
                  <a:lnTo>
                    <a:pt x="441659" y="1612517"/>
                  </a:lnTo>
                  <a:lnTo>
                    <a:pt x="441421" y="1610596"/>
                  </a:lnTo>
                  <a:lnTo>
                    <a:pt x="441225" y="1608645"/>
                  </a:lnTo>
                  <a:lnTo>
                    <a:pt x="441073" y="1606665"/>
                  </a:lnTo>
                  <a:lnTo>
                    <a:pt x="440965" y="1604655"/>
                  </a:lnTo>
                  <a:lnTo>
                    <a:pt x="440900" y="1602616"/>
                  </a:lnTo>
                  <a:lnTo>
                    <a:pt x="440878" y="1600547"/>
                  </a:lnTo>
                  <a:lnTo>
                    <a:pt x="440894" y="1598677"/>
                  </a:lnTo>
                  <a:lnTo>
                    <a:pt x="440941" y="1596852"/>
                  </a:lnTo>
                  <a:lnTo>
                    <a:pt x="441019" y="1595072"/>
                  </a:lnTo>
                  <a:lnTo>
                    <a:pt x="441128" y="1593338"/>
                  </a:lnTo>
                  <a:lnTo>
                    <a:pt x="441269" y="1591648"/>
                  </a:lnTo>
                  <a:lnTo>
                    <a:pt x="441441" y="1590004"/>
                  </a:lnTo>
                  <a:lnTo>
                    <a:pt x="441644" y="1588405"/>
                  </a:lnTo>
                  <a:lnTo>
                    <a:pt x="441878" y="1586851"/>
                  </a:lnTo>
                  <a:lnTo>
                    <a:pt x="442144" y="1585342"/>
                  </a:lnTo>
                  <a:lnTo>
                    <a:pt x="442441" y="1583878"/>
                  </a:lnTo>
                  <a:lnTo>
                    <a:pt x="442765" y="1582439"/>
                  </a:lnTo>
                  <a:lnTo>
                    <a:pt x="443114" y="1581037"/>
                  </a:lnTo>
                  <a:lnTo>
                    <a:pt x="443488" y="1579674"/>
                  </a:lnTo>
                  <a:lnTo>
                    <a:pt x="443885" y="1578350"/>
                  </a:lnTo>
                  <a:lnTo>
                    <a:pt x="444307" y="1577063"/>
                  </a:lnTo>
                  <a:lnTo>
                    <a:pt x="444754" y="1575815"/>
                  </a:lnTo>
                  <a:lnTo>
                    <a:pt x="445224" y="1574604"/>
                  </a:lnTo>
                  <a:lnTo>
                    <a:pt x="445719" y="1573432"/>
                  </a:lnTo>
                  <a:lnTo>
                    <a:pt x="446238" y="1572298"/>
                  </a:lnTo>
                  <a:lnTo>
                    <a:pt x="446782" y="1571203"/>
                  </a:lnTo>
                  <a:lnTo>
                    <a:pt x="447364" y="1570127"/>
                  </a:lnTo>
                  <a:lnTo>
                    <a:pt x="447966" y="1569088"/>
                  </a:lnTo>
                  <a:lnTo>
                    <a:pt x="448586" y="1568085"/>
                  </a:lnTo>
                  <a:lnTo>
                    <a:pt x="449226" y="1567119"/>
                  </a:lnTo>
                  <a:lnTo>
                    <a:pt x="449885" y="1566189"/>
                  </a:lnTo>
                  <a:lnTo>
                    <a:pt x="450563" y="1565296"/>
                  </a:lnTo>
                  <a:lnTo>
                    <a:pt x="451260" y="1564439"/>
                  </a:lnTo>
                  <a:lnTo>
                    <a:pt x="451977" y="1563619"/>
                  </a:lnTo>
                  <a:lnTo>
                    <a:pt x="452712" y="1562835"/>
                  </a:lnTo>
                  <a:lnTo>
                    <a:pt x="453466" y="1562087"/>
                  </a:lnTo>
                  <a:lnTo>
                    <a:pt x="454236" y="1561356"/>
                  </a:lnTo>
                  <a:lnTo>
                    <a:pt x="455019" y="1560656"/>
                  </a:lnTo>
                  <a:lnTo>
                    <a:pt x="455813" y="1559988"/>
                  </a:lnTo>
                  <a:lnTo>
                    <a:pt x="456620" y="1559351"/>
                  </a:lnTo>
                  <a:lnTo>
                    <a:pt x="457438" y="1558745"/>
                  </a:lnTo>
                  <a:lnTo>
                    <a:pt x="458269" y="1558170"/>
                  </a:lnTo>
                  <a:lnTo>
                    <a:pt x="459112" y="1557626"/>
                  </a:lnTo>
                  <a:lnTo>
                    <a:pt x="459967" y="1557114"/>
                  </a:lnTo>
                  <a:lnTo>
                    <a:pt x="460835" y="1556633"/>
                  </a:lnTo>
                  <a:lnTo>
                    <a:pt x="461714" y="1556184"/>
                  </a:lnTo>
                  <a:lnTo>
                    <a:pt x="462621" y="1555745"/>
                  </a:lnTo>
                  <a:lnTo>
                    <a:pt x="463537" y="1555333"/>
                  </a:lnTo>
                  <a:lnTo>
                    <a:pt x="464462" y="1554946"/>
                  </a:lnTo>
                  <a:lnTo>
                    <a:pt x="465395" y="1554586"/>
                  </a:lnTo>
                  <a:lnTo>
                    <a:pt x="466337" y="1554252"/>
                  </a:lnTo>
                  <a:lnTo>
                    <a:pt x="467288" y="1553944"/>
                  </a:lnTo>
                  <a:lnTo>
                    <a:pt x="468247" y="1553662"/>
                  </a:lnTo>
                  <a:lnTo>
                    <a:pt x="469215" y="1553405"/>
                  </a:lnTo>
                  <a:lnTo>
                    <a:pt x="470192" y="1553175"/>
                  </a:lnTo>
                  <a:lnTo>
                    <a:pt x="471177" y="1552971"/>
                  </a:lnTo>
                  <a:lnTo>
                    <a:pt x="472168" y="1552773"/>
                  </a:lnTo>
                  <a:lnTo>
                    <a:pt x="473160" y="1552596"/>
                  </a:lnTo>
                  <a:lnTo>
                    <a:pt x="474154" y="1552440"/>
                  </a:lnTo>
                  <a:lnTo>
                    <a:pt x="475150" y="1552305"/>
                  </a:lnTo>
                  <a:lnTo>
                    <a:pt x="476147" y="1552190"/>
                  </a:lnTo>
                  <a:lnTo>
                    <a:pt x="477146" y="1552096"/>
                  </a:lnTo>
                  <a:lnTo>
                    <a:pt x="478147" y="1552023"/>
                  </a:lnTo>
                  <a:lnTo>
                    <a:pt x="479150" y="1551971"/>
                  </a:lnTo>
                  <a:lnTo>
                    <a:pt x="480155" y="1551940"/>
                  </a:lnTo>
                  <a:lnTo>
                    <a:pt x="481161" y="1551930"/>
                  </a:lnTo>
                  <a:lnTo>
                    <a:pt x="482724" y="1551951"/>
                  </a:lnTo>
                  <a:lnTo>
                    <a:pt x="484251" y="1552016"/>
                  </a:lnTo>
                  <a:lnTo>
                    <a:pt x="485745" y="1552125"/>
                  </a:lnTo>
                  <a:lnTo>
                    <a:pt x="487203" y="1552277"/>
                  </a:lnTo>
                  <a:lnTo>
                    <a:pt x="488627" y="1552472"/>
                  </a:lnTo>
                  <a:lnTo>
                    <a:pt x="490016" y="1552711"/>
                  </a:lnTo>
                  <a:lnTo>
                    <a:pt x="491370" y="1552993"/>
                  </a:lnTo>
                  <a:lnTo>
                    <a:pt x="492690" y="1553319"/>
                  </a:lnTo>
                  <a:lnTo>
                    <a:pt x="493975" y="1553688"/>
                  </a:lnTo>
                  <a:lnTo>
                    <a:pt x="495225" y="1554100"/>
                  </a:lnTo>
                  <a:lnTo>
                    <a:pt x="496441" y="1554551"/>
                  </a:lnTo>
                  <a:lnTo>
                    <a:pt x="497621" y="1555034"/>
                  </a:lnTo>
                  <a:lnTo>
                    <a:pt x="498767" y="1555551"/>
                  </a:lnTo>
                  <a:lnTo>
                    <a:pt x="499878" y="1556100"/>
                  </a:lnTo>
                  <a:lnTo>
                    <a:pt x="500955" y="1556683"/>
                  </a:lnTo>
                  <a:lnTo>
                    <a:pt x="501997" y="1557298"/>
                  </a:lnTo>
                  <a:lnTo>
                    <a:pt x="503004" y="1557947"/>
                  </a:lnTo>
                  <a:lnTo>
                    <a:pt x="503976" y="1558628"/>
                  </a:lnTo>
                  <a:lnTo>
                    <a:pt x="504914" y="1559343"/>
                  </a:lnTo>
                  <a:lnTo>
                    <a:pt x="505817" y="1560090"/>
                  </a:lnTo>
                  <a:lnTo>
                    <a:pt x="506702" y="1560851"/>
                  </a:lnTo>
                  <a:lnTo>
                    <a:pt x="507553" y="1561639"/>
                  </a:lnTo>
                  <a:lnTo>
                    <a:pt x="508369" y="1562455"/>
                  </a:lnTo>
                  <a:lnTo>
                    <a:pt x="509150" y="1563299"/>
                  </a:lnTo>
                  <a:lnTo>
                    <a:pt x="509897" y="1564171"/>
                  </a:lnTo>
                  <a:lnTo>
                    <a:pt x="510609" y="1565070"/>
                  </a:lnTo>
                  <a:lnTo>
                    <a:pt x="511286" y="1565997"/>
                  </a:lnTo>
                  <a:lnTo>
                    <a:pt x="511929" y="1566952"/>
                  </a:lnTo>
                  <a:lnTo>
                    <a:pt x="512536" y="1567935"/>
                  </a:lnTo>
                  <a:lnTo>
                    <a:pt x="513109" y="1568946"/>
                  </a:lnTo>
                  <a:lnTo>
                    <a:pt x="513648" y="1569978"/>
                  </a:lnTo>
                  <a:lnTo>
                    <a:pt x="514155" y="1571026"/>
                  </a:lnTo>
                  <a:lnTo>
                    <a:pt x="514628" y="1572089"/>
                  </a:lnTo>
                  <a:lnTo>
                    <a:pt x="515068" y="1573168"/>
                  </a:lnTo>
                  <a:lnTo>
                    <a:pt x="515475" y="1574263"/>
                  </a:lnTo>
                  <a:lnTo>
                    <a:pt x="515849" y="1575373"/>
                  </a:lnTo>
                  <a:lnTo>
                    <a:pt x="516190" y="1576499"/>
                  </a:lnTo>
                  <a:lnTo>
                    <a:pt x="516499" y="1577641"/>
                  </a:lnTo>
                  <a:lnTo>
                    <a:pt x="516774" y="1578798"/>
                  </a:lnTo>
                  <a:lnTo>
                    <a:pt x="517016" y="1579971"/>
                  </a:lnTo>
                  <a:lnTo>
                    <a:pt x="500955" y="1581187"/>
                  </a:lnTo>
                  <a:lnTo>
                    <a:pt x="500675" y="1579656"/>
                  </a:lnTo>
                  <a:lnTo>
                    <a:pt x="500319" y="1578190"/>
                  </a:lnTo>
                  <a:lnTo>
                    <a:pt x="499890" y="1576788"/>
                  </a:lnTo>
                  <a:lnTo>
                    <a:pt x="499385" y="1575450"/>
                  </a:lnTo>
                  <a:lnTo>
                    <a:pt x="498806" y="1574176"/>
                  </a:lnTo>
                  <a:lnTo>
                    <a:pt x="498153" y="1572967"/>
                  </a:lnTo>
                  <a:lnTo>
                    <a:pt x="497424" y="1571822"/>
                  </a:lnTo>
                  <a:lnTo>
                    <a:pt x="496621" y="1570741"/>
                  </a:lnTo>
                  <a:lnTo>
                    <a:pt x="495743" y="1569724"/>
                  </a:lnTo>
                  <a:lnTo>
                    <a:pt x="494791" y="1568772"/>
                  </a:lnTo>
                  <a:lnTo>
                    <a:pt x="493760" y="1567898"/>
                  </a:lnTo>
                  <a:lnTo>
                    <a:pt x="492645" y="1567116"/>
                  </a:lnTo>
                  <a:lnTo>
                    <a:pt x="491447" y="1566425"/>
                  </a:lnTo>
                  <a:lnTo>
                    <a:pt x="490165" y="1565827"/>
                  </a:lnTo>
                  <a:lnTo>
                    <a:pt x="488801" y="1565321"/>
                  </a:lnTo>
                  <a:lnTo>
                    <a:pt x="487353" y="1564907"/>
                  </a:lnTo>
                  <a:lnTo>
                    <a:pt x="485821" y="1564585"/>
                  </a:lnTo>
                  <a:lnTo>
                    <a:pt x="484206" y="1564355"/>
                  </a:lnTo>
                  <a:lnTo>
                    <a:pt x="482508" y="1564217"/>
                  </a:lnTo>
                  <a:lnTo>
                    <a:pt x="480727" y="1564171"/>
                  </a:lnTo>
                  <a:lnTo>
                    <a:pt x="479411" y="1564193"/>
                  </a:lnTo>
                  <a:lnTo>
                    <a:pt x="478140" y="1564261"/>
                  </a:lnTo>
                  <a:lnTo>
                    <a:pt x="476911" y="1564374"/>
                  </a:lnTo>
                  <a:lnTo>
                    <a:pt x="475726" y="1564532"/>
                  </a:lnTo>
                  <a:lnTo>
                    <a:pt x="474584" y="1564735"/>
                  </a:lnTo>
                  <a:lnTo>
                    <a:pt x="473486" y="1564983"/>
                  </a:lnTo>
                  <a:lnTo>
                    <a:pt x="472431" y="1565277"/>
                  </a:lnTo>
                  <a:lnTo>
                    <a:pt x="471420" y="1565615"/>
                  </a:lnTo>
                  <a:lnTo>
                    <a:pt x="470452" y="1565999"/>
                  </a:lnTo>
                  <a:lnTo>
                    <a:pt x="469527" y="1566428"/>
                  </a:lnTo>
                  <a:lnTo>
                    <a:pt x="468658" y="1566885"/>
                  </a:lnTo>
                  <a:lnTo>
                    <a:pt x="467822" y="1567390"/>
                  </a:lnTo>
                  <a:lnTo>
                    <a:pt x="467019" y="1567941"/>
                  </a:lnTo>
                  <a:lnTo>
                    <a:pt x="466249" y="1568539"/>
                  </a:lnTo>
                  <a:lnTo>
                    <a:pt x="465512" y="1569184"/>
                  </a:lnTo>
                  <a:lnTo>
                    <a:pt x="464808" y="1569876"/>
                  </a:lnTo>
                  <a:lnTo>
                    <a:pt x="464137" y="1570615"/>
                  </a:lnTo>
                  <a:lnTo>
                    <a:pt x="463499" y="1571401"/>
                  </a:lnTo>
                  <a:lnTo>
                    <a:pt x="462894" y="1572233"/>
                  </a:lnTo>
                  <a:lnTo>
                    <a:pt x="462322" y="1573113"/>
                  </a:lnTo>
                  <a:lnTo>
                    <a:pt x="461782" y="1574022"/>
                  </a:lnTo>
                  <a:lnTo>
                    <a:pt x="461273" y="1574978"/>
                  </a:lnTo>
                  <a:lnTo>
                    <a:pt x="460795" y="1575980"/>
                  </a:lnTo>
                  <a:lnTo>
                    <a:pt x="460349" y="1577030"/>
                  </a:lnTo>
                  <a:lnTo>
                    <a:pt x="459934" y="1578126"/>
                  </a:lnTo>
                  <a:lnTo>
                    <a:pt x="459550" y="1579270"/>
                  </a:lnTo>
                  <a:lnTo>
                    <a:pt x="459198" y="1580460"/>
                  </a:lnTo>
                  <a:lnTo>
                    <a:pt x="458877" y="1581697"/>
                  </a:lnTo>
                  <a:lnTo>
                    <a:pt x="458587" y="1582981"/>
                  </a:lnTo>
                  <a:lnTo>
                    <a:pt x="458328" y="1584312"/>
                  </a:lnTo>
                  <a:lnTo>
                    <a:pt x="458114" y="1585690"/>
                  </a:lnTo>
                  <a:lnTo>
                    <a:pt x="457922" y="1587115"/>
                  </a:lnTo>
                  <a:lnTo>
                    <a:pt x="457753" y="1588586"/>
                  </a:lnTo>
                  <a:lnTo>
                    <a:pt x="457606" y="1590104"/>
                  </a:lnTo>
                  <a:lnTo>
                    <a:pt x="457482" y="1591670"/>
                  </a:lnTo>
                  <a:lnTo>
                    <a:pt x="457380" y="1593282"/>
                  </a:lnTo>
                  <a:lnTo>
                    <a:pt x="457301" y="1594941"/>
                  </a:lnTo>
                  <a:lnTo>
                    <a:pt x="457245" y="1596647"/>
                  </a:lnTo>
                  <a:lnTo>
                    <a:pt x="457211" y="159840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h81"/>
            <p:cNvSpPr/>
            <p:nvPr/>
          </p:nvSpPr>
          <p:spPr>
            <a:xfrm>
              <a:off x="1665313" y="436822"/>
              <a:ext cx="475518" cy="1682762"/>
            </a:xfrm>
            <a:custGeom>
              <a:avLst/>
              <a:pathLst>
                <a:path w="475518" h="1682762">
                  <a:moveTo>
                    <a:pt x="457200" y="1600200"/>
                  </a:moveTo>
                  <a:lnTo>
                    <a:pt x="457200" y="1682762"/>
                  </a:lnTo>
                  <a:lnTo>
                    <a:pt x="441573" y="1682762"/>
                  </a:lnTo>
                  <a:lnTo>
                    <a:pt x="441573" y="1600200"/>
                  </a:lnTo>
                  <a:lnTo>
                    <a:pt x="428376" y="1600200"/>
                  </a:lnTo>
                  <a:lnTo>
                    <a:pt x="428376" y="1588827"/>
                  </a:lnTo>
                  <a:lnTo>
                    <a:pt x="441573" y="1588827"/>
                  </a:lnTo>
                  <a:lnTo>
                    <a:pt x="441573" y="1578235"/>
                  </a:lnTo>
                  <a:lnTo>
                    <a:pt x="441582" y="1577218"/>
                  </a:lnTo>
                  <a:lnTo>
                    <a:pt x="441611" y="1576217"/>
                  </a:lnTo>
                  <a:lnTo>
                    <a:pt x="441658" y="1575232"/>
                  </a:lnTo>
                  <a:lnTo>
                    <a:pt x="441725" y="1574262"/>
                  </a:lnTo>
                  <a:lnTo>
                    <a:pt x="441811" y="1573308"/>
                  </a:lnTo>
                  <a:lnTo>
                    <a:pt x="441916" y="1572370"/>
                  </a:lnTo>
                  <a:lnTo>
                    <a:pt x="442040" y="1571447"/>
                  </a:lnTo>
                  <a:lnTo>
                    <a:pt x="442184" y="1570540"/>
                  </a:lnTo>
                  <a:lnTo>
                    <a:pt x="442346" y="1569648"/>
                  </a:lnTo>
                  <a:lnTo>
                    <a:pt x="442528" y="1568772"/>
                  </a:lnTo>
                  <a:lnTo>
                    <a:pt x="442734" y="1567899"/>
                  </a:lnTo>
                  <a:lnTo>
                    <a:pt x="442972" y="1567050"/>
                  </a:lnTo>
                  <a:lnTo>
                    <a:pt x="443241" y="1566225"/>
                  </a:lnTo>
                  <a:lnTo>
                    <a:pt x="443542" y="1565424"/>
                  </a:lnTo>
                  <a:lnTo>
                    <a:pt x="443873" y="1564648"/>
                  </a:lnTo>
                  <a:lnTo>
                    <a:pt x="444236" y="1563896"/>
                  </a:lnTo>
                  <a:lnTo>
                    <a:pt x="444630" y="1563169"/>
                  </a:lnTo>
                  <a:lnTo>
                    <a:pt x="445056" y="1562466"/>
                  </a:lnTo>
                  <a:lnTo>
                    <a:pt x="445512" y="1561787"/>
                  </a:lnTo>
                  <a:lnTo>
                    <a:pt x="446000" y="1561132"/>
                  </a:lnTo>
                  <a:lnTo>
                    <a:pt x="446539" y="1560487"/>
                  </a:lnTo>
                  <a:lnTo>
                    <a:pt x="447115" y="1559872"/>
                  </a:lnTo>
                  <a:lnTo>
                    <a:pt x="447727" y="1559286"/>
                  </a:lnTo>
                  <a:lnTo>
                    <a:pt x="448375" y="1558729"/>
                  </a:lnTo>
                  <a:lnTo>
                    <a:pt x="449060" y="1558202"/>
                  </a:lnTo>
                  <a:lnTo>
                    <a:pt x="449782" y="1557705"/>
                  </a:lnTo>
                  <a:lnTo>
                    <a:pt x="450540" y="1557237"/>
                  </a:lnTo>
                  <a:lnTo>
                    <a:pt x="451334" y="1556798"/>
                  </a:lnTo>
                  <a:lnTo>
                    <a:pt x="452165" y="1556389"/>
                  </a:lnTo>
                  <a:lnTo>
                    <a:pt x="453032" y="1556010"/>
                  </a:lnTo>
                  <a:lnTo>
                    <a:pt x="453944" y="1555647"/>
                  </a:lnTo>
                  <a:lnTo>
                    <a:pt x="454908" y="1555322"/>
                  </a:lnTo>
                  <a:lnTo>
                    <a:pt x="455923" y="1555036"/>
                  </a:lnTo>
                  <a:lnTo>
                    <a:pt x="456991" y="1554788"/>
                  </a:lnTo>
                  <a:lnTo>
                    <a:pt x="458111" y="1554577"/>
                  </a:lnTo>
                  <a:lnTo>
                    <a:pt x="459283" y="1554406"/>
                  </a:lnTo>
                  <a:lnTo>
                    <a:pt x="460507" y="1554272"/>
                  </a:lnTo>
                  <a:lnTo>
                    <a:pt x="461783" y="1554176"/>
                  </a:lnTo>
                  <a:lnTo>
                    <a:pt x="463112" y="1554119"/>
                  </a:lnTo>
                  <a:lnTo>
                    <a:pt x="464492" y="1554100"/>
                  </a:lnTo>
                  <a:lnTo>
                    <a:pt x="465049" y="1554103"/>
                  </a:lnTo>
                  <a:lnTo>
                    <a:pt x="465610" y="1554110"/>
                  </a:lnTo>
                  <a:lnTo>
                    <a:pt x="466175" y="1554123"/>
                  </a:lnTo>
                  <a:lnTo>
                    <a:pt x="466742" y="1554142"/>
                  </a:lnTo>
                  <a:lnTo>
                    <a:pt x="467314" y="1554165"/>
                  </a:lnTo>
                  <a:lnTo>
                    <a:pt x="467888" y="1554194"/>
                  </a:lnTo>
                  <a:lnTo>
                    <a:pt x="468467" y="1554228"/>
                  </a:lnTo>
                  <a:lnTo>
                    <a:pt x="469048" y="1554267"/>
                  </a:lnTo>
                  <a:lnTo>
                    <a:pt x="469633" y="1554311"/>
                  </a:lnTo>
                  <a:lnTo>
                    <a:pt x="470222" y="1554360"/>
                  </a:lnTo>
                  <a:lnTo>
                    <a:pt x="470822" y="1554415"/>
                  </a:lnTo>
                  <a:lnTo>
                    <a:pt x="471406" y="1554475"/>
                  </a:lnTo>
                  <a:lnTo>
                    <a:pt x="471975" y="1554540"/>
                  </a:lnTo>
                  <a:lnTo>
                    <a:pt x="472528" y="1554610"/>
                  </a:lnTo>
                  <a:lnTo>
                    <a:pt x="473065" y="1554686"/>
                  </a:lnTo>
                  <a:lnTo>
                    <a:pt x="473587" y="1554767"/>
                  </a:lnTo>
                  <a:lnTo>
                    <a:pt x="474093" y="1554853"/>
                  </a:lnTo>
                  <a:lnTo>
                    <a:pt x="474584" y="1554944"/>
                  </a:lnTo>
                  <a:lnTo>
                    <a:pt x="475059" y="1555040"/>
                  </a:lnTo>
                  <a:lnTo>
                    <a:pt x="475518" y="1555142"/>
                  </a:lnTo>
                  <a:lnTo>
                    <a:pt x="475518" y="1567036"/>
                  </a:lnTo>
                  <a:lnTo>
                    <a:pt x="475217" y="1566984"/>
                  </a:lnTo>
                  <a:lnTo>
                    <a:pt x="474907" y="1566935"/>
                  </a:lnTo>
                  <a:lnTo>
                    <a:pt x="474585" y="1566887"/>
                  </a:lnTo>
                  <a:lnTo>
                    <a:pt x="474254" y="1566841"/>
                  </a:lnTo>
                  <a:lnTo>
                    <a:pt x="473912" y="1566797"/>
                  </a:lnTo>
                  <a:lnTo>
                    <a:pt x="473559" y="1566754"/>
                  </a:lnTo>
                  <a:lnTo>
                    <a:pt x="473196" y="1566714"/>
                  </a:lnTo>
                  <a:lnTo>
                    <a:pt x="472823" y="1566674"/>
                  </a:lnTo>
                  <a:lnTo>
                    <a:pt x="472439" y="1566637"/>
                  </a:lnTo>
                  <a:lnTo>
                    <a:pt x="472045" y="1566602"/>
                  </a:lnTo>
                  <a:lnTo>
                    <a:pt x="471667" y="1566552"/>
                  </a:lnTo>
                  <a:lnTo>
                    <a:pt x="471295" y="1566508"/>
                  </a:lnTo>
                  <a:lnTo>
                    <a:pt x="470930" y="1566469"/>
                  </a:lnTo>
                  <a:lnTo>
                    <a:pt x="470573" y="1566435"/>
                  </a:lnTo>
                  <a:lnTo>
                    <a:pt x="470222" y="1566406"/>
                  </a:lnTo>
                  <a:lnTo>
                    <a:pt x="469878" y="1566383"/>
                  </a:lnTo>
                  <a:lnTo>
                    <a:pt x="469541" y="1566365"/>
                  </a:lnTo>
                  <a:lnTo>
                    <a:pt x="469211" y="1566352"/>
                  </a:lnTo>
                  <a:lnTo>
                    <a:pt x="468888" y="1566344"/>
                  </a:lnTo>
                  <a:lnTo>
                    <a:pt x="468572" y="1566341"/>
                  </a:lnTo>
                  <a:lnTo>
                    <a:pt x="467890" y="1566351"/>
                  </a:lnTo>
                  <a:lnTo>
                    <a:pt x="467232" y="1566379"/>
                  </a:lnTo>
                  <a:lnTo>
                    <a:pt x="466598" y="1566427"/>
                  </a:lnTo>
                  <a:lnTo>
                    <a:pt x="465989" y="1566494"/>
                  </a:lnTo>
                  <a:lnTo>
                    <a:pt x="465404" y="1566580"/>
                  </a:lnTo>
                  <a:lnTo>
                    <a:pt x="464843" y="1566685"/>
                  </a:lnTo>
                  <a:lnTo>
                    <a:pt x="464306" y="1566809"/>
                  </a:lnTo>
                  <a:lnTo>
                    <a:pt x="463794" y="1566952"/>
                  </a:lnTo>
                  <a:lnTo>
                    <a:pt x="463306" y="1567115"/>
                  </a:lnTo>
                  <a:lnTo>
                    <a:pt x="462843" y="1567296"/>
                  </a:lnTo>
                  <a:lnTo>
                    <a:pt x="462417" y="1567496"/>
                  </a:lnTo>
                  <a:lnTo>
                    <a:pt x="462009" y="1567713"/>
                  </a:lnTo>
                  <a:lnTo>
                    <a:pt x="461618" y="1567947"/>
                  </a:lnTo>
                  <a:lnTo>
                    <a:pt x="461245" y="1568199"/>
                  </a:lnTo>
                  <a:lnTo>
                    <a:pt x="460889" y="1568468"/>
                  </a:lnTo>
                  <a:lnTo>
                    <a:pt x="460551" y="1568755"/>
                  </a:lnTo>
                  <a:lnTo>
                    <a:pt x="460229" y="1569058"/>
                  </a:lnTo>
                  <a:lnTo>
                    <a:pt x="459926" y="1569380"/>
                  </a:lnTo>
                  <a:lnTo>
                    <a:pt x="459639" y="1569718"/>
                  </a:lnTo>
                  <a:lnTo>
                    <a:pt x="459370" y="1570074"/>
                  </a:lnTo>
                  <a:lnTo>
                    <a:pt x="459134" y="1570430"/>
                  </a:lnTo>
                  <a:lnTo>
                    <a:pt x="458912" y="1570803"/>
                  </a:lnTo>
                  <a:lnTo>
                    <a:pt x="458703" y="1571194"/>
                  </a:lnTo>
                  <a:lnTo>
                    <a:pt x="458509" y="1571602"/>
                  </a:lnTo>
                  <a:lnTo>
                    <a:pt x="458328" y="1572028"/>
                  </a:lnTo>
                  <a:lnTo>
                    <a:pt x="458161" y="1572470"/>
                  </a:lnTo>
                  <a:lnTo>
                    <a:pt x="458009" y="1572930"/>
                  </a:lnTo>
                  <a:lnTo>
                    <a:pt x="457870" y="1573408"/>
                  </a:lnTo>
                  <a:lnTo>
                    <a:pt x="457745" y="1573903"/>
                  </a:lnTo>
                  <a:lnTo>
                    <a:pt x="457634" y="1574415"/>
                  </a:lnTo>
                  <a:lnTo>
                    <a:pt x="457551" y="1574944"/>
                  </a:lnTo>
                  <a:lnTo>
                    <a:pt x="457477" y="1575488"/>
                  </a:lnTo>
                  <a:lnTo>
                    <a:pt x="457412" y="1576048"/>
                  </a:lnTo>
                  <a:lnTo>
                    <a:pt x="457356" y="1576624"/>
                  </a:lnTo>
                  <a:lnTo>
                    <a:pt x="457308" y="1577215"/>
                  </a:lnTo>
                  <a:lnTo>
                    <a:pt x="457269" y="1577822"/>
                  </a:lnTo>
                  <a:lnTo>
                    <a:pt x="457239" y="1578444"/>
                  </a:lnTo>
                  <a:lnTo>
                    <a:pt x="457217" y="1579082"/>
                  </a:lnTo>
                  <a:lnTo>
                    <a:pt x="457204" y="1579736"/>
                  </a:lnTo>
                  <a:lnTo>
                    <a:pt x="457200" y="1580405"/>
                  </a:lnTo>
                  <a:lnTo>
                    <a:pt x="457200" y="1588827"/>
                  </a:lnTo>
                  <a:lnTo>
                    <a:pt x="475518" y="1588827"/>
                  </a:lnTo>
                  <a:lnTo>
                    <a:pt x="475518" y="160020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h82"/>
            <p:cNvSpPr/>
            <p:nvPr/>
          </p:nvSpPr>
          <p:spPr>
            <a:xfrm>
              <a:off x="1695352" y="519384"/>
              <a:ext cx="472826" cy="1600200"/>
            </a:xfrm>
            <a:custGeom>
              <a:avLst/>
              <a:pathLst>
                <a:path w="472826" h="1600200">
                  <a:moveTo>
                    <a:pt x="457200" y="1600200"/>
                  </a:moveTo>
                  <a:lnTo>
                    <a:pt x="457200" y="1471364"/>
                  </a:lnTo>
                  <a:lnTo>
                    <a:pt x="472826" y="1471364"/>
                  </a:lnTo>
                  <a:lnTo>
                    <a:pt x="472826" y="160020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h83"/>
            <p:cNvSpPr/>
            <p:nvPr/>
          </p:nvSpPr>
          <p:spPr>
            <a:xfrm>
              <a:off x="1734767" y="405481"/>
              <a:ext cx="472826" cy="1714103"/>
            </a:xfrm>
            <a:custGeom>
              <a:avLst/>
              <a:pathLst>
                <a:path w="472826" h="1714103">
                  <a:moveTo>
                    <a:pt x="457200" y="1600200"/>
                  </a:moveTo>
                  <a:lnTo>
                    <a:pt x="457200" y="1585267"/>
                  </a:lnTo>
                  <a:lnTo>
                    <a:pt x="472826" y="1585267"/>
                  </a:lnTo>
                  <a:lnTo>
                    <a:pt x="472826" y="1600200"/>
                  </a:lnTo>
                  <a:close/>
                  <a:moveTo>
                    <a:pt x="457200" y="1714103"/>
                  </a:moveTo>
                  <a:lnTo>
                    <a:pt x="457200" y="1620167"/>
                  </a:lnTo>
                  <a:lnTo>
                    <a:pt x="472826" y="1620167"/>
                  </a:lnTo>
                  <a:lnTo>
                    <a:pt x="472826" y="171410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h84"/>
            <p:cNvSpPr/>
            <p:nvPr/>
          </p:nvSpPr>
          <p:spPr>
            <a:xfrm>
              <a:off x="1809950" y="556281"/>
              <a:ext cx="497048" cy="1600200"/>
            </a:xfrm>
            <a:custGeom>
              <a:avLst/>
              <a:pathLst>
                <a:path w="497048" h="1600200">
                  <a:moveTo>
                    <a:pt x="457200" y="1600200"/>
                  </a:moveTo>
                  <a:lnTo>
                    <a:pt x="455603" y="1600183"/>
                  </a:lnTo>
                  <a:lnTo>
                    <a:pt x="454043" y="1600134"/>
                  </a:lnTo>
                  <a:lnTo>
                    <a:pt x="452519" y="1600051"/>
                  </a:lnTo>
                  <a:lnTo>
                    <a:pt x="451032" y="1599936"/>
                  </a:lnTo>
                  <a:lnTo>
                    <a:pt x="449581" y="1599787"/>
                  </a:lnTo>
                  <a:lnTo>
                    <a:pt x="448167" y="1599606"/>
                  </a:lnTo>
                  <a:lnTo>
                    <a:pt x="446789" y="1599391"/>
                  </a:lnTo>
                  <a:lnTo>
                    <a:pt x="445448" y="1599144"/>
                  </a:lnTo>
                  <a:lnTo>
                    <a:pt x="444143" y="1598863"/>
                  </a:lnTo>
                  <a:lnTo>
                    <a:pt x="442875" y="1598550"/>
                  </a:lnTo>
                  <a:lnTo>
                    <a:pt x="441643" y="1598205"/>
                  </a:lnTo>
                  <a:lnTo>
                    <a:pt x="440447" y="1597831"/>
                  </a:lnTo>
                  <a:lnTo>
                    <a:pt x="439288" y="1597427"/>
                  </a:lnTo>
                  <a:lnTo>
                    <a:pt x="438166" y="1596994"/>
                  </a:lnTo>
                  <a:lnTo>
                    <a:pt x="437080" y="1596532"/>
                  </a:lnTo>
                  <a:lnTo>
                    <a:pt x="436030" y="1596039"/>
                  </a:lnTo>
                  <a:lnTo>
                    <a:pt x="435017" y="1595517"/>
                  </a:lnTo>
                  <a:lnTo>
                    <a:pt x="434040" y="1594966"/>
                  </a:lnTo>
                  <a:lnTo>
                    <a:pt x="433100" y="1594385"/>
                  </a:lnTo>
                  <a:lnTo>
                    <a:pt x="432196" y="1593775"/>
                  </a:lnTo>
                  <a:lnTo>
                    <a:pt x="431327" y="1593155"/>
                  </a:lnTo>
                  <a:lnTo>
                    <a:pt x="430491" y="1592511"/>
                  </a:lnTo>
                  <a:lnTo>
                    <a:pt x="429688" y="1591843"/>
                  </a:lnTo>
                  <a:lnTo>
                    <a:pt x="428918" y="1591150"/>
                  </a:lnTo>
                  <a:lnTo>
                    <a:pt x="428181" y="1590433"/>
                  </a:lnTo>
                  <a:lnTo>
                    <a:pt x="427477" y="1589691"/>
                  </a:lnTo>
                  <a:lnTo>
                    <a:pt x="426806" y="1588926"/>
                  </a:lnTo>
                  <a:lnTo>
                    <a:pt x="426168" y="1588135"/>
                  </a:lnTo>
                  <a:lnTo>
                    <a:pt x="425563" y="1587321"/>
                  </a:lnTo>
                  <a:lnTo>
                    <a:pt x="424991" y="1586483"/>
                  </a:lnTo>
                  <a:lnTo>
                    <a:pt x="424451" y="1585622"/>
                  </a:lnTo>
                  <a:lnTo>
                    <a:pt x="423942" y="1584743"/>
                  </a:lnTo>
                  <a:lnTo>
                    <a:pt x="423464" y="1583844"/>
                  </a:lnTo>
                  <a:lnTo>
                    <a:pt x="423018" y="1582927"/>
                  </a:lnTo>
                  <a:lnTo>
                    <a:pt x="422603" y="1581990"/>
                  </a:lnTo>
                  <a:lnTo>
                    <a:pt x="422219" y="1581034"/>
                  </a:lnTo>
                  <a:lnTo>
                    <a:pt x="421867" y="1580059"/>
                  </a:lnTo>
                  <a:lnTo>
                    <a:pt x="421546" y="1579065"/>
                  </a:lnTo>
                  <a:lnTo>
                    <a:pt x="421256" y="1578052"/>
                  </a:lnTo>
                  <a:lnTo>
                    <a:pt x="420997" y="1577020"/>
                  </a:lnTo>
                  <a:lnTo>
                    <a:pt x="436711" y="1574762"/>
                  </a:lnTo>
                  <a:lnTo>
                    <a:pt x="437061" y="1576034"/>
                  </a:lnTo>
                  <a:lnTo>
                    <a:pt x="437485" y="1577245"/>
                  </a:lnTo>
                  <a:lnTo>
                    <a:pt x="437984" y="1578396"/>
                  </a:lnTo>
                  <a:lnTo>
                    <a:pt x="438558" y="1579485"/>
                  </a:lnTo>
                  <a:lnTo>
                    <a:pt x="439207" y="1580514"/>
                  </a:lnTo>
                  <a:lnTo>
                    <a:pt x="439930" y="1581482"/>
                  </a:lnTo>
                  <a:lnTo>
                    <a:pt x="440728" y="1582389"/>
                  </a:lnTo>
                  <a:lnTo>
                    <a:pt x="441600" y="1583236"/>
                  </a:lnTo>
                  <a:lnTo>
                    <a:pt x="442547" y="1584021"/>
                  </a:lnTo>
                  <a:lnTo>
                    <a:pt x="443569" y="1584746"/>
                  </a:lnTo>
                  <a:lnTo>
                    <a:pt x="444679" y="1585422"/>
                  </a:lnTo>
                  <a:lnTo>
                    <a:pt x="445854" y="1586028"/>
                  </a:lnTo>
                  <a:lnTo>
                    <a:pt x="447096" y="1586562"/>
                  </a:lnTo>
                  <a:lnTo>
                    <a:pt x="448403" y="1587024"/>
                  </a:lnTo>
                  <a:lnTo>
                    <a:pt x="449777" y="1587416"/>
                  </a:lnTo>
                  <a:lnTo>
                    <a:pt x="451216" y="1587736"/>
                  </a:lnTo>
                  <a:lnTo>
                    <a:pt x="452722" y="1587985"/>
                  </a:lnTo>
                  <a:lnTo>
                    <a:pt x="454293" y="1588163"/>
                  </a:lnTo>
                  <a:lnTo>
                    <a:pt x="455930" y="1588270"/>
                  </a:lnTo>
                  <a:lnTo>
                    <a:pt x="457634" y="1588306"/>
                  </a:lnTo>
                  <a:lnTo>
                    <a:pt x="458683" y="1588291"/>
                  </a:lnTo>
                  <a:lnTo>
                    <a:pt x="459714" y="1588247"/>
                  </a:lnTo>
                  <a:lnTo>
                    <a:pt x="460725" y="1588173"/>
                  </a:lnTo>
                  <a:lnTo>
                    <a:pt x="461717" y="1588070"/>
                  </a:lnTo>
                  <a:lnTo>
                    <a:pt x="462691" y="1587937"/>
                  </a:lnTo>
                  <a:lnTo>
                    <a:pt x="463645" y="1587774"/>
                  </a:lnTo>
                  <a:lnTo>
                    <a:pt x="464580" y="1587582"/>
                  </a:lnTo>
                  <a:lnTo>
                    <a:pt x="465496" y="1587361"/>
                  </a:lnTo>
                  <a:lnTo>
                    <a:pt x="466392" y="1587110"/>
                  </a:lnTo>
                  <a:lnTo>
                    <a:pt x="467270" y="1586830"/>
                  </a:lnTo>
                  <a:lnTo>
                    <a:pt x="468125" y="1586516"/>
                  </a:lnTo>
                  <a:lnTo>
                    <a:pt x="468954" y="1586166"/>
                  </a:lnTo>
                  <a:lnTo>
                    <a:pt x="469757" y="1585780"/>
                  </a:lnTo>
                  <a:lnTo>
                    <a:pt x="470535" y="1585357"/>
                  </a:lnTo>
                  <a:lnTo>
                    <a:pt x="471285" y="1584898"/>
                  </a:lnTo>
                  <a:lnTo>
                    <a:pt x="472010" y="1584402"/>
                  </a:lnTo>
                  <a:lnTo>
                    <a:pt x="472709" y="1583870"/>
                  </a:lnTo>
                  <a:lnTo>
                    <a:pt x="473382" y="1583302"/>
                  </a:lnTo>
                  <a:lnTo>
                    <a:pt x="474029" y="1582696"/>
                  </a:lnTo>
                  <a:lnTo>
                    <a:pt x="474650" y="1582055"/>
                  </a:lnTo>
                  <a:lnTo>
                    <a:pt x="475243" y="1581392"/>
                  </a:lnTo>
                  <a:lnTo>
                    <a:pt x="475809" y="1580690"/>
                  </a:lnTo>
                  <a:lnTo>
                    <a:pt x="476348" y="1579948"/>
                  </a:lnTo>
                  <a:lnTo>
                    <a:pt x="476858" y="1579166"/>
                  </a:lnTo>
                  <a:lnTo>
                    <a:pt x="477341" y="1578343"/>
                  </a:lnTo>
                  <a:lnTo>
                    <a:pt x="477796" y="1577481"/>
                  </a:lnTo>
                  <a:lnTo>
                    <a:pt x="478223" y="1576579"/>
                  </a:lnTo>
                  <a:lnTo>
                    <a:pt x="478622" y="1575637"/>
                  </a:lnTo>
                  <a:lnTo>
                    <a:pt x="478994" y="1574656"/>
                  </a:lnTo>
                  <a:lnTo>
                    <a:pt x="479338" y="1573634"/>
                  </a:lnTo>
                  <a:lnTo>
                    <a:pt x="479651" y="1572569"/>
                  </a:lnTo>
                  <a:lnTo>
                    <a:pt x="479932" y="1571460"/>
                  </a:lnTo>
                  <a:lnTo>
                    <a:pt x="480179" y="1570305"/>
                  </a:lnTo>
                  <a:lnTo>
                    <a:pt x="480393" y="1569105"/>
                  </a:lnTo>
                  <a:lnTo>
                    <a:pt x="480575" y="1567860"/>
                  </a:lnTo>
                  <a:lnTo>
                    <a:pt x="480723" y="1566570"/>
                  </a:lnTo>
                  <a:lnTo>
                    <a:pt x="480839" y="1565235"/>
                  </a:lnTo>
                  <a:lnTo>
                    <a:pt x="480921" y="1563855"/>
                  </a:lnTo>
                  <a:lnTo>
                    <a:pt x="480971" y="1562429"/>
                  </a:lnTo>
                  <a:lnTo>
                    <a:pt x="480987" y="1560958"/>
                  </a:lnTo>
                  <a:lnTo>
                    <a:pt x="480987" y="1545852"/>
                  </a:lnTo>
                  <a:lnTo>
                    <a:pt x="480814" y="1545852"/>
                  </a:lnTo>
                  <a:lnTo>
                    <a:pt x="480458" y="1546562"/>
                  </a:lnTo>
                  <a:lnTo>
                    <a:pt x="480084" y="1547266"/>
                  </a:lnTo>
                  <a:lnTo>
                    <a:pt x="479694" y="1547965"/>
                  </a:lnTo>
                  <a:lnTo>
                    <a:pt x="479286" y="1548658"/>
                  </a:lnTo>
                  <a:lnTo>
                    <a:pt x="478860" y="1549347"/>
                  </a:lnTo>
                  <a:lnTo>
                    <a:pt x="478417" y="1550030"/>
                  </a:lnTo>
                  <a:lnTo>
                    <a:pt x="477957" y="1550708"/>
                  </a:lnTo>
                  <a:lnTo>
                    <a:pt x="477480" y="1551381"/>
                  </a:lnTo>
                  <a:lnTo>
                    <a:pt x="476985" y="1552049"/>
                  </a:lnTo>
                  <a:lnTo>
                    <a:pt x="476473" y="1552711"/>
                  </a:lnTo>
                  <a:lnTo>
                    <a:pt x="475957" y="1553346"/>
                  </a:lnTo>
                  <a:lnTo>
                    <a:pt x="475417" y="1553968"/>
                  </a:lnTo>
                  <a:lnTo>
                    <a:pt x="474853" y="1554576"/>
                  </a:lnTo>
                  <a:lnTo>
                    <a:pt x="474264" y="1555170"/>
                  </a:lnTo>
                  <a:lnTo>
                    <a:pt x="473651" y="1555750"/>
                  </a:lnTo>
                  <a:lnTo>
                    <a:pt x="473014" y="1556316"/>
                  </a:lnTo>
                  <a:lnTo>
                    <a:pt x="472352" y="1556868"/>
                  </a:lnTo>
                  <a:lnTo>
                    <a:pt x="471667" y="1557406"/>
                  </a:lnTo>
                  <a:lnTo>
                    <a:pt x="470956" y="1557930"/>
                  </a:lnTo>
                  <a:lnTo>
                    <a:pt x="470222" y="1558441"/>
                  </a:lnTo>
                  <a:lnTo>
                    <a:pt x="469481" y="1558935"/>
                  </a:lnTo>
                  <a:lnTo>
                    <a:pt x="468715" y="1559410"/>
                  </a:lnTo>
                  <a:lnTo>
                    <a:pt x="467925" y="1559865"/>
                  </a:lnTo>
                  <a:lnTo>
                    <a:pt x="467110" y="1560302"/>
                  </a:lnTo>
                  <a:lnTo>
                    <a:pt x="466272" y="1560720"/>
                  </a:lnTo>
                  <a:lnTo>
                    <a:pt x="465409" y="1561118"/>
                  </a:lnTo>
                  <a:lnTo>
                    <a:pt x="464522" y="1561498"/>
                  </a:lnTo>
                  <a:lnTo>
                    <a:pt x="463610" y="1561858"/>
                  </a:lnTo>
                  <a:lnTo>
                    <a:pt x="462674" y="1562199"/>
                  </a:lnTo>
                  <a:lnTo>
                    <a:pt x="461714" y="1562521"/>
                  </a:lnTo>
                  <a:lnTo>
                    <a:pt x="460728" y="1562802"/>
                  </a:lnTo>
                  <a:lnTo>
                    <a:pt x="459714" y="1563052"/>
                  </a:lnTo>
                  <a:lnTo>
                    <a:pt x="458672" y="1563274"/>
                  </a:lnTo>
                  <a:lnTo>
                    <a:pt x="457602" y="1563466"/>
                  </a:lnTo>
                  <a:lnTo>
                    <a:pt x="456505" y="1563628"/>
                  </a:lnTo>
                  <a:lnTo>
                    <a:pt x="455380" y="1563761"/>
                  </a:lnTo>
                  <a:lnTo>
                    <a:pt x="454227" y="1563864"/>
                  </a:lnTo>
                  <a:lnTo>
                    <a:pt x="453046" y="1563938"/>
                  </a:lnTo>
                  <a:lnTo>
                    <a:pt x="451838" y="1563982"/>
                  </a:lnTo>
                  <a:lnTo>
                    <a:pt x="450601" y="1563997"/>
                  </a:lnTo>
                  <a:lnTo>
                    <a:pt x="448838" y="1563968"/>
                  </a:lnTo>
                  <a:lnTo>
                    <a:pt x="447125" y="1563879"/>
                  </a:lnTo>
                  <a:lnTo>
                    <a:pt x="445463" y="1563731"/>
                  </a:lnTo>
                  <a:lnTo>
                    <a:pt x="443851" y="1563525"/>
                  </a:lnTo>
                  <a:lnTo>
                    <a:pt x="442289" y="1563259"/>
                  </a:lnTo>
                  <a:lnTo>
                    <a:pt x="440777" y="1562934"/>
                  </a:lnTo>
                  <a:lnTo>
                    <a:pt x="439316" y="1562551"/>
                  </a:lnTo>
                  <a:lnTo>
                    <a:pt x="437905" y="1562108"/>
                  </a:lnTo>
                  <a:lnTo>
                    <a:pt x="436545" y="1561606"/>
                  </a:lnTo>
                  <a:lnTo>
                    <a:pt x="435235" y="1561045"/>
                  </a:lnTo>
                  <a:lnTo>
                    <a:pt x="433990" y="1560408"/>
                  </a:lnTo>
                  <a:lnTo>
                    <a:pt x="432790" y="1559712"/>
                  </a:lnTo>
                  <a:lnTo>
                    <a:pt x="431636" y="1558956"/>
                  </a:lnTo>
                  <a:lnTo>
                    <a:pt x="430526" y="1558142"/>
                  </a:lnTo>
                  <a:lnTo>
                    <a:pt x="429462" y="1557269"/>
                  </a:lnTo>
                  <a:lnTo>
                    <a:pt x="428442" y="1556336"/>
                  </a:lnTo>
                  <a:lnTo>
                    <a:pt x="427468" y="1555345"/>
                  </a:lnTo>
                  <a:lnTo>
                    <a:pt x="426539" y="1554294"/>
                  </a:lnTo>
                  <a:lnTo>
                    <a:pt x="425656" y="1553185"/>
                  </a:lnTo>
                  <a:lnTo>
                    <a:pt x="424817" y="1552016"/>
                  </a:lnTo>
                  <a:lnTo>
                    <a:pt x="424039" y="1550790"/>
                  </a:lnTo>
                  <a:lnTo>
                    <a:pt x="423303" y="1549506"/>
                  </a:lnTo>
                  <a:lnTo>
                    <a:pt x="422608" y="1548164"/>
                  </a:lnTo>
                  <a:lnTo>
                    <a:pt x="421956" y="1546766"/>
                  </a:lnTo>
                  <a:lnTo>
                    <a:pt x="421344" y="1545310"/>
                  </a:lnTo>
                  <a:lnTo>
                    <a:pt x="420775" y="1543797"/>
                  </a:lnTo>
                  <a:lnTo>
                    <a:pt x="420247" y="1542226"/>
                  </a:lnTo>
                  <a:lnTo>
                    <a:pt x="419761" y="1540598"/>
                  </a:lnTo>
                  <a:lnTo>
                    <a:pt x="419316" y="1538913"/>
                  </a:lnTo>
                  <a:lnTo>
                    <a:pt x="418913" y="1537171"/>
                  </a:lnTo>
                  <a:lnTo>
                    <a:pt x="418567" y="1535355"/>
                  </a:lnTo>
                  <a:lnTo>
                    <a:pt x="418257" y="1533483"/>
                  </a:lnTo>
                  <a:lnTo>
                    <a:pt x="417984" y="1531556"/>
                  </a:lnTo>
                  <a:lnTo>
                    <a:pt x="417747" y="1529573"/>
                  </a:lnTo>
                  <a:lnTo>
                    <a:pt x="417546" y="1527534"/>
                  </a:lnTo>
                  <a:lnTo>
                    <a:pt x="417382" y="1525440"/>
                  </a:lnTo>
                  <a:lnTo>
                    <a:pt x="417254" y="1523291"/>
                  </a:lnTo>
                  <a:lnTo>
                    <a:pt x="417163" y="1521085"/>
                  </a:lnTo>
                  <a:lnTo>
                    <a:pt x="417109" y="1518825"/>
                  </a:lnTo>
                  <a:lnTo>
                    <a:pt x="417090" y="1516508"/>
                  </a:lnTo>
                  <a:lnTo>
                    <a:pt x="417109" y="1514274"/>
                  </a:lnTo>
                  <a:lnTo>
                    <a:pt x="417163" y="1512084"/>
                  </a:lnTo>
                  <a:lnTo>
                    <a:pt x="417254" y="1509940"/>
                  </a:lnTo>
                  <a:lnTo>
                    <a:pt x="417382" y="1507841"/>
                  </a:lnTo>
                  <a:lnTo>
                    <a:pt x="417546" y="1505787"/>
                  </a:lnTo>
                  <a:lnTo>
                    <a:pt x="417747" y="1503778"/>
                  </a:lnTo>
                  <a:lnTo>
                    <a:pt x="417984" y="1501814"/>
                  </a:lnTo>
                  <a:lnTo>
                    <a:pt x="418257" y="1499895"/>
                  </a:lnTo>
                  <a:lnTo>
                    <a:pt x="418567" y="1498022"/>
                  </a:lnTo>
                  <a:lnTo>
                    <a:pt x="418913" y="1496193"/>
                  </a:lnTo>
                  <a:lnTo>
                    <a:pt x="419318" y="1494415"/>
                  </a:lnTo>
                  <a:lnTo>
                    <a:pt x="419768" y="1492693"/>
                  </a:lnTo>
                  <a:lnTo>
                    <a:pt x="420263" y="1491026"/>
                  </a:lnTo>
                  <a:lnTo>
                    <a:pt x="420803" y="1489415"/>
                  </a:lnTo>
                  <a:lnTo>
                    <a:pt x="421388" y="1487859"/>
                  </a:lnTo>
                  <a:lnTo>
                    <a:pt x="422018" y="1486359"/>
                  </a:lnTo>
                  <a:lnTo>
                    <a:pt x="422693" y="1484914"/>
                  </a:lnTo>
                  <a:lnTo>
                    <a:pt x="423414" y="1483525"/>
                  </a:lnTo>
                  <a:lnTo>
                    <a:pt x="424180" y="1482192"/>
                  </a:lnTo>
                  <a:lnTo>
                    <a:pt x="424991" y="1480914"/>
                  </a:lnTo>
                  <a:lnTo>
                    <a:pt x="425866" y="1479677"/>
                  </a:lnTo>
                  <a:lnTo>
                    <a:pt x="426789" y="1478500"/>
                  </a:lnTo>
                  <a:lnTo>
                    <a:pt x="427762" y="1477385"/>
                  </a:lnTo>
                  <a:lnTo>
                    <a:pt x="428783" y="1476330"/>
                  </a:lnTo>
                  <a:lnTo>
                    <a:pt x="429852" y="1475336"/>
                  </a:lnTo>
                  <a:lnTo>
                    <a:pt x="430971" y="1474403"/>
                  </a:lnTo>
                  <a:lnTo>
                    <a:pt x="432137" y="1473530"/>
                  </a:lnTo>
                  <a:lnTo>
                    <a:pt x="433353" y="1472718"/>
                  </a:lnTo>
                  <a:lnTo>
                    <a:pt x="434617" y="1471967"/>
                  </a:lnTo>
                  <a:lnTo>
                    <a:pt x="435929" y="1471277"/>
                  </a:lnTo>
                  <a:lnTo>
                    <a:pt x="437312" y="1470634"/>
                  </a:lnTo>
                  <a:lnTo>
                    <a:pt x="438753" y="1470058"/>
                  </a:lnTo>
                  <a:lnTo>
                    <a:pt x="440250" y="1469550"/>
                  </a:lnTo>
                  <a:lnTo>
                    <a:pt x="441805" y="1469110"/>
                  </a:lnTo>
                  <a:lnTo>
                    <a:pt x="443417" y="1468738"/>
                  </a:lnTo>
                  <a:lnTo>
                    <a:pt x="445087" y="1468433"/>
                  </a:lnTo>
                  <a:lnTo>
                    <a:pt x="446814" y="1468196"/>
                  </a:lnTo>
                  <a:lnTo>
                    <a:pt x="448598" y="1468027"/>
                  </a:lnTo>
                  <a:lnTo>
                    <a:pt x="450439" y="1467925"/>
                  </a:lnTo>
                  <a:lnTo>
                    <a:pt x="452338" y="1467891"/>
                  </a:lnTo>
                  <a:lnTo>
                    <a:pt x="454308" y="1467937"/>
                  </a:lnTo>
                  <a:lnTo>
                    <a:pt x="456224" y="1468075"/>
                  </a:lnTo>
                  <a:lnTo>
                    <a:pt x="458086" y="1468305"/>
                  </a:lnTo>
                  <a:lnTo>
                    <a:pt x="459894" y="1468628"/>
                  </a:lnTo>
                  <a:lnTo>
                    <a:pt x="461649" y="1469042"/>
                  </a:lnTo>
                  <a:lnTo>
                    <a:pt x="463350" y="1469548"/>
                  </a:lnTo>
                  <a:lnTo>
                    <a:pt x="464996" y="1470146"/>
                  </a:lnTo>
                  <a:lnTo>
                    <a:pt x="466590" y="1470836"/>
                  </a:lnTo>
                  <a:lnTo>
                    <a:pt x="468129" y="1471618"/>
                  </a:lnTo>
                  <a:lnTo>
                    <a:pt x="469614" y="1472493"/>
                  </a:lnTo>
                  <a:lnTo>
                    <a:pt x="471056" y="1473435"/>
                  </a:lnTo>
                  <a:lnTo>
                    <a:pt x="472431" y="1474455"/>
                  </a:lnTo>
                  <a:lnTo>
                    <a:pt x="473737" y="1475553"/>
                  </a:lnTo>
                  <a:lnTo>
                    <a:pt x="474976" y="1476729"/>
                  </a:lnTo>
                  <a:lnTo>
                    <a:pt x="476147" y="1477984"/>
                  </a:lnTo>
                  <a:lnTo>
                    <a:pt x="477251" y="1479316"/>
                  </a:lnTo>
                  <a:lnTo>
                    <a:pt x="478286" y="1480727"/>
                  </a:lnTo>
                  <a:lnTo>
                    <a:pt x="479254" y="1482216"/>
                  </a:lnTo>
                  <a:lnTo>
                    <a:pt x="480155" y="1483783"/>
                  </a:lnTo>
                  <a:lnTo>
                    <a:pt x="480987" y="1485428"/>
                  </a:lnTo>
                  <a:lnTo>
                    <a:pt x="481161" y="1485428"/>
                  </a:lnTo>
                  <a:lnTo>
                    <a:pt x="481162" y="1484989"/>
                  </a:lnTo>
                  <a:lnTo>
                    <a:pt x="481164" y="1484539"/>
                  </a:lnTo>
                  <a:lnTo>
                    <a:pt x="481169" y="1484079"/>
                  </a:lnTo>
                  <a:lnTo>
                    <a:pt x="481175" y="1483609"/>
                  </a:lnTo>
                  <a:lnTo>
                    <a:pt x="481183" y="1483128"/>
                  </a:lnTo>
                  <a:lnTo>
                    <a:pt x="481192" y="1482636"/>
                  </a:lnTo>
                  <a:lnTo>
                    <a:pt x="481203" y="1482134"/>
                  </a:lnTo>
                  <a:lnTo>
                    <a:pt x="481216" y="1481622"/>
                  </a:lnTo>
                  <a:lnTo>
                    <a:pt x="481231" y="1481100"/>
                  </a:lnTo>
                  <a:lnTo>
                    <a:pt x="481248" y="1480566"/>
                  </a:lnTo>
                  <a:lnTo>
                    <a:pt x="481282" y="1480032"/>
                  </a:lnTo>
                  <a:lnTo>
                    <a:pt x="481314" y="1479504"/>
                  </a:lnTo>
                  <a:lnTo>
                    <a:pt x="481344" y="1478983"/>
                  </a:lnTo>
                  <a:lnTo>
                    <a:pt x="481373" y="1478469"/>
                  </a:lnTo>
                  <a:lnTo>
                    <a:pt x="481400" y="1477962"/>
                  </a:lnTo>
                  <a:lnTo>
                    <a:pt x="481425" y="1477462"/>
                  </a:lnTo>
                  <a:lnTo>
                    <a:pt x="481448" y="1476969"/>
                  </a:lnTo>
                  <a:lnTo>
                    <a:pt x="481470" y="1476483"/>
                  </a:lnTo>
                  <a:lnTo>
                    <a:pt x="481490" y="1476003"/>
                  </a:lnTo>
                  <a:lnTo>
                    <a:pt x="481508" y="1475531"/>
                  </a:lnTo>
                  <a:lnTo>
                    <a:pt x="481543" y="1475052"/>
                  </a:lnTo>
                  <a:lnTo>
                    <a:pt x="481578" y="1474587"/>
                  </a:lnTo>
                  <a:lnTo>
                    <a:pt x="481612" y="1474135"/>
                  </a:lnTo>
                  <a:lnTo>
                    <a:pt x="481647" y="1473698"/>
                  </a:lnTo>
                  <a:lnTo>
                    <a:pt x="481682" y="1473274"/>
                  </a:lnTo>
                  <a:lnTo>
                    <a:pt x="481716" y="1472864"/>
                  </a:lnTo>
                  <a:lnTo>
                    <a:pt x="481751" y="1472468"/>
                  </a:lnTo>
                  <a:lnTo>
                    <a:pt x="481786" y="1472086"/>
                  </a:lnTo>
                  <a:lnTo>
                    <a:pt x="481821" y="1471718"/>
                  </a:lnTo>
                  <a:lnTo>
                    <a:pt x="481855" y="1471364"/>
                  </a:lnTo>
                  <a:lnTo>
                    <a:pt x="481890" y="1471031"/>
                  </a:lnTo>
                  <a:lnTo>
                    <a:pt x="481925" y="1470728"/>
                  </a:lnTo>
                  <a:lnTo>
                    <a:pt x="481960" y="1470455"/>
                  </a:lnTo>
                  <a:lnTo>
                    <a:pt x="481994" y="1470211"/>
                  </a:lnTo>
                  <a:lnTo>
                    <a:pt x="482029" y="1469997"/>
                  </a:lnTo>
                  <a:lnTo>
                    <a:pt x="482064" y="1469812"/>
                  </a:lnTo>
                  <a:lnTo>
                    <a:pt x="482203" y="1469367"/>
                  </a:lnTo>
                  <a:lnTo>
                    <a:pt x="497048" y="1469367"/>
                  </a:lnTo>
                  <a:lnTo>
                    <a:pt x="497031" y="1469535"/>
                  </a:lnTo>
                  <a:lnTo>
                    <a:pt x="497014" y="1469725"/>
                  </a:lnTo>
                  <a:lnTo>
                    <a:pt x="496996" y="1469938"/>
                  </a:lnTo>
                  <a:lnTo>
                    <a:pt x="496979" y="1470173"/>
                  </a:lnTo>
                  <a:lnTo>
                    <a:pt x="496961" y="1470431"/>
                  </a:lnTo>
                  <a:lnTo>
                    <a:pt x="496944" y="1470711"/>
                  </a:lnTo>
                  <a:lnTo>
                    <a:pt x="496927" y="1471014"/>
                  </a:lnTo>
                  <a:lnTo>
                    <a:pt x="496909" y="1471340"/>
                  </a:lnTo>
                  <a:lnTo>
                    <a:pt x="496892" y="1471688"/>
                  </a:lnTo>
                  <a:lnTo>
                    <a:pt x="496875" y="1472058"/>
                  </a:lnTo>
                  <a:lnTo>
                    <a:pt x="496857" y="1472431"/>
                  </a:lnTo>
                  <a:lnTo>
                    <a:pt x="496840" y="1472819"/>
                  </a:lnTo>
                  <a:lnTo>
                    <a:pt x="496823" y="1473223"/>
                  </a:lnTo>
                  <a:lnTo>
                    <a:pt x="496805" y="1473642"/>
                  </a:lnTo>
                  <a:lnTo>
                    <a:pt x="496788" y="1474077"/>
                  </a:lnTo>
                  <a:lnTo>
                    <a:pt x="496770" y="1474528"/>
                  </a:lnTo>
                  <a:lnTo>
                    <a:pt x="496753" y="1474994"/>
                  </a:lnTo>
                  <a:lnTo>
                    <a:pt x="496736" y="1475476"/>
                  </a:lnTo>
                  <a:lnTo>
                    <a:pt x="496718" y="1475973"/>
                  </a:lnTo>
                  <a:lnTo>
                    <a:pt x="496701" y="1476486"/>
                  </a:lnTo>
                  <a:lnTo>
                    <a:pt x="496684" y="1477013"/>
                  </a:lnTo>
                  <a:lnTo>
                    <a:pt x="496666" y="1477552"/>
                  </a:lnTo>
                  <a:lnTo>
                    <a:pt x="496649" y="1478104"/>
                  </a:lnTo>
                  <a:lnTo>
                    <a:pt x="496632" y="1478667"/>
                  </a:lnTo>
                  <a:lnTo>
                    <a:pt x="496614" y="1479243"/>
                  </a:lnTo>
                  <a:lnTo>
                    <a:pt x="496597" y="1479830"/>
                  </a:lnTo>
                  <a:lnTo>
                    <a:pt x="496579" y="1480430"/>
                  </a:lnTo>
                  <a:lnTo>
                    <a:pt x="496562" y="1481042"/>
                  </a:lnTo>
                  <a:lnTo>
                    <a:pt x="496545" y="1481666"/>
                  </a:lnTo>
                  <a:lnTo>
                    <a:pt x="496527" y="1482303"/>
                  </a:lnTo>
                  <a:lnTo>
                    <a:pt x="496527" y="1482931"/>
                  </a:lnTo>
                  <a:lnTo>
                    <a:pt x="496527" y="1483563"/>
                  </a:lnTo>
                  <a:lnTo>
                    <a:pt x="496527" y="1484201"/>
                  </a:lnTo>
                  <a:lnTo>
                    <a:pt x="496527" y="1484845"/>
                  </a:lnTo>
                  <a:lnTo>
                    <a:pt x="496527" y="1485493"/>
                  </a:lnTo>
                  <a:lnTo>
                    <a:pt x="496527" y="1486147"/>
                  </a:lnTo>
                  <a:lnTo>
                    <a:pt x="496527" y="1486806"/>
                  </a:lnTo>
                  <a:lnTo>
                    <a:pt x="496527" y="1487470"/>
                  </a:lnTo>
                  <a:lnTo>
                    <a:pt x="496527" y="1488139"/>
                  </a:lnTo>
                  <a:lnTo>
                    <a:pt x="496527" y="1488814"/>
                  </a:lnTo>
                  <a:lnTo>
                    <a:pt x="496527" y="1560611"/>
                  </a:lnTo>
                  <a:lnTo>
                    <a:pt x="496430" y="1564455"/>
                  </a:lnTo>
                  <a:lnTo>
                    <a:pt x="496138" y="1568102"/>
                  </a:lnTo>
                  <a:lnTo>
                    <a:pt x="495652" y="1571553"/>
                  </a:lnTo>
                  <a:lnTo>
                    <a:pt x="494972" y="1574807"/>
                  </a:lnTo>
                  <a:lnTo>
                    <a:pt x="494096" y="1577866"/>
                  </a:lnTo>
                  <a:lnTo>
                    <a:pt x="493027" y="1580728"/>
                  </a:lnTo>
                  <a:lnTo>
                    <a:pt x="491763" y="1583394"/>
                  </a:lnTo>
                  <a:lnTo>
                    <a:pt x="490304" y="1585864"/>
                  </a:lnTo>
                  <a:lnTo>
                    <a:pt x="488651" y="1588138"/>
                  </a:lnTo>
                  <a:lnTo>
                    <a:pt x="486804" y="1590216"/>
                  </a:lnTo>
                  <a:lnTo>
                    <a:pt x="484773" y="1592113"/>
                  </a:lnTo>
                  <a:lnTo>
                    <a:pt x="482536" y="1593810"/>
                  </a:lnTo>
                  <a:lnTo>
                    <a:pt x="480092" y="1595307"/>
                  </a:lnTo>
                  <a:lnTo>
                    <a:pt x="477442" y="1596605"/>
                  </a:lnTo>
                  <a:lnTo>
                    <a:pt x="474584" y="1597704"/>
                  </a:lnTo>
                  <a:lnTo>
                    <a:pt x="471521" y="1598602"/>
                  </a:lnTo>
                  <a:lnTo>
                    <a:pt x="468250" y="1599301"/>
                  </a:lnTo>
                  <a:lnTo>
                    <a:pt x="464773" y="1599800"/>
                  </a:lnTo>
                  <a:lnTo>
                    <a:pt x="461090" y="1600100"/>
                  </a:lnTo>
                  <a:close/>
                  <a:moveTo>
                    <a:pt x="480987" y="1516335"/>
                  </a:moveTo>
                  <a:lnTo>
                    <a:pt x="480965" y="1514401"/>
                  </a:lnTo>
                  <a:lnTo>
                    <a:pt x="480900" y="1512525"/>
                  </a:lnTo>
                  <a:lnTo>
                    <a:pt x="480792" y="1510707"/>
                  </a:lnTo>
                  <a:lnTo>
                    <a:pt x="480640" y="1508945"/>
                  </a:lnTo>
                  <a:lnTo>
                    <a:pt x="480445" y="1507241"/>
                  </a:lnTo>
                  <a:lnTo>
                    <a:pt x="480206" y="1505594"/>
                  </a:lnTo>
                  <a:lnTo>
                    <a:pt x="479924" y="1504004"/>
                  </a:lnTo>
                  <a:lnTo>
                    <a:pt x="479598" y="1502472"/>
                  </a:lnTo>
                  <a:lnTo>
                    <a:pt x="479229" y="1500997"/>
                  </a:lnTo>
                  <a:lnTo>
                    <a:pt x="478817" y="1499579"/>
                  </a:lnTo>
                  <a:lnTo>
                    <a:pt x="478386" y="1498199"/>
                  </a:lnTo>
                  <a:lnTo>
                    <a:pt x="477928" y="1496871"/>
                  </a:lnTo>
                  <a:lnTo>
                    <a:pt x="477442" y="1495594"/>
                  </a:lnTo>
                  <a:lnTo>
                    <a:pt x="476928" y="1494370"/>
                  </a:lnTo>
                  <a:lnTo>
                    <a:pt x="476386" y="1493198"/>
                  </a:lnTo>
                  <a:lnTo>
                    <a:pt x="475816" y="1492078"/>
                  </a:lnTo>
                  <a:lnTo>
                    <a:pt x="475219" y="1491011"/>
                  </a:lnTo>
                  <a:lnTo>
                    <a:pt x="474594" y="1489995"/>
                  </a:lnTo>
                  <a:lnTo>
                    <a:pt x="473941" y="1489031"/>
                  </a:lnTo>
                  <a:lnTo>
                    <a:pt x="473261" y="1488120"/>
                  </a:lnTo>
                  <a:lnTo>
                    <a:pt x="472556" y="1487257"/>
                  </a:lnTo>
                  <a:lnTo>
                    <a:pt x="471830" y="1486442"/>
                  </a:lnTo>
                  <a:lnTo>
                    <a:pt x="471083" y="1485674"/>
                  </a:lnTo>
                  <a:lnTo>
                    <a:pt x="470316" y="1484952"/>
                  </a:lnTo>
                  <a:lnTo>
                    <a:pt x="469527" y="1484278"/>
                  </a:lnTo>
                  <a:lnTo>
                    <a:pt x="468718" y="1483650"/>
                  </a:lnTo>
                  <a:lnTo>
                    <a:pt x="467888" y="1483069"/>
                  </a:lnTo>
                  <a:lnTo>
                    <a:pt x="467038" y="1482535"/>
                  </a:lnTo>
                  <a:lnTo>
                    <a:pt x="466166" y="1482048"/>
                  </a:lnTo>
                  <a:lnTo>
                    <a:pt x="465273" y="1481608"/>
                  </a:lnTo>
                  <a:lnTo>
                    <a:pt x="464385" y="1481212"/>
                  </a:lnTo>
                  <a:lnTo>
                    <a:pt x="463492" y="1480858"/>
                  </a:lnTo>
                  <a:lnTo>
                    <a:pt x="462593" y="1480546"/>
                  </a:lnTo>
                  <a:lnTo>
                    <a:pt x="461690" y="1480275"/>
                  </a:lnTo>
                  <a:lnTo>
                    <a:pt x="460781" y="1480046"/>
                  </a:lnTo>
                  <a:lnTo>
                    <a:pt x="459867" y="1479858"/>
                  </a:lnTo>
                  <a:lnTo>
                    <a:pt x="458947" y="1479712"/>
                  </a:lnTo>
                  <a:lnTo>
                    <a:pt x="458023" y="1479608"/>
                  </a:lnTo>
                  <a:lnTo>
                    <a:pt x="457093" y="1479546"/>
                  </a:lnTo>
                  <a:lnTo>
                    <a:pt x="456158" y="1479525"/>
                  </a:lnTo>
                  <a:lnTo>
                    <a:pt x="454976" y="1479546"/>
                  </a:lnTo>
                  <a:lnTo>
                    <a:pt x="453828" y="1479608"/>
                  </a:lnTo>
                  <a:lnTo>
                    <a:pt x="452712" y="1479712"/>
                  </a:lnTo>
                  <a:lnTo>
                    <a:pt x="451629" y="1479858"/>
                  </a:lnTo>
                  <a:lnTo>
                    <a:pt x="450580" y="1480046"/>
                  </a:lnTo>
                  <a:lnTo>
                    <a:pt x="449563" y="1480275"/>
                  </a:lnTo>
                  <a:lnTo>
                    <a:pt x="448579" y="1480546"/>
                  </a:lnTo>
                  <a:lnTo>
                    <a:pt x="447629" y="1480858"/>
                  </a:lnTo>
                  <a:lnTo>
                    <a:pt x="446711" y="1481212"/>
                  </a:lnTo>
                  <a:lnTo>
                    <a:pt x="445827" y="1481608"/>
                  </a:lnTo>
                  <a:lnTo>
                    <a:pt x="444990" y="1482049"/>
                  </a:lnTo>
                  <a:lnTo>
                    <a:pt x="444181" y="1482539"/>
                  </a:lnTo>
                  <a:lnTo>
                    <a:pt x="443399" y="1483077"/>
                  </a:lnTo>
                  <a:lnTo>
                    <a:pt x="442646" y="1483664"/>
                  </a:lnTo>
                  <a:lnTo>
                    <a:pt x="441920" y="1484300"/>
                  </a:lnTo>
                  <a:lnTo>
                    <a:pt x="441222" y="1484984"/>
                  </a:lnTo>
                  <a:lnTo>
                    <a:pt x="440552" y="1485716"/>
                  </a:lnTo>
                  <a:lnTo>
                    <a:pt x="439909" y="1486498"/>
                  </a:lnTo>
                  <a:lnTo>
                    <a:pt x="439294" y="1487328"/>
                  </a:lnTo>
                  <a:lnTo>
                    <a:pt x="438708" y="1488206"/>
                  </a:lnTo>
                  <a:lnTo>
                    <a:pt x="438166" y="1489118"/>
                  </a:lnTo>
                  <a:lnTo>
                    <a:pt x="437652" y="1490082"/>
                  </a:lnTo>
                  <a:lnTo>
                    <a:pt x="437166" y="1491097"/>
                  </a:lnTo>
                  <a:lnTo>
                    <a:pt x="436707" y="1492165"/>
                  </a:lnTo>
                  <a:lnTo>
                    <a:pt x="436277" y="1493285"/>
                  </a:lnTo>
                  <a:lnTo>
                    <a:pt x="435874" y="1494457"/>
                  </a:lnTo>
                  <a:lnTo>
                    <a:pt x="435499" y="1495681"/>
                  </a:lnTo>
                  <a:lnTo>
                    <a:pt x="435152" y="1496957"/>
                  </a:lnTo>
                  <a:lnTo>
                    <a:pt x="434832" y="1498286"/>
                  </a:lnTo>
                  <a:lnTo>
                    <a:pt x="434540" y="1499666"/>
                  </a:lnTo>
                  <a:lnTo>
                    <a:pt x="434293" y="1501083"/>
                  </a:lnTo>
                  <a:lnTo>
                    <a:pt x="434072" y="1502555"/>
                  </a:lnTo>
                  <a:lnTo>
                    <a:pt x="433876" y="1504083"/>
                  </a:lnTo>
                  <a:lnTo>
                    <a:pt x="433707" y="1505667"/>
                  </a:lnTo>
                  <a:lnTo>
                    <a:pt x="433564" y="1507306"/>
                  </a:lnTo>
                  <a:lnTo>
                    <a:pt x="433447" y="1509001"/>
                  </a:lnTo>
                  <a:lnTo>
                    <a:pt x="433355" y="1510751"/>
                  </a:lnTo>
                  <a:lnTo>
                    <a:pt x="433290" y="1512557"/>
                  </a:lnTo>
                  <a:lnTo>
                    <a:pt x="433251" y="1514418"/>
                  </a:lnTo>
                  <a:lnTo>
                    <a:pt x="433238" y="1516335"/>
                  </a:lnTo>
                  <a:lnTo>
                    <a:pt x="433251" y="1518334"/>
                  </a:lnTo>
                  <a:lnTo>
                    <a:pt x="433290" y="1520269"/>
                  </a:lnTo>
                  <a:lnTo>
                    <a:pt x="433355" y="1522140"/>
                  </a:lnTo>
                  <a:lnTo>
                    <a:pt x="433447" y="1523947"/>
                  </a:lnTo>
                  <a:lnTo>
                    <a:pt x="433564" y="1525689"/>
                  </a:lnTo>
                  <a:lnTo>
                    <a:pt x="433707" y="1527367"/>
                  </a:lnTo>
                  <a:lnTo>
                    <a:pt x="433876" y="1528981"/>
                  </a:lnTo>
                  <a:lnTo>
                    <a:pt x="434072" y="1530531"/>
                  </a:lnTo>
                  <a:lnTo>
                    <a:pt x="434293" y="1532016"/>
                  </a:lnTo>
                  <a:lnTo>
                    <a:pt x="434540" y="1533438"/>
                  </a:lnTo>
                  <a:lnTo>
                    <a:pt x="434832" y="1534783"/>
                  </a:lnTo>
                  <a:lnTo>
                    <a:pt x="435152" y="1536077"/>
                  </a:lnTo>
                  <a:lnTo>
                    <a:pt x="435499" y="1537318"/>
                  </a:lnTo>
                  <a:lnTo>
                    <a:pt x="435874" y="1538508"/>
                  </a:lnTo>
                  <a:lnTo>
                    <a:pt x="436277" y="1539645"/>
                  </a:lnTo>
                  <a:lnTo>
                    <a:pt x="436707" y="1540730"/>
                  </a:lnTo>
                  <a:lnTo>
                    <a:pt x="437166" y="1541763"/>
                  </a:lnTo>
                  <a:lnTo>
                    <a:pt x="437652" y="1542744"/>
                  </a:lnTo>
                  <a:lnTo>
                    <a:pt x="438166" y="1543673"/>
                  </a:lnTo>
                  <a:lnTo>
                    <a:pt x="438708" y="1544550"/>
                  </a:lnTo>
                  <a:lnTo>
                    <a:pt x="439278" y="1545377"/>
                  </a:lnTo>
                  <a:lnTo>
                    <a:pt x="439878" y="1546155"/>
                  </a:lnTo>
                  <a:lnTo>
                    <a:pt x="440507" y="1546884"/>
                  </a:lnTo>
                  <a:lnTo>
                    <a:pt x="441166" y="1547564"/>
                  </a:lnTo>
                  <a:lnTo>
                    <a:pt x="441855" y="1548196"/>
                  </a:lnTo>
                  <a:lnTo>
                    <a:pt x="442573" y="1548780"/>
                  </a:lnTo>
                  <a:lnTo>
                    <a:pt x="443320" y="1549315"/>
                  </a:lnTo>
                  <a:lnTo>
                    <a:pt x="444097" y="1549801"/>
                  </a:lnTo>
                  <a:lnTo>
                    <a:pt x="444904" y="1550238"/>
                  </a:lnTo>
                  <a:lnTo>
                    <a:pt x="445740" y="1550627"/>
                  </a:lnTo>
                  <a:lnTo>
                    <a:pt x="446607" y="1550974"/>
                  </a:lnTo>
                  <a:lnTo>
                    <a:pt x="447507" y="1551284"/>
                  </a:lnTo>
                  <a:lnTo>
                    <a:pt x="448441" y="1551557"/>
                  </a:lnTo>
                  <a:lnTo>
                    <a:pt x="449407" y="1551794"/>
                  </a:lnTo>
                  <a:lnTo>
                    <a:pt x="450406" y="1551995"/>
                  </a:lnTo>
                  <a:lnTo>
                    <a:pt x="451438" y="1552159"/>
                  </a:lnTo>
                  <a:lnTo>
                    <a:pt x="452504" y="1552286"/>
                  </a:lnTo>
                  <a:lnTo>
                    <a:pt x="453602" y="1552378"/>
                  </a:lnTo>
                  <a:lnTo>
                    <a:pt x="454733" y="1552432"/>
                  </a:lnTo>
                  <a:lnTo>
                    <a:pt x="455897" y="1552450"/>
                  </a:lnTo>
                  <a:lnTo>
                    <a:pt x="456832" y="1552431"/>
                  </a:lnTo>
                  <a:lnTo>
                    <a:pt x="457762" y="1552371"/>
                  </a:lnTo>
                  <a:lnTo>
                    <a:pt x="458687" y="1552271"/>
                  </a:lnTo>
                  <a:lnTo>
                    <a:pt x="459606" y="1552131"/>
                  </a:lnTo>
                  <a:lnTo>
                    <a:pt x="460520" y="1551951"/>
                  </a:lnTo>
                  <a:lnTo>
                    <a:pt x="461429" y="1551732"/>
                  </a:lnTo>
                  <a:lnTo>
                    <a:pt x="462333" y="1551472"/>
                  </a:lnTo>
                  <a:lnTo>
                    <a:pt x="463232" y="1551173"/>
                  </a:lnTo>
                  <a:lnTo>
                    <a:pt x="464125" y="1550833"/>
                  </a:lnTo>
                  <a:lnTo>
                    <a:pt x="465013" y="1550454"/>
                  </a:lnTo>
                  <a:lnTo>
                    <a:pt x="465906" y="1550031"/>
                  </a:lnTo>
                  <a:lnTo>
                    <a:pt x="466781" y="1549561"/>
                  </a:lnTo>
                  <a:lnTo>
                    <a:pt x="467636" y="1549045"/>
                  </a:lnTo>
                  <a:lnTo>
                    <a:pt x="468472" y="1548481"/>
                  </a:lnTo>
                  <a:lnTo>
                    <a:pt x="469289" y="1547871"/>
                  </a:lnTo>
                  <a:lnTo>
                    <a:pt x="470087" y="1547214"/>
                  </a:lnTo>
                  <a:lnTo>
                    <a:pt x="470865" y="1546510"/>
                  </a:lnTo>
                  <a:lnTo>
                    <a:pt x="471625" y="1545759"/>
                  </a:lnTo>
                  <a:lnTo>
                    <a:pt x="472365" y="1544961"/>
                  </a:lnTo>
                  <a:lnTo>
                    <a:pt x="473087" y="1544116"/>
                  </a:lnTo>
                  <a:lnTo>
                    <a:pt x="473785" y="1543223"/>
                  </a:lnTo>
                  <a:lnTo>
                    <a:pt x="474455" y="1542279"/>
                  </a:lnTo>
                  <a:lnTo>
                    <a:pt x="475098" y="1541285"/>
                  </a:lnTo>
                  <a:lnTo>
                    <a:pt x="475712" y="1540241"/>
                  </a:lnTo>
                  <a:lnTo>
                    <a:pt x="476299" y="1539146"/>
                  </a:lnTo>
                  <a:lnTo>
                    <a:pt x="476858" y="1538001"/>
                  </a:lnTo>
                  <a:lnTo>
                    <a:pt x="477390" y="1536805"/>
                  </a:lnTo>
                  <a:lnTo>
                    <a:pt x="477893" y="1535559"/>
                  </a:lnTo>
                  <a:lnTo>
                    <a:pt x="478369" y="1534263"/>
                  </a:lnTo>
                  <a:lnTo>
                    <a:pt x="478817" y="1532917"/>
                  </a:lnTo>
                  <a:lnTo>
                    <a:pt x="479229" y="1531516"/>
                  </a:lnTo>
                  <a:lnTo>
                    <a:pt x="479598" y="1530059"/>
                  </a:lnTo>
                  <a:lnTo>
                    <a:pt x="479924" y="1528544"/>
                  </a:lnTo>
                  <a:lnTo>
                    <a:pt x="480206" y="1526972"/>
                  </a:lnTo>
                  <a:lnTo>
                    <a:pt x="480445" y="1525342"/>
                  </a:lnTo>
                  <a:lnTo>
                    <a:pt x="480640" y="1523655"/>
                  </a:lnTo>
                  <a:lnTo>
                    <a:pt x="480792" y="1521911"/>
                  </a:lnTo>
                  <a:lnTo>
                    <a:pt x="480900" y="1520110"/>
                  </a:lnTo>
                  <a:lnTo>
                    <a:pt x="480965" y="151825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h85"/>
            <p:cNvSpPr/>
            <p:nvPr/>
          </p:nvSpPr>
          <p:spPr>
            <a:xfrm>
              <a:off x="1888779" y="441510"/>
              <a:ext cx="517016" cy="1678074"/>
            </a:xfrm>
            <a:custGeom>
              <a:avLst/>
              <a:pathLst>
                <a:path w="517016" h="1678074">
                  <a:moveTo>
                    <a:pt x="457200" y="1600200"/>
                  </a:moveTo>
                  <a:lnTo>
                    <a:pt x="457725" y="1599259"/>
                  </a:lnTo>
                  <a:lnTo>
                    <a:pt x="458259" y="1598349"/>
                  </a:lnTo>
                  <a:lnTo>
                    <a:pt x="458801" y="1597467"/>
                  </a:lnTo>
                  <a:lnTo>
                    <a:pt x="459353" y="1596616"/>
                  </a:lnTo>
                  <a:lnTo>
                    <a:pt x="459913" y="1595794"/>
                  </a:lnTo>
                  <a:lnTo>
                    <a:pt x="460481" y="1595001"/>
                  </a:lnTo>
                  <a:lnTo>
                    <a:pt x="461058" y="1594238"/>
                  </a:lnTo>
                  <a:lnTo>
                    <a:pt x="461645" y="1593504"/>
                  </a:lnTo>
                  <a:lnTo>
                    <a:pt x="462239" y="1592800"/>
                  </a:lnTo>
                  <a:lnTo>
                    <a:pt x="462843" y="1592126"/>
                  </a:lnTo>
                  <a:lnTo>
                    <a:pt x="463456" y="1591461"/>
                  </a:lnTo>
                  <a:lnTo>
                    <a:pt x="464082" y="1590820"/>
                  </a:lnTo>
                  <a:lnTo>
                    <a:pt x="464720" y="1590203"/>
                  </a:lnTo>
                  <a:lnTo>
                    <a:pt x="465371" y="1589611"/>
                  </a:lnTo>
                  <a:lnTo>
                    <a:pt x="466033" y="1589044"/>
                  </a:lnTo>
                  <a:lnTo>
                    <a:pt x="466708" y="1588500"/>
                  </a:lnTo>
                  <a:lnTo>
                    <a:pt x="467394" y="1587981"/>
                  </a:lnTo>
                  <a:lnTo>
                    <a:pt x="468093" y="1587486"/>
                  </a:lnTo>
                  <a:lnTo>
                    <a:pt x="468804" y="1587016"/>
                  </a:lnTo>
                  <a:lnTo>
                    <a:pt x="469527" y="1586569"/>
                  </a:lnTo>
                  <a:lnTo>
                    <a:pt x="470264" y="1586147"/>
                  </a:lnTo>
                  <a:lnTo>
                    <a:pt x="471014" y="1585750"/>
                  </a:lnTo>
                  <a:lnTo>
                    <a:pt x="471778" y="1585376"/>
                  </a:lnTo>
                  <a:lnTo>
                    <a:pt x="472556" y="1585027"/>
                  </a:lnTo>
                  <a:lnTo>
                    <a:pt x="473347" y="1584703"/>
                  </a:lnTo>
                  <a:lnTo>
                    <a:pt x="474153" y="1584402"/>
                  </a:lnTo>
                  <a:lnTo>
                    <a:pt x="474973" y="1584126"/>
                  </a:lnTo>
                  <a:lnTo>
                    <a:pt x="475806" y="1583875"/>
                  </a:lnTo>
                  <a:lnTo>
                    <a:pt x="476653" y="1583647"/>
                  </a:lnTo>
                  <a:lnTo>
                    <a:pt x="477515" y="1583444"/>
                  </a:lnTo>
                  <a:lnTo>
                    <a:pt x="478393" y="1583246"/>
                  </a:lnTo>
                  <a:lnTo>
                    <a:pt x="479293" y="1583069"/>
                  </a:lnTo>
                  <a:lnTo>
                    <a:pt x="480213" y="1582913"/>
                  </a:lnTo>
                  <a:lnTo>
                    <a:pt x="481154" y="1582777"/>
                  </a:lnTo>
                  <a:lnTo>
                    <a:pt x="482116" y="1582663"/>
                  </a:lnTo>
                  <a:lnTo>
                    <a:pt x="483099" y="1582569"/>
                  </a:lnTo>
                  <a:lnTo>
                    <a:pt x="484102" y="1582496"/>
                  </a:lnTo>
                  <a:lnTo>
                    <a:pt x="485127" y="1582444"/>
                  </a:lnTo>
                  <a:lnTo>
                    <a:pt x="486172" y="1582413"/>
                  </a:lnTo>
                  <a:lnTo>
                    <a:pt x="487238" y="1582402"/>
                  </a:lnTo>
                  <a:lnTo>
                    <a:pt x="489011" y="1582426"/>
                  </a:lnTo>
                  <a:lnTo>
                    <a:pt x="490718" y="1582499"/>
                  </a:lnTo>
                  <a:lnTo>
                    <a:pt x="492358" y="1582621"/>
                  </a:lnTo>
                  <a:lnTo>
                    <a:pt x="493933" y="1582791"/>
                  </a:lnTo>
                  <a:lnTo>
                    <a:pt x="495442" y="1583010"/>
                  </a:lnTo>
                  <a:lnTo>
                    <a:pt x="496885" y="1583277"/>
                  </a:lnTo>
                  <a:lnTo>
                    <a:pt x="498262" y="1583593"/>
                  </a:lnTo>
                  <a:lnTo>
                    <a:pt x="499573" y="1583958"/>
                  </a:lnTo>
                  <a:lnTo>
                    <a:pt x="500818" y="1584371"/>
                  </a:lnTo>
                  <a:lnTo>
                    <a:pt x="501997" y="1584833"/>
                  </a:lnTo>
                  <a:lnTo>
                    <a:pt x="503135" y="1585339"/>
                  </a:lnTo>
                  <a:lnTo>
                    <a:pt x="504223" y="1585885"/>
                  </a:lnTo>
                  <a:lnTo>
                    <a:pt x="505260" y="1586471"/>
                  </a:lnTo>
                  <a:lnTo>
                    <a:pt x="506247" y="1587097"/>
                  </a:lnTo>
                  <a:lnTo>
                    <a:pt x="507184" y="1587763"/>
                  </a:lnTo>
                  <a:lnTo>
                    <a:pt x="508070" y="1588469"/>
                  </a:lnTo>
                  <a:lnTo>
                    <a:pt x="508906" y="1589215"/>
                  </a:lnTo>
                  <a:lnTo>
                    <a:pt x="509692" y="1590000"/>
                  </a:lnTo>
                  <a:lnTo>
                    <a:pt x="510428" y="1590826"/>
                  </a:lnTo>
                  <a:lnTo>
                    <a:pt x="511112" y="1591691"/>
                  </a:lnTo>
                  <a:lnTo>
                    <a:pt x="511768" y="1592577"/>
                  </a:lnTo>
                  <a:lnTo>
                    <a:pt x="512380" y="1593497"/>
                  </a:lnTo>
                  <a:lnTo>
                    <a:pt x="512949" y="1594452"/>
                  </a:lnTo>
                  <a:lnTo>
                    <a:pt x="513474" y="1595442"/>
                  </a:lnTo>
                  <a:lnTo>
                    <a:pt x="513956" y="1596466"/>
                  </a:lnTo>
                  <a:lnTo>
                    <a:pt x="514394" y="1597526"/>
                  </a:lnTo>
                  <a:lnTo>
                    <a:pt x="514789" y="1598619"/>
                  </a:lnTo>
                  <a:lnTo>
                    <a:pt x="515141" y="1599748"/>
                  </a:lnTo>
                  <a:lnTo>
                    <a:pt x="515449" y="1600911"/>
                  </a:lnTo>
                  <a:lnTo>
                    <a:pt x="515714" y="1602109"/>
                  </a:lnTo>
                  <a:lnTo>
                    <a:pt x="515961" y="1603337"/>
                  </a:lnTo>
                  <a:lnTo>
                    <a:pt x="516183" y="1604589"/>
                  </a:lnTo>
                  <a:lnTo>
                    <a:pt x="516378" y="1605865"/>
                  </a:lnTo>
                  <a:lnTo>
                    <a:pt x="516547" y="1607166"/>
                  </a:lnTo>
                  <a:lnTo>
                    <a:pt x="516690" y="1608490"/>
                  </a:lnTo>
                  <a:lnTo>
                    <a:pt x="516808" y="1609840"/>
                  </a:lnTo>
                  <a:lnTo>
                    <a:pt x="516899" y="1611213"/>
                  </a:lnTo>
                  <a:lnTo>
                    <a:pt x="516964" y="1612611"/>
                  </a:lnTo>
                  <a:lnTo>
                    <a:pt x="517003" y="1614033"/>
                  </a:lnTo>
                  <a:lnTo>
                    <a:pt x="517016" y="1615479"/>
                  </a:lnTo>
                  <a:lnTo>
                    <a:pt x="517016" y="1678074"/>
                  </a:lnTo>
                  <a:lnTo>
                    <a:pt x="501302" y="1678074"/>
                  </a:lnTo>
                  <a:lnTo>
                    <a:pt x="501302" y="1618518"/>
                  </a:lnTo>
                  <a:lnTo>
                    <a:pt x="501294" y="1617334"/>
                  </a:lnTo>
                  <a:lnTo>
                    <a:pt x="501271" y="1616181"/>
                  </a:lnTo>
                  <a:lnTo>
                    <a:pt x="501232" y="1615056"/>
                  </a:lnTo>
                  <a:lnTo>
                    <a:pt x="501177" y="1613962"/>
                  </a:lnTo>
                  <a:lnTo>
                    <a:pt x="501107" y="1612896"/>
                  </a:lnTo>
                  <a:lnTo>
                    <a:pt x="501021" y="1611861"/>
                  </a:lnTo>
                  <a:lnTo>
                    <a:pt x="500919" y="1610854"/>
                  </a:lnTo>
                  <a:lnTo>
                    <a:pt x="500802" y="1609878"/>
                  </a:lnTo>
                  <a:lnTo>
                    <a:pt x="500669" y="1608931"/>
                  </a:lnTo>
                  <a:lnTo>
                    <a:pt x="500521" y="1608013"/>
                  </a:lnTo>
                  <a:lnTo>
                    <a:pt x="500368" y="1607126"/>
                  </a:lnTo>
                  <a:lnTo>
                    <a:pt x="500188" y="1606270"/>
                  </a:lnTo>
                  <a:lnTo>
                    <a:pt x="499979" y="1605445"/>
                  </a:lnTo>
                  <a:lnTo>
                    <a:pt x="499743" y="1604651"/>
                  </a:lnTo>
                  <a:lnTo>
                    <a:pt x="499479" y="1603889"/>
                  </a:lnTo>
                  <a:lnTo>
                    <a:pt x="499187" y="1603158"/>
                  </a:lnTo>
                  <a:lnTo>
                    <a:pt x="498868" y="1602458"/>
                  </a:lnTo>
                  <a:lnTo>
                    <a:pt x="498521" y="1601790"/>
                  </a:lnTo>
                  <a:lnTo>
                    <a:pt x="498146" y="1601153"/>
                  </a:lnTo>
                  <a:lnTo>
                    <a:pt x="497743" y="1600547"/>
                  </a:lnTo>
                  <a:lnTo>
                    <a:pt x="497309" y="1599955"/>
                  </a:lnTo>
                  <a:lnTo>
                    <a:pt x="496840" y="1599394"/>
                  </a:lnTo>
                  <a:lnTo>
                    <a:pt x="496336" y="1598864"/>
                  </a:lnTo>
                  <a:lnTo>
                    <a:pt x="495798" y="1598366"/>
                  </a:lnTo>
                  <a:lnTo>
                    <a:pt x="495225" y="1597899"/>
                  </a:lnTo>
                  <a:lnTo>
                    <a:pt x="494617" y="1597463"/>
                  </a:lnTo>
                  <a:lnTo>
                    <a:pt x="493975" y="1597058"/>
                  </a:lnTo>
                  <a:lnTo>
                    <a:pt x="493298" y="1596685"/>
                  </a:lnTo>
                  <a:lnTo>
                    <a:pt x="492586" y="1596343"/>
                  </a:lnTo>
                  <a:lnTo>
                    <a:pt x="491839" y="1596032"/>
                  </a:lnTo>
                  <a:lnTo>
                    <a:pt x="491053" y="1595735"/>
                  </a:lnTo>
                  <a:lnTo>
                    <a:pt x="490221" y="1595470"/>
                  </a:lnTo>
                  <a:lnTo>
                    <a:pt x="489344" y="1595235"/>
                  </a:lnTo>
                  <a:lnTo>
                    <a:pt x="488422" y="1595032"/>
                  </a:lnTo>
                  <a:lnTo>
                    <a:pt x="487455" y="1594860"/>
                  </a:lnTo>
                  <a:lnTo>
                    <a:pt x="486443" y="1594720"/>
                  </a:lnTo>
                  <a:lnTo>
                    <a:pt x="485385" y="1594610"/>
                  </a:lnTo>
                  <a:lnTo>
                    <a:pt x="484283" y="1594532"/>
                  </a:lnTo>
                  <a:lnTo>
                    <a:pt x="483135" y="1594485"/>
                  </a:lnTo>
                  <a:lnTo>
                    <a:pt x="481942" y="1594470"/>
                  </a:lnTo>
                  <a:lnTo>
                    <a:pt x="480841" y="1594490"/>
                  </a:lnTo>
                  <a:lnTo>
                    <a:pt x="479761" y="1594549"/>
                  </a:lnTo>
                  <a:lnTo>
                    <a:pt x="478702" y="1594649"/>
                  </a:lnTo>
                  <a:lnTo>
                    <a:pt x="477664" y="1594789"/>
                  </a:lnTo>
                  <a:lnTo>
                    <a:pt x="476646" y="1594969"/>
                  </a:lnTo>
                  <a:lnTo>
                    <a:pt x="475650" y="1595188"/>
                  </a:lnTo>
                  <a:lnTo>
                    <a:pt x="474674" y="1595448"/>
                  </a:lnTo>
                  <a:lnTo>
                    <a:pt x="473719" y="1595748"/>
                  </a:lnTo>
                  <a:lnTo>
                    <a:pt x="472785" y="1596087"/>
                  </a:lnTo>
                  <a:lnTo>
                    <a:pt x="471871" y="1596466"/>
                  </a:lnTo>
                  <a:lnTo>
                    <a:pt x="470998" y="1596882"/>
                  </a:lnTo>
                  <a:lnTo>
                    <a:pt x="470149" y="1597331"/>
                  </a:lnTo>
                  <a:lnTo>
                    <a:pt x="469324" y="1597813"/>
                  </a:lnTo>
                  <a:lnTo>
                    <a:pt x="468524" y="1598328"/>
                  </a:lnTo>
                  <a:lnTo>
                    <a:pt x="467748" y="1598876"/>
                  </a:lnTo>
                  <a:lnTo>
                    <a:pt x="466996" y="1599456"/>
                  </a:lnTo>
                  <a:lnTo>
                    <a:pt x="466268" y="1600070"/>
                  </a:lnTo>
                  <a:lnTo>
                    <a:pt x="465565" y="1600717"/>
                  </a:lnTo>
                  <a:lnTo>
                    <a:pt x="464886" y="1601397"/>
                  </a:lnTo>
                  <a:lnTo>
                    <a:pt x="464232" y="1602109"/>
                  </a:lnTo>
                  <a:lnTo>
                    <a:pt x="463620" y="1602854"/>
                  </a:lnTo>
                  <a:lnTo>
                    <a:pt x="463037" y="1603630"/>
                  </a:lnTo>
                  <a:lnTo>
                    <a:pt x="462481" y="1604438"/>
                  </a:lnTo>
                  <a:lnTo>
                    <a:pt x="461954" y="1605277"/>
                  </a:lnTo>
                  <a:lnTo>
                    <a:pt x="461454" y="1606146"/>
                  </a:lnTo>
                  <a:lnTo>
                    <a:pt x="460981" y="1607048"/>
                  </a:lnTo>
                  <a:lnTo>
                    <a:pt x="460537" y="1607980"/>
                  </a:lnTo>
                  <a:lnTo>
                    <a:pt x="460120" y="1608944"/>
                  </a:lnTo>
                  <a:lnTo>
                    <a:pt x="459731" y="1609939"/>
                  </a:lnTo>
                  <a:lnTo>
                    <a:pt x="459370" y="1610965"/>
                  </a:lnTo>
                  <a:lnTo>
                    <a:pt x="459040" y="1612020"/>
                  </a:lnTo>
                  <a:lnTo>
                    <a:pt x="458745" y="1613100"/>
                  </a:lnTo>
                  <a:lnTo>
                    <a:pt x="458484" y="1614207"/>
                  </a:lnTo>
                  <a:lnTo>
                    <a:pt x="458259" y="1615340"/>
                  </a:lnTo>
                  <a:lnTo>
                    <a:pt x="458068" y="1616499"/>
                  </a:lnTo>
                  <a:lnTo>
                    <a:pt x="457911" y="1617684"/>
                  </a:lnTo>
                  <a:lnTo>
                    <a:pt x="457790" y="1618895"/>
                  </a:lnTo>
                  <a:lnTo>
                    <a:pt x="457703" y="1620133"/>
                  </a:lnTo>
                  <a:lnTo>
                    <a:pt x="457651" y="1621396"/>
                  </a:lnTo>
                  <a:lnTo>
                    <a:pt x="457634" y="1622685"/>
                  </a:lnTo>
                  <a:lnTo>
                    <a:pt x="457634" y="1678074"/>
                  </a:lnTo>
                  <a:lnTo>
                    <a:pt x="442007" y="1678074"/>
                  </a:lnTo>
                  <a:lnTo>
                    <a:pt x="442007" y="1549238"/>
                  </a:lnTo>
                  <a:lnTo>
                    <a:pt x="457634" y="1549238"/>
                  </a:lnTo>
                  <a:lnTo>
                    <a:pt x="457634" y="1582749"/>
                  </a:lnTo>
                  <a:lnTo>
                    <a:pt x="457633" y="1583322"/>
                  </a:lnTo>
                  <a:lnTo>
                    <a:pt x="457630" y="1583895"/>
                  </a:lnTo>
                  <a:lnTo>
                    <a:pt x="457626" y="1584468"/>
                  </a:lnTo>
                  <a:lnTo>
                    <a:pt x="457620" y="1585041"/>
                  </a:lnTo>
                  <a:lnTo>
                    <a:pt x="457612" y="1585614"/>
                  </a:lnTo>
                  <a:lnTo>
                    <a:pt x="457602" y="1586187"/>
                  </a:lnTo>
                  <a:lnTo>
                    <a:pt x="457591" y="1586760"/>
                  </a:lnTo>
                  <a:lnTo>
                    <a:pt x="457578" y="1587333"/>
                  </a:lnTo>
                  <a:lnTo>
                    <a:pt x="457563" y="1587906"/>
                  </a:lnTo>
                  <a:lnTo>
                    <a:pt x="457547" y="1588479"/>
                  </a:lnTo>
                  <a:lnTo>
                    <a:pt x="457529" y="1589048"/>
                  </a:lnTo>
                  <a:lnTo>
                    <a:pt x="457509" y="1589608"/>
                  </a:lnTo>
                  <a:lnTo>
                    <a:pt x="457487" y="1590159"/>
                  </a:lnTo>
                  <a:lnTo>
                    <a:pt x="457463" y="1590702"/>
                  </a:lnTo>
                  <a:lnTo>
                    <a:pt x="457438" y="1591236"/>
                  </a:lnTo>
                  <a:lnTo>
                    <a:pt x="457411" y="1591761"/>
                  </a:lnTo>
                  <a:lnTo>
                    <a:pt x="457383" y="1592278"/>
                  </a:lnTo>
                  <a:lnTo>
                    <a:pt x="457352" y="1592785"/>
                  </a:lnTo>
                  <a:lnTo>
                    <a:pt x="457320" y="1593285"/>
                  </a:lnTo>
                  <a:lnTo>
                    <a:pt x="457286" y="1593775"/>
                  </a:lnTo>
                  <a:lnTo>
                    <a:pt x="457269" y="1594254"/>
                  </a:lnTo>
                  <a:lnTo>
                    <a:pt x="457252" y="1594720"/>
                  </a:lnTo>
                  <a:lnTo>
                    <a:pt x="457234" y="1595171"/>
                  </a:lnTo>
                  <a:lnTo>
                    <a:pt x="457217" y="1595609"/>
                  </a:lnTo>
                  <a:lnTo>
                    <a:pt x="457200" y="1596032"/>
                  </a:lnTo>
                  <a:lnTo>
                    <a:pt x="457182" y="1596442"/>
                  </a:lnTo>
                  <a:lnTo>
                    <a:pt x="457165" y="1596838"/>
                  </a:lnTo>
                  <a:lnTo>
                    <a:pt x="457147" y="1597220"/>
                  </a:lnTo>
                  <a:lnTo>
                    <a:pt x="457130" y="1597588"/>
                  </a:lnTo>
                  <a:lnTo>
                    <a:pt x="457113" y="1597942"/>
                  </a:lnTo>
                  <a:lnTo>
                    <a:pt x="457095" y="1598262"/>
                  </a:lnTo>
                  <a:lnTo>
                    <a:pt x="457078" y="1598560"/>
                  </a:lnTo>
                  <a:lnTo>
                    <a:pt x="457061" y="1598838"/>
                  </a:lnTo>
                  <a:lnTo>
                    <a:pt x="457043" y="1599095"/>
                  </a:lnTo>
                  <a:lnTo>
                    <a:pt x="457026" y="1599331"/>
                  </a:lnTo>
                  <a:lnTo>
                    <a:pt x="457009" y="1599547"/>
                  </a:lnTo>
                  <a:lnTo>
                    <a:pt x="456991" y="1599741"/>
                  </a:lnTo>
                  <a:lnTo>
                    <a:pt x="456974" y="1599915"/>
                  </a:lnTo>
                  <a:lnTo>
                    <a:pt x="456956" y="1600068"/>
                  </a:lnTo>
                  <a:lnTo>
                    <a:pt x="456939" y="160020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h86"/>
            <p:cNvSpPr/>
            <p:nvPr/>
          </p:nvSpPr>
          <p:spPr>
            <a:xfrm>
              <a:off x="2008238" y="518690"/>
              <a:ext cx="457200" cy="1602283"/>
            </a:xfrm>
            <a:custGeom>
              <a:avLst/>
              <a:pathLst>
                <a:path w="457200" h="1602283">
                  <a:moveTo>
                    <a:pt x="457200" y="1600200"/>
                  </a:moveTo>
                  <a:lnTo>
                    <a:pt x="456486" y="1600386"/>
                  </a:lnTo>
                  <a:lnTo>
                    <a:pt x="455769" y="1600564"/>
                  </a:lnTo>
                  <a:lnTo>
                    <a:pt x="455048" y="1600733"/>
                  </a:lnTo>
                  <a:lnTo>
                    <a:pt x="454324" y="1600894"/>
                  </a:lnTo>
                  <a:lnTo>
                    <a:pt x="453597" y="1601046"/>
                  </a:lnTo>
                  <a:lnTo>
                    <a:pt x="452866" y="1601189"/>
                  </a:lnTo>
                  <a:lnTo>
                    <a:pt x="452131" y="1601324"/>
                  </a:lnTo>
                  <a:lnTo>
                    <a:pt x="451393" y="1601450"/>
                  </a:lnTo>
                  <a:lnTo>
                    <a:pt x="450652" y="1601567"/>
                  </a:lnTo>
                  <a:lnTo>
                    <a:pt x="449907" y="1601675"/>
                  </a:lnTo>
                  <a:lnTo>
                    <a:pt x="449166" y="1601791"/>
                  </a:lnTo>
                  <a:lnTo>
                    <a:pt x="448400" y="1601894"/>
                  </a:lnTo>
                  <a:lnTo>
                    <a:pt x="447610" y="1601985"/>
                  </a:lnTo>
                  <a:lnTo>
                    <a:pt x="446795" y="1602064"/>
                  </a:lnTo>
                  <a:lnTo>
                    <a:pt x="445957" y="1602131"/>
                  </a:lnTo>
                  <a:lnTo>
                    <a:pt x="445094" y="1602186"/>
                  </a:lnTo>
                  <a:lnTo>
                    <a:pt x="444207" y="1602228"/>
                  </a:lnTo>
                  <a:lnTo>
                    <a:pt x="443295" y="1602259"/>
                  </a:lnTo>
                  <a:lnTo>
                    <a:pt x="442359" y="1602277"/>
                  </a:lnTo>
                  <a:lnTo>
                    <a:pt x="441399" y="1602283"/>
                  </a:lnTo>
                  <a:lnTo>
                    <a:pt x="437836" y="1602070"/>
                  </a:lnTo>
                  <a:lnTo>
                    <a:pt x="434648" y="1601432"/>
                  </a:lnTo>
                  <a:lnTo>
                    <a:pt x="431835" y="1600369"/>
                  </a:lnTo>
                  <a:lnTo>
                    <a:pt x="429397" y="1598880"/>
                  </a:lnTo>
                  <a:lnTo>
                    <a:pt x="427335" y="1596966"/>
                  </a:lnTo>
                  <a:lnTo>
                    <a:pt x="425647" y="1594626"/>
                  </a:lnTo>
                  <a:lnTo>
                    <a:pt x="424334" y="1591861"/>
                  </a:lnTo>
                  <a:lnTo>
                    <a:pt x="423397" y="1588670"/>
                  </a:lnTo>
                  <a:lnTo>
                    <a:pt x="422834" y="1585054"/>
                  </a:lnTo>
                  <a:lnTo>
                    <a:pt x="422647" y="1581013"/>
                  </a:lnTo>
                  <a:lnTo>
                    <a:pt x="422647" y="1518332"/>
                  </a:lnTo>
                  <a:lnTo>
                    <a:pt x="411795" y="1518332"/>
                  </a:lnTo>
                  <a:lnTo>
                    <a:pt x="411795" y="1506959"/>
                  </a:lnTo>
                  <a:lnTo>
                    <a:pt x="423254" y="1506959"/>
                  </a:lnTo>
                  <a:lnTo>
                    <a:pt x="427856" y="1485949"/>
                  </a:lnTo>
                  <a:lnTo>
                    <a:pt x="438274" y="1485949"/>
                  </a:lnTo>
                  <a:lnTo>
                    <a:pt x="438274" y="1506959"/>
                  </a:lnTo>
                  <a:lnTo>
                    <a:pt x="455637" y="1506959"/>
                  </a:lnTo>
                  <a:lnTo>
                    <a:pt x="455637" y="1518332"/>
                  </a:lnTo>
                  <a:lnTo>
                    <a:pt x="438274" y="1518332"/>
                  </a:lnTo>
                  <a:lnTo>
                    <a:pt x="438274" y="1577627"/>
                  </a:lnTo>
                  <a:lnTo>
                    <a:pt x="438295" y="1578942"/>
                  </a:lnTo>
                  <a:lnTo>
                    <a:pt x="438360" y="1580176"/>
                  </a:lnTo>
                  <a:lnTo>
                    <a:pt x="438469" y="1581331"/>
                  </a:lnTo>
                  <a:lnTo>
                    <a:pt x="438621" y="1582406"/>
                  </a:lnTo>
                  <a:lnTo>
                    <a:pt x="438816" y="1583401"/>
                  </a:lnTo>
                  <a:lnTo>
                    <a:pt x="439055" y="1584316"/>
                  </a:lnTo>
                  <a:lnTo>
                    <a:pt x="439337" y="1585151"/>
                  </a:lnTo>
                  <a:lnTo>
                    <a:pt x="439663" y="1585906"/>
                  </a:lnTo>
                  <a:lnTo>
                    <a:pt x="440032" y="1586581"/>
                  </a:lnTo>
                  <a:lnTo>
                    <a:pt x="440444" y="1587177"/>
                  </a:lnTo>
                  <a:lnTo>
                    <a:pt x="440928" y="1587688"/>
                  </a:lnTo>
                  <a:lnTo>
                    <a:pt x="441475" y="1588146"/>
                  </a:lnTo>
                  <a:lnTo>
                    <a:pt x="442087" y="1588550"/>
                  </a:lnTo>
                  <a:lnTo>
                    <a:pt x="442764" y="1588899"/>
                  </a:lnTo>
                  <a:lnTo>
                    <a:pt x="443504" y="1589196"/>
                  </a:lnTo>
                  <a:lnTo>
                    <a:pt x="444309" y="1589438"/>
                  </a:lnTo>
                  <a:lnTo>
                    <a:pt x="445178" y="1589626"/>
                  </a:lnTo>
                  <a:lnTo>
                    <a:pt x="446111" y="1589761"/>
                  </a:lnTo>
                  <a:lnTo>
                    <a:pt x="447109" y="1589841"/>
                  </a:lnTo>
                  <a:lnTo>
                    <a:pt x="448171" y="1589868"/>
                  </a:lnTo>
                  <a:lnTo>
                    <a:pt x="448620" y="1589865"/>
                  </a:lnTo>
                  <a:lnTo>
                    <a:pt x="449067" y="1589854"/>
                  </a:lnTo>
                  <a:lnTo>
                    <a:pt x="449509" y="1589837"/>
                  </a:lnTo>
                  <a:lnTo>
                    <a:pt x="449949" y="1589813"/>
                  </a:lnTo>
                  <a:lnTo>
                    <a:pt x="450384" y="1589782"/>
                  </a:lnTo>
                  <a:lnTo>
                    <a:pt x="450817" y="1589743"/>
                  </a:lnTo>
                  <a:lnTo>
                    <a:pt x="451246" y="1589698"/>
                  </a:lnTo>
                  <a:lnTo>
                    <a:pt x="451671" y="1589646"/>
                  </a:lnTo>
                  <a:lnTo>
                    <a:pt x="452093" y="1589587"/>
                  </a:lnTo>
                  <a:lnTo>
                    <a:pt x="452511" y="1589521"/>
                  </a:lnTo>
                  <a:lnTo>
                    <a:pt x="452949" y="1589450"/>
                  </a:lnTo>
                  <a:lnTo>
                    <a:pt x="453393" y="1589375"/>
                  </a:lnTo>
                  <a:lnTo>
                    <a:pt x="453845" y="1589297"/>
                  </a:lnTo>
                  <a:lnTo>
                    <a:pt x="454303" y="1589215"/>
                  </a:lnTo>
                  <a:lnTo>
                    <a:pt x="454769" y="1589130"/>
                  </a:lnTo>
                  <a:lnTo>
                    <a:pt x="455241" y="1589042"/>
                  </a:lnTo>
                  <a:lnTo>
                    <a:pt x="455720" y="1588950"/>
                  </a:lnTo>
                  <a:lnTo>
                    <a:pt x="456206" y="1588854"/>
                  </a:lnTo>
                  <a:lnTo>
                    <a:pt x="456699" y="1588755"/>
                  </a:lnTo>
                  <a:lnTo>
                    <a:pt x="457200" y="15886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h87"/>
            <p:cNvSpPr/>
            <p:nvPr/>
          </p:nvSpPr>
          <p:spPr>
            <a:xfrm>
              <a:off x="2092016" y="493426"/>
              <a:ext cx="457200" cy="1627894"/>
            </a:xfrm>
            <a:custGeom>
              <a:avLst/>
              <a:pathLst>
                <a:path w="457200" h="1627894">
                  <a:moveTo>
                    <a:pt x="457200" y="1600200"/>
                  </a:moveTo>
                  <a:lnTo>
                    <a:pt x="457173" y="1601505"/>
                  </a:lnTo>
                  <a:lnTo>
                    <a:pt x="457095" y="1602783"/>
                  </a:lnTo>
                  <a:lnTo>
                    <a:pt x="456965" y="1604033"/>
                  </a:lnTo>
                  <a:lnTo>
                    <a:pt x="456783" y="1605256"/>
                  </a:lnTo>
                  <a:lnTo>
                    <a:pt x="456548" y="1606450"/>
                  </a:lnTo>
                  <a:lnTo>
                    <a:pt x="456262" y="1607617"/>
                  </a:lnTo>
                  <a:lnTo>
                    <a:pt x="455923" y="1608756"/>
                  </a:lnTo>
                  <a:lnTo>
                    <a:pt x="455533" y="1609867"/>
                  </a:lnTo>
                  <a:lnTo>
                    <a:pt x="455090" y="1610951"/>
                  </a:lnTo>
                  <a:lnTo>
                    <a:pt x="454595" y="1612007"/>
                  </a:lnTo>
                  <a:lnTo>
                    <a:pt x="454068" y="1613015"/>
                  </a:lnTo>
                  <a:lnTo>
                    <a:pt x="453494" y="1613993"/>
                  </a:lnTo>
                  <a:lnTo>
                    <a:pt x="452873" y="1614939"/>
                  </a:lnTo>
                  <a:lnTo>
                    <a:pt x="452206" y="1615854"/>
                  </a:lnTo>
                  <a:lnTo>
                    <a:pt x="451491" y="1616738"/>
                  </a:lnTo>
                  <a:lnTo>
                    <a:pt x="450730" y="1617591"/>
                  </a:lnTo>
                  <a:lnTo>
                    <a:pt x="449922" y="1618412"/>
                  </a:lnTo>
                  <a:lnTo>
                    <a:pt x="449067" y="1619202"/>
                  </a:lnTo>
                  <a:lnTo>
                    <a:pt x="448165" y="1619961"/>
                  </a:lnTo>
                  <a:lnTo>
                    <a:pt x="447216" y="1620688"/>
                  </a:lnTo>
                  <a:lnTo>
                    <a:pt x="446221" y="1621367"/>
                  </a:lnTo>
                  <a:lnTo>
                    <a:pt x="445181" y="1622015"/>
                  </a:lnTo>
                  <a:lnTo>
                    <a:pt x="444095" y="1622631"/>
                  </a:lnTo>
                  <a:lnTo>
                    <a:pt x="442965" y="1623216"/>
                  </a:lnTo>
                  <a:lnTo>
                    <a:pt x="441790" y="1623770"/>
                  </a:lnTo>
                  <a:lnTo>
                    <a:pt x="440569" y="1624293"/>
                  </a:lnTo>
                  <a:lnTo>
                    <a:pt x="439303" y="1624784"/>
                  </a:lnTo>
                  <a:lnTo>
                    <a:pt x="437992" y="1625244"/>
                  </a:lnTo>
                  <a:lnTo>
                    <a:pt x="436636" y="1625673"/>
                  </a:lnTo>
                  <a:lnTo>
                    <a:pt x="435235" y="1626071"/>
                  </a:lnTo>
                  <a:lnTo>
                    <a:pt x="433808" y="1626417"/>
                  </a:lnTo>
                  <a:lnTo>
                    <a:pt x="432339" y="1626727"/>
                  </a:lnTo>
                  <a:lnTo>
                    <a:pt x="430828" y="1627001"/>
                  </a:lnTo>
                  <a:lnTo>
                    <a:pt x="429276" y="1627238"/>
                  </a:lnTo>
                  <a:lnTo>
                    <a:pt x="427682" y="1627438"/>
                  </a:lnTo>
                  <a:lnTo>
                    <a:pt x="426046" y="1627602"/>
                  </a:lnTo>
                  <a:lnTo>
                    <a:pt x="424369" y="1627730"/>
                  </a:lnTo>
                  <a:lnTo>
                    <a:pt x="422650" y="1627821"/>
                  </a:lnTo>
                  <a:lnTo>
                    <a:pt x="420889" y="1627876"/>
                  </a:lnTo>
                  <a:lnTo>
                    <a:pt x="419087" y="1627894"/>
                  </a:lnTo>
                  <a:lnTo>
                    <a:pt x="417471" y="1627881"/>
                  </a:lnTo>
                  <a:lnTo>
                    <a:pt x="415885" y="1627842"/>
                  </a:lnTo>
                  <a:lnTo>
                    <a:pt x="414331" y="1627777"/>
                  </a:lnTo>
                  <a:lnTo>
                    <a:pt x="412809" y="1627686"/>
                  </a:lnTo>
                  <a:lnTo>
                    <a:pt x="411317" y="1627568"/>
                  </a:lnTo>
                  <a:lnTo>
                    <a:pt x="409857" y="1627425"/>
                  </a:lnTo>
                  <a:lnTo>
                    <a:pt x="408428" y="1627256"/>
                  </a:lnTo>
                  <a:lnTo>
                    <a:pt x="407030" y="1627060"/>
                  </a:lnTo>
                  <a:lnTo>
                    <a:pt x="405664" y="1626839"/>
                  </a:lnTo>
                  <a:lnTo>
                    <a:pt x="404328" y="1626592"/>
                  </a:lnTo>
                  <a:lnTo>
                    <a:pt x="403042" y="1626333"/>
                  </a:lnTo>
                  <a:lnTo>
                    <a:pt x="401786" y="1626043"/>
                  </a:lnTo>
                  <a:lnTo>
                    <a:pt x="400562" y="1625722"/>
                  </a:lnTo>
                  <a:lnTo>
                    <a:pt x="399369" y="1625369"/>
                  </a:lnTo>
                  <a:lnTo>
                    <a:pt x="398208" y="1624986"/>
                  </a:lnTo>
                  <a:lnTo>
                    <a:pt x="397077" y="1624571"/>
                  </a:lnTo>
                  <a:lnTo>
                    <a:pt x="395978" y="1624124"/>
                  </a:lnTo>
                  <a:lnTo>
                    <a:pt x="394910" y="1623647"/>
                  </a:lnTo>
                  <a:lnTo>
                    <a:pt x="393874" y="1623138"/>
                  </a:lnTo>
                  <a:lnTo>
                    <a:pt x="392869" y="1622598"/>
                  </a:lnTo>
                  <a:lnTo>
                    <a:pt x="391894" y="1622025"/>
                  </a:lnTo>
                  <a:lnTo>
                    <a:pt x="390952" y="1621417"/>
                  </a:lnTo>
                  <a:lnTo>
                    <a:pt x="390040" y="1620775"/>
                  </a:lnTo>
                  <a:lnTo>
                    <a:pt x="389160" y="1620098"/>
                  </a:lnTo>
                  <a:lnTo>
                    <a:pt x="388311" y="1619386"/>
                  </a:lnTo>
                  <a:lnTo>
                    <a:pt x="387493" y="1618639"/>
                  </a:lnTo>
                  <a:lnTo>
                    <a:pt x="386706" y="1617858"/>
                  </a:lnTo>
                  <a:lnTo>
                    <a:pt x="385951" y="1617042"/>
                  </a:lnTo>
                  <a:lnTo>
                    <a:pt x="385227" y="1616191"/>
                  </a:lnTo>
                  <a:lnTo>
                    <a:pt x="384534" y="1615306"/>
                  </a:lnTo>
                  <a:lnTo>
                    <a:pt x="383892" y="1614365"/>
                  </a:lnTo>
                  <a:lnTo>
                    <a:pt x="383284" y="1613385"/>
                  </a:lnTo>
                  <a:lnTo>
                    <a:pt x="382711" y="1612365"/>
                  </a:lnTo>
                  <a:lnTo>
                    <a:pt x="382173" y="1611305"/>
                  </a:lnTo>
                  <a:lnTo>
                    <a:pt x="381669" y="1610205"/>
                  </a:lnTo>
                  <a:lnTo>
                    <a:pt x="381200" y="1609065"/>
                  </a:lnTo>
                  <a:lnTo>
                    <a:pt x="380766" y="1607885"/>
                  </a:lnTo>
                  <a:lnTo>
                    <a:pt x="380367" y="1606666"/>
                  </a:lnTo>
                  <a:lnTo>
                    <a:pt x="380002" y="1605406"/>
                  </a:lnTo>
                  <a:lnTo>
                    <a:pt x="379672" y="1604106"/>
                  </a:lnTo>
                  <a:lnTo>
                    <a:pt x="393476" y="1601415"/>
                  </a:lnTo>
                  <a:lnTo>
                    <a:pt x="393918" y="1602886"/>
                  </a:lnTo>
                  <a:lnTo>
                    <a:pt x="394445" y="1604276"/>
                  </a:lnTo>
                  <a:lnTo>
                    <a:pt x="395057" y="1605587"/>
                  </a:lnTo>
                  <a:lnTo>
                    <a:pt x="395754" y="1606818"/>
                  </a:lnTo>
                  <a:lnTo>
                    <a:pt x="396537" y="1607970"/>
                  </a:lnTo>
                  <a:lnTo>
                    <a:pt x="397404" y="1609041"/>
                  </a:lnTo>
                  <a:lnTo>
                    <a:pt x="398356" y="1610032"/>
                  </a:lnTo>
                  <a:lnTo>
                    <a:pt x="399394" y="1610944"/>
                  </a:lnTo>
                  <a:lnTo>
                    <a:pt x="400516" y="1611776"/>
                  </a:lnTo>
                  <a:lnTo>
                    <a:pt x="401724" y="1612527"/>
                  </a:lnTo>
                  <a:lnTo>
                    <a:pt x="403023" y="1613187"/>
                  </a:lnTo>
                  <a:lnTo>
                    <a:pt x="404419" y="1613778"/>
                  </a:lnTo>
                  <a:lnTo>
                    <a:pt x="405912" y="1614298"/>
                  </a:lnTo>
                  <a:lnTo>
                    <a:pt x="407502" y="1614750"/>
                  </a:lnTo>
                  <a:lnTo>
                    <a:pt x="409190" y="1615132"/>
                  </a:lnTo>
                  <a:lnTo>
                    <a:pt x="410975" y="1615444"/>
                  </a:lnTo>
                  <a:lnTo>
                    <a:pt x="412857" y="1615688"/>
                  </a:lnTo>
                  <a:lnTo>
                    <a:pt x="414837" y="1615861"/>
                  </a:lnTo>
                  <a:lnTo>
                    <a:pt x="416913" y="1615965"/>
                  </a:lnTo>
                  <a:lnTo>
                    <a:pt x="419087" y="1616000"/>
                  </a:lnTo>
                  <a:lnTo>
                    <a:pt x="420085" y="1615993"/>
                  </a:lnTo>
                  <a:lnTo>
                    <a:pt x="421067" y="1615972"/>
                  </a:lnTo>
                  <a:lnTo>
                    <a:pt x="422030" y="1615938"/>
                  </a:lnTo>
                  <a:lnTo>
                    <a:pt x="422976" y="1615889"/>
                  </a:lnTo>
                  <a:lnTo>
                    <a:pt x="423905" y="1615826"/>
                  </a:lnTo>
                  <a:lnTo>
                    <a:pt x="424817" y="1615750"/>
                  </a:lnTo>
                  <a:lnTo>
                    <a:pt x="425711" y="1615660"/>
                  </a:lnTo>
                  <a:lnTo>
                    <a:pt x="426588" y="1615556"/>
                  </a:lnTo>
                  <a:lnTo>
                    <a:pt x="427448" y="1615438"/>
                  </a:lnTo>
                  <a:lnTo>
                    <a:pt x="428290" y="1615306"/>
                  </a:lnTo>
                  <a:lnTo>
                    <a:pt x="429128" y="1615157"/>
                  </a:lnTo>
                  <a:lnTo>
                    <a:pt x="429943" y="1614990"/>
                  </a:lnTo>
                  <a:lnTo>
                    <a:pt x="430733" y="1614803"/>
                  </a:lnTo>
                  <a:lnTo>
                    <a:pt x="431498" y="1614597"/>
                  </a:lnTo>
                  <a:lnTo>
                    <a:pt x="432240" y="1614372"/>
                  </a:lnTo>
                  <a:lnTo>
                    <a:pt x="432957" y="1614128"/>
                  </a:lnTo>
                  <a:lnTo>
                    <a:pt x="433650" y="1613865"/>
                  </a:lnTo>
                  <a:lnTo>
                    <a:pt x="434318" y="1613583"/>
                  </a:lnTo>
                  <a:lnTo>
                    <a:pt x="434962" y="1613282"/>
                  </a:lnTo>
                  <a:lnTo>
                    <a:pt x="435582" y="1612962"/>
                  </a:lnTo>
                  <a:lnTo>
                    <a:pt x="436176" y="1612604"/>
                  </a:lnTo>
                  <a:lnTo>
                    <a:pt x="436742" y="1612225"/>
                  </a:lnTo>
                  <a:lnTo>
                    <a:pt x="437280" y="1611826"/>
                  </a:lnTo>
                  <a:lnTo>
                    <a:pt x="437791" y="1611406"/>
                  </a:lnTo>
                  <a:lnTo>
                    <a:pt x="438274" y="1610965"/>
                  </a:lnTo>
                  <a:lnTo>
                    <a:pt x="438728" y="1610503"/>
                  </a:lnTo>
                  <a:lnTo>
                    <a:pt x="439156" y="1610020"/>
                  </a:lnTo>
                  <a:lnTo>
                    <a:pt x="439555" y="1609517"/>
                  </a:lnTo>
                  <a:lnTo>
                    <a:pt x="439927" y="1608992"/>
                  </a:lnTo>
                  <a:lnTo>
                    <a:pt x="440270" y="1608447"/>
                  </a:lnTo>
                  <a:lnTo>
                    <a:pt x="440600" y="1607861"/>
                  </a:lnTo>
                  <a:lnTo>
                    <a:pt x="440895" y="1607249"/>
                  </a:lnTo>
                  <a:lnTo>
                    <a:pt x="441156" y="1606611"/>
                  </a:lnTo>
                  <a:lnTo>
                    <a:pt x="441382" y="1605947"/>
                  </a:lnTo>
                  <a:lnTo>
                    <a:pt x="441573" y="1605257"/>
                  </a:lnTo>
                  <a:lnTo>
                    <a:pt x="441729" y="1604540"/>
                  </a:lnTo>
                  <a:lnTo>
                    <a:pt x="441850" y="1603798"/>
                  </a:lnTo>
                  <a:lnTo>
                    <a:pt x="441937" y="1603030"/>
                  </a:lnTo>
                  <a:lnTo>
                    <a:pt x="441989" y="1602235"/>
                  </a:lnTo>
                  <a:lnTo>
                    <a:pt x="442007" y="1601415"/>
                  </a:lnTo>
                  <a:lnTo>
                    <a:pt x="441987" y="1600580"/>
                  </a:lnTo>
                  <a:lnTo>
                    <a:pt x="441927" y="1599776"/>
                  </a:lnTo>
                  <a:lnTo>
                    <a:pt x="441827" y="1599003"/>
                  </a:lnTo>
                  <a:lnTo>
                    <a:pt x="441687" y="1598262"/>
                  </a:lnTo>
                  <a:lnTo>
                    <a:pt x="441507" y="1597552"/>
                  </a:lnTo>
                  <a:lnTo>
                    <a:pt x="441288" y="1596873"/>
                  </a:lnTo>
                  <a:lnTo>
                    <a:pt x="441028" y="1596225"/>
                  </a:lnTo>
                  <a:lnTo>
                    <a:pt x="440729" y="1595609"/>
                  </a:lnTo>
                  <a:lnTo>
                    <a:pt x="440389" y="1595024"/>
                  </a:lnTo>
                  <a:lnTo>
                    <a:pt x="440010" y="1594470"/>
                  </a:lnTo>
                  <a:lnTo>
                    <a:pt x="439595" y="1593924"/>
                  </a:lnTo>
                  <a:lnTo>
                    <a:pt x="439149" y="1593397"/>
                  </a:lnTo>
                  <a:lnTo>
                    <a:pt x="438671" y="1592889"/>
                  </a:lnTo>
                  <a:lnTo>
                    <a:pt x="438162" y="1592400"/>
                  </a:lnTo>
                  <a:lnTo>
                    <a:pt x="437622" y="1591930"/>
                  </a:lnTo>
                  <a:lnTo>
                    <a:pt x="437051" y="1591480"/>
                  </a:lnTo>
                  <a:lnTo>
                    <a:pt x="436449" y="1591048"/>
                  </a:lnTo>
                  <a:lnTo>
                    <a:pt x="435815" y="1590636"/>
                  </a:lnTo>
                  <a:lnTo>
                    <a:pt x="435150" y="1590243"/>
                  </a:lnTo>
                  <a:lnTo>
                    <a:pt x="434454" y="1589868"/>
                  </a:lnTo>
                  <a:lnTo>
                    <a:pt x="433726" y="1589509"/>
                  </a:lnTo>
                  <a:lnTo>
                    <a:pt x="432967" y="1589160"/>
                  </a:lnTo>
                  <a:lnTo>
                    <a:pt x="432177" y="1588821"/>
                  </a:lnTo>
                  <a:lnTo>
                    <a:pt x="431356" y="1588493"/>
                  </a:lnTo>
                  <a:lnTo>
                    <a:pt x="430503" y="1588175"/>
                  </a:lnTo>
                  <a:lnTo>
                    <a:pt x="429620" y="1587868"/>
                  </a:lnTo>
                  <a:lnTo>
                    <a:pt x="428705" y="1587571"/>
                  </a:lnTo>
                  <a:lnTo>
                    <a:pt x="427758" y="1587285"/>
                  </a:lnTo>
                  <a:lnTo>
                    <a:pt x="426781" y="1587009"/>
                  </a:lnTo>
                  <a:lnTo>
                    <a:pt x="425772" y="1586743"/>
                  </a:lnTo>
                  <a:lnTo>
                    <a:pt x="424754" y="1586463"/>
                  </a:lnTo>
                  <a:lnTo>
                    <a:pt x="423716" y="1586177"/>
                  </a:lnTo>
                  <a:lnTo>
                    <a:pt x="422657" y="1585886"/>
                  </a:lnTo>
                  <a:lnTo>
                    <a:pt x="421577" y="1585590"/>
                  </a:lnTo>
                  <a:lnTo>
                    <a:pt x="420476" y="1585289"/>
                  </a:lnTo>
                  <a:lnTo>
                    <a:pt x="419354" y="1584982"/>
                  </a:lnTo>
                  <a:lnTo>
                    <a:pt x="418212" y="1584671"/>
                  </a:lnTo>
                  <a:lnTo>
                    <a:pt x="417049" y="1584354"/>
                  </a:lnTo>
                  <a:lnTo>
                    <a:pt x="415864" y="1584032"/>
                  </a:lnTo>
                  <a:lnTo>
                    <a:pt x="414659" y="1583704"/>
                  </a:lnTo>
                  <a:lnTo>
                    <a:pt x="413532" y="1583406"/>
                  </a:lnTo>
                  <a:lnTo>
                    <a:pt x="412406" y="1583100"/>
                  </a:lnTo>
                  <a:lnTo>
                    <a:pt x="411281" y="1582788"/>
                  </a:lnTo>
                  <a:lnTo>
                    <a:pt x="410159" y="1582468"/>
                  </a:lnTo>
                  <a:lnTo>
                    <a:pt x="409038" y="1582142"/>
                  </a:lnTo>
                  <a:lnTo>
                    <a:pt x="407919" y="1581808"/>
                  </a:lnTo>
                  <a:lnTo>
                    <a:pt x="406802" y="1581468"/>
                  </a:lnTo>
                  <a:lnTo>
                    <a:pt x="405686" y="1581121"/>
                  </a:lnTo>
                  <a:lnTo>
                    <a:pt x="404572" y="1580767"/>
                  </a:lnTo>
                  <a:lnTo>
                    <a:pt x="403460" y="1580405"/>
                  </a:lnTo>
                  <a:lnTo>
                    <a:pt x="402359" y="1580029"/>
                  </a:lnTo>
                  <a:lnTo>
                    <a:pt x="401279" y="1579631"/>
                  </a:lnTo>
                  <a:lnTo>
                    <a:pt x="400220" y="1579210"/>
                  </a:lnTo>
                  <a:lnTo>
                    <a:pt x="399182" y="1578766"/>
                  </a:lnTo>
                  <a:lnTo>
                    <a:pt x="398164" y="1578300"/>
                  </a:lnTo>
                  <a:lnTo>
                    <a:pt x="397168" y="1577811"/>
                  </a:lnTo>
                  <a:lnTo>
                    <a:pt x="396192" y="1577300"/>
                  </a:lnTo>
                  <a:lnTo>
                    <a:pt x="395237" y="1576766"/>
                  </a:lnTo>
                  <a:lnTo>
                    <a:pt x="394303" y="1576210"/>
                  </a:lnTo>
                  <a:lnTo>
                    <a:pt x="393389" y="1575630"/>
                  </a:lnTo>
                  <a:lnTo>
                    <a:pt x="392520" y="1575009"/>
                  </a:lnTo>
                  <a:lnTo>
                    <a:pt x="391684" y="1574359"/>
                  </a:lnTo>
                  <a:lnTo>
                    <a:pt x="390881" y="1573682"/>
                  </a:lnTo>
                  <a:lnTo>
                    <a:pt x="390111" y="1572977"/>
                  </a:lnTo>
                  <a:lnTo>
                    <a:pt x="389374" y="1572245"/>
                  </a:lnTo>
                  <a:lnTo>
                    <a:pt x="388670" y="1571484"/>
                  </a:lnTo>
                  <a:lnTo>
                    <a:pt x="387999" y="1570696"/>
                  </a:lnTo>
                  <a:lnTo>
                    <a:pt x="387361" y="1569880"/>
                  </a:lnTo>
                  <a:lnTo>
                    <a:pt x="386756" y="1569036"/>
                  </a:lnTo>
                  <a:lnTo>
                    <a:pt x="386184" y="1568164"/>
                  </a:lnTo>
                  <a:lnTo>
                    <a:pt x="385656" y="1567256"/>
                  </a:lnTo>
                  <a:lnTo>
                    <a:pt x="385184" y="1566303"/>
                  </a:lnTo>
                  <a:lnTo>
                    <a:pt x="384767" y="1565305"/>
                  </a:lnTo>
                  <a:lnTo>
                    <a:pt x="384406" y="1564261"/>
                  </a:lnTo>
                  <a:lnTo>
                    <a:pt x="384100" y="1563172"/>
                  </a:lnTo>
                  <a:lnTo>
                    <a:pt x="383850" y="1562038"/>
                  </a:lnTo>
                  <a:lnTo>
                    <a:pt x="383656" y="1560860"/>
                  </a:lnTo>
                  <a:lnTo>
                    <a:pt x="383517" y="1559635"/>
                  </a:lnTo>
                  <a:lnTo>
                    <a:pt x="383433" y="1558366"/>
                  </a:lnTo>
                  <a:lnTo>
                    <a:pt x="383406" y="1557052"/>
                  </a:lnTo>
                  <a:lnTo>
                    <a:pt x="383497" y="1554544"/>
                  </a:lnTo>
                  <a:lnTo>
                    <a:pt x="383770" y="1552159"/>
                  </a:lnTo>
                  <a:lnTo>
                    <a:pt x="384226" y="1549897"/>
                  </a:lnTo>
                  <a:lnTo>
                    <a:pt x="384864" y="1547759"/>
                  </a:lnTo>
                  <a:lnTo>
                    <a:pt x="385684" y="1545744"/>
                  </a:lnTo>
                  <a:lnTo>
                    <a:pt x="386687" y="1543852"/>
                  </a:lnTo>
                  <a:lnTo>
                    <a:pt x="387872" y="1542084"/>
                  </a:lnTo>
                  <a:lnTo>
                    <a:pt x="389240" y="1540439"/>
                  </a:lnTo>
                  <a:lnTo>
                    <a:pt x="390789" y="1538917"/>
                  </a:lnTo>
                  <a:lnTo>
                    <a:pt x="392521" y="1537518"/>
                  </a:lnTo>
                  <a:lnTo>
                    <a:pt x="394445" y="1536231"/>
                  </a:lnTo>
                  <a:lnTo>
                    <a:pt x="396536" y="1535080"/>
                  </a:lnTo>
                  <a:lnTo>
                    <a:pt x="398793" y="1534064"/>
                  </a:lnTo>
                  <a:lnTo>
                    <a:pt x="401217" y="1533184"/>
                  </a:lnTo>
                  <a:lnTo>
                    <a:pt x="403807" y="1532439"/>
                  </a:lnTo>
                  <a:lnTo>
                    <a:pt x="406565" y="1531830"/>
                  </a:lnTo>
                  <a:lnTo>
                    <a:pt x="409489" y="1531356"/>
                  </a:lnTo>
                  <a:lnTo>
                    <a:pt x="412579" y="1531017"/>
                  </a:lnTo>
                  <a:lnTo>
                    <a:pt x="415837" y="1530814"/>
                  </a:lnTo>
                  <a:lnTo>
                    <a:pt x="419261" y="1530746"/>
                  </a:lnTo>
                  <a:lnTo>
                    <a:pt x="422305" y="1530801"/>
                  </a:lnTo>
                  <a:lnTo>
                    <a:pt x="425220" y="1530965"/>
                  </a:lnTo>
                  <a:lnTo>
                    <a:pt x="428007" y="1531239"/>
                  </a:lnTo>
                  <a:lnTo>
                    <a:pt x="430665" y="1531621"/>
                  </a:lnTo>
                  <a:lnTo>
                    <a:pt x="433195" y="1532114"/>
                  </a:lnTo>
                  <a:lnTo>
                    <a:pt x="435596" y="1532715"/>
                  </a:lnTo>
                  <a:lnTo>
                    <a:pt x="437869" y="1533426"/>
                  </a:lnTo>
                  <a:lnTo>
                    <a:pt x="440013" y="1534247"/>
                  </a:lnTo>
                  <a:lnTo>
                    <a:pt x="442029" y="1535177"/>
                  </a:lnTo>
                  <a:lnTo>
                    <a:pt x="443917" y="1536216"/>
                  </a:lnTo>
                  <a:lnTo>
                    <a:pt x="445689" y="1537376"/>
                  </a:lnTo>
                  <a:lnTo>
                    <a:pt x="447327" y="1538668"/>
                  </a:lnTo>
                  <a:lnTo>
                    <a:pt x="448829" y="1540091"/>
                  </a:lnTo>
                  <a:lnTo>
                    <a:pt x="450195" y="1541647"/>
                  </a:lnTo>
                  <a:lnTo>
                    <a:pt x="451426" y="1543335"/>
                  </a:lnTo>
                  <a:lnTo>
                    <a:pt x="452522" y="1545154"/>
                  </a:lnTo>
                  <a:lnTo>
                    <a:pt x="453482" y="1547106"/>
                  </a:lnTo>
                  <a:lnTo>
                    <a:pt x="454307" y="1549190"/>
                  </a:lnTo>
                  <a:lnTo>
                    <a:pt x="454996" y="1551405"/>
                  </a:lnTo>
                  <a:lnTo>
                    <a:pt x="455550" y="1553753"/>
                  </a:lnTo>
                  <a:lnTo>
                    <a:pt x="441486" y="1555489"/>
                  </a:lnTo>
                  <a:lnTo>
                    <a:pt x="441316" y="1554772"/>
                  </a:lnTo>
                  <a:lnTo>
                    <a:pt x="441121" y="1554079"/>
                  </a:lnTo>
                  <a:lnTo>
                    <a:pt x="440900" y="1553411"/>
                  </a:lnTo>
                  <a:lnTo>
                    <a:pt x="440652" y="1552766"/>
                  </a:lnTo>
                  <a:lnTo>
                    <a:pt x="440379" y="1552147"/>
                  </a:lnTo>
                  <a:lnTo>
                    <a:pt x="440079" y="1551551"/>
                  </a:lnTo>
                  <a:lnTo>
                    <a:pt x="439754" y="1550980"/>
                  </a:lnTo>
                  <a:lnTo>
                    <a:pt x="439402" y="1550433"/>
                  </a:lnTo>
                  <a:lnTo>
                    <a:pt x="439024" y="1549910"/>
                  </a:lnTo>
                  <a:lnTo>
                    <a:pt x="438621" y="1549412"/>
                  </a:lnTo>
                  <a:lnTo>
                    <a:pt x="438195" y="1548919"/>
                  </a:lnTo>
                  <a:lnTo>
                    <a:pt x="437753" y="1548447"/>
                  </a:lnTo>
                  <a:lnTo>
                    <a:pt x="437292" y="1547995"/>
                  </a:lnTo>
                  <a:lnTo>
                    <a:pt x="436815" y="1547564"/>
                  </a:lnTo>
                  <a:lnTo>
                    <a:pt x="436320" y="1547155"/>
                  </a:lnTo>
                  <a:lnTo>
                    <a:pt x="435808" y="1546766"/>
                  </a:lnTo>
                  <a:lnTo>
                    <a:pt x="435278" y="1546398"/>
                  </a:lnTo>
                  <a:lnTo>
                    <a:pt x="434731" y="1546050"/>
                  </a:lnTo>
                  <a:lnTo>
                    <a:pt x="434167" y="1545724"/>
                  </a:lnTo>
                  <a:lnTo>
                    <a:pt x="433585" y="1545418"/>
                  </a:lnTo>
                  <a:lnTo>
                    <a:pt x="432987" y="1545115"/>
                  </a:lnTo>
                  <a:lnTo>
                    <a:pt x="432373" y="1544831"/>
                  </a:lnTo>
                  <a:lnTo>
                    <a:pt x="431744" y="1544567"/>
                  </a:lnTo>
                  <a:lnTo>
                    <a:pt x="431099" y="1544321"/>
                  </a:lnTo>
                  <a:lnTo>
                    <a:pt x="430438" y="1544094"/>
                  </a:lnTo>
                  <a:lnTo>
                    <a:pt x="429762" y="1543887"/>
                  </a:lnTo>
                  <a:lnTo>
                    <a:pt x="429070" y="1543699"/>
                  </a:lnTo>
                  <a:lnTo>
                    <a:pt x="428363" y="1543529"/>
                  </a:lnTo>
                  <a:lnTo>
                    <a:pt x="427639" y="1543379"/>
                  </a:lnTo>
                  <a:lnTo>
                    <a:pt x="426901" y="1543248"/>
                  </a:lnTo>
                  <a:lnTo>
                    <a:pt x="426168" y="1543116"/>
                  </a:lnTo>
                  <a:lnTo>
                    <a:pt x="425428" y="1542998"/>
                  </a:lnTo>
                  <a:lnTo>
                    <a:pt x="424682" y="1542894"/>
                  </a:lnTo>
                  <a:lnTo>
                    <a:pt x="423928" y="1542803"/>
                  </a:lnTo>
                  <a:lnTo>
                    <a:pt x="423167" y="1542727"/>
                  </a:lnTo>
                  <a:lnTo>
                    <a:pt x="422400" y="1542665"/>
                  </a:lnTo>
                  <a:lnTo>
                    <a:pt x="421626" y="1542616"/>
                  </a:lnTo>
                  <a:lnTo>
                    <a:pt x="420844" y="1542581"/>
                  </a:lnTo>
                  <a:lnTo>
                    <a:pt x="420056" y="1542560"/>
                  </a:lnTo>
                  <a:lnTo>
                    <a:pt x="419261" y="1542553"/>
                  </a:lnTo>
                  <a:lnTo>
                    <a:pt x="417198" y="1542586"/>
                  </a:lnTo>
                  <a:lnTo>
                    <a:pt x="415246" y="1542682"/>
                  </a:lnTo>
                  <a:lnTo>
                    <a:pt x="413406" y="1542843"/>
                  </a:lnTo>
                  <a:lnTo>
                    <a:pt x="411676" y="1543067"/>
                  </a:lnTo>
                  <a:lnTo>
                    <a:pt x="410058" y="1543356"/>
                  </a:lnTo>
                  <a:lnTo>
                    <a:pt x="408551" y="1543710"/>
                  </a:lnTo>
                  <a:lnTo>
                    <a:pt x="407155" y="1544127"/>
                  </a:lnTo>
                  <a:lnTo>
                    <a:pt x="405870" y="1544609"/>
                  </a:lnTo>
                  <a:lnTo>
                    <a:pt x="404696" y="1545155"/>
                  </a:lnTo>
                  <a:lnTo>
                    <a:pt x="403634" y="1545766"/>
                  </a:lnTo>
                  <a:lnTo>
                    <a:pt x="402677" y="1546441"/>
                  </a:lnTo>
                  <a:lnTo>
                    <a:pt x="401821" y="1547182"/>
                  </a:lnTo>
                  <a:lnTo>
                    <a:pt x="401066" y="1547990"/>
                  </a:lnTo>
                  <a:lnTo>
                    <a:pt x="400411" y="1548863"/>
                  </a:lnTo>
                  <a:lnTo>
                    <a:pt x="399857" y="1549803"/>
                  </a:lnTo>
                  <a:lnTo>
                    <a:pt x="399404" y="1550808"/>
                  </a:lnTo>
                  <a:lnTo>
                    <a:pt x="399052" y="1551879"/>
                  </a:lnTo>
                  <a:lnTo>
                    <a:pt x="398800" y="1553017"/>
                  </a:lnTo>
                  <a:lnTo>
                    <a:pt x="398649" y="1554220"/>
                  </a:lnTo>
                  <a:lnTo>
                    <a:pt x="398598" y="1555489"/>
                  </a:lnTo>
                  <a:lnTo>
                    <a:pt x="398617" y="1556240"/>
                  </a:lnTo>
                  <a:lnTo>
                    <a:pt x="398671" y="1556965"/>
                  </a:lnTo>
                  <a:lnTo>
                    <a:pt x="398763" y="1557664"/>
                  </a:lnTo>
                  <a:lnTo>
                    <a:pt x="398890" y="1558337"/>
                  </a:lnTo>
                  <a:lnTo>
                    <a:pt x="399054" y="1558983"/>
                  </a:lnTo>
                  <a:lnTo>
                    <a:pt x="399255" y="1559604"/>
                  </a:lnTo>
                  <a:lnTo>
                    <a:pt x="399492" y="1560199"/>
                  </a:lnTo>
                  <a:lnTo>
                    <a:pt x="399765" y="1560767"/>
                  </a:lnTo>
                  <a:lnTo>
                    <a:pt x="400075" y="1561310"/>
                  </a:lnTo>
                  <a:lnTo>
                    <a:pt x="400422" y="1561827"/>
                  </a:lnTo>
                  <a:lnTo>
                    <a:pt x="400817" y="1562306"/>
                  </a:lnTo>
                  <a:lnTo>
                    <a:pt x="401241" y="1562771"/>
                  </a:lnTo>
                  <a:lnTo>
                    <a:pt x="401693" y="1563223"/>
                  </a:lnTo>
                  <a:lnTo>
                    <a:pt x="402172" y="1563660"/>
                  </a:lnTo>
                  <a:lnTo>
                    <a:pt x="402679" y="1564084"/>
                  </a:lnTo>
                  <a:lnTo>
                    <a:pt x="403214" y="1564494"/>
                  </a:lnTo>
                  <a:lnTo>
                    <a:pt x="403776" y="1564890"/>
                  </a:lnTo>
                  <a:lnTo>
                    <a:pt x="404367" y="1565272"/>
                  </a:lnTo>
                  <a:lnTo>
                    <a:pt x="404985" y="1565640"/>
                  </a:lnTo>
                  <a:lnTo>
                    <a:pt x="405631" y="1565994"/>
                  </a:lnTo>
                  <a:lnTo>
                    <a:pt x="406321" y="1566320"/>
                  </a:lnTo>
                  <a:lnTo>
                    <a:pt x="407037" y="1566640"/>
                  </a:lnTo>
                  <a:lnTo>
                    <a:pt x="407779" y="1566952"/>
                  </a:lnTo>
                  <a:lnTo>
                    <a:pt x="408548" y="1567258"/>
                  </a:lnTo>
                  <a:lnTo>
                    <a:pt x="409342" y="1567557"/>
                  </a:lnTo>
                  <a:lnTo>
                    <a:pt x="410162" y="1567848"/>
                  </a:lnTo>
                  <a:lnTo>
                    <a:pt x="411009" y="1568133"/>
                  </a:lnTo>
                  <a:lnTo>
                    <a:pt x="411881" y="1568411"/>
                  </a:lnTo>
                  <a:lnTo>
                    <a:pt x="412780" y="1568682"/>
                  </a:lnTo>
                  <a:lnTo>
                    <a:pt x="413704" y="1568946"/>
                  </a:lnTo>
                  <a:lnTo>
                    <a:pt x="414652" y="1569190"/>
                  </a:lnTo>
                  <a:lnTo>
                    <a:pt x="415618" y="1569439"/>
                  </a:lnTo>
                  <a:lnTo>
                    <a:pt x="416603" y="1569690"/>
                  </a:lnTo>
                  <a:lnTo>
                    <a:pt x="417608" y="1569946"/>
                  </a:lnTo>
                  <a:lnTo>
                    <a:pt x="418631" y="1570204"/>
                  </a:lnTo>
                  <a:lnTo>
                    <a:pt x="419674" y="1570467"/>
                  </a:lnTo>
                  <a:lnTo>
                    <a:pt x="420736" y="1570732"/>
                  </a:lnTo>
                  <a:lnTo>
                    <a:pt x="421817" y="1571001"/>
                  </a:lnTo>
                  <a:lnTo>
                    <a:pt x="422917" y="1571274"/>
                  </a:lnTo>
                  <a:lnTo>
                    <a:pt x="424036" y="1571550"/>
                  </a:lnTo>
                  <a:lnTo>
                    <a:pt x="424784" y="1571743"/>
                  </a:lnTo>
                  <a:lnTo>
                    <a:pt x="425536" y="1571939"/>
                  </a:lnTo>
                  <a:lnTo>
                    <a:pt x="426291" y="1572139"/>
                  </a:lnTo>
                  <a:lnTo>
                    <a:pt x="427050" y="1572342"/>
                  </a:lnTo>
                  <a:lnTo>
                    <a:pt x="427812" y="1572548"/>
                  </a:lnTo>
                  <a:lnTo>
                    <a:pt x="428578" y="1572759"/>
                  </a:lnTo>
                  <a:lnTo>
                    <a:pt x="429347" y="1572972"/>
                  </a:lnTo>
                  <a:lnTo>
                    <a:pt x="430120" y="1573189"/>
                  </a:lnTo>
                  <a:lnTo>
                    <a:pt x="430896" y="1573410"/>
                  </a:lnTo>
                  <a:lnTo>
                    <a:pt x="431675" y="1573634"/>
                  </a:lnTo>
                  <a:lnTo>
                    <a:pt x="432454" y="1573847"/>
                  </a:lnTo>
                  <a:lnTo>
                    <a:pt x="433228" y="1574071"/>
                  </a:lnTo>
                  <a:lnTo>
                    <a:pt x="433996" y="1574306"/>
                  </a:lnTo>
                  <a:lnTo>
                    <a:pt x="434759" y="1574550"/>
                  </a:lnTo>
                  <a:lnTo>
                    <a:pt x="435517" y="1574806"/>
                  </a:lnTo>
                  <a:lnTo>
                    <a:pt x="436270" y="1575071"/>
                  </a:lnTo>
                  <a:lnTo>
                    <a:pt x="437017" y="1575347"/>
                  </a:lnTo>
                  <a:lnTo>
                    <a:pt x="437760" y="1575634"/>
                  </a:lnTo>
                  <a:lnTo>
                    <a:pt x="438497" y="1575931"/>
                  </a:lnTo>
                  <a:lnTo>
                    <a:pt x="439229" y="1576238"/>
                  </a:lnTo>
                  <a:lnTo>
                    <a:pt x="439970" y="1576539"/>
                  </a:lnTo>
                  <a:lnTo>
                    <a:pt x="440701" y="1576853"/>
                  </a:lnTo>
                  <a:lnTo>
                    <a:pt x="441421" y="1577178"/>
                  </a:lnTo>
                  <a:lnTo>
                    <a:pt x="442132" y="1577516"/>
                  </a:lnTo>
                  <a:lnTo>
                    <a:pt x="442831" y="1577866"/>
                  </a:lnTo>
                  <a:lnTo>
                    <a:pt x="443521" y="1578228"/>
                  </a:lnTo>
                  <a:lnTo>
                    <a:pt x="444200" y="1578602"/>
                  </a:lnTo>
                  <a:lnTo>
                    <a:pt x="444868" y="1578989"/>
                  </a:lnTo>
                  <a:lnTo>
                    <a:pt x="445526" y="1579387"/>
                  </a:lnTo>
                  <a:lnTo>
                    <a:pt x="446174" y="1579798"/>
                  </a:lnTo>
                  <a:lnTo>
                    <a:pt x="446825" y="1580206"/>
                  </a:lnTo>
                  <a:lnTo>
                    <a:pt x="447459" y="1580631"/>
                  </a:lnTo>
                  <a:lnTo>
                    <a:pt x="448075" y="1581074"/>
                  </a:lnTo>
                  <a:lnTo>
                    <a:pt x="448674" y="1581534"/>
                  </a:lnTo>
                  <a:lnTo>
                    <a:pt x="449256" y="1582011"/>
                  </a:lnTo>
                  <a:lnTo>
                    <a:pt x="449820" y="1582506"/>
                  </a:lnTo>
                  <a:lnTo>
                    <a:pt x="450367" y="1583019"/>
                  </a:lnTo>
                  <a:lnTo>
                    <a:pt x="450897" y="1583548"/>
                  </a:lnTo>
                  <a:lnTo>
                    <a:pt x="451409" y="1584095"/>
                  </a:lnTo>
                  <a:lnTo>
                    <a:pt x="451904" y="1584659"/>
                  </a:lnTo>
                  <a:lnTo>
                    <a:pt x="452379" y="1585242"/>
                  </a:lnTo>
                  <a:lnTo>
                    <a:pt x="452834" y="1585844"/>
                  </a:lnTo>
                  <a:lnTo>
                    <a:pt x="453268" y="1586464"/>
                  </a:lnTo>
                  <a:lnTo>
                    <a:pt x="453682" y="1587104"/>
                  </a:lnTo>
                  <a:lnTo>
                    <a:pt x="454074" y="1587763"/>
                  </a:lnTo>
                  <a:lnTo>
                    <a:pt x="454446" y="1588441"/>
                  </a:lnTo>
                  <a:lnTo>
                    <a:pt x="454796" y="1589138"/>
                  </a:lnTo>
                  <a:lnTo>
                    <a:pt x="455126" y="1589854"/>
                  </a:lnTo>
                  <a:lnTo>
                    <a:pt x="455435" y="1590590"/>
                  </a:lnTo>
                  <a:lnTo>
                    <a:pt x="455724" y="1591344"/>
                  </a:lnTo>
                  <a:lnTo>
                    <a:pt x="456004" y="1592120"/>
                  </a:lnTo>
                  <a:lnTo>
                    <a:pt x="456255" y="1592921"/>
                  </a:lnTo>
                  <a:lnTo>
                    <a:pt x="456476" y="1593746"/>
                  </a:lnTo>
                  <a:lnTo>
                    <a:pt x="456668" y="1594595"/>
                  </a:lnTo>
                  <a:lnTo>
                    <a:pt x="456831" y="1595468"/>
                  </a:lnTo>
                  <a:lnTo>
                    <a:pt x="456963" y="1596366"/>
                  </a:lnTo>
                  <a:lnTo>
                    <a:pt x="457067" y="1597288"/>
                  </a:lnTo>
                  <a:lnTo>
                    <a:pt x="457140" y="1598234"/>
                  </a:lnTo>
                  <a:lnTo>
                    <a:pt x="457185" y="159920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h88"/>
            <p:cNvSpPr/>
            <p:nvPr/>
          </p:nvSpPr>
          <p:spPr>
            <a:xfrm>
              <a:off x="2111984" y="519384"/>
              <a:ext cx="533858" cy="1600200"/>
            </a:xfrm>
            <a:custGeom>
              <a:avLst/>
              <a:pathLst>
                <a:path w="533858" h="1600200">
                  <a:moveTo>
                    <a:pt x="457200" y="1600200"/>
                  </a:moveTo>
                  <a:lnTo>
                    <a:pt x="457200" y="1586917"/>
                  </a:lnTo>
                  <a:lnTo>
                    <a:pt x="488367" y="1586917"/>
                  </a:lnTo>
                  <a:lnTo>
                    <a:pt x="488367" y="1492808"/>
                  </a:lnTo>
                  <a:lnTo>
                    <a:pt x="460759" y="1512515"/>
                  </a:lnTo>
                  <a:lnTo>
                    <a:pt x="460759" y="1497756"/>
                  </a:lnTo>
                  <a:lnTo>
                    <a:pt x="489669" y="1477875"/>
                  </a:lnTo>
                  <a:lnTo>
                    <a:pt x="504080" y="1477875"/>
                  </a:lnTo>
                  <a:lnTo>
                    <a:pt x="504080" y="1586917"/>
                  </a:lnTo>
                  <a:lnTo>
                    <a:pt x="533858" y="1586917"/>
                  </a:lnTo>
                  <a:lnTo>
                    <a:pt x="533858" y="160020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h89"/>
            <p:cNvSpPr/>
            <p:nvPr/>
          </p:nvSpPr>
          <p:spPr>
            <a:xfrm>
              <a:off x="2288395" y="485613"/>
              <a:ext cx="457200" cy="1635707"/>
            </a:xfrm>
            <a:custGeom>
              <a:avLst/>
              <a:pathLst>
                <a:path w="457200" h="1635707">
                  <a:moveTo>
                    <a:pt x="457200" y="1600200"/>
                  </a:moveTo>
                  <a:lnTo>
                    <a:pt x="457172" y="1601866"/>
                  </a:lnTo>
                  <a:lnTo>
                    <a:pt x="457088" y="1603495"/>
                  </a:lnTo>
                  <a:lnTo>
                    <a:pt x="456949" y="1605088"/>
                  </a:lnTo>
                  <a:lnTo>
                    <a:pt x="456755" y="1606645"/>
                  </a:lnTo>
                  <a:lnTo>
                    <a:pt x="456505" y="1608165"/>
                  </a:lnTo>
                  <a:lnTo>
                    <a:pt x="456199" y="1609649"/>
                  </a:lnTo>
                  <a:lnTo>
                    <a:pt x="455838" y="1611096"/>
                  </a:lnTo>
                  <a:lnTo>
                    <a:pt x="455422" y="1612507"/>
                  </a:lnTo>
                  <a:lnTo>
                    <a:pt x="454949" y="1613881"/>
                  </a:lnTo>
                  <a:lnTo>
                    <a:pt x="454421" y="1615219"/>
                  </a:lnTo>
                  <a:lnTo>
                    <a:pt x="453857" y="1616518"/>
                  </a:lnTo>
                  <a:lnTo>
                    <a:pt x="453241" y="1617778"/>
                  </a:lnTo>
                  <a:lnTo>
                    <a:pt x="452572" y="1618998"/>
                  </a:lnTo>
                  <a:lnTo>
                    <a:pt x="451852" y="1620178"/>
                  </a:lnTo>
                  <a:lnTo>
                    <a:pt x="451079" y="1621318"/>
                  </a:lnTo>
                  <a:lnTo>
                    <a:pt x="450254" y="1622418"/>
                  </a:lnTo>
                  <a:lnTo>
                    <a:pt x="449377" y="1623478"/>
                  </a:lnTo>
                  <a:lnTo>
                    <a:pt x="448448" y="1624498"/>
                  </a:lnTo>
                  <a:lnTo>
                    <a:pt x="447467" y="1625478"/>
                  </a:lnTo>
                  <a:lnTo>
                    <a:pt x="446434" y="1626418"/>
                  </a:lnTo>
                  <a:lnTo>
                    <a:pt x="445366" y="1627300"/>
                  </a:lnTo>
                  <a:lnTo>
                    <a:pt x="444246" y="1628140"/>
                  </a:lnTo>
                  <a:lnTo>
                    <a:pt x="443074" y="1628939"/>
                  </a:lnTo>
                  <a:lnTo>
                    <a:pt x="441850" y="1629696"/>
                  </a:lnTo>
                  <a:lnTo>
                    <a:pt x="440574" y="1630412"/>
                  </a:lnTo>
                  <a:lnTo>
                    <a:pt x="439246" y="1631085"/>
                  </a:lnTo>
                  <a:lnTo>
                    <a:pt x="437865" y="1631717"/>
                  </a:lnTo>
                  <a:lnTo>
                    <a:pt x="436433" y="1632308"/>
                  </a:lnTo>
                  <a:lnTo>
                    <a:pt x="434948" y="1632856"/>
                  </a:lnTo>
                  <a:lnTo>
                    <a:pt x="433412" y="1633363"/>
                  </a:lnTo>
                  <a:lnTo>
                    <a:pt x="431844" y="1633809"/>
                  </a:lnTo>
                  <a:lnTo>
                    <a:pt x="430231" y="1634207"/>
                  </a:lnTo>
                  <a:lnTo>
                    <a:pt x="428573" y="1634559"/>
                  </a:lnTo>
                  <a:lnTo>
                    <a:pt x="426869" y="1634864"/>
                  </a:lnTo>
                  <a:lnTo>
                    <a:pt x="425121" y="1635121"/>
                  </a:lnTo>
                  <a:lnTo>
                    <a:pt x="423327" y="1635332"/>
                  </a:lnTo>
                  <a:lnTo>
                    <a:pt x="421488" y="1635496"/>
                  </a:lnTo>
                  <a:lnTo>
                    <a:pt x="419605" y="1635614"/>
                  </a:lnTo>
                  <a:lnTo>
                    <a:pt x="417675" y="1635684"/>
                  </a:lnTo>
                  <a:lnTo>
                    <a:pt x="415701" y="1635707"/>
                  </a:lnTo>
                  <a:lnTo>
                    <a:pt x="413462" y="1635680"/>
                  </a:lnTo>
                  <a:lnTo>
                    <a:pt x="411294" y="1635596"/>
                  </a:lnTo>
                  <a:lnTo>
                    <a:pt x="409198" y="1635457"/>
                  </a:lnTo>
                  <a:lnTo>
                    <a:pt x="407172" y="1635263"/>
                  </a:lnTo>
                  <a:lnTo>
                    <a:pt x="405218" y="1635013"/>
                  </a:lnTo>
                  <a:lnTo>
                    <a:pt x="403335" y="1634707"/>
                  </a:lnTo>
                  <a:lnTo>
                    <a:pt x="401523" y="1634346"/>
                  </a:lnTo>
                  <a:lnTo>
                    <a:pt x="399783" y="1633929"/>
                  </a:lnTo>
                  <a:lnTo>
                    <a:pt x="398113" y="1633457"/>
                  </a:lnTo>
                  <a:lnTo>
                    <a:pt x="396515" y="1632929"/>
                  </a:lnTo>
                  <a:lnTo>
                    <a:pt x="394996" y="1632339"/>
                  </a:lnTo>
                  <a:lnTo>
                    <a:pt x="393532" y="1631714"/>
                  </a:lnTo>
                  <a:lnTo>
                    <a:pt x="392121" y="1631054"/>
                  </a:lnTo>
                  <a:lnTo>
                    <a:pt x="390764" y="1630360"/>
                  </a:lnTo>
                  <a:lnTo>
                    <a:pt x="389461" y="1629630"/>
                  </a:lnTo>
                  <a:lnTo>
                    <a:pt x="388212" y="1628866"/>
                  </a:lnTo>
                  <a:lnTo>
                    <a:pt x="387016" y="1628068"/>
                  </a:lnTo>
                  <a:lnTo>
                    <a:pt x="385875" y="1627234"/>
                  </a:lnTo>
                  <a:lnTo>
                    <a:pt x="384787" y="1626366"/>
                  </a:lnTo>
                  <a:lnTo>
                    <a:pt x="383753" y="1625463"/>
                  </a:lnTo>
                  <a:lnTo>
                    <a:pt x="382771" y="1624513"/>
                  </a:lnTo>
                  <a:lnTo>
                    <a:pt x="381839" y="1623539"/>
                  </a:lnTo>
                  <a:lnTo>
                    <a:pt x="380958" y="1622541"/>
                  </a:lnTo>
                  <a:lnTo>
                    <a:pt x="380127" y="1621518"/>
                  </a:lnTo>
                  <a:lnTo>
                    <a:pt x="379347" y="1620471"/>
                  </a:lnTo>
                  <a:lnTo>
                    <a:pt x="378617" y="1619400"/>
                  </a:lnTo>
                  <a:lnTo>
                    <a:pt x="377937" y="1618304"/>
                  </a:lnTo>
                  <a:lnTo>
                    <a:pt x="377308" y="1617184"/>
                  </a:lnTo>
                  <a:lnTo>
                    <a:pt x="376729" y="1616040"/>
                  </a:lnTo>
                  <a:lnTo>
                    <a:pt x="376200" y="1614871"/>
                  </a:lnTo>
                  <a:lnTo>
                    <a:pt x="375714" y="1613670"/>
                  </a:lnTo>
                  <a:lnTo>
                    <a:pt x="375262" y="1612461"/>
                  </a:lnTo>
                  <a:lnTo>
                    <a:pt x="374845" y="1611246"/>
                  </a:lnTo>
                  <a:lnTo>
                    <a:pt x="374463" y="1610024"/>
                  </a:lnTo>
                  <a:lnTo>
                    <a:pt x="374116" y="1608794"/>
                  </a:lnTo>
                  <a:lnTo>
                    <a:pt x="373804" y="1607558"/>
                  </a:lnTo>
                  <a:lnTo>
                    <a:pt x="373526" y="1606315"/>
                  </a:lnTo>
                  <a:lnTo>
                    <a:pt x="373283" y="1605065"/>
                  </a:lnTo>
                  <a:lnTo>
                    <a:pt x="373074" y="1603808"/>
                  </a:lnTo>
                  <a:lnTo>
                    <a:pt x="372901" y="1602544"/>
                  </a:lnTo>
                  <a:lnTo>
                    <a:pt x="389049" y="1601068"/>
                  </a:lnTo>
                  <a:lnTo>
                    <a:pt x="389199" y="1602031"/>
                  </a:lnTo>
                  <a:lnTo>
                    <a:pt x="389372" y="1602978"/>
                  </a:lnTo>
                  <a:lnTo>
                    <a:pt x="389567" y="1603907"/>
                  </a:lnTo>
                  <a:lnTo>
                    <a:pt x="389785" y="1604818"/>
                  </a:lnTo>
                  <a:lnTo>
                    <a:pt x="390025" y="1605712"/>
                  </a:lnTo>
                  <a:lnTo>
                    <a:pt x="390288" y="1606589"/>
                  </a:lnTo>
                  <a:lnTo>
                    <a:pt x="390574" y="1607449"/>
                  </a:lnTo>
                  <a:lnTo>
                    <a:pt x="390882" y="1608291"/>
                  </a:lnTo>
                  <a:lnTo>
                    <a:pt x="391213" y="1609116"/>
                  </a:lnTo>
                  <a:lnTo>
                    <a:pt x="391566" y="1609923"/>
                  </a:lnTo>
                  <a:lnTo>
                    <a:pt x="391961" y="1610710"/>
                  </a:lnTo>
                  <a:lnTo>
                    <a:pt x="392382" y="1611475"/>
                  </a:lnTo>
                  <a:lnTo>
                    <a:pt x="392829" y="1612217"/>
                  </a:lnTo>
                  <a:lnTo>
                    <a:pt x="393303" y="1612937"/>
                  </a:lnTo>
                  <a:lnTo>
                    <a:pt x="393802" y="1613634"/>
                  </a:lnTo>
                  <a:lnTo>
                    <a:pt x="394327" y="1614309"/>
                  </a:lnTo>
                  <a:lnTo>
                    <a:pt x="394878" y="1614961"/>
                  </a:lnTo>
                  <a:lnTo>
                    <a:pt x="395456" y="1615590"/>
                  </a:lnTo>
                  <a:lnTo>
                    <a:pt x="396059" y="1616197"/>
                  </a:lnTo>
                  <a:lnTo>
                    <a:pt x="396688" y="1616781"/>
                  </a:lnTo>
                  <a:lnTo>
                    <a:pt x="397346" y="1617341"/>
                  </a:lnTo>
                  <a:lnTo>
                    <a:pt x="398032" y="1617875"/>
                  </a:lnTo>
                  <a:lnTo>
                    <a:pt x="398749" y="1618383"/>
                  </a:lnTo>
                  <a:lnTo>
                    <a:pt x="399494" y="1618865"/>
                  </a:lnTo>
                  <a:lnTo>
                    <a:pt x="400270" y="1619321"/>
                  </a:lnTo>
                  <a:lnTo>
                    <a:pt x="401074" y="1619751"/>
                  </a:lnTo>
                  <a:lnTo>
                    <a:pt x="401909" y="1620154"/>
                  </a:lnTo>
                  <a:lnTo>
                    <a:pt x="402773" y="1620532"/>
                  </a:lnTo>
                  <a:lnTo>
                    <a:pt x="403666" y="1620884"/>
                  </a:lnTo>
                  <a:lnTo>
                    <a:pt x="404589" y="1621209"/>
                  </a:lnTo>
                  <a:lnTo>
                    <a:pt x="405544" y="1621506"/>
                  </a:lnTo>
                  <a:lnTo>
                    <a:pt x="406533" y="1621772"/>
                  </a:lnTo>
                  <a:lnTo>
                    <a:pt x="407558" y="1622006"/>
                  </a:lnTo>
                  <a:lnTo>
                    <a:pt x="408617" y="1622209"/>
                  </a:lnTo>
                  <a:lnTo>
                    <a:pt x="409711" y="1622381"/>
                  </a:lnTo>
                  <a:lnTo>
                    <a:pt x="410840" y="1622522"/>
                  </a:lnTo>
                  <a:lnTo>
                    <a:pt x="412003" y="1622631"/>
                  </a:lnTo>
                  <a:lnTo>
                    <a:pt x="413201" y="1622709"/>
                  </a:lnTo>
                  <a:lnTo>
                    <a:pt x="414434" y="1622756"/>
                  </a:lnTo>
                  <a:lnTo>
                    <a:pt x="415701" y="1622772"/>
                  </a:lnTo>
                  <a:lnTo>
                    <a:pt x="418011" y="1622714"/>
                  </a:lnTo>
                  <a:lnTo>
                    <a:pt x="420219" y="1622539"/>
                  </a:lnTo>
                  <a:lnTo>
                    <a:pt x="422324" y="1622248"/>
                  </a:lnTo>
                  <a:lnTo>
                    <a:pt x="424327" y="1621841"/>
                  </a:lnTo>
                  <a:lnTo>
                    <a:pt x="426228" y="1621318"/>
                  </a:lnTo>
                  <a:lnTo>
                    <a:pt x="428026" y="1620678"/>
                  </a:lnTo>
                  <a:lnTo>
                    <a:pt x="429721" y="1619922"/>
                  </a:lnTo>
                  <a:lnTo>
                    <a:pt x="431314" y="1619049"/>
                  </a:lnTo>
                  <a:lnTo>
                    <a:pt x="432805" y="1618060"/>
                  </a:lnTo>
                  <a:lnTo>
                    <a:pt x="434193" y="1616955"/>
                  </a:lnTo>
                  <a:lnTo>
                    <a:pt x="435480" y="1615735"/>
                  </a:lnTo>
                  <a:lnTo>
                    <a:pt x="436631" y="1614403"/>
                  </a:lnTo>
                  <a:lnTo>
                    <a:pt x="437647" y="1612957"/>
                  </a:lnTo>
                  <a:lnTo>
                    <a:pt x="438527" y="1611399"/>
                  </a:lnTo>
                  <a:lnTo>
                    <a:pt x="439272" y="1609728"/>
                  </a:lnTo>
                  <a:lnTo>
                    <a:pt x="439881" y="1607944"/>
                  </a:lnTo>
                  <a:lnTo>
                    <a:pt x="440355" y="1606047"/>
                  </a:lnTo>
                  <a:lnTo>
                    <a:pt x="440694" y="1604037"/>
                  </a:lnTo>
                  <a:lnTo>
                    <a:pt x="440897" y="1601914"/>
                  </a:lnTo>
                  <a:lnTo>
                    <a:pt x="440965" y="1599679"/>
                  </a:lnTo>
                  <a:lnTo>
                    <a:pt x="440934" y="1598351"/>
                  </a:lnTo>
                  <a:lnTo>
                    <a:pt x="440843" y="1597078"/>
                  </a:lnTo>
                  <a:lnTo>
                    <a:pt x="440691" y="1595858"/>
                  </a:lnTo>
                  <a:lnTo>
                    <a:pt x="440479" y="1594692"/>
                  </a:lnTo>
                  <a:lnTo>
                    <a:pt x="440205" y="1593580"/>
                  </a:lnTo>
                  <a:lnTo>
                    <a:pt x="439871" y="1592521"/>
                  </a:lnTo>
                  <a:lnTo>
                    <a:pt x="439476" y="1591517"/>
                  </a:lnTo>
                  <a:lnTo>
                    <a:pt x="439020" y="1590566"/>
                  </a:lnTo>
                  <a:lnTo>
                    <a:pt x="438504" y="1589670"/>
                  </a:lnTo>
                  <a:lnTo>
                    <a:pt x="437926" y="1588827"/>
                  </a:lnTo>
                  <a:lnTo>
                    <a:pt x="437320" y="1588012"/>
                  </a:lnTo>
                  <a:lnTo>
                    <a:pt x="436683" y="1587236"/>
                  </a:lnTo>
                  <a:lnTo>
                    <a:pt x="436015" y="1586498"/>
                  </a:lnTo>
                  <a:lnTo>
                    <a:pt x="435315" y="1585798"/>
                  </a:lnTo>
                  <a:lnTo>
                    <a:pt x="434584" y="1585137"/>
                  </a:lnTo>
                  <a:lnTo>
                    <a:pt x="433822" y="1584514"/>
                  </a:lnTo>
                  <a:lnTo>
                    <a:pt x="433028" y="1583928"/>
                  </a:lnTo>
                  <a:lnTo>
                    <a:pt x="432203" y="1583381"/>
                  </a:lnTo>
                  <a:lnTo>
                    <a:pt x="431347" y="1582873"/>
                  </a:lnTo>
                  <a:lnTo>
                    <a:pt x="430460" y="1582402"/>
                  </a:lnTo>
                  <a:lnTo>
                    <a:pt x="429566" y="1581949"/>
                  </a:lnTo>
                  <a:lnTo>
                    <a:pt x="428654" y="1581527"/>
                  </a:lnTo>
                  <a:lnTo>
                    <a:pt x="427725" y="1581136"/>
                  </a:lnTo>
                  <a:lnTo>
                    <a:pt x="426779" y="1580777"/>
                  </a:lnTo>
                  <a:lnTo>
                    <a:pt x="425815" y="1580449"/>
                  </a:lnTo>
                  <a:lnTo>
                    <a:pt x="424834" y="1580152"/>
                  </a:lnTo>
                  <a:lnTo>
                    <a:pt x="423836" y="1579886"/>
                  </a:lnTo>
                  <a:lnTo>
                    <a:pt x="422820" y="1579652"/>
                  </a:lnTo>
                  <a:lnTo>
                    <a:pt x="421787" y="1579449"/>
                  </a:lnTo>
                  <a:lnTo>
                    <a:pt x="420737" y="1579277"/>
                  </a:lnTo>
                  <a:lnTo>
                    <a:pt x="419703" y="1579128"/>
                  </a:lnTo>
                  <a:lnTo>
                    <a:pt x="418684" y="1578995"/>
                  </a:lnTo>
                  <a:lnTo>
                    <a:pt x="417682" y="1578878"/>
                  </a:lnTo>
                  <a:lnTo>
                    <a:pt x="416694" y="1578777"/>
                  </a:lnTo>
                  <a:lnTo>
                    <a:pt x="415723" y="1578691"/>
                  </a:lnTo>
                  <a:lnTo>
                    <a:pt x="414767" y="1578620"/>
                  </a:lnTo>
                  <a:lnTo>
                    <a:pt x="413827" y="1578566"/>
                  </a:lnTo>
                  <a:lnTo>
                    <a:pt x="412902" y="1578527"/>
                  </a:lnTo>
                  <a:lnTo>
                    <a:pt x="411993" y="1578503"/>
                  </a:lnTo>
                  <a:lnTo>
                    <a:pt x="411100" y="1578495"/>
                  </a:lnTo>
                  <a:lnTo>
                    <a:pt x="402245" y="1578495"/>
                  </a:lnTo>
                  <a:lnTo>
                    <a:pt x="402245" y="1564952"/>
                  </a:lnTo>
                  <a:lnTo>
                    <a:pt x="410753" y="1564952"/>
                  </a:lnTo>
                  <a:lnTo>
                    <a:pt x="411642" y="1564943"/>
                  </a:lnTo>
                  <a:lnTo>
                    <a:pt x="412538" y="1564917"/>
                  </a:lnTo>
                  <a:lnTo>
                    <a:pt x="413441" y="1564874"/>
                  </a:lnTo>
                  <a:lnTo>
                    <a:pt x="414350" y="1564813"/>
                  </a:lnTo>
                  <a:lnTo>
                    <a:pt x="415267" y="1564735"/>
                  </a:lnTo>
                  <a:lnTo>
                    <a:pt x="416191" y="1564639"/>
                  </a:lnTo>
                  <a:lnTo>
                    <a:pt x="417122" y="1564527"/>
                  </a:lnTo>
                  <a:lnTo>
                    <a:pt x="418059" y="1564396"/>
                  </a:lnTo>
                  <a:lnTo>
                    <a:pt x="419004" y="1564249"/>
                  </a:lnTo>
                  <a:lnTo>
                    <a:pt x="419955" y="1564084"/>
                  </a:lnTo>
                  <a:lnTo>
                    <a:pt x="420902" y="1563879"/>
                  </a:lnTo>
                  <a:lnTo>
                    <a:pt x="421830" y="1563646"/>
                  </a:lnTo>
                  <a:lnTo>
                    <a:pt x="422742" y="1563386"/>
                  </a:lnTo>
                  <a:lnTo>
                    <a:pt x="423636" y="1563098"/>
                  </a:lnTo>
                  <a:lnTo>
                    <a:pt x="424513" y="1562782"/>
                  </a:lnTo>
                  <a:lnTo>
                    <a:pt x="425373" y="1562438"/>
                  </a:lnTo>
                  <a:lnTo>
                    <a:pt x="426215" y="1562066"/>
                  </a:lnTo>
                  <a:lnTo>
                    <a:pt x="427039" y="1561667"/>
                  </a:lnTo>
                  <a:lnTo>
                    <a:pt x="427847" y="1561240"/>
                  </a:lnTo>
                  <a:lnTo>
                    <a:pt x="428637" y="1560785"/>
                  </a:lnTo>
                  <a:lnTo>
                    <a:pt x="429421" y="1560282"/>
                  </a:lnTo>
                  <a:lnTo>
                    <a:pt x="430175" y="1559747"/>
                  </a:lnTo>
                  <a:lnTo>
                    <a:pt x="430900" y="1559178"/>
                  </a:lnTo>
                  <a:lnTo>
                    <a:pt x="431596" y="1558576"/>
                  </a:lnTo>
                  <a:lnTo>
                    <a:pt x="432261" y="1557942"/>
                  </a:lnTo>
                  <a:lnTo>
                    <a:pt x="432898" y="1557274"/>
                  </a:lnTo>
                  <a:lnTo>
                    <a:pt x="433505" y="1556573"/>
                  </a:lnTo>
                  <a:lnTo>
                    <a:pt x="434082" y="1555840"/>
                  </a:lnTo>
                  <a:lnTo>
                    <a:pt x="434630" y="1555073"/>
                  </a:lnTo>
                  <a:lnTo>
                    <a:pt x="435148" y="1554274"/>
                  </a:lnTo>
                  <a:lnTo>
                    <a:pt x="435643" y="1553435"/>
                  </a:lnTo>
                  <a:lnTo>
                    <a:pt x="436086" y="1552551"/>
                  </a:lnTo>
                  <a:lnTo>
                    <a:pt x="436476" y="1551622"/>
                  </a:lnTo>
                  <a:lnTo>
                    <a:pt x="436815" y="1550648"/>
                  </a:lnTo>
                  <a:lnTo>
                    <a:pt x="437102" y="1549629"/>
                  </a:lnTo>
                  <a:lnTo>
                    <a:pt x="437336" y="1548565"/>
                  </a:lnTo>
                  <a:lnTo>
                    <a:pt x="437518" y="1547455"/>
                  </a:lnTo>
                  <a:lnTo>
                    <a:pt x="437648" y="1546300"/>
                  </a:lnTo>
                  <a:lnTo>
                    <a:pt x="437727" y="1545101"/>
                  </a:lnTo>
                  <a:lnTo>
                    <a:pt x="437753" y="1543856"/>
                  </a:lnTo>
                  <a:lnTo>
                    <a:pt x="437694" y="1541935"/>
                  </a:lnTo>
                  <a:lnTo>
                    <a:pt x="437520" y="1540098"/>
                  </a:lnTo>
                  <a:lnTo>
                    <a:pt x="437229" y="1538345"/>
                  </a:lnTo>
                  <a:lnTo>
                    <a:pt x="436822" y="1536674"/>
                  </a:lnTo>
                  <a:lnTo>
                    <a:pt x="436298" y="1535087"/>
                  </a:lnTo>
                  <a:lnTo>
                    <a:pt x="435659" y="1533584"/>
                  </a:lnTo>
                  <a:lnTo>
                    <a:pt x="434902" y="1532163"/>
                  </a:lnTo>
                  <a:lnTo>
                    <a:pt x="434030" y="1530826"/>
                  </a:lnTo>
                  <a:lnTo>
                    <a:pt x="433041" y="1529573"/>
                  </a:lnTo>
                  <a:lnTo>
                    <a:pt x="431936" y="1528402"/>
                  </a:lnTo>
                  <a:lnTo>
                    <a:pt x="430734" y="1527314"/>
                  </a:lnTo>
                  <a:lnTo>
                    <a:pt x="429418" y="1526340"/>
                  </a:lnTo>
                  <a:lnTo>
                    <a:pt x="427990" y="1525480"/>
                  </a:lnTo>
                  <a:lnTo>
                    <a:pt x="426449" y="1524735"/>
                  </a:lnTo>
                  <a:lnTo>
                    <a:pt x="424795" y="1524105"/>
                  </a:lnTo>
                  <a:lnTo>
                    <a:pt x="423029" y="1523589"/>
                  </a:lnTo>
                  <a:lnTo>
                    <a:pt x="421149" y="1523188"/>
                  </a:lnTo>
                  <a:lnTo>
                    <a:pt x="419157" y="1522902"/>
                  </a:lnTo>
                  <a:lnTo>
                    <a:pt x="417051" y="1522730"/>
                  </a:lnTo>
                  <a:lnTo>
                    <a:pt x="414833" y="1522672"/>
                  </a:lnTo>
                  <a:lnTo>
                    <a:pt x="412806" y="1522725"/>
                  </a:lnTo>
                  <a:lnTo>
                    <a:pt x="410857" y="1522884"/>
                  </a:lnTo>
                  <a:lnTo>
                    <a:pt x="408986" y="1523149"/>
                  </a:lnTo>
                  <a:lnTo>
                    <a:pt x="407193" y="1523520"/>
                  </a:lnTo>
                  <a:lnTo>
                    <a:pt x="405479" y="1523996"/>
                  </a:lnTo>
                  <a:lnTo>
                    <a:pt x="403842" y="1524579"/>
                  </a:lnTo>
                  <a:lnTo>
                    <a:pt x="402284" y="1525267"/>
                  </a:lnTo>
                  <a:lnTo>
                    <a:pt x="400804" y="1526062"/>
                  </a:lnTo>
                  <a:lnTo>
                    <a:pt x="399401" y="1526962"/>
                  </a:lnTo>
                  <a:lnTo>
                    <a:pt x="398078" y="1527968"/>
                  </a:lnTo>
                  <a:lnTo>
                    <a:pt x="396863" y="1529071"/>
                  </a:lnTo>
                  <a:lnTo>
                    <a:pt x="395754" y="1530260"/>
                  </a:lnTo>
                  <a:lnTo>
                    <a:pt x="394752" y="1531536"/>
                  </a:lnTo>
                  <a:lnTo>
                    <a:pt x="393855" y="1532899"/>
                  </a:lnTo>
                  <a:lnTo>
                    <a:pt x="393064" y="1534349"/>
                  </a:lnTo>
                  <a:lnTo>
                    <a:pt x="392379" y="1535886"/>
                  </a:lnTo>
                  <a:lnTo>
                    <a:pt x="391800" y="1537509"/>
                  </a:lnTo>
                  <a:lnTo>
                    <a:pt x="391327" y="1539220"/>
                  </a:lnTo>
                  <a:lnTo>
                    <a:pt x="390959" y="1541017"/>
                  </a:lnTo>
                  <a:lnTo>
                    <a:pt x="390698" y="1542901"/>
                  </a:lnTo>
                  <a:lnTo>
                    <a:pt x="374984" y="1541685"/>
                  </a:lnTo>
                  <a:lnTo>
                    <a:pt x="375201" y="1540091"/>
                  </a:lnTo>
                  <a:lnTo>
                    <a:pt x="375467" y="1538539"/>
                  </a:lnTo>
                  <a:lnTo>
                    <a:pt x="375784" y="1537028"/>
                  </a:lnTo>
                  <a:lnTo>
                    <a:pt x="376151" y="1535559"/>
                  </a:lnTo>
                  <a:lnTo>
                    <a:pt x="376569" y="1534132"/>
                  </a:lnTo>
                  <a:lnTo>
                    <a:pt x="377037" y="1532747"/>
                  </a:lnTo>
                  <a:lnTo>
                    <a:pt x="377555" y="1531403"/>
                  </a:lnTo>
                  <a:lnTo>
                    <a:pt x="378124" y="1530100"/>
                  </a:lnTo>
                  <a:lnTo>
                    <a:pt x="378743" y="1528840"/>
                  </a:lnTo>
                  <a:lnTo>
                    <a:pt x="379412" y="1527621"/>
                  </a:lnTo>
                  <a:lnTo>
                    <a:pt x="380125" y="1526444"/>
                  </a:lnTo>
                  <a:lnTo>
                    <a:pt x="380874" y="1525308"/>
                  </a:lnTo>
                  <a:lnTo>
                    <a:pt x="381660" y="1524214"/>
                  </a:lnTo>
                  <a:lnTo>
                    <a:pt x="382482" y="1523162"/>
                  </a:lnTo>
                  <a:lnTo>
                    <a:pt x="383340" y="1522152"/>
                  </a:lnTo>
                  <a:lnTo>
                    <a:pt x="384236" y="1521183"/>
                  </a:lnTo>
                  <a:lnTo>
                    <a:pt x="385167" y="1520255"/>
                  </a:lnTo>
                  <a:lnTo>
                    <a:pt x="386135" y="1519370"/>
                  </a:lnTo>
                  <a:lnTo>
                    <a:pt x="387140" y="1518526"/>
                  </a:lnTo>
                  <a:lnTo>
                    <a:pt x="388180" y="1517724"/>
                  </a:lnTo>
                  <a:lnTo>
                    <a:pt x="389272" y="1516946"/>
                  </a:lnTo>
                  <a:lnTo>
                    <a:pt x="390393" y="1516210"/>
                  </a:lnTo>
                  <a:lnTo>
                    <a:pt x="391543" y="1515515"/>
                  </a:lnTo>
                  <a:lnTo>
                    <a:pt x="392723" y="1514862"/>
                  </a:lnTo>
                  <a:lnTo>
                    <a:pt x="393932" y="1514251"/>
                  </a:lnTo>
                  <a:lnTo>
                    <a:pt x="395171" y="1513682"/>
                  </a:lnTo>
                  <a:lnTo>
                    <a:pt x="396439" y="1513154"/>
                  </a:lnTo>
                  <a:lnTo>
                    <a:pt x="397737" y="1512668"/>
                  </a:lnTo>
                  <a:lnTo>
                    <a:pt x="399065" y="1512223"/>
                  </a:lnTo>
                  <a:lnTo>
                    <a:pt x="400422" y="1511820"/>
                  </a:lnTo>
                  <a:lnTo>
                    <a:pt x="401802" y="1511441"/>
                  </a:lnTo>
                  <a:lnTo>
                    <a:pt x="403200" y="1511102"/>
                  </a:lnTo>
                  <a:lnTo>
                    <a:pt x="404615" y="1510802"/>
                  </a:lnTo>
                  <a:lnTo>
                    <a:pt x="406047" y="1510542"/>
                  </a:lnTo>
                  <a:lnTo>
                    <a:pt x="407497" y="1510323"/>
                  </a:lnTo>
                  <a:lnTo>
                    <a:pt x="408964" y="1510143"/>
                  </a:lnTo>
                  <a:lnTo>
                    <a:pt x="410449" y="1510003"/>
                  </a:lnTo>
                  <a:lnTo>
                    <a:pt x="411951" y="1509903"/>
                  </a:lnTo>
                  <a:lnTo>
                    <a:pt x="413470" y="1509844"/>
                  </a:lnTo>
                  <a:lnTo>
                    <a:pt x="415007" y="1509824"/>
                  </a:lnTo>
                  <a:lnTo>
                    <a:pt x="417027" y="1509850"/>
                  </a:lnTo>
                  <a:lnTo>
                    <a:pt x="418990" y="1509928"/>
                  </a:lnTo>
                  <a:lnTo>
                    <a:pt x="420895" y="1510058"/>
                  </a:lnTo>
                  <a:lnTo>
                    <a:pt x="422744" y="1510240"/>
                  </a:lnTo>
                  <a:lnTo>
                    <a:pt x="424535" y="1510475"/>
                  </a:lnTo>
                  <a:lnTo>
                    <a:pt x="426269" y="1510761"/>
                  </a:lnTo>
                  <a:lnTo>
                    <a:pt x="427945" y="1511100"/>
                  </a:lnTo>
                  <a:lnTo>
                    <a:pt x="429564" y="1511490"/>
                  </a:lnTo>
                  <a:lnTo>
                    <a:pt x="431126" y="1511933"/>
                  </a:lnTo>
                  <a:lnTo>
                    <a:pt x="432630" y="1512428"/>
                  </a:lnTo>
                  <a:lnTo>
                    <a:pt x="434079" y="1512951"/>
                  </a:lnTo>
                  <a:lnTo>
                    <a:pt x="435475" y="1513512"/>
                  </a:lnTo>
                  <a:lnTo>
                    <a:pt x="436816" y="1514111"/>
                  </a:lnTo>
                  <a:lnTo>
                    <a:pt x="438103" y="1514748"/>
                  </a:lnTo>
                  <a:lnTo>
                    <a:pt x="439337" y="1515423"/>
                  </a:lnTo>
                  <a:lnTo>
                    <a:pt x="440517" y="1516137"/>
                  </a:lnTo>
                  <a:lnTo>
                    <a:pt x="441643" y="1516889"/>
                  </a:lnTo>
                  <a:lnTo>
                    <a:pt x="442715" y="1517679"/>
                  </a:lnTo>
                  <a:lnTo>
                    <a:pt x="443733" y="1518507"/>
                  </a:lnTo>
                  <a:lnTo>
                    <a:pt x="444698" y="1519373"/>
                  </a:lnTo>
                  <a:lnTo>
                    <a:pt x="445610" y="1520257"/>
                  </a:lnTo>
                  <a:lnTo>
                    <a:pt x="446472" y="1521172"/>
                  </a:lnTo>
                  <a:lnTo>
                    <a:pt x="447284" y="1522119"/>
                  </a:lnTo>
                  <a:lnTo>
                    <a:pt x="448046" y="1523096"/>
                  </a:lnTo>
                  <a:lnTo>
                    <a:pt x="448757" y="1524105"/>
                  </a:lnTo>
                  <a:lnTo>
                    <a:pt x="449417" y="1525145"/>
                  </a:lnTo>
                  <a:lnTo>
                    <a:pt x="450028" y="1526216"/>
                  </a:lnTo>
                  <a:lnTo>
                    <a:pt x="450588" y="1527319"/>
                  </a:lnTo>
                  <a:lnTo>
                    <a:pt x="451097" y="1528453"/>
                  </a:lnTo>
                  <a:lnTo>
                    <a:pt x="451556" y="1529618"/>
                  </a:lnTo>
                  <a:lnTo>
                    <a:pt x="451985" y="1530806"/>
                  </a:lnTo>
                  <a:lnTo>
                    <a:pt x="452369" y="1532010"/>
                  </a:lnTo>
                  <a:lnTo>
                    <a:pt x="452708" y="1533230"/>
                  </a:lnTo>
                  <a:lnTo>
                    <a:pt x="453001" y="1534466"/>
                  </a:lnTo>
                  <a:lnTo>
                    <a:pt x="453249" y="1535717"/>
                  </a:lnTo>
                  <a:lnTo>
                    <a:pt x="453453" y="1536983"/>
                  </a:lnTo>
                  <a:lnTo>
                    <a:pt x="453611" y="1538266"/>
                  </a:lnTo>
                  <a:lnTo>
                    <a:pt x="453723" y="1539563"/>
                  </a:lnTo>
                  <a:lnTo>
                    <a:pt x="453791" y="1540877"/>
                  </a:lnTo>
                  <a:lnTo>
                    <a:pt x="453814" y="1542206"/>
                  </a:lnTo>
                  <a:lnTo>
                    <a:pt x="453799" y="1543276"/>
                  </a:lnTo>
                  <a:lnTo>
                    <a:pt x="453755" y="1544331"/>
                  </a:lnTo>
                  <a:lnTo>
                    <a:pt x="453681" y="1545373"/>
                  </a:lnTo>
                  <a:lnTo>
                    <a:pt x="453578" y="1546401"/>
                  </a:lnTo>
                  <a:lnTo>
                    <a:pt x="453445" y="1547415"/>
                  </a:lnTo>
                  <a:lnTo>
                    <a:pt x="453282" y="1548415"/>
                  </a:lnTo>
                  <a:lnTo>
                    <a:pt x="453090" y="1549401"/>
                  </a:lnTo>
                  <a:lnTo>
                    <a:pt x="452869" y="1550374"/>
                  </a:lnTo>
                  <a:lnTo>
                    <a:pt x="452618" y="1551332"/>
                  </a:lnTo>
                  <a:lnTo>
                    <a:pt x="452338" y="1552277"/>
                  </a:lnTo>
                  <a:lnTo>
                    <a:pt x="452026" y="1553205"/>
                  </a:lnTo>
                  <a:lnTo>
                    <a:pt x="451681" y="1554114"/>
                  </a:lnTo>
                  <a:lnTo>
                    <a:pt x="451304" y="1555004"/>
                  </a:lnTo>
                  <a:lnTo>
                    <a:pt x="450893" y="1555875"/>
                  </a:lnTo>
                  <a:lnTo>
                    <a:pt x="450450" y="1556726"/>
                  </a:lnTo>
                  <a:lnTo>
                    <a:pt x="449973" y="1557559"/>
                  </a:lnTo>
                  <a:lnTo>
                    <a:pt x="449463" y="1558372"/>
                  </a:lnTo>
                  <a:lnTo>
                    <a:pt x="448921" y="1559167"/>
                  </a:lnTo>
                  <a:lnTo>
                    <a:pt x="448345" y="1559942"/>
                  </a:lnTo>
                  <a:lnTo>
                    <a:pt x="447737" y="1560698"/>
                  </a:lnTo>
                  <a:lnTo>
                    <a:pt x="447094" y="1561434"/>
                  </a:lnTo>
                  <a:lnTo>
                    <a:pt x="446417" y="1562150"/>
                  </a:lnTo>
                  <a:lnTo>
                    <a:pt x="445705" y="1562844"/>
                  </a:lnTo>
                  <a:lnTo>
                    <a:pt x="444958" y="1563518"/>
                  </a:lnTo>
                  <a:lnTo>
                    <a:pt x="444177" y="1564171"/>
                  </a:lnTo>
                  <a:lnTo>
                    <a:pt x="443361" y="1564803"/>
                  </a:lnTo>
                  <a:lnTo>
                    <a:pt x="442510" y="1565414"/>
                  </a:lnTo>
                  <a:lnTo>
                    <a:pt x="441625" y="1566004"/>
                  </a:lnTo>
                  <a:lnTo>
                    <a:pt x="440704" y="1566574"/>
                  </a:lnTo>
                  <a:lnTo>
                    <a:pt x="439749" y="1567122"/>
                  </a:lnTo>
                  <a:lnTo>
                    <a:pt x="438774" y="1567648"/>
                  </a:lnTo>
                  <a:lnTo>
                    <a:pt x="437760" y="1568147"/>
                  </a:lnTo>
                  <a:lnTo>
                    <a:pt x="436705" y="1568620"/>
                  </a:lnTo>
                  <a:lnTo>
                    <a:pt x="435610" y="1569067"/>
                  </a:lnTo>
                  <a:lnTo>
                    <a:pt x="434475" y="1569488"/>
                  </a:lnTo>
                  <a:lnTo>
                    <a:pt x="433301" y="1569883"/>
                  </a:lnTo>
                  <a:lnTo>
                    <a:pt x="432086" y="1570252"/>
                  </a:lnTo>
                  <a:lnTo>
                    <a:pt x="430832" y="1570595"/>
                  </a:lnTo>
                  <a:lnTo>
                    <a:pt x="429537" y="1570912"/>
                  </a:lnTo>
                  <a:lnTo>
                    <a:pt x="428203" y="1571203"/>
                  </a:lnTo>
                  <a:lnTo>
                    <a:pt x="428203" y="1571550"/>
                  </a:lnTo>
                  <a:lnTo>
                    <a:pt x="429660" y="1571725"/>
                  </a:lnTo>
                  <a:lnTo>
                    <a:pt x="431078" y="1571936"/>
                  </a:lnTo>
                  <a:lnTo>
                    <a:pt x="432459" y="1572183"/>
                  </a:lnTo>
                  <a:lnTo>
                    <a:pt x="433801" y="1572467"/>
                  </a:lnTo>
                  <a:lnTo>
                    <a:pt x="435105" y="1572787"/>
                  </a:lnTo>
                  <a:lnTo>
                    <a:pt x="436371" y="1573144"/>
                  </a:lnTo>
                  <a:lnTo>
                    <a:pt x="437598" y="1573537"/>
                  </a:lnTo>
                  <a:lnTo>
                    <a:pt x="438787" y="1573967"/>
                  </a:lnTo>
                  <a:lnTo>
                    <a:pt x="439939" y="1574433"/>
                  </a:lnTo>
                  <a:lnTo>
                    <a:pt x="441052" y="1574936"/>
                  </a:lnTo>
                  <a:lnTo>
                    <a:pt x="442126" y="1575452"/>
                  </a:lnTo>
                  <a:lnTo>
                    <a:pt x="443163" y="1575995"/>
                  </a:lnTo>
                  <a:lnTo>
                    <a:pt x="444161" y="1576564"/>
                  </a:lnTo>
                  <a:lnTo>
                    <a:pt x="445122" y="1577158"/>
                  </a:lnTo>
                  <a:lnTo>
                    <a:pt x="446044" y="1577779"/>
                  </a:lnTo>
                  <a:lnTo>
                    <a:pt x="446927" y="1578426"/>
                  </a:lnTo>
                  <a:lnTo>
                    <a:pt x="447773" y="1579099"/>
                  </a:lnTo>
                  <a:lnTo>
                    <a:pt x="448580" y="1579798"/>
                  </a:lnTo>
                  <a:lnTo>
                    <a:pt x="449350" y="1580523"/>
                  </a:lnTo>
                  <a:lnTo>
                    <a:pt x="450081" y="1581274"/>
                  </a:lnTo>
                  <a:lnTo>
                    <a:pt x="450774" y="1582048"/>
                  </a:lnTo>
                  <a:lnTo>
                    <a:pt x="451431" y="1582843"/>
                  </a:lnTo>
                  <a:lnTo>
                    <a:pt x="452052" y="1583659"/>
                  </a:lnTo>
                  <a:lnTo>
                    <a:pt x="452636" y="1584496"/>
                  </a:lnTo>
                  <a:lnTo>
                    <a:pt x="453184" y="1585354"/>
                  </a:lnTo>
                  <a:lnTo>
                    <a:pt x="453696" y="1586232"/>
                  </a:lnTo>
                  <a:lnTo>
                    <a:pt x="454170" y="1587132"/>
                  </a:lnTo>
                  <a:lnTo>
                    <a:pt x="454609" y="1588052"/>
                  </a:lnTo>
                  <a:lnTo>
                    <a:pt x="455011" y="1588993"/>
                  </a:lnTo>
                  <a:lnTo>
                    <a:pt x="455376" y="1589955"/>
                  </a:lnTo>
                  <a:lnTo>
                    <a:pt x="455723" y="1590933"/>
                  </a:lnTo>
                  <a:lnTo>
                    <a:pt x="456033" y="1591921"/>
                  </a:lnTo>
                  <a:lnTo>
                    <a:pt x="456306" y="1592919"/>
                  </a:lnTo>
                  <a:lnTo>
                    <a:pt x="456543" y="1593928"/>
                  </a:lnTo>
                  <a:lnTo>
                    <a:pt x="456744" y="1594947"/>
                  </a:lnTo>
                  <a:lnTo>
                    <a:pt x="456908" y="1595977"/>
                  </a:lnTo>
                  <a:lnTo>
                    <a:pt x="457035" y="1597017"/>
                  </a:lnTo>
                  <a:lnTo>
                    <a:pt x="457127" y="1598067"/>
                  </a:lnTo>
                  <a:lnTo>
                    <a:pt x="457181" y="159912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h90"/>
            <p:cNvSpPr/>
            <p:nvPr/>
          </p:nvSpPr>
          <p:spPr>
            <a:xfrm>
              <a:off x="615852" y="228367"/>
              <a:ext cx="511175" cy="1600200"/>
            </a:xfrm>
            <a:custGeom>
              <a:avLst/>
              <a:pathLst>
                <a:path w="511175" h="1600200">
                  <a:moveTo>
                    <a:pt x="457200" y="1600200"/>
                  </a:moveTo>
                  <a:lnTo>
                    <a:pt x="457200" y="1464766"/>
                  </a:lnTo>
                  <a:lnTo>
                    <a:pt x="511175" y="1464766"/>
                  </a:lnTo>
                  <a:lnTo>
                    <a:pt x="511175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ph91"/>
            <p:cNvSpPr/>
            <p:nvPr/>
          </p:nvSpPr>
          <p:spPr>
            <a:xfrm>
              <a:off x="690068" y="228367"/>
              <a:ext cx="511175" cy="1600200"/>
            </a:xfrm>
            <a:custGeom>
              <a:avLst/>
              <a:pathLst>
                <a:path w="511175" h="1600200">
                  <a:moveTo>
                    <a:pt x="457200" y="1600200"/>
                  </a:moveTo>
                  <a:lnTo>
                    <a:pt x="457200" y="1464766"/>
                  </a:lnTo>
                  <a:lnTo>
                    <a:pt x="511175" y="1464766"/>
                  </a:lnTo>
                  <a:lnTo>
                    <a:pt x="511175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h92"/>
            <p:cNvSpPr/>
            <p:nvPr/>
          </p:nvSpPr>
          <p:spPr>
            <a:xfrm>
              <a:off x="764283" y="228367"/>
              <a:ext cx="511175" cy="1600200"/>
            </a:xfrm>
            <a:custGeom>
              <a:avLst/>
              <a:pathLst>
                <a:path w="511175" h="1600200">
                  <a:moveTo>
                    <a:pt x="457200" y="1600200"/>
                  </a:moveTo>
                  <a:lnTo>
                    <a:pt x="457200" y="1464766"/>
                  </a:lnTo>
                  <a:lnTo>
                    <a:pt x="511175" y="1464766"/>
                  </a:lnTo>
                  <a:lnTo>
                    <a:pt x="511175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h93"/>
            <p:cNvSpPr/>
            <p:nvPr/>
          </p:nvSpPr>
          <p:spPr>
            <a:xfrm>
              <a:off x="838499" y="228367"/>
              <a:ext cx="511175" cy="1600200"/>
            </a:xfrm>
            <a:custGeom>
              <a:avLst/>
              <a:pathLst>
                <a:path w="511175" h="1600200">
                  <a:moveTo>
                    <a:pt x="457200" y="1600200"/>
                  </a:moveTo>
                  <a:lnTo>
                    <a:pt x="457200" y="1464766"/>
                  </a:lnTo>
                  <a:lnTo>
                    <a:pt x="511175" y="1464766"/>
                  </a:lnTo>
                  <a:lnTo>
                    <a:pt x="511175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ph94"/>
            <p:cNvSpPr/>
            <p:nvPr/>
          </p:nvSpPr>
          <p:spPr>
            <a:xfrm>
              <a:off x="912714" y="228367"/>
              <a:ext cx="511175" cy="1600200"/>
            </a:xfrm>
            <a:custGeom>
              <a:avLst/>
              <a:pathLst>
                <a:path w="511175" h="1600200">
                  <a:moveTo>
                    <a:pt x="457200" y="1600200"/>
                  </a:moveTo>
                  <a:lnTo>
                    <a:pt x="457200" y="1464766"/>
                  </a:lnTo>
                  <a:lnTo>
                    <a:pt x="511175" y="1464766"/>
                  </a:lnTo>
                  <a:lnTo>
                    <a:pt x="511175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h95"/>
            <p:cNvSpPr/>
            <p:nvPr/>
          </p:nvSpPr>
          <p:spPr>
            <a:xfrm>
              <a:off x="986930" y="228367"/>
              <a:ext cx="511175" cy="1600200"/>
            </a:xfrm>
            <a:custGeom>
              <a:avLst/>
              <a:pathLst>
                <a:path w="511175" h="1600200">
                  <a:moveTo>
                    <a:pt x="457200" y="1600200"/>
                  </a:moveTo>
                  <a:lnTo>
                    <a:pt x="457200" y="1464766"/>
                  </a:lnTo>
                  <a:lnTo>
                    <a:pt x="511175" y="1464766"/>
                  </a:lnTo>
                  <a:lnTo>
                    <a:pt x="511175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h96"/>
            <p:cNvSpPr/>
            <p:nvPr/>
          </p:nvSpPr>
          <p:spPr>
            <a:xfrm>
              <a:off x="1061146" y="228367"/>
              <a:ext cx="511175" cy="1600200"/>
            </a:xfrm>
            <a:custGeom>
              <a:avLst/>
              <a:pathLst>
                <a:path w="511175" h="1600200">
                  <a:moveTo>
                    <a:pt x="457200" y="1600200"/>
                  </a:moveTo>
                  <a:lnTo>
                    <a:pt x="457200" y="1464766"/>
                  </a:lnTo>
                  <a:lnTo>
                    <a:pt x="511175" y="1464766"/>
                  </a:lnTo>
                  <a:lnTo>
                    <a:pt x="511175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h97"/>
            <p:cNvSpPr/>
            <p:nvPr/>
          </p:nvSpPr>
          <p:spPr>
            <a:xfrm>
              <a:off x="1135361" y="228367"/>
              <a:ext cx="511174" cy="1600200"/>
            </a:xfrm>
            <a:custGeom>
              <a:avLst/>
              <a:pathLst>
                <a:path w="511174" h="1600200">
                  <a:moveTo>
                    <a:pt x="457200" y="1600200"/>
                  </a:moveTo>
                  <a:lnTo>
                    <a:pt x="457200" y="1464766"/>
                  </a:lnTo>
                  <a:lnTo>
                    <a:pt x="511174" y="1464766"/>
                  </a:lnTo>
                  <a:lnTo>
                    <a:pt x="511174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ph98"/>
            <p:cNvSpPr/>
            <p:nvPr/>
          </p:nvSpPr>
          <p:spPr>
            <a:xfrm>
              <a:off x="1209577" y="228367"/>
              <a:ext cx="511174" cy="1600200"/>
            </a:xfrm>
            <a:custGeom>
              <a:avLst/>
              <a:pathLst>
                <a:path w="511174" h="1600200">
                  <a:moveTo>
                    <a:pt x="457199" y="1600200"/>
                  </a:moveTo>
                  <a:lnTo>
                    <a:pt x="457199" y="1464766"/>
                  </a:lnTo>
                  <a:lnTo>
                    <a:pt x="511174" y="1464766"/>
                  </a:lnTo>
                  <a:lnTo>
                    <a:pt x="511174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h99"/>
            <p:cNvSpPr/>
            <p:nvPr/>
          </p:nvSpPr>
          <p:spPr>
            <a:xfrm>
              <a:off x="1283793" y="228367"/>
              <a:ext cx="511174" cy="1600200"/>
            </a:xfrm>
            <a:custGeom>
              <a:avLst/>
              <a:pathLst>
                <a:path w="511174" h="1600200">
                  <a:moveTo>
                    <a:pt x="457199" y="1600200"/>
                  </a:moveTo>
                  <a:lnTo>
                    <a:pt x="457199" y="1464766"/>
                  </a:lnTo>
                  <a:lnTo>
                    <a:pt x="511174" y="1464766"/>
                  </a:lnTo>
                  <a:lnTo>
                    <a:pt x="511174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h100"/>
            <p:cNvSpPr/>
            <p:nvPr/>
          </p:nvSpPr>
          <p:spPr>
            <a:xfrm>
              <a:off x="1358008" y="228367"/>
              <a:ext cx="511174" cy="1600200"/>
            </a:xfrm>
            <a:custGeom>
              <a:avLst/>
              <a:pathLst>
                <a:path w="511174" h="1600200">
                  <a:moveTo>
                    <a:pt x="457199" y="1600200"/>
                  </a:moveTo>
                  <a:lnTo>
                    <a:pt x="457199" y="1464766"/>
                  </a:lnTo>
                  <a:lnTo>
                    <a:pt x="511174" y="1464766"/>
                  </a:lnTo>
                  <a:lnTo>
                    <a:pt x="511174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h101"/>
            <p:cNvSpPr/>
            <p:nvPr/>
          </p:nvSpPr>
          <p:spPr>
            <a:xfrm>
              <a:off x="1432224" y="228367"/>
              <a:ext cx="511174" cy="1600200"/>
            </a:xfrm>
            <a:custGeom>
              <a:avLst/>
              <a:pathLst>
                <a:path w="511174" h="1600200">
                  <a:moveTo>
                    <a:pt x="457199" y="1600200"/>
                  </a:moveTo>
                  <a:lnTo>
                    <a:pt x="457199" y="1464766"/>
                  </a:lnTo>
                  <a:lnTo>
                    <a:pt x="511174" y="1464766"/>
                  </a:lnTo>
                  <a:lnTo>
                    <a:pt x="511174" y="1600200"/>
                  </a:lnTo>
                  <a:close/>
                  <a:moveTo>
                    <a:pt x="463946" y="1593453"/>
                  </a:moveTo>
                  <a:lnTo>
                    <a:pt x="504428" y="1593453"/>
                  </a:lnTo>
                  <a:lnTo>
                    <a:pt x="504428" y="1471513"/>
                  </a:lnTo>
                  <a:lnTo>
                    <a:pt x="463946" y="147151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h102"/>
            <p:cNvSpPr/>
            <p:nvPr/>
          </p:nvSpPr>
          <p:spPr>
            <a:xfrm>
              <a:off x="1595736" y="270535"/>
              <a:ext cx="485080" cy="1600200"/>
            </a:xfrm>
            <a:custGeom>
              <a:avLst/>
              <a:pathLst>
                <a:path w="485080" h="1600200">
                  <a:moveTo>
                    <a:pt x="457199" y="1600200"/>
                  </a:moveTo>
                  <a:lnTo>
                    <a:pt x="455692" y="1597998"/>
                  </a:lnTo>
                  <a:lnTo>
                    <a:pt x="454227" y="1595798"/>
                  </a:lnTo>
                  <a:lnTo>
                    <a:pt x="452803" y="1593600"/>
                  </a:lnTo>
                  <a:lnTo>
                    <a:pt x="451421" y="1591405"/>
                  </a:lnTo>
                  <a:lnTo>
                    <a:pt x="450081" y="1589211"/>
                  </a:lnTo>
                  <a:lnTo>
                    <a:pt x="448782" y="1587019"/>
                  </a:lnTo>
                  <a:lnTo>
                    <a:pt x="447525" y="1584830"/>
                  </a:lnTo>
                  <a:lnTo>
                    <a:pt x="446309" y="1582642"/>
                  </a:lnTo>
                  <a:lnTo>
                    <a:pt x="445135" y="1580456"/>
                  </a:lnTo>
                  <a:lnTo>
                    <a:pt x="444003" y="1578272"/>
                  </a:lnTo>
                  <a:lnTo>
                    <a:pt x="442911" y="1576083"/>
                  </a:lnTo>
                  <a:lnTo>
                    <a:pt x="441856" y="1573883"/>
                  </a:lnTo>
                  <a:lnTo>
                    <a:pt x="440839" y="1571670"/>
                  </a:lnTo>
                  <a:lnTo>
                    <a:pt x="439860" y="1569446"/>
                  </a:lnTo>
                  <a:lnTo>
                    <a:pt x="438918" y="1567209"/>
                  </a:lnTo>
                  <a:lnTo>
                    <a:pt x="438015" y="1564961"/>
                  </a:lnTo>
                  <a:lnTo>
                    <a:pt x="437148" y="1562701"/>
                  </a:lnTo>
                  <a:lnTo>
                    <a:pt x="436320" y="1560429"/>
                  </a:lnTo>
                  <a:lnTo>
                    <a:pt x="435529" y="1558145"/>
                  </a:lnTo>
                  <a:lnTo>
                    <a:pt x="434776" y="1555849"/>
                  </a:lnTo>
                  <a:lnTo>
                    <a:pt x="434080" y="1553538"/>
                  </a:lnTo>
                  <a:lnTo>
                    <a:pt x="433419" y="1551209"/>
                  </a:lnTo>
                  <a:lnTo>
                    <a:pt x="432794" y="1548863"/>
                  </a:lnTo>
                  <a:lnTo>
                    <a:pt x="432204" y="1546498"/>
                  </a:lnTo>
                  <a:lnTo>
                    <a:pt x="431651" y="1544116"/>
                  </a:lnTo>
                  <a:lnTo>
                    <a:pt x="431133" y="1541716"/>
                  </a:lnTo>
                  <a:lnTo>
                    <a:pt x="430651" y="1539298"/>
                  </a:lnTo>
                  <a:lnTo>
                    <a:pt x="430204" y="1536862"/>
                  </a:lnTo>
                  <a:lnTo>
                    <a:pt x="429793" y="1534409"/>
                  </a:lnTo>
                  <a:lnTo>
                    <a:pt x="429418" y="1531937"/>
                  </a:lnTo>
                  <a:lnTo>
                    <a:pt x="429098" y="1529421"/>
                  </a:lnTo>
                  <a:lnTo>
                    <a:pt x="428811" y="1526873"/>
                  </a:lnTo>
                  <a:lnTo>
                    <a:pt x="428558" y="1524293"/>
                  </a:lnTo>
                  <a:lnTo>
                    <a:pt x="428339" y="1521682"/>
                  </a:lnTo>
                  <a:lnTo>
                    <a:pt x="428153" y="1519039"/>
                  </a:lnTo>
                  <a:lnTo>
                    <a:pt x="428001" y="1516364"/>
                  </a:lnTo>
                  <a:lnTo>
                    <a:pt x="427883" y="1513657"/>
                  </a:lnTo>
                  <a:lnTo>
                    <a:pt x="427799" y="1510919"/>
                  </a:lnTo>
                  <a:lnTo>
                    <a:pt x="427748" y="1508148"/>
                  </a:lnTo>
                  <a:lnTo>
                    <a:pt x="427732" y="1505346"/>
                  </a:lnTo>
                  <a:lnTo>
                    <a:pt x="427748" y="1502528"/>
                  </a:lnTo>
                  <a:lnTo>
                    <a:pt x="427799" y="1499746"/>
                  </a:lnTo>
                  <a:lnTo>
                    <a:pt x="427883" y="1497003"/>
                  </a:lnTo>
                  <a:lnTo>
                    <a:pt x="428001" y="1494297"/>
                  </a:lnTo>
                  <a:lnTo>
                    <a:pt x="428153" y="1491629"/>
                  </a:lnTo>
                  <a:lnTo>
                    <a:pt x="428339" y="1488999"/>
                  </a:lnTo>
                  <a:lnTo>
                    <a:pt x="428558" y="1486407"/>
                  </a:lnTo>
                  <a:lnTo>
                    <a:pt x="428811" y="1483852"/>
                  </a:lnTo>
                  <a:lnTo>
                    <a:pt x="429098" y="1481334"/>
                  </a:lnTo>
                  <a:lnTo>
                    <a:pt x="429418" y="1478855"/>
                  </a:lnTo>
                  <a:lnTo>
                    <a:pt x="429793" y="1476384"/>
                  </a:lnTo>
                  <a:lnTo>
                    <a:pt x="430204" y="1473934"/>
                  </a:lnTo>
                  <a:lnTo>
                    <a:pt x="430651" y="1471503"/>
                  </a:lnTo>
                  <a:lnTo>
                    <a:pt x="431133" y="1469092"/>
                  </a:lnTo>
                  <a:lnTo>
                    <a:pt x="431651" y="1466701"/>
                  </a:lnTo>
                  <a:lnTo>
                    <a:pt x="432204" y="1464329"/>
                  </a:lnTo>
                  <a:lnTo>
                    <a:pt x="432794" y="1461978"/>
                  </a:lnTo>
                  <a:lnTo>
                    <a:pt x="433419" y="1459646"/>
                  </a:lnTo>
                  <a:lnTo>
                    <a:pt x="434080" y="1457334"/>
                  </a:lnTo>
                  <a:lnTo>
                    <a:pt x="434776" y="1455042"/>
                  </a:lnTo>
                  <a:lnTo>
                    <a:pt x="435529" y="1452748"/>
                  </a:lnTo>
                  <a:lnTo>
                    <a:pt x="436320" y="1450467"/>
                  </a:lnTo>
                  <a:lnTo>
                    <a:pt x="437148" y="1448199"/>
                  </a:lnTo>
                  <a:lnTo>
                    <a:pt x="438015" y="1445946"/>
                  </a:lnTo>
                  <a:lnTo>
                    <a:pt x="438918" y="1443707"/>
                  </a:lnTo>
                  <a:lnTo>
                    <a:pt x="439860" y="1441481"/>
                  </a:lnTo>
                  <a:lnTo>
                    <a:pt x="440839" y="1439270"/>
                  </a:lnTo>
                  <a:lnTo>
                    <a:pt x="441856" y="1437072"/>
                  </a:lnTo>
                  <a:lnTo>
                    <a:pt x="442911" y="1434888"/>
                  </a:lnTo>
                  <a:lnTo>
                    <a:pt x="444003" y="1432718"/>
                  </a:lnTo>
                  <a:lnTo>
                    <a:pt x="445135" y="1430534"/>
                  </a:lnTo>
                  <a:lnTo>
                    <a:pt x="446309" y="1428349"/>
                  </a:lnTo>
                  <a:lnTo>
                    <a:pt x="447525" y="1426161"/>
                  </a:lnTo>
                  <a:lnTo>
                    <a:pt x="448782" y="1423971"/>
                  </a:lnTo>
                  <a:lnTo>
                    <a:pt x="450081" y="1421779"/>
                  </a:lnTo>
                  <a:lnTo>
                    <a:pt x="451421" y="1419586"/>
                  </a:lnTo>
                  <a:lnTo>
                    <a:pt x="452803" y="1417390"/>
                  </a:lnTo>
                  <a:lnTo>
                    <a:pt x="454227" y="1415192"/>
                  </a:lnTo>
                  <a:lnTo>
                    <a:pt x="455692" y="1412993"/>
                  </a:lnTo>
                  <a:lnTo>
                    <a:pt x="457199" y="1410791"/>
                  </a:lnTo>
                  <a:lnTo>
                    <a:pt x="485080" y="1410791"/>
                  </a:lnTo>
                  <a:lnTo>
                    <a:pt x="483515" y="1413090"/>
                  </a:lnTo>
                  <a:lnTo>
                    <a:pt x="481996" y="1415383"/>
                  </a:lnTo>
                  <a:lnTo>
                    <a:pt x="480523" y="1417670"/>
                  </a:lnTo>
                  <a:lnTo>
                    <a:pt x="479095" y="1419951"/>
                  </a:lnTo>
                  <a:lnTo>
                    <a:pt x="477713" y="1422226"/>
                  </a:lnTo>
                  <a:lnTo>
                    <a:pt x="476377" y="1424495"/>
                  </a:lnTo>
                  <a:lnTo>
                    <a:pt x="475086" y="1426758"/>
                  </a:lnTo>
                  <a:lnTo>
                    <a:pt x="473840" y="1429015"/>
                  </a:lnTo>
                  <a:lnTo>
                    <a:pt x="472641" y="1431267"/>
                  </a:lnTo>
                  <a:lnTo>
                    <a:pt x="471487" y="1433512"/>
                  </a:lnTo>
                  <a:lnTo>
                    <a:pt x="470376" y="1435757"/>
                  </a:lnTo>
                  <a:lnTo>
                    <a:pt x="469304" y="1438009"/>
                  </a:lnTo>
                  <a:lnTo>
                    <a:pt x="468272" y="1440266"/>
                  </a:lnTo>
                  <a:lnTo>
                    <a:pt x="467280" y="1442529"/>
                  </a:lnTo>
                  <a:lnTo>
                    <a:pt x="466328" y="1444798"/>
                  </a:lnTo>
                  <a:lnTo>
                    <a:pt x="465415" y="1447073"/>
                  </a:lnTo>
                  <a:lnTo>
                    <a:pt x="464542" y="1449354"/>
                  </a:lnTo>
                  <a:lnTo>
                    <a:pt x="463708" y="1451641"/>
                  </a:lnTo>
                  <a:lnTo>
                    <a:pt x="462915" y="1453934"/>
                  </a:lnTo>
                  <a:lnTo>
                    <a:pt x="462160" y="1456233"/>
                  </a:lnTo>
                  <a:lnTo>
                    <a:pt x="461465" y="1458542"/>
                  </a:lnTo>
                  <a:lnTo>
                    <a:pt x="460807" y="1460865"/>
                  </a:lnTo>
                  <a:lnTo>
                    <a:pt x="460187" y="1463201"/>
                  </a:lnTo>
                  <a:lnTo>
                    <a:pt x="459605" y="1465552"/>
                  </a:lnTo>
                  <a:lnTo>
                    <a:pt x="459060" y="1467916"/>
                  </a:lnTo>
                  <a:lnTo>
                    <a:pt x="458553" y="1470294"/>
                  </a:lnTo>
                  <a:lnTo>
                    <a:pt x="458084" y="1472687"/>
                  </a:lnTo>
                  <a:lnTo>
                    <a:pt x="457652" y="1475093"/>
                  </a:lnTo>
                  <a:lnTo>
                    <a:pt x="457258" y="1477513"/>
                  </a:lnTo>
                  <a:lnTo>
                    <a:pt x="456902" y="1479946"/>
                  </a:lnTo>
                  <a:lnTo>
                    <a:pt x="456581" y="1482380"/>
                  </a:lnTo>
                  <a:lnTo>
                    <a:pt x="456295" y="1484840"/>
                  </a:lnTo>
                  <a:lnTo>
                    <a:pt x="456042" y="1487325"/>
                  </a:lnTo>
                  <a:lnTo>
                    <a:pt x="455822" y="1489837"/>
                  </a:lnTo>
                  <a:lnTo>
                    <a:pt x="455637" y="1492374"/>
                  </a:lnTo>
                  <a:lnTo>
                    <a:pt x="455485" y="1494936"/>
                  </a:lnTo>
                  <a:lnTo>
                    <a:pt x="455367" y="1497525"/>
                  </a:lnTo>
                  <a:lnTo>
                    <a:pt x="455283" y="1500139"/>
                  </a:lnTo>
                  <a:lnTo>
                    <a:pt x="455232" y="1502780"/>
                  </a:lnTo>
                  <a:lnTo>
                    <a:pt x="455215" y="1505446"/>
                  </a:lnTo>
                  <a:lnTo>
                    <a:pt x="455232" y="1508131"/>
                  </a:lnTo>
                  <a:lnTo>
                    <a:pt x="455283" y="1510792"/>
                  </a:lnTo>
                  <a:lnTo>
                    <a:pt x="455367" y="1513426"/>
                  </a:lnTo>
                  <a:lnTo>
                    <a:pt x="455485" y="1516034"/>
                  </a:lnTo>
                  <a:lnTo>
                    <a:pt x="455637" y="1518617"/>
                  </a:lnTo>
                  <a:lnTo>
                    <a:pt x="455822" y="1521174"/>
                  </a:lnTo>
                  <a:lnTo>
                    <a:pt x="456042" y="1523705"/>
                  </a:lnTo>
                  <a:lnTo>
                    <a:pt x="456295" y="1526210"/>
                  </a:lnTo>
                  <a:lnTo>
                    <a:pt x="456581" y="1528690"/>
                  </a:lnTo>
                  <a:lnTo>
                    <a:pt x="456902" y="1531143"/>
                  </a:lnTo>
                  <a:lnTo>
                    <a:pt x="457258" y="1533558"/>
                  </a:lnTo>
                  <a:lnTo>
                    <a:pt x="457652" y="1535961"/>
                  </a:lnTo>
                  <a:lnTo>
                    <a:pt x="458084" y="1538352"/>
                  </a:lnTo>
                  <a:lnTo>
                    <a:pt x="458553" y="1540732"/>
                  </a:lnTo>
                  <a:lnTo>
                    <a:pt x="459060" y="1543099"/>
                  </a:lnTo>
                  <a:lnTo>
                    <a:pt x="459605" y="1545455"/>
                  </a:lnTo>
                  <a:lnTo>
                    <a:pt x="460187" y="1547798"/>
                  </a:lnTo>
                  <a:lnTo>
                    <a:pt x="460807" y="1550130"/>
                  </a:lnTo>
                  <a:lnTo>
                    <a:pt x="461465" y="1552449"/>
                  </a:lnTo>
                  <a:lnTo>
                    <a:pt x="462160" y="1554757"/>
                  </a:lnTo>
                  <a:lnTo>
                    <a:pt x="462915" y="1557055"/>
                  </a:lnTo>
                  <a:lnTo>
                    <a:pt x="463708" y="1559345"/>
                  </a:lnTo>
                  <a:lnTo>
                    <a:pt x="464542" y="1561627"/>
                  </a:lnTo>
                  <a:lnTo>
                    <a:pt x="465415" y="1563901"/>
                  </a:lnTo>
                  <a:lnTo>
                    <a:pt x="466328" y="1566167"/>
                  </a:lnTo>
                  <a:lnTo>
                    <a:pt x="467280" y="1568426"/>
                  </a:lnTo>
                  <a:lnTo>
                    <a:pt x="468272" y="1570676"/>
                  </a:lnTo>
                  <a:lnTo>
                    <a:pt x="469304" y="1572918"/>
                  </a:lnTo>
                  <a:lnTo>
                    <a:pt x="470376" y="1575153"/>
                  </a:lnTo>
                  <a:lnTo>
                    <a:pt x="471487" y="1577379"/>
                  </a:lnTo>
                  <a:lnTo>
                    <a:pt x="472641" y="1579626"/>
                  </a:lnTo>
                  <a:lnTo>
                    <a:pt x="473840" y="1581880"/>
                  </a:lnTo>
                  <a:lnTo>
                    <a:pt x="475086" y="1584142"/>
                  </a:lnTo>
                  <a:lnTo>
                    <a:pt x="476377" y="1586412"/>
                  </a:lnTo>
                  <a:lnTo>
                    <a:pt x="477713" y="1588690"/>
                  </a:lnTo>
                  <a:lnTo>
                    <a:pt x="479095" y="1590976"/>
                  </a:lnTo>
                  <a:lnTo>
                    <a:pt x="480523" y="1593270"/>
                  </a:lnTo>
                  <a:lnTo>
                    <a:pt x="481996" y="1595572"/>
                  </a:lnTo>
                  <a:lnTo>
                    <a:pt x="483515" y="1597882"/>
                  </a:lnTo>
                  <a:lnTo>
                    <a:pt x="485080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ph103"/>
            <p:cNvSpPr/>
            <p:nvPr/>
          </p:nvSpPr>
          <p:spPr>
            <a:xfrm>
              <a:off x="1773338" y="157822"/>
              <a:ext cx="457200" cy="1672728"/>
            </a:xfrm>
            <a:custGeom>
              <a:avLst/>
              <a:pathLst>
                <a:path w="457200" h="1672728">
                  <a:moveTo>
                    <a:pt x="457200" y="1600200"/>
                  </a:moveTo>
                  <a:lnTo>
                    <a:pt x="457151" y="1603444"/>
                  </a:lnTo>
                  <a:lnTo>
                    <a:pt x="457005" y="1606629"/>
                  </a:lnTo>
                  <a:lnTo>
                    <a:pt x="456762" y="1609754"/>
                  </a:lnTo>
                  <a:lnTo>
                    <a:pt x="456422" y="1612820"/>
                  </a:lnTo>
                  <a:lnTo>
                    <a:pt x="455984" y="1615826"/>
                  </a:lnTo>
                  <a:lnTo>
                    <a:pt x="455449" y="1618773"/>
                  </a:lnTo>
                  <a:lnTo>
                    <a:pt x="454817" y="1621661"/>
                  </a:lnTo>
                  <a:lnTo>
                    <a:pt x="454088" y="1624488"/>
                  </a:lnTo>
                  <a:lnTo>
                    <a:pt x="453262" y="1627256"/>
                  </a:lnTo>
                  <a:lnTo>
                    <a:pt x="452338" y="1629965"/>
                  </a:lnTo>
                  <a:lnTo>
                    <a:pt x="451323" y="1632605"/>
                  </a:lnTo>
                  <a:lnTo>
                    <a:pt x="450222" y="1635168"/>
                  </a:lnTo>
                  <a:lnTo>
                    <a:pt x="449037" y="1637654"/>
                  </a:lnTo>
                  <a:lnTo>
                    <a:pt x="447766" y="1640062"/>
                  </a:lnTo>
                  <a:lnTo>
                    <a:pt x="446409" y="1642392"/>
                  </a:lnTo>
                  <a:lnTo>
                    <a:pt x="444968" y="1644646"/>
                  </a:lnTo>
                  <a:lnTo>
                    <a:pt x="443441" y="1646821"/>
                  </a:lnTo>
                  <a:lnTo>
                    <a:pt x="441829" y="1648920"/>
                  </a:lnTo>
                  <a:lnTo>
                    <a:pt x="440131" y="1650941"/>
                  </a:lnTo>
                  <a:lnTo>
                    <a:pt x="438348" y="1652885"/>
                  </a:lnTo>
                  <a:lnTo>
                    <a:pt x="436482" y="1654746"/>
                  </a:lnTo>
                  <a:lnTo>
                    <a:pt x="434534" y="1656520"/>
                  </a:lnTo>
                  <a:lnTo>
                    <a:pt x="432505" y="1658207"/>
                  </a:lnTo>
                  <a:lnTo>
                    <a:pt x="430395" y="1659806"/>
                  </a:lnTo>
                  <a:lnTo>
                    <a:pt x="428203" y="1661318"/>
                  </a:lnTo>
                  <a:lnTo>
                    <a:pt x="425930" y="1662743"/>
                  </a:lnTo>
                  <a:lnTo>
                    <a:pt x="423575" y="1664081"/>
                  </a:lnTo>
                  <a:lnTo>
                    <a:pt x="421139" y="1665331"/>
                  </a:lnTo>
                  <a:lnTo>
                    <a:pt x="418622" y="1666494"/>
                  </a:lnTo>
                  <a:lnTo>
                    <a:pt x="416024" y="1667569"/>
                  </a:lnTo>
                  <a:lnTo>
                    <a:pt x="413370" y="1668549"/>
                  </a:lnTo>
                  <a:lnTo>
                    <a:pt x="410646" y="1669426"/>
                  </a:lnTo>
                  <a:lnTo>
                    <a:pt x="407853" y="1670200"/>
                  </a:lnTo>
                  <a:lnTo>
                    <a:pt x="404991" y="1670871"/>
                  </a:lnTo>
                  <a:lnTo>
                    <a:pt x="402059" y="1671439"/>
                  </a:lnTo>
                  <a:lnTo>
                    <a:pt x="399057" y="1671903"/>
                  </a:lnTo>
                  <a:lnTo>
                    <a:pt x="395986" y="1672264"/>
                  </a:lnTo>
                  <a:lnTo>
                    <a:pt x="392846" y="1672522"/>
                  </a:lnTo>
                  <a:lnTo>
                    <a:pt x="389636" y="1672677"/>
                  </a:lnTo>
                  <a:lnTo>
                    <a:pt x="386357" y="1672728"/>
                  </a:lnTo>
                  <a:lnTo>
                    <a:pt x="382889" y="1672675"/>
                  </a:lnTo>
                  <a:lnTo>
                    <a:pt x="379507" y="1672514"/>
                  </a:lnTo>
                  <a:lnTo>
                    <a:pt x="376213" y="1672246"/>
                  </a:lnTo>
                  <a:lnTo>
                    <a:pt x="373006" y="1671871"/>
                  </a:lnTo>
                  <a:lnTo>
                    <a:pt x="369887" y="1671389"/>
                  </a:lnTo>
                  <a:lnTo>
                    <a:pt x="366855" y="1670800"/>
                  </a:lnTo>
                  <a:lnTo>
                    <a:pt x="363910" y="1670103"/>
                  </a:lnTo>
                  <a:lnTo>
                    <a:pt x="361053" y="1669299"/>
                  </a:lnTo>
                  <a:lnTo>
                    <a:pt x="358282" y="1668389"/>
                  </a:lnTo>
                  <a:lnTo>
                    <a:pt x="355600" y="1667371"/>
                  </a:lnTo>
                  <a:lnTo>
                    <a:pt x="353023" y="1666238"/>
                  </a:lnTo>
                  <a:lnTo>
                    <a:pt x="350531" y="1665021"/>
                  </a:lnTo>
                  <a:lnTo>
                    <a:pt x="348125" y="1663721"/>
                  </a:lnTo>
                  <a:lnTo>
                    <a:pt x="345805" y="1662338"/>
                  </a:lnTo>
                  <a:lnTo>
                    <a:pt x="343569" y="1660872"/>
                  </a:lnTo>
                  <a:lnTo>
                    <a:pt x="341419" y="1659322"/>
                  </a:lnTo>
                  <a:lnTo>
                    <a:pt x="339354" y="1657689"/>
                  </a:lnTo>
                  <a:lnTo>
                    <a:pt x="337375" y="1655972"/>
                  </a:lnTo>
                  <a:lnTo>
                    <a:pt x="335481" y="1654173"/>
                  </a:lnTo>
                  <a:lnTo>
                    <a:pt x="333672" y="1652289"/>
                  </a:lnTo>
                  <a:lnTo>
                    <a:pt x="331950" y="1650309"/>
                  </a:lnTo>
                  <a:lnTo>
                    <a:pt x="330315" y="1648257"/>
                  </a:lnTo>
                  <a:lnTo>
                    <a:pt x="328767" y="1646134"/>
                  </a:lnTo>
                  <a:lnTo>
                    <a:pt x="327306" y="1643939"/>
                  </a:lnTo>
                  <a:lnTo>
                    <a:pt x="325933" y="1641673"/>
                  </a:lnTo>
                  <a:lnTo>
                    <a:pt x="324647" y="1639335"/>
                  </a:lnTo>
                  <a:lnTo>
                    <a:pt x="323449" y="1636926"/>
                  </a:lnTo>
                  <a:lnTo>
                    <a:pt x="322337" y="1634446"/>
                  </a:lnTo>
                  <a:lnTo>
                    <a:pt x="321313" y="1631894"/>
                  </a:lnTo>
                  <a:lnTo>
                    <a:pt x="320377" y="1629271"/>
                  </a:lnTo>
                  <a:lnTo>
                    <a:pt x="319547" y="1626587"/>
                  </a:lnTo>
                  <a:lnTo>
                    <a:pt x="318805" y="1623853"/>
                  </a:lnTo>
                  <a:lnTo>
                    <a:pt x="318150" y="1621070"/>
                  </a:lnTo>
                  <a:lnTo>
                    <a:pt x="317583" y="1618237"/>
                  </a:lnTo>
                  <a:lnTo>
                    <a:pt x="317103" y="1615355"/>
                  </a:lnTo>
                  <a:lnTo>
                    <a:pt x="316710" y="1612423"/>
                  </a:lnTo>
                  <a:lnTo>
                    <a:pt x="316404" y="1609442"/>
                  </a:lnTo>
                  <a:lnTo>
                    <a:pt x="316186" y="1606411"/>
                  </a:lnTo>
                  <a:lnTo>
                    <a:pt x="316055" y="1603330"/>
                  </a:lnTo>
                  <a:lnTo>
                    <a:pt x="316011" y="1600200"/>
                  </a:lnTo>
                  <a:lnTo>
                    <a:pt x="316057" y="1596957"/>
                  </a:lnTo>
                  <a:lnTo>
                    <a:pt x="316194" y="1593778"/>
                  </a:lnTo>
                  <a:lnTo>
                    <a:pt x="316422" y="1590663"/>
                  </a:lnTo>
                  <a:lnTo>
                    <a:pt x="316741" y="1587611"/>
                  </a:lnTo>
                  <a:lnTo>
                    <a:pt x="317152" y="1584622"/>
                  </a:lnTo>
                  <a:lnTo>
                    <a:pt x="317654" y="1581697"/>
                  </a:lnTo>
                  <a:lnTo>
                    <a:pt x="318248" y="1578836"/>
                  </a:lnTo>
                  <a:lnTo>
                    <a:pt x="318932" y="1576038"/>
                  </a:lnTo>
                  <a:lnTo>
                    <a:pt x="319708" y="1573303"/>
                  </a:lnTo>
                  <a:lnTo>
                    <a:pt x="320575" y="1570632"/>
                  </a:lnTo>
                  <a:lnTo>
                    <a:pt x="321551" y="1568033"/>
                  </a:lnTo>
                  <a:lnTo>
                    <a:pt x="322611" y="1565513"/>
                  </a:lnTo>
                  <a:lnTo>
                    <a:pt x="323757" y="1563072"/>
                  </a:lnTo>
                  <a:lnTo>
                    <a:pt x="324989" y="1560710"/>
                  </a:lnTo>
                  <a:lnTo>
                    <a:pt x="326305" y="1558428"/>
                  </a:lnTo>
                  <a:lnTo>
                    <a:pt x="327707" y="1556226"/>
                  </a:lnTo>
                  <a:lnTo>
                    <a:pt x="329194" y="1554102"/>
                  </a:lnTo>
                  <a:lnTo>
                    <a:pt x="330767" y="1552059"/>
                  </a:lnTo>
                  <a:lnTo>
                    <a:pt x="332425" y="1550094"/>
                  </a:lnTo>
                  <a:lnTo>
                    <a:pt x="334168" y="1548209"/>
                  </a:lnTo>
                  <a:lnTo>
                    <a:pt x="336015" y="1546387"/>
                  </a:lnTo>
                  <a:lnTo>
                    <a:pt x="337943" y="1544653"/>
                  </a:lnTo>
                  <a:lnTo>
                    <a:pt x="339952" y="1543006"/>
                  </a:lnTo>
                  <a:lnTo>
                    <a:pt x="342042" y="1541446"/>
                  </a:lnTo>
                  <a:lnTo>
                    <a:pt x="344214" y="1539974"/>
                  </a:lnTo>
                  <a:lnTo>
                    <a:pt x="346467" y="1538589"/>
                  </a:lnTo>
                  <a:lnTo>
                    <a:pt x="348802" y="1537291"/>
                  </a:lnTo>
                  <a:lnTo>
                    <a:pt x="351218" y="1536080"/>
                  </a:lnTo>
                  <a:lnTo>
                    <a:pt x="353715" y="1534957"/>
                  </a:lnTo>
                  <a:lnTo>
                    <a:pt x="356294" y="1533921"/>
                  </a:lnTo>
                  <a:lnTo>
                    <a:pt x="358972" y="1532960"/>
                  </a:lnTo>
                  <a:lnTo>
                    <a:pt x="361727" y="1532100"/>
                  </a:lnTo>
                  <a:lnTo>
                    <a:pt x="364560" y="1531341"/>
                  </a:lnTo>
                  <a:lnTo>
                    <a:pt x="367470" y="1530683"/>
                  </a:lnTo>
                  <a:lnTo>
                    <a:pt x="370458" y="1530126"/>
                  </a:lnTo>
                  <a:lnTo>
                    <a:pt x="373522" y="1529671"/>
                  </a:lnTo>
                  <a:lnTo>
                    <a:pt x="376665" y="1529317"/>
                  </a:lnTo>
                  <a:lnTo>
                    <a:pt x="379884" y="1529064"/>
                  </a:lnTo>
                  <a:lnTo>
                    <a:pt x="383181" y="1528912"/>
                  </a:lnTo>
                  <a:lnTo>
                    <a:pt x="386556" y="1528861"/>
                  </a:lnTo>
                  <a:lnTo>
                    <a:pt x="389929" y="1528912"/>
                  </a:lnTo>
                  <a:lnTo>
                    <a:pt x="393223" y="1529064"/>
                  </a:lnTo>
                  <a:lnTo>
                    <a:pt x="396438" y="1529317"/>
                  </a:lnTo>
                  <a:lnTo>
                    <a:pt x="399573" y="1529671"/>
                  </a:lnTo>
                  <a:lnTo>
                    <a:pt x="402629" y="1530126"/>
                  </a:lnTo>
                  <a:lnTo>
                    <a:pt x="405606" y="1530683"/>
                  </a:lnTo>
                  <a:lnTo>
                    <a:pt x="408503" y="1531341"/>
                  </a:lnTo>
                  <a:lnTo>
                    <a:pt x="411321" y="1532100"/>
                  </a:lnTo>
                  <a:lnTo>
                    <a:pt x="414059" y="1532960"/>
                  </a:lnTo>
                  <a:lnTo>
                    <a:pt x="416718" y="1533921"/>
                  </a:lnTo>
                  <a:lnTo>
                    <a:pt x="419315" y="1534976"/>
                  </a:lnTo>
                  <a:lnTo>
                    <a:pt x="421826" y="1536116"/>
                  </a:lnTo>
                  <a:lnTo>
                    <a:pt x="424252" y="1537341"/>
                  </a:lnTo>
                  <a:lnTo>
                    <a:pt x="426593" y="1538652"/>
                  </a:lnTo>
                  <a:lnTo>
                    <a:pt x="428848" y="1540048"/>
                  </a:lnTo>
                  <a:lnTo>
                    <a:pt x="431018" y="1541529"/>
                  </a:lnTo>
                  <a:lnTo>
                    <a:pt x="433102" y="1543096"/>
                  </a:lnTo>
                  <a:lnTo>
                    <a:pt x="435102" y="1544748"/>
                  </a:lnTo>
                  <a:lnTo>
                    <a:pt x="437015" y="1546485"/>
                  </a:lnTo>
                  <a:lnTo>
                    <a:pt x="438844" y="1548308"/>
                  </a:lnTo>
                  <a:lnTo>
                    <a:pt x="440606" y="1550212"/>
                  </a:lnTo>
                  <a:lnTo>
                    <a:pt x="442281" y="1552194"/>
                  </a:lnTo>
                  <a:lnTo>
                    <a:pt x="443868" y="1554252"/>
                  </a:lnTo>
                  <a:lnTo>
                    <a:pt x="445369" y="1556388"/>
                  </a:lnTo>
                  <a:lnTo>
                    <a:pt x="446782" y="1558602"/>
                  </a:lnTo>
                  <a:lnTo>
                    <a:pt x="448107" y="1560893"/>
                  </a:lnTo>
                  <a:lnTo>
                    <a:pt x="449345" y="1563261"/>
                  </a:lnTo>
                  <a:lnTo>
                    <a:pt x="450496" y="1565707"/>
                  </a:lnTo>
                  <a:lnTo>
                    <a:pt x="451560" y="1568230"/>
                  </a:lnTo>
                  <a:lnTo>
                    <a:pt x="452536" y="1570831"/>
                  </a:lnTo>
                  <a:lnTo>
                    <a:pt x="453422" y="1573482"/>
                  </a:lnTo>
                  <a:lnTo>
                    <a:pt x="454215" y="1576197"/>
                  </a:lnTo>
                  <a:lnTo>
                    <a:pt x="454914" y="1578975"/>
                  </a:lnTo>
                  <a:lnTo>
                    <a:pt x="455521" y="1581816"/>
                  </a:lnTo>
                  <a:lnTo>
                    <a:pt x="456034" y="1584721"/>
                  </a:lnTo>
                  <a:lnTo>
                    <a:pt x="456453" y="1587690"/>
                  </a:lnTo>
                  <a:lnTo>
                    <a:pt x="456780" y="1590722"/>
                  </a:lnTo>
                  <a:lnTo>
                    <a:pt x="457013" y="1593818"/>
                  </a:lnTo>
                  <a:lnTo>
                    <a:pt x="457153" y="1596977"/>
                  </a:lnTo>
                  <a:close/>
                  <a:moveTo>
                    <a:pt x="427335" y="1600200"/>
                  </a:moveTo>
                  <a:lnTo>
                    <a:pt x="427308" y="1598019"/>
                  </a:lnTo>
                  <a:lnTo>
                    <a:pt x="427228" y="1595882"/>
                  </a:lnTo>
                  <a:lnTo>
                    <a:pt x="427094" y="1593788"/>
                  </a:lnTo>
                  <a:lnTo>
                    <a:pt x="426906" y="1591738"/>
                  </a:lnTo>
                  <a:lnTo>
                    <a:pt x="426665" y="1589732"/>
                  </a:lnTo>
                  <a:lnTo>
                    <a:pt x="426370" y="1587769"/>
                  </a:lnTo>
                  <a:lnTo>
                    <a:pt x="426022" y="1585850"/>
                  </a:lnTo>
                  <a:lnTo>
                    <a:pt x="425620" y="1583975"/>
                  </a:lnTo>
                  <a:lnTo>
                    <a:pt x="425165" y="1582144"/>
                  </a:lnTo>
                  <a:lnTo>
                    <a:pt x="424656" y="1580356"/>
                  </a:lnTo>
                  <a:lnTo>
                    <a:pt x="424114" y="1578596"/>
                  </a:lnTo>
                  <a:lnTo>
                    <a:pt x="423521" y="1576887"/>
                  </a:lnTo>
                  <a:lnTo>
                    <a:pt x="422876" y="1575230"/>
                  </a:lnTo>
                  <a:lnTo>
                    <a:pt x="422179" y="1573625"/>
                  </a:lnTo>
                  <a:lnTo>
                    <a:pt x="421431" y="1572071"/>
                  </a:lnTo>
                  <a:lnTo>
                    <a:pt x="420631" y="1570569"/>
                  </a:lnTo>
                  <a:lnTo>
                    <a:pt x="419780" y="1569118"/>
                  </a:lnTo>
                  <a:lnTo>
                    <a:pt x="418877" y="1567719"/>
                  </a:lnTo>
                  <a:lnTo>
                    <a:pt x="417923" y="1566372"/>
                  </a:lnTo>
                  <a:lnTo>
                    <a:pt x="416917" y="1565076"/>
                  </a:lnTo>
                  <a:lnTo>
                    <a:pt x="415860" y="1563836"/>
                  </a:lnTo>
                  <a:lnTo>
                    <a:pt x="414754" y="1562655"/>
                  </a:lnTo>
                  <a:lnTo>
                    <a:pt x="413598" y="1561534"/>
                  </a:lnTo>
                  <a:lnTo>
                    <a:pt x="412392" y="1560472"/>
                  </a:lnTo>
                  <a:lnTo>
                    <a:pt x="411137" y="1559470"/>
                  </a:lnTo>
                  <a:lnTo>
                    <a:pt x="409832" y="1558528"/>
                  </a:lnTo>
                  <a:lnTo>
                    <a:pt x="408478" y="1557645"/>
                  </a:lnTo>
                  <a:lnTo>
                    <a:pt x="407074" y="1556821"/>
                  </a:lnTo>
                  <a:lnTo>
                    <a:pt x="405621" y="1556057"/>
                  </a:lnTo>
                  <a:lnTo>
                    <a:pt x="404117" y="1555353"/>
                  </a:lnTo>
                  <a:lnTo>
                    <a:pt x="402585" y="1554693"/>
                  </a:lnTo>
                  <a:lnTo>
                    <a:pt x="401002" y="1554102"/>
                  </a:lnTo>
                  <a:lnTo>
                    <a:pt x="399370" y="1553582"/>
                  </a:lnTo>
                  <a:lnTo>
                    <a:pt x="397688" y="1553130"/>
                  </a:lnTo>
                  <a:lnTo>
                    <a:pt x="395957" y="1552748"/>
                  </a:lnTo>
                  <a:lnTo>
                    <a:pt x="394176" y="1552436"/>
                  </a:lnTo>
                  <a:lnTo>
                    <a:pt x="392345" y="1552193"/>
                  </a:lnTo>
                  <a:lnTo>
                    <a:pt x="390465" y="1552019"/>
                  </a:lnTo>
                  <a:lnTo>
                    <a:pt x="388535" y="1551915"/>
                  </a:lnTo>
                  <a:lnTo>
                    <a:pt x="386556" y="1551880"/>
                  </a:lnTo>
                  <a:lnTo>
                    <a:pt x="384537" y="1551915"/>
                  </a:lnTo>
                  <a:lnTo>
                    <a:pt x="382567" y="1552019"/>
                  </a:lnTo>
                  <a:lnTo>
                    <a:pt x="380647" y="1552193"/>
                  </a:lnTo>
                  <a:lnTo>
                    <a:pt x="378777" y="1552436"/>
                  </a:lnTo>
                  <a:lnTo>
                    <a:pt x="376956" y="1552748"/>
                  </a:lnTo>
                  <a:lnTo>
                    <a:pt x="375185" y="1553130"/>
                  </a:lnTo>
                  <a:lnTo>
                    <a:pt x="373464" y="1553582"/>
                  </a:lnTo>
                  <a:lnTo>
                    <a:pt x="371792" y="1554102"/>
                  </a:lnTo>
                  <a:lnTo>
                    <a:pt x="370170" y="1554693"/>
                  </a:lnTo>
                  <a:lnTo>
                    <a:pt x="368597" y="1555353"/>
                  </a:lnTo>
                  <a:lnTo>
                    <a:pt x="367094" y="1556057"/>
                  </a:lnTo>
                  <a:lnTo>
                    <a:pt x="365640" y="1556821"/>
                  </a:lnTo>
                  <a:lnTo>
                    <a:pt x="364236" y="1557645"/>
                  </a:lnTo>
                  <a:lnTo>
                    <a:pt x="362882" y="1558528"/>
                  </a:lnTo>
                  <a:lnTo>
                    <a:pt x="361577" y="1559470"/>
                  </a:lnTo>
                  <a:lnTo>
                    <a:pt x="360322" y="1560472"/>
                  </a:lnTo>
                  <a:lnTo>
                    <a:pt x="359117" y="1561534"/>
                  </a:lnTo>
                  <a:lnTo>
                    <a:pt x="357961" y="1562655"/>
                  </a:lnTo>
                  <a:lnTo>
                    <a:pt x="356855" y="1563836"/>
                  </a:lnTo>
                  <a:lnTo>
                    <a:pt x="355798" y="1565076"/>
                  </a:lnTo>
                  <a:lnTo>
                    <a:pt x="354792" y="1566372"/>
                  </a:lnTo>
                  <a:lnTo>
                    <a:pt x="353837" y="1567719"/>
                  </a:lnTo>
                  <a:lnTo>
                    <a:pt x="352934" y="1569118"/>
                  </a:lnTo>
                  <a:lnTo>
                    <a:pt x="352083" y="1570569"/>
                  </a:lnTo>
                  <a:lnTo>
                    <a:pt x="351283" y="1572071"/>
                  </a:lnTo>
                  <a:lnTo>
                    <a:pt x="350535" y="1573625"/>
                  </a:lnTo>
                  <a:lnTo>
                    <a:pt x="349839" y="1575230"/>
                  </a:lnTo>
                  <a:lnTo>
                    <a:pt x="349194" y="1576887"/>
                  </a:lnTo>
                  <a:lnTo>
                    <a:pt x="348601" y="1578596"/>
                  </a:lnTo>
                  <a:lnTo>
                    <a:pt x="348059" y="1580356"/>
                  </a:lnTo>
                  <a:lnTo>
                    <a:pt x="347569" y="1582144"/>
                  </a:lnTo>
                  <a:lnTo>
                    <a:pt x="347130" y="1583975"/>
                  </a:lnTo>
                  <a:lnTo>
                    <a:pt x="346743" y="1585850"/>
                  </a:lnTo>
                  <a:lnTo>
                    <a:pt x="346408" y="1587769"/>
                  </a:lnTo>
                  <a:lnTo>
                    <a:pt x="346124" y="1589732"/>
                  </a:lnTo>
                  <a:lnTo>
                    <a:pt x="345892" y="1591738"/>
                  </a:lnTo>
                  <a:lnTo>
                    <a:pt x="345711" y="1593788"/>
                  </a:lnTo>
                  <a:lnTo>
                    <a:pt x="345582" y="1595882"/>
                  </a:lnTo>
                  <a:lnTo>
                    <a:pt x="345505" y="1598019"/>
                  </a:lnTo>
                  <a:lnTo>
                    <a:pt x="345479" y="1600200"/>
                  </a:lnTo>
                  <a:lnTo>
                    <a:pt x="345505" y="1602364"/>
                  </a:lnTo>
                  <a:lnTo>
                    <a:pt x="345582" y="1604494"/>
                  </a:lnTo>
                  <a:lnTo>
                    <a:pt x="345711" y="1606587"/>
                  </a:lnTo>
                  <a:lnTo>
                    <a:pt x="345892" y="1608645"/>
                  </a:lnTo>
                  <a:lnTo>
                    <a:pt x="346124" y="1610667"/>
                  </a:lnTo>
                  <a:lnTo>
                    <a:pt x="346408" y="1612653"/>
                  </a:lnTo>
                  <a:lnTo>
                    <a:pt x="346743" y="1614604"/>
                  </a:lnTo>
                  <a:lnTo>
                    <a:pt x="347130" y="1616519"/>
                  </a:lnTo>
                  <a:lnTo>
                    <a:pt x="347569" y="1618398"/>
                  </a:lnTo>
                  <a:lnTo>
                    <a:pt x="348059" y="1620242"/>
                  </a:lnTo>
                  <a:lnTo>
                    <a:pt x="348619" y="1622023"/>
                  </a:lnTo>
                  <a:lnTo>
                    <a:pt x="349230" y="1623754"/>
                  </a:lnTo>
                  <a:lnTo>
                    <a:pt x="349889" y="1625436"/>
                  </a:lnTo>
                  <a:lnTo>
                    <a:pt x="350599" y="1627068"/>
                  </a:lnTo>
                  <a:lnTo>
                    <a:pt x="351358" y="1628650"/>
                  </a:lnTo>
                  <a:lnTo>
                    <a:pt x="352167" y="1630183"/>
                  </a:lnTo>
                  <a:lnTo>
                    <a:pt x="353025" y="1631667"/>
                  </a:lnTo>
                  <a:lnTo>
                    <a:pt x="353933" y="1633100"/>
                  </a:lnTo>
                  <a:lnTo>
                    <a:pt x="354890" y="1634485"/>
                  </a:lnTo>
                  <a:lnTo>
                    <a:pt x="355897" y="1635819"/>
                  </a:lnTo>
                  <a:lnTo>
                    <a:pt x="356954" y="1637100"/>
                  </a:lnTo>
                  <a:lnTo>
                    <a:pt x="358060" y="1638323"/>
                  </a:lnTo>
                  <a:lnTo>
                    <a:pt x="359216" y="1639489"/>
                  </a:lnTo>
                  <a:lnTo>
                    <a:pt x="360422" y="1640597"/>
                  </a:lnTo>
                  <a:lnTo>
                    <a:pt x="361677" y="1641648"/>
                  </a:lnTo>
                  <a:lnTo>
                    <a:pt x="362981" y="1642641"/>
                  </a:lnTo>
                  <a:lnTo>
                    <a:pt x="364336" y="1643577"/>
                  </a:lnTo>
                  <a:lnTo>
                    <a:pt x="365740" y="1644455"/>
                  </a:lnTo>
                  <a:lnTo>
                    <a:pt x="367193" y="1645276"/>
                  </a:lnTo>
                  <a:lnTo>
                    <a:pt x="368696" y="1646039"/>
                  </a:lnTo>
                  <a:lnTo>
                    <a:pt x="370248" y="1646736"/>
                  </a:lnTo>
                  <a:lnTo>
                    <a:pt x="371848" y="1647360"/>
                  </a:lnTo>
                  <a:lnTo>
                    <a:pt x="373495" y="1647911"/>
                  </a:lnTo>
                  <a:lnTo>
                    <a:pt x="375189" y="1648388"/>
                  </a:lnTo>
                  <a:lnTo>
                    <a:pt x="376932" y="1648792"/>
                  </a:lnTo>
                  <a:lnTo>
                    <a:pt x="378721" y="1649122"/>
                  </a:lnTo>
                  <a:lnTo>
                    <a:pt x="380559" y="1649379"/>
                  </a:lnTo>
                  <a:lnTo>
                    <a:pt x="382444" y="1649563"/>
                  </a:lnTo>
                  <a:lnTo>
                    <a:pt x="384377" y="1649673"/>
                  </a:lnTo>
                  <a:lnTo>
                    <a:pt x="386357" y="1649710"/>
                  </a:lnTo>
                  <a:lnTo>
                    <a:pt x="388471" y="1649673"/>
                  </a:lnTo>
                  <a:lnTo>
                    <a:pt x="390525" y="1649563"/>
                  </a:lnTo>
                  <a:lnTo>
                    <a:pt x="392519" y="1649379"/>
                  </a:lnTo>
                  <a:lnTo>
                    <a:pt x="394454" y="1649122"/>
                  </a:lnTo>
                  <a:lnTo>
                    <a:pt x="396329" y="1648792"/>
                  </a:lnTo>
                  <a:lnTo>
                    <a:pt x="398145" y="1648388"/>
                  </a:lnTo>
                  <a:lnTo>
                    <a:pt x="399901" y="1647911"/>
                  </a:lnTo>
                  <a:lnTo>
                    <a:pt x="401597" y="1647360"/>
                  </a:lnTo>
                  <a:lnTo>
                    <a:pt x="403234" y="1646736"/>
                  </a:lnTo>
                  <a:lnTo>
                    <a:pt x="404812" y="1646039"/>
                  </a:lnTo>
                  <a:lnTo>
                    <a:pt x="406332" y="1645257"/>
                  </a:lnTo>
                  <a:lnTo>
                    <a:pt x="407797" y="1644419"/>
                  </a:lnTo>
                  <a:lnTo>
                    <a:pt x="409205" y="1643526"/>
                  </a:lnTo>
                  <a:lnTo>
                    <a:pt x="410559" y="1642578"/>
                  </a:lnTo>
                  <a:lnTo>
                    <a:pt x="411857" y="1641574"/>
                  </a:lnTo>
                  <a:lnTo>
                    <a:pt x="413099" y="1640514"/>
                  </a:lnTo>
                  <a:lnTo>
                    <a:pt x="414285" y="1639399"/>
                  </a:lnTo>
                  <a:lnTo>
                    <a:pt x="415417" y="1638228"/>
                  </a:lnTo>
                  <a:lnTo>
                    <a:pt x="416492" y="1637002"/>
                  </a:lnTo>
                  <a:lnTo>
                    <a:pt x="417512" y="1635720"/>
                  </a:lnTo>
                  <a:lnTo>
                    <a:pt x="418497" y="1634366"/>
                  </a:lnTo>
                  <a:lnTo>
                    <a:pt x="419429" y="1632966"/>
                  </a:lnTo>
                  <a:lnTo>
                    <a:pt x="420307" y="1631517"/>
                  </a:lnTo>
                  <a:lnTo>
                    <a:pt x="421132" y="1630021"/>
                  </a:lnTo>
                  <a:lnTo>
                    <a:pt x="421902" y="1628477"/>
                  </a:lnTo>
                  <a:lnTo>
                    <a:pt x="422620" y="1626885"/>
                  </a:lnTo>
                  <a:lnTo>
                    <a:pt x="423284" y="1625246"/>
                  </a:lnTo>
                  <a:lnTo>
                    <a:pt x="423894" y="1623560"/>
                  </a:lnTo>
                  <a:lnTo>
                    <a:pt x="424450" y="1621825"/>
                  </a:lnTo>
                  <a:lnTo>
                    <a:pt x="424953" y="1620043"/>
                  </a:lnTo>
                  <a:lnTo>
                    <a:pt x="425406" y="1618202"/>
                  </a:lnTo>
                  <a:lnTo>
                    <a:pt x="425811" y="1616329"/>
                  </a:lnTo>
                  <a:lnTo>
                    <a:pt x="426168" y="1614424"/>
                  </a:lnTo>
                  <a:lnTo>
                    <a:pt x="426477" y="1612487"/>
                  </a:lnTo>
                  <a:lnTo>
                    <a:pt x="426739" y="1610518"/>
                  </a:lnTo>
                  <a:lnTo>
                    <a:pt x="426954" y="1608518"/>
                  </a:lnTo>
                  <a:lnTo>
                    <a:pt x="427120" y="1606486"/>
                  </a:lnTo>
                  <a:lnTo>
                    <a:pt x="427239" y="1604422"/>
                  </a:lnTo>
                  <a:lnTo>
                    <a:pt x="427311" y="1602327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ph104"/>
            <p:cNvSpPr/>
            <p:nvPr/>
          </p:nvSpPr>
          <p:spPr>
            <a:xfrm>
              <a:off x="1822352" y="121012"/>
              <a:ext cx="527446" cy="1709539"/>
            </a:xfrm>
            <a:custGeom>
              <a:avLst/>
              <a:pathLst>
                <a:path w="527446" h="1709539">
                  <a:moveTo>
                    <a:pt x="457200" y="1600200"/>
                  </a:moveTo>
                  <a:lnTo>
                    <a:pt x="457200" y="1660425"/>
                  </a:lnTo>
                  <a:lnTo>
                    <a:pt x="457209" y="1661666"/>
                  </a:lnTo>
                  <a:lnTo>
                    <a:pt x="457239" y="1662886"/>
                  </a:lnTo>
                  <a:lnTo>
                    <a:pt x="457289" y="1664086"/>
                  </a:lnTo>
                  <a:lnTo>
                    <a:pt x="457358" y="1665267"/>
                  </a:lnTo>
                  <a:lnTo>
                    <a:pt x="457448" y="1666428"/>
                  </a:lnTo>
                  <a:lnTo>
                    <a:pt x="457557" y="1667569"/>
                  </a:lnTo>
                  <a:lnTo>
                    <a:pt x="457686" y="1668690"/>
                  </a:lnTo>
                  <a:lnTo>
                    <a:pt x="457835" y="1669792"/>
                  </a:lnTo>
                  <a:lnTo>
                    <a:pt x="458003" y="1670873"/>
                  </a:lnTo>
                  <a:lnTo>
                    <a:pt x="458192" y="1671935"/>
                  </a:lnTo>
                  <a:lnTo>
                    <a:pt x="458403" y="1672953"/>
                  </a:lnTo>
                  <a:lnTo>
                    <a:pt x="458640" y="1673943"/>
                  </a:lnTo>
                  <a:lnTo>
                    <a:pt x="458903" y="1674905"/>
                  </a:lnTo>
                  <a:lnTo>
                    <a:pt x="459192" y="1675840"/>
                  </a:lnTo>
                  <a:lnTo>
                    <a:pt x="459506" y="1676747"/>
                  </a:lnTo>
                  <a:lnTo>
                    <a:pt x="459847" y="1677626"/>
                  </a:lnTo>
                  <a:lnTo>
                    <a:pt x="460213" y="1678477"/>
                  </a:lnTo>
                  <a:lnTo>
                    <a:pt x="460605" y="1679301"/>
                  </a:lnTo>
                  <a:lnTo>
                    <a:pt x="461022" y="1680096"/>
                  </a:lnTo>
                  <a:lnTo>
                    <a:pt x="461466" y="1680864"/>
                  </a:lnTo>
                  <a:lnTo>
                    <a:pt x="461935" y="1681583"/>
                  </a:lnTo>
                  <a:lnTo>
                    <a:pt x="462430" y="1682269"/>
                  </a:lnTo>
                  <a:lnTo>
                    <a:pt x="462951" y="1682924"/>
                  </a:lnTo>
                  <a:lnTo>
                    <a:pt x="463498" y="1683547"/>
                  </a:lnTo>
                  <a:lnTo>
                    <a:pt x="464070" y="1684139"/>
                  </a:lnTo>
                  <a:lnTo>
                    <a:pt x="464669" y="1684698"/>
                  </a:lnTo>
                  <a:lnTo>
                    <a:pt x="465293" y="1685226"/>
                  </a:lnTo>
                  <a:lnTo>
                    <a:pt x="465943" y="1685722"/>
                  </a:lnTo>
                  <a:lnTo>
                    <a:pt x="466618" y="1686186"/>
                  </a:lnTo>
                  <a:lnTo>
                    <a:pt x="467320" y="1686619"/>
                  </a:lnTo>
                  <a:lnTo>
                    <a:pt x="468070" y="1687015"/>
                  </a:lnTo>
                  <a:lnTo>
                    <a:pt x="468852" y="1687369"/>
                  </a:lnTo>
                  <a:lnTo>
                    <a:pt x="469665" y="1687682"/>
                  </a:lnTo>
                  <a:lnTo>
                    <a:pt x="470511" y="1687953"/>
                  </a:lnTo>
                  <a:lnTo>
                    <a:pt x="471388" y="1688182"/>
                  </a:lnTo>
                  <a:lnTo>
                    <a:pt x="472297" y="1688369"/>
                  </a:lnTo>
                  <a:lnTo>
                    <a:pt x="473237" y="1688515"/>
                  </a:lnTo>
                  <a:lnTo>
                    <a:pt x="474210" y="1688619"/>
                  </a:lnTo>
                  <a:lnTo>
                    <a:pt x="475214" y="1688682"/>
                  </a:lnTo>
                  <a:lnTo>
                    <a:pt x="476250" y="1688703"/>
                  </a:lnTo>
                  <a:lnTo>
                    <a:pt x="477252" y="1688681"/>
                  </a:lnTo>
                  <a:lnTo>
                    <a:pt x="478234" y="1688615"/>
                  </a:lnTo>
                  <a:lnTo>
                    <a:pt x="479196" y="1688506"/>
                  </a:lnTo>
                  <a:lnTo>
                    <a:pt x="480139" y="1688353"/>
                  </a:lnTo>
                  <a:lnTo>
                    <a:pt x="481062" y="1688157"/>
                  </a:lnTo>
                  <a:lnTo>
                    <a:pt x="481965" y="1687917"/>
                  </a:lnTo>
                  <a:lnTo>
                    <a:pt x="482848" y="1687633"/>
                  </a:lnTo>
                  <a:lnTo>
                    <a:pt x="483711" y="1687306"/>
                  </a:lnTo>
                  <a:lnTo>
                    <a:pt x="484554" y="1686935"/>
                  </a:lnTo>
                  <a:lnTo>
                    <a:pt x="485378" y="1686520"/>
                  </a:lnTo>
                  <a:lnTo>
                    <a:pt x="486199" y="1686046"/>
                  </a:lnTo>
                  <a:lnTo>
                    <a:pt x="486997" y="1685536"/>
                  </a:lnTo>
                  <a:lnTo>
                    <a:pt x="487771" y="1684990"/>
                  </a:lnTo>
                  <a:lnTo>
                    <a:pt x="488521" y="1684408"/>
                  </a:lnTo>
                  <a:lnTo>
                    <a:pt x="489247" y="1683791"/>
                  </a:lnTo>
                  <a:lnTo>
                    <a:pt x="489950" y="1683138"/>
                  </a:lnTo>
                  <a:lnTo>
                    <a:pt x="490628" y="1682450"/>
                  </a:lnTo>
                  <a:lnTo>
                    <a:pt x="491283" y="1681726"/>
                  </a:lnTo>
                  <a:lnTo>
                    <a:pt x="491914" y="1680966"/>
                  </a:lnTo>
                  <a:lnTo>
                    <a:pt x="492521" y="1680170"/>
                  </a:lnTo>
                  <a:lnTo>
                    <a:pt x="493103" y="1679321"/>
                  </a:lnTo>
                  <a:lnTo>
                    <a:pt x="493656" y="1678443"/>
                  </a:lnTo>
                  <a:lnTo>
                    <a:pt x="494182" y="1677536"/>
                  </a:lnTo>
                  <a:lnTo>
                    <a:pt x="494680" y="1676598"/>
                  </a:lnTo>
                  <a:lnTo>
                    <a:pt x="495151" y="1675631"/>
                  </a:lnTo>
                  <a:lnTo>
                    <a:pt x="495593" y="1674633"/>
                  </a:lnTo>
                  <a:lnTo>
                    <a:pt x="496008" y="1673606"/>
                  </a:lnTo>
                  <a:lnTo>
                    <a:pt x="496395" y="1672550"/>
                  </a:lnTo>
                  <a:lnTo>
                    <a:pt x="496754" y="1671463"/>
                  </a:lnTo>
                  <a:lnTo>
                    <a:pt x="497085" y="1670347"/>
                  </a:lnTo>
                  <a:lnTo>
                    <a:pt x="497406" y="1669185"/>
                  </a:lnTo>
                  <a:lnTo>
                    <a:pt x="497693" y="1668002"/>
                  </a:lnTo>
                  <a:lnTo>
                    <a:pt x="497946" y="1666796"/>
                  </a:lnTo>
                  <a:lnTo>
                    <a:pt x="498165" y="1665569"/>
                  </a:lnTo>
                  <a:lnTo>
                    <a:pt x="498350" y="1664320"/>
                  </a:lnTo>
                  <a:lnTo>
                    <a:pt x="498502" y="1663049"/>
                  </a:lnTo>
                  <a:lnTo>
                    <a:pt x="498620" y="1661756"/>
                  </a:lnTo>
                  <a:lnTo>
                    <a:pt x="498705" y="1660441"/>
                  </a:lnTo>
                  <a:lnTo>
                    <a:pt x="498755" y="1659105"/>
                  </a:lnTo>
                  <a:lnTo>
                    <a:pt x="498772" y="1657746"/>
                  </a:lnTo>
                  <a:lnTo>
                    <a:pt x="498772" y="1600200"/>
                  </a:lnTo>
                  <a:lnTo>
                    <a:pt x="526653" y="1600200"/>
                  </a:lnTo>
                  <a:lnTo>
                    <a:pt x="526653" y="1683543"/>
                  </a:lnTo>
                  <a:lnTo>
                    <a:pt x="526653" y="1684222"/>
                  </a:lnTo>
                  <a:lnTo>
                    <a:pt x="526653" y="1684909"/>
                  </a:lnTo>
                  <a:lnTo>
                    <a:pt x="526653" y="1685603"/>
                  </a:lnTo>
                  <a:lnTo>
                    <a:pt x="526653" y="1686306"/>
                  </a:lnTo>
                  <a:lnTo>
                    <a:pt x="526653" y="1687016"/>
                  </a:lnTo>
                  <a:lnTo>
                    <a:pt x="526653" y="1687734"/>
                  </a:lnTo>
                  <a:lnTo>
                    <a:pt x="526653" y="1688461"/>
                  </a:lnTo>
                  <a:lnTo>
                    <a:pt x="526653" y="1689195"/>
                  </a:lnTo>
                  <a:lnTo>
                    <a:pt x="526653" y="1689937"/>
                  </a:lnTo>
                  <a:lnTo>
                    <a:pt x="526653" y="1690687"/>
                  </a:lnTo>
                  <a:lnTo>
                    <a:pt x="526672" y="1691418"/>
                  </a:lnTo>
                  <a:lnTo>
                    <a:pt x="526692" y="1692144"/>
                  </a:lnTo>
                  <a:lnTo>
                    <a:pt x="526712" y="1692863"/>
                  </a:lnTo>
                  <a:lnTo>
                    <a:pt x="526732" y="1693576"/>
                  </a:lnTo>
                  <a:lnTo>
                    <a:pt x="526752" y="1694284"/>
                  </a:lnTo>
                  <a:lnTo>
                    <a:pt x="526772" y="1694985"/>
                  </a:lnTo>
                  <a:lnTo>
                    <a:pt x="526792" y="1695681"/>
                  </a:lnTo>
                  <a:lnTo>
                    <a:pt x="526811" y="1696370"/>
                  </a:lnTo>
                  <a:lnTo>
                    <a:pt x="526831" y="1697054"/>
                  </a:lnTo>
                  <a:lnTo>
                    <a:pt x="526851" y="1697732"/>
                  </a:lnTo>
                  <a:lnTo>
                    <a:pt x="526890" y="1698380"/>
                  </a:lnTo>
                  <a:lnTo>
                    <a:pt x="526926" y="1699017"/>
                  </a:lnTo>
                  <a:lnTo>
                    <a:pt x="526961" y="1699642"/>
                  </a:lnTo>
                  <a:lnTo>
                    <a:pt x="526994" y="1700256"/>
                  </a:lnTo>
                  <a:lnTo>
                    <a:pt x="527025" y="1700857"/>
                  </a:lnTo>
                  <a:lnTo>
                    <a:pt x="527053" y="1701446"/>
                  </a:lnTo>
                  <a:lnTo>
                    <a:pt x="527080" y="1702024"/>
                  </a:lnTo>
                  <a:lnTo>
                    <a:pt x="527105" y="1702589"/>
                  </a:lnTo>
                  <a:lnTo>
                    <a:pt x="527128" y="1703143"/>
                  </a:lnTo>
                  <a:lnTo>
                    <a:pt x="527149" y="1703685"/>
                  </a:lnTo>
                  <a:lnTo>
                    <a:pt x="527187" y="1704188"/>
                  </a:lnTo>
                  <a:lnTo>
                    <a:pt x="527224" y="1704665"/>
                  </a:lnTo>
                  <a:lnTo>
                    <a:pt x="527259" y="1705116"/>
                  </a:lnTo>
                  <a:lnTo>
                    <a:pt x="527292" y="1705542"/>
                  </a:lnTo>
                  <a:lnTo>
                    <a:pt x="527322" y="1705942"/>
                  </a:lnTo>
                  <a:lnTo>
                    <a:pt x="527351" y="1706316"/>
                  </a:lnTo>
                  <a:lnTo>
                    <a:pt x="527378" y="1706664"/>
                  </a:lnTo>
                  <a:lnTo>
                    <a:pt x="527403" y="1706987"/>
                  </a:lnTo>
                  <a:lnTo>
                    <a:pt x="527426" y="1707283"/>
                  </a:lnTo>
                  <a:lnTo>
                    <a:pt x="527446" y="1707554"/>
                  </a:lnTo>
                  <a:lnTo>
                    <a:pt x="500856" y="1707554"/>
                  </a:lnTo>
                  <a:lnTo>
                    <a:pt x="500834" y="1707302"/>
                  </a:lnTo>
                  <a:lnTo>
                    <a:pt x="500808" y="1707022"/>
                  </a:lnTo>
                  <a:lnTo>
                    <a:pt x="500778" y="1706715"/>
                  </a:lnTo>
                  <a:lnTo>
                    <a:pt x="500745" y="1706379"/>
                  </a:lnTo>
                  <a:lnTo>
                    <a:pt x="500707" y="1706016"/>
                  </a:lnTo>
                  <a:lnTo>
                    <a:pt x="500665" y="1705625"/>
                  </a:lnTo>
                  <a:lnTo>
                    <a:pt x="500620" y="1705207"/>
                  </a:lnTo>
                  <a:lnTo>
                    <a:pt x="500570" y="1704760"/>
                  </a:lnTo>
                  <a:lnTo>
                    <a:pt x="500516" y="1704286"/>
                  </a:lnTo>
                  <a:lnTo>
                    <a:pt x="500459" y="1703784"/>
                  </a:lnTo>
                  <a:lnTo>
                    <a:pt x="500419" y="1703243"/>
                  </a:lnTo>
                  <a:lnTo>
                    <a:pt x="500380" y="1702692"/>
                  </a:lnTo>
                  <a:lnTo>
                    <a:pt x="500340" y="1702132"/>
                  </a:lnTo>
                  <a:lnTo>
                    <a:pt x="500300" y="1701561"/>
                  </a:lnTo>
                  <a:lnTo>
                    <a:pt x="500260" y="1700981"/>
                  </a:lnTo>
                  <a:lnTo>
                    <a:pt x="500221" y="1700391"/>
                  </a:lnTo>
                  <a:lnTo>
                    <a:pt x="500181" y="1699790"/>
                  </a:lnTo>
                  <a:lnTo>
                    <a:pt x="500141" y="1699180"/>
                  </a:lnTo>
                  <a:lnTo>
                    <a:pt x="500102" y="1698560"/>
                  </a:lnTo>
                  <a:lnTo>
                    <a:pt x="500062" y="1697930"/>
                  </a:lnTo>
                  <a:lnTo>
                    <a:pt x="500041" y="1697295"/>
                  </a:lnTo>
                  <a:lnTo>
                    <a:pt x="500018" y="1696660"/>
                  </a:lnTo>
                  <a:lnTo>
                    <a:pt x="499994" y="1696025"/>
                  </a:lnTo>
                  <a:lnTo>
                    <a:pt x="499967" y="1695390"/>
                  </a:lnTo>
                  <a:lnTo>
                    <a:pt x="499938" y="1694755"/>
                  </a:lnTo>
                  <a:lnTo>
                    <a:pt x="499907" y="1694120"/>
                  </a:lnTo>
                  <a:lnTo>
                    <a:pt x="499874" y="1693485"/>
                  </a:lnTo>
                  <a:lnTo>
                    <a:pt x="499840" y="1692850"/>
                  </a:lnTo>
                  <a:lnTo>
                    <a:pt x="499803" y="1692215"/>
                  </a:lnTo>
                  <a:lnTo>
                    <a:pt x="499764" y="1691580"/>
                  </a:lnTo>
                  <a:lnTo>
                    <a:pt x="499745" y="1690955"/>
                  </a:lnTo>
                  <a:lnTo>
                    <a:pt x="499729" y="1690350"/>
                  </a:lnTo>
                  <a:lnTo>
                    <a:pt x="499714" y="1689764"/>
                  </a:lnTo>
                  <a:lnTo>
                    <a:pt x="499701" y="1689199"/>
                  </a:lnTo>
                  <a:lnTo>
                    <a:pt x="499690" y="1688653"/>
                  </a:lnTo>
                  <a:lnTo>
                    <a:pt x="499681" y="1688127"/>
                  </a:lnTo>
                  <a:lnTo>
                    <a:pt x="499674" y="1687621"/>
                  </a:lnTo>
                  <a:lnTo>
                    <a:pt x="499669" y="1687135"/>
                  </a:lnTo>
                  <a:lnTo>
                    <a:pt x="499666" y="1686669"/>
                  </a:lnTo>
                  <a:lnTo>
                    <a:pt x="499665" y="1686222"/>
                  </a:lnTo>
                  <a:lnTo>
                    <a:pt x="499169" y="1686222"/>
                  </a:lnTo>
                  <a:lnTo>
                    <a:pt x="498027" y="1688596"/>
                  </a:lnTo>
                  <a:lnTo>
                    <a:pt x="496824" y="1690838"/>
                  </a:lnTo>
                  <a:lnTo>
                    <a:pt x="495558" y="1692946"/>
                  </a:lnTo>
                  <a:lnTo>
                    <a:pt x="494232" y="1694922"/>
                  </a:lnTo>
                  <a:lnTo>
                    <a:pt x="492844" y="1696764"/>
                  </a:lnTo>
                  <a:lnTo>
                    <a:pt x="491394" y="1698474"/>
                  </a:lnTo>
                  <a:lnTo>
                    <a:pt x="489883" y="1700050"/>
                  </a:lnTo>
                  <a:lnTo>
                    <a:pt x="488311" y="1701494"/>
                  </a:lnTo>
                  <a:lnTo>
                    <a:pt x="486676" y="1702805"/>
                  </a:lnTo>
                  <a:lnTo>
                    <a:pt x="484981" y="1703982"/>
                  </a:lnTo>
                  <a:lnTo>
                    <a:pt x="483241" y="1705038"/>
                  </a:lnTo>
                  <a:lnTo>
                    <a:pt x="481437" y="1705983"/>
                  </a:lnTo>
                  <a:lnTo>
                    <a:pt x="479566" y="1706816"/>
                  </a:lnTo>
                  <a:lnTo>
                    <a:pt x="477631" y="1707538"/>
                  </a:lnTo>
                  <a:lnTo>
                    <a:pt x="475629" y="1708150"/>
                  </a:lnTo>
                  <a:lnTo>
                    <a:pt x="473563" y="1708650"/>
                  </a:lnTo>
                  <a:lnTo>
                    <a:pt x="471430" y="1709039"/>
                  </a:lnTo>
                  <a:lnTo>
                    <a:pt x="469233" y="1709316"/>
                  </a:lnTo>
                  <a:lnTo>
                    <a:pt x="466970" y="1709483"/>
                  </a:lnTo>
                  <a:lnTo>
                    <a:pt x="464641" y="1709539"/>
                  </a:lnTo>
                  <a:lnTo>
                    <a:pt x="462745" y="1709507"/>
                  </a:lnTo>
                  <a:lnTo>
                    <a:pt x="460906" y="1709412"/>
                  </a:lnTo>
                  <a:lnTo>
                    <a:pt x="459125" y="1709253"/>
                  </a:lnTo>
                  <a:lnTo>
                    <a:pt x="457402" y="1709031"/>
                  </a:lnTo>
                  <a:lnTo>
                    <a:pt x="455736" y="1708745"/>
                  </a:lnTo>
                  <a:lnTo>
                    <a:pt x="454128" y="1708396"/>
                  </a:lnTo>
                  <a:lnTo>
                    <a:pt x="452577" y="1707983"/>
                  </a:lnTo>
                  <a:lnTo>
                    <a:pt x="451084" y="1707507"/>
                  </a:lnTo>
                  <a:lnTo>
                    <a:pt x="449648" y="1706967"/>
                  </a:lnTo>
                  <a:lnTo>
                    <a:pt x="448270" y="1706364"/>
                  </a:lnTo>
                  <a:lnTo>
                    <a:pt x="446945" y="1705706"/>
                  </a:lnTo>
                  <a:lnTo>
                    <a:pt x="445670" y="1705002"/>
                  </a:lnTo>
                  <a:lnTo>
                    <a:pt x="444445" y="1704253"/>
                  </a:lnTo>
                  <a:lnTo>
                    <a:pt x="443269" y="1703458"/>
                  </a:lnTo>
                  <a:lnTo>
                    <a:pt x="442143" y="1702618"/>
                  </a:lnTo>
                  <a:lnTo>
                    <a:pt x="441067" y="1701732"/>
                  </a:lnTo>
                  <a:lnTo>
                    <a:pt x="440040" y="1700800"/>
                  </a:lnTo>
                  <a:lnTo>
                    <a:pt x="439062" y="1699823"/>
                  </a:lnTo>
                  <a:lnTo>
                    <a:pt x="438135" y="1698800"/>
                  </a:lnTo>
                  <a:lnTo>
                    <a:pt x="437257" y="1697732"/>
                  </a:lnTo>
                  <a:lnTo>
                    <a:pt x="436446" y="1696600"/>
                  </a:lnTo>
                  <a:lnTo>
                    <a:pt x="435681" y="1695430"/>
                  </a:lnTo>
                  <a:lnTo>
                    <a:pt x="434962" y="1694219"/>
                  </a:lnTo>
                  <a:lnTo>
                    <a:pt x="434288" y="1692969"/>
                  </a:lnTo>
                  <a:lnTo>
                    <a:pt x="433660" y="1691679"/>
                  </a:lnTo>
                  <a:lnTo>
                    <a:pt x="433077" y="1690350"/>
                  </a:lnTo>
                  <a:lnTo>
                    <a:pt x="432541" y="1688980"/>
                  </a:lnTo>
                  <a:lnTo>
                    <a:pt x="432050" y="1687572"/>
                  </a:lnTo>
                  <a:lnTo>
                    <a:pt x="431604" y="1686123"/>
                  </a:lnTo>
                  <a:lnTo>
                    <a:pt x="431204" y="1684635"/>
                  </a:lnTo>
                  <a:lnTo>
                    <a:pt x="430846" y="1683115"/>
                  </a:lnTo>
                  <a:lnTo>
                    <a:pt x="430526" y="1681571"/>
                  </a:lnTo>
                  <a:lnTo>
                    <a:pt x="430243" y="1680003"/>
                  </a:lnTo>
                  <a:lnTo>
                    <a:pt x="429998" y="1678412"/>
                  </a:lnTo>
                  <a:lnTo>
                    <a:pt x="429790" y="1676796"/>
                  </a:lnTo>
                  <a:lnTo>
                    <a:pt x="429621" y="1675157"/>
                  </a:lnTo>
                  <a:lnTo>
                    <a:pt x="429489" y="1673494"/>
                  </a:lnTo>
                  <a:lnTo>
                    <a:pt x="429394" y="1671808"/>
                  </a:lnTo>
                  <a:lnTo>
                    <a:pt x="429338" y="1670097"/>
                  </a:lnTo>
                  <a:lnTo>
                    <a:pt x="429319" y="1668363"/>
                  </a:lnTo>
                  <a:lnTo>
                    <a:pt x="429319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ph105"/>
            <p:cNvSpPr/>
            <p:nvPr/>
          </p:nvSpPr>
          <p:spPr>
            <a:xfrm>
              <a:off x="1947665" y="230153"/>
              <a:ext cx="480714" cy="1600200"/>
            </a:xfrm>
            <a:custGeom>
              <a:avLst/>
              <a:pathLst>
                <a:path w="480714" h="1600200">
                  <a:moveTo>
                    <a:pt x="457200" y="1600200"/>
                  </a:moveTo>
                  <a:lnTo>
                    <a:pt x="454795" y="1600133"/>
                  </a:lnTo>
                  <a:lnTo>
                    <a:pt x="452504" y="1599934"/>
                  </a:lnTo>
                  <a:lnTo>
                    <a:pt x="450327" y="1599601"/>
                  </a:lnTo>
                  <a:lnTo>
                    <a:pt x="448262" y="1599136"/>
                  </a:lnTo>
                  <a:lnTo>
                    <a:pt x="446310" y="1598538"/>
                  </a:lnTo>
                  <a:lnTo>
                    <a:pt x="444472" y="1597806"/>
                  </a:lnTo>
                  <a:lnTo>
                    <a:pt x="442746" y="1596942"/>
                  </a:lnTo>
                  <a:lnTo>
                    <a:pt x="441134" y="1595945"/>
                  </a:lnTo>
                  <a:lnTo>
                    <a:pt x="439635" y="1594815"/>
                  </a:lnTo>
                  <a:lnTo>
                    <a:pt x="438249" y="1593552"/>
                  </a:lnTo>
                  <a:lnTo>
                    <a:pt x="436986" y="1592134"/>
                  </a:lnTo>
                  <a:lnTo>
                    <a:pt x="435856" y="1590579"/>
                  </a:lnTo>
                  <a:lnTo>
                    <a:pt x="434858" y="1588888"/>
                  </a:lnTo>
                  <a:lnTo>
                    <a:pt x="433994" y="1587059"/>
                  </a:lnTo>
                  <a:lnTo>
                    <a:pt x="433263" y="1585093"/>
                  </a:lnTo>
                  <a:lnTo>
                    <a:pt x="432665" y="1582991"/>
                  </a:lnTo>
                  <a:lnTo>
                    <a:pt x="432199" y="1580752"/>
                  </a:lnTo>
                  <a:lnTo>
                    <a:pt x="431867" y="1578375"/>
                  </a:lnTo>
                  <a:lnTo>
                    <a:pt x="431668" y="1575862"/>
                  </a:lnTo>
                  <a:lnTo>
                    <a:pt x="431601" y="1573212"/>
                  </a:lnTo>
                  <a:lnTo>
                    <a:pt x="431601" y="1509910"/>
                  </a:lnTo>
                  <a:lnTo>
                    <a:pt x="418008" y="1509910"/>
                  </a:lnTo>
                  <a:lnTo>
                    <a:pt x="418008" y="1491059"/>
                  </a:lnTo>
                  <a:lnTo>
                    <a:pt x="432990" y="1491059"/>
                  </a:lnTo>
                  <a:lnTo>
                    <a:pt x="441721" y="1465857"/>
                  </a:lnTo>
                  <a:lnTo>
                    <a:pt x="459184" y="1465857"/>
                  </a:lnTo>
                  <a:lnTo>
                    <a:pt x="459184" y="1491059"/>
                  </a:lnTo>
                  <a:lnTo>
                    <a:pt x="479524" y="1491059"/>
                  </a:lnTo>
                  <a:lnTo>
                    <a:pt x="479524" y="1509910"/>
                  </a:lnTo>
                  <a:lnTo>
                    <a:pt x="459184" y="1509910"/>
                  </a:lnTo>
                  <a:lnTo>
                    <a:pt x="459184" y="1565671"/>
                  </a:lnTo>
                  <a:lnTo>
                    <a:pt x="459214" y="1567198"/>
                  </a:lnTo>
                  <a:lnTo>
                    <a:pt x="459303" y="1568644"/>
                  </a:lnTo>
                  <a:lnTo>
                    <a:pt x="459452" y="1570008"/>
                  </a:lnTo>
                  <a:lnTo>
                    <a:pt x="459660" y="1571291"/>
                  </a:lnTo>
                  <a:lnTo>
                    <a:pt x="459928" y="1572493"/>
                  </a:lnTo>
                  <a:lnTo>
                    <a:pt x="460255" y="1573613"/>
                  </a:lnTo>
                  <a:lnTo>
                    <a:pt x="460642" y="1574652"/>
                  </a:lnTo>
                  <a:lnTo>
                    <a:pt x="461089" y="1575609"/>
                  </a:lnTo>
                  <a:lnTo>
                    <a:pt x="461595" y="1576485"/>
                  </a:lnTo>
                  <a:lnTo>
                    <a:pt x="462160" y="1577280"/>
                  </a:lnTo>
                  <a:lnTo>
                    <a:pt x="462788" y="1577977"/>
                  </a:lnTo>
                  <a:lnTo>
                    <a:pt x="463482" y="1578602"/>
                  </a:lnTo>
                  <a:lnTo>
                    <a:pt x="464241" y="1579152"/>
                  </a:lnTo>
                  <a:lnTo>
                    <a:pt x="465066" y="1579629"/>
                  </a:lnTo>
                  <a:lnTo>
                    <a:pt x="465956" y="1580033"/>
                  </a:lnTo>
                  <a:lnTo>
                    <a:pt x="466911" y="1580364"/>
                  </a:lnTo>
                  <a:lnTo>
                    <a:pt x="467932" y="1580621"/>
                  </a:lnTo>
                  <a:lnTo>
                    <a:pt x="469018" y="1580804"/>
                  </a:lnTo>
                  <a:lnTo>
                    <a:pt x="470170" y="1580914"/>
                  </a:lnTo>
                  <a:lnTo>
                    <a:pt x="471388" y="1580951"/>
                  </a:lnTo>
                  <a:lnTo>
                    <a:pt x="471899" y="1580947"/>
                  </a:lnTo>
                  <a:lnTo>
                    <a:pt x="472400" y="1580935"/>
                  </a:lnTo>
                  <a:lnTo>
                    <a:pt x="472891" y="1580915"/>
                  </a:lnTo>
                  <a:lnTo>
                    <a:pt x="473372" y="1580888"/>
                  </a:lnTo>
                  <a:lnTo>
                    <a:pt x="473843" y="1580852"/>
                  </a:lnTo>
                  <a:lnTo>
                    <a:pt x="474305" y="1580808"/>
                  </a:lnTo>
                  <a:lnTo>
                    <a:pt x="474756" y="1580757"/>
                  </a:lnTo>
                  <a:lnTo>
                    <a:pt x="475198" y="1580697"/>
                  </a:lnTo>
                  <a:lnTo>
                    <a:pt x="475629" y="1580630"/>
                  </a:lnTo>
                  <a:lnTo>
                    <a:pt x="476051" y="1580554"/>
                  </a:lnTo>
                  <a:lnTo>
                    <a:pt x="476473" y="1580473"/>
                  </a:lnTo>
                  <a:lnTo>
                    <a:pt x="476904" y="1580388"/>
                  </a:lnTo>
                  <a:lnTo>
                    <a:pt x="477346" y="1580298"/>
                  </a:lnTo>
                  <a:lnTo>
                    <a:pt x="477797" y="1580205"/>
                  </a:lnTo>
                  <a:lnTo>
                    <a:pt x="478259" y="1580108"/>
                  </a:lnTo>
                  <a:lnTo>
                    <a:pt x="478730" y="1580007"/>
                  </a:lnTo>
                  <a:lnTo>
                    <a:pt x="479211" y="1579901"/>
                  </a:lnTo>
                  <a:lnTo>
                    <a:pt x="479702" y="1579792"/>
                  </a:lnTo>
                  <a:lnTo>
                    <a:pt x="480203" y="1579679"/>
                  </a:lnTo>
                  <a:lnTo>
                    <a:pt x="480714" y="1579562"/>
                  </a:lnTo>
                  <a:lnTo>
                    <a:pt x="480714" y="1596826"/>
                  </a:lnTo>
                  <a:lnTo>
                    <a:pt x="479677" y="1597154"/>
                  </a:lnTo>
                  <a:lnTo>
                    <a:pt x="478627" y="1597465"/>
                  </a:lnTo>
                  <a:lnTo>
                    <a:pt x="477565" y="1597758"/>
                  </a:lnTo>
                  <a:lnTo>
                    <a:pt x="476492" y="1598033"/>
                  </a:lnTo>
                  <a:lnTo>
                    <a:pt x="475406" y="1598290"/>
                  </a:lnTo>
                  <a:lnTo>
                    <a:pt x="474309" y="1598529"/>
                  </a:lnTo>
                  <a:lnTo>
                    <a:pt x="473200" y="1598750"/>
                  </a:lnTo>
                  <a:lnTo>
                    <a:pt x="472078" y="1598953"/>
                  </a:lnTo>
                  <a:lnTo>
                    <a:pt x="470945" y="1599139"/>
                  </a:lnTo>
                  <a:lnTo>
                    <a:pt x="469800" y="1599307"/>
                  </a:lnTo>
                  <a:lnTo>
                    <a:pt x="468638" y="1599476"/>
                  </a:lnTo>
                  <a:lnTo>
                    <a:pt x="467455" y="1599628"/>
                  </a:lnTo>
                  <a:lnTo>
                    <a:pt x="466249" y="1599762"/>
                  </a:lnTo>
                  <a:lnTo>
                    <a:pt x="465022" y="1599878"/>
                  </a:lnTo>
                  <a:lnTo>
                    <a:pt x="463773" y="1599976"/>
                  </a:lnTo>
                  <a:lnTo>
                    <a:pt x="462502" y="1600057"/>
                  </a:lnTo>
                  <a:lnTo>
                    <a:pt x="461209" y="1600119"/>
                  </a:lnTo>
                  <a:lnTo>
                    <a:pt x="459894" y="1600164"/>
                  </a:lnTo>
                  <a:lnTo>
                    <a:pt x="458558" y="1600191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ph106"/>
            <p:cNvSpPr/>
            <p:nvPr/>
          </p:nvSpPr>
          <p:spPr>
            <a:xfrm>
              <a:off x="1981598" y="187786"/>
              <a:ext cx="508793" cy="1600200"/>
            </a:xfrm>
            <a:custGeom>
              <a:avLst/>
              <a:pathLst>
                <a:path w="508793" h="1600200">
                  <a:moveTo>
                    <a:pt x="457200" y="1600200"/>
                  </a:moveTo>
                  <a:lnTo>
                    <a:pt x="457200" y="1575990"/>
                  </a:lnTo>
                  <a:lnTo>
                    <a:pt x="508793" y="1575990"/>
                  </a:lnTo>
                  <a:lnTo>
                    <a:pt x="508793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ph107"/>
            <p:cNvSpPr/>
            <p:nvPr/>
          </p:nvSpPr>
          <p:spPr>
            <a:xfrm>
              <a:off x="2157513" y="174590"/>
              <a:ext cx="457200" cy="1655960"/>
            </a:xfrm>
            <a:custGeom>
              <a:avLst/>
              <a:pathLst>
                <a:path w="457200" h="1655960">
                  <a:moveTo>
                    <a:pt x="457200" y="1600200"/>
                  </a:moveTo>
                  <a:lnTo>
                    <a:pt x="457165" y="1602639"/>
                  </a:lnTo>
                  <a:lnTo>
                    <a:pt x="457061" y="1605037"/>
                  </a:lnTo>
                  <a:lnTo>
                    <a:pt x="456887" y="1607394"/>
                  </a:lnTo>
                  <a:lnTo>
                    <a:pt x="456644" y="1609709"/>
                  </a:lnTo>
                  <a:lnTo>
                    <a:pt x="456331" y="1611982"/>
                  </a:lnTo>
                  <a:lnTo>
                    <a:pt x="455949" y="1614213"/>
                  </a:lnTo>
                  <a:lnTo>
                    <a:pt x="455498" y="1616403"/>
                  </a:lnTo>
                  <a:lnTo>
                    <a:pt x="454977" y="1618551"/>
                  </a:lnTo>
                  <a:lnTo>
                    <a:pt x="454387" y="1620657"/>
                  </a:lnTo>
                  <a:lnTo>
                    <a:pt x="453727" y="1622722"/>
                  </a:lnTo>
                  <a:lnTo>
                    <a:pt x="453017" y="1624738"/>
                  </a:lnTo>
                  <a:lnTo>
                    <a:pt x="452239" y="1626699"/>
                  </a:lnTo>
                  <a:lnTo>
                    <a:pt x="451390" y="1628604"/>
                  </a:lnTo>
                  <a:lnTo>
                    <a:pt x="450472" y="1630453"/>
                  </a:lnTo>
                  <a:lnTo>
                    <a:pt x="449485" y="1632247"/>
                  </a:lnTo>
                  <a:lnTo>
                    <a:pt x="448429" y="1633985"/>
                  </a:lnTo>
                  <a:lnTo>
                    <a:pt x="447302" y="1635668"/>
                  </a:lnTo>
                  <a:lnTo>
                    <a:pt x="446107" y="1637295"/>
                  </a:lnTo>
                  <a:lnTo>
                    <a:pt x="444842" y="1638867"/>
                  </a:lnTo>
                  <a:lnTo>
                    <a:pt x="443507" y="1640383"/>
                  </a:lnTo>
                  <a:lnTo>
                    <a:pt x="442104" y="1641820"/>
                  </a:lnTo>
                  <a:lnTo>
                    <a:pt x="440634" y="1643193"/>
                  </a:lnTo>
                  <a:lnTo>
                    <a:pt x="439096" y="1644503"/>
                  </a:lnTo>
                  <a:lnTo>
                    <a:pt x="437491" y="1645749"/>
                  </a:lnTo>
                  <a:lnTo>
                    <a:pt x="435818" y="1646932"/>
                  </a:lnTo>
                  <a:lnTo>
                    <a:pt x="434078" y="1648051"/>
                  </a:lnTo>
                  <a:lnTo>
                    <a:pt x="432270" y="1649106"/>
                  </a:lnTo>
                  <a:lnTo>
                    <a:pt x="430395" y="1650099"/>
                  </a:lnTo>
                  <a:lnTo>
                    <a:pt x="428452" y="1651027"/>
                  </a:lnTo>
                  <a:lnTo>
                    <a:pt x="426442" y="1651892"/>
                  </a:lnTo>
                  <a:lnTo>
                    <a:pt x="424364" y="1652665"/>
                  </a:lnTo>
                  <a:lnTo>
                    <a:pt x="422219" y="1653357"/>
                  </a:lnTo>
                  <a:lnTo>
                    <a:pt x="420006" y="1653967"/>
                  </a:lnTo>
                  <a:lnTo>
                    <a:pt x="417726" y="1654496"/>
                  </a:lnTo>
                  <a:lnTo>
                    <a:pt x="415379" y="1654943"/>
                  </a:lnTo>
                  <a:lnTo>
                    <a:pt x="412964" y="1655310"/>
                  </a:lnTo>
                  <a:lnTo>
                    <a:pt x="410481" y="1655594"/>
                  </a:lnTo>
                  <a:lnTo>
                    <a:pt x="407931" y="1655798"/>
                  </a:lnTo>
                  <a:lnTo>
                    <a:pt x="405314" y="1655920"/>
                  </a:lnTo>
                  <a:lnTo>
                    <a:pt x="402629" y="1655960"/>
                  </a:lnTo>
                  <a:lnTo>
                    <a:pt x="400041" y="1655920"/>
                  </a:lnTo>
                  <a:lnTo>
                    <a:pt x="397513" y="1655798"/>
                  </a:lnTo>
                  <a:lnTo>
                    <a:pt x="395048" y="1655594"/>
                  </a:lnTo>
                  <a:lnTo>
                    <a:pt x="392644" y="1655310"/>
                  </a:lnTo>
                  <a:lnTo>
                    <a:pt x="390301" y="1654943"/>
                  </a:lnTo>
                  <a:lnTo>
                    <a:pt x="388020" y="1654496"/>
                  </a:lnTo>
                  <a:lnTo>
                    <a:pt x="385801" y="1653967"/>
                  </a:lnTo>
                  <a:lnTo>
                    <a:pt x="383643" y="1653357"/>
                  </a:lnTo>
                  <a:lnTo>
                    <a:pt x="381546" y="1652665"/>
                  </a:lnTo>
                  <a:lnTo>
                    <a:pt x="379511" y="1651892"/>
                  </a:lnTo>
                  <a:lnTo>
                    <a:pt x="377539" y="1651046"/>
                  </a:lnTo>
                  <a:lnTo>
                    <a:pt x="375630" y="1650134"/>
                  </a:lnTo>
                  <a:lnTo>
                    <a:pt x="373784" y="1649157"/>
                  </a:lnTo>
                  <a:lnTo>
                    <a:pt x="372002" y="1648114"/>
                  </a:lnTo>
                  <a:lnTo>
                    <a:pt x="370284" y="1647006"/>
                  </a:lnTo>
                  <a:lnTo>
                    <a:pt x="368629" y="1645832"/>
                  </a:lnTo>
                  <a:lnTo>
                    <a:pt x="367037" y="1644593"/>
                  </a:lnTo>
                  <a:lnTo>
                    <a:pt x="365509" y="1643288"/>
                  </a:lnTo>
                  <a:lnTo>
                    <a:pt x="364045" y="1641918"/>
                  </a:lnTo>
                  <a:lnTo>
                    <a:pt x="362644" y="1640482"/>
                  </a:lnTo>
                  <a:lnTo>
                    <a:pt x="361327" y="1638985"/>
                  </a:lnTo>
                  <a:lnTo>
                    <a:pt x="360076" y="1637430"/>
                  </a:lnTo>
                  <a:lnTo>
                    <a:pt x="358891" y="1635818"/>
                  </a:lnTo>
                  <a:lnTo>
                    <a:pt x="357770" y="1634148"/>
                  </a:lnTo>
                  <a:lnTo>
                    <a:pt x="356716" y="1632421"/>
                  </a:lnTo>
                  <a:lnTo>
                    <a:pt x="355727" y="1630636"/>
                  </a:lnTo>
                  <a:lnTo>
                    <a:pt x="354803" y="1628793"/>
                  </a:lnTo>
                  <a:lnTo>
                    <a:pt x="353945" y="1626893"/>
                  </a:lnTo>
                  <a:lnTo>
                    <a:pt x="353152" y="1624936"/>
                  </a:lnTo>
                  <a:lnTo>
                    <a:pt x="352425" y="1622921"/>
                  </a:lnTo>
                  <a:lnTo>
                    <a:pt x="351765" y="1620836"/>
                  </a:lnTo>
                  <a:lnTo>
                    <a:pt x="351174" y="1618710"/>
                  </a:lnTo>
                  <a:lnTo>
                    <a:pt x="350653" y="1616542"/>
                  </a:lnTo>
                  <a:lnTo>
                    <a:pt x="350202" y="1614332"/>
                  </a:lnTo>
                  <a:lnTo>
                    <a:pt x="349820" y="1612081"/>
                  </a:lnTo>
                  <a:lnTo>
                    <a:pt x="349507" y="1609788"/>
                  </a:lnTo>
                  <a:lnTo>
                    <a:pt x="349264" y="1607453"/>
                  </a:lnTo>
                  <a:lnTo>
                    <a:pt x="349091" y="1605077"/>
                  </a:lnTo>
                  <a:lnTo>
                    <a:pt x="348987" y="1602659"/>
                  </a:lnTo>
                  <a:lnTo>
                    <a:pt x="348952" y="1600200"/>
                  </a:lnTo>
                  <a:lnTo>
                    <a:pt x="348985" y="1597817"/>
                  </a:lnTo>
                  <a:lnTo>
                    <a:pt x="349083" y="1595473"/>
                  </a:lnTo>
                  <a:lnTo>
                    <a:pt x="349247" y="1593166"/>
                  </a:lnTo>
                  <a:lnTo>
                    <a:pt x="349476" y="1590897"/>
                  </a:lnTo>
                  <a:lnTo>
                    <a:pt x="349770" y="1588665"/>
                  </a:lnTo>
                  <a:lnTo>
                    <a:pt x="350131" y="1586472"/>
                  </a:lnTo>
                  <a:lnTo>
                    <a:pt x="350556" y="1584316"/>
                  </a:lnTo>
                  <a:lnTo>
                    <a:pt x="351047" y="1582197"/>
                  </a:lnTo>
                  <a:lnTo>
                    <a:pt x="351604" y="1580117"/>
                  </a:lnTo>
                  <a:lnTo>
                    <a:pt x="352226" y="1578074"/>
                  </a:lnTo>
                  <a:lnTo>
                    <a:pt x="352934" y="1576058"/>
                  </a:lnTo>
                  <a:lnTo>
                    <a:pt x="353710" y="1574097"/>
                  </a:lnTo>
                  <a:lnTo>
                    <a:pt x="354554" y="1572192"/>
                  </a:lnTo>
                  <a:lnTo>
                    <a:pt x="355465" y="1570343"/>
                  </a:lnTo>
                  <a:lnTo>
                    <a:pt x="356443" y="1568549"/>
                  </a:lnTo>
                  <a:lnTo>
                    <a:pt x="357489" y="1566810"/>
                  </a:lnTo>
                  <a:lnTo>
                    <a:pt x="358602" y="1565128"/>
                  </a:lnTo>
                  <a:lnTo>
                    <a:pt x="359783" y="1563500"/>
                  </a:lnTo>
                  <a:lnTo>
                    <a:pt x="361031" y="1561929"/>
                  </a:lnTo>
                  <a:lnTo>
                    <a:pt x="362346" y="1560413"/>
                  </a:lnTo>
                  <a:lnTo>
                    <a:pt x="363730" y="1558957"/>
                  </a:lnTo>
                  <a:lnTo>
                    <a:pt x="365184" y="1557567"/>
                  </a:lnTo>
                  <a:lnTo>
                    <a:pt x="366707" y="1556243"/>
                  </a:lnTo>
                  <a:lnTo>
                    <a:pt x="368300" y="1554984"/>
                  </a:lnTo>
                  <a:lnTo>
                    <a:pt x="369961" y="1553790"/>
                  </a:lnTo>
                  <a:lnTo>
                    <a:pt x="371693" y="1552662"/>
                  </a:lnTo>
                  <a:lnTo>
                    <a:pt x="373494" y="1551599"/>
                  </a:lnTo>
                  <a:lnTo>
                    <a:pt x="375364" y="1550602"/>
                  </a:lnTo>
                  <a:lnTo>
                    <a:pt x="377304" y="1549670"/>
                  </a:lnTo>
                  <a:lnTo>
                    <a:pt x="379313" y="1548804"/>
                  </a:lnTo>
                  <a:lnTo>
                    <a:pt x="381391" y="1548012"/>
                  </a:lnTo>
                  <a:lnTo>
                    <a:pt x="383540" y="1547304"/>
                  </a:lnTo>
                  <a:lnTo>
                    <a:pt x="385757" y="1546679"/>
                  </a:lnTo>
                  <a:lnTo>
                    <a:pt x="388044" y="1546137"/>
                  </a:lnTo>
                  <a:lnTo>
                    <a:pt x="390400" y="1545679"/>
                  </a:lnTo>
                  <a:lnTo>
                    <a:pt x="392826" y="1545304"/>
                  </a:lnTo>
                  <a:lnTo>
                    <a:pt x="395322" y="1545012"/>
                  </a:lnTo>
                  <a:lnTo>
                    <a:pt x="397887" y="1544804"/>
                  </a:lnTo>
                  <a:lnTo>
                    <a:pt x="400521" y="1544679"/>
                  </a:lnTo>
                  <a:lnTo>
                    <a:pt x="403225" y="1544637"/>
                  </a:lnTo>
                  <a:lnTo>
                    <a:pt x="406079" y="1544679"/>
                  </a:lnTo>
                  <a:lnTo>
                    <a:pt x="408848" y="1544804"/>
                  </a:lnTo>
                  <a:lnTo>
                    <a:pt x="411532" y="1545012"/>
                  </a:lnTo>
                  <a:lnTo>
                    <a:pt x="414131" y="1545304"/>
                  </a:lnTo>
                  <a:lnTo>
                    <a:pt x="416644" y="1545679"/>
                  </a:lnTo>
                  <a:lnTo>
                    <a:pt x="419072" y="1546137"/>
                  </a:lnTo>
                  <a:lnTo>
                    <a:pt x="421414" y="1546679"/>
                  </a:lnTo>
                  <a:lnTo>
                    <a:pt x="423672" y="1547304"/>
                  </a:lnTo>
                  <a:lnTo>
                    <a:pt x="425843" y="1548012"/>
                  </a:lnTo>
                  <a:lnTo>
                    <a:pt x="427930" y="1548804"/>
                  </a:lnTo>
                  <a:lnTo>
                    <a:pt x="429936" y="1549670"/>
                  </a:lnTo>
                  <a:lnTo>
                    <a:pt x="431867" y="1550602"/>
                  </a:lnTo>
                  <a:lnTo>
                    <a:pt x="433722" y="1551599"/>
                  </a:lnTo>
                  <a:lnTo>
                    <a:pt x="435502" y="1552662"/>
                  </a:lnTo>
                  <a:lnTo>
                    <a:pt x="437207" y="1553790"/>
                  </a:lnTo>
                  <a:lnTo>
                    <a:pt x="438836" y="1554984"/>
                  </a:lnTo>
                  <a:lnTo>
                    <a:pt x="440390" y="1556243"/>
                  </a:lnTo>
                  <a:lnTo>
                    <a:pt x="441868" y="1557567"/>
                  </a:lnTo>
                  <a:lnTo>
                    <a:pt x="443271" y="1558957"/>
                  </a:lnTo>
                  <a:lnTo>
                    <a:pt x="444599" y="1560413"/>
                  </a:lnTo>
                  <a:lnTo>
                    <a:pt x="445873" y="1561910"/>
                  </a:lnTo>
                  <a:lnTo>
                    <a:pt x="447075" y="1563465"/>
                  </a:lnTo>
                  <a:lnTo>
                    <a:pt x="448206" y="1565077"/>
                  </a:lnTo>
                  <a:lnTo>
                    <a:pt x="449266" y="1566747"/>
                  </a:lnTo>
                  <a:lnTo>
                    <a:pt x="450254" y="1568474"/>
                  </a:lnTo>
                  <a:lnTo>
                    <a:pt x="451171" y="1570259"/>
                  </a:lnTo>
                  <a:lnTo>
                    <a:pt x="452016" y="1572102"/>
                  </a:lnTo>
                  <a:lnTo>
                    <a:pt x="452790" y="1574002"/>
                  </a:lnTo>
                  <a:lnTo>
                    <a:pt x="453493" y="1575959"/>
                  </a:lnTo>
                  <a:lnTo>
                    <a:pt x="454124" y="1577975"/>
                  </a:lnTo>
                  <a:lnTo>
                    <a:pt x="454708" y="1580018"/>
                  </a:lnTo>
                  <a:lnTo>
                    <a:pt x="455231" y="1582102"/>
                  </a:lnTo>
                  <a:lnTo>
                    <a:pt x="455692" y="1584225"/>
                  </a:lnTo>
                  <a:lnTo>
                    <a:pt x="456092" y="1586388"/>
                  </a:lnTo>
                  <a:lnTo>
                    <a:pt x="456431" y="1588591"/>
                  </a:lnTo>
                  <a:lnTo>
                    <a:pt x="456707" y="1590833"/>
                  </a:lnTo>
                  <a:lnTo>
                    <a:pt x="456923" y="1593115"/>
                  </a:lnTo>
                  <a:lnTo>
                    <a:pt x="457076" y="1595437"/>
                  </a:lnTo>
                  <a:lnTo>
                    <a:pt x="457169" y="1597798"/>
                  </a:lnTo>
                  <a:close/>
                  <a:moveTo>
                    <a:pt x="428029" y="1600200"/>
                  </a:moveTo>
                  <a:lnTo>
                    <a:pt x="427967" y="1596475"/>
                  </a:lnTo>
                  <a:lnTo>
                    <a:pt x="427779" y="1592961"/>
                  </a:lnTo>
                  <a:lnTo>
                    <a:pt x="427467" y="1589657"/>
                  </a:lnTo>
                  <a:lnTo>
                    <a:pt x="427029" y="1586563"/>
                  </a:lnTo>
                  <a:lnTo>
                    <a:pt x="426466" y="1583680"/>
                  </a:lnTo>
                  <a:lnTo>
                    <a:pt x="425779" y="1581007"/>
                  </a:lnTo>
                  <a:lnTo>
                    <a:pt x="424966" y="1578544"/>
                  </a:lnTo>
                  <a:lnTo>
                    <a:pt x="424029" y="1576292"/>
                  </a:lnTo>
                  <a:lnTo>
                    <a:pt x="422966" y="1574250"/>
                  </a:lnTo>
                  <a:lnTo>
                    <a:pt x="421778" y="1572418"/>
                  </a:lnTo>
                  <a:lnTo>
                    <a:pt x="420472" y="1570778"/>
                  </a:lnTo>
                  <a:lnTo>
                    <a:pt x="419052" y="1569311"/>
                  </a:lnTo>
                  <a:lnTo>
                    <a:pt x="417519" y="1568016"/>
                  </a:lnTo>
                  <a:lnTo>
                    <a:pt x="415873" y="1566894"/>
                  </a:lnTo>
                  <a:lnTo>
                    <a:pt x="414114" y="1565944"/>
                  </a:lnTo>
                  <a:lnTo>
                    <a:pt x="412242" y="1565167"/>
                  </a:lnTo>
                  <a:lnTo>
                    <a:pt x="410256" y="1564563"/>
                  </a:lnTo>
                  <a:lnTo>
                    <a:pt x="408158" y="1564132"/>
                  </a:lnTo>
                  <a:lnTo>
                    <a:pt x="405946" y="1563873"/>
                  </a:lnTo>
                  <a:lnTo>
                    <a:pt x="403621" y="1563786"/>
                  </a:lnTo>
                  <a:lnTo>
                    <a:pt x="401218" y="1563874"/>
                  </a:lnTo>
                  <a:lnTo>
                    <a:pt x="398930" y="1564135"/>
                  </a:lnTo>
                  <a:lnTo>
                    <a:pt x="396757" y="1564572"/>
                  </a:lnTo>
                  <a:lnTo>
                    <a:pt x="394700" y="1565183"/>
                  </a:lnTo>
                  <a:lnTo>
                    <a:pt x="392757" y="1565969"/>
                  </a:lnTo>
                  <a:lnTo>
                    <a:pt x="390929" y="1566929"/>
                  </a:lnTo>
                  <a:lnTo>
                    <a:pt x="389217" y="1568065"/>
                  </a:lnTo>
                  <a:lnTo>
                    <a:pt x="387619" y="1569374"/>
                  </a:lnTo>
                  <a:lnTo>
                    <a:pt x="386137" y="1570859"/>
                  </a:lnTo>
                  <a:lnTo>
                    <a:pt x="384770" y="1572517"/>
                  </a:lnTo>
                  <a:lnTo>
                    <a:pt x="383526" y="1574366"/>
                  </a:lnTo>
                  <a:lnTo>
                    <a:pt x="382412" y="1576419"/>
                  </a:lnTo>
                  <a:lnTo>
                    <a:pt x="381430" y="1578676"/>
                  </a:lnTo>
                  <a:lnTo>
                    <a:pt x="380579" y="1581138"/>
                  </a:lnTo>
                  <a:lnTo>
                    <a:pt x="379858" y="1583804"/>
                  </a:lnTo>
                  <a:lnTo>
                    <a:pt x="379269" y="1586674"/>
                  </a:lnTo>
                  <a:lnTo>
                    <a:pt x="378811" y="1589749"/>
                  </a:lnTo>
                  <a:lnTo>
                    <a:pt x="378483" y="1593028"/>
                  </a:lnTo>
                  <a:lnTo>
                    <a:pt x="378287" y="1596512"/>
                  </a:lnTo>
                  <a:lnTo>
                    <a:pt x="378221" y="1600200"/>
                  </a:lnTo>
                  <a:lnTo>
                    <a:pt x="378238" y="1602098"/>
                  </a:lnTo>
                  <a:lnTo>
                    <a:pt x="378289" y="1603942"/>
                  </a:lnTo>
                  <a:lnTo>
                    <a:pt x="378373" y="1605733"/>
                  </a:lnTo>
                  <a:lnTo>
                    <a:pt x="378491" y="1607470"/>
                  </a:lnTo>
                  <a:lnTo>
                    <a:pt x="378643" y="1609154"/>
                  </a:lnTo>
                  <a:lnTo>
                    <a:pt x="378829" y="1610784"/>
                  </a:lnTo>
                  <a:lnTo>
                    <a:pt x="379048" y="1612361"/>
                  </a:lnTo>
                  <a:lnTo>
                    <a:pt x="379301" y="1613884"/>
                  </a:lnTo>
                  <a:lnTo>
                    <a:pt x="379588" y="1615353"/>
                  </a:lnTo>
                  <a:lnTo>
                    <a:pt x="379908" y="1616769"/>
                  </a:lnTo>
                  <a:lnTo>
                    <a:pt x="380279" y="1618133"/>
                  </a:lnTo>
                  <a:lnTo>
                    <a:pt x="380678" y="1619448"/>
                  </a:lnTo>
                  <a:lnTo>
                    <a:pt x="381105" y="1620713"/>
                  </a:lnTo>
                  <a:lnTo>
                    <a:pt x="381559" y="1621928"/>
                  </a:lnTo>
                  <a:lnTo>
                    <a:pt x="382041" y="1623094"/>
                  </a:lnTo>
                  <a:lnTo>
                    <a:pt x="382551" y="1624210"/>
                  </a:lnTo>
                  <a:lnTo>
                    <a:pt x="383089" y="1625277"/>
                  </a:lnTo>
                  <a:lnTo>
                    <a:pt x="383655" y="1626294"/>
                  </a:lnTo>
                  <a:lnTo>
                    <a:pt x="384248" y="1627261"/>
                  </a:lnTo>
                  <a:lnTo>
                    <a:pt x="384869" y="1628179"/>
                  </a:lnTo>
                  <a:lnTo>
                    <a:pt x="385517" y="1629049"/>
                  </a:lnTo>
                  <a:lnTo>
                    <a:pt x="386191" y="1629874"/>
                  </a:lnTo>
                  <a:lnTo>
                    <a:pt x="386890" y="1630653"/>
                  </a:lnTo>
                  <a:lnTo>
                    <a:pt x="387615" y="1631386"/>
                  </a:lnTo>
                  <a:lnTo>
                    <a:pt x="388366" y="1632074"/>
                  </a:lnTo>
                  <a:lnTo>
                    <a:pt x="389143" y="1632715"/>
                  </a:lnTo>
                  <a:lnTo>
                    <a:pt x="389946" y="1633312"/>
                  </a:lnTo>
                  <a:lnTo>
                    <a:pt x="390775" y="1633862"/>
                  </a:lnTo>
                  <a:lnTo>
                    <a:pt x="391629" y="1634367"/>
                  </a:lnTo>
                  <a:lnTo>
                    <a:pt x="392509" y="1634827"/>
                  </a:lnTo>
                  <a:lnTo>
                    <a:pt x="393411" y="1635223"/>
                  </a:lnTo>
                  <a:lnTo>
                    <a:pt x="394331" y="1635577"/>
                  </a:lnTo>
                  <a:lnTo>
                    <a:pt x="395268" y="1635889"/>
                  </a:lnTo>
                  <a:lnTo>
                    <a:pt x="396224" y="1636160"/>
                  </a:lnTo>
                  <a:lnTo>
                    <a:pt x="397197" y="1636390"/>
                  </a:lnTo>
                  <a:lnTo>
                    <a:pt x="398188" y="1636577"/>
                  </a:lnTo>
                  <a:lnTo>
                    <a:pt x="399197" y="1636723"/>
                  </a:lnTo>
                  <a:lnTo>
                    <a:pt x="400224" y="1636827"/>
                  </a:lnTo>
                  <a:lnTo>
                    <a:pt x="401269" y="1636890"/>
                  </a:lnTo>
                  <a:lnTo>
                    <a:pt x="402332" y="1636910"/>
                  </a:lnTo>
                  <a:lnTo>
                    <a:pt x="403548" y="1636890"/>
                  </a:lnTo>
                  <a:lnTo>
                    <a:pt x="404737" y="1636827"/>
                  </a:lnTo>
                  <a:lnTo>
                    <a:pt x="405897" y="1636723"/>
                  </a:lnTo>
                  <a:lnTo>
                    <a:pt x="407031" y="1636577"/>
                  </a:lnTo>
                  <a:lnTo>
                    <a:pt x="408136" y="1636390"/>
                  </a:lnTo>
                  <a:lnTo>
                    <a:pt x="409213" y="1636160"/>
                  </a:lnTo>
                  <a:lnTo>
                    <a:pt x="410263" y="1635889"/>
                  </a:lnTo>
                  <a:lnTo>
                    <a:pt x="411285" y="1635577"/>
                  </a:lnTo>
                  <a:lnTo>
                    <a:pt x="412279" y="1635223"/>
                  </a:lnTo>
                  <a:lnTo>
                    <a:pt x="413246" y="1634827"/>
                  </a:lnTo>
                  <a:lnTo>
                    <a:pt x="414202" y="1634367"/>
                  </a:lnTo>
                  <a:lnTo>
                    <a:pt x="415127" y="1633862"/>
                  </a:lnTo>
                  <a:lnTo>
                    <a:pt x="416020" y="1633312"/>
                  </a:lnTo>
                  <a:lnTo>
                    <a:pt x="416881" y="1632715"/>
                  </a:lnTo>
                  <a:lnTo>
                    <a:pt x="417710" y="1632074"/>
                  </a:lnTo>
                  <a:lnTo>
                    <a:pt x="418508" y="1631386"/>
                  </a:lnTo>
                  <a:lnTo>
                    <a:pt x="419274" y="1630653"/>
                  </a:lnTo>
                  <a:lnTo>
                    <a:pt x="420008" y="1629874"/>
                  </a:lnTo>
                  <a:lnTo>
                    <a:pt x="420711" y="1629049"/>
                  </a:lnTo>
                  <a:lnTo>
                    <a:pt x="421382" y="1628179"/>
                  </a:lnTo>
                  <a:lnTo>
                    <a:pt x="422021" y="1627261"/>
                  </a:lnTo>
                  <a:lnTo>
                    <a:pt x="422628" y="1626294"/>
                  </a:lnTo>
                  <a:lnTo>
                    <a:pt x="423203" y="1625277"/>
                  </a:lnTo>
                  <a:lnTo>
                    <a:pt x="423747" y="1624210"/>
                  </a:lnTo>
                  <a:lnTo>
                    <a:pt x="424259" y="1623094"/>
                  </a:lnTo>
                  <a:lnTo>
                    <a:pt x="424739" y="1621928"/>
                  </a:lnTo>
                  <a:lnTo>
                    <a:pt x="425188" y="1620713"/>
                  </a:lnTo>
                  <a:lnTo>
                    <a:pt x="425604" y="1619448"/>
                  </a:lnTo>
                  <a:lnTo>
                    <a:pt x="425989" y="1618133"/>
                  </a:lnTo>
                  <a:lnTo>
                    <a:pt x="426342" y="1616769"/>
                  </a:lnTo>
                  <a:lnTo>
                    <a:pt x="426663" y="1615353"/>
                  </a:lnTo>
                  <a:lnTo>
                    <a:pt x="426950" y="1613884"/>
                  </a:lnTo>
                  <a:lnTo>
                    <a:pt x="427203" y="1612361"/>
                  </a:lnTo>
                  <a:lnTo>
                    <a:pt x="427422" y="1610784"/>
                  </a:lnTo>
                  <a:lnTo>
                    <a:pt x="427608" y="1609154"/>
                  </a:lnTo>
                  <a:lnTo>
                    <a:pt x="427759" y="1607470"/>
                  </a:lnTo>
                  <a:lnTo>
                    <a:pt x="427877" y="1605733"/>
                  </a:lnTo>
                  <a:lnTo>
                    <a:pt x="427962" y="1603942"/>
                  </a:lnTo>
                  <a:lnTo>
                    <a:pt x="428012" y="1602098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ph108"/>
            <p:cNvSpPr/>
            <p:nvPr/>
          </p:nvSpPr>
          <p:spPr>
            <a:xfrm>
              <a:off x="2212381" y="139863"/>
              <a:ext cx="478333" cy="1688703"/>
            </a:xfrm>
            <a:custGeom>
              <a:avLst/>
              <a:pathLst>
                <a:path w="478333" h="1688703">
                  <a:moveTo>
                    <a:pt x="457200" y="1600200"/>
                  </a:moveTo>
                  <a:lnTo>
                    <a:pt x="457200" y="1688703"/>
                  </a:lnTo>
                  <a:lnTo>
                    <a:pt x="429418" y="1688703"/>
                  </a:lnTo>
                  <a:lnTo>
                    <a:pt x="429418" y="1600200"/>
                  </a:lnTo>
                  <a:lnTo>
                    <a:pt x="413742" y="1600200"/>
                  </a:lnTo>
                  <a:lnTo>
                    <a:pt x="413742" y="1581348"/>
                  </a:lnTo>
                  <a:lnTo>
                    <a:pt x="429418" y="1581348"/>
                  </a:lnTo>
                  <a:lnTo>
                    <a:pt x="429418" y="1570136"/>
                  </a:lnTo>
                  <a:lnTo>
                    <a:pt x="429433" y="1568916"/>
                  </a:lnTo>
                  <a:lnTo>
                    <a:pt x="429478" y="1567715"/>
                  </a:lnTo>
                  <a:lnTo>
                    <a:pt x="429552" y="1566535"/>
                  </a:lnTo>
                  <a:lnTo>
                    <a:pt x="429656" y="1565374"/>
                  </a:lnTo>
                  <a:lnTo>
                    <a:pt x="429790" y="1564233"/>
                  </a:lnTo>
                  <a:lnTo>
                    <a:pt x="429954" y="1563112"/>
                  </a:lnTo>
                  <a:lnTo>
                    <a:pt x="430148" y="1562010"/>
                  </a:lnTo>
                  <a:lnTo>
                    <a:pt x="430371" y="1560929"/>
                  </a:lnTo>
                  <a:lnTo>
                    <a:pt x="430624" y="1559867"/>
                  </a:lnTo>
                  <a:lnTo>
                    <a:pt x="430907" y="1558825"/>
                  </a:lnTo>
                  <a:lnTo>
                    <a:pt x="431225" y="1557787"/>
                  </a:lnTo>
                  <a:lnTo>
                    <a:pt x="431585" y="1556777"/>
                  </a:lnTo>
                  <a:lnTo>
                    <a:pt x="431987" y="1555795"/>
                  </a:lnTo>
                  <a:lnTo>
                    <a:pt x="432431" y="1554841"/>
                  </a:lnTo>
                  <a:lnTo>
                    <a:pt x="432916" y="1553914"/>
                  </a:lnTo>
                  <a:lnTo>
                    <a:pt x="433443" y="1553015"/>
                  </a:lnTo>
                  <a:lnTo>
                    <a:pt x="434011" y="1552144"/>
                  </a:lnTo>
                  <a:lnTo>
                    <a:pt x="434621" y="1551301"/>
                  </a:lnTo>
                  <a:lnTo>
                    <a:pt x="435273" y="1550485"/>
                  </a:lnTo>
                  <a:lnTo>
                    <a:pt x="435967" y="1549697"/>
                  </a:lnTo>
                  <a:lnTo>
                    <a:pt x="436706" y="1548940"/>
                  </a:lnTo>
                  <a:lnTo>
                    <a:pt x="437495" y="1548217"/>
                  </a:lnTo>
                  <a:lnTo>
                    <a:pt x="438333" y="1547527"/>
                  </a:lnTo>
                  <a:lnTo>
                    <a:pt x="439221" y="1546871"/>
                  </a:lnTo>
                  <a:lnTo>
                    <a:pt x="440159" y="1546249"/>
                  </a:lnTo>
                  <a:lnTo>
                    <a:pt x="441146" y="1545661"/>
                  </a:lnTo>
                  <a:lnTo>
                    <a:pt x="442183" y="1545106"/>
                  </a:lnTo>
                  <a:lnTo>
                    <a:pt x="443269" y="1544585"/>
                  </a:lnTo>
                  <a:lnTo>
                    <a:pt x="444405" y="1544098"/>
                  </a:lnTo>
                  <a:lnTo>
                    <a:pt x="445591" y="1543645"/>
                  </a:lnTo>
                  <a:lnTo>
                    <a:pt x="446831" y="1543230"/>
                  </a:lnTo>
                  <a:lnTo>
                    <a:pt x="448131" y="1542859"/>
                  </a:lnTo>
                  <a:lnTo>
                    <a:pt x="449490" y="1542532"/>
                  </a:lnTo>
                  <a:lnTo>
                    <a:pt x="450909" y="1542248"/>
                  </a:lnTo>
                  <a:lnTo>
                    <a:pt x="452387" y="1542008"/>
                  </a:lnTo>
                  <a:lnTo>
                    <a:pt x="453925" y="1541811"/>
                  </a:lnTo>
                  <a:lnTo>
                    <a:pt x="455523" y="1541658"/>
                  </a:lnTo>
                  <a:lnTo>
                    <a:pt x="457180" y="1541549"/>
                  </a:lnTo>
                  <a:lnTo>
                    <a:pt x="458896" y="1541484"/>
                  </a:lnTo>
                  <a:lnTo>
                    <a:pt x="460672" y="1541462"/>
                  </a:lnTo>
                  <a:lnTo>
                    <a:pt x="461623" y="1541467"/>
                  </a:lnTo>
                  <a:lnTo>
                    <a:pt x="462569" y="1541482"/>
                  </a:lnTo>
                  <a:lnTo>
                    <a:pt x="463512" y="1541507"/>
                  </a:lnTo>
                  <a:lnTo>
                    <a:pt x="464450" y="1541541"/>
                  </a:lnTo>
                  <a:lnTo>
                    <a:pt x="465385" y="1541586"/>
                  </a:lnTo>
                  <a:lnTo>
                    <a:pt x="466316" y="1541641"/>
                  </a:lnTo>
                  <a:lnTo>
                    <a:pt x="467242" y="1541705"/>
                  </a:lnTo>
                  <a:lnTo>
                    <a:pt x="468165" y="1541780"/>
                  </a:lnTo>
                  <a:lnTo>
                    <a:pt x="469084" y="1541864"/>
                  </a:lnTo>
                  <a:lnTo>
                    <a:pt x="469999" y="1541958"/>
                  </a:lnTo>
                  <a:lnTo>
                    <a:pt x="470921" y="1542058"/>
                  </a:lnTo>
                  <a:lnTo>
                    <a:pt x="471824" y="1542161"/>
                  </a:lnTo>
                  <a:lnTo>
                    <a:pt x="472707" y="1542265"/>
                  </a:lnTo>
                  <a:lnTo>
                    <a:pt x="473571" y="1542371"/>
                  </a:lnTo>
                  <a:lnTo>
                    <a:pt x="474414" y="1542479"/>
                  </a:lnTo>
                  <a:lnTo>
                    <a:pt x="475237" y="1542589"/>
                  </a:lnTo>
                  <a:lnTo>
                    <a:pt x="476041" y="1542701"/>
                  </a:lnTo>
                  <a:lnTo>
                    <a:pt x="476825" y="1542815"/>
                  </a:lnTo>
                  <a:lnTo>
                    <a:pt x="477589" y="1542931"/>
                  </a:lnTo>
                  <a:lnTo>
                    <a:pt x="478333" y="1543050"/>
                  </a:lnTo>
                  <a:lnTo>
                    <a:pt x="478333" y="1561008"/>
                  </a:lnTo>
                  <a:lnTo>
                    <a:pt x="477971" y="1560931"/>
                  </a:lnTo>
                  <a:lnTo>
                    <a:pt x="477599" y="1560857"/>
                  </a:lnTo>
                  <a:lnTo>
                    <a:pt x="477217" y="1560788"/>
                  </a:lnTo>
                  <a:lnTo>
                    <a:pt x="476825" y="1560722"/>
                  </a:lnTo>
                  <a:lnTo>
                    <a:pt x="476423" y="1560661"/>
                  </a:lnTo>
                  <a:lnTo>
                    <a:pt x="476011" y="1560603"/>
                  </a:lnTo>
                  <a:lnTo>
                    <a:pt x="475590" y="1560550"/>
                  </a:lnTo>
                  <a:lnTo>
                    <a:pt x="475158" y="1560500"/>
                  </a:lnTo>
                  <a:lnTo>
                    <a:pt x="474717" y="1560454"/>
                  </a:lnTo>
                  <a:lnTo>
                    <a:pt x="474265" y="1560413"/>
                  </a:lnTo>
                  <a:lnTo>
                    <a:pt x="473832" y="1560356"/>
                  </a:lnTo>
                  <a:lnTo>
                    <a:pt x="473404" y="1560306"/>
                  </a:lnTo>
                  <a:lnTo>
                    <a:pt x="472982" y="1560261"/>
                  </a:lnTo>
                  <a:lnTo>
                    <a:pt x="472567" y="1560222"/>
                  </a:lnTo>
                  <a:lnTo>
                    <a:pt x="472157" y="1560190"/>
                  </a:lnTo>
                  <a:lnTo>
                    <a:pt x="471753" y="1560163"/>
                  </a:lnTo>
                  <a:lnTo>
                    <a:pt x="471355" y="1560142"/>
                  </a:lnTo>
                  <a:lnTo>
                    <a:pt x="470963" y="1560127"/>
                  </a:lnTo>
                  <a:lnTo>
                    <a:pt x="470577" y="1560118"/>
                  </a:lnTo>
                  <a:lnTo>
                    <a:pt x="470197" y="1560115"/>
                  </a:lnTo>
                  <a:lnTo>
                    <a:pt x="469436" y="1560123"/>
                  </a:lnTo>
                  <a:lnTo>
                    <a:pt x="468701" y="1560147"/>
                  </a:lnTo>
                  <a:lnTo>
                    <a:pt x="467992" y="1560187"/>
                  </a:lnTo>
                  <a:lnTo>
                    <a:pt x="467308" y="1560242"/>
                  </a:lnTo>
                  <a:lnTo>
                    <a:pt x="466650" y="1560314"/>
                  </a:lnTo>
                  <a:lnTo>
                    <a:pt x="466018" y="1560401"/>
                  </a:lnTo>
                  <a:lnTo>
                    <a:pt x="465412" y="1560504"/>
                  </a:lnTo>
                  <a:lnTo>
                    <a:pt x="464831" y="1560623"/>
                  </a:lnTo>
                  <a:lnTo>
                    <a:pt x="464277" y="1560758"/>
                  </a:lnTo>
                  <a:lnTo>
                    <a:pt x="463748" y="1560909"/>
                  </a:lnTo>
                  <a:lnTo>
                    <a:pt x="463262" y="1561076"/>
                  </a:lnTo>
                  <a:lnTo>
                    <a:pt x="462795" y="1561258"/>
                  </a:lnTo>
                  <a:lnTo>
                    <a:pt x="462349" y="1561457"/>
                  </a:lnTo>
                  <a:lnTo>
                    <a:pt x="461922" y="1561671"/>
                  </a:lnTo>
                  <a:lnTo>
                    <a:pt x="461516" y="1561901"/>
                  </a:lnTo>
                  <a:lnTo>
                    <a:pt x="461129" y="1562147"/>
                  </a:lnTo>
                  <a:lnTo>
                    <a:pt x="460761" y="1562409"/>
                  </a:lnTo>
                  <a:lnTo>
                    <a:pt x="460414" y="1562687"/>
                  </a:lnTo>
                  <a:lnTo>
                    <a:pt x="460087" y="1562981"/>
                  </a:lnTo>
                  <a:lnTo>
                    <a:pt x="459779" y="1563290"/>
                  </a:lnTo>
                  <a:lnTo>
                    <a:pt x="459509" y="1563617"/>
                  </a:lnTo>
                  <a:lnTo>
                    <a:pt x="459255" y="1563961"/>
                  </a:lnTo>
                  <a:lnTo>
                    <a:pt x="459017" y="1564323"/>
                  </a:lnTo>
                  <a:lnTo>
                    <a:pt x="458795" y="1564703"/>
                  </a:lnTo>
                  <a:lnTo>
                    <a:pt x="458589" y="1565101"/>
                  </a:lnTo>
                  <a:lnTo>
                    <a:pt x="458398" y="1565517"/>
                  </a:lnTo>
                  <a:lnTo>
                    <a:pt x="458223" y="1565950"/>
                  </a:lnTo>
                  <a:lnTo>
                    <a:pt x="458065" y="1566402"/>
                  </a:lnTo>
                  <a:lnTo>
                    <a:pt x="457922" y="1566871"/>
                  </a:lnTo>
                  <a:lnTo>
                    <a:pt x="457795" y="1567358"/>
                  </a:lnTo>
                  <a:lnTo>
                    <a:pt x="457682" y="1567842"/>
                  </a:lnTo>
                  <a:lnTo>
                    <a:pt x="457581" y="1568342"/>
                  </a:lnTo>
                  <a:lnTo>
                    <a:pt x="457491" y="1568858"/>
                  </a:lnTo>
                  <a:lnTo>
                    <a:pt x="457414" y="1569390"/>
                  </a:lnTo>
                  <a:lnTo>
                    <a:pt x="457348" y="1569938"/>
                  </a:lnTo>
                  <a:lnTo>
                    <a:pt x="457295" y="1570501"/>
                  </a:lnTo>
                  <a:lnTo>
                    <a:pt x="457253" y="1571081"/>
                  </a:lnTo>
                  <a:lnTo>
                    <a:pt x="457223" y="1571676"/>
                  </a:lnTo>
                  <a:lnTo>
                    <a:pt x="457205" y="1572287"/>
                  </a:lnTo>
                  <a:lnTo>
                    <a:pt x="457200" y="1572914"/>
                  </a:lnTo>
                  <a:lnTo>
                    <a:pt x="457200" y="1581348"/>
                  </a:lnTo>
                  <a:lnTo>
                    <a:pt x="478333" y="1581348"/>
                  </a:lnTo>
                  <a:lnTo>
                    <a:pt x="478333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ph109"/>
            <p:cNvSpPr/>
            <p:nvPr/>
          </p:nvSpPr>
          <p:spPr>
            <a:xfrm>
              <a:off x="2241055" y="187786"/>
              <a:ext cx="508793" cy="1600200"/>
            </a:xfrm>
            <a:custGeom>
              <a:avLst/>
              <a:pathLst>
                <a:path w="508793" h="1600200">
                  <a:moveTo>
                    <a:pt x="457200" y="1600200"/>
                  </a:moveTo>
                  <a:lnTo>
                    <a:pt x="457200" y="1575990"/>
                  </a:lnTo>
                  <a:lnTo>
                    <a:pt x="508793" y="1575990"/>
                  </a:lnTo>
                  <a:lnTo>
                    <a:pt x="508793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ph110"/>
            <p:cNvSpPr/>
            <p:nvPr/>
          </p:nvSpPr>
          <p:spPr>
            <a:xfrm>
              <a:off x="2428380" y="188084"/>
              <a:ext cx="457200" cy="1642467"/>
            </a:xfrm>
            <a:custGeom>
              <a:avLst/>
              <a:pathLst>
                <a:path w="457200" h="1642467">
                  <a:moveTo>
                    <a:pt x="457200" y="1600200"/>
                  </a:moveTo>
                  <a:lnTo>
                    <a:pt x="457165" y="1602088"/>
                  </a:lnTo>
                  <a:lnTo>
                    <a:pt x="457061" y="1603942"/>
                  </a:lnTo>
                  <a:lnTo>
                    <a:pt x="456887" y="1605763"/>
                  </a:lnTo>
                  <a:lnTo>
                    <a:pt x="456644" y="1607550"/>
                  </a:lnTo>
                  <a:lnTo>
                    <a:pt x="456331" y="1609303"/>
                  </a:lnTo>
                  <a:lnTo>
                    <a:pt x="455949" y="1611022"/>
                  </a:lnTo>
                  <a:lnTo>
                    <a:pt x="455498" y="1612708"/>
                  </a:lnTo>
                  <a:lnTo>
                    <a:pt x="454977" y="1614360"/>
                  </a:lnTo>
                  <a:lnTo>
                    <a:pt x="454387" y="1615978"/>
                  </a:lnTo>
                  <a:lnTo>
                    <a:pt x="453727" y="1617563"/>
                  </a:lnTo>
                  <a:lnTo>
                    <a:pt x="452994" y="1619089"/>
                  </a:lnTo>
                  <a:lnTo>
                    <a:pt x="452183" y="1620571"/>
                  </a:lnTo>
                  <a:lnTo>
                    <a:pt x="451295" y="1622010"/>
                  </a:lnTo>
                  <a:lnTo>
                    <a:pt x="450330" y="1623405"/>
                  </a:lnTo>
                  <a:lnTo>
                    <a:pt x="449287" y="1624756"/>
                  </a:lnTo>
                  <a:lnTo>
                    <a:pt x="448167" y="1626064"/>
                  </a:lnTo>
                  <a:lnTo>
                    <a:pt x="446969" y="1627328"/>
                  </a:lnTo>
                  <a:lnTo>
                    <a:pt x="445694" y="1628548"/>
                  </a:lnTo>
                  <a:lnTo>
                    <a:pt x="444342" y="1629725"/>
                  </a:lnTo>
                  <a:lnTo>
                    <a:pt x="442912" y="1630858"/>
                  </a:lnTo>
                  <a:lnTo>
                    <a:pt x="441422" y="1631945"/>
                  </a:lnTo>
                  <a:lnTo>
                    <a:pt x="439848" y="1632981"/>
                  </a:lnTo>
                  <a:lnTo>
                    <a:pt x="438191" y="1633969"/>
                  </a:lnTo>
                  <a:lnTo>
                    <a:pt x="436451" y="1634906"/>
                  </a:lnTo>
                  <a:lnTo>
                    <a:pt x="434627" y="1635794"/>
                  </a:lnTo>
                  <a:lnTo>
                    <a:pt x="432720" y="1636633"/>
                  </a:lnTo>
                  <a:lnTo>
                    <a:pt x="430730" y="1637421"/>
                  </a:lnTo>
                  <a:lnTo>
                    <a:pt x="428656" y="1638161"/>
                  </a:lnTo>
                  <a:lnTo>
                    <a:pt x="426499" y="1638850"/>
                  </a:lnTo>
                  <a:lnTo>
                    <a:pt x="424259" y="1639490"/>
                  </a:lnTo>
                  <a:lnTo>
                    <a:pt x="421953" y="1640056"/>
                  </a:lnTo>
                  <a:lnTo>
                    <a:pt x="419560" y="1640562"/>
                  </a:lnTo>
                  <a:lnTo>
                    <a:pt x="417079" y="1641008"/>
                  </a:lnTo>
                  <a:lnTo>
                    <a:pt x="414512" y="1641395"/>
                  </a:lnTo>
                  <a:lnTo>
                    <a:pt x="411857" y="1641723"/>
                  </a:lnTo>
                  <a:lnTo>
                    <a:pt x="409114" y="1641990"/>
                  </a:lnTo>
                  <a:lnTo>
                    <a:pt x="406284" y="1642199"/>
                  </a:lnTo>
                  <a:lnTo>
                    <a:pt x="403367" y="1642348"/>
                  </a:lnTo>
                  <a:lnTo>
                    <a:pt x="400363" y="1642437"/>
                  </a:lnTo>
                  <a:lnTo>
                    <a:pt x="397271" y="1642467"/>
                  </a:lnTo>
                  <a:lnTo>
                    <a:pt x="394526" y="1642442"/>
                  </a:lnTo>
                  <a:lnTo>
                    <a:pt x="391846" y="1642367"/>
                  </a:lnTo>
                  <a:lnTo>
                    <a:pt x="389232" y="1642243"/>
                  </a:lnTo>
                  <a:lnTo>
                    <a:pt x="386683" y="1642070"/>
                  </a:lnTo>
                  <a:lnTo>
                    <a:pt x="384199" y="1641847"/>
                  </a:lnTo>
                  <a:lnTo>
                    <a:pt x="381781" y="1641574"/>
                  </a:lnTo>
                  <a:lnTo>
                    <a:pt x="379429" y="1641251"/>
                  </a:lnTo>
                  <a:lnTo>
                    <a:pt x="377142" y="1640879"/>
                  </a:lnTo>
                  <a:lnTo>
                    <a:pt x="374920" y="1640458"/>
                  </a:lnTo>
                  <a:lnTo>
                    <a:pt x="372764" y="1639986"/>
                  </a:lnTo>
                  <a:lnTo>
                    <a:pt x="370671" y="1639466"/>
                  </a:lnTo>
                  <a:lnTo>
                    <a:pt x="368637" y="1638899"/>
                  </a:lnTo>
                  <a:lnTo>
                    <a:pt x="366662" y="1638284"/>
                  </a:lnTo>
                  <a:lnTo>
                    <a:pt x="364747" y="1637621"/>
                  </a:lnTo>
                  <a:lnTo>
                    <a:pt x="362892" y="1636910"/>
                  </a:lnTo>
                  <a:lnTo>
                    <a:pt x="361096" y="1636152"/>
                  </a:lnTo>
                  <a:lnTo>
                    <a:pt x="359360" y="1635347"/>
                  </a:lnTo>
                  <a:lnTo>
                    <a:pt x="357683" y="1634493"/>
                  </a:lnTo>
                  <a:lnTo>
                    <a:pt x="356066" y="1633593"/>
                  </a:lnTo>
                  <a:lnTo>
                    <a:pt x="354508" y="1632644"/>
                  </a:lnTo>
                  <a:lnTo>
                    <a:pt x="353028" y="1631649"/>
                  </a:lnTo>
                  <a:lnTo>
                    <a:pt x="351603" y="1630608"/>
                  </a:lnTo>
                  <a:lnTo>
                    <a:pt x="350234" y="1629522"/>
                  </a:lnTo>
                  <a:lnTo>
                    <a:pt x="348920" y="1628390"/>
                  </a:lnTo>
                  <a:lnTo>
                    <a:pt x="347662" y="1627212"/>
                  </a:lnTo>
                  <a:lnTo>
                    <a:pt x="346459" y="1625988"/>
                  </a:lnTo>
                  <a:lnTo>
                    <a:pt x="345313" y="1624719"/>
                  </a:lnTo>
                  <a:lnTo>
                    <a:pt x="344221" y="1623405"/>
                  </a:lnTo>
                  <a:lnTo>
                    <a:pt x="343185" y="1622044"/>
                  </a:lnTo>
                  <a:lnTo>
                    <a:pt x="342205" y="1620639"/>
                  </a:lnTo>
                  <a:lnTo>
                    <a:pt x="341298" y="1619169"/>
                  </a:lnTo>
                  <a:lnTo>
                    <a:pt x="340443" y="1617658"/>
                  </a:lnTo>
                  <a:lnTo>
                    <a:pt x="339639" y="1616105"/>
                  </a:lnTo>
                  <a:lnTo>
                    <a:pt x="338887" y="1614511"/>
                  </a:lnTo>
                  <a:lnTo>
                    <a:pt x="338187" y="1612875"/>
                  </a:lnTo>
                  <a:lnTo>
                    <a:pt x="337538" y="1611197"/>
                  </a:lnTo>
                  <a:lnTo>
                    <a:pt x="336940" y="1609477"/>
                  </a:lnTo>
                  <a:lnTo>
                    <a:pt x="336395" y="1607716"/>
                  </a:lnTo>
                  <a:lnTo>
                    <a:pt x="335901" y="1605914"/>
                  </a:lnTo>
                  <a:lnTo>
                    <a:pt x="335458" y="1604069"/>
                  </a:lnTo>
                  <a:lnTo>
                    <a:pt x="363735" y="1599406"/>
                  </a:lnTo>
                  <a:lnTo>
                    <a:pt x="363984" y="1600330"/>
                  </a:lnTo>
                  <a:lnTo>
                    <a:pt x="364255" y="1601239"/>
                  </a:lnTo>
                  <a:lnTo>
                    <a:pt x="364548" y="1602132"/>
                  </a:lnTo>
                  <a:lnTo>
                    <a:pt x="364863" y="1603009"/>
                  </a:lnTo>
                  <a:lnTo>
                    <a:pt x="365199" y="1603871"/>
                  </a:lnTo>
                  <a:lnTo>
                    <a:pt x="365557" y="1604716"/>
                  </a:lnTo>
                  <a:lnTo>
                    <a:pt x="365937" y="1605545"/>
                  </a:lnTo>
                  <a:lnTo>
                    <a:pt x="366339" y="1606359"/>
                  </a:lnTo>
                  <a:lnTo>
                    <a:pt x="366763" y="1607157"/>
                  </a:lnTo>
                  <a:lnTo>
                    <a:pt x="367208" y="1607939"/>
                  </a:lnTo>
                  <a:lnTo>
                    <a:pt x="367681" y="1608703"/>
                  </a:lnTo>
                  <a:lnTo>
                    <a:pt x="368188" y="1609447"/>
                  </a:lnTo>
                  <a:lnTo>
                    <a:pt x="368729" y="1610171"/>
                  </a:lnTo>
                  <a:lnTo>
                    <a:pt x="369304" y="1610875"/>
                  </a:lnTo>
                  <a:lnTo>
                    <a:pt x="369912" y="1611560"/>
                  </a:lnTo>
                  <a:lnTo>
                    <a:pt x="370554" y="1612225"/>
                  </a:lnTo>
                  <a:lnTo>
                    <a:pt x="371229" y="1612870"/>
                  </a:lnTo>
                  <a:lnTo>
                    <a:pt x="371939" y="1613495"/>
                  </a:lnTo>
                  <a:lnTo>
                    <a:pt x="372682" y="1614100"/>
                  </a:lnTo>
                  <a:lnTo>
                    <a:pt x="373459" y="1614685"/>
                  </a:lnTo>
                  <a:lnTo>
                    <a:pt x="374291" y="1615229"/>
                  </a:lnTo>
                  <a:lnTo>
                    <a:pt x="375161" y="1615749"/>
                  </a:lnTo>
                  <a:lnTo>
                    <a:pt x="376069" y="1616245"/>
                  </a:lnTo>
                  <a:lnTo>
                    <a:pt x="377015" y="1616717"/>
                  </a:lnTo>
                  <a:lnTo>
                    <a:pt x="377998" y="1617166"/>
                  </a:lnTo>
                  <a:lnTo>
                    <a:pt x="379019" y="1617591"/>
                  </a:lnTo>
                  <a:lnTo>
                    <a:pt x="380078" y="1617991"/>
                  </a:lnTo>
                  <a:lnTo>
                    <a:pt x="381174" y="1618368"/>
                  </a:lnTo>
                  <a:lnTo>
                    <a:pt x="382308" y="1618722"/>
                  </a:lnTo>
                  <a:lnTo>
                    <a:pt x="383480" y="1619051"/>
                  </a:lnTo>
                  <a:lnTo>
                    <a:pt x="384715" y="1619334"/>
                  </a:lnTo>
                  <a:lnTo>
                    <a:pt x="386000" y="1619587"/>
                  </a:lnTo>
                  <a:lnTo>
                    <a:pt x="387335" y="1619810"/>
                  </a:lnTo>
                  <a:lnTo>
                    <a:pt x="388719" y="1620004"/>
                  </a:lnTo>
                  <a:lnTo>
                    <a:pt x="390152" y="1620167"/>
                  </a:lnTo>
                  <a:lnTo>
                    <a:pt x="391636" y="1620301"/>
                  </a:lnTo>
                  <a:lnTo>
                    <a:pt x="393169" y="1620405"/>
                  </a:lnTo>
                  <a:lnTo>
                    <a:pt x="394751" y="1620480"/>
                  </a:lnTo>
                  <a:lnTo>
                    <a:pt x="396383" y="1620524"/>
                  </a:lnTo>
                  <a:lnTo>
                    <a:pt x="398065" y="1620539"/>
                  </a:lnTo>
                  <a:lnTo>
                    <a:pt x="400971" y="1620495"/>
                  </a:lnTo>
                  <a:lnTo>
                    <a:pt x="403736" y="1620361"/>
                  </a:lnTo>
                  <a:lnTo>
                    <a:pt x="406361" y="1620138"/>
                  </a:lnTo>
                  <a:lnTo>
                    <a:pt x="408844" y="1619825"/>
                  </a:lnTo>
                  <a:lnTo>
                    <a:pt x="411187" y="1619423"/>
                  </a:lnTo>
                  <a:lnTo>
                    <a:pt x="413388" y="1618932"/>
                  </a:lnTo>
                  <a:lnTo>
                    <a:pt x="415449" y="1618352"/>
                  </a:lnTo>
                  <a:lnTo>
                    <a:pt x="417369" y="1617682"/>
                  </a:lnTo>
                  <a:lnTo>
                    <a:pt x="419148" y="1616923"/>
                  </a:lnTo>
                  <a:lnTo>
                    <a:pt x="420786" y="1616075"/>
                  </a:lnTo>
                  <a:lnTo>
                    <a:pt x="422294" y="1615111"/>
                  </a:lnTo>
                  <a:lnTo>
                    <a:pt x="423644" y="1614046"/>
                  </a:lnTo>
                  <a:lnTo>
                    <a:pt x="424834" y="1612881"/>
                  </a:lnTo>
                  <a:lnTo>
                    <a:pt x="425866" y="1611614"/>
                  </a:lnTo>
                  <a:lnTo>
                    <a:pt x="426739" y="1610245"/>
                  </a:lnTo>
                  <a:lnTo>
                    <a:pt x="427454" y="1608776"/>
                  </a:lnTo>
                  <a:lnTo>
                    <a:pt x="428009" y="1607205"/>
                  </a:lnTo>
                  <a:lnTo>
                    <a:pt x="428406" y="1605534"/>
                  </a:lnTo>
                  <a:lnTo>
                    <a:pt x="428644" y="1603760"/>
                  </a:lnTo>
                  <a:lnTo>
                    <a:pt x="428724" y="1601886"/>
                  </a:lnTo>
                  <a:lnTo>
                    <a:pt x="428692" y="1600756"/>
                  </a:lnTo>
                  <a:lnTo>
                    <a:pt x="428597" y="1599668"/>
                  </a:lnTo>
                  <a:lnTo>
                    <a:pt x="428438" y="1598621"/>
                  </a:lnTo>
                  <a:lnTo>
                    <a:pt x="428216" y="1597616"/>
                  </a:lnTo>
                  <a:lnTo>
                    <a:pt x="427930" y="1596652"/>
                  </a:lnTo>
                  <a:lnTo>
                    <a:pt x="427581" y="1595731"/>
                  </a:lnTo>
                  <a:lnTo>
                    <a:pt x="427168" y="1594851"/>
                  </a:lnTo>
                  <a:lnTo>
                    <a:pt x="426692" y="1594012"/>
                  </a:lnTo>
                  <a:lnTo>
                    <a:pt x="426152" y="1593215"/>
                  </a:lnTo>
                  <a:lnTo>
                    <a:pt x="425549" y="1592460"/>
                  </a:lnTo>
                  <a:lnTo>
                    <a:pt x="424893" y="1591739"/>
                  </a:lnTo>
                  <a:lnTo>
                    <a:pt x="424195" y="1591044"/>
                  </a:lnTo>
                  <a:lnTo>
                    <a:pt x="423456" y="1590374"/>
                  </a:lnTo>
                  <a:lnTo>
                    <a:pt x="422675" y="1589730"/>
                  </a:lnTo>
                  <a:lnTo>
                    <a:pt x="421853" y="1589112"/>
                  </a:lnTo>
                  <a:lnTo>
                    <a:pt x="420989" y="1588519"/>
                  </a:lnTo>
                  <a:lnTo>
                    <a:pt x="420083" y="1587953"/>
                  </a:lnTo>
                  <a:lnTo>
                    <a:pt x="419135" y="1587412"/>
                  </a:lnTo>
                  <a:lnTo>
                    <a:pt x="418146" y="1586897"/>
                  </a:lnTo>
                  <a:lnTo>
                    <a:pt x="417115" y="1586408"/>
                  </a:lnTo>
                  <a:lnTo>
                    <a:pt x="416048" y="1585940"/>
                  </a:lnTo>
                  <a:lnTo>
                    <a:pt x="414948" y="1585487"/>
                  </a:lnTo>
                  <a:lnTo>
                    <a:pt x="413817" y="1585051"/>
                  </a:lnTo>
                  <a:lnTo>
                    <a:pt x="412654" y="1584630"/>
                  </a:lnTo>
                  <a:lnTo>
                    <a:pt x="411460" y="1584225"/>
                  </a:lnTo>
                  <a:lnTo>
                    <a:pt x="410233" y="1583836"/>
                  </a:lnTo>
                  <a:lnTo>
                    <a:pt x="408975" y="1583463"/>
                  </a:lnTo>
                  <a:lnTo>
                    <a:pt x="407685" y="1583106"/>
                  </a:lnTo>
                  <a:lnTo>
                    <a:pt x="406364" y="1582765"/>
                  </a:lnTo>
                  <a:lnTo>
                    <a:pt x="405010" y="1582439"/>
                  </a:lnTo>
                  <a:lnTo>
                    <a:pt x="403635" y="1582123"/>
                  </a:lnTo>
                  <a:lnTo>
                    <a:pt x="402248" y="1581808"/>
                  </a:lnTo>
                  <a:lnTo>
                    <a:pt x="400849" y="1581496"/>
                  </a:lnTo>
                  <a:lnTo>
                    <a:pt x="399438" y="1581185"/>
                  </a:lnTo>
                  <a:lnTo>
                    <a:pt x="398016" y="1580877"/>
                  </a:lnTo>
                  <a:lnTo>
                    <a:pt x="396581" y="1580570"/>
                  </a:lnTo>
                  <a:lnTo>
                    <a:pt x="395134" y="1580265"/>
                  </a:lnTo>
                  <a:lnTo>
                    <a:pt x="393676" y="1579963"/>
                  </a:lnTo>
                  <a:lnTo>
                    <a:pt x="392205" y="1579662"/>
                  </a:lnTo>
                  <a:lnTo>
                    <a:pt x="390723" y="1579364"/>
                  </a:lnTo>
                  <a:lnTo>
                    <a:pt x="389532" y="1579085"/>
                  </a:lnTo>
                  <a:lnTo>
                    <a:pt x="388342" y="1578804"/>
                  </a:lnTo>
                  <a:lnTo>
                    <a:pt x="387151" y="1578521"/>
                  </a:lnTo>
                  <a:lnTo>
                    <a:pt x="385960" y="1578236"/>
                  </a:lnTo>
                  <a:lnTo>
                    <a:pt x="384770" y="1577950"/>
                  </a:lnTo>
                  <a:lnTo>
                    <a:pt x="383579" y="1577661"/>
                  </a:lnTo>
                  <a:lnTo>
                    <a:pt x="382389" y="1577370"/>
                  </a:lnTo>
                  <a:lnTo>
                    <a:pt x="381198" y="1577078"/>
                  </a:lnTo>
                  <a:lnTo>
                    <a:pt x="380007" y="1576783"/>
                  </a:lnTo>
                  <a:lnTo>
                    <a:pt x="378817" y="1576486"/>
                  </a:lnTo>
                  <a:lnTo>
                    <a:pt x="377631" y="1576183"/>
                  </a:lnTo>
                  <a:lnTo>
                    <a:pt x="376455" y="1575867"/>
                  </a:lnTo>
                  <a:lnTo>
                    <a:pt x="375289" y="1575540"/>
                  </a:lnTo>
                  <a:lnTo>
                    <a:pt x="374134" y="1575200"/>
                  </a:lnTo>
                  <a:lnTo>
                    <a:pt x="372988" y="1574849"/>
                  </a:lnTo>
                  <a:lnTo>
                    <a:pt x="371852" y="1574486"/>
                  </a:lnTo>
                  <a:lnTo>
                    <a:pt x="370725" y="1574111"/>
                  </a:lnTo>
                  <a:lnTo>
                    <a:pt x="369609" y="1573724"/>
                  </a:lnTo>
                  <a:lnTo>
                    <a:pt x="368503" y="1573325"/>
                  </a:lnTo>
                  <a:lnTo>
                    <a:pt x="367407" y="1572914"/>
                  </a:lnTo>
                  <a:lnTo>
                    <a:pt x="366342" y="1572490"/>
                  </a:lnTo>
                  <a:lnTo>
                    <a:pt x="365291" y="1572049"/>
                  </a:lnTo>
                  <a:lnTo>
                    <a:pt x="364254" y="1571593"/>
                  </a:lnTo>
                  <a:lnTo>
                    <a:pt x="363231" y="1571120"/>
                  </a:lnTo>
                  <a:lnTo>
                    <a:pt x="362222" y="1570632"/>
                  </a:lnTo>
                  <a:lnTo>
                    <a:pt x="361227" y="1570128"/>
                  </a:lnTo>
                  <a:lnTo>
                    <a:pt x="360246" y="1569608"/>
                  </a:lnTo>
                  <a:lnTo>
                    <a:pt x="359279" y="1569073"/>
                  </a:lnTo>
                  <a:lnTo>
                    <a:pt x="358325" y="1568521"/>
                  </a:lnTo>
                  <a:lnTo>
                    <a:pt x="357385" y="1567953"/>
                  </a:lnTo>
                  <a:lnTo>
                    <a:pt x="356465" y="1567365"/>
                  </a:lnTo>
                  <a:lnTo>
                    <a:pt x="355568" y="1566751"/>
                  </a:lnTo>
                  <a:lnTo>
                    <a:pt x="354695" y="1566111"/>
                  </a:lnTo>
                  <a:lnTo>
                    <a:pt x="353845" y="1565445"/>
                  </a:lnTo>
                  <a:lnTo>
                    <a:pt x="353020" y="1564754"/>
                  </a:lnTo>
                  <a:lnTo>
                    <a:pt x="352218" y="1564036"/>
                  </a:lnTo>
                  <a:lnTo>
                    <a:pt x="351440" y="1563293"/>
                  </a:lnTo>
                  <a:lnTo>
                    <a:pt x="350686" y="1562524"/>
                  </a:lnTo>
                  <a:lnTo>
                    <a:pt x="349956" y="1561729"/>
                  </a:lnTo>
                  <a:lnTo>
                    <a:pt x="349250" y="1560909"/>
                  </a:lnTo>
                  <a:lnTo>
                    <a:pt x="348589" y="1560042"/>
                  </a:lnTo>
                  <a:lnTo>
                    <a:pt x="347956" y="1559147"/>
                  </a:lnTo>
                  <a:lnTo>
                    <a:pt x="347350" y="1558224"/>
                  </a:lnTo>
                  <a:lnTo>
                    <a:pt x="346773" y="1557274"/>
                  </a:lnTo>
                  <a:lnTo>
                    <a:pt x="346223" y="1556295"/>
                  </a:lnTo>
                  <a:lnTo>
                    <a:pt x="345701" y="1555289"/>
                  </a:lnTo>
                  <a:lnTo>
                    <a:pt x="345207" y="1554255"/>
                  </a:lnTo>
                  <a:lnTo>
                    <a:pt x="344741" y="1553194"/>
                  </a:lnTo>
                  <a:lnTo>
                    <a:pt x="344302" y="1552104"/>
                  </a:lnTo>
                  <a:lnTo>
                    <a:pt x="343892" y="1550987"/>
                  </a:lnTo>
                  <a:lnTo>
                    <a:pt x="343534" y="1549836"/>
                  </a:lnTo>
                  <a:lnTo>
                    <a:pt x="343213" y="1548645"/>
                  </a:lnTo>
                  <a:lnTo>
                    <a:pt x="342930" y="1547415"/>
                  </a:lnTo>
                  <a:lnTo>
                    <a:pt x="342685" y="1546145"/>
                  </a:lnTo>
                  <a:lnTo>
                    <a:pt x="342478" y="1544835"/>
                  </a:lnTo>
                  <a:lnTo>
                    <a:pt x="342308" y="1543486"/>
                  </a:lnTo>
                  <a:lnTo>
                    <a:pt x="342176" y="1542097"/>
                  </a:lnTo>
                  <a:lnTo>
                    <a:pt x="342082" y="1540668"/>
                  </a:lnTo>
                  <a:lnTo>
                    <a:pt x="342025" y="1539200"/>
                  </a:lnTo>
                  <a:lnTo>
                    <a:pt x="342007" y="1537692"/>
                  </a:lnTo>
                  <a:lnTo>
                    <a:pt x="342048" y="1535638"/>
                  </a:lnTo>
                  <a:lnTo>
                    <a:pt x="342173" y="1533644"/>
                  </a:lnTo>
                  <a:lnTo>
                    <a:pt x="342382" y="1531709"/>
                  </a:lnTo>
                  <a:lnTo>
                    <a:pt x="342673" y="1529834"/>
                  </a:lnTo>
                  <a:lnTo>
                    <a:pt x="343048" y="1528018"/>
                  </a:lnTo>
                  <a:lnTo>
                    <a:pt x="343507" y="1526262"/>
                  </a:lnTo>
                  <a:lnTo>
                    <a:pt x="344048" y="1524565"/>
                  </a:lnTo>
                  <a:lnTo>
                    <a:pt x="344674" y="1522928"/>
                  </a:lnTo>
                  <a:lnTo>
                    <a:pt x="345382" y="1521350"/>
                  </a:lnTo>
                  <a:lnTo>
                    <a:pt x="346174" y="1519832"/>
                  </a:lnTo>
                  <a:lnTo>
                    <a:pt x="347039" y="1518372"/>
                  </a:lnTo>
                  <a:lnTo>
                    <a:pt x="347968" y="1516967"/>
                  </a:lnTo>
                  <a:lnTo>
                    <a:pt x="348960" y="1515618"/>
                  </a:lnTo>
                  <a:lnTo>
                    <a:pt x="350015" y="1514324"/>
                  </a:lnTo>
                  <a:lnTo>
                    <a:pt x="351135" y="1513085"/>
                  </a:lnTo>
                  <a:lnTo>
                    <a:pt x="352317" y="1511903"/>
                  </a:lnTo>
                  <a:lnTo>
                    <a:pt x="353564" y="1510776"/>
                  </a:lnTo>
                  <a:lnTo>
                    <a:pt x="354873" y="1509704"/>
                  </a:lnTo>
                  <a:lnTo>
                    <a:pt x="356246" y="1508688"/>
                  </a:lnTo>
                  <a:lnTo>
                    <a:pt x="357683" y="1507728"/>
                  </a:lnTo>
                  <a:lnTo>
                    <a:pt x="359199" y="1506801"/>
                  </a:lnTo>
                  <a:lnTo>
                    <a:pt x="360771" y="1505926"/>
                  </a:lnTo>
                  <a:lnTo>
                    <a:pt x="362398" y="1505102"/>
                  </a:lnTo>
                  <a:lnTo>
                    <a:pt x="364081" y="1504330"/>
                  </a:lnTo>
                  <a:lnTo>
                    <a:pt x="365819" y="1503610"/>
                  </a:lnTo>
                  <a:lnTo>
                    <a:pt x="367613" y="1502941"/>
                  </a:lnTo>
                  <a:lnTo>
                    <a:pt x="369462" y="1502324"/>
                  </a:lnTo>
                  <a:lnTo>
                    <a:pt x="371367" y="1501759"/>
                  </a:lnTo>
                  <a:lnTo>
                    <a:pt x="373328" y="1501245"/>
                  </a:lnTo>
                  <a:lnTo>
                    <a:pt x="375344" y="1500782"/>
                  </a:lnTo>
                  <a:lnTo>
                    <a:pt x="377407" y="1500368"/>
                  </a:lnTo>
                  <a:lnTo>
                    <a:pt x="379507" y="1499997"/>
                  </a:lnTo>
                  <a:lnTo>
                    <a:pt x="381645" y="1499669"/>
                  </a:lnTo>
                  <a:lnTo>
                    <a:pt x="383821" y="1499385"/>
                  </a:lnTo>
                  <a:lnTo>
                    <a:pt x="386035" y="1499145"/>
                  </a:lnTo>
                  <a:lnTo>
                    <a:pt x="388286" y="1498949"/>
                  </a:lnTo>
                  <a:lnTo>
                    <a:pt x="390575" y="1498796"/>
                  </a:lnTo>
                  <a:lnTo>
                    <a:pt x="392902" y="1498687"/>
                  </a:lnTo>
                  <a:lnTo>
                    <a:pt x="395266" y="1498621"/>
                  </a:lnTo>
                  <a:lnTo>
                    <a:pt x="397668" y="1498600"/>
                  </a:lnTo>
                  <a:lnTo>
                    <a:pt x="400367" y="1498621"/>
                  </a:lnTo>
                  <a:lnTo>
                    <a:pt x="402986" y="1498687"/>
                  </a:lnTo>
                  <a:lnTo>
                    <a:pt x="405526" y="1498796"/>
                  </a:lnTo>
                  <a:lnTo>
                    <a:pt x="407987" y="1498949"/>
                  </a:lnTo>
                  <a:lnTo>
                    <a:pt x="410368" y="1499145"/>
                  </a:lnTo>
                  <a:lnTo>
                    <a:pt x="412670" y="1499385"/>
                  </a:lnTo>
                  <a:lnTo>
                    <a:pt x="414893" y="1499669"/>
                  </a:lnTo>
                  <a:lnTo>
                    <a:pt x="417036" y="1499997"/>
                  </a:lnTo>
                  <a:lnTo>
                    <a:pt x="419100" y="1500368"/>
                  </a:lnTo>
                  <a:lnTo>
                    <a:pt x="421084" y="1500782"/>
                  </a:lnTo>
                  <a:lnTo>
                    <a:pt x="423016" y="1501222"/>
                  </a:lnTo>
                  <a:lnTo>
                    <a:pt x="424882" y="1501707"/>
                  </a:lnTo>
                  <a:lnTo>
                    <a:pt x="426683" y="1502238"/>
                  </a:lnTo>
                  <a:lnTo>
                    <a:pt x="428418" y="1502814"/>
                  </a:lnTo>
                  <a:lnTo>
                    <a:pt x="430088" y="1503436"/>
                  </a:lnTo>
                  <a:lnTo>
                    <a:pt x="431692" y="1504104"/>
                  </a:lnTo>
                  <a:lnTo>
                    <a:pt x="433231" y="1504818"/>
                  </a:lnTo>
                  <a:lnTo>
                    <a:pt x="434705" y="1505577"/>
                  </a:lnTo>
                  <a:lnTo>
                    <a:pt x="436113" y="1506381"/>
                  </a:lnTo>
                  <a:lnTo>
                    <a:pt x="437455" y="1507232"/>
                  </a:lnTo>
                  <a:lnTo>
                    <a:pt x="438756" y="1508127"/>
                  </a:lnTo>
                  <a:lnTo>
                    <a:pt x="439999" y="1509069"/>
                  </a:lnTo>
                  <a:lnTo>
                    <a:pt x="441185" y="1510056"/>
                  </a:lnTo>
                  <a:lnTo>
                    <a:pt x="442313" y="1511089"/>
                  </a:lnTo>
                  <a:lnTo>
                    <a:pt x="443383" y="1512168"/>
                  </a:lnTo>
                  <a:lnTo>
                    <a:pt x="444396" y="1513292"/>
                  </a:lnTo>
                  <a:lnTo>
                    <a:pt x="445352" y="1514462"/>
                  </a:lnTo>
                  <a:lnTo>
                    <a:pt x="446250" y="1515677"/>
                  </a:lnTo>
                  <a:lnTo>
                    <a:pt x="447090" y="1516938"/>
                  </a:lnTo>
                  <a:lnTo>
                    <a:pt x="447873" y="1518245"/>
                  </a:lnTo>
                  <a:lnTo>
                    <a:pt x="448626" y="1519577"/>
                  </a:lnTo>
                  <a:lnTo>
                    <a:pt x="449337" y="1520955"/>
                  </a:lnTo>
                  <a:lnTo>
                    <a:pt x="450007" y="1522379"/>
                  </a:lnTo>
                  <a:lnTo>
                    <a:pt x="450635" y="1523849"/>
                  </a:lnTo>
                  <a:lnTo>
                    <a:pt x="451222" y="1525364"/>
                  </a:lnTo>
                  <a:lnTo>
                    <a:pt x="451766" y="1526924"/>
                  </a:lnTo>
                  <a:lnTo>
                    <a:pt x="452269" y="1528531"/>
                  </a:lnTo>
                  <a:lnTo>
                    <a:pt x="452731" y="1530183"/>
                  </a:lnTo>
                  <a:lnTo>
                    <a:pt x="453150" y="1531880"/>
                  </a:lnTo>
                  <a:lnTo>
                    <a:pt x="453528" y="1533624"/>
                  </a:lnTo>
                  <a:lnTo>
                    <a:pt x="425152" y="1537493"/>
                  </a:lnTo>
                  <a:lnTo>
                    <a:pt x="424670" y="1535732"/>
                  </a:lnTo>
                  <a:lnTo>
                    <a:pt x="424096" y="1534060"/>
                  </a:lnTo>
                  <a:lnTo>
                    <a:pt x="423431" y="1532478"/>
                  </a:lnTo>
                  <a:lnTo>
                    <a:pt x="422675" y="1530985"/>
                  </a:lnTo>
                  <a:lnTo>
                    <a:pt x="421828" y="1529581"/>
                  </a:lnTo>
                  <a:lnTo>
                    <a:pt x="420889" y="1528266"/>
                  </a:lnTo>
                  <a:lnTo>
                    <a:pt x="419860" y="1527041"/>
                  </a:lnTo>
                  <a:lnTo>
                    <a:pt x="418738" y="1525905"/>
                  </a:lnTo>
                  <a:lnTo>
                    <a:pt x="417526" y="1524858"/>
                  </a:lnTo>
                  <a:lnTo>
                    <a:pt x="416222" y="1523900"/>
                  </a:lnTo>
                  <a:lnTo>
                    <a:pt x="414834" y="1523033"/>
                  </a:lnTo>
                  <a:lnTo>
                    <a:pt x="413329" y="1522257"/>
                  </a:lnTo>
                  <a:lnTo>
                    <a:pt x="411707" y="1521573"/>
                  </a:lnTo>
                  <a:lnTo>
                    <a:pt x="409967" y="1520979"/>
                  </a:lnTo>
                  <a:lnTo>
                    <a:pt x="408111" y="1520477"/>
                  </a:lnTo>
                  <a:lnTo>
                    <a:pt x="406138" y="1520066"/>
                  </a:lnTo>
                  <a:lnTo>
                    <a:pt x="404047" y="1519747"/>
                  </a:lnTo>
                  <a:lnTo>
                    <a:pt x="401839" y="1519519"/>
                  </a:lnTo>
                  <a:lnTo>
                    <a:pt x="399515" y="1519382"/>
                  </a:lnTo>
                  <a:lnTo>
                    <a:pt x="397073" y="1519336"/>
                  </a:lnTo>
                  <a:lnTo>
                    <a:pt x="395551" y="1519350"/>
                  </a:lnTo>
                  <a:lnTo>
                    <a:pt x="394081" y="1519392"/>
                  </a:lnTo>
                  <a:lnTo>
                    <a:pt x="392662" y="1519461"/>
                  </a:lnTo>
                  <a:lnTo>
                    <a:pt x="391294" y="1519558"/>
                  </a:lnTo>
                  <a:lnTo>
                    <a:pt x="389979" y="1519683"/>
                  </a:lnTo>
                  <a:lnTo>
                    <a:pt x="388715" y="1519836"/>
                  </a:lnTo>
                  <a:lnTo>
                    <a:pt x="387502" y="1520017"/>
                  </a:lnTo>
                  <a:lnTo>
                    <a:pt x="386341" y="1520225"/>
                  </a:lnTo>
                  <a:lnTo>
                    <a:pt x="385232" y="1520461"/>
                  </a:lnTo>
                  <a:lnTo>
                    <a:pt x="384175" y="1520725"/>
                  </a:lnTo>
                  <a:lnTo>
                    <a:pt x="383182" y="1520993"/>
                  </a:lnTo>
                  <a:lnTo>
                    <a:pt x="382230" y="1521281"/>
                  </a:lnTo>
                  <a:lnTo>
                    <a:pt x="381317" y="1521588"/>
                  </a:lnTo>
                  <a:lnTo>
                    <a:pt x="380444" y="1521916"/>
                  </a:lnTo>
                  <a:lnTo>
                    <a:pt x="379610" y="1522263"/>
                  </a:lnTo>
                  <a:lnTo>
                    <a:pt x="378817" y="1522630"/>
                  </a:lnTo>
                  <a:lnTo>
                    <a:pt x="378063" y="1523017"/>
                  </a:lnTo>
                  <a:lnTo>
                    <a:pt x="377348" y="1523424"/>
                  </a:lnTo>
                  <a:lnTo>
                    <a:pt x="376674" y="1523851"/>
                  </a:lnTo>
                  <a:lnTo>
                    <a:pt x="376039" y="1524297"/>
                  </a:lnTo>
                  <a:lnTo>
                    <a:pt x="375460" y="1524762"/>
                  </a:lnTo>
                  <a:lnTo>
                    <a:pt x="374915" y="1525242"/>
                  </a:lnTo>
                  <a:lnTo>
                    <a:pt x="374404" y="1525738"/>
                  </a:lnTo>
                  <a:lnTo>
                    <a:pt x="373927" y="1526250"/>
                  </a:lnTo>
                  <a:lnTo>
                    <a:pt x="373484" y="1526778"/>
                  </a:lnTo>
                  <a:lnTo>
                    <a:pt x="373074" y="1527321"/>
                  </a:lnTo>
                  <a:lnTo>
                    <a:pt x="372698" y="1527881"/>
                  </a:lnTo>
                  <a:lnTo>
                    <a:pt x="372356" y="1528456"/>
                  </a:lnTo>
                  <a:lnTo>
                    <a:pt x="372047" y="1529048"/>
                  </a:lnTo>
                  <a:lnTo>
                    <a:pt x="371772" y="1529655"/>
                  </a:lnTo>
                  <a:lnTo>
                    <a:pt x="371527" y="1530254"/>
                  </a:lnTo>
                  <a:lnTo>
                    <a:pt x="371308" y="1530861"/>
                  </a:lnTo>
                  <a:lnTo>
                    <a:pt x="371114" y="1531477"/>
                  </a:lnTo>
                  <a:lnTo>
                    <a:pt x="370947" y="1532100"/>
                  </a:lnTo>
                  <a:lnTo>
                    <a:pt x="370805" y="1532731"/>
                  </a:lnTo>
                  <a:lnTo>
                    <a:pt x="370689" y="1533370"/>
                  </a:lnTo>
                  <a:lnTo>
                    <a:pt x="370598" y="1534017"/>
                  </a:lnTo>
                  <a:lnTo>
                    <a:pt x="370534" y="1534671"/>
                  </a:lnTo>
                  <a:lnTo>
                    <a:pt x="370495" y="1535334"/>
                  </a:lnTo>
                  <a:lnTo>
                    <a:pt x="370482" y="1536005"/>
                  </a:lnTo>
                  <a:lnTo>
                    <a:pt x="370507" y="1537019"/>
                  </a:lnTo>
                  <a:lnTo>
                    <a:pt x="370582" y="1537997"/>
                  </a:lnTo>
                  <a:lnTo>
                    <a:pt x="370706" y="1538940"/>
                  </a:lnTo>
                  <a:lnTo>
                    <a:pt x="370879" y="1539847"/>
                  </a:lnTo>
                  <a:lnTo>
                    <a:pt x="371102" y="1540718"/>
                  </a:lnTo>
                  <a:lnTo>
                    <a:pt x="371375" y="1541553"/>
                  </a:lnTo>
                  <a:lnTo>
                    <a:pt x="371698" y="1542353"/>
                  </a:lnTo>
                  <a:lnTo>
                    <a:pt x="372070" y="1543117"/>
                  </a:lnTo>
                  <a:lnTo>
                    <a:pt x="372491" y="1543845"/>
                  </a:lnTo>
                  <a:lnTo>
                    <a:pt x="372963" y="1544538"/>
                  </a:lnTo>
                  <a:lnTo>
                    <a:pt x="373479" y="1545183"/>
                  </a:lnTo>
                  <a:lnTo>
                    <a:pt x="374034" y="1545808"/>
                  </a:lnTo>
                  <a:lnTo>
                    <a:pt x="374630" y="1546413"/>
                  </a:lnTo>
                  <a:lnTo>
                    <a:pt x="375265" y="1546998"/>
                  </a:lnTo>
                  <a:lnTo>
                    <a:pt x="375939" y="1547564"/>
                  </a:lnTo>
                  <a:lnTo>
                    <a:pt x="376654" y="1548110"/>
                  </a:lnTo>
                  <a:lnTo>
                    <a:pt x="377408" y="1548636"/>
                  </a:lnTo>
                  <a:lnTo>
                    <a:pt x="378202" y="1549142"/>
                  </a:lnTo>
                  <a:lnTo>
                    <a:pt x="379035" y="1549628"/>
                  </a:lnTo>
                  <a:lnTo>
                    <a:pt x="379908" y="1550094"/>
                  </a:lnTo>
                  <a:lnTo>
                    <a:pt x="380818" y="1550525"/>
                  </a:lnTo>
                  <a:lnTo>
                    <a:pt x="381762" y="1550943"/>
                  </a:lnTo>
                  <a:lnTo>
                    <a:pt x="382739" y="1551350"/>
                  </a:lnTo>
                  <a:lnTo>
                    <a:pt x="383750" y="1551745"/>
                  </a:lnTo>
                  <a:lnTo>
                    <a:pt x="384795" y="1552128"/>
                  </a:lnTo>
                  <a:lnTo>
                    <a:pt x="385873" y="1552499"/>
                  </a:lnTo>
                  <a:lnTo>
                    <a:pt x="386985" y="1552858"/>
                  </a:lnTo>
                  <a:lnTo>
                    <a:pt x="388131" y="1553206"/>
                  </a:lnTo>
                  <a:lnTo>
                    <a:pt x="389311" y="1553541"/>
                  </a:lnTo>
                  <a:lnTo>
                    <a:pt x="390525" y="1553864"/>
                  </a:lnTo>
                  <a:lnTo>
                    <a:pt x="391787" y="1554163"/>
                  </a:lnTo>
                  <a:lnTo>
                    <a:pt x="393072" y="1554464"/>
                  </a:lnTo>
                  <a:lnTo>
                    <a:pt x="394382" y="1554766"/>
                  </a:lnTo>
                  <a:lnTo>
                    <a:pt x="395716" y="1555071"/>
                  </a:lnTo>
                  <a:lnTo>
                    <a:pt x="397073" y="1555377"/>
                  </a:lnTo>
                  <a:lnTo>
                    <a:pt x="398454" y="1555686"/>
                  </a:lnTo>
                  <a:lnTo>
                    <a:pt x="399859" y="1555997"/>
                  </a:lnTo>
                  <a:lnTo>
                    <a:pt x="401288" y="1556309"/>
                  </a:lnTo>
                  <a:lnTo>
                    <a:pt x="402740" y="1556624"/>
                  </a:lnTo>
                  <a:lnTo>
                    <a:pt x="404217" y="1556940"/>
                  </a:lnTo>
                  <a:lnTo>
                    <a:pt x="405525" y="1557220"/>
                  </a:lnTo>
                  <a:lnTo>
                    <a:pt x="406832" y="1557504"/>
                  </a:lnTo>
                  <a:lnTo>
                    <a:pt x="408137" y="1557791"/>
                  </a:lnTo>
                  <a:lnTo>
                    <a:pt x="409440" y="1558083"/>
                  </a:lnTo>
                  <a:lnTo>
                    <a:pt x="410740" y="1558379"/>
                  </a:lnTo>
                  <a:lnTo>
                    <a:pt x="412039" y="1558678"/>
                  </a:lnTo>
                  <a:lnTo>
                    <a:pt x="413336" y="1558982"/>
                  </a:lnTo>
                  <a:lnTo>
                    <a:pt x="414631" y="1559290"/>
                  </a:lnTo>
                  <a:lnTo>
                    <a:pt x="415924" y="1559601"/>
                  </a:lnTo>
                  <a:lnTo>
                    <a:pt x="417214" y="1559917"/>
                  </a:lnTo>
                  <a:lnTo>
                    <a:pt x="418498" y="1560220"/>
                  </a:lnTo>
                  <a:lnTo>
                    <a:pt x="419770" y="1560536"/>
                  </a:lnTo>
                  <a:lnTo>
                    <a:pt x="421030" y="1560863"/>
                  </a:lnTo>
                  <a:lnTo>
                    <a:pt x="422278" y="1561203"/>
                  </a:lnTo>
                  <a:lnTo>
                    <a:pt x="423515" y="1561554"/>
                  </a:lnTo>
                  <a:lnTo>
                    <a:pt x="424739" y="1561917"/>
                  </a:lnTo>
                  <a:lnTo>
                    <a:pt x="425952" y="1562292"/>
                  </a:lnTo>
                  <a:lnTo>
                    <a:pt x="427152" y="1562679"/>
                  </a:lnTo>
                  <a:lnTo>
                    <a:pt x="428341" y="1563078"/>
                  </a:lnTo>
                  <a:lnTo>
                    <a:pt x="429517" y="1563489"/>
                  </a:lnTo>
                  <a:lnTo>
                    <a:pt x="430680" y="1563914"/>
                  </a:lnTo>
                  <a:lnTo>
                    <a:pt x="431827" y="1564358"/>
                  </a:lnTo>
                  <a:lnTo>
                    <a:pt x="432958" y="1564819"/>
                  </a:lnTo>
                  <a:lnTo>
                    <a:pt x="434074" y="1565298"/>
                  </a:lnTo>
                  <a:lnTo>
                    <a:pt x="435173" y="1565795"/>
                  </a:lnTo>
                  <a:lnTo>
                    <a:pt x="436256" y="1566310"/>
                  </a:lnTo>
                  <a:lnTo>
                    <a:pt x="437324" y="1566843"/>
                  </a:lnTo>
                  <a:lnTo>
                    <a:pt x="438376" y="1567394"/>
                  </a:lnTo>
                  <a:lnTo>
                    <a:pt x="439412" y="1567962"/>
                  </a:lnTo>
                  <a:lnTo>
                    <a:pt x="440432" y="1568549"/>
                  </a:lnTo>
                  <a:lnTo>
                    <a:pt x="441430" y="1569158"/>
                  </a:lnTo>
                  <a:lnTo>
                    <a:pt x="442400" y="1569795"/>
                  </a:lnTo>
                  <a:lnTo>
                    <a:pt x="443343" y="1570460"/>
                  </a:lnTo>
                  <a:lnTo>
                    <a:pt x="444257" y="1571152"/>
                  </a:lnTo>
                  <a:lnTo>
                    <a:pt x="445144" y="1571873"/>
                  </a:lnTo>
                  <a:lnTo>
                    <a:pt x="446004" y="1572621"/>
                  </a:lnTo>
                  <a:lnTo>
                    <a:pt x="446835" y="1573397"/>
                  </a:lnTo>
                  <a:lnTo>
                    <a:pt x="447639" y="1574200"/>
                  </a:lnTo>
                  <a:lnTo>
                    <a:pt x="448415" y="1575032"/>
                  </a:lnTo>
                  <a:lnTo>
                    <a:pt x="449163" y="1575891"/>
                  </a:lnTo>
                  <a:lnTo>
                    <a:pt x="449900" y="1576761"/>
                  </a:lnTo>
                  <a:lnTo>
                    <a:pt x="450603" y="1577665"/>
                  </a:lnTo>
                  <a:lnTo>
                    <a:pt x="451273" y="1578603"/>
                  </a:lnTo>
                  <a:lnTo>
                    <a:pt x="451909" y="1579574"/>
                  </a:lnTo>
                  <a:lnTo>
                    <a:pt x="452511" y="1580579"/>
                  </a:lnTo>
                  <a:lnTo>
                    <a:pt x="453080" y="1581618"/>
                  </a:lnTo>
                  <a:lnTo>
                    <a:pt x="453615" y="1582690"/>
                  </a:lnTo>
                  <a:lnTo>
                    <a:pt x="454116" y="1583797"/>
                  </a:lnTo>
                  <a:lnTo>
                    <a:pt x="454583" y="1584937"/>
                  </a:lnTo>
                  <a:lnTo>
                    <a:pt x="455017" y="1586110"/>
                  </a:lnTo>
                  <a:lnTo>
                    <a:pt x="455431" y="1587323"/>
                  </a:lnTo>
                  <a:lnTo>
                    <a:pt x="455803" y="1588579"/>
                  </a:lnTo>
                  <a:lnTo>
                    <a:pt x="456130" y="1589879"/>
                  </a:lnTo>
                  <a:lnTo>
                    <a:pt x="456414" y="1591222"/>
                  </a:lnTo>
                  <a:lnTo>
                    <a:pt x="456654" y="1592609"/>
                  </a:lnTo>
                  <a:lnTo>
                    <a:pt x="456850" y="1594040"/>
                  </a:lnTo>
                  <a:lnTo>
                    <a:pt x="457003" y="1595514"/>
                  </a:lnTo>
                  <a:lnTo>
                    <a:pt x="457112" y="1597032"/>
                  </a:lnTo>
                  <a:lnTo>
                    <a:pt x="457178" y="1598594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ph111"/>
            <p:cNvSpPr/>
            <p:nvPr/>
          </p:nvSpPr>
          <p:spPr>
            <a:xfrm>
              <a:off x="2475310" y="230351"/>
              <a:ext cx="532507" cy="1600200"/>
            </a:xfrm>
            <a:custGeom>
              <a:avLst/>
              <a:pathLst>
                <a:path w="532507" h="1600200">
                  <a:moveTo>
                    <a:pt x="457200" y="1600200"/>
                  </a:moveTo>
                  <a:lnTo>
                    <a:pt x="455668" y="1600179"/>
                  </a:lnTo>
                  <a:lnTo>
                    <a:pt x="454167" y="1600116"/>
                  </a:lnTo>
                  <a:lnTo>
                    <a:pt x="452699" y="1600012"/>
                  </a:lnTo>
                  <a:lnTo>
                    <a:pt x="451262" y="1599866"/>
                  </a:lnTo>
                  <a:lnTo>
                    <a:pt x="449857" y="1599679"/>
                  </a:lnTo>
                  <a:lnTo>
                    <a:pt x="448484" y="1599449"/>
                  </a:lnTo>
                  <a:lnTo>
                    <a:pt x="447143" y="1599179"/>
                  </a:lnTo>
                  <a:lnTo>
                    <a:pt x="445833" y="1598866"/>
                  </a:lnTo>
                  <a:lnTo>
                    <a:pt x="444555" y="1598512"/>
                  </a:lnTo>
                  <a:lnTo>
                    <a:pt x="443309" y="1598116"/>
                  </a:lnTo>
                  <a:lnTo>
                    <a:pt x="442116" y="1597660"/>
                  </a:lnTo>
                  <a:lnTo>
                    <a:pt x="440959" y="1597167"/>
                  </a:lnTo>
                  <a:lnTo>
                    <a:pt x="439838" y="1596637"/>
                  </a:lnTo>
                  <a:lnTo>
                    <a:pt x="438753" y="1596068"/>
                  </a:lnTo>
                  <a:lnTo>
                    <a:pt x="437703" y="1595462"/>
                  </a:lnTo>
                  <a:lnTo>
                    <a:pt x="436689" y="1594818"/>
                  </a:lnTo>
                  <a:lnTo>
                    <a:pt x="435711" y="1594136"/>
                  </a:lnTo>
                  <a:lnTo>
                    <a:pt x="434768" y="1593417"/>
                  </a:lnTo>
                  <a:lnTo>
                    <a:pt x="433861" y="1592660"/>
                  </a:lnTo>
                  <a:lnTo>
                    <a:pt x="432990" y="1591865"/>
                  </a:lnTo>
                  <a:lnTo>
                    <a:pt x="432157" y="1591013"/>
                  </a:lnTo>
                  <a:lnTo>
                    <a:pt x="431363" y="1590123"/>
                  </a:lnTo>
                  <a:lnTo>
                    <a:pt x="430609" y="1589195"/>
                  </a:lnTo>
                  <a:lnTo>
                    <a:pt x="429895" y="1588230"/>
                  </a:lnTo>
                  <a:lnTo>
                    <a:pt x="429220" y="1587227"/>
                  </a:lnTo>
                  <a:lnTo>
                    <a:pt x="428585" y="1586186"/>
                  </a:lnTo>
                  <a:lnTo>
                    <a:pt x="427990" y="1585107"/>
                  </a:lnTo>
                  <a:lnTo>
                    <a:pt x="427434" y="1583991"/>
                  </a:lnTo>
                  <a:lnTo>
                    <a:pt x="426918" y="1582837"/>
                  </a:lnTo>
                  <a:lnTo>
                    <a:pt x="426442" y="1581646"/>
                  </a:lnTo>
                  <a:lnTo>
                    <a:pt x="426008" y="1580418"/>
                  </a:lnTo>
                  <a:lnTo>
                    <a:pt x="425620" y="1579157"/>
                  </a:lnTo>
                  <a:lnTo>
                    <a:pt x="425278" y="1577862"/>
                  </a:lnTo>
                  <a:lnTo>
                    <a:pt x="424981" y="1576534"/>
                  </a:lnTo>
                  <a:lnTo>
                    <a:pt x="424730" y="1575172"/>
                  </a:lnTo>
                  <a:lnTo>
                    <a:pt x="424525" y="1573776"/>
                  </a:lnTo>
                  <a:lnTo>
                    <a:pt x="424365" y="1572346"/>
                  </a:lnTo>
                  <a:lnTo>
                    <a:pt x="424251" y="1570882"/>
                  </a:lnTo>
                  <a:lnTo>
                    <a:pt x="424182" y="1569385"/>
                  </a:lnTo>
                  <a:lnTo>
                    <a:pt x="424160" y="1567854"/>
                  </a:lnTo>
                  <a:lnTo>
                    <a:pt x="424192" y="1565980"/>
                  </a:lnTo>
                  <a:lnTo>
                    <a:pt x="424291" y="1564167"/>
                  </a:lnTo>
                  <a:lnTo>
                    <a:pt x="424454" y="1562416"/>
                  </a:lnTo>
                  <a:lnTo>
                    <a:pt x="424684" y="1560726"/>
                  </a:lnTo>
                  <a:lnTo>
                    <a:pt x="424978" y="1559098"/>
                  </a:lnTo>
                  <a:lnTo>
                    <a:pt x="425338" y="1557531"/>
                  </a:lnTo>
                  <a:lnTo>
                    <a:pt x="425764" y="1556026"/>
                  </a:lnTo>
                  <a:lnTo>
                    <a:pt x="426255" y="1554583"/>
                  </a:lnTo>
                  <a:lnTo>
                    <a:pt x="426812" y="1553201"/>
                  </a:lnTo>
                  <a:lnTo>
                    <a:pt x="427434" y="1551880"/>
                  </a:lnTo>
                  <a:lnTo>
                    <a:pt x="428132" y="1550596"/>
                  </a:lnTo>
                  <a:lnTo>
                    <a:pt x="428879" y="1549364"/>
                  </a:lnTo>
                  <a:lnTo>
                    <a:pt x="429672" y="1548183"/>
                  </a:lnTo>
                  <a:lnTo>
                    <a:pt x="430514" y="1547054"/>
                  </a:lnTo>
                  <a:lnTo>
                    <a:pt x="431403" y="1545976"/>
                  </a:lnTo>
                  <a:lnTo>
                    <a:pt x="432339" y="1544951"/>
                  </a:lnTo>
                  <a:lnTo>
                    <a:pt x="433324" y="1543976"/>
                  </a:lnTo>
                  <a:lnTo>
                    <a:pt x="434355" y="1543053"/>
                  </a:lnTo>
                  <a:lnTo>
                    <a:pt x="435435" y="1542182"/>
                  </a:lnTo>
                  <a:lnTo>
                    <a:pt x="436562" y="1541363"/>
                  </a:lnTo>
                  <a:lnTo>
                    <a:pt x="437733" y="1540572"/>
                  </a:lnTo>
                  <a:lnTo>
                    <a:pt x="438943" y="1539827"/>
                  </a:lnTo>
                  <a:lnTo>
                    <a:pt x="440193" y="1539127"/>
                  </a:lnTo>
                  <a:lnTo>
                    <a:pt x="441483" y="1538474"/>
                  </a:lnTo>
                  <a:lnTo>
                    <a:pt x="442813" y="1537865"/>
                  </a:lnTo>
                  <a:lnTo>
                    <a:pt x="444182" y="1537303"/>
                  </a:lnTo>
                  <a:lnTo>
                    <a:pt x="445591" y="1536786"/>
                  </a:lnTo>
                  <a:lnTo>
                    <a:pt x="447040" y="1536315"/>
                  </a:lnTo>
                  <a:lnTo>
                    <a:pt x="448528" y="1535889"/>
                  </a:lnTo>
                  <a:lnTo>
                    <a:pt x="450056" y="1535509"/>
                  </a:lnTo>
                  <a:lnTo>
                    <a:pt x="451613" y="1535150"/>
                  </a:lnTo>
                  <a:lnTo>
                    <a:pt x="453191" y="1534826"/>
                  </a:lnTo>
                  <a:lnTo>
                    <a:pt x="454788" y="1534539"/>
                  </a:lnTo>
                  <a:lnTo>
                    <a:pt x="456406" y="1534287"/>
                  </a:lnTo>
                  <a:lnTo>
                    <a:pt x="458043" y="1534070"/>
                  </a:lnTo>
                  <a:lnTo>
                    <a:pt x="459700" y="1533890"/>
                  </a:lnTo>
                  <a:lnTo>
                    <a:pt x="461377" y="1533745"/>
                  </a:lnTo>
                  <a:lnTo>
                    <a:pt x="463073" y="1533636"/>
                  </a:lnTo>
                  <a:lnTo>
                    <a:pt x="464790" y="1533562"/>
                  </a:lnTo>
                  <a:lnTo>
                    <a:pt x="466526" y="1533525"/>
                  </a:lnTo>
                  <a:lnTo>
                    <a:pt x="489644" y="1533128"/>
                  </a:lnTo>
                  <a:lnTo>
                    <a:pt x="489644" y="1527671"/>
                  </a:lnTo>
                  <a:lnTo>
                    <a:pt x="489633" y="1526520"/>
                  </a:lnTo>
                  <a:lnTo>
                    <a:pt x="489600" y="1525408"/>
                  </a:lnTo>
                  <a:lnTo>
                    <a:pt x="489546" y="1524337"/>
                  </a:lnTo>
                  <a:lnTo>
                    <a:pt x="489469" y="1523305"/>
                  </a:lnTo>
                  <a:lnTo>
                    <a:pt x="489371" y="1522313"/>
                  </a:lnTo>
                  <a:lnTo>
                    <a:pt x="489251" y="1521360"/>
                  </a:lnTo>
                  <a:lnTo>
                    <a:pt x="489109" y="1520447"/>
                  </a:lnTo>
                  <a:lnTo>
                    <a:pt x="488946" y="1519574"/>
                  </a:lnTo>
                  <a:lnTo>
                    <a:pt x="488760" y="1518741"/>
                  </a:lnTo>
                  <a:lnTo>
                    <a:pt x="488553" y="1517947"/>
                  </a:lnTo>
                  <a:lnTo>
                    <a:pt x="488344" y="1517168"/>
                  </a:lnTo>
                  <a:lnTo>
                    <a:pt x="488116" y="1516419"/>
                  </a:lnTo>
                  <a:lnTo>
                    <a:pt x="487868" y="1515700"/>
                  </a:lnTo>
                  <a:lnTo>
                    <a:pt x="487600" y="1515010"/>
                  </a:lnTo>
                  <a:lnTo>
                    <a:pt x="487312" y="1514350"/>
                  </a:lnTo>
                  <a:lnTo>
                    <a:pt x="487005" y="1513720"/>
                  </a:lnTo>
                  <a:lnTo>
                    <a:pt x="486677" y="1513120"/>
                  </a:lnTo>
                  <a:lnTo>
                    <a:pt x="486330" y="1512550"/>
                  </a:lnTo>
                  <a:lnTo>
                    <a:pt x="485963" y="1512009"/>
                  </a:lnTo>
                  <a:lnTo>
                    <a:pt x="485576" y="1511498"/>
                  </a:lnTo>
                  <a:lnTo>
                    <a:pt x="485169" y="1511017"/>
                  </a:lnTo>
                  <a:lnTo>
                    <a:pt x="484743" y="1510565"/>
                  </a:lnTo>
                  <a:lnTo>
                    <a:pt x="484296" y="1510144"/>
                  </a:lnTo>
                  <a:lnTo>
                    <a:pt x="483830" y="1509752"/>
                  </a:lnTo>
                  <a:lnTo>
                    <a:pt x="483344" y="1509390"/>
                  </a:lnTo>
                  <a:lnTo>
                    <a:pt x="482838" y="1509057"/>
                  </a:lnTo>
                  <a:lnTo>
                    <a:pt x="482312" y="1508755"/>
                  </a:lnTo>
                  <a:lnTo>
                    <a:pt x="481766" y="1508482"/>
                  </a:lnTo>
                  <a:lnTo>
                    <a:pt x="481201" y="1508239"/>
                  </a:lnTo>
                  <a:lnTo>
                    <a:pt x="480615" y="1508025"/>
                  </a:lnTo>
                  <a:lnTo>
                    <a:pt x="480031" y="1507818"/>
                  </a:lnTo>
                  <a:lnTo>
                    <a:pt x="479428" y="1507632"/>
                  </a:lnTo>
                  <a:lnTo>
                    <a:pt x="478808" y="1507469"/>
                  </a:lnTo>
                  <a:lnTo>
                    <a:pt x="478170" y="1507327"/>
                  </a:lnTo>
                  <a:lnTo>
                    <a:pt x="477515" y="1507207"/>
                  </a:lnTo>
                  <a:lnTo>
                    <a:pt x="476841" y="1507109"/>
                  </a:lnTo>
                  <a:lnTo>
                    <a:pt x="476149" y="1507032"/>
                  </a:lnTo>
                  <a:lnTo>
                    <a:pt x="475440" y="1506978"/>
                  </a:lnTo>
                  <a:lnTo>
                    <a:pt x="474713" y="1506945"/>
                  </a:lnTo>
                  <a:lnTo>
                    <a:pt x="473967" y="1506934"/>
                  </a:lnTo>
                  <a:lnTo>
                    <a:pt x="473280" y="1506941"/>
                  </a:lnTo>
                  <a:lnTo>
                    <a:pt x="472606" y="1506962"/>
                  </a:lnTo>
                  <a:lnTo>
                    <a:pt x="471946" y="1506996"/>
                  </a:lnTo>
                  <a:lnTo>
                    <a:pt x="471300" y="1507045"/>
                  </a:lnTo>
                  <a:lnTo>
                    <a:pt x="470668" y="1507108"/>
                  </a:lnTo>
                  <a:lnTo>
                    <a:pt x="470050" y="1507184"/>
                  </a:lnTo>
                  <a:lnTo>
                    <a:pt x="469446" y="1507274"/>
                  </a:lnTo>
                  <a:lnTo>
                    <a:pt x="468856" y="1507378"/>
                  </a:lnTo>
                  <a:lnTo>
                    <a:pt x="468279" y="1507496"/>
                  </a:lnTo>
                  <a:lnTo>
                    <a:pt x="467717" y="1507628"/>
                  </a:lnTo>
                  <a:lnTo>
                    <a:pt x="467188" y="1507778"/>
                  </a:lnTo>
                  <a:lnTo>
                    <a:pt x="466673" y="1507950"/>
                  </a:lnTo>
                  <a:lnTo>
                    <a:pt x="466172" y="1508143"/>
                  </a:lnTo>
                  <a:lnTo>
                    <a:pt x="465685" y="1508359"/>
                  </a:lnTo>
                  <a:lnTo>
                    <a:pt x="465211" y="1508596"/>
                  </a:lnTo>
                  <a:lnTo>
                    <a:pt x="464752" y="1508855"/>
                  </a:lnTo>
                  <a:lnTo>
                    <a:pt x="464307" y="1509136"/>
                  </a:lnTo>
                  <a:lnTo>
                    <a:pt x="463875" y="1509438"/>
                  </a:lnTo>
                  <a:lnTo>
                    <a:pt x="463457" y="1509763"/>
                  </a:lnTo>
                  <a:lnTo>
                    <a:pt x="463053" y="1510109"/>
                  </a:lnTo>
                  <a:lnTo>
                    <a:pt x="462663" y="1510459"/>
                  </a:lnTo>
                  <a:lnTo>
                    <a:pt x="462287" y="1510835"/>
                  </a:lnTo>
                  <a:lnTo>
                    <a:pt x="461925" y="1511237"/>
                  </a:lnTo>
                  <a:lnTo>
                    <a:pt x="461577" y="1511665"/>
                  </a:lnTo>
                  <a:lnTo>
                    <a:pt x="461243" y="1512118"/>
                  </a:lnTo>
                  <a:lnTo>
                    <a:pt x="460922" y="1512597"/>
                  </a:lnTo>
                  <a:lnTo>
                    <a:pt x="460616" y="1513102"/>
                  </a:lnTo>
                  <a:lnTo>
                    <a:pt x="460323" y="1513633"/>
                  </a:lnTo>
                  <a:lnTo>
                    <a:pt x="460044" y="1514190"/>
                  </a:lnTo>
                  <a:lnTo>
                    <a:pt x="459779" y="1514772"/>
                  </a:lnTo>
                  <a:lnTo>
                    <a:pt x="459548" y="1515364"/>
                  </a:lnTo>
                  <a:lnTo>
                    <a:pt x="459331" y="1515987"/>
                  </a:lnTo>
                  <a:lnTo>
                    <a:pt x="459127" y="1516641"/>
                  </a:lnTo>
                  <a:lnTo>
                    <a:pt x="458938" y="1517328"/>
                  </a:lnTo>
                  <a:lnTo>
                    <a:pt x="458762" y="1518046"/>
                  </a:lnTo>
                  <a:lnTo>
                    <a:pt x="458600" y="1518796"/>
                  </a:lnTo>
                  <a:lnTo>
                    <a:pt x="458453" y="1519578"/>
                  </a:lnTo>
                  <a:lnTo>
                    <a:pt x="458319" y="1520392"/>
                  </a:lnTo>
                  <a:lnTo>
                    <a:pt x="458199" y="1521237"/>
                  </a:lnTo>
                  <a:lnTo>
                    <a:pt x="458092" y="1522114"/>
                  </a:lnTo>
                  <a:lnTo>
                    <a:pt x="429021" y="1520725"/>
                  </a:lnTo>
                  <a:lnTo>
                    <a:pt x="429279" y="1519329"/>
                  </a:lnTo>
                  <a:lnTo>
                    <a:pt x="429577" y="1517959"/>
                  </a:lnTo>
                  <a:lnTo>
                    <a:pt x="429914" y="1516615"/>
                  </a:lnTo>
                  <a:lnTo>
                    <a:pt x="430291" y="1515296"/>
                  </a:lnTo>
                  <a:lnTo>
                    <a:pt x="430708" y="1514003"/>
                  </a:lnTo>
                  <a:lnTo>
                    <a:pt x="431165" y="1512736"/>
                  </a:lnTo>
                  <a:lnTo>
                    <a:pt x="431661" y="1511495"/>
                  </a:lnTo>
                  <a:lnTo>
                    <a:pt x="432196" y="1510280"/>
                  </a:lnTo>
                  <a:lnTo>
                    <a:pt x="432772" y="1509090"/>
                  </a:lnTo>
                  <a:lnTo>
                    <a:pt x="433387" y="1507926"/>
                  </a:lnTo>
                  <a:lnTo>
                    <a:pt x="434046" y="1506771"/>
                  </a:lnTo>
                  <a:lnTo>
                    <a:pt x="434752" y="1505648"/>
                  </a:lnTo>
                  <a:lnTo>
                    <a:pt x="435506" y="1504557"/>
                  </a:lnTo>
                  <a:lnTo>
                    <a:pt x="436308" y="1503497"/>
                  </a:lnTo>
                  <a:lnTo>
                    <a:pt x="437157" y="1502469"/>
                  </a:lnTo>
                  <a:lnTo>
                    <a:pt x="438054" y="1501473"/>
                  </a:lnTo>
                  <a:lnTo>
                    <a:pt x="438999" y="1500508"/>
                  </a:lnTo>
                  <a:lnTo>
                    <a:pt x="439991" y="1499576"/>
                  </a:lnTo>
                  <a:lnTo>
                    <a:pt x="441031" y="1498675"/>
                  </a:lnTo>
                  <a:lnTo>
                    <a:pt x="442118" y="1497806"/>
                  </a:lnTo>
                  <a:lnTo>
                    <a:pt x="443274" y="1496972"/>
                  </a:lnTo>
                  <a:lnTo>
                    <a:pt x="444480" y="1496179"/>
                  </a:lnTo>
                  <a:lnTo>
                    <a:pt x="445735" y="1495425"/>
                  </a:lnTo>
                  <a:lnTo>
                    <a:pt x="447040" y="1494710"/>
                  </a:lnTo>
                  <a:lnTo>
                    <a:pt x="448394" y="1494035"/>
                  </a:lnTo>
                  <a:lnTo>
                    <a:pt x="449798" y="1493400"/>
                  </a:lnTo>
                  <a:lnTo>
                    <a:pt x="451251" y="1492805"/>
                  </a:lnTo>
                  <a:lnTo>
                    <a:pt x="452755" y="1492250"/>
                  </a:lnTo>
                  <a:lnTo>
                    <a:pt x="454307" y="1491734"/>
                  </a:lnTo>
                  <a:lnTo>
                    <a:pt x="455910" y="1491257"/>
                  </a:lnTo>
                  <a:lnTo>
                    <a:pt x="457584" y="1490805"/>
                  </a:lnTo>
                  <a:lnTo>
                    <a:pt x="459315" y="1490400"/>
                  </a:lnTo>
                  <a:lnTo>
                    <a:pt x="461101" y="1490043"/>
                  </a:lnTo>
                  <a:lnTo>
                    <a:pt x="462942" y="1489733"/>
                  </a:lnTo>
                  <a:lnTo>
                    <a:pt x="464839" y="1489471"/>
                  </a:lnTo>
                  <a:lnTo>
                    <a:pt x="466792" y="1489257"/>
                  </a:lnTo>
                  <a:lnTo>
                    <a:pt x="468800" y="1489090"/>
                  </a:lnTo>
                  <a:lnTo>
                    <a:pt x="470864" y="1488971"/>
                  </a:lnTo>
                  <a:lnTo>
                    <a:pt x="472983" y="1488900"/>
                  </a:lnTo>
                  <a:lnTo>
                    <a:pt x="475158" y="1488876"/>
                  </a:lnTo>
                  <a:lnTo>
                    <a:pt x="477140" y="1488901"/>
                  </a:lnTo>
                  <a:lnTo>
                    <a:pt x="479079" y="1488975"/>
                  </a:lnTo>
                  <a:lnTo>
                    <a:pt x="480974" y="1489099"/>
                  </a:lnTo>
                  <a:lnTo>
                    <a:pt x="482826" y="1489273"/>
                  </a:lnTo>
                  <a:lnTo>
                    <a:pt x="484633" y="1489496"/>
                  </a:lnTo>
                  <a:lnTo>
                    <a:pt x="486398" y="1489769"/>
                  </a:lnTo>
                  <a:lnTo>
                    <a:pt x="488118" y="1490091"/>
                  </a:lnTo>
                  <a:lnTo>
                    <a:pt x="489795" y="1490464"/>
                  </a:lnTo>
                  <a:lnTo>
                    <a:pt x="491428" y="1490885"/>
                  </a:lnTo>
                  <a:lnTo>
                    <a:pt x="493017" y="1491357"/>
                  </a:lnTo>
                  <a:lnTo>
                    <a:pt x="494561" y="1491877"/>
                  </a:lnTo>
                  <a:lnTo>
                    <a:pt x="496058" y="1492448"/>
                  </a:lnTo>
                  <a:lnTo>
                    <a:pt x="497506" y="1493068"/>
                  </a:lnTo>
                  <a:lnTo>
                    <a:pt x="498907" y="1493738"/>
                  </a:lnTo>
                  <a:lnTo>
                    <a:pt x="500260" y="1494457"/>
                  </a:lnTo>
                  <a:lnTo>
                    <a:pt x="501566" y="1495226"/>
                  </a:lnTo>
                  <a:lnTo>
                    <a:pt x="502824" y="1496045"/>
                  </a:lnTo>
                  <a:lnTo>
                    <a:pt x="504035" y="1496913"/>
                  </a:lnTo>
                  <a:lnTo>
                    <a:pt x="505198" y="1497831"/>
                  </a:lnTo>
                  <a:lnTo>
                    <a:pt x="506313" y="1498798"/>
                  </a:lnTo>
                  <a:lnTo>
                    <a:pt x="507378" y="1499793"/>
                  </a:lnTo>
                  <a:lnTo>
                    <a:pt x="508392" y="1500834"/>
                  </a:lnTo>
                  <a:lnTo>
                    <a:pt x="509355" y="1501920"/>
                  </a:lnTo>
                  <a:lnTo>
                    <a:pt x="510266" y="1503052"/>
                  </a:lnTo>
                  <a:lnTo>
                    <a:pt x="511125" y="1504230"/>
                  </a:lnTo>
                  <a:lnTo>
                    <a:pt x="511933" y="1505454"/>
                  </a:lnTo>
                  <a:lnTo>
                    <a:pt x="512689" y="1506723"/>
                  </a:lnTo>
                  <a:lnTo>
                    <a:pt x="513393" y="1508037"/>
                  </a:lnTo>
                  <a:lnTo>
                    <a:pt x="514046" y="1509397"/>
                  </a:lnTo>
                  <a:lnTo>
                    <a:pt x="514647" y="1510803"/>
                  </a:lnTo>
                  <a:lnTo>
                    <a:pt x="515194" y="1512255"/>
                  </a:lnTo>
                  <a:lnTo>
                    <a:pt x="515683" y="1513752"/>
                  </a:lnTo>
                  <a:lnTo>
                    <a:pt x="516115" y="1515295"/>
                  </a:lnTo>
                  <a:lnTo>
                    <a:pt x="516489" y="1516884"/>
                  </a:lnTo>
                  <a:lnTo>
                    <a:pt x="516805" y="1518518"/>
                  </a:lnTo>
                  <a:lnTo>
                    <a:pt x="517064" y="1520197"/>
                  </a:lnTo>
                  <a:lnTo>
                    <a:pt x="517266" y="1521923"/>
                  </a:lnTo>
                  <a:lnTo>
                    <a:pt x="517409" y="1523694"/>
                  </a:lnTo>
                  <a:lnTo>
                    <a:pt x="517496" y="1525511"/>
                  </a:lnTo>
                  <a:lnTo>
                    <a:pt x="517525" y="1527373"/>
                  </a:lnTo>
                  <a:lnTo>
                    <a:pt x="517525" y="1566465"/>
                  </a:lnTo>
                  <a:lnTo>
                    <a:pt x="517527" y="1567211"/>
                  </a:lnTo>
                  <a:lnTo>
                    <a:pt x="517536" y="1567942"/>
                  </a:lnTo>
                  <a:lnTo>
                    <a:pt x="517551" y="1568656"/>
                  </a:lnTo>
                  <a:lnTo>
                    <a:pt x="517572" y="1569354"/>
                  </a:lnTo>
                  <a:lnTo>
                    <a:pt x="517599" y="1570037"/>
                  </a:lnTo>
                  <a:lnTo>
                    <a:pt x="517632" y="1570704"/>
                  </a:lnTo>
                  <a:lnTo>
                    <a:pt x="517670" y="1571355"/>
                  </a:lnTo>
                  <a:lnTo>
                    <a:pt x="517715" y="1571990"/>
                  </a:lnTo>
                  <a:lnTo>
                    <a:pt x="517766" y="1572609"/>
                  </a:lnTo>
                  <a:lnTo>
                    <a:pt x="517822" y="1573212"/>
                  </a:lnTo>
                  <a:lnTo>
                    <a:pt x="517906" y="1573798"/>
                  </a:lnTo>
                  <a:lnTo>
                    <a:pt x="518001" y="1574367"/>
                  </a:lnTo>
                  <a:lnTo>
                    <a:pt x="518105" y="1574918"/>
                  </a:lnTo>
                  <a:lnTo>
                    <a:pt x="518219" y="1575450"/>
                  </a:lnTo>
                  <a:lnTo>
                    <a:pt x="518343" y="1575965"/>
                  </a:lnTo>
                  <a:lnTo>
                    <a:pt x="518477" y="1576462"/>
                  </a:lnTo>
                  <a:lnTo>
                    <a:pt x="518621" y="1576942"/>
                  </a:lnTo>
                  <a:lnTo>
                    <a:pt x="518775" y="1577403"/>
                  </a:lnTo>
                  <a:lnTo>
                    <a:pt x="518938" y="1577847"/>
                  </a:lnTo>
                  <a:lnTo>
                    <a:pt x="519112" y="1578272"/>
                  </a:lnTo>
                  <a:lnTo>
                    <a:pt x="519317" y="1578660"/>
                  </a:lnTo>
                  <a:lnTo>
                    <a:pt x="519537" y="1579030"/>
                  </a:lnTo>
                  <a:lnTo>
                    <a:pt x="519770" y="1579382"/>
                  </a:lnTo>
                  <a:lnTo>
                    <a:pt x="520017" y="1579717"/>
                  </a:lnTo>
                  <a:lnTo>
                    <a:pt x="520278" y="1580033"/>
                  </a:lnTo>
                  <a:lnTo>
                    <a:pt x="520553" y="1580332"/>
                  </a:lnTo>
                  <a:lnTo>
                    <a:pt x="520841" y="1580613"/>
                  </a:lnTo>
                  <a:lnTo>
                    <a:pt x="521144" y="1580876"/>
                  </a:lnTo>
                  <a:lnTo>
                    <a:pt x="521461" y="1581121"/>
                  </a:lnTo>
                  <a:lnTo>
                    <a:pt x="521791" y="1581348"/>
                  </a:lnTo>
                  <a:lnTo>
                    <a:pt x="522158" y="1581536"/>
                  </a:lnTo>
                  <a:lnTo>
                    <a:pt x="522545" y="1581705"/>
                  </a:lnTo>
                  <a:lnTo>
                    <a:pt x="522952" y="1581854"/>
                  </a:lnTo>
                  <a:lnTo>
                    <a:pt x="523378" y="1581983"/>
                  </a:lnTo>
                  <a:lnTo>
                    <a:pt x="523825" y="1582092"/>
                  </a:lnTo>
                  <a:lnTo>
                    <a:pt x="524291" y="1582181"/>
                  </a:lnTo>
                  <a:lnTo>
                    <a:pt x="524777" y="1582251"/>
                  </a:lnTo>
                  <a:lnTo>
                    <a:pt x="525283" y="1582300"/>
                  </a:lnTo>
                  <a:lnTo>
                    <a:pt x="525809" y="1582330"/>
                  </a:lnTo>
                  <a:lnTo>
                    <a:pt x="526355" y="1582340"/>
                  </a:lnTo>
                  <a:lnTo>
                    <a:pt x="526988" y="1582334"/>
                  </a:lnTo>
                  <a:lnTo>
                    <a:pt x="527617" y="1582316"/>
                  </a:lnTo>
                  <a:lnTo>
                    <a:pt x="528242" y="1582287"/>
                  </a:lnTo>
                  <a:lnTo>
                    <a:pt x="528863" y="1582245"/>
                  </a:lnTo>
                  <a:lnTo>
                    <a:pt x="529480" y="1582191"/>
                  </a:lnTo>
                  <a:lnTo>
                    <a:pt x="530094" y="1582126"/>
                  </a:lnTo>
                  <a:lnTo>
                    <a:pt x="530703" y="1582048"/>
                  </a:lnTo>
                  <a:lnTo>
                    <a:pt x="531308" y="1581959"/>
                  </a:lnTo>
                  <a:lnTo>
                    <a:pt x="531909" y="1581858"/>
                  </a:lnTo>
                  <a:lnTo>
                    <a:pt x="532507" y="1581745"/>
                  </a:lnTo>
                  <a:lnTo>
                    <a:pt x="532507" y="1596826"/>
                  </a:lnTo>
                  <a:lnTo>
                    <a:pt x="532015" y="1596944"/>
                  </a:lnTo>
                  <a:lnTo>
                    <a:pt x="531534" y="1597060"/>
                  </a:lnTo>
                  <a:lnTo>
                    <a:pt x="531063" y="1597174"/>
                  </a:lnTo>
                  <a:lnTo>
                    <a:pt x="530602" y="1597286"/>
                  </a:lnTo>
                  <a:lnTo>
                    <a:pt x="530150" y="1597397"/>
                  </a:lnTo>
                  <a:lnTo>
                    <a:pt x="529709" y="1597505"/>
                  </a:lnTo>
                  <a:lnTo>
                    <a:pt x="529277" y="1597611"/>
                  </a:lnTo>
                  <a:lnTo>
                    <a:pt x="528855" y="1597715"/>
                  </a:lnTo>
                  <a:lnTo>
                    <a:pt x="528444" y="1597817"/>
                  </a:lnTo>
                  <a:lnTo>
                    <a:pt x="528042" y="1597917"/>
                  </a:lnTo>
                  <a:lnTo>
                    <a:pt x="527645" y="1598015"/>
                  </a:lnTo>
                  <a:lnTo>
                    <a:pt x="527248" y="1598108"/>
                  </a:lnTo>
                  <a:lnTo>
                    <a:pt x="526851" y="1598197"/>
                  </a:lnTo>
                  <a:lnTo>
                    <a:pt x="526454" y="1598283"/>
                  </a:lnTo>
                  <a:lnTo>
                    <a:pt x="526057" y="1598364"/>
                  </a:lnTo>
                  <a:lnTo>
                    <a:pt x="525660" y="1598441"/>
                  </a:lnTo>
                  <a:lnTo>
                    <a:pt x="525264" y="1598515"/>
                  </a:lnTo>
                  <a:lnTo>
                    <a:pt x="524867" y="1598584"/>
                  </a:lnTo>
                  <a:lnTo>
                    <a:pt x="524470" y="1598650"/>
                  </a:lnTo>
                  <a:lnTo>
                    <a:pt x="524073" y="1598711"/>
                  </a:lnTo>
                  <a:lnTo>
                    <a:pt x="523673" y="1598770"/>
                  </a:lnTo>
                  <a:lnTo>
                    <a:pt x="523267" y="1598826"/>
                  </a:lnTo>
                  <a:lnTo>
                    <a:pt x="522856" y="1598881"/>
                  </a:lnTo>
                  <a:lnTo>
                    <a:pt x="522438" y="1598933"/>
                  </a:lnTo>
                  <a:lnTo>
                    <a:pt x="522014" y="1598984"/>
                  </a:lnTo>
                  <a:lnTo>
                    <a:pt x="521585" y="1599033"/>
                  </a:lnTo>
                  <a:lnTo>
                    <a:pt x="521149" y="1599079"/>
                  </a:lnTo>
                  <a:lnTo>
                    <a:pt x="520707" y="1599124"/>
                  </a:lnTo>
                  <a:lnTo>
                    <a:pt x="520260" y="1599167"/>
                  </a:lnTo>
                  <a:lnTo>
                    <a:pt x="519807" y="1599207"/>
                  </a:lnTo>
                  <a:lnTo>
                    <a:pt x="519362" y="1599245"/>
                  </a:lnTo>
                  <a:lnTo>
                    <a:pt x="518902" y="1599279"/>
                  </a:lnTo>
                  <a:lnTo>
                    <a:pt x="518425" y="1599309"/>
                  </a:lnTo>
                  <a:lnTo>
                    <a:pt x="517933" y="1599334"/>
                  </a:lnTo>
                  <a:lnTo>
                    <a:pt x="517425" y="1599356"/>
                  </a:lnTo>
                  <a:lnTo>
                    <a:pt x="516901" y="1599374"/>
                  </a:lnTo>
                  <a:lnTo>
                    <a:pt x="516362" y="1599388"/>
                  </a:lnTo>
                  <a:lnTo>
                    <a:pt x="515806" y="1599398"/>
                  </a:lnTo>
                  <a:lnTo>
                    <a:pt x="515235" y="1599404"/>
                  </a:lnTo>
                  <a:lnTo>
                    <a:pt x="514647" y="1599406"/>
                  </a:lnTo>
                  <a:lnTo>
                    <a:pt x="512598" y="1599354"/>
                  </a:lnTo>
                  <a:lnTo>
                    <a:pt x="510659" y="1599199"/>
                  </a:lnTo>
                  <a:lnTo>
                    <a:pt x="508828" y="1598941"/>
                  </a:lnTo>
                  <a:lnTo>
                    <a:pt x="507107" y="1598580"/>
                  </a:lnTo>
                  <a:lnTo>
                    <a:pt x="505494" y="1598116"/>
                  </a:lnTo>
                  <a:lnTo>
                    <a:pt x="503991" y="1597548"/>
                  </a:lnTo>
                  <a:lnTo>
                    <a:pt x="502597" y="1596878"/>
                  </a:lnTo>
                  <a:lnTo>
                    <a:pt x="501312" y="1596104"/>
                  </a:lnTo>
                  <a:lnTo>
                    <a:pt x="500136" y="1595227"/>
                  </a:lnTo>
                  <a:lnTo>
                    <a:pt x="499070" y="1594246"/>
                  </a:lnTo>
                  <a:lnTo>
                    <a:pt x="498117" y="1593166"/>
                  </a:lnTo>
                  <a:lnTo>
                    <a:pt x="497244" y="1591988"/>
                  </a:lnTo>
                  <a:lnTo>
                    <a:pt x="496450" y="1590713"/>
                  </a:lnTo>
                  <a:lnTo>
                    <a:pt x="495736" y="1589341"/>
                  </a:lnTo>
                  <a:lnTo>
                    <a:pt x="495101" y="1587872"/>
                  </a:lnTo>
                  <a:lnTo>
                    <a:pt x="494545" y="1586305"/>
                  </a:lnTo>
                  <a:lnTo>
                    <a:pt x="494069" y="1584641"/>
                  </a:lnTo>
                  <a:lnTo>
                    <a:pt x="493672" y="1582880"/>
                  </a:lnTo>
                  <a:lnTo>
                    <a:pt x="493355" y="1581022"/>
                  </a:lnTo>
                  <a:lnTo>
                    <a:pt x="493117" y="1579066"/>
                  </a:lnTo>
                  <a:lnTo>
                    <a:pt x="492521" y="1579066"/>
                  </a:lnTo>
                  <a:lnTo>
                    <a:pt x="491378" y="1581025"/>
                  </a:lnTo>
                  <a:lnTo>
                    <a:pt x="490172" y="1582896"/>
                  </a:lnTo>
                  <a:lnTo>
                    <a:pt x="488902" y="1584677"/>
                  </a:lnTo>
                  <a:lnTo>
                    <a:pt x="487568" y="1586368"/>
                  </a:lnTo>
                  <a:lnTo>
                    <a:pt x="486171" y="1587971"/>
                  </a:lnTo>
                  <a:lnTo>
                    <a:pt x="484711" y="1589484"/>
                  </a:lnTo>
                  <a:lnTo>
                    <a:pt x="483187" y="1590908"/>
                  </a:lnTo>
                  <a:lnTo>
                    <a:pt x="481599" y="1592242"/>
                  </a:lnTo>
                  <a:lnTo>
                    <a:pt x="479948" y="1593487"/>
                  </a:lnTo>
                  <a:lnTo>
                    <a:pt x="478234" y="1594643"/>
                  </a:lnTo>
                  <a:lnTo>
                    <a:pt x="476470" y="1595699"/>
                  </a:lnTo>
                  <a:lnTo>
                    <a:pt x="474630" y="1596644"/>
                  </a:lnTo>
                  <a:lnTo>
                    <a:pt x="472715" y="1597477"/>
                  </a:lnTo>
                  <a:lnTo>
                    <a:pt x="470725" y="1598199"/>
                  </a:lnTo>
                  <a:lnTo>
                    <a:pt x="468659" y="1598810"/>
                  </a:lnTo>
                  <a:lnTo>
                    <a:pt x="466518" y="1599311"/>
                  </a:lnTo>
                  <a:lnTo>
                    <a:pt x="464302" y="1599699"/>
                  </a:lnTo>
                  <a:lnTo>
                    <a:pt x="462010" y="1599977"/>
                  </a:lnTo>
                  <a:lnTo>
                    <a:pt x="459642" y="1600144"/>
                  </a:lnTo>
                  <a:close/>
                  <a:moveTo>
                    <a:pt x="489644" y="1548507"/>
                  </a:moveTo>
                  <a:lnTo>
                    <a:pt x="475357" y="1548705"/>
                  </a:lnTo>
                  <a:lnTo>
                    <a:pt x="474468" y="1548749"/>
                  </a:lnTo>
                  <a:lnTo>
                    <a:pt x="473586" y="1548800"/>
                  </a:lnTo>
                  <a:lnTo>
                    <a:pt x="472713" y="1548860"/>
                  </a:lnTo>
                  <a:lnTo>
                    <a:pt x="471848" y="1548927"/>
                  </a:lnTo>
                  <a:lnTo>
                    <a:pt x="470991" y="1549003"/>
                  </a:lnTo>
                  <a:lnTo>
                    <a:pt x="470142" y="1549086"/>
                  </a:lnTo>
                  <a:lnTo>
                    <a:pt x="469300" y="1549177"/>
                  </a:lnTo>
                  <a:lnTo>
                    <a:pt x="468467" y="1549276"/>
                  </a:lnTo>
                  <a:lnTo>
                    <a:pt x="467641" y="1549384"/>
                  </a:lnTo>
                  <a:lnTo>
                    <a:pt x="466824" y="1549499"/>
                  </a:lnTo>
                  <a:lnTo>
                    <a:pt x="466039" y="1549611"/>
                  </a:lnTo>
                  <a:lnTo>
                    <a:pt x="465272" y="1549749"/>
                  </a:lnTo>
                  <a:lnTo>
                    <a:pt x="464523" y="1549912"/>
                  </a:lnTo>
                  <a:lnTo>
                    <a:pt x="463792" y="1550102"/>
                  </a:lnTo>
                  <a:lnTo>
                    <a:pt x="463078" y="1550317"/>
                  </a:lnTo>
                  <a:lnTo>
                    <a:pt x="462383" y="1550558"/>
                  </a:lnTo>
                  <a:lnTo>
                    <a:pt x="461705" y="1550825"/>
                  </a:lnTo>
                  <a:lnTo>
                    <a:pt x="461045" y="1551118"/>
                  </a:lnTo>
                  <a:lnTo>
                    <a:pt x="460403" y="1551436"/>
                  </a:lnTo>
                  <a:lnTo>
                    <a:pt x="459779" y="1551781"/>
                  </a:lnTo>
                  <a:lnTo>
                    <a:pt x="459196" y="1552134"/>
                  </a:lnTo>
                  <a:lnTo>
                    <a:pt x="458636" y="1552519"/>
                  </a:lnTo>
                  <a:lnTo>
                    <a:pt x="458100" y="1552936"/>
                  </a:lnTo>
                  <a:lnTo>
                    <a:pt x="457588" y="1553384"/>
                  </a:lnTo>
                  <a:lnTo>
                    <a:pt x="457100" y="1553864"/>
                  </a:lnTo>
                  <a:lnTo>
                    <a:pt x="456636" y="1554376"/>
                  </a:lnTo>
                  <a:lnTo>
                    <a:pt x="456195" y="1554920"/>
                  </a:lnTo>
                  <a:lnTo>
                    <a:pt x="455779" y="1555496"/>
                  </a:lnTo>
                  <a:lnTo>
                    <a:pt x="455386" y="1556103"/>
                  </a:lnTo>
                  <a:lnTo>
                    <a:pt x="455017" y="1556742"/>
                  </a:lnTo>
                  <a:lnTo>
                    <a:pt x="454677" y="1557420"/>
                  </a:lnTo>
                  <a:lnTo>
                    <a:pt x="454374" y="1558147"/>
                  </a:lnTo>
                  <a:lnTo>
                    <a:pt x="454106" y="1558921"/>
                  </a:lnTo>
                  <a:lnTo>
                    <a:pt x="453874" y="1559742"/>
                  </a:lnTo>
                  <a:lnTo>
                    <a:pt x="453677" y="1560611"/>
                  </a:lnTo>
                  <a:lnTo>
                    <a:pt x="453517" y="1561528"/>
                  </a:lnTo>
                  <a:lnTo>
                    <a:pt x="453391" y="1562492"/>
                  </a:lnTo>
                  <a:lnTo>
                    <a:pt x="453302" y="1563504"/>
                  </a:lnTo>
                  <a:lnTo>
                    <a:pt x="453249" y="1564564"/>
                  </a:lnTo>
                  <a:lnTo>
                    <a:pt x="453231" y="1565671"/>
                  </a:lnTo>
                  <a:lnTo>
                    <a:pt x="453265" y="1567161"/>
                  </a:lnTo>
                  <a:lnTo>
                    <a:pt x="453370" y="1568573"/>
                  </a:lnTo>
                  <a:lnTo>
                    <a:pt x="453543" y="1569907"/>
                  </a:lnTo>
                  <a:lnTo>
                    <a:pt x="453786" y="1571164"/>
                  </a:lnTo>
                  <a:lnTo>
                    <a:pt x="454099" y="1572344"/>
                  </a:lnTo>
                  <a:lnTo>
                    <a:pt x="454481" y="1573446"/>
                  </a:lnTo>
                  <a:lnTo>
                    <a:pt x="454932" y="1574471"/>
                  </a:lnTo>
                  <a:lnTo>
                    <a:pt x="455453" y="1575419"/>
                  </a:lnTo>
                  <a:lnTo>
                    <a:pt x="456044" y="1576289"/>
                  </a:lnTo>
                  <a:lnTo>
                    <a:pt x="456703" y="1577082"/>
                  </a:lnTo>
                  <a:lnTo>
                    <a:pt x="457441" y="1577779"/>
                  </a:lnTo>
                  <a:lnTo>
                    <a:pt x="458223" y="1578403"/>
                  </a:lnTo>
                  <a:lnTo>
                    <a:pt x="459052" y="1578954"/>
                  </a:lnTo>
                  <a:lnTo>
                    <a:pt x="459926" y="1579431"/>
                  </a:lnTo>
                  <a:lnTo>
                    <a:pt x="460846" y="1579835"/>
                  </a:lnTo>
                  <a:lnTo>
                    <a:pt x="461811" y="1580165"/>
                  </a:lnTo>
                  <a:lnTo>
                    <a:pt x="462822" y="1580422"/>
                  </a:lnTo>
                  <a:lnTo>
                    <a:pt x="463879" y="1580606"/>
                  </a:lnTo>
                  <a:lnTo>
                    <a:pt x="464981" y="1580716"/>
                  </a:lnTo>
                  <a:lnTo>
                    <a:pt x="466129" y="1580753"/>
                  </a:lnTo>
                  <a:lnTo>
                    <a:pt x="467191" y="1580730"/>
                  </a:lnTo>
                  <a:lnTo>
                    <a:pt x="468233" y="1580661"/>
                  </a:lnTo>
                  <a:lnTo>
                    <a:pt x="469255" y="1580547"/>
                  </a:lnTo>
                  <a:lnTo>
                    <a:pt x="470257" y="1580388"/>
                  </a:lnTo>
                  <a:lnTo>
                    <a:pt x="471239" y="1580182"/>
                  </a:lnTo>
                  <a:lnTo>
                    <a:pt x="472201" y="1579931"/>
                  </a:lnTo>
                  <a:lnTo>
                    <a:pt x="473144" y="1579634"/>
                  </a:lnTo>
                  <a:lnTo>
                    <a:pt x="474067" y="1579292"/>
                  </a:lnTo>
                  <a:lnTo>
                    <a:pt x="474970" y="1578904"/>
                  </a:lnTo>
                  <a:lnTo>
                    <a:pt x="475853" y="1578471"/>
                  </a:lnTo>
                  <a:lnTo>
                    <a:pt x="476712" y="1578000"/>
                  </a:lnTo>
                  <a:lnTo>
                    <a:pt x="477543" y="1577502"/>
                  </a:lnTo>
                  <a:lnTo>
                    <a:pt x="478347" y="1576976"/>
                  </a:lnTo>
                  <a:lnTo>
                    <a:pt x="479123" y="1576423"/>
                  </a:lnTo>
                  <a:lnTo>
                    <a:pt x="479871" y="1575841"/>
                  </a:lnTo>
                  <a:lnTo>
                    <a:pt x="480591" y="1575232"/>
                  </a:lnTo>
                  <a:lnTo>
                    <a:pt x="481284" y="1574595"/>
                  </a:lnTo>
                  <a:lnTo>
                    <a:pt x="481949" y="1573930"/>
                  </a:lnTo>
                  <a:lnTo>
                    <a:pt x="482586" y="1573238"/>
                  </a:lnTo>
                  <a:lnTo>
                    <a:pt x="483195" y="1572517"/>
                  </a:lnTo>
                  <a:lnTo>
                    <a:pt x="483796" y="1571752"/>
                  </a:lnTo>
                  <a:lnTo>
                    <a:pt x="484370" y="1570966"/>
                  </a:lnTo>
                  <a:lnTo>
                    <a:pt x="484915" y="1570157"/>
                  </a:lnTo>
                  <a:lnTo>
                    <a:pt x="485433" y="1569327"/>
                  </a:lnTo>
                  <a:lnTo>
                    <a:pt x="485923" y="1568474"/>
                  </a:lnTo>
                  <a:lnTo>
                    <a:pt x="486386" y="1567600"/>
                  </a:lnTo>
                  <a:lnTo>
                    <a:pt x="486820" y="1566704"/>
                  </a:lnTo>
                  <a:lnTo>
                    <a:pt x="487227" y="1565786"/>
                  </a:lnTo>
                  <a:lnTo>
                    <a:pt x="487606" y="1564847"/>
                  </a:lnTo>
                  <a:lnTo>
                    <a:pt x="487957" y="1563885"/>
                  </a:lnTo>
                  <a:lnTo>
                    <a:pt x="488278" y="1562911"/>
                  </a:lnTo>
                  <a:lnTo>
                    <a:pt x="488565" y="1561933"/>
                  </a:lnTo>
                  <a:lnTo>
                    <a:pt x="488818" y="1560951"/>
                  </a:lnTo>
                  <a:lnTo>
                    <a:pt x="489037" y="1559964"/>
                  </a:lnTo>
                  <a:lnTo>
                    <a:pt x="489222" y="1558974"/>
                  </a:lnTo>
                  <a:lnTo>
                    <a:pt x="489374" y="1557980"/>
                  </a:lnTo>
                  <a:lnTo>
                    <a:pt x="489492" y="1556982"/>
                  </a:lnTo>
                  <a:lnTo>
                    <a:pt x="489577" y="1555980"/>
                  </a:lnTo>
                  <a:lnTo>
                    <a:pt x="489627" y="1554974"/>
                  </a:lnTo>
                  <a:lnTo>
                    <a:pt x="489644" y="1553964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ph112"/>
            <p:cNvSpPr/>
            <p:nvPr/>
          </p:nvSpPr>
          <p:spPr>
            <a:xfrm>
              <a:off x="2626718" y="228367"/>
              <a:ext cx="547885" cy="1600200"/>
            </a:xfrm>
            <a:custGeom>
              <a:avLst/>
              <a:pathLst>
                <a:path w="547885" h="1600200">
                  <a:moveTo>
                    <a:pt x="457200" y="1600200"/>
                  </a:moveTo>
                  <a:lnTo>
                    <a:pt x="457200" y="1539974"/>
                  </a:lnTo>
                  <a:lnTo>
                    <a:pt x="457191" y="1538734"/>
                  </a:lnTo>
                  <a:lnTo>
                    <a:pt x="457164" y="1537517"/>
                  </a:lnTo>
                  <a:lnTo>
                    <a:pt x="457119" y="1536321"/>
                  </a:lnTo>
                  <a:lnTo>
                    <a:pt x="457057" y="1535148"/>
                  </a:lnTo>
                  <a:lnTo>
                    <a:pt x="456976" y="1533996"/>
                  </a:lnTo>
                  <a:lnTo>
                    <a:pt x="456878" y="1532866"/>
                  </a:lnTo>
                  <a:lnTo>
                    <a:pt x="456762" y="1531757"/>
                  </a:lnTo>
                  <a:lnTo>
                    <a:pt x="456628" y="1530671"/>
                  </a:lnTo>
                  <a:lnTo>
                    <a:pt x="456476" y="1529606"/>
                  </a:lnTo>
                  <a:lnTo>
                    <a:pt x="456307" y="1528564"/>
                  </a:lnTo>
                  <a:lnTo>
                    <a:pt x="456136" y="1527528"/>
                  </a:lnTo>
                  <a:lnTo>
                    <a:pt x="455941" y="1526524"/>
                  </a:lnTo>
                  <a:lnTo>
                    <a:pt x="455723" y="1525551"/>
                  </a:lnTo>
                  <a:lnTo>
                    <a:pt x="455481" y="1524611"/>
                  </a:lnTo>
                  <a:lnTo>
                    <a:pt x="455215" y="1523702"/>
                  </a:lnTo>
                  <a:lnTo>
                    <a:pt x="454925" y="1522825"/>
                  </a:lnTo>
                  <a:lnTo>
                    <a:pt x="454612" y="1521979"/>
                  </a:lnTo>
                  <a:lnTo>
                    <a:pt x="454275" y="1521166"/>
                  </a:lnTo>
                  <a:lnTo>
                    <a:pt x="453913" y="1520384"/>
                  </a:lnTo>
                  <a:lnTo>
                    <a:pt x="453528" y="1519634"/>
                  </a:lnTo>
                  <a:lnTo>
                    <a:pt x="453138" y="1518897"/>
                  </a:lnTo>
                  <a:lnTo>
                    <a:pt x="452723" y="1518193"/>
                  </a:lnTo>
                  <a:lnTo>
                    <a:pt x="452281" y="1517523"/>
                  </a:lnTo>
                  <a:lnTo>
                    <a:pt x="451814" y="1516888"/>
                  </a:lnTo>
                  <a:lnTo>
                    <a:pt x="451321" y="1516285"/>
                  </a:lnTo>
                  <a:lnTo>
                    <a:pt x="450802" y="1515717"/>
                  </a:lnTo>
                  <a:lnTo>
                    <a:pt x="450257" y="1515182"/>
                  </a:lnTo>
                  <a:lnTo>
                    <a:pt x="449687" y="1514681"/>
                  </a:lnTo>
                  <a:lnTo>
                    <a:pt x="449090" y="1514214"/>
                  </a:lnTo>
                  <a:lnTo>
                    <a:pt x="448468" y="1513780"/>
                  </a:lnTo>
                  <a:lnTo>
                    <a:pt x="447839" y="1513384"/>
                  </a:lnTo>
                  <a:lnTo>
                    <a:pt x="447182" y="1513030"/>
                  </a:lnTo>
                  <a:lnTo>
                    <a:pt x="446498" y="1512717"/>
                  </a:lnTo>
                  <a:lnTo>
                    <a:pt x="445785" y="1512446"/>
                  </a:lnTo>
                  <a:lnTo>
                    <a:pt x="445045" y="1512217"/>
                  </a:lnTo>
                  <a:lnTo>
                    <a:pt x="444277" y="1512030"/>
                  </a:lnTo>
                  <a:lnTo>
                    <a:pt x="443482" y="1511884"/>
                  </a:lnTo>
                  <a:lnTo>
                    <a:pt x="442658" y="1511780"/>
                  </a:lnTo>
                  <a:lnTo>
                    <a:pt x="441807" y="1511717"/>
                  </a:lnTo>
                  <a:lnTo>
                    <a:pt x="440928" y="1511696"/>
                  </a:lnTo>
                  <a:lnTo>
                    <a:pt x="440082" y="1511719"/>
                  </a:lnTo>
                  <a:lnTo>
                    <a:pt x="439253" y="1511788"/>
                  </a:lnTo>
                  <a:lnTo>
                    <a:pt x="438439" y="1511902"/>
                  </a:lnTo>
                  <a:lnTo>
                    <a:pt x="437642" y="1512062"/>
                  </a:lnTo>
                  <a:lnTo>
                    <a:pt x="436860" y="1512267"/>
                  </a:lnTo>
                  <a:lnTo>
                    <a:pt x="436094" y="1512518"/>
                  </a:lnTo>
                  <a:lnTo>
                    <a:pt x="435344" y="1512815"/>
                  </a:lnTo>
                  <a:lnTo>
                    <a:pt x="434609" y="1513157"/>
                  </a:lnTo>
                  <a:lnTo>
                    <a:pt x="433891" y="1513545"/>
                  </a:lnTo>
                  <a:lnTo>
                    <a:pt x="433189" y="1513978"/>
                  </a:lnTo>
                  <a:lnTo>
                    <a:pt x="432503" y="1514435"/>
                  </a:lnTo>
                  <a:lnTo>
                    <a:pt x="431835" y="1514931"/>
                  </a:lnTo>
                  <a:lnTo>
                    <a:pt x="431185" y="1515467"/>
                  </a:lnTo>
                  <a:lnTo>
                    <a:pt x="430553" y="1516042"/>
                  </a:lnTo>
                  <a:lnTo>
                    <a:pt x="429939" y="1516657"/>
                  </a:lnTo>
                  <a:lnTo>
                    <a:pt x="429343" y="1517312"/>
                  </a:lnTo>
                  <a:lnTo>
                    <a:pt x="428764" y="1518007"/>
                  </a:lnTo>
                  <a:lnTo>
                    <a:pt x="428204" y="1518741"/>
                  </a:lnTo>
                  <a:lnTo>
                    <a:pt x="427661" y="1519515"/>
                  </a:lnTo>
                  <a:lnTo>
                    <a:pt x="427136" y="1520328"/>
                  </a:lnTo>
                  <a:lnTo>
                    <a:pt x="426651" y="1521159"/>
                  </a:lnTo>
                  <a:lnTo>
                    <a:pt x="426188" y="1522023"/>
                  </a:lnTo>
                  <a:lnTo>
                    <a:pt x="425746" y="1522921"/>
                  </a:lnTo>
                  <a:lnTo>
                    <a:pt x="425326" y="1523853"/>
                  </a:lnTo>
                  <a:lnTo>
                    <a:pt x="424929" y="1524818"/>
                  </a:lnTo>
                  <a:lnTo>
                    <a:pt x="424553" y="1525817"/>
                  </a:lnTo>
                  <a:lnTo>
                    <a:pt x="424198" y="1526850"/>
                  </a:lnTo>
                  <a:lnTo>
                    <a:pt x="423866" y="1527917"/>
                  </a:lnTo>
                  <a:lnTo>
                    <a:pt x="423555" y="1529017"/>
                  </a:lnTo>
                  <a:lnTo>
                    <a:pt x="423267" y="1530151"/>
                  </a:lnTo>
                  <a:lnTo>
                    <a:pt x="423003" y="1531294"/>
                  </a:lnTo>
                  <a:lnTo>
                    <a:pt x="422767" y="1532461"/>
                  </a:lnTo>
                  <a:lnTo>
                    <a:pt x="422558" y="1533652"/>
                  </a:lnTo>
                  <a:lnTo>
                    <a:pt x="422378" y="1534866"/>
                  </a:lnTo>
                  <a:lnTo>
                    <a:pt x="422225" y="1536104"/>
                  </a:lnTo>
                  <a:lnTo>
                    <a:pt x="422100" y="1537366"/>
                  </a:lnTo>
                  <a:lnTo>
                    <a:pt x="422003" y="1538652"/>
                  </a:lnTo>
                  <a:lnTo>
                    <a:pt x="421933" y="1539962"/>
                  </a:lnTo>
                  <a:lnTo>
                    <a:pt x="421892" y="1541295"/>
                  </a:lnTo>
                  <a:lnTo>
                    <a:pt x="421878" y="1542653"/>
                  </a:lnTo>
                  <a:lnTo>
                    <a:pt x="421878" y="1600200"/>
                  </a:lnTo>
                  <a:lnTo>
                    <a:pt x="393997" y="1600200"/>
                  </a:lnTo>
                  <a:lnTo>
                    <a:pt x="393997" y="1516856"/>
                  </a:lnTo>
                  <a:lnTo>
                    <a:pt x="393996" y="1516159"/>
                  </a:lnTo>
                  <a:lnTo>
                    <a:pt x="393993" y="1515459"/>
                  </a:lnTo>
                  <a:lnTo>
                    <a:pt x="393988" y="1514754"/>
                  </a:lnTo>
                  <a:lnTo>
                    <a:pt x="393981" y="1514046"/>
                  </a:lnTo>
                  <a:lnTo>
                    <a:pt x="393972" y="1513333"/>
                  </a:lnTo>
                  <a:lnTo>
                    <a:pt x="393961" y="1512617"/>
                  </a:lnTo>
                  <a:lnTo>
                    <a:pt x="393949" y="1511897"/>
                  </a:lnTo>
                  <a:lnTo>
                    <a:pt x="393934" y="1511173"/>
                  </a:lnTo>
                  <a:lnTo>
                    <a:pt x="393917" y="1510444"/>
                  </a:lnTo>
                  <a:lnTo>
                    <a:pt x="393898" y="1509712"/>
                  </a:lnTo>
                  <a:lnTo>
                    <a:pt x="393896" y="1508982"/>
                  </a:lnTo>
                  <a:lnTo>
                    <a:pt x="393890" y="1508259"/>
                  </a:lnTo>
                  <a:lnTo>
                    <a:pt x="393880" y="1507545"/>
                  </a:lnTo>
                  <a:lnTo>
                    <a:pt x="393866" y="1506839"/>
                  </a:lnTo>
                  <a:lnTo>
                    <a:pt x="393848" y="1506140"/>
                  </a:lnTo>
                  <a:lnTo>
                    <a:pt x="393827" y="1505450"/>
                  </a:lnTo>
                  <a:lnTo>
                    <a:pt x="393801" y="1504767"/>
                  </a:lnTo>
                  <a:lnTo>
                    <a:pt x="393771" y="1504092"/>
                  </a:lnTo>
                  <a:lnTo>
                    <a:pt x="393737" y="1503426"/>
                  </a:lnTo>
                  <a:lnTo>
                    <a:pt x="393700" y="1502767"/>
                  </a:lnTo>
                  <a:lnTo>
                    <a:pt x="393680" y="1502100"/>
                  </a:lnTo>
                  <a:lnTo>
                    <a:pt x="393660" y="1501449"/>
                  </a:lnTo>
                  <a:lnTo>
                    <a:pt x="393640" y="1500814"/>
                  </a:lnTo>
                  <a:lnTo>
                    <a:pt x="393620" y="1500195"/>
                  </a:lnTo>
                  <a:lnTo>
                    <a:pt x="393600" y="1499592"/>
                  </a:lnTo>
                  <a:lnTo>
                    <a:pt x="393580" y="1499004"/>
                  </a:lnTo>
                  <a:lnTo>
                    <a:pt x="393561" y="1498433"/>
                  </a:lnTo>
                  <a:lnTo>
                    <a:pt x="393541" y="1497877"/>
                  </a:lnTo>
                  <a:lnTo>
                    <a:pt x="393521" y="1497337"/>
                  </a:lnTo>
                  <a:lnTo>
                    <a:pt x="393501" y="1496814"/>
                  </a:lnTo>
                  <a:lnTo>
                    <a:pt x="393480" y="1496292"/>
                  </a:lnTo>
                  <a:lnTo>
                    <a:pt x="393457" y="1495798"/>
                  </a:lnTo>
                  <a:lnTo>
                    <a:pt x="393433" y="1495331"/>
                  </a:lnTo>
                  <a:lnTo>
                    <a:pt x="393406" y="1494893"/>
                  </a:lnTo>
                  <a:lnTo>
                    <a:pt x="393377" y="1494482"/>
                  </a:lnTo>
                  <a:lnTo>
                    <a:pt x="393346" y="1494099"/>
                  </a:lnTo>
                  <a:lnTo>
                    <a:pt x="393314" y="1493744"/>
                  </a:lnTo>
                  <a:lnTo>
                    <a:pt x="393279" y="1493416"/>
                  </a:lnTo>
                  <a:lnTo>
                    <a:pt x="393242" y="1493117"/>
                  </a:lnTo>
                  <a:lnTo>
                    <a:pt x="393203" y="1492845"/>
                  </a:lnTo>
                  <a:lnTo>
                    <a:pt x="419794" y="1492845"/>
                  </a:lnTo>
                  <a:lnTo>
                    <a:pt x="419834" y="1493098"/>
                  </a:lnTo>
                  <a:lnTo>
                    <a:pt x="419873" y="1493381"/>
                  </a:lnTo>
                  <a:lnTo>
                    <a:pt x="419913" y="1493693"/>
                  </a:lnTo>
                  <a:lnTo>
                    <a:pt x="419953" y="1494035"/>
                  </a:lnTo>
                  <a:lnTo>
                    <a:pt x="419992" y="1494408"/>
                  </a:lnTo>
                  <a:lnTo>
                    <a:pt x="420032" y="1494809"/>
                  </a:lnTo>
                  <a:lnTo>
                    <a:pt x="420072" y="1495241"/>
                  </a:lnTo>
                  <a:lnTo>
                    <a:pt x="420112" y="1495702"/>
                  </a:lnTo>
                  <a:lnTo>
                    <a:pt x="420151" y="1496193"/>
                  </a:lnTo>
                  <a:lnTo>
                    <a:pt x="420191" y="1496714"/>
                  </a:lnTo>
                  <a:lnTo>
                    <a:pt x="420231" y="1497236"/>
                  </a:lnTo>
                  <a:lnTo>
                    <a:pt x="420270" y="1497770"/>
                  </a:lnTo>
                  <a:lnTo>
                    <a:pt x="420310" y="1498316"/>
                  </a:lnTo>
                  <a:lnTo>
                    <a:pt x="420350" y="1498873"/>
                  </a:lnTo>
                  <a:lnTo>
                    <a:pt x="420389" y="1499443"/>
                  </a:lnTo>
                  <a:lnTo>
                    <a:pt x="420429" y="1500024"/>
                  </a:lnTo>
                  <a:lnTo>
                    <a:pt x="420469" y="1500618"/>
                  </a:lnTo>
                  <a:lnTo>
                    <a:pt x="420508" y="1501223"/>
                  </a:lnTo>
                  <a:lnTo>
                    <a:pt x="420548" y="1501840"/>
                  </a:lnTo>
                  <a:lnTo>
                    <a:pt x="420588" y="1502469"/>
                  </a:lnTo>
                  <a:lnTo>
                    <a:pt x="420626" y="1503104"/>
                  </a:lnTo>
                  <a:lnTo>
                    <a:pt x="420663" y="1503739"/>
                  </a:lnTo>
                  <a:lnTo>
                    <a:pt x="420698" y="1504374"/>
                  </a:lnTo>
                  <a:lnTo>
                    <a:pt x="420731" y="1505009"/>
                  </a:lnTo>
                  <a:lnTo>
                    <a:pt x="420761" y="1505644"/>
                  </a:lnTo>
                  <a:lnTo>
                    <a:pt x="420790" y="1506279"/>
                  </a:lnTo>
                  <a:lnTo>
                    <a:pt x="420817" y="1506914"/>
                  </a:lnTo>
                  <a:lnTo>
                    <a:pt x="420842" y="1507549"/>
                  </a:lnTo>
                  <a:lnTo>
                    <a:pt x="420865" y="1508184"/>
                  </a:lnTo>
                  <a:lnTo>
                    <a:pt x="420885" y="1508819"/>
                  </a:lnTo>
                  <a:lnTo>
                    <a:pt x="420923" y="1509444"/>
                  </a:lnTo>
                  <a:lnTo>
                    <a:pt x="420957" y="1510049"/>
                  </a:lnTo>
                  <a:lnTo>
                    <a:pt x="420987" y="1510635"/>
                  </a:lnTo>
                  <a:lnTo>
                    <a:pt x="421012" y="1511200"/>
                  </a:lnTo>
                  <a:lnTo>
                    <a:pt x="421034" y="1511746"/>
                  </a:lnTo>
                  <a:lnTo>
                    <a:pt x="421052" y="1512272"/>
                  </a:lnTo>
                  <a:lnTo>
                    <a:pt x="421066" y="1512778"/>
                  </a:lnTo>
                  <a:lnTo>
                    <a:pt x="421076" y="1513264"/>
                  </a:lnTo>
                  <a:lnTo>
                    <a:pt x="421082" y="1513730"/>
                  </a:lnTo>
                  <a:lnTo>
                    <a:pt x="421084" y="1514177"/>
                  </a:lnTo>
                  <a:lnTo>
                    <a:pt x="421481" y="1514177"/>
                  </a:lnTo>
                  <a:lnTo>
                    <a:pt x="422537" y="1511784"/>
                  </a:lnTo>
                  <a:lnTo>
                    <a:pt x="423644" y="1509525"/>
                  </a:lnTo>
                  <a:lnTo>
                    <a:pt x="424800" y="1507402"/>
                  </a:lnTo>
                  <a:lnTo>
                    <a:pt x="426005" y="1505414"/>
                  </a:lnTo>
                  <a:lnTo>
                    <a:pt x="427260" y="1503560"/>
                  </a:lnTo>
                  <a:lnTo>
                    <a:pt x="428565" y="1501842"/>
                  </a:lnTo>
                  <a:lnTo>
                    <a:pt x="429919" y="1500258"/>
                  </a:lnTo>
                  <a:lnTo>
                    <a:pt x="431323" y="1498810"/>
                  </a:lnTo>
                  <a:lnTo>
                    <a:pt x="432777" y="1497496"/>
                  </a:lnTo>
                  <a:lnTo>
                    <a:pt x="434280" y="1496317"/>
                  </a:lnTo>
                  <a:lnTo>
                    <a:pt x="435858" y="1495262"/>
                  </a:lnTo>
                  <a:lnTo>
                    <a:pt x="437495" y="1494317"/>
                  </a:lnTo>
                  <a:lnTo>
                    <a:pt x="439191" y="1493484"/>
                  </a:lnTo>
                  <a:lnTo>
                    <a:pt x="440947" y="1492761"/>
                  </a:lnTo>
                  <a:lnTo>
                    <a:pt x="442763" y="1492150"/>
                  </a:lnTo>
                  <a:lnTo>
                    <a:pt x="444638" y="1491650"/>
                  </a:lnTo>
                  <a:lnTo>
                    <a:pt x="446573" y="1491261"/>
                  </a:lnTo>
                  <a:lnTo>
                    <a:pt x="448567" y="1490983"/>
                  </a:lnTo>
                  <a:lnTo>
                    <a:pt x="450621" y="1490817"/>
                  </a:lnTo>
                  <a:lnTo>
                    <a:pt x="452735" y="1490761"/>
                  </a:lnTo>
                  <a:lnTo>
                    <a:pt x="455147" y="1490822"/>
                  </a:lnTo>
                  <a:lnTo>
                    <a:pt x="457461" y="1491003"/>
                  </a:lnTo>
                  <a:lnTo>
                    <a:pt x="459679" y="1491306"/>
                  </a:lnTo>
                  <a:lnTo>
                    <a:pt x="461799" y="1491730"/>
                  </a:lnTo>
                  <a:lnTo>
                    <a:pt x="463822" y="1492274"/>
                  </a:lnTo>
                  <a:lnTo>
                    <a:pt x="465748" y="1492940"/>
                  </a:lnTo>
                  <a:lnTo>
                    <a:pt x="467577" y="1493727"/>
                  </a:lnTo>
                  <a:lnTo>
                    <a:pt x="469308" y="1494635"/>
                  </a:lnTo>
                  <a:lnTo>
                    <a:pt x="470942" y="1495664"/>
                  </a:lnTo>
                  <a:lnTo>
                    <a:pt x="472479" y="1496814"/>
                  </a:lnTo>
                  <a:lnTo>
                    <a:pt x="473938" y="1498059"/>
                  </a:lnTo>
                  <a:lnTo>
                    <a:pt x="475297" y="1499413"/>
                  </a:lnTo>
                  <a:lnTo>
                    <a:pt x="476557" y="1500877"/>
                  </a:lnTo>
                  <a:lnTo>
                    <a:pt x="477718" y="1502449"/>
                  </a:lnTo>
                  <a:lnTo>
                    <a:pt x="478780" y="1504131"/>
                  </a:lnTo>
                  <a:lnTo>
                    <a:pt x="479742" y="1505922"/>
                  </a:lnTo>
                  <a:lnTo>
                    <a:pt x="480605" y="1507822"/>
                  </a:lnTo>
                  <a:lnTo>
                    <a:pt x="481369" y="1509831"/>
                  </a:lnTo>
                  <a:lnTo>
                    <a:pt x="482034" y="1511949"/>
                  </a:lnTo>
                  <a:lnTo>
                    <a:pt x="482600" y="1514177"/>
                  </a:lnTo>
                  <a:lnTo>
                    <a:pt x="483195" y="1514177"/>
                  </a:lnTo>
                  <a:lnTo>
                    <a:pt x="483774" y="1512869"/>
                  </a:lnTo>
                  <a:lnTo>
                    <a:pt x="484362" y="1511605"/>
                  </a:lnTo>
                  <a:lnTo>
                    <a:pt x="484957" y="1510385"/>
                  </a:lnTo>
                  <a:lnTo>
                    <a:pt x="485560" y="1509208"/>
                  </a:lnTo>
                  <a:lnTo>
                    <a:pt x="486171" y="1508075"/>
                  </a:lnTo>
                  <a:lnTo>
                    <a:pt x="486791" y="1506985"/>
                  </a:lnTo>
                  <a:lnTo>
                    <a:pt x="487418" y="1505940"/>
                  </a:lnTo>
                  <a:lnTo>
                    <a:pt x="488053" y="1504938"/>
                  </a:lnTo>
                  <a:lnTo>
                    <a:pt x="488696" y="1503979"/>
                  </a:lnTo>
                  <a:lnTo>
                    <a:pt x="489346" y="1503064"/>
                  </a:lnTo>
                  <a:lnTo>
                    <a:pt x="490027" y="1502189"/>
                  </a:lnTo>
                  <a:lnTo>
                    <a:pt x="490720" y="1501350"/>
                  </a:lnTo>
                  <a:lnTo>
                    <a:pt x="491424" y="1500546"/>
                  </a:lnTo>
                  <a:lnTo>
                    <a:pt x="492140" y="1499778"/>
                  </a:lnTo>
                  <a:lnTo>
                    <a:pt x="492869" y="1499046"/>
                  </a:lnTo>
                  <a:lnTo>
                    <a:pt x="493609" y="1498349"/>
                  </a:lnTo>
                  <a:lnTo>
                    <a:pt x="494361" y="1497689"/>
                  </a:lnTo>
                  <a:lnTo>
                    <a:pt x="495125" y="1497064"/>
                  </a:lnTo>
                  <a:lnTo>
                    <a:pt x="495901" y="1496474"/>
                  </a:lnTo>
                  <a:lnTo>
                    <a:pt x="496689" y="1495921"/>
                  </a:lnTo>
                  <a:lnTo>
                    <a:pt x="497508" y="1495381"/>
                  </a:lnTo>
                  <a:lnTo>
                    <a:pt x="498340" y="1494873"/>
                  </a:lnTo>
                  <a:lnTo>
                    <a:pt x="499183" y="1494397"/>
                  </a:lnTo>
                  <a:lnTo>
                    <a:pt x="500038" y="1493952"/>
                  </a:lnTo>
                  <a:lnTo>
                    <a:pt x="500905" y="1493539"/>
                  </a:lnTo>
                  <a:lnTo>
                    <a:pt x="501784" y="1493158"/>
                  </a:lnTo>
                  <a:lnTo>
                    <a:pt x="502675" y="1492809"/>
                  </a:lnTo>
                  <a:lnTo>
                    <a:pt x="503578" y="1492492"/>
                  </a:lnTo>
                  <a:lnTo>
                    <a:pt x="504493" y="1492206"/>
                  </a:lnTo>
                  <a:lnTo>
                    <a:pt x="505420" y="1491952"/>
                  </a:lnTo>
                  <a:lnTo>
                    <a:pt x="506380" y="1491726"/>
                  </a:lnTo>
                  <a:lnTo>
                    <a:pt x="507357" y="1491523"/>
                  </a:lnTo>
                  <a:lnTo>
                    <a:pt x="508349" y="1491345"/>
                  </a:lnTo>
                  <a:lnTo>
                    <a:pt x="509357" y="1491190"/>
                  </a:lnTo>
                  <a:lnTo>
                    <a:pt x="510381" y="1491059"/>
                  </a:lnTo>
                  <a:lnTo>
                    <a:pt x="511421" y="1490952"/>
                  </a:lnTo>
                  <a:lnTo>
                    <a:pt x="512476" y="1490868"/>
                  </a:lnTo>
                  <a:lnTo>
                    <a:pt x="513548" y="1490809"/>
                  </a:lnTo>
                  <a:lnTo>
                    <a:pt x="514635" y="1490773"/>
                  </a:lnTo>
                  <a:lnTo>
                    <a:pt x="515739" y="1490761"/>
                  </a:lnTo>
                  <a:lnTo>
                    <a:pt x="517477" y="1490793"/>
                  </a:lnTo>
                  <a:lnTo>
                    <a:pt x="519160" y="1490888"/>
                  </a:lnTo>
                  <a:lnTo>
                    <a:pt x="520787" y="1491047"/>
                  </a:lnTo>
                  <a:lnTo>
                    <a:pt x="522358" y="1491269"/>
                  </a:lnTo>
                  <a:lnTo>
                    <a:pt x="523875" y="1491555"/>
                  </a:lnTo>
                  <a:lnTo>
                    <a:pt x="525335" y="1491904"/>
                  </a:lnTo>
                  <a:lnTo>
                    <a:pt x="526740" y="1492317"/>
                  </a:lnTo>
                  <a:lnTo>
                    <a:pt x="528089" y="1492793"/>
                  </a:lnTo>
                  <a:lnTo>
                    <a:pt x="529383" y="1493333"/>
                  </a:lnTo>
                  <a:lnTo>
                    <a:pt x="530621" y="1493936"/>
                  </a:lnTo>
                  <a:lnTo>
                    <a:pt x="531828" y="1494595"/>
                  </a:lnTo>
                  <a:lnTo>
                    <a:pt x="532987" y="1495301"/>
                  </a:lnTo>
                  <a:lnTo>
                    <a:pt x="534098" y="1496056"/>
                  </a:lnTo>
                  <a:lnTo>
                    <a:pt x="535162" y="1496857"/>
                  </a:lnTo>
                  <a:lnTo>
                    <a:pt x="536178" y="1497707"/>
                  </a:lnTo>
                  <a:lnTo>
                    <a:pt x="537146" y="1498603"/>
                  </a:lnTo>
                  <a:lnTo>
                    <a:pt x="538067" y="1499548"/>
                  </a:lnTo>
                  <a:lnTo>
                    <a:pt x="538940" y="1500540"/>
                  </a:lnTo>
                  <a:lnTo>
                    <a:pt x="539765" y="1501580"/>
                  </a:lnTo>
                  <a:lnTo>
                    <a:pt x="540543" y="1502667"/>
                  </a:lnTo>
                  <a:lnTo>
                    <a:pt x="541295" y="1503799"/>
                  </a:lnTo>
                  <a:lnTo>
                    <a:pt x="542004" y="1504969"/>
                  </a:lnTo>
                  <a:lnTo>
                    <a:pt x="542669" y="1506180"/>
                  </a:lnTo>
                  <a:lnTo>
                    <a:pt x="543290" y="1507430"/>
                  </a:lnTo>
                  <a:lnTo>
                    <a:pt x="543867" y="1508720"/>
                  </a:lnTo>
                  <a:lnTo>
                    <a:pt x="544401" y="1510049"/>
                  </a:lnTo>
                  <a:lnTo>
                    <a:pt x="544891" y="1511419"/>
                  </a:lnTo>
                  <a:lnTo>
                    <a:pt x="545338" y="1512827"/>
                  </a:lnTo>
                  <a:lnTo>
                    <a:pt x="545740" y="1514276"/>
                  </a:lnTo>
                  <a:lnTo>
                    <a:pt x="546100" y="1515764"/>
                  </a:lnTo>
                  <a:lnTo>
                    <a:pt x="546439" y="1517284"/>
                  </a:lnTo>
                  <a:lnTo>
                    <a:pt x="546742" y="1518828"/>
                  </a:lnTo>
                  <a:lnTo>
                    <a:pt x="547010" y="1520396"/>
                  </a:lnTo>
                  <a:lnTo>
                    <a:pt x="547243" y="1521987"/>
                  </a:lnTo>
                  <a:lnTo>
                    <a:pt x="547439" y="1523603"/>
                  </a:lnTo>
                  <a:lnTo>
                    <a:pt x="547600" y="1525242"/>
                  </a:lnTo>
                  <a:lnTo>
                    <a:pt x="547725" y="1526905"/>
                  </a:lnTo>
                  <a:lnTo>
                    <a:pt x="547814" y="1528591"/>
                  </a:lnTo>
                  <a:lnTo>
                    <a:pt x="547868" y="1530302"/>
                  </a:lnTo>
                  <a:lnTo>
                    <a:pt x="547885" y="1532036"/>
                  </a:lnTo>
                  <a:lnTo>
                    <a:pt x="547885" y="1600200"/>
                  </a:lnTo>
                  <a:lnTo>
                    <a:pt x="520203" y="1600200"/>
                  </a:lnTo>
                  <a:lnTo>
                    <a:pt x="520203" y="1539974"/>
                  </a:lnTo>
                  <a:lnTo>
                    <a:pt x="520194" y="1538734"/>
                  </a:lnTo>
                  <a:lnTo>
                    <a:pt x="520168" y="1537517"/>
                  </a:lnTo>
                  <a:lnTo>
                    <a:pt x="520123" y="1536321"/>
                  </a:lnTo>
                  <a:lnTo>
                    <a:pt x="520061" y="1535148"/>
                  </a:lnTo>
                  <a:lnTo>
                    <a:pt x="519980" y="1533996"/>
                  </a:lnTo>
                  <a:lnTo>
                    <a:pt x="519882" y="1532866"/>
                  </a:lnTo>
                  <a:lnTo>
                    <a:pt x="519766" y="1531757"/>
                  </a:lnTo>
                  <a:lnTo>
                    <a:pt x="519632" y="1530671"/>
                  </a:lnTo>
                  <a:lnTo>
                    <a:pt x="519480" y="1529606"/>
                  </a:lnTo>
                  <a:lnTo>
                    <a:pt x="519310" y="1528564"/>
                  </a:lnTo>
                  <a:lnTo>
                    <a:pt x="519140" y="1527528"/>
                  </a:lnTo>
                  <a:lnTo>
                    <a:pt x="518945" y="1526524"/>
                  </a:lnTo>
                  <a:lnTo>
                    <a:pt x="518727" y="1525551"/>
                  </a:lnTo>
                  <a:lnTo>
                    <a:pt x="518485" y="1524611"/>
                  </a:lnTo>
                  <a:lnTo>
                    <a:pt x="518219" y="1523702"/>
                  </a:lnTo>
                  <a:lnTo>
                    <a:pt x="517929" y="1522825"/>
                  </a:lnTo>
                  <a:lnTo>
                    <a:pt x="517616" y="1521979"/>
                  </a:lnTo>
                  <a:lnTo>
                    <a:pt x="517278" y="1521166"/>
                  </a:lnTo>
                  <a:lnTo>
                    <a:pt x="516917" y="1520384"/>
                  </a:lnTo>
                  <a:lnTo>
                    <a:pt x="516532" y="1519634"/>
                  </a:lnTo>
                  <a:lnTo>
                    <a:pt x="516142" y="1518897"/>
                  </a:lnTo>
                  <a:lnTo>
                    <a:pt x="515727" y="1518193"/>
                  </a:lnTo>
                  <a:lnTo>
                    <a:pt x="515285" y="1517523"/>
                  </a:lnTo>
                  <a:lnTo>
                    <a:pt x="514818" y="1516888"/>
                  </a:lnTo>
                  <a:lnTo>
                    <a:pt x="514325" y="1516285"/>
                  </a:lnTo>
                  <a:lnTo>
                    <a:pt x="513806" y="1515717"/>
                  </a:lnTo>
                  <a:lnTo>
                    <a:pt x="513261" y="1515182"/>
                  </a:lnTo>
                  <a:lnTo>
                    <a:pt x="512691" y="1514681"/>
                  </a:lnTo>
                  <a:lnTo>
                    <a:pt x="512094" y="1514214"/>
                  </a:lnTo>
                  <a:lnTo>
                    <a:pt x="511472" y="1513780"/>
                  </a:lnTo>
                  <a:lnTo>
                    <a:pt x="510843" y="1513384"/>
                  </a:lnTo>
                  <a:lnTo>
                    <a:pt x="510186" y="1513030"/>
                  </a:lnTo>
                  <a:lnTo>
                    <a:pt x="509502" y="1512717"/>
                  </a:lnTo>
                  <a:lnTo>
                    <a:pt x="508789" y="1512446"/>
                  </a:lnTo>
                  <a:lnTo>
                    <a:pt x="508049" y="1512217"/>
                  </a:lnTo>
                  <a:lnTo>
                    <a:pt x="507281" y="1512030"/>
                  </a:lnTo>
                  <a:lnTo>
                    <a:pt x="506485" y="1511884"/>
                  </a:lnTo>
                  <a:lnTo>
                    <a:pt x="505662" y="1511780"/>
                  </a:lnTo>
                  <a:lnTo>
                    <a:pt x="504811" y="1511717"/>
                  </a:lnTo>
                  <a:lnTo>
                    <a:pt x="503932" y="1511696"/>
                  </a:lnTo>
                  <a:lnTo>
                    <a:pt x="503105" y="1511718"/>
                  </a:lnTo>
                  <a:lnTo>
                    <a:pt x="502292" y="1511784"/>
                  </a:lnTo>
                  <a:lnTo>
                    <a:pt x="501494" y="1511893"/>
                  </a:lnTo>
                  <a:lnTo>
                    <a:pt x="500709" y="1512046"/>
                  </a:lnTo>
                  <a:lnTo>
                    <a:pt x="499938" y="1512242"/>
                  </a:lnTo>
                  <a:lnTo>
                    <a:pt x="499181" y="1512482"/>
                  </a:lnTo>
                  <a:lnTo>
                    <a:pt x="498438" y="1512766"/>
                  </a:lnTo>
                  <a:lnTo>
                    <a:pt x="497709" y="1513093"/>
                  </a:lnTo>
                  <a:lnTo>
                    <a:pt x="496993" y="1513464"/>
                  </a:lnTo>
                  <a:lnTo>
                    <a:pt x="496292" y="1513879"/>
                  </a:lnTo>
                  <a:lnTo>
                    <a:pt x="495625" y="1514315"/>
                  </a:lnTo>
                  <a:lnTo>
                    <a:pt x="494974" y="1514788"/>
                  </a:lnTo>
                  <a:lnTo>
                    <a:pt x="494339" y="1515299"/>
                  </a:lnTo>
                  <a:lnTo>
                    <a:pt x="493720" y="1515848"/>
                  </a:lnTo>
                  <a:lnTo>
                    <a:pt x="493117" y="1516434"/>
                  </a:lnTo>
                  <a:lnTo>
                    <a:pt x="492529" y="1517058"/>
                  </a:lnTo>
                  <a:lnTo>
                    <a:pt x="491958" y="1517720"/>
                  </a:lnTo>
                  <a:lnTo>
                    <a:pt x="491402" y="1518419"/>
                  </a:lnTo>
                  <a:lnTo>
                    <a:pt x="490862" y="1519157"/>
                  </a:lnTo>
                  <a:lnTo>
                    <a:pt x="490339" y="1519932"/>
                  </a:lnTo>
                  <a:lnTo>
                    <a:pt x="489853" y="1520721"/>
                  </a:lnTo>
                  <a:lnTo>
                    <a:pt x="489390" y="1521543"/>
                  </a:lnTo>
                  <a:lnTo>
                    <a:pt x="488949" y="1522396"/>
                  </a:lnTo>
                  <a:lnTo>
                    <a:pt x="488529" y="1523281"/>
                  </a:lnTo>
                  <a:lnTo>
                    <a:pt x="488131" y="1524198"/>
                  </a:lnTo>
                  <a:lnTo>
                    <a:pt x="487755" y="1525146"/>
                  </a:lnTo>
                  <a:lnTo>
                    <a:pt x="487401" y="1526127"/>
                  </a:lnTo>
                  <a:lnTo>
                    <a:pt x="487068" y="1527139"/>
                  </a:lnTo>
                  <a:lnTo>
                    <a:pt x="486758" y="1528183"/>
                  </a:lnTo>
                  <a:lnTo>
                    <a:pt x="486469" y="1529258"/>
                  </a:lnTo>
                  <a:lnTo>
                    <a:pt x="486203" y="1530361"/>
                  </a:lnTo>
                  <a:lnTo>
                    <a:pt x="485961" y="1531489"/>
                  </a:lnTo>
                  <a:lnTo>
                    <a:pt x="485743" y="1532639"/>
                  </a:lnTo>
                  <a:lnTo>
                    <a:pt x="485548" y="1533814"/>
                  </a:lnTo>
                  <a:lnTo>
                    <a:pt x="485378" y="1535013"/>
                  </a:lnTo>
                  <a:lnTo>
                    <a:pt x="485231" y="1536235"/>
                  </a:lnTo>
                  <a:lnTo>
                    <a:pt x="485108" y="1537481"/>
                  </a:lnTo>
                  <a:lnTo>
                    <a:pt x="485009" y="1538751"/>
                  </a:lnTo>
                  <a:lnTo>
                    <a:pt x="484933" y="1540045"/>
                  </a:lnTo>
                  <a:lnTo>
                    <a:pt x="484882" y="1541363"/>
                  </a:lnTo>
                  <a:lnTo>
                    <a:pt x="484882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ph113"/>
            <p:cNvSpPr/>
            <p:nvPr/>
          </p:nvSpPr>
          <p:spPr>
            <a:xfrm>
              <a:off x="2845793" y="174193"/>
              <a:ext cx="457200" cy="1696541"/>
            </a:xfrm>
            <a:custGeom>
              <a:avLst/>
              <a:pathLst>
                <a:path w="457200" h="1696541">
                  <a:moveTo>
                    <a:pt x="457200" y="1600200"/>
                  </a:moveTo>
                  <a:lnTo>
                    <a:pt x="457175" y="1602621"/>
                  </a:lnTo>
                  <a:lnTo>
                    <a:pt x="457100" y="1605006"/>
                  </a:lnTo>
                  <a:lnTo>
                    <a:pt x="456976" y="1607352"/>
                  </a:lnTo>
                  <a:lnTo>
                    <a:pt x="456803" y="1609661"/>
                  </a:lnTo>
                  <a:lnTo>
                    <a:pt x="456579" y="1611932"/>
                  </a:lnTo>
                  <a:lnTo>
                    <a:pt x="456307" y="1614166"/>
                  </a:lnTo>
                  <a:lnTo>
                    <a:pt x="455984" y="1616361"/>
                  </a:lnTo>
                  <a:lnTo>
                    <a:pt x="455612" y="1618519"/>
                  </a:lnTo>
                  <a:lnTo>
                    <a:pt x="455190" y="1620640"/>
                  </a:lnTo>
                  <a:lnTo>
                    <a:pt x="454719" y="1622722"/>
                  </a:lnTo>
                  <a:lnTo>
                    <a:pt x="454216" y="1624757"/>
                  </a:lnTo>
                  <a:lnTo>
                    <a:pt x="453659" y="1626735"/>
                  </a:lnTo>
                  <a:lnTo>
                    <a:pt x="453049" y="1628654"/>
                  </a:lnTo>
                  <a:lnTo>
                    <a:pt x="452385" y="1630517"/>
                  </a:lnTo>
                  <a:lnTo>
                    <a:pt x="451668" y="1632322"/>
                  </a:lnTo>
                  <a:lnTo>
                    <a:pt x="450897" y="1634069"/>
                  </a:lnTo>
                  <a:lnTo>
                    <a:pt x="450073" y="1635759"/>
                  </a:lnTo>
                  <a:lnTo>
                    <a:pt x="449195" y="1637391"/>
                  </a:lnTo>
                  <a:lnTo>
                    <a:pt x="448263" y="1638965"/>
                  </a:lnTo>
                  <a:lnTo>
                    <a:pt x="447278" y="1640482"/>
                  </a:lnTo>
                  <a:lnTo>
                    <a:pt x="446238" y="1641939"/>
                  </a:lnTo>
                  <a:lnTo>
                    <a:pt x="445142" y="1643332"/>
                  </a:lnTo>
                  <a:lnTo>
                    <a:pt x="443992" y="1644661"/>
                  </a:lnTo>
                  <a:lnTo>
                    <a:pt x="442785" y="1645927"/>
                  </a:lnTo>
                  <a:lnTo>
                    <a:pt x="441523" y="1647130"/>
                  </a:lnTo>
                  <a:lnTo>
                    <a:pt x="440205" y="1648269"/>
                  </a:lnTo>
                  <a:lnTo>
                    <a:pt x="438832" y="1649345"/>
                  </a:lnTo>
                  <a:lnTo>
                    <a:pt x="437403" y="1650357"/>
                  </a:lnTo>
                  <a:lnTo>
                    <a:pt x="435919" y="1651305"/>
                  </a:lnTo>
                  <a:lnTo>
                    <a:pt x="434379" y="1652190"/>
                  </a:lnTo>
                  <a:lnTo>
                    <a:pt x="432803" y="1652982"/>
                  </a:lnTo>
                  <a:lnTo>
                    <a:pt x="431168" y="1653690"/>
                  </a:lnTo>
                  <a:lnTo>
                    <a:pt x="429477" y="1654315"/>
                  </a:lnTo>
                  <a:lnTo>
                    <a:pt x="427728" y="1654857"/>
                  </a:lnTo>
                  <a:lnTo>
                    <a:pt x="425921" y="1655316"/>
                  </a:lnTo>
                  <a:lnTo>
                    <a:pt x="424056" y="1655691"/>
                  </a:lnTo>
                  <a:lnTo>
                    <a:pt x="422135" y="1655982"/>
                  </a:lnTo>
                  <a:lnTo>
                    <a:pt x="420155" y="1656191"/>
                  </a:lnTo>
                  <a:lnTo>
                    <a:pt x="418118" y="1656316"/>
                  </a:lnTo>
                  <a:lnTo>
                    <a:pt x="416024" y="1656357"/>
                  </a:lnTo>
                  <a:lnTo>
                    <a:pt x="415071" y="1656347"/>
                  </a:lnTo>
                  <a:lnTo>
                    <a:pt x="414119" y="1656318"/>
                  </a:lnTo>
                  <a:lnTo>
                    <a:pt x="413166" y="1656268"/>
                  </a:lnTo>
                  <a:lnTo>
                    <a:pt x="412214" y="1656199"/>
                  </a:lnTo>
                  <a:lnTo>
                    <a:pt x="411261" y="1656109"/>
                  </a:lnTo>
                  <a:lnTo>
                    <a:pt x="410309" y="1656000"/>
                  </a:lnTo>
                  <a:lnTo>
                    <a:pt x="409356" y="1655871"/>
                  </a:lnTo>
                  <a:lnTo>
                    <a:pt x="408404" y="1655722"/>
                  </a:lnTo>
                  <a:lnTo>
                    <a:pt x="407451" y="1655554"/>
                  </a:lnTo>
                  <a:lnTo>
                    <a:pt x="406499" y="1655365"/>
                  </a:lnTo>
                  <a:lnTo>
                    <a:pt x="405570" y="1655155"/>
                  </a:lnTo>
                  <a:lnTo>
                    <a:pt x="404649" y="1654921"/>
                  </a:lnTo>
                  <a:lnTo>
                    <a:pt x="403736" y="1654663"/>
                  </a:lnTo>
                  <a:lnTo>
                    <a:pt x="402832" y="1654381"/>
                  </a:lnTo>
                  <a:lnTo>
                    <a:pt x="401935" y="1654075"/>
                  </a:lnTo>
                  <a:lnTo>
                    <a:pt x="401046" y="1653746"/>
                  </a:lnTo>
                  <a:lnTo>
                    <a:pt x="400165" y="1653393"/>
                  </a:lnTo>
                  <a:lnTo>
                    <a:pt x="399291" y="1653016"/>
                  </a:lnTo>
                  <a:lnTo>
                    <a:pt x="398426" y="1652615"/>
                  </a:lnTo>
                  <a:lnTo>
                    <a:pt x="397569" y="1652190"/>
                  </a:lnTo>
                  <a:lnTo>
                    <a:pt x="396722" y="1651721"/>
                  </a:lnTo>
                  <a:lnTo>
                    <a:pt x="395886" y="1651226"/>
                  </a:lnTo>
                  <a:lnTo>
                    <a:pt x="395063" y="1650705"/>
                  </a:lnTo>
                  <a:lnTo>
                    <a:pt x="394251" y="1650158"/>
                  </a:lnTo>
                  <a:lnTo>
                    <a:pt x="393451" y="1649586"/>
                  </a:lnTo>
                  <a:lnTo>
                    <a:pt x="392664" y="1648987"/>
                  </a:lnTo>
                  <a:lnTo>
                    <a:pt x="391888" y="1648363"/>
                  </a:lnTo>
                  <a:lnTo>
                    <a:pt x="391124" y="1647713"/>
                  </a:lnTo>
                  <a:lnTo>
                    <a:pt x="390372" y="1647038"/>
                  </a:lnTo>
                  <a:lnTo>
                    <a:pt x="389632" y="1646336"/>
                  </a:lnTo>
                  <a:lnTo>
                    <a:pt x="388927" y="1645585"/>
                  </a:lnTo>
                  <a:lnTo>
                    <a:pt x="388242" y="1644800"/>
                  </a:lnTo>
                  <a:lnTo>
                    <a:pt x="387578" y="1643982"/>
                  </a:lnTo>
                  <a:lnTo>
                    <a:pt x="386933" y="1643129"/>
                  </a:lnTo>
                  <a:lnTo>
                    <a:pt x="386308" y="1642243"/>
                  </a:lnTo>
                  <a:lnTo>
                    <a:pt x="385702" y="1641324"/>
                  </a:lnTo>
                  <a:lnTo>
                    <a:pt x="385117" y="1640370"/>
                  </a:lnTo>
                  <a:lnTo>
                    <a:pt x="384552" y="1639383"/>
                  </a:lnTo>
                  <a:lnTo>
                    <a:pt x="384006" y="1638362"/>
                  </a:lnTo>
                  <a:lnTo>
                    <a:pt x="383480" y="1637307"/>
                  </a:lnTo>
                  <a:lnTo>
                    <a:pt x="382905" y="1637421"/>
                  </a:lnTo>
                  <a:lnTo>
                    <a:pt x="382924" y="1637565"/>
                  </a:lnTo>
                  <a:lnTo>
                    <a:pt x="382944" y="1637739"/>
                  </a:lnTo>
                  <a:lnTo>
                    <a:pt x="382964" y="1637942"/>
                  </a:lnTo>
                  <a:lnTo>
                    <a:pt x="382984" y="1638175"/>
                  </a:lnTo>
                  <a:lnTo>
                    <a:pt x="383004" y="1638438"/>
                  </a:lnTo>
                  <a:lnTo>
                    <a:pt x="383024" y="1638731"/>
                  </a:lnTo>
                  <a:lnTo>
                    <a:pt x="383043" y="1639054"/>
                  </a:lnTo>
                  <a:lnTo>
                    <a:pt x="383063" y="1639406"/>
                  </a:lnTo>
                  <a:lnTo>
                    <a:pt x="383083" y="1639788"/>
                  </a:lnTo>
                  <a:lnTo>
                    <a:pt x="383103" y="1640192"/>
                  </a:lnTo>
                  <a:lnTo>
                    <a:pt x="383123" y="1640609"/>
                  </a:lnTo>
                  <a:lnTo>
                    <a:pt x="383143" y="1641041"/>
                  </a:lnTo>
                  <a:lnTo>
                    <a:pt x="383162" y="1641486"/>
                  </a:lnTo>
                  <a:lnTo>
                    <a:pt x="383182" y="1641946"/>
                  </a:lnTo>
                  <a:lnTo>
                    <a:pt x="383202" y="1642419"/>
                  </a:lnTo>
                  <a:lnTo>
                    <a:pt x="383222" y="1642906"/>
                  </a:lnTo>
                  <a:lnTo>
                    <a:pt x="383242" y="1643407"/>
                  </a:lnTo>
                  <a:lnTo>
                    <a:pt x="383262" y="1643922"/>
                  </a:lnTo>
                  <a:lnTo>
                    <a:pt x="383282" y="1644451"/>
                  </a:lnTo>
                  <a:lnTo>
                    <a:pt x="383300" y="1644971"/>
                  </a:lnTo>
                  <a:lnTo>
                    <a:pt x="383317" y="1645499"/>
                  </a:lnTo>
                  <a:lnTo>
                    <a:pt x="383332" y="1646035"/>
                  </a:lnTo>
                  <a:lnTo>
                    <a:pt x="383345" y="1646578"/>
                  </a:lnTo>
                  <a:lnTo>
                    <a:pt x="383356" y="1647130"/>
                  </a:lnTo>
                  <a:lnTo>
                    <a:pt x="383365" y="1647690"/>
                  </a:lnTo>
                  <a:lnTo>
                    <a:pt x="383372" y="1648257"/>
                  </a:lnTo>
                  <a:lnTo>
                    <a:pt x="383377" y="1648833"/>
                  </a:lnTo>
                  <a:lnTo>
                    <a:pt x="383380" y="1649416"/>
                  </a:lnTo>
                  <a:lnTo>
                    <a:pt x="383381" y="1650007"/>
                  </a:lnTo>
                  <a:lnTo>
                    <a:pt x="383400" y="1650579"/>
                  </a:lnTo>
                  <a:lnTo>
                    <a:pt x="383416" y="1651142"/>
                  </a:lnTo>
                  <a:lnTo>
                    <a:pt x="383431" y="1651698"/>
                  </a:lnTo>
                  <a:lnTo>
                    <a:pt x="383444" y="1652246"/>
                  </a:lnTo>
                  <a:lnTo>
                    <a:pt x="383455" y="1652785"/>
                  </a:lnTo>
                  <a:lnTo>
                    <a:pt x="383464" y="1653317"/>
                  </a:lnTo>
                  <a:lnTo>
                    <a:pt x="383471" y="1653841"/>
                  </a:lnTo>
                  <a:lnTo>
                    <a:pt x="383476" y="1654357"/>
                  </a:lnTo>
                  <a:lnTo>
                    <a:pt x="383479" y="1654865"/>
                  </a:lnTo>
                  <a:lnTo>
                    <a:pt x="383480" y="1655365"/>
                  </a:lnTo>
                  <a:lnTo>
                    <a:pt x="383480" y="1696541"/>
                  </a:lnTo>
                  <a:lnTo>
                    <a:pt x="355600" y="1696541"/>
                  </a:lnTo>
                  <a:lnTo>
                    <a:pt x="355600" y="1571724"/>
                  </a:lnTo>
                  <a:lnTo>
                    <a:pt x="355597" y="1570095"/>
                  </a:lnTo>
                  <a:lnTo>
                    <a:pt x="355588" y="1568501"/>
                  </a:lnTo>
                  <a:lnTo>
                    <a:pt x="355573" y="1566943"/>
                  </a:lnTo>
                  <a:lnTo>
                    <a:pt x="355552" y="1565421"/>
                  </a:lnTo>
                  <a:lnTo>
                    <a:pt x="355525" y="1563935"/>
                  </a:lnTo>
                  <a:lnTo>
                    <a:pt x="355492" y="1562484"/>
                  </a:lnTo>
                  <a:lnTo>
                    <a:pt x="355454" y="1561070"/>
                  </a:lnTo>
                  <a:lnTo>
                    <a:pt x="355409" y="1559690"/>
                  </a:lnTo>
                  <a:lnTo>
                    <a:pt x="355358" y="1558347"/>
                  </a:lnTo>
                  <a:lnTo>
                    <a:pt x="355302" y="1557039"/>
                  </a:lnTo>
                  <a:lnTo>
                    <a:pt x="355261" y="1555778"/>
                  </a:lnTo>
                  <a:lnTo>
                    <a:pt x="355219" y="1554575"/>
                  </a:lnTo>
                  <a:lnTo>
                    <a:pt x="355174" y="1553429"/>
                  </a:lnTo>
                  <a:lnTo>
                    <a:pt x="355127" y="1552340"/>
                  </a:lnTo>
                  <a:lnTo>
                    <a:pt x="355079" y="1551309"/>
                  </a:lnTo>
                  <a:lnTo>
                    <a:pt x="355028" y="1550336"/>
                  </a:lnTo>
                  <a:lnTo>
                    <a:pt x="354975" y="1549420"/>
                  </a:lnTo>
                  <a:lnTo>
                    <a:pt x="354921" y="1548562"/>
                  </a:lnTo>
                  <a:lnTo>
                    <a:pt x="354864" y="1547761"/>
                  </a:lnTo>
                  <a:lnTo>
                    <a:pt x="354806" y="1547018"/>
                  </a:lnTo>
                  <a:lnTo>
                    <a:pt x="381892" y="1547018"/>
                  </a:lnTo>
                  <a:lnTo>
                    <a:pt x="381932" y="1547170"/>
                  </a:lnTo>
                  <a:lnTo>
                    <a:pt x="381972" y="1547348"/>
                  </a:lnTo>
                  <a:lnTo>
                    <a:pt x="382012" y="1547551"/>
                  </a:lnTo>
                  <a:lnTo>
                    <a:pt x="382051" y="1547780"/>
                  </a:lnTo>
                  <a:lnTo>
                    <a:pt x="382091" y="1548035"/>
                  </a:lnTo>
                  <a:lnTo>
                    <a:pt x="382131" y="1548316"/>
                  </a:lnTo>
                  <a:lnTo>
                    <a:pt x="382170" y="1548623"/>
                  </a:lnTo>
                  <a:lnTo>
                    <a:pt x="382210" y="1548955"/>
                  </a:lnTo>
                  <a:lnTo>
                    <a:pt x="382250" y="1549313"/>
                  </a:lnTo>
                  <a:lnTo>
                    <a:pt x="382289" y="1549697"/>
                  </a:lnTo>
                  <a:lnTo>
                    <a:pt x="382347" y="1550100"/>
                  </a:lnTo>
                  <a:lnTo>
                    <a:pt x="382400" y="1550515"/>
                  </a:lnTo>
                  <a:lnTo>
                    <a:pt x="382450" y="1550941"/>
                  </a:lnTo>
                  <a:lnTo>
                    <a:pt x="382496" y="1551380"/>
                  </a:lnTo>
                  <a:lnTo>
                    <a:pt x="382537" y="1551830"/>
                  </a:lnTo>
                  <a:lnTo>
                    <a:pt x="382575" y="1552293"/>
                  </a:lnTo>
                  <a:lnTo>
                    <a:pt x="382609" y="1552767"/>
                  </a:lnTo>
                  <a:lnTo>
                    <a:pt x="382639" y="1553253"/>
                  </a:lnTo>
                  <a:lnTo>
                    <a:pt x="382664" y="1553751"/>
                  </a:lnTo>
                  <a:lnTo>
                    <a:pt x="382686" y="1554261"/>
                  </a:lnTo>
                  <a:lnTo>
                    <a:pt x="382725" y="1554779"/>
                  </a:lnTo>
                  <a:lnTo>
                    <a:pt x="382762" y="1555301"/>
                  </a:lnTo>
                  <a:lnTo>
                    <a:pt x="382796" y="1555827"/>
                  </a:lnTo>
                  <a:lnTo>
                    <a:pt x="382829" y="1556357"/>
                  </a:lnTo>
                  <a:lnTo>
                    <a:pt x="382860" y="1556891"/>
                  </a:lnTo>
                  <a:lnTo>
                    <a:pt x="382889" y="1557428"/>
                  </a:lnTo>
                  <a:lnTo>
                    <a:pt x="382915" y="1557970"/>
                  </a:lnTo>
                  <a:lnTo>
                    <a:pt x="382940" y="1558516"/>
                  </a:lnTo>
                  <a:lnTo>
                    <a:pt x="382963" y="1559065"/>
                  </a:lnTo>
                  <a:lnTo>
                    <a:pt x="382984" y="1559619"/>
                  </a:lnTo>
                  <a:lnTo>
                    <a:pt x="383003" y="1560168"/>
                  </a:lnTo>
                  <a:lnTo>
                    <a:pt x="383020" y="1560703"/>
                  </a:lnTo>
                  <a:lnTo>
                    <a:pt x="383034" y="1561223"/>
                  </a:lnTo>
                  <a:lnTo>
                    <a:pt x="383047" y="1561730"/>
                  </a:lnTo>
                  <a:lnTo>
                    <a:pt x="383058" y="1562224"/>
                  </a:lnTo>
                  <a:lnTo>
                    <a:pt x="383067" y="1562703"/>
                  </a:lnTo>
                  <a:lnTo>
                    <a:pt x="383074" y="1563168"/>
                  </a:lnTo>
                  <a:lnTo>
                    <a:pt x="383079" y="1563620"/>
                  </a:lnTo>
                  <a:lnTo>
                    <a:pt x="383082" y="1564057"/>
                  </a:lnTo>
                  <a:lnTo>
                    <a:pt x="383083" y="1564481"/>
                  </a:lnTo>
                  <a:lnTo>
                    <a:pt x="383480" y="1564481"/>
                  </a:lnTo>
                  <a:lnTo>
                    <a:pt x="384530" y="1562418"/>
                  </a:lnTo>
                  <a:lnTo>
                    <a:pt x="385655" y="1560476"/>
                  </a:lnTo>
                  <a:lnTo>
                    <a:pt x="386855" y="1558656"/>
                  </a:lnTo>
                  <a:lnTo>
                    <a:pt x="388131" y="1556956"/>
                  </a:lnTo>
                  <a:lnTo>
                    <a:pt x="389483" y="1555377"/>
                  </a:lnTo>
                  <a:lnTo>
                    <a:pt x="390909" y="1553920"/>
                  </a:lnTo>
                  <a:lnTo>
                    <a:pt x="392412" y="1552583"/>
                  </a:lnTo>
                  <a:lnTo>
                    <a:pt x="393989" y="1551368"/>
                  </a:lnTo>
                  <a:lnTo>
                    <a:pt x="395642" y="1550274"/>
                  </a:lnTo>
                  <a:lnTo>
                    <a:pt x="397371" y="1549300"/>
                  </a:lnTo>
                  <a:lnTo>
                    <a:pt x="399164" y="1548433"/>
                  </a:lnTo>
                  <a:lnTo>
                    <a:pt x="401014" y="1547657"/>
                  </a:lnTo>
                  <a:lnTo>
                    <a:pt x="402919" y="1546973"/>
                  </a:lnTo>
                  <a:lnTo>
                    <a:pt x="404879" y="1546379"/>
                  </a:lnTo>
                  <a:lnTo>
                    <a:pt x="406896" y="1545877"/>
                  </a:lnTo>
                  <a:lnTo>
                    <a:pt x="408967" y="1545466"/>
                  </a:lnTo>
                  <a:lnTo>
                    <a:pt x="411095" y="1545147"/>
                  </a:lnTo>
                  <a:lnTo>
                    <a:pt x="413277" y="1544919"/>
                  </a:lnTo>
                  <a:lnTo>
                    <a:pt x="415516" y="1544782"/>
                  </a:lnTo>
                  <a:lnTo>
                    <a:pt x="417810" y="1544736"/>
                  </a:lnTo>
                  <a:lnTo>
                    <a:pt x="419826" y="1544778"/>
                  </a:lnTo>
                  <a:lnTo>
                    <a:pt x="421786" y="1544903"/>
                  </a:lnTo>
                  <a:lnTo>
                    <a:pt x="423691" y="1545111"/>
                  </a:lnTo>
                  <a:lnTo>
                    <a:pt x="425541" y="1545403"/>
                  </a:lnTo>
                  <a:lnTo>
                    <a:pt x="427335" y="1545778"/>
                  </a:lnTo>
                  <a:lnTo>
                    <a:pt x="429073" y="1546236"/>
                  </a:lnTo>
                  <a:lnTo>
                    <a:pt x="430756" y="1546778"/>
                  </a:lnTo>
                  <a:lnTo>
                    <a:pt x="432383" y="1547403"/>
                  </a:lnTo>
                  <a:lnTo>
                    <a:pt x="433955" y="1548112"/>
                  </a:lnTo>
                  <a:lnTo>
                    <a:pt x="435471" y="1548903"/>
                  </a:lnTo>
                  <a:lnTo>
                    <a:pt x="436932" y="1549769"/>
                  </a:lnTo>
                  <a:lnTo>
                    <a:pt x="438340" y="1550697"/>
                  </a:lnTo>
                  <a:lnTo>
                    <a:pt x="439694" y="1551689"/>
                  </a:lnTo>
                  <a:lnTo>
                    <a:pt x="440995" y="1552745"/>
                  </a:lnTo>
                  <a:lnTo>
                    <a:pt x="442242" y="1553864"/>
                  </a:lnTo>
                  <a:lnTo>
                    <a:pt x="443436" y="1555047"/>
                  </a:lnTo>
                  <a:lnTo>
                    <a:pt x="444576" y="1556293"/>
                  </a:lnTo>
                  <a:lnTo>
                    <a:pt x="445662" y="1557603"/>
                  </a:lnTo>
                  <a:lnTo>
                    <a:pt x="446695" y="1558976"/>
                  </a:lnTo>
                  <a:lnTo>
                    <a:pt x="447675" y="1560413"/>
                  </a:lnTo>
                  <a:lnTo>
                    <a:pt x="448621" y="1561910"/>
                  </a:lnTo>
                  <a:lnTo>
                    <a:pt x="449516" y="1563465"/>
                  </a:lnTo>
                  <a:lnTo>
                    <a:pt x="450359" y="1565077"/>
                  </a:lnTo>
                  <a:lnTo>
                    <a:pt x="451151" y="1566747"/>
                  </a:lnTo>
                  <a:lnTo>
                    <a:pt x="451891" y="1568474"/>
                  </a:lnTo>
                  <a:lnTo>
                    <a:pt x="452580" y="1570259"/>
                  </a:lnTo>
                  <a:lnTo>
                    <a:pt x="453217" y="1572102"/>
                  </a:lnTo>
                  <a:lnTo>
                    <a:pt x="453802" y="1574002"/>
                  </a:lnTo>
                  <a:lnTo>
                    <a:pt x="454336" y="1575959"/>
                  </a:lnTo>
                  <a:lnTo>
                    <a:pt x="454818" y="1577975"/>
                  </a:lnTo>
                  <a:lnTo>
                    <a:pt x="455271" y="1580018"/>
                  </a:lnTo>
                  <a:lnTo>
                    <a:pt x="455675" y="1582102"/>
                  </a:lnTo>
                  <a:lnTo>
                    <a:pt x="456033" y="1584225"/>
                  </a:lnTo>
                  <a:lnTo>
                    <a:pt x="456342" y="1586388"/>
                  </a:lnTo>
                  <a:lnTo>
                    <a:pt x="456604" y="1588591"/>
                  </a:lnTo>
                  <a:lnTo>
                    <a:pt x="456819" y="1590833"/>
                  </a:lnTo>
                  <a:lnTo>
                    <a:pt x="456985" y="1593115"/>
                  </a:lnTo>
                  <a:lnTo>
                    <a:pt x="457104" y="1595437"/>
                  </a:lnTo>
                  <a:lnTo>
                    <a:pt x="457176" y="1597798"/>
                  </a:lnTo>
                  <a:close/>
                  <a:moveTo>
                    <a:pt x="428128" y="1600200"/>
                  </a:moveTo>
                  <a:lnTo>
                    <a:pt x="428073" y="1596624"/>
                  </a:lnTo>
                  <a:lnTo>
                    <a:pt x="427906" y="1593238"/>
                  </a:lnTo>
                  <a:lnTo>
                    <a:pt x="427628" y="1590043"/>
                  </a:lnTo>
                  <a:lnTo>
                    <a:pt x="427239" y="1587039"/>
                  </a:lnTo>
                  <a:lnTo>
                    <a:pt x="426739" y="1584225"/>
                  </a:lnTo>
                  <a:lnTo>
                    <a:pt x="426128" y="1581602"/>
                  </a:lnTo>
                  <a:lnTo>
                    <a:pt x="425406" y="1579169"/>
                  </a:lnTo>
                  <a:lnTo>
                    <a:pt x="424572" y="1576927"/>
                  </a:lnTo>
                  <a:lnTo>
                    <a:pt x="423628" y="1574875"/>
                  </a:lnTo>
                  <a:lnTo>
                    <a:pt x="422572" y="1573014"/>
                  </a:lnTo>
                  <a:lnTo>
                    <a:pt x="421406" y="1571317"/>
                  </a:lnTo>
                  <a:lnTo>
                    <a:pt x="420131" y="1569799"/>
                  </a:lnTo>
                  <a:lnTo>
                    <a:pt x="418747" y="1568459"/>
                  </a:lnTo>
                  <a:lnTo>
                    <a:pt x="417254" y="1567299"/>
                  </a:lnTo>
                  <a:lnTo>
                    <a:pt x="415652" y="1566316"/>
                  </a:lnTo>
                  <a:lnTo>
                    <a:pt x="413940" y="1565513"/>
                  </a:lnTo>
                  <a:lnTo>
                    <a:pt x="412119" y="1564888"/>
                  </a:lnTo>
                  <a:lnTo>
                    <a:pt x="410190" y="1564441"/>
                  </a:lnTo>
                  <a:lnTo>
                    <a:pt x="408151" y="1564173"/>
                  </a:lnTo>
                  <a:lnTo>
                    <a:pt x="406003" y="1564084"/>
                  </a:lnTo>
                  <a:lnTo>
                    <a:pt x="405169" y="1564102"/>
                  </a:lnTo>
                  <a:lnTo>
                    <a:pt x="404336" y="1564155"/>
                  </a:lnTo>
                  <a:lnTo>
                    <a:pt x="403502" y="1564245"/>
                  </a:lnTo>
                  <a:lnTo>
                    <a:pt x="402669" y="1564370"/>
                  </a:lnTo>
                  <a:lnTo>
                    <a:pt x="401835" y="1564530"/>
                  </a:lnTo>
                  <a:lnTo>
                    <a:pt x="401002" y="1564727"/>
                  </a:lnTo>
                  <a:lnTo>
                    <a:pt x="400169" y="1564959"/>
                  </a:lnTo>
                  <a:lnTo>
                    <a:pt x="399335" y="1565227"/>
                  </a:lnTo>
                  <a:lnTo>
                    <a:pt x="398502" y="1565530"/>
                  </a:lnTo>
                  <a:lnTo>
                    <a:pt x="397668" y="1565870"/>
                  </a:lnTo>
                  <a:lnTo>
                    <a:pt x="396863" y="1566233"/>
                  </a:lnTo>
                  <a:lnTo>
                    <a:pt x="396073" y="1566648"/>
                  </a:lnTo>
                  <a:lnTo>
                    <a:pt x="395299" y="1567114"/>
                  </a:lnTo>
                  <a:lnTo>
                    <a:pt x="394541" y="1567632"/>
                  </a:lnTo>
                  <a:lnTo>
                    <a:pt x="393799" y="1568201"/>
                  </a:lnTo>
                  <a:lnTo>
                    <a:pt x="393072" y="1568823"/>
                  </a:lnTo>
                  <a:lnTo>
                    <a:pt x="392362" y="1569495"/>
                  </a:lnTo>
                  <a:lnTo>
                    <a:pt x="391668" y="1570220"/>
                  </a:lnTo>
                  <a:lnTo>
                    <a:pt x="390989" y="1570995"/>
                  </a:lnTo>
                  <a:lnTo>
                    <a:pt x="390326" y="1571823"/>
                  </a:lnTo>
                  <a:lnTo>
                    <a:pt x="389702" y="1572686"/>
                  </a:lnTo>
                  <a:lnTo>
                    <a:pt x="389100" y="1573609"/>
                  </a:lnTo>
                  <a:lnTo>
                    <a:pt x="388519" y="1574591"/>
                  </a:lnTo>
                  <a:lnTo>
                    <a:pt x="387961" y="1575633"/>
                  </a:lnTo>
                  <a:lnTo>
                    <a:pt x="387424" y="1576734"/>
                  </a:lnTo>
                  <a:lnTo>
                    <a:pt x="386909" y="1577895"/>
                  </a:lnTo>
                  <a:lnTo>
                    <a:pt x="386416" y="1579116"/>
                  </a:lnTo>
                  <a:lnTo>
                    <a:pt x="385945" y="1580395"/>
                  </a:lnTo>
                  <a:lnTo>
                    <a:pt x="385495" y="1581735"/>
                  </a:lnTo>
                  <a:lnTo>
                    <a:pt x="385067" y="1583134"/>
                  </a:lnTo>
                  <a:lnTo>
                    <a:pt x="384690" y="1584580"/>
                  </a:lnTo>
                  <a:lnTo>
                    <a:pt x="384353" y="1586102"/>
                  </a:lnTo>
                  <a:lnTo>
                    <a:pt x="384055" y="1587700"/>
                  </a:lnTo>
                  <a:lnTo>
                    <a:pt x="383797" y="1589373"/>
                  </a:lnTo>
                  <a:lnTo>
                    <a:pt x="383579" y="1591121"/>
                  </a:lnTo>
                  <a:lnTo>
                    <a:pt x="383401" y="1592945"/>
                  </a:lnTo>
                  <a:lnTo>
                    <a:pt x="383262" y="1594844"/>
                  </a:lnTo>
                  <a:lnTo>
                    <a:pt x="383162" y="1596818"/>
                  </a:lnTo>
                  <a:lnTo>
                    <a:pt x="383103" y="1598868"/>
                  </a:lnTo>
                  <a:lnTo>
                    <a:pt x="383083" y="1600993"/>
                  </a:lnTo>
                  <a:lnTo>
                    <a:pt x="383103" y="1603062"/>
                  </a:lnTo>
                  <a:lnTo>
                    <a:pt x="383162" y="1605061"/>
                  </a:lnTo>
                  <a:lnTo>
                    <a:pt x="383262" y="1606991"/>
                  </a:lnTo>
                  <a:lnTo>
                    <a:pt x="383401" y="1608851"/>
                  </a:lnTo>
                  <a:lnTo>
                    <a:pt x="383579" y="1610642"/>
                  </a:lnTo>
                  <a:lnTo>
                    <a:pt x="383797" y="1612364"/>
                  </a:lnTo>
                  <a:lnTo>
                    <a:pt x="384055" y="1614016"/>
                  </a:lnTo>
                  <a:lnTo>
                    <a:pt x="384353" y="1615598"/>
                  </a:lnTo>
                  <a:lnTo>
                    <a:pt x="384690" y="1617111"/>
                  </a:lnTo>
                  <a:lnTo>
                    <a:pt x="385067" y="1618555"/>
                  </a:lnTo>
                  <a:lnTo>
                    <a:pt x="385476" y="1619916"/>
                  </a:lnTo>
                  <a:lnTo>
                    <a:pt x="385909" y="1621222"/>
                  </a:lnTo>
                  <a:lnTo>
                    <a:pt x="386365" y="1622472"/>
                  </a:lnTo>
                  <a:lnTo>
                    <a:pt x="386845" y="1623667"/>
                  </a:lnTo>
                  <a:lnTo>
                    <a:pt x="387350" y="1624806"/>
                  </a:lnTo>
                  <a:lnTo>
                    <a:pt x="387877" y="1625889"/>
                  </a:lnTo>
                  <a:lnTo>
                    <a:pt x="388429" y="1626917"/>
                  </a:lnTo>
                  <a:lnTo>
                    <a:pt x="389004" y="1627889"/>
                  </a:lnTo>
                  <a:lnTo>
                    <a:pt x="389604" y="1628806"/>
                  </a:lnTo>
                  <a:lnTo>
                    <a:pt x="390227" y="1629667"/>
                  </a:lnTo>
                  <a:lnTo>
                    <a:pt x="390890" y="1630477"/>
                  </a:lnTo>
                  <a:lnTo>
                    <a:pt x="391568" y="1631239"/>
                  </a:lnTo>
                  <a:lnTo>
                    <a:pt x="392263" y="1631953"/>
                  </a:lnTo>
                  <a:lnTo>
                    <a:pt x="392973" y="1632620"/>
                  </a:lnTo>
                  <a:lnTo>
                    <a:pt x="393700" y="1633239"/>
                  </a:lnTo>
                  <a:lnTo>
                    <a:pt x="394442" y="1633811"/>
                  </a:lnTo>
                  <a:lnTo>
                    <a:pt x="395200" y="1634335"/>
                  </a:lnTo>
                  <a:lnTo>
                    <a:pt x="395974" y="1634811"/>
                  </a:lnTo>
                  <a:lnTo>
                    <a:pt x="396763" y="1635240"/>
                  </a:lnTo>
                  <a:lnTo>
                    <a:pt x="397569" y="1635621"/>
                  </a:lnTo>
                  <a:lnTo>
                    <a:pt x="398384" y="1635941"/>
                  </a:lnTo>
                  <a:lnTo>
                    <a:pt x="399200" y="1636228"/>
                  </a:lnTo>
                  <a:lnTo>
                    <a:pt x="400019" y="1636481"/>
                  </a:lnTo>
                  <a:lnTo>
                    <a:pt x="400839" y="1636700"/>
                  </a:lnTo>
                  <a:lnTo>
                    <a:pt x="401662" y="1636886"/>
                  </a:lnTo>
                  <a:lnTo>
                    <a:pt x="402486" y="1637037"/>
                  </a:lnTo>
                  <a:lnTo>
                    <a:pt x="403313" y="1637156"/>
                  </a:lnTo>
                  <a:lnTo>
                    <a:pt x="404141" y="1637240"/>
                  </a:lnTo>
                  <a:lnTo>
                    <a:pt x="404972" y="1637290"/>
                  </a:lnTo>
                  <a:lnTo>
                    <a:pt x="405804" y="1637307"/>
                  </a:lnTo>
                  <a:lnTo>
                    <a:pt x="406864" y="1637286"/>
                  </a:lnTo>
                  <a:lnTo>
                    <a:pt x="407900" y="1637224"/>
                  </a:lnTo>
                  <a:lnTo>
                    <a:pt x="408912" y="1637120"/>
                  </a:lnTo>
                  <a:lnTo>
                    <a:pt x="409900" y="1636974"/>
                  </a:lnTo>
                  <a:lnTo>
                    <a:pt x="410864" y="1636786"/>
                  </a:lnTo>
                  <a:lnTo>
                    <a:pt x="411805" y="1636557"/>
                  </a:lnTo>
                  <a:lnTo>
                    <a:pt x="412722" y="1636286"/>
                  </a:lnTo>
                  <a:lnTo>
                    <a:pt x="413615" y="1635974"/>
                  </a:lnTo>
                  <a:lnTo>
                    <a:pt x="414484" y="1635620"/>
                  </a:lnTo>
                  <a:lnTo>
                    <a:pt x="415329" y="1635224"/>
                  </a:lnTo>
                  <a:lnTo>
                    <a:pt x="416149" y="1634764"/>
                  </a:lnTo>
                  <a:lnTo>
                    <a:pt x="416941" y="1634259"/>
                  </a:lnTo>
                  <a:lnTo>
                    <a:pt x="417704" y="1633709"/>
                  </a:lnTo>
                  <a:lnTo>
                    <a:pt x="418441" y="1633112"/>
                  </a:lnTo>
                  <a:lnTo>
                    <a:pt x="419149" y="1632470"/>
                  </a:lnTo>
                  <a:lnTo>
                    <a:pt x="419830" y="1631783"/>
                  </a:lnTo>
                  <a:lnTo>
                    <a:pt x="420483" y="1631050"/>
                  </a:lnTo>
                  <a:lnTo>
                    <a:pt x="421108" y="1630271"/>
                  </a:lnTo>
                  <a:lnTo>
                    <a:pt x="421705" y="1629446"/>
                  </a:lnTo>
                  <a:lnTo>
                    <a:pt x="422275" y="1628576"/>
                  </a:lnTo>
                  <a:lnTo>
                    <a:pt x="422836" y="1627638"/>
                  </a:lnTo>
                  <a:lnTo>
                    <a:pt x="423370" y="1626651"/>
                  </a:lnTo>
                  <a:lnTo>
                    <a:pt x="423876" y="1625614"/>
                  </a:lnTo>
                  <a:lnTo>
                    <a:pt x="424354" y="1624528"/>
                  </a:lnTo>
                  <a:lnTo>
                    <a:pt x="424805" y="1623392"/>
                  </a:lnTo>
                  <a:lnTo>
                    <a:pt x="425227" y="1622206"/>
                  </a:lnTo>
                  <a:lnTo>
                    <a:pt x="425622" y="1620971"/>
                  </a:lnTo>
                  <a:lnTo>
                    <a:pt x="425989" y="1619686"/>
                  </a:lnTo>
                  <a:lnTo>
                    <a:pt x="426329" y="1618352"/>
                  </a:lnTo>
                  <a:lnTo>
                    <a:pt x="426640" y="1616967"/>
                  </a:lnTo>
                  <a:lnTo>
                    <a:pt x="426923" y="1615532"/>
                  </a:lnTo>
                  <a:lnTo>
                    <a:pt x="427176" y="1614043"/>
                  </a:lnTo>
                  <a:lnTo>
                    <a:pt x="427399" y="1612500"/>
                  </a:lnTo>
                  <a:lnTo>
                    <a:pt x="427593" y="1610903"/>
                  </a:lnTo>
                  <a:lnTo>
                    <a:pt x="427756" y="1609253"/>
                  </a:lnTo>
                  <a:lnTo>
                    <a:pt x="427890" y="1607550"/>
                  </a:lnTo>
                  <a:lnTo>
                    <a:pt x="427994" y="1605792"/>
                  </a:lnTo>
                  <a:lnTo>
                    <a:pt x="428069" y="1603982"/>
                  </a:lnTo>
                  <a:lnTo>
                    <a:pt x="428114" y="1602117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ph114"/>
            <p:cNvSpPr/>
            <p:nvPr/>
          </p:nvSpPr>
          <p:spPr>
            <a:xfrm>
              <a:off x="2868316" y="228367"/>
              <a:ext cx="485080" cy="1600200"/>
            </a:xfrm>
            <a:custGeom>
              <a:avLst/>
              <a:pathLst>
                <a:path w="485080" h="1600200">
                  <a:moveTo>
                    <a:pt x="457200" y="1600200"/>
                  </a:moveTo>
                  <a:lnTo>
                    <a:pt x="457200" y="1452959"/>
                  </a:lnTo>
                  <a:lnTo>
                    <a:pt x="485080" y="1452959"/>
                  </a:lnTo>
                  <a:lnTo>
                    <a:pt x="485080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ph115"/>
            <p:cNvSpPr/>
            <p:nvPr/>
          </p:nvSpPr>
          <p:spPr>
            <a:xfrm>
              <a:off x="2968725" y="230351"/>
              <a:ext cx="505122" cy="1600200"/>
            </a:xfrm>
            <a:custGeom>
              <a:avLst/>
              <a:pathLst>
                <a:path w="505122" h="1600200">
                  <a:moveTo>
                    <a:pt x="457200" y="1600200"/>
                  </a:moveTo>
                  <a:lnTo>
                    <a:pt x="454901" y="1600166"/>
                  </a:lnTo>
                  <a:lnTo>
                    <a:pt x="452647" y="1600065"/>
                  </a:lnTo>
                  <a:lnTo>
                    <a:pt x="450440" y="1599896"/>
                  </a:lnTo>
                  <a:lnTo>
                    <a:pt x="448278" y="1599660"/>
                  </a:lnTo>
                  <a:lnTo>
                    <a:pt x="446161" y="1599356"/>
                  </a:lnTo>
                  <a:lnTo>
                    <a:pt x="444091" y="1598985"/>
                  </a:lnTo>
                  <a:lnTo>
                    <a:pt x="442066" y="1598547"/>
                  </a:lnTo>
                  <a:lnTo>
                    <a:pt x="440086" y="1598041"/>
                  </a:lnTo>
                  <a:lnTo>
                    <a:pt x="438152" y="1597467"/>
                  </a:lnTo>
                  <a:lnTo>
                    <a:pt x="436264" y="1596826"/>
                  </a:lnTo>
                  <a:lnTo>
                    <a:pt x="434446" y="1596097"/>
                  </a:lnTo>
                  <a:lnTo>
                    <a:pt x="432681" y="1595298"/>
                  </a:lnTo>
                  <a:lnTo>
                    <a:pt x="430969" y="1594430"/>
                  </a:lnTo>
                  <a:lnTo>
                    <a:pt x="429311" y="1593492"/>
                  </a:lnTo>
                  <a:lnTo>
                    <a:pt x="427707" y="1592485"/>
                  </a:lnTo>
                  <a:lnTo>
                    <a:pt x="426156" y="1591409"/>
                  </a:lnTo>
                  <a:lnTo>
                    <a:pt x="424659" y="1590263"/>
                  </a:lnTo>
                  <a:lnTo>
                    <a:pt x="423215" y="1589047"/>
                  </a:lnTo>
                  <a:lnTo>
                    <a:pt x="421825" y="1587762"/>
                  </a:lnTo>
                  <a:lnTo>
                    <a:pt x="420489" y="1586408"/>
                  </a:lnTo>
                  <a:lnTo>
                    <a:pt x="419210" y="1584964"/>
                  </a:lnTo>
                  <a:lnTo>
                    <a:pt x="417992" y="1583451"/>
                  </a:lnTo>
                  <a:lnTo>
                    <a:pt x="416836" y="1581869"/>
                  </a:lnTo>
                  <a:lnTo>
                    <a:pt x="415742" y="1580217"/>
                  </a:lnTo>
                  <a:lnTo>
                    <a:pt x="414709" y="1578495"/>
                  </a:lnTo>
                  <a:lnTo>
                    <a:pt x="413738" y="1576705"/>
                  </a:lnTo>
                  <a:lnTo>
                    <a:pt x="412828" y="1574844"/>
                  </a:lnTo>
                  <a:lnTo>
                    <a:pt x="411980" y="1572914"/>
                  </a:lnTo>
                  <a:lnTo>
                    <a:pt x="411193" y="1570915"/>
                  </a:lnTo>
                  <a:lnTo>
                    <a:pt x="410467" y="1568846"/>
                  </a:lnTo>
                  <a:lnTo>
                    <a:pt x="409808" y="1566687"/>
                  </a:lnTo>
                  <a:lnTo>
                    <a:pt x="409217" y="1564457"/>
                  </a:lnTo>
                  <a:lnTo>
                    <a:pt x="408696" y="1562155"/>
                  </a:lnTo>
                  <a:lnTo>
                    <a:pt x="408245" y="1559782"/>
                  </a:lnTo>
                  <a:lnTo>
                    <a:pt x="407863" y="1557337"/>
                  </a:lnTo>
                  <a:lnTo>
                    <a:pt x="407550" y="1554821"/>
                  </a:lnTo>
                  <a:lnTo>
                    <a:pt x="407307" y="1552233"/>
                  </a:lnTo>
                  <a:lnTo>
                    <a:pt x="407134" y="1549574"/>
                  </a:lnTo>
                  <a:lnTo>
                    <a:pt x="407030" y="1546844"/>
                  </a:lnTo>
                  <a:lnTo>
                    <a:pt x="406995" y="1544042"/>
                  </a:lnTo>
                  <a:lnTo>
                    <a:pt x="407035" y="1541015"/>
                  </a:lnTo>
                  <a:lnTo>
                    <a:pt x="407158" y="1538085"/>
                  </a:lnTo>
                  <a:lnTo>
                    <a:pt x="407361" y="1535252"/>
                  </a:lnTo>
                  <a:lnTo>
                    <a:pt x="407646" y="1532516"/>
                  </a:lnTo>
                  <a:lnTo>
                    <a:pt x="408012" y="1529878"/>
                  </a:lnTo>
                  <a:lnTo>
                    <a:pt x="408459" y="1527337"/>
                  </a:lnTo>
                  <a:lnTo>
                    <a:pt x="408988" y="1524893"/>
                  </a:lnTo>
                  <a:lnTo>
                    <a:pt x="409598" y="1522547"/>
                  </a:lnTo>
                  <a:lnTo>
                    <a:pt x="410290" y="1520298"/>
                  </a:lnTo>
                  <a:lnTo>
                    <a:pt x="411063" y="1518146"/>
                  </a:lnTo>
                  <a:lnTo>
                    <a:pt x="411924" y="1516083"/>
                  </a:lnTo>
                  <a:lnTo>
                    <a:pt x="412841" y="1514101"/>
                  </a:lnTo>
                  <a:lnTo>
                    <a:pt x="413813" y="1512201"/>
                  </a:lnTo>
                  <a:lnTo>
                    <a:pt x="414841" y="1510383"/>
                  </a:lnTo>
                  <a:lnTo>
                    <a:pt x="415925" y="1508645"/>
                  </a:lnTo>
                  <a:lnTo>
                    <a:pt x="417064" y="1506989"/>
                  </a:lnTo>
                  <a:lnTo>
                    <a:pt x="418258" y="1505415"/>
                  </a:lnTo>
                  <a:lnTo>
                    <a:pt x="419508" y="1503922"/>
                  </a:lnTo>
                  <a:lnTo>
                    <a:pt x="420814" y="1502510"/>
                  </a:lnTo>
                  <a:lnTo>
                    <a:pt x="422175" y="1501179"/>
                  </a:lnTo>
                  <a:lnTo>
                    <a:pt x="423605" y="1499906"/>
                  </a:lnTo>
                  <a:lnTo>
                    <a:pt x="425076" y="1498707"/>
                  </a:lnTo>
                  <a:lnTo>
                    <a:pt x="426590" y="1497581"/>
                  </a:lnTo>
                  <a:lnTo>
                    <a:pt x="428144" y="1496528"/>
                  </a:lnTo>
                  <a:lnTo>
                    <a:pt x="429741" y="1495549"/>
                  </a:lnTo>
                  <a:lnTo>
                    <a:pt x="431379" y="1494643"/>
                  </a:lnTo>
                  <a:lnTo>
                    <a:pt x="433059" y="1493810"/>
                  </a:lnTo>
                  <a:lnTo>
                    <a:pt x="434780" y="1493051"/>
                  </a:lnTo>
                  <a:lnTo>
                    <a:pt x="436543" y="1492366"/>
                  </a:lnTo>
                  <a:lnTo>
                    <a:pt x="438348" y="1491753"/>
                  </a:lnTo>
                  <a:lnTo>
                    <a:pt x="440183" y="1491207"/>
                  </a:lnTo>
                  <a:lnTo>
                    <a:pt x="442039" y="1490718"/>
                  </a:lnTo>
                  <a:lnTo>
                    <a:pt x="443914" y="1490286"/>
                  </a:lnTo>
                  <a:lnTo>
                    <a:pt x="445809" y="1489912"/>
                  </a:lnTo>
                  <a:lnTo>
                    <a:pt x="447724" y="1489595"/>
                  </a:lnTo>
                  <a:lnTo>
                    <a:pt x="449659" y="1489336"/>
                  </a:lnTo>
                  <a:lnTo>
                    <a:pt x="451613" y="1489135"/>
                  </a:lnTo>
                  <a:lnTo>
                    <a:pt x="453588" y="1488991"/>
                  </a:lnTo>
                  <a:lnTo>
                    <a:pt x="455582" y="1488905"/>
                  </a:lnTo>
                  <a:lnTo>
                    <a:pt x="457596" y="1488876"/>
                  </a:lnTo>
                  <a:lnTo>
                    <a:pt x="460099" y="1488921"/>
                  </a:lnTo>
                  <a:lnTo>
                    <a:pt x="462526" y="1489055"/>
                  </a:lnTo>
                  <a:lnTo>
                    <a:pt x="464877" y="1489278"/>
                  </a:lnTo>
                  <a:lnTo>
                    <a:pt x="467153" y="1489590"/>
                  </a:lnTo>
                  <a:lnTo>
                    <a:pt x="469354" y="1489992"/>
                  </a:lnTo>
                  <a:lnTo>
                    <a:pt x="471479" y="1490483"/>
                  </a:lnTo>
                  <a:lnTo>
                    <a:pt x="473529" y="1491064"/>
                  </a:lnTo>
                  <a:lnTo>
                    <a:pt x="475503" y="1491734"/>
                  </a:lnTo>
                  <a:lnTo>
                    <a:pt x="477402" y="1492493"/>
                  </a:lnTo>
                  <a:lnTo>
                    <a:pt x="479226" y="1493341"/>
                  </a:lnTo>
                  <a:lnTo>
                    <a:pt x="480999" y="1494250"/>
                  </a:lnTo>
                  <a:lnTo>
                    <a:pt x="482707" y="1495230"/>
                  </a:lnTo>
                  <a:lnTo>
                    <a:pt x="484349" y="1496282"/>
                  </a:lnTo>
                  <a:lnTo>
                    <a:pt x="485925" y="1497405"/>
                  </a:lnTo>
                  <a:lnTo>
                    <a:pt x="487436" y="1498600"/>
                  </a:lnTo>
                  <a:lnTo>
                    <a:pt x="488882" y="1499866"/>
                  </a:lnTo>
                  <a:lnTo>
                    <a:pt x="490262" y="1501203"/>
                  </a:lnTo>
                  <a:lnTo>
                    <a:pt x="491577" y="1502612"/>
                  </a:lnTo>
                  <a:lnTo>
                    <a:pt x="492826" y="1504092"/>
                  </a:lnTo>
                  <a:lnTo>
                    <a:pt x="494010" y="1505644"/>
                  </a:lnTo>
                  <a:lnTo>
                    <a:pt x="495130" y="1507263"/>
                  </a:lnTo>
                  <a:lnTo>
                    <a:pt x="496189" y="1508946"/>
                  </a:lnTo>
                  <a:lnTo>
                    <a:pt x="497186" y="1510692"/>
                  </a:lnTo>
                  <a:lnTo>
                    <a:pt x="498121" y="1512502"/>
                  </a:lnTo>
                  <a:lnTo>
                    <a:pt x="498995" y="1514375"/>
                  </a:lnTo>
                  <a:lnTo>
                    <a:pt x="499808" y="1516312"/>
                  </a:lnTo>
                  <a:lnTo>
                    <a:pt x="500559" y="1518312"/>
                  </a:lnTo>
                  <a:lnTo>
                    <a:pt x="501249" y="1520376"/>
                  </a:lnTo>
                  <a:lnTo>
                    <a:pt x="501877" y="1522503"/>
                  </a:lnTo>
                  <a:lnTo>
                    <a:pt x="502443" y="1524694"/>
                  </a:lnTo>
                  <a:lnTo>
                    <a:pt x="502952" y="1526920"/>
                  </a:lnTo>
                  <a:lnTo>
                    <a:pt x="503408" y="1529195"/>
                  </a:lnTo>
                  <a:lnTo>
                    <a:pt x="503809" y="1531516"/>
                  </a:lnTo>
                  <a:lnTo>
                    <a:pt x="504158" y="1533886"/>
                  </a:lnTo>
                  <a:lnTo>
                    <a:pt x="504452" y="1536303"/>
                  </a:lnTo>
                  <a:lnTo>
                    <a:pt x="504694" y="1538767"/>
                  </a:lnTo>
                  <a:lnTo>
                    <a:pt x="504881" y="1541279"/>
                  </a:lnTo>
                  <a:lnTo>
                    <a:pt x="505015" y="1543839"/>
                  </a:lnTo>
                  <a:lnTo>
                    <a:pt x="505095" y="1546447"/>
                  </a:lnTo>
                  <a:lnTo>
                    <a:pt x="505122" y="1549102"/>
                  </a:lnTo>
                  <a:lnTo>
                    <a:pt x="505122" y="1549896"/>
                  </a:lnTo>
                  <a:lnTo>
                    <a:pt x="436264" y="1549896"/>
                  </a:lnTo>
                  <a:lnTo>
                    <a:pt x="436276" y="1551236"/>
                  </a:lnTo>
                  <a:lnTo>
                    <a:pt x="436312" y="1552559"/>
                  </a:lnTo>
                  <a:lnTo>
                    <a:pt x="436372" y="1553863"/>
                  </a:lnTo>
                  <a:lnTo>
                    <a:pt x="436455" y="1555150"/>
                  </a:lnTo>
                  <a:lnTo>
                    <a:pt x="436562" y="1556419"/>
                  </a:lnTo>
                  <a:lnTo>
                    <a:pt x="436693" y="1557670"/>
                  </a:lnTo>
                  <a:lnTo>
                    <a:pt x="436848" y="1558904"/>
                  </a:lnTo>
                  <a:lnTo>
                    <a:pt x="437026" y="1560119"/>
                  </a:lnTo>
                  <a:lnTo>
                    <a:pt x="437229" y="1561317"/>
                  </a:lnTo>
                  <a:lnTo>
                    <a:pt x="437455" y="1562496"/>
                  </a:lnTo>
                  <a:lnTo>
                    <a:pt x="437708" y="1563632"/>
                  </a:lnTo>
                  <a:lnTo>
                    <a:pt x="437991" y="1564739"/>
                  </a:lnTo>
                  <a:lnTo>
                    <a:pt x="438303" y="1565815"/>
                  </a:lnTo>
                  <a:lnTo>
                    <a:pt x="438646" y="1566862"/>
                  </a:lnTo>
                  <a:lnTo>
                    <a:pt x="439018" y="1567879"/>
                  </a:lnTo>
                  <a:lnTo>
                    <a:pt x="439420" y="1568866"/>
                  </a:lnTo>
                  <a:lnTo>
                    <a:pt x="439851" y="1569824"/>
                  </a:lnTo>
                  <a:lnTo>
                    <a:pt x="440312" y="1570751"/>
                  </a:lnTo>
                  <a:lnTo>
                    <a:pt x="440804" y="1571649"/>
                  </a:lnTo>
                  <a:lnTo>
                    <a:pt x="441325" y="1572517"/>
                  </a:lnTo>
                  <a:lnTo>
                    <a:pt x="441876" y="1573334"/>
                  </a:lnTo>
                  <a:lnTo>
                    <a:pt x="442460" y="1574117"/>
                  </a:lnTo>
                  <a:lnTo>
                    <a:pt x="443075" y="1574866"/>
                  </a:lnTo>
                  <a:lnTo>
                    <a:pt x="443722" y="1575581"/>
                  </a:lnTo>
                  <a:lnTo>
                    <a:pt x="444400" y="1576263"/>
                  </a:lnTo>
                  <a:lnTo>
                    <a:pt x="445111" y="1576911"/>
                  </a:lnTo>
                  <a:lnTo>
                    <a:pt x="445853" y="1577525"/>
                  </a:lnTo>
                  <a:lnTo>
                    <a:pt x="446627" y="1578105"/>
                  </a:lnTo>
                  <a:lnTo>
                    <a:pt x="447432" y="1578652"/>
                  </a:lnTo>
                  <a:lnTo>
                    <a:pt x="448270" y="1579165"/>
                  </a:lnTo>
                  <a:lnTo>
                    <a:pt x="449141" y="1579618"/>
                  </a:lnTo>
                  <a:lnTo>
                    <a:pt x="450048" y="1580022"/>
                  </a:lnTo>
                  <a:lnTo>
                    <a:pt x="450990" y="1580380"/>
                  </a:lnTo>
                  <a:lnTo>
                    <a:pt x="451969" y="1580689"/>
                  </a:lnTo>
                  <a:lnTo>
                    <a:pt x="452983" y="1580951"/>
                  </a:lnTo>
                  <a:lnTo>
                    <a:pt x="454032" y="1581165"/>
                  </a:lnTo>
                  <a:lnTo>
                    <a:pt x="455118" y="1581332"/>
                  </a:lnTo>
                  <a:lnTo>
                    <a:pt x="456239" y="1581451"/>
                  </a:lnTo>
                  <a:lnTo>
                    <a:pt x="457396" y="1581523"/>
                  </a:lnTo>
                  <a:lnTo>
                    <a:pt x="458589" y="1581546"/>
                  </a:lnTo>
                  <a:lnTo>
                    <a:pt x="460030" y="1581516"/>
                  </a:lnTo>
                  <a:lnTo>
                    <a:pt x="461418" y="1581423"/>
                  </a:lnTo>
                  <a:lnTo>
                    <a:pt x="462753" y="1581270"/>
                  </a:lnTo>
                  <a:lnTo>
                    <a:pt x="464034" y="1581054"/>
                  </a:lnTo>
                  <a:lnTo>
                    <a:pt x="465261" y="1580777"/>
                  </a:lnTo>
                  <a:lnTo>
                    <a:pt x="466435" y="1580439"/>
                  </a:lnTo>
                  <a:lnTo>
                    <a:pt x="467555" y="1580039"/>
                  </a:lnTo>
                  <a:lnTo>
                    <a:pt x="468622" y="1579578"/>
                  </a:lnTo>
                  <a:lnTo>
                    <a:pt x="469635" y="1579055"/>
                  </a:lnTo>
                  <a:lnTo>
                    <a:pt x="470594" y="1578471"/>
                  </a:lnTo>
                  <a:lnTo>
                    <a:pt x="471500" y="1577802"/>
                  </a:lnTo>
                  <a:lnTo>
                    <a:pt x="472352" y="1577066"/>
                  </a:lnTo>
                  <a:lnTo>
                    <a:pt x="473151" y="1576262"/>
                  </a:lnTo>
                  <a:lnTo>
                    <a:pt x="473896" y="1575391"/>
                  </a:lnTo>
                  <a:lnTo>
                    <a:pt x="474588" y="1574452"/>
                  </a:lnTo>
                  <a:lnTo>
                    <a:pt x="475226" y="1573446"/>
                  </a:lnTo>
                  <a:lnTo>
                    <a:pt x="475810" y="1572373"/>
                  </a:lnTo>
                  <a:lnTo>
                    <a:pt x="476341" y="1571232"/>
                  </a:lnTo>
                  <a:lnTo>
                    <a:pt x="476818" y="1570023"/>
                  </a:lnTo>
                  <a:lnTo>
                    <a:pt x="477242" y="1568747"/>
                  </a:lnTo>
                  <a:lnTo>
                    <a:pt x="503535" y="1571029"/>
                  </a:lnTo>
                  <a:lnTo>
                    <a:pt x="503163" y="1571948"/>
                  </a:lnTo>
                  <a:lnTo>
                    <a:pt x="502761" y="1572879"/>
                  </a:lnTo>
                  <a:lnTo>
                    <a:pt x="502329" y="1573821"/>
                  </a:lnTo>
                  <a:lnTo>
                    <a:pt x="501868" y="1574776"/>
                  </a:lnTo>
                  <a:lnTo>
                    <a:pt x="501377" y="1575742"/>
                  </a:lnTo>
                  <a:lnTo>
                    <a:pt x="500856" y="1576720"/>
                  </a:lnTo>
                  <a:lnTo>
                    <a:pt x="500305" y="1577711"/>
                  </a:lnTo>
                  <a:lnTo>
                    <a:pt x="499725" y="1578713"/>
                  </a:lnTo>
                  <a:lnTo>
                    <a:pt x="499114" y="1579727"/>
                  </a:lnTo>
                  <a:lnTo>
                    <a:pt x="498475" y="1580753"/>
                  </a:lnTo>
                  <a:lnTo>
                    <a:pt x="497818" y="1581777"/>
                  </a:lnTo>
                  <a:lnTo>
                    <a:pt x="497117" y="1582785"/>
                  </a:lnTo>
                  <a:lnTo>
                    <a:pt x="496373" y="1583777"/>
                  </a:lnTo>
                  <a:lnTo>
                    <a:pt x="495585" y="1584753"/>
                  </a:lnTo>
                  <a:lnTo>
                    <a:pt x="494754" y="1585714"/>
                  </a:lnTo>
                  <a:lnTo>
                    <a:pt x="493879" y="1586658"/>
                  </a:lnTo>
                  <a:lnTo>
                    <a:pt x="492960" y="1587587"/>
                  </a:lnTo>
                  <a:lnTo>
                    <a:pt x="491998" y="1588500"/>
                  </a:lnTo>
                  <a:lnTo>
                    <a:pt x="490991" y="1589397"/>
                  </a:lnTo>
                  <a:lnTo>
                    <a:pt x="489942" y="1590278"/>
                  </a:lnTo>
                  <a:lnTo>
                    <a:pt x="488843" y="1591117"/>
                  </a:lnTo>
                  <a:lnTo>
                    <a:pt x="487691" y="1591929"/>
                  </a:lnTo>
                  <a:lnTo>
                    <a:pt x="486486" y="1592712"/>
                  </a:lnTo>
                  <a:lnTo>
                    <a:pt x="485227" y="1593469"/>
                  </a:lnTo>
                  <a:lnTo>
                    <a:pt x="483914" y="1594197"/>
                  </a:lnTo>
                  <a:lnTo>
                    <a:pt x="482548" y="1594897"/>
                  </a:lnTo>
                  <a:lnTo>
                    <a:pt x="481128" y="1595570"/>
                  </a:lnTo>
                  <a:lnTo>
                    <a:pt x="479655" y="1596215"/>
                  </a:lnTo>
                  <a:lnTo>
                    <a:pt x="478128" y="1596832"/>
                  </a:lnTo>
                  <a:lnTo>
                    <a:pt x="476547" y="1597421"/>
                  </a:lnTo>
                  <a:lnTo>
                    <a:pt x="474925" y="1597949"/>
                  </a:lnTo>
                  <a:lnTo>
                    <a:pt x="473233" y="1598422"/>
                  </a:lnTo>
                  <a:lnTo>
                    <a:pt x="471472" y="1598838"/>
                  </a:lnTo>
                  <a:lnTo>
                    <a:pt x="469642" y="1599199"/>
                  </a:lnTo>
                  <a:lnTo>
                    <a:pt x="467741" y="1599505"/>
                  </a:lnTo>
                  <a:lnTo>
                    <a:pt x="465772" y="1599755"/>
                  </a:lnTo>
                  <a:lnTo>
                    <a:pt x="463733" y="1599949"/>
                  </a:lnTo>
                  <a:lnTo>
                    <a:pt x="461625" y="1600088"/>
                  </a:lnTo>
                  <a:lnTo>
                    <a:pt x="459447" y="1600172"/>
                  </a:lnTo>
                  <a:close/>
                  <a:moveTo>
                    <a:pt x="457200" y="1506438"/>
                  </a:moveTo>
                  <a:lnTo>
                    <a:pt x="456351" y="1506453"/>
                  </a:lnTo>
                  <a:lnTo>
                    <a:pt x="455513" y="1506497"/>
                  </a:lnTo>
                  <a:lnTo>
                    <a:pt x="454684" y="1506572"/>
                  </a:lnTo>
                  <a:lnTo>
                    <a:pt x="453866" y="1506676"/>
                  </a:lnTo>
                  <a:lnTo>
                    <a:pt x="453057" y="1506810"/>
                  </a:lnTo>
                  <a:lnTo>
                    <a:pt x="452258" y="1506974"/>
                  </a:lnTo>
                  <a:lnTo>
                    <a:pt x="451470" y="1507167"/>
                  </a:lnTo>
                  <a:lnTo>
                    <a:pt x="450691" y="1507390"/>
                  </a:lnTo>
                  <a:lnTo>
                    <a:pt x="449922" y="1507643"/>
                  </a:lnTo>
                  <a:lnTo>
                    <a:pt x="449163" y="1507926"/>
                  </a:lnTo>
                  <a:lnTo>
                    <a:pt x="448437" y="1508222"/>
                  </a:lnTo>
                  <a:lnTo>
                    <a:pt x="447730" y="1508553"/>
                  </a:lnTo>
                  <a:lnTo>
                    <a:pt x="447040" y="1508920"/>
                  </a:lnTo>
                  <a:lnTo>
                    <a:pt x="446369" y="1509323"/>
                  </a:lnTo>
                  <a:lnTo>
                    <a:pt x="445715" y="1509762"/>
                  </a:lnTo>
                  <a:lnTo>
                    <a:pt x="445079" y="1510236"/>
                  </a:lnTo>
                  <a:lnTo>
                    <a:pt x="444461" y="1510746"/>
                  </a:lnTo>
                  <a:lnTo>
                    <a:pt x="443861" y="1511292"/>
                  </a:lnTo>
                  <a:lnTo>
                    <a:pt x="443278" y="1511873"/>
                  </a:lnTo>
                  <a:lnTo>
                    <a:pt x="442714" y="1512490"/>
                  </a:lnTo>
                  <a:lnTo>
                    <a:pt x="442188" y="1513124"/>
                  </a:lnTo>
                  <a:lnTo>
                    <a:pt x="441682" y="1513796"/>
                  </a:lnTo>
                  <a:lnTo>
                    <a:pt x="441196" y="1514505"/>
                  </a:lnTo>
                  <a:lnTo>
                    <a:pt x="440729" y="1515252"/>
                  </a:lnTo>
                  <a:lnTo>
                    <a:pt x="440283" y="1516037"/>
                  </a:lnTo>
                  <a:lnTo>
                    <a:pt x="439856" y="1516860"/>
                  </a:lnTo>
                  <a:lnTo>
                    <a:pt x="439449" y="1517720"/>
                  </a:lnTo>
                  <a:lnTo>
                    <a:pt x="439062" y="1518618"/>
                  </a:lnTo>
                  <a:lnTo>
                    <a:pt x="438695" y="1519554"/>
                  </a:lnTo>
                  <a:lnTo>
                    <a:pt x="438348" y="1520527"/>
                  </a:lnTo>
                  <a:lnTo>
                    <a:pt x="438025" y="1521539"/>
                  </a:lnTo>
                  <a:lnTo>
                    <a:pt x="437733" y="1522591"/>
                  </a:lnTo>
                  <a:lnTo>
                    <a:pt x="437470" y="1523682"/>
                  </a:lnTo>
                  <a:lnTo>
                    <a:pt x="437237" y="1524813"/>
                  </a:lnTo>
                  <a:lnTo>
                    <a:pt x="437033" y="1525984"/>
                  </a:lnTo>
                  <a:lnTo>
                    <a:pt x="436860" y="1527194"/>
                  </a:lnTo>
                  <a:lnTo>
                    <a:pt x="436716" y="1528445"/>
                  </a:lnTo>
                  <a:lnTo>
                    <a:pt x="436602" y="1529734"/>
                  </a:lnTo>
                  <a:lnTo>
                    <a:pt x="436517" y="1531064"/>
                  </a:lnTo>
                  <a:lnTo>
                    <a:pt x="436463" y="1532433"/>
                  </a:lnTo>
                  <a:lnTo>
                    <a:pt x="478135" y="1532433"/>
                  </a:lnTo>
                  <a:lnTo>
                    <a:pt x="477929" y="1529899"/>
                  </a:lnTo>
                  <a:lnTo>
                    <a:pt x="477631" y="1527496"/>
                  </a:lnTo>
                  <a:lnTo>
                    <a:pt x="477239" y="1525224"/>
                  </a:lnTo>
                  <a:lnTo>
                    <a:pt x="476754" y="1523083"/>
                  </a:lnTo>
                  <a:lnTo>
                    <a:pt x="476175" y="1521073"/>
                  </a:lnTo>
                  <a:lnTo>
                    <a:pt x="475503" y="1519193"/>
                  </a:lnTo>
                  <a:lnTo>
                    <a:pt x="474738" y="1517445"/>
                  </a:lnTo>
                  <a:lnTo>
                    <a:pt x="473880" y="1515828"/>
                  </a:lnTo>
                  <a:lnTo>
                    <a:pt x="472929" y="1514342"/>
                  </a:lnTo>
                  <a:lnTo>
                    <a:pt x="471884" y="1512986"/>
                  </a:lnTo>
                  <a:lnTo>
                    <a:pt x="470755" y="1511742"/>
                  </a:lnTo>
                  <a:lnTo>
                    <a:pt x="469550" y="1510629"/>
                  </a:lnTo>
                  <a:lnTo>
                    <a:pt x="468270" y="1509647"/>
                  </a:lnTo>
                  <a:lnTo>
                    <a:pt x="466915" y="1508795"/>
                  </a:lnTo>
                  <a:lnTo>
                    <a:pt x="465484" y="1508075"/>
                  </a:lnTo>
                  <a:lnTo>
                    <a:pt x="463978" y="1507486"/>
                  </a:lnTo>
                  <a:lnTo>
                    <a:pt x="462397" y="1507027"/>
                  </a:lnTo>
                  <a:lnTo>
                    <a:pt x="460740" y="1506700"/>
                  </a:lnTo>
                  <a:lnTo>
                    <a:pt x="459007" y="1506503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ph116"/>
            <p:cNvSpPr/>
            <p:nvPr/>
          </p:nvSpPr>
          <p:spPr>
            <a:xfrm>
              <a:off x="3209728" y="228367"/>
              <a:ext cx="483195" cy="1600200"/>
            </a:xfrm>
            <a:custGeom>
              <a:avLst/>
              <a:pathLst>
                <a:path w="483195" h="1600200">
                  <a:moveTo>
                    <a:pt x="457200" y="1600200"/>
                  </a:moveTo>
                  <a:lnTo>
                    <a:pt x="457200" y="1515467"/>
                  </a:lnTo>
                  <a:lnTo>
                    <a:pt x="457200" y="1514452"/>
                  </a:lnTo>
                  <a:lnTo>
                    <a:pt x="457203" y="1513431"/>
                  </a:lnTo>
                  <a:lnTo>
                    <a:pt x="457208" y="1512404"/>
                  </a:lnTo>
                  <a:lnTo>
                    <a:pt x="457215" y="1511371"/>
                  </a:lnTo>
                  <a:lnTo>
                    <a:pt x="457224" y="1510332"/>
                  </a:lnTo>
                  <a:lnTo>
                    <a:pt x="457235" y="1509287"/>
                  </a:lnTo>
                  <a:lnTo>
                    <a:pt x="457248" y="1508237"/>
                  </a:lnTo>
                  <a:lnTo>
                    <a:pt x="457263" y="1507180"/>
                  </a:lnTo>
                  <a:lnTo>
                    <a:pt x="457280" y="1506117"/>
                  </a:lnTo>
                  <a:lnTo>
                    <a:pt x="457299" y="1505049"/>
                  </a:lnTo>
                  <a:lnTo>
                    <a:pt x="457338" y="1503986"/>
                  </a:lnTo>
                  <a:lnTo>
                    <a:pt x="457378" y="1502941"/>
                  </a:lnTo>
                  <a:lnTo>
                    <a:pt x="457418" y="1501914"/>
                  </a:lnTo>
                  <a:lnTo>
                    <a:pt x="457457" y="1500905"/>
                  </a:lnTo>
                  <a:lnTo>
                    <a:pt x="457497" y="1499914"/>
                  </a:lnTo>
                  <a:lnTo>
                    <a:pt x="457537" y="1498941"/>
                  </a:lnTo>
                  <a:lnTo>
                    <a:pt x="457577" y="1497985"/>
                  </a:lnTo>
                  <a:lnTo>
                    <a:pt x="457616" y="1497048"/>
                  </a:lnTo>
                  <a:lnTo>
                    <a:pt x="457656" y="1496128"/>
                  </a:lnTo>
                  <a:lnTo>
                    <a:pt x="457696" y="1495226"/>
                  </a:lnTo>
                  <a:lnTo>
                    <a:pt x="457754" y="1494177"/>
                  </a:lnTo>
                  <a:lnTo>
                    <a:pt x="457811" y="1493135"/>
                  </a:lnTo>
                  <a:lnTo>
                    <a:pt x="457865" y="1492098"/>
                  </a:lnTo>
                  <a:lnTo>
                    <a:pt x="457918" y="1491067"/>
                  </a:lnTo>
                  <a:lnTo>
                    <a:pt x="457968" y="1490042"/>
                  </a:lnTo>
                  <a:lnTo>
                    <a:pt x="458017" y="1489023"/>
                  </a:lnTo>
                  <a:lnTo>
                    <a:pt x="458064" y="1488010"/>
                  </a:lnTo>
                  <a:lnTo>
                    <a:pt x="458108" y="1487003"/>
                  </a:lnTo>
                  <a:lnTo>
                    <a:pt x="458151" y="1486002"/>
                  </a:lnTo>
                  <a:lnTo>
                    <a:pt x="458192" y="1485007"/>
                  </a:lnTo>
                  <a:lnTo>
                    <a:pt x="457777" y="1486566"/>
                  </a:lnTo>
                  <a:lnTo>
                    <a:pt x="457366" y="1488110"/>
                  </a:lnTo>
                  <a:lnTo>
                    <a:pt x="456959" y="1489638"/>
                  </a:lnTo>
                  <a:lnTo>
                    <a:pt x="456557" y="1491150"/>
                  </a:lnTo>
                  <a:lnTo>
                    <a:pt x="456158" y="1492646"/>
                  </a:lnTo>
                  <a:lnTo>
                    <a:pt x="455763" y="1494127"/>
                  </a:lnTo>
                  <a:lnTo>
                    <a:pt x="455372" y="1495591"/>
                  </a:lnTo>
                  <a:lnTo>
                    <a:pt x="454985" y="1497040"/>
                  </a:lnTo>
                  <a:lnTo>
                    <a:pt x="454602" y="1498473"/>
                  </a:lnTo>
                  <a:lnTo>
                    <a:pt x="454223" y="1499889"/>
                  </a:lnTo>
                  <a:lnTo>
                    <a:pt x="454063" y="1500487"/>
                  </a:lnTo>
                  <a:lnTo>
                    <a:pt x="453901" y="1501088"/>
                  </a:lnTo>
                  <a:lnTo>
                    <a:pt x="453738" y="1501693"/>
                  </a:lnTo>
                  <a:lnTo>
                    <a:pt x="453572" y="1502302"/>
                  </a:lnTo>
                  <a:lnTo>
                    <a:pt x="453404" y="1502916"/>
                  </a:lnTo>
                  <a:lnTo>
                    <a:pt x="453235" y="1503533"/>
                  </a:lnTo>
                  <a:lnTo>
                    <a:pt x="453063" y="1504154"/>
                  </a:lnTo>
                  <a:lnTo>
                    <a:pt x="452889" y="1504779"/>
                  </a:lnTo>
                  <a:lnTo>
                    <a:pt x="452714" y="1505408"/>
                  </a:lnTo>
                  <a:lnTo>
                    <a:pt x="452536" y="1506041"/>
                  </a:lnTo>
                  <a:lnTo>
                    <a:pt x="452358" y="1506674"/>
                  </a:lnTo>
                  <a:lnTo>
                    <a:pt x="452179" y="1507303"/>
                  </a:lnTo>
                  <a:lnTo>
                    <a:pt x="452000" y="1507928"/>
                  </a:lnTo>
                  <a:lnTo>
                    <a:pt x="451822" y="1508549"/>
                  </a:lnTo>
                  <a:lnTo>
                    <a:pt x="451643" y="1509166"/>
                  </a:lnTo>
                  <a:lnTo>
                    <a:pt x="451465" y="1509779"/>
                  </a:lnTo>
                  <a:lnTo>
                    <a:pt x="451286" y="1510389"/>
                  </a:lnTo>
                  <a:lnTo>
                    <a:pt x="451107" y="1510994"/>
                  </a:lnTo>
                  <a:lnTo>
                    <a:pt x="450929" y="1511595"/>
                  </a:lnTo>
                  <a:lnTo>
                    <a:pt x="450750" y="1512192"/>
                  </a:lnTo>
                  <a:lnTo>
                    <a:pt x="450592" y="1512784"/>
                  </a:lnTo>
                  <a:lnTo>
                    <a:pt x="450433" y="1513367"/>
                  </a:lnTo>
                  <a:lnTo>
                    <a:pt x="450274" y="1513943"/>
                  </a:lnTo>
                  <a:lnTo>
                    <a:pt x="450115" y="1514510"/>
                  </a:lnTo>
                  <a:lnTo>
                    <a:pt x="449957" y="1515070"/>
                  </a:lnTo>
                  <a:lnTo>
                    <a:pt x="449798" y="1515621"/>
                  </a:lnTo>
                  <a:lnTo>
                    <a:pt x="449639" y="1516165"/>
                  </a:lnTo>
                  <a:lnTo>
                    <a:pt x="449480" y="1516701"/>
                  </a:lnTo>
                  <a:lnTo>
                    <a:pt x="449322" y="1517229"/>
                  </a:lnTo>
                  <a:lnTo>
                    <a:pt x="449163" y="1517749"/>
                  </a:lnTo>
                  <a:lnTo>
                    <a:pt x="449006" y="1518258"/>
                  </a:lnTo>
                  <a:lnTo>
                    <a:pt x="448853" y="1518753"/>
                  </a:lnTo>
                  <a:lnTo>
                    <a:pt x="448704" y="1519234"/>
                  </a:lnTo>
                  <a:lnTo>
                    <a:pt x="448560" y="1519701"/>
                  </a:lnTo>
                  <a:lnTo>
                    <a:pt x="448419" y="1520155"/>
                  </a:lnTo>
                  <a:lnTo>
                    <a:pt x="448282" y="1520594"/>
                  </a:lnTo>
                  <a:lnTo>
                    <a:pt x="448149" y="1521020"/>
                  </a:lnTo>
                  <a:lnTo>
                    <a:pt x="448020" y="1521432"/>
                  </a:lnTo>
                  <a:lnTo>
                    <a:pt x="447895" y="1521830"/>
                  </a:lnTo>
                  <a:lnTo>
                    <a:pt x="447774" y="1522214"/>
                  </a:lnTo>
                  <a:lnTo>
                    <a:pt x="422572" y="1600200"/>
                  </a:lnTo>
                  <a:lnTo>
                    <a:pt x="401736" y="1600200"/>
                  </a:lnTo>
                  <a:lnTo>
                    <a:pt x="376535" y="1522214"/>
                  </a:lnTo>
                  <a:lnTo>
                    <a:pt x="376414" y="1521830"/>
                  </a:lnTo>
                  <a:lnTo>
                    <a:pt x="376289" y="1521432"/>
                  </a:lnTo>
                  <a:lnTo>
                    <a:pt x="376160" y="1521020"/>
                  </a:lnTo>
                  <a:lnTo>
                    <a:pt x="376027" y="1520594"/>
                  </a:lnTo>
                  <a:lnTo>
                    <a:pt x="375890" y="1520155"/>
                  </a:lnTo>
                  <a:lnTo>
                    <a:pt x="375749" y="1519701"/>
                  </a:lnTo>
                  <a:lnTo>
                    <a:pt x="375604" y="1519234"/>
                  </a:lnTo>
                  <a:lnTo>
                    <a:pt x="375455" y="1518753"/>
                  </a:lnTo>
                  <a:lnTo>
                    <a:pt x="375302" y="1518258"/>
                  </a:lnTo>
                  <a:lnTo>
                    <a:pt x="375146" y="1517749"/>
                  </a:lnTo>
                  <a:lnTo>
                    <a:pt x="375005" y="1517229"/>
                  </a:lnTo>
                  <a:lnTo>
                    <a:pt x="374860" y="1516701"/>
                  </a:lnTo>
                  <a:lnTo>
                    <a:pt x="374711" y="1516165"/>
                  </a:lnTo>
                  <a:lnTo>
                    <a:pt x="374558" y="1515621"/>
                  </a:lnTo>
                  <a:lnTo>
                    <a:pt x="374401" y="1515070"/>
                  </a:lnTo>
                  <a:lnTo>
                    <a:pt x="374241" y="1514510"/>
                  </a:lnTo>
                  <a:lnTo>
                    <a:pt x="374076" y="1513943"/>
                  </a:lnTo>
                  <a:lnTo>
                    <a:pt x="373907" y="1513367"/>
                  </a:lnTo>
                  <a:lnTo>
                    <a:pt x="373735" y="1512784"/>
                  </a:lnTo>
                  <a:lnTo>
                    <a:pt x="373558" y="1512192"/>
                  </a:lnTo>
                  <a:lnTo>
                    <a:pt x="373398" y="1511595"/>
                  </a:lnTo>
                  <a:lnTo>
                    <a:pt x="373237" y="1510994"/>
                  </a:lnTo>
                  <a:lnTo>
                    <a:pt x="373073" y="1510389"/>
                  </a:lnTo>
                  <a:lnTo>
                    <a:pt x="372907" y="1509779"/>
                  </a:lnTo>
                  <a:lnTo>
                    <a:pt x="372740" y="1509166"/>
                  </a:lnTo>
                  <a:lnTo>
                    <a:pt x="372570" y="1508549"/>
                  </a:lnTo>
                  <a:lnTo>
                    <a:pt x="372398" y="1507928"/>
                  </a:lnTo>
                  <a:lnTo>
                    <a:pt x="372225" y="1507303"/>
                  </a:lnTo>
                  <a:lnTo>
                    <a:pt x="372049" y="1506674"/>
                  </a:lnTo>
                  <a:lnTo>
                    <a:pt x="371871" y="1506041"/>
                  </a:lnTo>
                  <a:lnTo>
                    <a:pt x="371693" y="1505408"/>
                  </a:lnTo>
                  <a:lnTo>
                    <a:pt x="371514" y="1504779"/>
                  </a:lnTo>
                  <a:lnTo>
                    <a:pt x="371336" y="1504154"/>
                  </a:lnTo>
                  <a:lnTo>
                    <a:pt x="371157" y="1503533"/>
                  </a:lnTo>
                  <a:lnTo>
                    <a:pt x="370978" y="1502916"/>
                  </a:lnTo>
                  <a:lnTo>
                    <a:pt x="370800" y="1502302"/>
                  </a:lnTo>
                  <a:lnTo>
                    <a:pt x="370621" y="1501693"/>
                  </a:lnTo>
                  <a:lnTo>
                    <a:pt x="370443" y="1501088"/>
                  </a:lnTo>
                  <a:lnTo>
                    <a:pt x="370264" y="1500487"/>
                  </a:lnTo>
                  <a:lnTo>
                    <a:pt x="370085" y="1499889"/>
                  </a:lnTo>
                  <a:lnTo>
                    <a:pt x="369687" y="1498473"/>
                  </a:lnTo>
                  <a:lnTo>
                    <a:pt x="369284" y="1497040"/>
                  </a:lnTo>
                  <a:lnTo>
                    <a:pt x="368877" y="1495591"/>
                  </a:lnTo>
                  <a:lnTo>
                    <a:pt x="368466" y="1494127"/>
                  </a:lnTo>
                  <a:lnTo>
                    <a:pt x="368051" y="1492646"/>
                  </a:lnTo>
                  <a:lnTo>
                    <a:pt x="367633" y="1491150"/>
                  </a:lnTo>
                  <a:lnTo>
                    <a:pt x="367210" y="1489638"/>
                  </a:lnTo>
                  <a:lnTo>
                    <a:pt x="366783" y="1488110"/>
                  </a:lnTo>
                  <a:lnTo>
                    <a:pt x="366353" y="1486566"/>
                  </a:lnTo>
                  <a:lnTo>
                    <a:pt x="365918" y="1485007"/>
                  </a:lnTo>
                  <a:lnTo>
                    <a:pt x="365978" y="1486155"/>
                  </a:lnTo>
                  <a:lnTo>
                    <a:pt x="366037" y="1487300"/>
                  </a:lnTo>
                  <a:lnTo>
                    <a:pt x="366097" y="1488441"/>
                  </a:lnTo>
                  <a:lnTo>
                    <a:pt x="366156" y="1489579"/>
                  </a:lnTo>
                  <a:lnTo>
                    <a:pt x="366216" y="1490712"/>
                  </a:lnTo>
                  <a:lnTo>
                    <a:pt x="366275" y="1491841"/>
                  </a:lnTo>
                  <a:lnTo>
                    <a:pt x="366335" y="1492966"/>
                  </a:lnTo>
                  <a:lnTo>
                    <a:pt x="366395" y="1494087"/>
                  </a:lnTo>
                  <a:lnTo>
                    <a:pt x="366454" y="1495204"/>
                  </a:lnTo>
                  <a:lnTo>
                    <a:pt x="366514" y="1496317"/>
                  </a:lnTo>
                  <a:lnTo>
                    <a:pt x="366553" y="1497275"/>
                  </a:lnTo>
                  <a:lnTo>
                    <a:pt x="366593" y="1498242"/>
                  </a:lnTo>
                  <a:lnTo>
                    <a:pt x="366633" y="1499220"/>
                  </a:lnTo>
                  <a:lnTo>
                    <a:pt x="366672" y="1500207"/>
                  </a:lnTo>
                  <a:lnTo>
                    <a:pt x="366712" y="1501204"/>
                  </a:lnTo>
                  <a:lnTo>
                    <a:pt x="366752" y="1502211"/>
                  </a:lnTo>
                  <a:lnTo>
                    <a:pt x="366791" y="1503228"/>
                  </a:lnTo>
                  <a:lnTo>
                    <a:pt x="366831" y="1504255"/>
                  </a:lnTo>
                  <a:lnTo>
                    <a:pt x="366871" y="1505292"/>
                  </a:lnTo>
                  <a:lnTo>
                    <a:pt x="366910" y="1506339"/>
                  </a:lnTo>
                  <a:lnTo>
                    <a:pt x="366948" y="1507376"/>
                  </a:lnTo>
                  <a:lnTo>
                    <a:pt x="366982" y="1508386"/>
                  </a:lnTo>
                  <a:lnTo>
                    <a:pt x="367012" y="1509369"/>
                  </a:lnTo>
                  <a:lnTo>
                    <a:pt x="367037" y="1510323"/>
                  </a:lnTo>
                  <a:lnTo>
                    <a:pt x="367059" y="1511250"/>
                  </a:lnTo>
                  <a:lnTo>
                    <a:pt x="367077" y="1512149"/>
                  </a:lnTo>
                  <a:lnTo>
                    <a:pt x="367091" y="1513020"/>
                  </a:lnTo>
                  <a:lnTo>
                    <a:pt x="367101" y="1513863"/>
                  </a:lnTo>
                  <a:lnTo>
                    <a:pt x="367107" y="1514679"/>
                  </a:lnTo>
                  <a:lnTo>
                    <a:pt x="367109" y="1515467"/>
                  </a:lnTo>
                  <a:lnTo>
                    <a:pt x="367109" y="1600200"/>
                  </a:lnTo>
                  <a:lnTo>
                    <a:pt x="341114" y="1600200"/>
                  </a:lnTo>
                  <a:lnTo>
                    <a:pt x="341114" y="1460400"/>
                  </a:lnTo>
                  <a:lnTo>
                    <a:pt x="380305" y="1460400"/>
                  </a:lnTo>
                  <a:lnTo>
                    <a:pt x="405308" y="1538585"/>
                  </a:lnTo>
                  <a:lnTo>
                    <a:pt x="405508" y="1539214"/>
                  </a:lnTo>
                  <a:lnTo>
                    <a:pt x="405709" y="1539871"/>
                  </a:lnTo>
                  <a:lnTo>
                    <a:pt x="405912" y="1540555"/>
                  </a:lnTo>
                  <a:lnTo>
                    <a:pt x="406118" y="1541268"/>
                  </a:lnTo>
                  <a:lnTo>
                    <a:pt x="406325" y="1542008"/>
                  </a:lnTo>
                  <a:lnTo>
                    <a:pt x="406534" y="1542776"/>
                  </a:lnTo>
                  <a:lnTo>
                    <a:pt x="406746" y="1543571"/>
                  </a:lnTo>
                  <a:lnTo>
                    <a:pt x="406959" y="1544395"/>
                  </a:lnTo>
                  <a:lnTo>
                    <a:pt x="407174" y="1545246"/>
                  </a:lnTo>
                  <a:lnTo>
                    <a:pt x="407392" y="1546125"/>
                  </a:lnTo>
                  <a:lnTo>
                    <a:pt x="407629" y="1547015"/>
                  </a:lnTo>
                  <a:lnTo>
                    <a:pt x="407864" y="1547899"/>
                  </a:lnTo>
                  <a:lnTo>
                    <a:pt x="408097" y="1548777"/>
                  </a:lnTo>
                  <a:lnTo>
                    <a:pt x="408328" y="1549650"/>
                  </a:lnTo>
                  <a:lnTo>
                    <a:pt x="408558" y="1550516"/>
                  </a:lnTo>
                  <a:lnTo>
                    <a:pt x="408785" y="1551376"/>
                  </a:lnTo>
                  <a:lnTo>
                    <a:pt x="409010" y="1552230"/>
                  </a:lnTo>
                  <a:lnTo>
                    <a:pt x="409233" y="1553079"/>
                  </a:lnTo>
                  <a:lnTo>
                    <a:pt x="409454" y="1553921"/>
                  </a:lnTo>
                  <a:lnTo>
                    <a:pt x="409674" y="1554757"/>
                  </a:lnTo>
                  <a:lnTo>
                    <a:pt x="409914" y="1555734"/>
                  </a:lnTo>
                  <a:lnTo>
                    <a:pt x="410158" y="1556718"/>
                  </a:lnTo>
                  <a:lnTo>
                    <a:pt x="410406" y="1557710"/>
                  </a:lnTo>
                  <a:lnTo>
                    <a:pt x="410658" y="1558710"/>
                  </a:lnTo>
                  <a:lnTo>
                    <a:pt x="410914" y="1559718"/>
                  </a:lnTo>
                  <a:lnTo>
                    <a:pt x="411174" y="1560734"/>
                  </a:lnTo>
                  <a:lnTo>
                    <a:pt x="411438" y="1561758"/>
                  </a:lnTo>
                  <a:lnTo>
                    <a:pt x="411706" y="1562790"/>
                  </a:lnTo>
                  <a:lnTo>
                    <a:pt x="411978" y="1563830"/>
                  </a:lnTo>
                  <a:lnTo>
                    <a:pt x="412253" y="1564878"/>
                  </a:lnTo>
                  <a:lnTo>
                    <a:pt x="412530" y="1563850"/>
                  </a:lnTo>
                  <a:lnTo>
                    <a:pt x="412805" y="1562830"/>
                  </a:lnTo>
                  <a:lnTo>
                    <a:pt x="413078" y="1561818"/>
                  </a:lnTo>
                  <a:lnTo>
                    <a:pt x="413349" y="1560814"/>
                  </a:lnTo>
                  <a:lnTo>
                    <a:pt x="413618" y="1559817"/>
                  </a:lnTo>
                  <a:lnTo>
                    <a:pt x="413885" y="1558829"/>
                  </a:lnTo>
                  <a:lnTo>
                    <a:pt x="414149" y="1557849"/>
                  </a:lnTo>
                  <a:lnTo>
                    <a:pt x="414412" y="1556877"/>
                  </a:lnTo>
                  <a:lnTo>
                    <a:pt x="414673" y="1555912"/>
                  </a:lnTo>
                  <a:lnTo>
                    <a:pt x="414932" y="1554956"/>
                  </a:lnTo>
                  <a:lnTo>
                    <a:pt x="415051" y="1554538"/>
                  </a:lnTo>
                  <a:lnTo>
                    <a:pt x="415170" y="1554118"/>
                  </a:lnTo>
                  <a:lnTo>
                    <a:pt x="415290" y="1553697"/>
                  </a:lnTo>
                  <a:lnTo>
                    <a:pt x="415409" y="1553273"/>
                  </a:lnTo>
                  <a:lnTo>
                    <a:pt x="415528" y="1552847"/>
                  </a:lnTo>
                  <a:lnTo>
                    <a:pt x="415647" y="1552420"/>
                  </a:lnTo>
                  <a:lnTo>
                    <a:pt x="415766" y="1551990"/>
                  </a:lnTo>
                  <a:lnTo>
                    <a:pt x="415885" y="1551559"/>
                  </a:lnTo>
                  <a:lnTo>
                    <a:pt x="416004" y="1551125"/>
                  </a:lnTo>
                  <a:lnTo>
                    <a:pt x="416123" y="1550689"/>
                  </a:lnTo>
                  <a:lnTo>
                    <a:pt x="416242" y="1550254"/>
                  </a:lnTo>
                  <a:lnTo>
                    <a:pt x="416361" y="1549820"/>
                  </a:lnTo>
                  <a:lnTo>
                    <a:pt x="416480" y="1549389"/>
                  </a:lnTo>
                  <a:lnTo>
                    <a:pt x="416599" y="1548959"/>
                  </a:lnTo>
                  <a:lnTo>
                    <a:pt x="416718" y="1548531"/>
                  </a:lnTo>
                  <a:lnTo>
                    <a:pt x="416837" y="1548106"/>
                  </a:lnTo>
                  <a:lnTo>
                    <a:pt x="416956" y="1547682"/>
                  </a:lnTo>
                  <a:lnTo>
                    <a:pt x="417075" y="1547260"/>
                  </a:lnTo>
                  <a:lnTo>
                    <a:pt x="417195" y="1546841"/>
                  </a:lnTo>
                  <a:lnTo>
                    <a:pt x="417314" y="1546423"/>
                  </a:lnTo>
                  <a:lnTo>
                    <a:pt x="417433" y="1546008"/>
                  </a:lnTo>
                  <a:lnTo>
                    <a:pt x="417552" y="1545597"/>
                  </a:lnTo>
                  <a:lnTo>
                    <a:pt x="417671" y="1545191"/>
                  </a:lnTo>
                  <a:lnTo>
                    <a:pt x="417790" y="1544788"/>
                  </a:lnTo>
                  <a:lnTo>
                    <a:pt x="417909" y="1544389"/>
                  </a:lnTo>
                  <a:lnTo>
                    <a:pt x="418028" y="1543994"/>
                  </a:lnTo>
                  <a:lnTo>
                    <a:pt x="418147" y="1543603"/>
                  </a:lnTo>
                  <a:lnTo>
                    <a:pt x="418266" y="1543216"/>
                  </a:lnTo>
                  <a:lnTo>
                    <a:pt x="418385" y="1542833"/>
                  </a:lnTo>
                  <a:lnTo>
                    <a:pt x="418504" y="1542454"/>
                  </a:lnTo>
                  <a:lnTo>
                    <a:pt x="418622" y="1542081"/>
                  </a:lnTo>
                  <a:lnTo>
                    <a:pt x="418738" y="1541716"/>
                  </a:lnTo>
                  <a:lnTo>
                    <a:pt x="418852" y="1541359"/>
                  </a:lnTo>
                  <a:lnTo>
                    <a:pt x="418965" y="1541010"/>
                  </a:lnTo>
                  <a:lnTo>
                    <a:pt x="419075" y="1540668"/>
                  </a:lnTo>
                  <a:lnTo>
                    <a:pt x="419183" y="1540335"/>
                  </a:lnTo>
                  <a:lnTo>
                    <a:pt x="419289" y="1540009"/>
                  </a:lnTo>
                  <a:lnTo>
                    <a:pt x="419393" y="1539692"/>
                  </a:lnTo>
                  <a:lnTo>
                    <a:pt x="419495" y="1539382"/>
                  </a:lnTo>
                  <a:lnTo>
                    <a:pt x="419596" y="1539081"/>
                  </a:lnTo>
                  <a:lnTo>
                    <a:pt x="444202" y="1460400"/>
                  </a:lnTo>
                  <a:lnTo>
                    <a:pt x="483195" y="1460400"/>
                  </a:lnTo>
                  <a:lnTo>
                    <a:pt x="483195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ph117"/>
            <p:cNvSpPr/>
            <p:nvPr/>
          </p:nvSpPr>
          <p:spPr>
            <a:xfrm>
              <a:off x="3376911" y="188084"/>
              <a:ext cx="457200" cy="1642467"/>
            </a:xfrm>
            <a:custGeom>
              <a:avLst/>
              <a:pathLst>
                <a:path w="457200" h="1642467">
                  <a:moveTo>
                    <a:pt x="457200" y="1600200"/>
                  </a:moveTo>
                  <a:lnTo>
                    <a:pt x="457165" y="1602088"/>
                  </a:lnTo>
                  <a:lnTo>
                    <a:pt x="457061" y="1603942"/>
                  </a:lnTo>
                  <a:lnTo>
                    <a:pt x="456887" y="1605763"/>
                  </a:lnTo>
                  <a:lnTo>
                    <a:pt x="456644" y="1607550"/>
                  </a:lnTo>
                  <a:lnTo>
                    <a:pt x="456331" y="1609303"/>
                  </a:lnTo>
                  <a:lnTo>
                    <a:pt x="455949" y="1611022"/>
                  </a:lnTo>
                  <a:lnTo>
                    <a:pt x="455498" y="1612708"/>
                  </a:lnTo>
                  <a:lnTo>
                    <a:pt x="454977" y="1614360"/>
                  </a:lnTo>
                  <a:lnTo>
                    <a:pt x="454387" y="1615978"/>
                  </a:lnTo>
                  <a:lnTo>
                    <a:pt x="453727" y="1617563"/>
                  </a:lnTo>
                  <a:lnTo>
                    <a:pt x="452994" y="1619089"/>
                  </a:lnTo>
                  <a:lnTo>
                    <a:pt x="452183" y="1620571"/>
                  </a:lnTo>
                  <a:lnTo>
                    <a:pt x="451295" y="1622010"/>
                  </a:lnTo>
                  <a:lnTo>
                    <a:pt x="450330" y="1623405"/>
                  </a:lnTo>
                  <a:lnTo>
                    <a:pt x="449287" y="1624756"/>
                  </a:lnTo>
                  <a:lnTo>
                    <a:pt x="448167" y="1626064"/>
                  </a:lnTo>
                  <a:lnTo>
                    <a:pt x="446969" y="1627328"/>
                  </a:lnTo>
                  <a:lnTo>
                    <a:pt x="445694" y="1628548"/>
                  </a:lnTo>
                  <a:lnTo>
                    <a:pt x="444342" y="1629725"/>
                  </a:lnTo>
                  <a:lnTo>
                    <a:pt x="442912" y="1630858"/>
                  </a:lnTo>
                  <a:lnTo>
                    <a:pt x="441422" y="1631945"/>
                  </a:lnTo>
                  <a:lnTo>
                    <a:pt x="439848" y="1632981"/>
                  </a:lnTo>
                  <a:lnTo>
                    <a:pt x="438191" y="1633969"/>
                  </a:lnTo>
                  <a:lnTo>
                    <a:pt x="436451" y="1634906"/>
                  </a:lnTo>
                  <a:lnTo>
                    <a:pt x="434627" y="1635794"/>
                  </a:lnTo>
                  <a:lnTo>
                    <a:pt x="432720" y="1636633"/>
                  </a:lnTo>
                  <a:lnTo>
                    <a:pt x="430730" y="1637421"/>
                  </a:lnTo>
                  <a:lnTo>
                    <a:pt x="428656" y="1638161"/>
                  </a:lnTo>
                  <a:lnTo>
                    <a:pt x="426499" y="1638850"/>
                  </a:lnTo>
                  <a:lnTo>
                    <a:pt x="424259" y="1639490"/>
                  </a:lnTo>
                  <a:lnTo>
                    <a:pt x="421953" y="1640056"/>
                  </a:lnTo>
                  <a:lnTo>
                    <a:pt x="419560" y="1640562"/>
                  </a:lnTo>
                  <a:lnTo>
                    <a:pt x="417079" y="1641008"/>
                  </a:lnTo>
                  <a:lnTo>
                    <a:pt x="414512" y="1641395"/>
                  </a:lnTo>
                  <a:lnTo>
                    <a:pt x="411857" y="1641723"/>
                  </a:lnTo>
                  <a:lnTo>
                    <a:pt x="409114" y="1641990"/>
                  </a:lnTo>
                  <a:lnTo>
                    <a:pt x="406284" y="1642199"/>
                  </a:lnTo>
                  <a:lnTo>
                    <a:pt x="403367" y="1642348"/>
                  </a:lnTo>
                  <a:lnTo>
                    <a:pt x="400363" y="1642437"/>
                  </a:lnTo>
                  <a:lnTo>
                    <a:pt x="397271" y="1642467"/>
                  </a:lnTo>
                  <a:lnTo>
                    <a:pt x="394526" y="1642442"/>
                  </a:lnTo>
                  <a:lnTo>
                    <a:pt x="391846" y="1642367"/>
                  </a:lnTo>
                  <a:lnTo>
                    <a:pt x="389232" y="1642243"/>
                  </a:lnTo>
                  <a:lnTo>
                    <a:pt x="386683" y="1642070"/>
                  </a:lnTo>
                  <a:lnTo>
                    <a:pt x="384199" y="1641847"/>
                  </a:lnTo>
                  <a:lnTo>
                    <a:pt x="381781" y="1641574"/>
                  </a:lnTo>
                  <a:lnTo>
                    <a:pt x="379429" y="1641251"/>
                  </a:lnTo>
                  <a:lnTo>
                    <a:pt x="377142" y="1640879"/>
                  </a:lnTo>
                  <a:lnTo>
                    <a:pt x="374920" y="1640458"/>
                  </a:lnTo>
                  <a:lnTo>
                    <a:pt x="372764" y="1639986"/>
                  </a:lnTo>
                  <a:lnTo>
                    <a:pt x="370671" y="1639466"/>
                  </a:lnTo>
                  <a:lnTo>
                    <a:pt x="368637" y="1638899"/>
                  </a:lnTo>
                  <a:lnTo>
                    <a:pt x="366662" y="1638284"/>
                  </a:lnTo>
                  <a:lnTo>
                    <a:pt x="364747" y="1637621"/>
                  </a:lnTo>
                  <a:lnTo>
                    <a:pt x="362892" y="1636910"/>
                  </a:lnTo>
                  <a:lnTo>
                    <a:pt x="361096" y="1636152"/>
                  </a:lnTo>
                  <a:lnTo>
                    <a:pt x="359360" y="1635347"/>
                  </a:lnTo>
                  <a:lnTo>
                    <a:pt x="357683" y="1634493"/>
                  </a:lnTo>
                  <a:lnTo>
                    <a:pt x="356066" y="1633593"/>
                  </a:lnTo>
                  <a:lnTo>
                    <a:pt x="354508" y="1632644"/>
                  </a:lnTo>
                  <a:lnTo>
                    <a:pt x="353028" y="1631649"/>
                  </a:lnTo>
                  <a:lnTo>
                    <a:pt x="351603" y="1630608"/>
                  </a:lnTo>
                  <a:lnTo>
                    <a:pt x="350234" y="1629522"/>
                  </a:lnTo>
                  <a:lnTo>
                    <a:pt x="348920" y="1628390"/>
                  </a:lnTo>
                  <a:lnTo>
                    <a:pt x="347662" y="1627212"/>
                  </a:lnTo>
                  <a:lnTo>
                    <a:pt x="346459" y="1625988"/>
                  </a:lnTo>
                  <a:lnTo>
                    <a:pt x="345313" y="1624719"/>
                  </a:lnTo>
                  <a:lnTo>
                    <a:pt x="344221" y="1623405"/>
                  </a:lnTo>
                  <a:lnTo>
                    <a:pt x="343185" y="1622044"/>
                  </a:lnTo>
                  <a:lnTo>
                    <a:pt x="342205" y="1620639"/>
                  </a:lnTo>
                  <a:lnTo>
                    <a:pt x="341298" y="1619169"/>
                  </a:lnTo>
                  <a:lnTo>
                    <a:pt x="340443" y="1617658"/>
                  </a:lnTo>
                  <a:lnTo>
                    <a:pt x="339639" y="1616105"/>
                  </a:lnTo>
                  <a:lnTo>
                    <a:pt x="338887" y="1614511"/>
                  </a:lnTo>
                  <a:lnTo>
                    <a:pt x="338187" y="1612875"/>
                  </a:lnTo>
                  <a:lnTo>
                    <a:pt x="337538" y="1611197"/>
                  </a:lnTo>
                  <a:lnTo>
                    <a:pt x="336940" y="1609477"/>
                  </a:lnTo>
                  <a:lnTo>
                    <a:pt x="336395" y="1607716"/>
                  </a:lnTo>
                  <a:lnTo>
                    <a:pt x="335901" y="1605914"/>
                  </a:lnTo>
                  <a:lnTo>
                    <a:pt x="335458" y="1604069"/>
                  </a:lnTo>
                  <a:lnTo>
                    <a:pt x="363735" y="1599406"/>
                  </a:lnTo>
                  <a:lnTo>
                    <a:pt x="363984" y="1600330"/>
                  </a:lnTo>
                  <a:lnTo>
                    <a:pt x="364255" y="1601239"/>
                  </a:lnTo>
                  <a:lnTo>
                    <a:pt x="364548" y="1602132"/>
                  </a:lnTo>
                  <a:lnTo>
                    <a:pt x="364863" y="1603009"/>
                  </a:lnTo>
                  <a:lnTo>
                    <a:pt x="365199" y="1603871"/>
                  </a:lnTo>
                  <a:lnTo>
                    <a:pt x="365557" y="1604716"/>
                  </a:lnTo>
                  <a:lnTo>
                    <a:pt x="365937" y="1605545"/>
                  </a:lnTo>
                  <a:lnTo>
                    <a:pt x="366339" y="1606359"/>
                  </a:lnTo>
                  <a:lnTo>
                    <a:pt x="366763" y="1607157"/>
                  </a:lnTo>
                  <a:lnTo>
                    <a:pt x="367208" y="1607939"/>
                  </a:lnTo>
                  <a:lnTo>
                    <a:pt x="367681" y="1608703"/>
                  </a:lnTo>
                  <a:lnTo>
                    <a:pt x="368188" y="1609447"/>
                  </a:lnTo>
                  <a:lnTo>
                    <a:pt x="368729" y="1610171"/>
                  </a:lnTo>
                  <a:lnTo>
                    <a:pt x="369304" y="1610875"/>
                  </a:lnTo>
                  <a:lnTo>
                    <a:pt x="369912" y="1611560"/>
                  </a:lnTo>
                  <a:lnTo>
                    <a:pt x="370554" y="1612225"/>
                  </a:lnTo>
                  <a:lnTo>
                    <a:pt x="371229" y="1612870"/>
                  </a:lnTo>
                  <a:lnTo>
                    <a:pt x="371939" y="1613495"/>
                  </a:lnTo>
                  <a:lnTo>
                    <a:pt x="372682" y="1614100"/>
                  </a:lnTo>
                  <a:lnTo>
                    <a:pt x="373459" y="1614685"/>
                  </a:lnTo>
                  <a:lnTo>
                    <a:pt x="374291" y="1615229"/>
                  </a:lnTo>
                  <a:lnTo>
                    <a:pt x="375161" y="1615749"/>
                  </a:lnTo>
                  <a:lnTo>
                    <a:pt x="376069" y="1616245"/>
                  </a:lnTo>
                  <a:lnTo>
                    <a:pt x="377015" y="1616717"/>
                  </a:lnTo>
                  <a:lnTo>
                    <a:pt x="377998" y="1617166"/>
                  </a:lnTo>
                  <a:lnTo>
                    <a:pt x="379019" y="1617591"/>
                  </a:lnTo>
                  <a:lnTo>
                    <a:pt x="380078" y="1617991"/>
                  </a:lnTo>
                  <a:lnTo>
                    <a:pt x="381174" y="1618368"/>
                  </a:lnTo>
                  <a:lnTo>
                    <a:pt x="382308" y="1618722"/>
                  </a:lnTo>
                  <a:lnTo>
                    <a:pt x="383480" y="1619051"/>
                  </a:lnTo>
                  <a:lnTo>
                    <a:pt x="384715" y="1619334"/>
                  </a:lnTo>
                  <a:lnTo>
                    <a:pt x="386000" y="1619587"/>
                  </a:lnTo>
                  <a:lnTo>
                    <a:pt x="387335" y="1619810"/>
                  </a:lnTo>
                  <a:lnTo>
                    <a:pt x="388719" y="1620004"/>
                  </a:lnTo>
                  <a:lnTo>
                    <a:pt x="390152" y="1620167"/>
                  </a:lnTo>
                  <a:lnTo>
                    <a:pt x="391636" y="1620301"/>
                  </a:lnTo>
                  <a:lnTo>
                    <a:pt x="393169" y="1620405"/>
                  </a:lnTo>
                  <a:lnTo>
                    <a:pt x="394751" y="1620480"/>
                  </a:lnTo>
                  <a:lnTo>
                    <a:pt x="396383" y="1620524"/>
                  </a:lnTo>
                  <a:lnTo>
                    <a:pt x="398065" y="1620539"/>
                  </a:lnTo>
                  <a:lnTo>
                    <a:pt x="400971" y="1620495"/>
                  </a:lnTo>
                  <a:lnTo>
                    <a:pt x="403736" y="1620361"/>
                  </a:lnTo>
                  <a:lnTo>
                    <a:pt x="406361" y="1620138"/>
                  </a:lnTo>
                  <a:lnTo>
                    <a:pt x="408844" y="1619825"/>
                  </a:lnTo>
                  <a:lnTo>
                    <a:pt x="411187" y="1619423"/>
                  </a:lnTo>
                  <a:lnTo>
                    <a:pt x="413388" y="1618932"/>
                  </a:lnTo>
                  <a:lnTo>
                    <a:pt x="415449" y="1618352"/>
                  </a:lnTo>
                  <a:lnTo>
                    <a:pt x="417369" y="1617682"/>
                  </a:lnTo>
                  <a:lnTo>
                    <a:pt x="419148" y="1616923"/>
                  </a:lnTo>
                  <a:lnTo>
                    <a:pt x="420786" y="1616075"/>
                  </a:lnTo>
                  <a:lnTo>
                    <a:pt x="422294" y="1615111"/>
                  </a:lnTo>
                  <a:lnTo>
                    <a:pt x="423644" y="1614046"/>
                  </a:lnTo>
                  <a:lnTo>
                    <a:pt x="424834" y="1612881"/>
                  </a:lnTo>
                  <a:lnTo>
                    <a:pt x="425866" y="1611614"/>
                  </a:lnTo>
                  <a:lnTo>
                    <a:pt x="426739" y="1610245"/>
                  </a:lnTo>
                  <a:lnTo>
                    <a:pt x="427454" y="1608776"/>
                  </a:lnTo>
                  <a:lnTo>
                    <a:pt x="428009" y="1607205"/>
                  </a:lnTo>
                  <a:lnTo>
                    <a:pt x="428406" y="1605534"/>
                  </a:lnTo>
                  <a:lnTo>
                    <a:pt x="428644" y="1603760"/>
                  </a:lnTo>
                  <a:lnTo>
                    <a:pt x="428724" y="1601886"/>
                  </a:lnTo>
                  <a:lnTo>
                    <a:pt x="428692" y="1600756"/>
                  </a:lnTo>
                  <a:lnTo>
                    <a:pt x="428597" y="1599668"/>
                  </a:lnTo>
                  <a:lnTo>
                    <a:pt x="428438" y="1598621"/>
                  </a:lnTo>
                  <a:lnTo>
                    <a:pt x="428216" y="1597616"/>
                  </a:lnTo>
                  <a:lnTo>
                    <a:pt x="427930" y="1596652"/>
                  </a:lnTo>
                  <a:lnTo>
                    <a:pt x="427581" y="1595731"/>
                  </a:lnTo>
                  <a:lnTo>
                    <a:pt x="427168" y="1594851"/>
                  </a:lnTo>
                  <a:lnTo>
                    <a:pt x="426692" y="1594012"/>
                  </a:lnTo>
                  <a:lnTo>
                    <a:pt x="426152" y="1593215"/>
                  </a:lnTo>
                  <a:lnTo>
                    <a:pt x="425549" y="1592460"/>
                  </a:lnTo>
                  <a:lnTo>
                    <a:pt x="424893" y="1591739"/>
                  </a:lnTo>
                  <a:lnTo>
                    <a:pt x="424195" y="1591044"/>
                  </a:lnTo>
                  <a:lnTo>
                    <a:pt x="423456" y="1590374"/>
                  </a:lnTo>
                  <a:lnTo>
                    <a:pt x="422675" y="1589730"/>
                  </a:lnTo>
                  <a:lnTo>
                    <a:pt x="421853" y="1589112"/>
                  </a:lnTo>
                  <a:lnTo>
                    <a:pt x="420989" y="1588519"/>
                  </a:lnTo>
                  <a:lnTo>
                    <a:pt x="420083" y="1587953"/>
                  </a:lnTo>
                  <a:lnTo>
                    <a:pt x="419135" y="1587412"/>
                  </a:lnTo>
                  <a:lnTo>
                    <a:pt x="418146" y="1586897"/>
                  </a:lnTo>
                  <a:lnTo>
                    <a:pt x="417115" y="1586408"/>
                  </a:lnTo>
                  <a:lnTo>
                    <a:pt x="416048" y="1585940"/>
                  </a:lnTo>
                  <a:lnTo>
                    <a:pt x="414948" y="1585487"/>
                  </a:lnTo>
                  <a:lnTo>
                    <a:pt x="413817" y="1585051"/>
                  </a:lnTo>
                  <a:lnTo>
                    <a:pt x="412654" y="1584630"/>
                  </a:lnTo>
                  <a:lnTo>
                    <a:pt x="411460" y="1584225"/>
                  </a:lnTo>
                  <a:lnTo>
                    <a:pt x="410233" y="1583836"/>
                  </a:lnTo>
                  <a:lnTo>
                    <a:pt x="408975" y="1583463"/>
                  </a:lnTo>
                  <a:lnTo>
                    <a:pt x="407685" y="1583106"/>
                  </a:lnTo>
                  <a:lnTo>
                    <a:pt x="406364" y="1582765"/>
                  </a:lnTo>
                  <a:lnTo>
                    <a:pt x="405010" y="1582439"/>
                  </a:lnTo>
                  <a:lnTo>
                    <a:pt x="403635" y="1582123"/>
                  </a:lnTo>
                  <a:lnTo>
                    <a:pt x="402248" y="1581808"/>
                  </a:lnTo>
                  <a:lnTo>
                    <a:pt x="400849" y="1581496"/>
                  </a:lnTo>
                  <a:lnTo>
                    <a:pt x="399438" y="1581185"/>
                  </a:lnTo>
                  <a:lnTo>
                    <a:pt x="398016" y="1580877"/>
                  </a:lnTo>
                  <a:lnTo>
                    <a:pt x="396581" y="1580570"/>
                  </a:lnTo>
                  <a:lnTo>
                    <a:pt x="395134" y="1580265"/>
                  </a:lnTo>
                  <a:lnTo>
                    <a:pt x="393676" y="1579963"/>
                  </a:lnTo>
                  <a:lnTo>
                    <a:pt x="392205" y="1579662"/>
                  </a:lnTo>
                  <a:lnTo>
                    <a:pt x="390723" y="1579364"/>
                  </a:lnTo>
                  <a:lnTo>
                    <a:pt x="389532" y="1579085"/>
                  </a:lnTo>
                  <a:lnTo>
                    <a:pt x="388342" y="1578804"/>
                  </a:lnTo>
                  <a:lnTo>
                    <a:pt x="387151" y="1578521"/>
                  </a:lnTo>
                  <a:lnTo>
                    <a:pt x="385960" y="1578236"/>
                  </a:lnTo>
                  <a:lnTo>
                    <a:pt x="384770" y="1577950"/>
                  </a:lnTo>
                  <a:lnTo>
                    <a:pt x="383579" y="1577661"/>
                  </a:lnTo>
                  <a:lnTo>
                    <a:pt x="382389" y="1577370"/>
                  </a:lnTo>
                  <a:lnTo>
                    <a:pt x="381198" y="1577078"/>
                  </a:lnTo>
                  <a:lnTo>
                    <a:pt x="380007" y="1576783"/>
                  </a:lnTo>
                  <a:lnTo>
                    <a:pt x="378817" y="1576486"/>
                  </a:lnTo>
                  <a:lnTo>
                    <a:pt x="377631" y="1576183"/>
                  </a:lnTo>
                  <a:lnTo>
                    <a:pt x="376455" y="1575867"/>
                  </a:lnTo>
                  <a:lnTo>
                    <a:pt x="375289" y="1575540"/>
                  </a:lnTo>
                  <a:lnTo>
                    <a:pt x="374134" y="1575200"/>
                  </a:lnTo>
                  <a:lnTo>
                    <a:pt x="372988" y="1574849"/>
                  </a:lnTo>
                  <a:lnTo>
                    <a:pt x="371852" y="1574486"/>
                  </a:lnTo>
                  <a:lnTo>
                    <a:pt x="370725" y="1574111"/>
                  </a:lnTo>
                  <a:lnTo>
                    <a:pt x="369609" y="1573724"/>
                  </a:lnTo>
                  <a:lnTo>
                    <a:pt x="368503" y="1573325"/>
                  </a:lnTo>
                  <a:lnTo>
                    <a:pt x="367407" y="1572914"/>
                  </a:lnTo>
                  <a:lnTo>
                    <a:pt x="366342" y="1572490"/>
                  </a:lnTo>
                  <a:lnTo>
                    <a:pt x="365291" y="1572049"/>
                  </a:lnTo>
                  <a:lnTo>
                    <a:pt x="364254" y="1571593"/>
                  </a:lnTo>
                  <a:lnTo>
                    <a:pt x="363231" y="1571120"/>
                  </a:lnTo>
                  <a:lnTo>
                    <a:pt x="362222" y="1570632"/>
                  </a:lnTo>
                  <a:lnTo>
                    <a:pt x="361227" y="1570128"/>
                  </a:lnTo>
                  <a:lnTo>
                    <a:pt x="360246" y="1569608"/>
                  </a:lnTo>
                  <a:lnTo>
                    <a:pt x="359279" y="1569073"/>
                  </a:lnTo>
                  <a:lnTo>
                    <a:pt x="358325" y="1568521"/>
                  </a:lnTo>
                  <a:lnTo>
                    <a:pt x="357385" y="1567953"/>
                  </a:lnTo>
                  <a:lnTo>
                    <a:pt x="356465" y="1567365"/>
                  </a:lnTo>
                  <a:lnTo>
                    <a:pt x="355568" y="1566751"/>
                  </a:lnTo>
                  <a:lnTo>
                    <a:pt x="354695" y="1566111"/>
                  </a:lnTo>
                  <a:lnTo>
                    <a:pt x="353845" y="1565445"/>
                  </a:lnTo>
                  <a:lnTo>
                    <a:pt x="353020" y="1564754"/>
                  </a:lnTo>
                  <a:lnTo>
                    <a:pt x="352218" y="1564036"/>
                  </a:lnTo>
                  <a:lnTo>
                    <a:pt x="351440" y="1563293"/>
                  </a:lnTo>
                  <a:lnTo>
                    <a:pt x="350686" y="1562524"/>
                  </a:lnTo>
                  <a:lnTo>
                    <a:pt x="349956" y="1561729"/>
                  </a:lnTo>
                  <a:lnTo>
                    <a:pt x="349250" y="1560909"/>
                  </a:lnTo>
                  <a:lnTo>
                    <a:pt x="348589" y="1560042"/>
                  </a:lnTo>
                  <a:lnTo>
                    <a:pt x="347956" y="1559147"/>
                  </a:lnTo>
                  <a:lnTo>
                    <a:pt x="347350" y="1558224"/>
                  </a:lnTo>
                  <a:lnTo>
                    <a:pt x="346773" y="1557274"/>
                  </a:lnTo>
                  <a:lnTo>
                    <a:pt x="346223" y="1556295"/>
                  </a:lnTo>
                  <a:lnTo>
                    <a:pt x="345701" y="1555289"/>
                  </a:lnTo>
                  <a:lnTo>
                    <a:pt x="345207" y="1554255"/>
                  </a:lnTo>
                  <a:lnTo>
                    <a:pt x="344741" y="1553194"/>
                  </a:lnTo>
                  <a:lnTo>
                    <a:pt x="344302" y="1552104"/>
                  </a:lnTo>
                  <a:lnTo>
                    <a:pt x="343892" y="1550987"/>
                  </a:lnTo>
                  <a:lnTo>
                    <a:pt x="343534" y="1549836"/>
                  </a:lnTo>
                  <a:lnTo>
                    <a:pt x="343213" y="1548645"/>
                  </a:lnTo>
                  <a:lnTo>
                    <a:pt x="342930" y="1547415"/>
                  </a:lnTo>
                  <a:lnTo>
                    <a:pt x="342685" y="1546145"/>
                  </a:lnTo>
                  <a:lnTo>
                    <a:pt x="342478" y="1544835"/>
                  </a:lnTo>
                  <a:lnTo>
                    <a:pt x="342308" y="1543486"/>
                  </a:lnTo>
                  <a:lnTo>
                    <a:pt x="342176" y="1542097"/>
                  </a:lnTo>
                  <a:lnTo>
                    <a:pt x="342082" y="1540668"/>
                  </a:lnTo>
                  <a:lnTo>
                    <a:pt x="342025" y="1539200"/>
                  </a:lnTo>
                  <a:lnTo>
                    <a:pt x="342007" y="1537692"/>
                  </a:lnTo>
                  <a:lnTo>
                    <a:pt x="342048" y="1535638"/>
                  </a:lnTo>
                  <a:lnTo>
                    <a:pt x="342173" y="1533644"/>
                  </a:lnTo>
                  <a:lnTo>
                    <a:pt x="342382" y="1531709"/>
                  </a:lnTo>
                  <a:lnTo>
                    <a:pt x="342673" y="1529834"/>
                  </a:lnTo>
                  <a:lnTo>
                    <a:pt x="343048" y="1528018"/>
                  </a:lnTo>
                  <a:lnTo>
                    <a:pt x="343507" y="1526262"/>
                  </a:lnTo>
                  <a:lnTo>
                    <a:pt x="344048" y="1524565"/>
                  </a:lnTo>
                  <a:lnTo>
                    <a:pt x="344674" y="1522928"/>
                  </a:lnTo>
                  <a:lnTo>
                    <a:pt x="345382" y="1521350"/>
                  </a:lnTo>
                  <a:lnTo>
                    <a:pt x="346174" y="1519832"/>
                  </a:lnTo>
                  <a:lnTo>
                    <a:pt x="347039" y="1518372"/>
                  </a:lnTo>
                  <a:lnTo>
                    <a:pt x="347968" y="1516967"/>
                  </a:lnTo>
                  <a:lnTo>
                    <a:pt x="348960" y="1515618"/>
                  </a:lnTo>
                  <a:lnTo>
                    <a:pt x="350015" y="1514324"/>
                  </a:lnTo>
                  <a:lnTo>
                    <a:pt x="351135" y="1513085"/>
                  </a:lnTo>
                  <a:lnTo>
                    <a:pt x="352317" y="1511903"/>
                  </a:lnTo>
                  <a:lnTo>
                    <a:pt x="353564" y="1510776"/>
                  </a:lnTo>
                  <a:lnTo>
                    <a:pt x="354873" y="1509704"/>
                  </a:lnTo>
                  <a:lnTo>
                    <a:pt x="356246" y="1508688"/>
                  </a:lnTo>
                  <a:lnTo>
                    <a:pt x="357683" y="1507728"/>
                  </a:lnTo>
                  <a:lnTo>
                    <a:pt x="359199" y="1506801"/>
                  </a:lnTo>
                  <a:lnTo>
                    <a:pt x="360771" y="1505926"/>
                  </a:lnTo>
                  <a:lnTo>
                    <a:pt x="362398" y="1505102"/>
                  </a:lnTo>
                  <a:lnTo>
                    <a:pt x="364081" y="1504330"/>
                  </a:lnTo>
                  <a:lnTo>
                    <a:pt x="365819" y="1503610"/>
                  </a:lnTo>
                  <a:lnTo>
                    <a:pt x="367613" y="1502941"/>
                  </a:lnTo>
                  <a:lnTo>
                    <a:pt x="369462" y="1502324"/>
                  </a:lnTo>
                  <a:lnTo>
                    <a:pt x="371367" y="1501759"/>
                  </a:lnTo>
                  <a:lnTo>
                    <a:pt x="373328" y="1501245"/>
                  </a:lnTo>
                  <a:lnTo>
                    <a:pt x="375344" y="1500782"/>
                  </a:lnTo>
                  <a:lnTo>
                    <a:pt x="377407" y="1500368"/>
                  </a:lnTo>
                  <a:lnTo>
                    <a:pt x="379507" y="1499997"/>
                  </a:lnTo>
                  <a:lnTo>
                    <a:pt x="381645" y="1499669"/>
                  </a:lnTo>
                  <a:lnTo>
                    <a:pt x="383821" y="1499385"/>
                  </a:lnTo>
                  <a:lnTo>
                    <a:pt x="386035" y="1499145"/>
                  </a:lnTo>
                  <a:lnTo>
                    <a:pt x="388286" y="1498949"/>
                  </a:lnTo>
                  <a:lnTo>
                    <a:pt x="390575" y="1498796"/>
                  </a:lnTo>
                  <a:lnTo>
                    <a:pt x="392902" y="1498687"/>
                  </a:lnTo>
                  <a:lnTo>
                    <a:pt x="395266" y="1498621"/>
                  </a:lnTo>
                  <a:lnTo>
                    <a:pt x="397668" y="1498600"/>
                  </a:lnTo>
                  <a:lnTo>
                    <a:pt x="400367" y="1498621"/>
                  </a:lnTo>
                  <a:lnTo>
                    <a:pt x="402986" y="1498687"/>
                  </a:lnTo>
                  <a:lnTo>
                    <a:pt x="405526" y="1498796"/>
                  </a:lnTo>
                  <a:lnTo>
                    <a:pt x="407987" y="1498949"/>
                  </a:lnTo>
                  <a:lnTo>
                    <a:pt x="410368" y="1499145"/>
                  </a:lnTo>
                  <a:lnTo>
                    <a:pt x="412670" y="1499385"/>
                  </a:lnTo>
                  <a:lnTo>
                    <a:pt x="414893" y="1499669"/>
                  </a:lnTo>
                  <a:lnTo>
                    <a:pt x="417036" y="1499997"/>
                  </a:lnTo>
                  <a:lnTo>
                    <a:pt x="419100" y="1500368"/>
                  </a:lnTo>
                  <a:lnTo>
                    <a:pt x="421084" y="1500782"/>
                  </a:lnTo>
                  <a:lnTo>
                    <a:pt x="423016" y="1501222"/>
                  </a:lnTo>
                  <a:lnTo>
                    <a:pt x="424882" y="1501707"/>
                  </a:lnTo>
                  <a:lnTo>
                    <a:pt x="426683" y="1502238"/>
                  </a:lnTo>
                  <a:lnTo>
                    <a:pt x="428418" y="1502814"/>
                  </a:lnTo>
                  <a:lnTo>
                    <a:pt x="430088" y="1503436"/>
                  </a:lnTo>
                  <a:lnTo>
                    <a:pt x="431692" y="1504104"/>
                  </a:lnTo>
                  <a:lnTo>
                    <a:pt x="433231" y="1504818"/>
                  </a:lnTo>
                  <a:lnTo>
                    <a:pt x="434705" y="1505577"/>
                  </a:lnTo>
                  <a:lnTo>
                    <a:pt x="436113" y="1506381"/>
                  </a:lnTo>
                  <a:lnTo>
                    <a:pt x="437455" y="1507232"/>
                  </a:lnTo>
                  <a:lnTo>
                    <a:pt x="438756" y="1508127"/>
                  </a:lnTo>
                  <a:lnTo>
                    <a:pt x="439999" y="1509069"/>
                  </a:lnTo>
                  <a:lnTo>
                    <a:pt x="441185" y="1510056"/>
                  </a:lnTo>
                  <a:lnTo>
                    <a:pt x="442313" y="1511089"/>
                  </a:lnTo>
                  <a:lnTo>
                    <a:pt x="443383" y="1512168"/>
                  </a:lnTo>
                  <a:lnTo>
                    <a:pt x="444396" y="1513292"/>
                  </a:lnTo>
                  <a:lnTo>
                    <a:pt x="445352" y="1514462"/>
                  </a:lnTo>
                  <a:lnTo>
                    <a:pt x="446250" y="1515677"/>
                  </a:lnTo>
                  <a:lnTo>
                    <a:pt x="447090" y="1516938"/>
                  </a:lnTo>
                  <a:lnTo>
                    <a:pt x="447873" y="1518245"/>
                  </a:lnTo>
                  <a:lnTo>
                    <a:pt x="448626" y="1519577"/>
                  </a:lnTo>
                  <a:lnTo>
                    <a:pt x="449337" y="1520955"/>
                  </a:lnTo>
                  <a:lnTo>
                    <a:pt x="450007" y="1522379"/>
                  </a:lnTo>
                  <a:lnTo>
                    <a:pt x="450635" y="1523849"/>
                  </a:lnTo>
                  <a:lnTo>
                    <a:pt x="451222" y="1525364"/>
                  </a:lnTo>
                  <a:lnTo>
                    <a:pt x="451766" y="1526924"/>
                  </a:lnTo>
                  <a:lnTo>
                    <a:pt x="452269" y="1528531"/>
                  </a:lnTo>
                  <a:lnTo>
                    <a:pt x="452731" y="1530183"/>
                  </a:lnTo>
                  <a:lnTo>
                    <a:pt x="453150" y="1531880"/>
                  </a:lnTo>
                  <a:lnTo>
                    <a:pt x="453528" y="1533624"/>
                  </a:lnTo>
                  <a:lnTo>
                    <a:pt x="425152" y="1537493"/>
                  </a:lnTo>
                  <a:lnTo>
                    <a:pt x="424670" y="1535732"/>
                  </a:lnTo>
                  <a:lnTo>
                    <a:pt x="424096" y="1534060"/>
                  </a:lnTo>
                  <a:lnTo>
                    <a:pt x="423431" y="1532478"/>
                  </a:lnTo>
                  <a:lnTo>
                    <a:pt x="422675" y="1530985"/>
                  </a:lnTo>
                  <a:lnTo>
                    <a:pt x="421828" y="1529581"/>
                  </a:lnTo>
                  <a:lnTo>
                    <a:pt x="420889" y="1528266"/>
                  </a:lnTo>
                  <a:lnTo>
                    <a:pt x="419860" y="1527041"/>
                  </a:lnTo>
                  <a:lnTo>
                    <a:pt x="418738" y="1525905"/>
                  </a:lnTo>
                  <a:lnTo>
                    <a:pt x="417526" y="1524858"/>
                  </a:lnTo>
                  <a:lnTo>
                    <a:pt x="416222" y="1523900"/>
                  </a:lnTo>
                  <a:lnTo>
                    <a:pt x="414834" y="1523033"/>
                  </a:lnTo>
                  <a:lnTo>
                    <a:pt x="413329" y="1522257"/>
                  </a:lnTo>
                  <a:lnTo>
                    <a:pt x="411707" y="1521573"/>
                  </a:lnTo>
                  <a:lnTo>
                    <a:pt x="409967" y="1520979"/>
                  </a:lnTo>
                  <a:lnTo>
                    <a:pt x="408111" y="1520477"/>
                  </a:lnTo>
                  <a:lnTo>
                    <a:pt x="406138" y="1520066"/>
                  </a:lnTo>
                  <a:lnTo>
                    <a:pt x="404047" y="1519747"/>
                  </a:lnTo>
                  <a:lnTo>
                    <a:pt x="401839" y="1519519"/>
                  </a:lnTo>
                  <a:lnTo>
                    <a:pt x="399515" y="1519382"/>
                  </a:lnTo>
                  <a:lnTo>
                    <a:pt x="397073" y="1519336"/>
                  </a:lnTo>
                  <a:lnTo>
                    <a:pt x="395551" y="1519350"/>
                  </a:lnTo>
                  <a:lnTo>
                    <a:pt x="394081" y="1519392"/>
                  </a:lnTo>
                  <a:lnTo>
                    <a:pt x="392662" y="1519461"/>
                  </a:lnTo>
                  <a:lnTo>
                    <a:pt x="391294" y="1519558"/>
                  </a:lnTo>
                  <a:lnTo>
                    <a:pt x="389979" y="1519683"/>
                  </a:lnTo>
                  <a:lnTo>
                    <a:pt x="388715" y="1519836"/>
                  </a:lnTo>
                  <a:lnTo>
                    <a:pt x="387502" y="1520017"/>
                  </a:lnTo>
                  <a:lnTo>
                    <a:pt x="386341" y="1520225"/>
                  </a:lnTo>
                  <a:lnTo>
                    <a:pt x="385232" y="1520461"/>
                  </a:lnTo>
                  <a:lnTo>
                    <a:pt x="384175" y="1520725"/>
                  </a:lnTo>
                  <a:lnTo>
                    <a:pt x="383182" y="1520993"/>
                  </a:lnTo>
                  <a:lnTo>
                    <a:pt x="382230" y="1521281"/>
                  </a:lnTo>
                  <a:lnTo>
                    <a:pt x="381317" y="1521588"/>
                  </a:lnTo>
                  <a:lnTo>
                    <a:pt x="380444" y="1521916"/>
                  </a:lnTo>
                  <a:lnTo>
                    <a:pt x="379610" y="1522263"/>
                  </a:lnTo>
                  <a:lnTo>
                    <a:pt x="378817" y="1522630"/>
                  </a:lnTo>
                  <a:lnTo>
                    <a:pt x="378063" y="1523017"/>
                  </a:lnTo>
                  <a:lnTo>
                    <a:pt x="377348" y="1523424"/>
                  </a:lnTo>
                  <a:lnTo>
                    <a:pt x="376674" y="1523851"/>
                  </a:lnTo>
                  <a:lnTo>
                    <a:pt x="376039" y="1524297"/>
                  </a:lnTo>
                  <a:lnTo>
                    <a:pt x="375460" y="1524762"/>
                  </a:lnTo>
                  <a:lnTo>
                    <a:pt x="374915" y="1525242"/>
                  </a:lnTo>
                  <a:lnTo>
                    <a:pt x="374404" y="1525738"/>
                  </a:lnTo>
                  <a:lnTo>
                    <a:pt x="373927" y="1526250"/>
                  </a:lnTo>
                  <a:lnTo>
                    <a:pt x="373484" y="1526778"/>
                  </a:lnTo>
                  <a:lnTo>
                    <a:pt x="373074" y="1527321"/>
                  </a:lnTo>
                  <a:lnTo>
                    <a:pt x="372698" y="1527881"/>
                  </a:lnTo>
                  <a:lnTo>
                    <a:pt x="372356" y="1528456"/>
                  </a:lnTo>
                  <a:lnTo>
                    <a:pt x="372047" y="1529048"/>
                  </a:lnTo>
                  <a:lnTo>
                    <a:pt x="371772" y="1529655"/>
                  </a:lnTo>
                  <a:lnTo>
                    <a:pt x="371527" y="1530254"/>
                  </a:lnTo>
                  <a:lnTo>
                    <a:pt x="371308" y="1530861"/>
                  </a:lnTo>
                  <a:lnTo>
                    <a:pt x="371114" y="1531477"/>
                  </a:lnTo>
                  <a:lnTo>
                    <a:pt x="370947" y="1532100"/>
                  </a:lnTo>
                  <a:lnTo>
                    <a:pt x="370805" y="1532731"/>
                  </a:lnTo>
                  <a:lnTo>
                    <a:pt x="370689" y="1533370"/>
                  </a:lnTo>
                  <a:lnTo>
                    <a:pt x="370598" y="1534017"/>
                  </a:lnTo>
                  <a:lnTo>
                    <a:pt x="370534" y="1534671"/>
                  </a:lnTo>
                  <a:lnTo>
                    <a:pt x="370495" y="1535334"/>
                  </a:lnTo>
                  <a:lnTo>
                    <a:pt x="370482" y="1536005"/>
                  </a:lnTo>
                  <a:lnTo>
                    <a:pt x="370507" y="1537019"/>
                  </a:lnTo>
                  <a:lnTo>
                    <a:pt x="370582" y="1537997"/>
                  </a:lnTo>
                  <a:lnTo>
                    <a:pt x="370706" y="1538940"/>
                  </a:lnTo>
                  <a:lnTo>
                    <a:pt x="370879" y="1539847"/>
                  </a:lnTo>
                  <a:lnTo>
                    <a:pt x="371102" y="1540718"/>
                  </a:lnTo>
                  <a:lnTo>
                    <a:pt x="371375" y="1541553"/>
                  </a:lnTo>
                  <a:lnTo>
                    <a:pt x="371698" y="1542353"/>
                  </a:lnTo>
                  <a:lnTo>
                    <a:pt x="372070" y="1543117"/>
                  </a:lnTo>
                  <a:lnTo>
                    <a:pt x="372491" y="1543845"/>
                  </a:lnTo>
                  <a:lnTo>
                    <a:pt x="372963" y="1544538"/>
                  </a:lnTo>
                  <a:lnTo>
                    <a:pt x="373479" y="1545183"/>
                  </a:lnTo>
                  <a:lnTo>
                    <a:pt x="374034" y="1545808"/>
                  </a:lnTo>
                  <a:lnTo>
                    <a:pt x="374630" y="1546413"/>
                  </a:lnTo>
                  <a:lnTo>
                    <a:pt x="375265" y="1546998"/>
                  </a:lnTo>
                  <a:lnTo>
                    <a:pt x="375939" y="1547564"/>
                  </a:lnTo>
                  <a:lnTo>
                    <a:pt x="376654" y="1548110"/>
                  </a:lnTo>
                  <a:lnTo>
                    <a:pt x="377408" y="1548636"/>
                  </a:lnTo>
                  <a:lnTo>
                    <a:pt x="378202" y="1549142"/>
                  </a:lnTo>
                  <a:lnTo>
                    <a:pt x="379035" y="1549628"/>
                  </a:lnTo>
                  <a:lnTo>
                    <a:pt x="379908" y="1550094"/>
                  </a:lnTo>
                  <a:lnTo>
                    <a:pt x="380818" y="1550525"/>
                  </a:lnTo>
                  <a:lnTo>
                    <a:pt x="381762" y="1550943"/>
                  </a:lnTo>
                  <a:lnTo>
                    <a:pt x="382739" y="1551350"/>
                  </a:lnTo>
                  <a:lnTo>
                    <a:pt x="383750" y="1551745"/>
                  </a:lnTo>
                  <a:lnTo>
                    <a:pt x="384795" y="1552128"/>
                  </a:lnTo>
                  <a:lnTo>
                    <a:pt x="385873" y="1552499"/>
                  </a:lnTo>
                  <a:lnTo>
                    <a:pt x="386985" y="1552858"/>
                  </a:lnTo>
                  <a:lnTo>
                    <a:pt x="388131" y="1553206"/>
                  </a:lnTo>
                  <a:lnTo>
                    <a:pt x="389311" y="1553541"/>
                  </a:lnTo>
                  <a:lnTo>
                    <a:pt x="390525" y="1553864"/>
                  </a:lnTo>
                  <a:lnTo>
                    <a:pt x="391787" y="1554163"/>
                  </a:lnTo>
                  <a:lnTo>
                    <a:pt x="393072" y="1554464"/>
                  </a:lnTo>
                  <a:lnTo>
                    <a:pt x="394382" y="1554766"/>
                  </a:lnTo>
                  <a:lnTo>
                    <a:pt x="395716" y="1555071"/>
                  </a:lnTo>
                  <a:lnTo>
                    <a:pt x="397073" y="1555377"/>
                  </a:lnTo>
                  <a:lnTo>
                    <a:pt x="398454" y="1555686"/>
                  </a:lnTo>
                  <a:lnTo>
                    <a:pt x="399859" y="1555997"/>
                  </a:lnTo>
                  <a:lnTo>
                    <a:pt x="401288" y="1556309"/>
                  </a:lnTo>
                  <a:lnTo>
                    <a:pt x="402740" y="1556624"/>
                  </a:lnTo>
                  <a:lnTo>
                    <a:pt x="404217" y="1556940"/>
                  </a:lnTo>
                  <a:lnTo>
                    <a:pt x="405525" y="1557220"/>
                  </a:lnTo>
                  <a:lnTo>
                    <a:pt x="406832" y="1557504"/>
                  </a:lnTo>
                  <a:lnTo>
                    <a:pt x="408137" y="1557791"/>
                  </a:lnTo>
                  <a:lnTo>
                    <a:pt x="409440" y="1558083"/>
                  </a:lnTo>
                  <a:lnTo>
                    <a:pt x="410740" y="1558379"/>
                  </a:lnTo>
                  <a:lnTo>
                    <a:pt x="412039" y="1558678"/>
                  </a:lnTo>
                  <a:lnTo>
                    <a:pt x="413336" y="1558982"/>
                  </a:lnTo>
                  <a:lnTo>
                    <a:pt x="414631" y="1559290"/>
                  </a:lnTo>
                  <a:lnTo>
                    <a:pt x="415924" y="1559601"/>
                  </a:lnTo>
                  <a:lnTo>
                    <a:pt x="417214" y="1559917"/>
                  </a:lnTo>
                  <a:lnTo>
                    <a:pt x="418498" y="1560220"/>
                  </a:lnTo>
                  <a:lnTo>
                    <a:pt x="419770" y="1560536"/>
                  </a:lnTo>
                  <a:lnTo>
                    <a:pt x="421030" y="1560863"/>
                  </a:lnTo>
                  <a:lnTo>
                    <a:pt x="422278" y="1561203"/>
                  </a:lnTo>
                  <a:lnTo>
                    <a:pt x="423515" y="1561554"/>
                  </a:lnTo>
                  <a:lnTo>
                    <a:pt x="424739" y="1561917"/>
                  </a:lnTo>
                  <a:lnTo>
                    <a:pt x="425952" y="1562292"/>
                  </a:lnTo>
                  <a:lnTo>
                    <a:pt x="427152" y="1562679"/>
                  </a:lnTo>
                  <a:lnTo>
                    <a:pt x="428341" y="1563078"/>
                  </a:lnTo>
                  <a:lnTo>
                    <a:pt x="429517" y="1563489"/>
                  </a:lnTo>
                  <a:lnTo>
                    <a:pt x="430680" y="1563914"/>
                  </a:lnTo>
                  <a:lnTo>
                    <a:pt x="431827" y="1564358"/>
                  </a:lnTo>
                  <a:lnTo>
                    <a:pt x="432958" y="1564819"/>
                  </a:lnTo>
                  <a:lnTo>
                    <a:pt x="434074" y="1565298"/>
                  </a:lnTo>
                  <a:lnTo>
                    <a:pt x="435173" y="1565795"/>
                  </a:lnTo>
                  <a:lnTo>
                    <a:pt x="436256" y="1566310"/>
                  </a:lnTo>
                  <a:lnTo>
                    <a:pt x="437324" y="1566843"/>
                  </a:lnTo>
                  <a:lnTo>
                    <a:pt x="438376" y="1567394"/>
                  </a:lnTo>
                  <a:lnTo>
                    <a:pt x="439412" y="1567962"/>
                  </a:lnTo>
                  <a:lnTo>
                    <a:pt x="440432" y="1568549"/>
                  </a:lnTo>
                  <a:lnTo>
                    <a:pt x="441430" y="1569158"/>
                  </a:lnTo>
                  <a:lnTo>
                    <a:pt x="442400" y="1569795"/>
                  </a:lnTo>
                  <a:lnTo>
                    <a:pt x="443343" y="1570460"/>
                  </a:lnTo>
                  <a:lnTo>
                    <a:pt x="444257" y="1571152"/>
                  </a:lnTo>
                  <a:lnTo>
                    <a:pt x="445144" y="1571873"/>
                  </a:lnTo>
                  <a:lnTo>
                    <a:pt x="446004" y="1572621"/>
                  </a:lnTo>
                  <a:lnTo>
                    <a:pt x="446835" y="1573397"/>
                  </a:lnTo>
                  <a:lnTo>
                    <a:pt x="447639" y="1574200"/>
                  </a:lnTo>
                  <a:lnTo>
                    <a:pt x="448415" y="1575032"/>
                  </a:lnTo>
                  <a:lnTo>
                    <a:pt x="449163" y="1575891"/>
                  </a:lnTo>
                  <a:lnTo>
                    <a:pt x="449900" y="1576761"/>
                  </a:lnTo>
                  <a:lnTo>
                    <a:pt x="450603" y="1577665"/>
                  </a:lnTo>
                  <a:lnTo>
                    <a:pt x="451273" y="1578603"/>
                  </a:lnTo>
                  <a:lnTo>
                    <a:pt x="451909" y="1579574"/>
                  </a:lnTo>
                  <a:lnTo>
                    <a:pt x="452511" y="1580579"/>
                  </a:lnTo>
                  <a:lnTo>
                    <a:pt x="453080" y="1581618"/>
                  </a:lnTo>
                  <a:lnTo>
                    <a:pt x="453615" y="1582690"/>
                  </a:lnTo>
                  <a:lnTo>
                    <a:pt x="454116" y="1583797"/>
                  </a:lnTo>
                  <a:lnTo>
                    <a:pt x="454583" y="1584937"/>
                  </a:lnTo>
                  <a:lnTo>
                    <a:pt x="455017" y="1586110"/>
                  </a:lnTo>
                  <a:lnTo>
                    <a:pt x="455431" y="1587323"/>
                  </a:lnTo>
                  <a:lnTo>
                    <a:pt x="455803" y="1588579"/>
                  </a:lnTo>
                  <a:lnTo>
                    <a:pt x="456130" y="1589879"/>
                  </a:lnTo>
                  <a:lnTo>
                    <a:pt x="456414" y="1591222"/>
                  </a:lnTo>
                  <a:lnTo>
                    <a:pt x="456654" y="1592609"/>
                  </a:lnTo>
                  <a:lnTo>
                    <a:pt x="456850" y="1594040"/>
                  </a:lnTo>
                  <a:lnTo>
                    <a:pt x="457003" y="1595514"/>
                  </a:lnTo>
                  <a:lnTo>
                    <a:pt x="457112" y="1597032"/>
                  </a:lnTo>
                  <a:lnTo>
                    <a:pt x="457178" y="1598594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ph118"/>
            <p:cNvSpPr/>
            <p:nvPr/>
          </p:nvSpPr>
          <p:spPr>
            <a:xfrm>
              <a:off x="3398442" y="228367"/>
              <a:ext cx="571202" cy="1600200"/>
            </a:xfrm>
            <a:custGeom>
              <a:avLst/>
              <a:pathLst>
                <a:path w="571202" h="1600200">
                  <a:moveTo>
                    <a:pt x="457200" y="1600200"/>
                  </a:moveTo>
                  <a:lnTo>
                    <a:pt x="457200" y="1460400"/>
                  </a:lnTo>
                  <a:lnTo>
                    <a:pt x="567134" y="1460400"/>
                  </a:lnTo>
                  <a:lnTo>
                    <a:pt x="567134" y="1483022"/>
                  </a:lnTo>
                  <a:lnTo>
                    <a:pt x="486469" y="1483022"/>
                  </a:lnTo>
                  <a:lnTo>
                    <a:pt x="486469" y="1518146"/>
                  </a:lnTo>
                  <a:lnTo>
                    <a:pt x="561082" y="1518146"/>
                  </a:lnTo>
                  <a:lnTo>
                    <a:pt x="561082" y="1540767"/>
                  </a:lnTo>
                  <a:lnTo>
                    <a:pt x="486469" y="1540767"/>
                  </a:lnTo>
                  <a:lnTo>
                    <a:pt x="486469" y="1577578"/>
                  </a:lnTo>
                  <a:lnTo>
                    <a:pt x="571202" y="1577578"/>
                  </a:lnTo>
                  <a:lnTo>
                    <a:pt x="571202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h119"/>
            <p:cNvSpPr/>
            <p:nvPr/>
          </p:nvSpPr>
          <p:spPr>
            <a:xfrm>
              <a:off x="3520580" y="270535"/>
              <a:ext cx="514548" cy="1600200"/>
            </a:xfrm>
            <a:custGeom>
              <a:avLst/>
              <a:pathLst>
                <a:path w="514548" h="1600200">
                  <a:moveTo>
                    <a:pt x="457200" y="1600200"/>
                  </a:moveTo>
                  <a:lnTo>
                    <a:pt x="458764" y="1597882"/>
                  </a:lnTo>
                  <a:lnTo>
                    <a:pt x="460283" y="1595572"/>
                  </a:lnTo>
                  <a:lnTo>
                    <a:pt x="461757" y="1593270"/>
                  </a:lnTo>
                  <a:lnTo>
                    <a:pt x="463184" y="1590976"/>
                  </a:lnTo>
                  <a:lnTo>
                    <a:pt x="464566" y="1588690"/>
                  </a:lnTo>
                  <a:lnTo>
                    <a:pt x="465903" y="1586412"/>
                  </a:lnTo>
                  <a:lnTo>
                    <a:pt x="467194" y="1584142"/>
                  </a:lnTo>
                  <a:lnTo>
                    <a:pt x="468439" y="1581880"/>
                  </a:lnTo>
                  <a:lnTo>
                    <a:pt x="469639" y="1579626"/>
                  </a:lnTo>
                  <a:lnTo>
                    <a:pt x="470792" y="1577379"/>
                  </a:lnTo>
                  <a:lnTo>
                    <a:pt x="471903" y="1575153"/>
                  </a:lnTo>
                  <a:lnTo>
                    <a:pt x="472971" y="1572918"/>
                  </a:lnTo>
                  <a:lnTo>
                    <a:pt x="473998" y="1570676"/>
                  </a:lnTo>
                  <a:lnTo>
                    <a:pt x="474983" y="1568426"/>
                  </a:lnTo>
                  <a:lnTo>
                    <a:pt x="475927" y="1566167"/>
                  </a:lnTo>
                  <a:lnTo>
                    <a:pt x="476829" y="1563901"/>
                  </a:lnTo>
                  <a:lnTo>
                    <a:pt x="477689" y="1561627"/>
                  </a:lnTo>
                  <a:lnTo>
                    <a:pt x="478508" y="1559345"/>
                  </a:lnTo>
                  <a:lnTo>
                    <a:pt x="479285" y="1557055"/>
                  </a:lnTo>
                  <a:lnTo>
                    <a:pt x="480020" y="1554757"/>
                  </a:lnTo>
                  <a:lnTo>
                    <a:pt x="480734" y="1552449"/>
                  </a:lnTo>
                  <a:lnTo>
                    <a:pt x="481409" y="1550130"/>
                  </a:lnTo>
                  <a:lnTo>
                    <a:pt x="482044" y="1547798"/>
                  </a:lnTo>
                  <a:lnTo>
                    <a:pt x="482639" y="1545455"/>
                  </a:lnTo>
                  <a:lnTo>
                    <a:pt x="483195" y="1543099"/>
                  </a:lnTo>
                  <a:lnTo>
                    <a:pt x="483711" y="1540732"/>
                  </a:lnTo>
                  <a:lnTo>
                    <a:pt x="484187" y="1538352"/>
                  </a:lnTo>
                  <a:lnTo>
                    <a:pt x="484624" y="1535961"/>
                  </a:lnTo>
                  <a:lnTo>
                    <a:pt x="485020" y="1533558"/>
                  </a:lnTo>
                  <a:lnTo>
                    <a:pt x="485378" y="1531143"/>
                  </a:lnTo>
                  <a:lnTo>
                    <a:pt x="485698" y="1528690"/>
                  </a:lnTo>
                  <a:lnTo>
                    <a:pt x="485985" y="1526210"/>
                  </a:lnTo>
                  <a:lnTo>
                    <a:pt x="486238" y="1523705"/>
                  </a:lnTo>
                  <a:lnTo>
                    <a:pt x="486457" y="1521174"/>
                  </a:lnTo>
                  <a:lnTo>
                    <a:pt x="486643" y="1518617"/>
                  </a:lnTo>
                  <a:lnTo>
                    <a:pt x="486794" y="1516034"/>
                  </a:lnTo>
                  <a:lnTo>
                    <a:pt x="486913" y="1513426"/>
                  </a:lnTo>
                  <a:lnTo>
                    <a:pt x="486997" y="1510792"/>
                  </a:lnTo>
                  <a:lnTo>
                    <a:pt x="487047" y="1508131"/>
                  </a:lnTo>
                  <a:lnTo>
                    <a:pt x="487064" y="1505446"/>
                  </a:lnTo>
                  <a:lnTo>
                    <a:pt x="487047" y="1502780"/>
                  </a:lnTo>
                  <a:lnTo>
                    <a:pt x="486997" y="1500139"/>
                  </a:lnTo>
                  <a:lnTo>
                    <a:pt x="486913" y="1497525"/>
                  </a:lnTo>
                  <a:lnTo>
                    <a:pt x="486794" y="1494936"/>
                  </a:lnTo>
                  <a:lnTo>
                    <a:pt x="486643" y="1492374"/>
                  </a:lnTo>
                  <a:lnTo>
                    <a:pt x="486457" y="1489837"/>
                  </a:lnTo>
                  <a:lnTo>
                    <a:pt x="486238" y="1487325"/>
                  </a:lnTo>
                  <a:lnTo>
                    <a:pt x="485985" y="1484840"/>
                  </a:lnTo>
                  <a:lnTo>
                    <a:pt x="485698" y="1482380"/>
                  </a:lnTo>
                  <a:lnTo>
                    <a:pt x="485378" y="1479946"/>
                  </a:lnTo>
                  <a:lnTo>
                    <a:pt x="485020" y="1477513"/>
                  </a:lnTo>
                  <a:lnTo>
                    <a:pt x="484624" y="1475093"/>
                  </a:lnTo>
                  <a:lnTo>
                    <a:pt x="484187" y="1472687"/>
                  </a:lnTo>
                  <a:lnTo>
                    <a:pt x="483711" y="1470294"/>
                  </a:lnTo>
                  <a:lnTo>
                    <a:pt x="483195" y="1467916"/>
                  </a:lnTo>
                  <a:lnTo>
                    <a:pt x="482639" y="1465552"/>
                  </a:lnTo>
                  <a:lnTo>
                    <a:pt x="482044" y="1463201"/>
                  </a:lnTo>
                  <a:lnTo>
                    <a:pt x="481409" y="1460865"/>
                  </a:lnTo>
                  <a:lnTo>
                    <a:pt x="480734" y="1458542"/>
                  </a:lnTo>
                  <a:lnTo>
                    <a:pt x="480020" y="1456233"/>
                  </a:lnTo>
                  <a:lnTo>
                    <a:pt x="479285" y="1453934"/>
                  </a:lnTo>
                  <a:lnTo>
                    <a:pt x="478508" y="1451641"/>
                  </a:lnTo>
                  <a:lnTo>
                    <a:pt x="477689" y="1449354"/>
                  </a:lnTo>
                  <a:lnTo>
                    <a:pt x="476829" y="1447073"/>
                  </a:lnTo>
                  <a:lnTo>
                    <a:pt x="475927" y="1444798"/>
                  </a:lnTo>
                  <a:lnTo>
                    <a:pt x="474983" y="1442529"/>
                  </a:lnTo>
                  <a:lnTo>
                    <a:pt x="473998" y="1440266"/>
                  </a:lnTo>
                  <a:lnTo>
                    <a:pt x="472971" y="1438009"/>
                  </a:lnTo>
                  <a:lnTo>
                    <a:pt x="471903" y="1435757"/>
                  </a:lnTo>
                  <a:lnTo>
                    <a:pt x="470792" y="1433512"/>
                  </a:lnTo>
                  <a:lnTo>
                    <a:pt x="469639" y="1431267"/>
                  </a:lnTo>
                  <a:lnTo>
                    <a:pt x="468439" y="1429015"/>
                  </a:lnTo>
                  <a:lnTo>
                    <a:pt x="467194" y="1426758"/>
                  </a:lnTo>
                  <a:lnTo>
                    <a:pt x="465903" y="1424495"/>
                  </a:lnTo>
                  <a:lnTo>
                    <a:pt x="464566" y="1422226"/>
                  </a:lnTo>
                  <a:lnTo>
                    <a:pt x="463184" y="1419951"/>
                  </a:lnTo>
                  <a:lnTo>
                    <a:pt x="461757" y="1417670"/>
                  </a:lnTo>
                  <a:lnTo>
                    <a:pt x="460283" y="1415383"/>
                  </a:lnTo>
                  <a:lnTo>
                    <a:pt x="458764" y="1413090"/>
                  </a:lnTo>
                  <a:lnTo>
                    <a:pt x="457200" y="1410791"/>
                  </a:lnTo>
                  <a:lnTo>
                    <a:pt x="485080" y="1410791"/>
                  </a:lnTo>
                  <a:lnTo>
                    <a:pt x="486587" y="1412993"/>
                  </a:lnTo>
                  <a:lnTo>
                    <a:pt x="488053" y="1415192"/>
                  </a:lnTo>
                  <a:lnTo>
                    <a:pt x="489476" y="1417390"/>
                  </a:lnTo>
                  <a:lnTo>
                    <a:pt x="490858" y="1419586"/>
                  </a:lnTo>
                  <a:lnTo>
                    <a:pt x="492199" y="1421779"/>
                  </a:lnTo>
                  <a:lnTo>
                    <a:pt x="493498" y="1423971"/>
                  </a:lnTo>
                  <a:lnTo>
                    <a:pt x="494755" y="1426161"/>
                  </a:lnTo>
                  <a:lnTo>
                    <a:pt x="495970" y="1428349"/>
                  </a:lnTo>
                  <a:lnTo>
                    <a:pt x="497144" y="1430534"/>
                  </a:lnTo>
                  <a:lnTo>
                    <a:pt x="498276" y="1432718"/>
                  </a:lnTo>
                  <a:lnTo>
                    <a:pt x="499367" y="1434888"/>
                  </a:lnTo>
                  <a:lnTo>
                    <a:pt x="500419" y="1437072"/>
                  </a:lnTo>
                  <a:lnTo>
                    <a:pt x="501431" y="1439270"/>
                  </a:lnTo>
                  <a:lnTo>
                    <a:pt x="502404" y="1441481"/>
                  </a:lnTo>
                  <a:lnTo>
                    <a:pt x="503336" y="1443707"/>
                  </a:lnTo>
                  <a:lnTo>
                    <a:pt x="504229" y="1445946"/>
                  </a:lnTo>
                  <a:lnTo>
                    <a:pt x="505082" y="1448199"/>
                  </a:lnTo>
                  <a:lnTo>
                    <a:pt x="505896" y="1450467"/>
                  </a:lnTo>
                  <a:lnTo>
                    <a:pt x="506670" y="1452748"/>
                  </a:lnTo>
                  <a:lnTo>
                    <a:pt x="507404" y="1455042"/>
                  </a:lnTo>
                  <a:lnTo>
                    <a:pt x="508119" y="1457334"/>
                  </a:lnTo>
                  <a:lnTo>
                    <a:pt x="508793" y="1459646"/>
                  </a:lnTo>
                  <a:lnTo>
                    <a:pt x="509428" y="1461978"/>
                  </a:lnTo>
                  <a:lnTo>
                    <a:pt x="510024" y="1464329"/>
                  </a:lnTo>
                  <a:lnTo>
                    <a:pt x="510579" y="1466701"/>
                  </a:lnTo>
                  <a:lnTo>
                    <a:pt x="511095" y="1469092"/>
                  </a:lnTo>
                  <a:lnTo>
                    <a:pt x="511571" y="1471503"/>
                  </a:lnTo>
                  <a:lnTo>
                    <a:pt x="512008" y="1473934"/>
                  </a:lnTo>
                  <a:lnTo>
                    <a:pt x="512405" y="1476384"/>
                  </a:lnTo>
                  <a:lnTo>
                    <a:pt x="512762" y="1478855"/>
                  </a:lnTo>
                  <a:lnTo>
                    <a:pt x="513101" y="1481334"/>
                  </a:lnTo>
                  <a:lnTo>
                    <a:pt x="513405" y="1483852"/>
                  </a:lnTo>
                  <a:lnTo>
                    <a:pt x="513673" y="1486407"/>
                  </a:lnTo>
                  <a:lnTo>
                    <a:pt x="513905" y="1488999"/>
                  </a:lnTo>
                  <a:lnTo>
                    <a:pt x="514101" y="1491629"/>
                  </a:lnTo>
                  <a:lnTo>
                    <a:pt x="514262" y="1494297"/>
                  </a:lnTo>
                  <a:lnTo>
                    <a:pt x="514387" y="1497003"/>
                  </a:lnTo>
                  <a:lnTo>
                    <a:pt x="514477" y="1499746"/>
                  </a:lnTo>
                  <a:lnTo>
                    <a:pt x="514530" y="1502528"/>
                  </a:lnTo>
                  <a:lnTo>
                    <a:pt x="514548" y="1505346"/>
                  </a:lnTo>
                  <a:lnTo>
                    <a:pt x="514530" y="1508148"/>
                  </a:lnTo>
                  <a:lnTo>
                    <a:pt x="514477" y="1510919"/>
                  </a:lnTo>
                  <a:lnTo>
                    <a:pt x="514387" y="1513657"/>
                  </a:lnTo>
                  <a:lnTo>
                    <a:pt x="514262" y="1516364"/>
                  </a:lnTo>
                  <a:lnTo>
                    <a:pt x="514101" y="1519039"/>
                  </a:lnTo>
                  <a:lnTo>
                    <a:pt x="513905" y="1521682"/>
                  </a:lnTo>
                  <a:lnTo>
                    <a:pt x="513673" y="1524293"/>
                  </a:lnTo>
                  <a:lnTo>
                    <a:pt x="513405" y="1526873"/>
                  </a:lnTo>
                  <a:lnTo>
                    <a:pt x="513101" y="1529421"/>
                  </a:lnTo>
                  <a:lnTo>
                    <a:pt x="512762" y="1531937"/>
                  </a:lnTo>
                  <a:lnTo>
                    <a:pt x="512405" y="1534409"/>
                  </a:lnTo>
                  <a:lnTo>
                    <a:pt x="512008" y="1536862"/>
                  </a:lnTo>
                  <a:lnTo>
                    <a:pt x="511571" y="1539298"/>
                  </a:lnTo>
                  <a:lnTo>
                    <a:pt x="511095" y="1541716"/>
                  </a:lnTo>
                  <a:lnTo>
                    <a:pt x="510579" y="1544116"/>
                  </a:lnTo>
                  <a:lnTo>
                    <a:pt x="510024" y="1546498"/>
                  </a:lnTo>
                  <a:lnTo>
                    <a:pt x="509428" y="1548863"/>
                  </a:lnTo>
                  <a:lnTo>
                    <a:pt x="508793" y="1551209"/>
                  </a:lnTo>
                  <a:lnTo>
                    <a:pt x="508119" y="1553538"/>
                  </a:lnTo>
                  <a:lnTo>
                    <a:pt x="507404" y="1555849"/>
                  </a:lnTo>
                  <a:lnTo>
                    <a:pt x="506670" y="1558145"/>
                  </a:lnTo>
                  <a:lnTo>
                    <a:pt x="505896" y="1560429"/>
                  </a:lnTo>
                  <a:lnTo>
                    <a:pt x="505082" y="1562701"/>
                  </a:lnTo>
                  <a:lnTo>
                    <a:pt x="504229" y="1564961"/>
                  </a:lnTo>
                  <a:lnTo>
                    <a:pt x="503336" y="1567209"/>
                  </a:lnTo>
                  <a:lnTo>
                    <a:pt x="502404" y="1569446"/>
                  </a:lnTo>
                  <a:lnTo>
                    <a:pt x="501431" y="1571670"/>
                  </a:lnTo>
                  <a:lnTo>
                    <a:pt x="500419" y="1573883"/>
                  </a:lnTo>
                  <a:lnTo>
                    <a:pt x="499367" y="1576083"/>
                  </a:lnTo>
                  <a:lnTo>
                    <a:pt x="498276" y="1578272"/>
                  </a:lnTo>
                  <a:lnTo>
                    <a:pt x="497144" y="1580456"/>
                  </a:lnTo>
                  <a:lnTo>
                    <a:pt x="495970" y="1582642"/>
                  </a:lnTo>
                  <a:lnTo>
                    <a:pt x="494755" y="1584830"/>
                  </a:lnTo>
                  <a:lnTo>
                    <a:pt x="493498" y="1587019"/>
                  </a:lnTo>
                  <a:lnTo>
                    <a:pt x="492199" y="1589211"/>
                  </a:lnTo>
                  <a:lnTo>
                    <a:pt x="490858" y="1591405"/>
                  </a:lnTo>
                  <a:lnTo>
                    <a:pt x="489476" y="1593600"/>
                  </a:lnTo>
                  <a:lnTo>
                    <a:pt x="488053" y="1595798"/>
                  </a:lnTo>
                  <a:lnTo>
                    <a:pt x="486587" y="1597998"/>
                  </a:lnTo>
                  <a:lnTo>
                    <a:pt x="485080" y="1600200"/>
                  </a:lnTo>
                  <a:close/>
                </a:path>
              </a:pathLst>
            </a:custGeom>
            <a:solidFill>
              <a:srgbClr val="2C3E50">
                <a:alpha val="100000"/>
              </a:srgbClr>
            </a:solidFill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2026-04-17T14:15:25Z</dcterms:modified>
  <cp:category/>
</cp:coreProperties>
</file>