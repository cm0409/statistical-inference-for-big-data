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55963" y="5017131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55963" y="3547351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55963" y="2077572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55963" y="607792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5963" y="4282241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5963" y="2812461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5963" y="1342682"/>
              <a:ext cx="8512120" cy="0"/>
            </a:xfrm>
            <a:custGeom>
              <a:avLst/>
              <a:pathLst>
                <a:path w="8512120" h="0">
                  <a:moveTo>
                    <a:pt x="0" y="0"/>
                  </a:moveTo>
                  <a:lnTo>
                    <a:pt x="8512120" y="0"/>
                  </a:lnTo>
                  <a:lnTo>
                    <a:pt x="851212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812024" y="75915"/>
              <a:ext cx="0" cy="5535743"/>
            </a:xfrm>
            <a:custGeom>
              <a:avLst/>
              <a:pathLst>
                <a:path w="0" h="5535743">
                  <a:moveTo>
                    <a:pt x="0" y="55357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748009" y="1342682"/>
              <a:ext cx="1064015" cy="4017351"/>
            </a:xfrm>
            <a:prstGeom prst="rect">
              <a:avLst/>
            </a:pr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876039" y="1342682"/>
              <a:ext cx="1064015" cy="3772495"/>
            </a:xfrm>
            <a:prstGeom prst="rect">
              <a:avLst/>
            </a:pr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940054" y="1342682"/>
              <a:ext cx="1064015" cy="2175335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619978" y="1342682"/>
              <a:ext cx="1064015" cy="1066624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683993" y="327540"/>
              <a:ext cx="1064015" cy="1015142"/>
            </a:xfrm>
            <a:prstGeom prst="rect">
              <a:avLst/>
            </a:pr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812024" y="1342682"/>
              <a:ext cx="1064015" cy="1681147"/>
            </a:xfrm>
            <a:prstGeom prst="rect">
              <a:avLst/>
            </a:pr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h19"/>
            <p:cNvSpPr/>
            <p:nvPr/>
          </p:nvSpPr>
          <p:spPr>
            <a:xfrm>
              <a:off x="255110" y="423905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29286" y="4311144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356790" y="423905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429120" y="4240301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255110" y="276927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9286" y="2841364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61314" y="2770522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424596" y="276927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9635" y="1300742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329286" y="1371584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356790" y="129949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424596" y="129949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4685698" y="5679982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4748980" y="567873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4816786" y="567873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4884592" y="567873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4588782" y="5808740"/>
              <a:ext cx="139303" cy="136921"/>
            </a:xfrm>
            <a:custGeom>
              <a:avLst/>
              <a:pathLst>
                <a:path w="139303" h="136921">
                  <a:moveTo>
                    <a:pt x="4762" y="27384"/>
                  </a:moveTo>
                  <a:lnTo>
                    <a:pt x="23812" y="27384"/>
                  </a:lnTo>
                  <a:lnTo>
                    <a:pt x="23812" y="0"/>
                  </a:lnTo>
                  <a:lnTo>
                    <a:pt x="35123" y="0"/>
                  </a:lnTo>
                  <a:lnTo>
                    <a:pt x="35123" y="27384"/>
                  </a:lnTo>
                  <a:lnTo>
                    <a:pt x="52982" y="27384"/>
                  </a:lnTo>
                  <a:lnTo>
                    <a:pt x="52982" y="38695"/>
                  </a:lnTo>
                  <a:lnTo>
                    <a:pt x="35123" y="38695"/>
                  </a:lnTo>
                  <a:lnTo>
                    <a:pt x="35123" y="45839"/>
                  </a:lnTo>
                  <a:lnTo>
                    <a:pt x="37355" y="48571"/>
                  </a:lnTo>
                  <a:lnTo>
                    <a:pt x="39528" y="51292"/>
                  </a:lnTo>
                  <a:lnTo>
                    <a:pt x="41642" y="54000"/>
                  </a:lnTo>
                  <a:lnTo>
                    <a:pt x="43695" y="56697"/>
                  </a:lnTo>
                  <a:lnTo>
                    <a:pt x="45690" y="59382"/>
                  </a:lnTo>
                  <a:lnTo>
                    <a:pt x="47625" y="62055"/>
                  </a:lnTo>
                  <a:lnTo>
                    <a:pt x="49500" y="64716"/>
                  </a:lnTo>
                  <a:lnTo>
                    <a:pt x="51315" y="67365"/>
                  </a:lnTo>
                  <a:lnTo>
                    <a:pt x="53072" y="70002"/>
                  </a:lnTo>
                  <a:lnTo>
                    <a:pt x="54768" y="72628"/>
                  </a:lnTo>
                  <a:lnTo>
                    <a:pt x="47029" y="83939"/>
                  </a:lnTo>
                  <a:lnTo>
                    <a:pt x="45839" y="81468"/>
                  </a:lnTo>
                  <a:lnTo>
                    <a:pt x="44648" y="79057"/>
                  </a:lnTo>
                  <a:lnTo>
                    <a:pt x="43457" y="76706"/>
                  </a:lnTo>
                  <a:lnTo>
                    <a:pt x="42267" y="74414"/>
                  </a:lnTo>
                  <a:lnTo>
                    <a:pt x="41076" y="72181"/>
                  </a:lnTo>
                  <a:lnTo>
                    <a:pt x="39885" y="70008"/>
                  </a:lnTo>
                  <a:lnTo>
                    <a:pt x="38695" y="67895"/>
                  </a:lnTo>
                  <a:lnTo>
                    <a:pt x="37504" y="65841"/>
                  </a:lnTo>
                  <a:lnTo>
                    <a:pt x="36314" y="63847"/>
                  </a:lnTo>
                  <a:lnTo>
                    <a:pt x="35123" y="61912"/>
                  </a:lnTo>
                  <a:lnTo>
                    <a:pt x="35123" y="136921"/>
                  </a:lnTo>
                  <a:lnTo>
                    <a:pt x="23812" y="136921"/>
                  </a:lnTo>
                  <a:lnTo>
                    <a:pt x="23812" y="72032"/>
                  </a:lnTo>
                  <a:lnTo>
                    <a:pt x="22478" y="75896"/>
                  </a:lnTo>
                  <a:lnTo>
                    <a:pt x="21097" y="79629"/>
                  </a:lnTo>
                  <a:lnTo>
                    <a:pt x="19669" y="83230"/>
                  </a:lnTo>
                  <a:lnTo>
                    <a:pt x="18192" y="86701"/>
                  </a:lnTo>
                  <a:lnTo>
                    <a:pt x="16668" y="90041"/>
                  </a:lnTo>
                  <a:lnTo>
                    <a:pt x="15097" y="93249"/>
                  </a:lnTo>
                  <a:lnTo>
                    <a:pt x="13477" y="96327"/>
                  </a:lnTo>
                  <a:lnTo>
                    <a:pt x="11811" y="99274"/>
                  </a:lnTo>
                  <a:lnTo>
                    <a:pt x="10096" y="102090"/>
                  </a:lnTo>
                  <a:lnTo>
                    <a:pt x="8334" y="104775"/>
                  </a:lnTo>
                  <a:lnTo>
                    <a:pt x="0" y="96440"/>
                  </a:lnTo>
                  <a:lnTo>
                    <a:pt x="3333" y="91255"/>
                  </a:lnTo>
                  <a:lnTo>
                    <a:pt x="6429" y="85939"/>
                  </a:lnTo>
                  <a:lnTo>
                    <a:pt x="9286" y="80492"/>
                  </a:lnTo>
                  <a:lnTo>
                    <a:pt x="11906" y="74914"/>
                  </a:lnTo>
                  <a:lnTo>
                    <a:pt x="14287" y="69205"/>
                  </a:lnTo>
                  <a:lnTo>
                    <a:pt x="16430" y="63365"/>
                  </a:lnTo>
                  <a:lnTo>
                    <a:pt x="18335" y="57394"/>
                  </a:lnTo>
                  <a:lnTo>
                    <a:pt x="20002" y="51292"/>
                  </a:lnTo>
                  <a:lnTo>
                    <a:pt x="21431" y="45059"/>
                  </a:lnTo>
                  <a:lnTo>
                    <a:pt x="22621" y="38695"/>
                  </a:lnTo>
                  <a:lnTo>
                    <a:pt x="4762" y="38695"/>
                  </a:lnTo>
                  <a:close/>
                  <a:moveTo>
                    <a:pt x="114895" y="0"/>
                  </a:moveTo>
                  <a:lnTo>
                    <a:pt x="127396" y="3571"/>
                  </a:lnTo>
                  <a:lnTo>
                    <a:pt x="126081" y="6161"/>
                  </a:lnTo>
                  <a:lnTo>
                    <a:pt x="124753" y="8691"/>
                  </a:lnTo>
                  <a:lnTo>
                    <a:pt x="123414" y="11162"/>
                  </a:lnTo>
                  <a:lnTo>
                    <a:pt x="122062" y="13573"/>
                  </a:lnTo>
                  <a:lnTo>
                    <a:pt x="120699" y="15924"/>
                  </a:lnTo>
                  <a:lnTo>
                    <a:pt x="119324" y="18216"/>
                  </a:lnTo>
                  <a:lnTo>
                    <a:pt x="117937" y="20448"/>
                  </a:lnTo>
                  <a:lnTo>
                    <a:pt x="116538" y="22621"/>
                  </a:lnTo>
                  <a:lnTo>
                    <a:pt x="115127" y="24735"/>
                  </a:lnTo>
                  <a:lnTo>
                    <a:pt x="113704" y="26789"/>
                  </a:lnTo>
                  <a:lnTo>
                    <a:pt x="137517" y="26789"/>
                  </a:lnTo>
                  <a:lnTo>
                    <a:pt x="137517" y="38100"/>
                  </a:lnTo>
                  <a:lnTo>
                    <a:pt x="104179" y="38100"/>
                  </a:lnTo>
                  <a:lnTo>
                    <a:pt x="104179" y="58935"/>
                  </a:lnTo>
                  <a:lnTo>
                    <a:pt x="133945" y="58935"/>
                  </a:lnTo>
                  <a:lnTo>
                    <a:pt x="133945" y="70246"/>
                  </a:lnTo>
                  <a:lnTo>
                    <a:pt x="104179" y="70246"/>
                  </a:lnTo>
                  <a:lnTo>
                    <a:pt x="104179" y="91082"/>
                  </a:lnTo>
                  <a:lnTo>
                    <a:pt x="139303" y="91082"/>
                  </a:lnTo>
                  <a:lnTo>
                    <a:pt x="139303" y="102393"/>
                  </a:lnTo>
                  <a:lnTo>
                    <a:pt x="104179" y="102393"/>
                  </a:lnTo>
                  <a:lnTo>
                    <a:pt x="104179" y="136921"/>
                  </a:lnTo>
                  <a:lnTo>
                    <a:pt x="92273" y="136921"/>
                  </a:lnTo>
                  <a:lnTo>
                    <a:pt x="92273" y="102393"/>
                  </a:lnTo>
                  <a:lnTo>
                    <a:pt x="58340" y="102393"/>
                  </a:lnTo>
                  <a:lnTo>
                    <a:pt x="58340" y="91082"/>
                  </a:lnTo>
                  <a:lnTo>
                    <a:pt x="92273" y="91082"/>
                  </a:lnTo>
                  <a:lnTo>
                    <a:pt x="92273" y="70246"/>
                  </a:lnTo>
                  <a:lnTo>
                    <a:pt x="63103" y="70246"/>
                  </a:lnTo>
                  <a:lnTo>
                    <a:pt x="63103" y="58935"/>
                  </a:lnTo>
                  <a:lnTo>
                    <a:pt x="92273" y="58935"/>
                  </a:lnTo>
                  <a:lnTo>
                    <a:pt x="92273" y="38100"/>
                  </a:lnTo>
                  <a:lnTo>
                    <a:pt x="60126" y="38100"/>
                  </a:lnTo>
                  <a:lnTo>
                    <a:pt x="60126" y="26789"/>
                  </a:lnTo>
                  <a:lnTo>
                    <a:pt x="101203" y="26789"/>
                  </a:lnTo>
                  <a:lnTo>
                    <a:pt x="102733" y="24270"/>
                  </a:lnTo>
                  <a:lnTo>
                    <a:pt x="104227" y="21717"/>
                  </a:lnTo>
                  <a:lnTo>
                    <a:pt x="105685" y="19127"/>
                  </a:lnTo>
                  <a:lnTo>
                    <a:pt x="107108" y="16502"/>
                  </a:lnTo>
                  <a:lnTo>
                    <a:pt x="108495" y="13841"/>
                  </a:lnTo>
                  <a:lnTo>
                    <a:pt x="109847" y="11144"/>
                  </a:lnTo>
                  <a:lnTo>
                    <a:pt x="111162" y="8411"/>
                  </a:lnTo>
                  <a:lnTo>
                    <a:pt x="112442" y="5643"/>
                  </a:lnTo>
                  <a:lnTo>
                    <a:pt x="113686" y="2839"/>
                  </a:lnTo>
                  <a:close/>
                  <a:moveTo>
                    <a:pt x="77985" y="595"/>
                  </a:moveTo>
                  <a:lnTo>
                    <a:pt x="79503" y="2280"/>
                  </a:lnTo>
                  <a:lnTo>
                    <a:pt x="80962" y="4000"/>
                  </a:lnTo>
                  <a:lnTo>
                    <a:pt x="82361" y="5756"/>
                  </a:lnTo>
                  <a:lnTo>
                    <a:pt x="83700" y="7548"/>
                  </a:lnTo>
                  <a:lnTo>
                    <a:pt x="84980" y="9376"/>
                  </a:lnTo>
                  <a:lnTo>
                    <a:pt x="86201" y="11239"/>
                  </a:lnTo>
                  <a:lnTo>
                    <a:pt x="87362" y="13138"/>
                  </a:lnTo>
                  <a:lnTo>
                    <a:pt x="88463" y="15073"/>
                  </a:lnTo>
                  <a:lnTo>
                    <a:pt x="89505" y="17043"/>
                  </a:lnTo>
                  <a:lnTo>
                    <a:pt x="90487" y="19050"/>
                  </a:lnTo>
                  <a:lnTo>
                    <a:pt x="79771" y="23812"/>
                  </a:lnTo>
                  <a:lnTo>
                    <a:pt x="78795" y="21699"/>
                  </a:lnTo>
                  <a:lnTo>
                    <a:pt x="77771" y="19645"/>
                  </a:lnTo>
                  <a:lnTo>
                    <a:pt x="76700" y="17651"/>
                  </a:lnTo>
                  <a:lnTo>
                    <a:pt x="75580" y="15716"/>
                  </a:lnTo>
                  <a:lnTo>
                    <a:pt x="74414" y="13841"/>
                  </a:lnTo>
                  <a:lnTo>
                    <a:pt x="73199" y="12025"/>
                  </a:lnTo>
                  <a:lnTo>
                    <a:pt x="71937" y="10269"/>
                  </a:lnTo>
                  <a:lnTo>
                    <a:pt x="70627" y="8572"/>
                  </a:lnTo>
                  <a:lnTo>
                    <a:pt x="69270" y="6935"/>
                  </a:lnTo>
                  <a:lnTo>
                    <a:pt x="67865" y="53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4742372" y="5808145"/>
              <a:ext cx="138707" cy="137517"/>
            </a:xfrm>
            <a:custGeom>
              <a:avLst/>
              <a:pathLst>
                <a:path w="138707" h="137517">
                  <a:moveTo>
                    <a:pt x="5953" y="26789"/>
                  </a:moveTo>
                  <a:lnTo>
                    <a:pt x="63103" y="26789"/>
                  </a:lnTo>
                  <a:lnTo>
                    <a:pt x="63103" y="0"/>
                  </a:lnTo>
                  <a:lnTo>
                    <a:pt x="75009" y="0"/>
                  </a:lnTo>
                  <a:lnTo>
                    <a:pt x="75009" y="26789"/>
                  </a:lnTo>
                  <a:lnTo>
                    <a:pt x="132159" y="26789"/>
                  </a:lnTo>
                  <a:lnTo>
                    <a:pt x="132159" y="38100"/>
                  </a:lnTo>
                  <a:lnTo>
                    <a:pt x="83939" y="38100"/>
                  </a:lnTo>
                  <a:lnTo>
                    <a:pt x="88344" y="46440"/>
                  </a:lnTo>
                  <a:lnTo>
                    <a:pt x="92987" y="54316"/>
                  </a:lnTo>
                  <a:lnTo>
                    <a:pt x="97869" y="61727"/>
                  </a:lnTo>
                  <a:lnTo>
                    <a:pt x="102989" y="68675"/>
                  </a:lnTo>
                  <a:lnTo>
                    <a:pt x="108346" y="75158"/>
                  </a:lnTo>
                  <a:lnTo>
                    <a:pt x="113942" y="81176"/>
                  </a:lnTo>
                  <a:lnTo>
                    <a:pt x="119776" y="86731"/>
                  </a:lnTo>
                  <a:lnTo>
                    <a:pt x="125849" y="91821"/>
                  </a:lnTo>
                  <a:lnTo>
                    <a:pt x="132159" y="96446"/>
                  </a:lnTo>
                  <a:lnTo>
                    <a:pt x="138707" y="100607"/>
                  </a:lnTo>
                  <a:lnTo>
                    <a:pt x="132159" y="113109"/>
                  </a:lnTo>
                  <a:lnTo>
                    <a:pt x="125265" y="108251"/>
                  </a:lnTo>
                  <a:lnTo>
                    <a:pt x="118633" y="102965"/>
                  </a:lnTo>
                  <a:lnTo>
                    <a:pt x="112264" y="97250"/>
                  </a:lnTo>
                  <a:lnTo>
                    <a:pt x="106156" y="91106"/>
                  </a:lnTo>
                  <a:lnTo>
                    <a:pt x="100310" y="84534"/>
                  </a:lnTo>
                  <a:lnTo>
                    <a:pt x="94726" y="77533"/>
                  </a:lnTo>
                  <a:lnTo>
                    <a:pt x="89404" y="70104"/>
                  </a:lnTo>
                  <a:lnTo>
                    <a:pt x="84343" y="62245"/>
                  </a:lnTo>
                  <a:lnTo>
                    <a:pt x="79545" y="53959"/>
                  </a:lnTo>
                  <a:lnTo>
                    <a:pt x="75009" y="45243"/>
                  </a:lnTo>
                  <a:lnTo>
                    <a:pt x="75009" y="97035"/>
                  </a:lnTo>
                  <a:lnTo>
                    <a:pt x="108942" y="97035"/>
                  </a:lnTo>
                  <a:lnTo>
                    <a:pt x="108942" y="108346"/>
                  </a:lnTo>
                  <a:lnTo>
                    <a:pt x="75009" y="108346"/>
                  </a:lnTo>
                  <a:lnTo>
                    <a:pt x="75009" y="137517"/>
                  </a:lnTo>
                  <a:lnTo>
                    <a:pt x="63103" y="137517"/>
                  </a:lnTo>
                  <a:lnTo>
                    <a:pt x="63103" y="108346"/>
                  </a:lnTo>
                  <a:lnTo>
                    <a:pt x="29765" y="108346"/>
                  </a:lnTo>
                  <a:lnTo>
                    <a:pt x="29765" y="97035"/>
                  </a:lnTo>
                  <a:lnTo>
                    <a:pt x="63103" y="97035"/>
                  </a:lnTo>
                  <a:lnTo>
                    <a:pt x="63103" y="46434"/>
                  </a:lnTo>
                  <a:lnTo>
                    <a:pt x="58799" y="54602"/>
                  </a:lnTo>
                  <a:lnTo>
                    <a:pt x="54221" y="62436"/>
                  </a:lnTo>
                  <a:lnTo>
                    <a:pt x="49369" y="69937"/>
                  </a:lnTo>
                  <a:lnTo>
                    <a:pt x="44243" y="77104"/>
                  </a:lnTo>
                  <a:lnTo>
                    <a:pt x="38844" y="83939"/>
                  </a:lnTo>
                  <a:lnTo>
                    <a:pt x="33170" y="90439"/>
                  </a:lnTo>
                  <a:lnTo>
                    <a:pt x="27223" y="96607"/>
                  </a:lnTo>
                  <a:lnTo>
                    <a:pt x="21002" y="102441"/>
                  </a:lnTo>
                  <a:lnTo>
                    <a:pt x="14507" y="107942"/>
                  </a:lnTo>
                  <a:lnTo>
                    <a:pt x="7739" y="113109"/>
                  </a:lnTo>
                  <a:lnTo>
                    <a:pt x="0" y="102393"/>
                  </a:lnTo>
                  <a:lnTo>
                    <a:pt x="2872" y="100399"/>
                  </a:lnTo>
                  <a:lnTo>
                    <a:pt x="5774" y="98226"/>
                  </a:lnTo>
                  <a:lnTo>
                    <a:pt x="8706" y="95875"/>
                  </a:lnTo>
                  <a:lnTo>
                    <a:pt x="11668" y="93345"/>
                  </a:lnTo>
                  <a:lnTo>
                    <a:pt x="14659" y="90636"/>
                  </a:lnTo>
                  <a:lnTo>
                    <a:pt x="17680" y="87749"/>
                  </a:lnTo>
                  <a:lnTo>
                    <a:pt x="20731" y="84683"/>
                  </a:lnTo>
                  <a:lnTo>
                    <a:pt x="23812" y="81438"/>
                  </a:lnTo>
                  <a:lnTo>
                    <a:pt x="26923" y="78015"/>
                  </a:lnTo>
                  <a:lnTo>
                    <a:pt x="30063" y="74414"/>
                  </a:lnTo>
                  <a:lnTo>
                    <a:pt x="33144" y="70729"/>
                  </a:lnTo>
                  <a:lnTo>
                    <a:pt x="36075" y="67056"/>
                  </a:lnTo>
                  <a:lnTo>
                    <a:pt x="38859" y="63394"/>
                  </a:lnTo>
                  <a:lnTo>
                    <a:pt x="41493" y="59745"/>
                  </a:lnTo>
                  <a:lnTo>
                    <a:pt x="43978" y="56108"/>
                  </a:lnTo>
                  <a:lnTo>
                    <a:pt x="46315" y="52482"/>
                  </a:lnTo>
                  <a:lnTo>
                    <a:pt x="48503" y="48869"/>
                  </a:lnTo>
                  <a:lnTo>
                    <a:pt x="50542" y="45267"/>
                  </a:lnTo>
                  <a:lnTo>
                    <a:pt x="52432" y="41677"/>
                  </a:lnTo>
                  <a:lnTo>
                    <a:pt x="54173" y="38100"/>
                  </a:lnTo>
                  <a:lnTo>
                    <a:pt x="5953" y="381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4895367" y="5811716"/>
              <a:ext cx="137517" cy="130968"/>
            </a:xfrm>
            <a:custGeom>
              <a:avLst/>
              <a:pathLst>
                <a:path w="137517" h="130968">
                  <a:moveTo>
                    <a:pt x="18454" y="0"/>
                  </a:moveTo>
                  <a:lnTo>
                    <a:pt x="118467" y="0"/>
                  </a:lnTo>
                  <a:lnTo>
                    <a:pt x="118467" y="39885"/>
                  </a:lnTo>
                  <a:lnTo>
                    <a:pt x="18454" y="39885"/>
                  </a:lnTo>
                  <a:close/>
                  <a:moveTo>
                    <a:pt x="30360" y="15478"/>
                  </a:moveTo>
                  <a:lnTo>
                    <a:pt x="106560" y="15478"/>
                  </a:lnTo>
                  <a:lnTo>
                    <a:pt x="106560" y="8929"/>
                  </a:lnTo>
                  <a:lnTo>
                    <a:pt x="30360" y="8929"/>
                  </a:lnTo>
                  <a:close/>
                  <a:moveTo>
                    <a:pt x="30360" y="30360"/>
                  </a:moveTo>
                  <a:lnTo>
                    <a:pt x="106560" y="30360"/>
                  </a:lnTo>
                  <a:lnTo>
                    <a:pt x="106560" y="23812"/>
                  </a:lnTo>
                  <a:lnTo>
                    <a:pt x="30360" y="23812"/>
                  </a:lnTo>
                  <a:close/>
                  <a:moveTo>
                    <a:pt x="2976" y="45839"/>
                  </a:moveTo>
                  <a:lnTo>
                    <a:pt x="134540" y="45839"/>
                  </a:lnTo>
                  <a:lnTo>
                    <a:pt x="134540" y="54768"/>
                  </a:lnTo>
                  <a:lnTo>
                    <a:pt x="2976" y="54768"/>
                  </a:lnTo>
                  <a:close/>
                  <a:moveTo>
                    <a:pt x="17859" y="60721"/>
                  </a:moveTo>
                  <a:lnTo>
                    <a:pt x="119657" y="60721"/>
                  </a:lnTo>
                  <a:lnTo>
                    <a:pt x="119657" y="100012"/>
                  </a:lnTo>
                  <a:lnTo>
                    <a:pt x="75009" y="100012"/>
                  </a:lnTo>
                  <a:lnTo>
                    <a:pt x="75009" y="105965"/>
                  </a:lnTo>
                  <a:lnTo>
                    <a:pt x="125015" y="105965"/>
                  </a:lnTo>
                  <a:lnTo>
                    <a:pt x="125015" y="114895"/>
                  </a:lnTo>
                  <a:lnTo>
                    <a:pt x="75009" y="114895"/>
                  </a:lnTo>
                  <a:lnTo>
                    <a:pt x="75009" y="120848"/>
                  </a:lnTo>
                  <a:lnTo>
                    <a:pt x="137517" y="120848"/>
                  </a:lnTo>
                  <a:lnTo>
                    <a:pt x="137517" y="130968"/>
                  </a:lnTo>
                  <a:lnTo>
                    <a:pt x="0" y="130968"/>
                  </a:lnTo>
                  <a:lnTo>
                    <a:pt x="0" y="120848"/>
                  </a:lnTo>
                  <a:lnTo>
                    <a:pt x="62507" y="120848"/>
                  </a:lnTo>
                  <a:lnTo>
                    <a:pt x="62507" y="114895"/>
                  </a:lnTo>
                  <a:lnTo>
                    <a:pt x="13096" y="114895"/>
                  </a:lnTo>
                  <a:lnTo>
                    <a:pt x="13096" y="105965"/>
                  </a:lnTo>
                  <a:lnTo>
                    <a:pt x="62507" y="105965"/>
                  </a:lnTo>
                  <a:lnTo>
                    <a:pt x="62507" y="100012"/>
                  </a:lnTo>
                  <a:lnTo>
                    <a:pt x="17859" y="100012"/>
                  </a:lnTo>
                  <a:close/>
                  <a:moveTo>
                    <a:pt x="29765" y="76795"/>
                  </a:moveTo>
                  <a:lnTo>
                    <a:pt x="62507" y="76795"/>
                  </a:lnTo>
                  <a:lnTo>
                    <a:pt x="62507" y="70246"/>
                  </a:lnTo>
                  <a:lnTo>
                    <a:pt x="29765" y="70246"/>
                  </a:lnTo>
                  <a:close/>
                  <a:moveTo>
                    <a:pt x="75009" y="70246"/>
                  </a:moveTo>
                  <a:lnTo>
                    <a:pt x="75009" y="76795"/>
                  </a:lnTo>
                  <a:lnTo>
                    <a:pt x="107751" y="76795"/>
                  </a:lnTo>
                  <a:lnTo>
                    <a:pt x="107751" y="70246"/>
                  </a:lnTo>
                  <a:close/>
                  <a:moveTo>
                    <a:pt x="29765" y="90487"/>
                  </a:moveTo>
                  <a:lnTo>
                    <a:pt x="62507" y="90487"/>
                  </a:lnTo>
                  <a:lnTo>
                    <a:pt x="62507" y="84534"/>
                  </a:lnTo>
                  <a:lnTo>
                    <a:pt x="29765" y="84534"/>
                  </a:lnTo>
                  <a:close/>
                  <a:moveTo>
                    <a:pt x="75009" y="84534"/>
                  </a:moveTo>
                  <a:lnTo>
                    <a:pt x="75009" y="90487"/>
                  </a:lnTo>
                  <a:lnTo>
                    <a:pt x="107751" y="90487"/>
                  </a:lnTo>
                  <a:lnTo>
                    <a:pt x="107751" y="845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57535" y="3613526"/>
              <a:ext cx="138112" cy="136921"/>
            </a:xfrm>
            <a:custGeom>
              <a:avLst/>
              <a:pathLst>
                <a:path w="138112" h="136921">
                  <a:moveTo>
                    <a:pt x="0" y="114300"/>
                  </a:moveTo>
                  <a:lnTo>
                    <a:pt x="2393" y="112311"/>
                  </a:lnTo>
                  <a:lnTo>
                    <a:pt x="4810" y="110394"/>
                  </a:lnTo>
                  <a:lnTo>
                    <a:pt x="7250" y="108549"/>
                  </a:lnTo>
                  <a:lnTo>
                    <a:pt x="9715" y="106775"/>
                  </a:lnTo>
                  <a:lnTo>
                    <a:pt x="12203" y="105072"/>
                  </a:lnTo>
                  <a:lnTo>
                    <a:pt x="14716" y="103441"/>
                  </a:lnTo>
                  <a:lnTo>
                    <a:pt x="17252" y="101881"/>
                  </a:lnTo>
                  <a:lnTo>
                    <a:pt x="19812" y="100393"/>
                  </a:lnTo>
                  <a:lnTo>
                    <a:pt x="22395" y="98976"/>
                  </a:lnTo>
                  <a:lnTo>
                    <a:pt x="25003" y="97631"/>
                  </a:lnTo>
                  <a:lnTo>
                    <a:pt x="31551" y="108942"/>
                  </a:lnTo>
                  <a:lnTo>
                    <a:pt x="28944" y="110174"/>
                  </a:lnTo>
                  <a:lnTo>
                    <a:pt x="26360" y="111490"/>
                  </a:lnTo>
                  <a:lnTo>
                    <a:pt x="23800" y="112889"/>
                  </a:lnTo>
                  <a:lnTo>
                    <a:pt x="21264" y="114371"/>
                  </a:lnTo>
                  <a:lnTo>
                    <a:pt x="18752" y="115937"/>
                  </a:lnTo>
                  <a:lnTo>
                    <a:pt x="16263" y="117586"/>
                  </a:lnTo>
                  <a:lnTo>
                    <a:pt x="13799" y="119318"/>
                  </a:lnTo>
                  <a:lnTo>
                    <a:pt x="11358" y="121134"/>
                  </a:lnTo>
                  <a:lnTo>
                    <a:pt x="8941" y="123033"/>
                  </a:lnTo>
                  <a:lnTo>
                    <a:pt x="6548" y="125015"/>
                  </a:lnTo>
                  <a:close/>
                  <a:moveTo>
                    <a:pt x="44053" y="136921"/>
                  </a:moveTo>
                  <a:lnTo>
                    <a:pt x="44053" y="104775"/>
                  </a:lnTo>
                  <a:lnTo>
                    <a:pt x="113109" y="104775"/>
                  </a:lnTo>
                  <a:lnTo>
                    <a:pt x="99417" y="92273"/>
                  </a:lnTo>
                  <a:lnTo>
                    <a:pt x="106560" y="84534"/>
                  </a:lnTo>
                  <a:lnTo>
                    <a:pt x="108823" y="86260"/>
                  </a:lnTo>
                  <a:lnTo>
                    <a:pt x="111085" y="88106"/>
                  </a:lnTo>
                  <a:lnTo>
                    <a:pt x="113347" y="90070"/>
                  </a:lnTo>
                  <a:lnTo>
                    <a:pt x="115609" y="92154"/>
                  </a:lnTo>
                  <a:lnTo>
                    <a:pt x="117871" y="94357"/>
                  </a:lnTo>
                  <a:lnTo>
                    <a:pt x="120134" y="96678"/>
                  </a:lnTo>
                  <a:lnTo>
                    <a:pt x="122396" y="99119"/>
                  </a:lnTo>
                  <a:lnTo>
                    <a:pt x="124658" y="101679"/>
                  </a:lnTo>
                  <a:lnTo>
                    <a:pt x="126920" y="104358"/>
                  </a:lnTo>
                  <a:lnTo>
                    <a:pt x="129182" y="107156"/>
                  </a:lnTo>
                  <a:lnTo>
                    <a:pt x="121443" y="116085"/>
                  </a:lnTo>
                  <a:lnTo>
                    <a:pt x="54768" y="116085"/>
                  </a:lnTo>
                  <a:lnTo>
                    <a:pt x="54768" y="136921"/>
                  </a:lnTo>
                  <a:close/>
                  <a:moveTo>
                    <a:pt x="46434" y="95845"/>
                  </a:moveTo>
                  <a:lnTo>
                    <a:pt x="46434" y="53578"/>
                  </a:lnTo>
                  <a:lnTo>
                    <a:pt x="0" y="53578"/>
                  </a:lnTo>
                  <a:lnTo>
                    <a:pt x="0" y="41671"/>
                  </a:lnTo>
                  <a:lnTo>
                    <a:pt x="46434" y="41671"/>
                  </a:lnTo>
                  <a:lnTo>
                    <a:pt x="46434" y="0"/>
                  </a:lnTo>
                  <a:lnTo>
                    <a:pt x="57745" y="0"/>
                  </a:lnTo>
                  <a:lnTo>
                    <a:pt x="57745" y="41671"/>
                  </a:lnTo>
                  <a:lnTo>
                    <a:pt x="138112" y="41671"/>
                  </a:lnTo>
                  <a:lnTo>
                    <a:pt x="138112" y="53578"/>
                  </a:lnTo>
                  <a:lnTo>
                    <a:pt x="57745" y="53578"/>
                  </a:lnTo>
                  <a:lnTo>
                    <a:pt x="57745" y="9584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56344" y="3461126"/>
              <a:ext cx="138112" cy="136921"/>
            </a:xfrm>
            <a:custGeom>
              <a:avLst/>
              <a:pathLst>
                <a:path w="138112" h="136921">
                  <a:moveTo>
                    <a:pt x="0" y="111918"/>
                  </a:moveTo>
                  <a:lnTo>
                    <a:pt x="3571" y="100012"/>
                  </a:lnTo>
                  <a:lnTo>
                    <a:pt x="10120" y="103584"/>
                  </a:lnTo>
                  <a:lnTo>
                    <a:pt x="10120" y="69056"/>
                  </a:lnTo>
                  <a:lnTo>
                    <a:pt x="20240" y="69056"/>
                  </a:lnTo>
                  <a:lnTo>
                    <a:pt x="20240" y="88106"/>
                  </a:lnTo>
                  <a:lnTo>
                    <a:pt x="21193" y="87159"/>
                  </a:lnTo>
                  <a:lnTo>
                    <a:pt x="22145" y="86225"/>
                  </a:lnTo>
                  <a:lnTo>
                    <a:pt x="23098" y="85302"/>
                  </a:lnTo>
                  <a:lnTo>
                    <a:pt x="24050" y="84391"/>
                  </a:lnTo>
                  <a:lnTo>
                    <a:pt x="25003" y="83492"/>
                  </a:lnTo>
                  <a:lnTo>
                    <a:pt x="25955" y="82605"/>
                  </a:lnTo>
                  <a:lnTo>
                    <a:pt x="26908" y="81730"/>
                  </a:lnTo>
                  <a:lnTo>
                    <a:pt x="27860" y="80867"/>
                  </a:lnTo>
                  <a:lnTo>
                    <a:pt x="28813" y="80015"/>
                  </a:lnTo>
                  <a:lnTo>
                    <a:pt x="29765" y="79176"/>
                  </a:lnTo>
                  <a:lnTo>
                    <a:pt x="35718" y="89892"/>
                  </a:lnTo>
                  <a:lnTo>
                    <a:pt x="34170" y="90862"/>
                  </a:lnTo>
                  <a:lnTo>
                    <a:pt x="32623" y="91868"/>
                  </a:lnTo>
                  <a:lnTo>
                    <a:pt x="31075" y="92910"/>
                  </a:lnTo>
                  <a:lnTo>
                    <a:pt x="29527" y="93987"/>
                  </a:lnTo>
                  <a:lnTo>
                    <a:pt x="27979" y="95101"/>
                  </a:lnTo>
                  <a:lnTo>
                    <a:pt x="26431" y="96250"/>
                  </a:lnTo>
                  <a:lnTo>
                    <a:pt x="24884" y="97434"/>
                  </a:lnTo>
                  <a:lnTo>
                    <a:pt x="23336" y="98655"/>
                  </a:lnTo>
                  <a:lnTo>
                    <a:pt x="21788" y="99911"/>
                  </a:lnTo>
                  <a:lnTo>
                    <a:pt x="20240" y="101203"/>
                  </a:lnTo>
                  <a:lnTo>
                    <a:pt x="20240" y="110728"/>
                  </a:lnTo>
                  <a:lnTo>
                    <a:pt x="22121" y="112180"/>
                  </a:lnTo>
                  <a:lnTo>
                    <a:pt x="23955" y="113680"/>
                  </a:lnTo>
                  <a:lnTo>
                    <a:pt x="25741" y="115228"/>
                  </a:lnTo>
                  <a:lnTo>
                    <a:pt x="27479" y="116824"/>
                  </a:lnTo>
                  <a:lnTo>
                    <a:pt x="29170" y="118467"/>
                  </a:lnTo>
                  <a:lnTo>
                    <a:pt x="30813" y="120157"/>
                  </a:lnTo>
                  <a:lnTo>
                    <a:pt x="32408" y="121896"/>
                  </a:lnTo>
                  <a:lnTo>
                    <a:pt x="33956" y="123682"/>
                  </a:lnTo>
                  <a:lnTo>
                    <a:pt x="35456" y="125515"/>
                  </a:lnTo>
                  <a:lnTo>
                    <a:pt x="36909" y="127396"/>
                  </a:lnTo>
                  <a:lnTo>
                    <a:pt x="29765" y="136921"/>
                  </a:lnTo>
                  <a:lnTo>
                    <a:pt x="27003" y="133457"/>
                  </a:lnTo>
                  <a:lnTo>
                    <a:pt x="24193" y="130206"/>
                  </a:lnTo>
                  <a:lnTo>
                    <a:pt x="21335" y="127170"/>
                  </a:lnTo>
                  <a:lnTo>
                    <a:pt x="18430" y="124348"/>
                  </a:lnTo>
                  <a:lnTo>
                    <a:pt x="15478" y="121741"/>
                  </a:lnTo>
                  <a:lnTo>
                    <a:pt x="12477" y="119348"/>
                  </a:lnTo>
                  <a:lnTo>
                    <a:pt x="9429" y="117169"/>
                  </a:lnTo>
                  <a:lnTo>
                    <a:pt x="6334" y="115204"/>
                  </a:lnTo>
                  <a:lnTo>
                    <a:pt x="3190" y="113454"/>
                  </a:lnTo>
                  <a:close/>
                  <a:moveTo>
                    <a:pt x="0" y="50006"/>
                  </a:moveTo>
                  <a:lnTo>
                    <a:pt x="3571" y="38695"/>
                  </a:lnTo>
                  <a:lnTo>
                    <a:pt x="4173" y="38939"/>
                  </a:lnTo>
                  <a:lnTo>
                    <a:pt x="4786" y="39195"/>
                  </a:lnTo>
                  <a:lnTo>
                    <a:pt x="5411" y="39463"/>
                  </a:lnTo>
                  <a:lnTo>
                    <a:pt x="6048" y="39743"/>
                  </a:lnTo>
                  <a:lnTo>
                    <a:pt x="6697" y="40034"/>
                  </a:lnTo>
                  <a:lnTo>
                    <a:pt x="7358" y="40338"/>
                  </a:lnTo>
                  <a:lnTo>
                    <a:pt x="8030" y="40653"/>
                  </a:lnTo>
                  <a:lnTo>
                    <a:pt x="8715" y="40981"/>
                  </a:lnTo>
                  <a:lnTo>
                    <a:pt x="9411" y="41320"/>
                  </a:lnTo>
                  <a:lnTo>
                    <a:pt x="10120" y="41671"/>
                  </a:lnTo>
                  <a:lnTo>
                    <a:pt x="10120" y="595"/>
                  </a:lnTo>
                  <a:lnTo>
                    <a:pt x="20240" y="595"/>
                  </a:lnTo>
                  <a:lnTo>
                    <a:pt x="20240" y="24407"/>
                  </a:lnTo>
                  <a:lnTo>
                    <a:pt x="26789" y="19050"/>
                  </a:lnTo>
                  <a:lnTo>
                    <a:pt x="32742" y="29765"/>
                  </a:lnTo>
                  <a:lnTo>
                    <a:pt x="31545" y="30491"/>
                  </a:lnTo>
                  <a:lnTo>
                    <a:pt x="30337" y="31242"/>
                  </a:lnTo>
                  <a:lnTo>
                    <a:pt x="29116" y="32015"/>
                  </a:lnTo>
                  <a:lnTo>
                    <a:pt x="27884" y="32813"/>
                  </a:lnTo>
                  <a:lnTo>
                    <a:pt x="26640" y="33635"/>
                  </a:lnTo>
                  <a:lnTo>
                    <a:pt x="25384" y="34480"/>
                  </a:lnTo>
                  <a:lnTo>
                    <a:pt x="24116" y="35349"/>
                  </a:lnTo>
                  <a:lnTo>
                    <a:pt x="22836" y="36242"/>
                  </a:lnTo>
                  <a:lnTo>
                    <a:pt x="21544" y="37159"/>
                  </a:lnTo>
                  <a:lnTo>
                    <a:pt x="20240" y="38100"/>
                  </a:lnTo>
                  <a:lnTo>
                    <a:pt x="20240" y="48220"/>
                  </a:lnTo>
                  <a:lnTo>
                    <a:pt x="21889" y="49428"/>
                  </a:lnTo>
                  <a:lnTo>
                    <a:pt x="23502" y="50673"/>
                  </a:lnTo>
                  <a:lnTo>
                    <a:pt x="25080" y="51952"/>
                  </a:lnTo>
                  <a:lnTo>
                    <a:pt x="26622" y="53268"/>
                  </a:lnTo>
                  <a:lnTo>
                    <a:pt x="28128" y="54619"/>
                  </a:lnTo>
                  <a:lnTo>
                    <a:pt x="29598" y="56007"/>
                  </a:lnTo>
                  <a:lnTo>
                    <a:pt x="31033" y="57429"/>
                  </a:lnTo>
                  <a:lnTo>
                    <a:pt x="32432" y="58888"/>
                  </a:lnTo>
                  <a:lnTo>
                    <a:pt x="33795" y="60382"/>
                  </a:lnTo>
                  <a:lnTo>
                    <a:pt x="35123" y="61912"/>
                  </a:lnTo>
                  <a:lnTo>
                    <a:pt x="27979" y="72032"/>
                  </a:lnTo>
                  <a:lnTo>
                    <a:pt x="25449" y="69133"/>
                  </a:lnTo>
                  <a:lnTo>
                    <a:pt x="22860" y="66389"/>
                  </a:lnTo>
                  <a:lnTo>
                    <a:pt x="20210" y="63799"/>
                  </a:lnTo>
                  <a:lnTo>
                    <a:pt x="17502" y="61364"/>
                  </a:lnTo>
                  <a:lnTo>
                    <a:pt x="14733" y="59084"/>
                  </a:lnTo>
                  <a:lnTo>
                    <a:pt x="11906" y="56959"/>
                  </a:lnTo>
                  <a:lnTo>
                    <a:pt x="9018" y="54989"/>
                  </a:lnTo>
                  <a:lnTo>
                    <a:pt x="6072" y="53173"/>
                  </a:lnTo>
                  <a:lnTo>
                    <a:pt x="3065" y="51512"/>
                  </a:lnTo>
                  <a:close/>
                  <a:moveTo>
                    <a:pt x="36909" y="120253"/>
                  </a:moveTo>
                  <a:lnTo>
                    <a:pt x="36909" y="15478"/>
                  </a:lnTo>
                  <a:lnTo>
                    <a:pt x="94654" y="15478"/>
                  </a:lnTo>
                  <a:lnTo>
                    <a:pt x="94654" y="38695"/>
                  </a:lnTo>
                  <a:lnTo>
                    <a:pt x="103584" y="38695"/>
                  </a:lnTo>
                  <a:lnTo>
                    <a:pt x="103584" y="0"/>
                  </a:lnTo>
                  <a:lnTo>
                    <a:pt x="114300" y="0"/>
                  </a:lnTo>
                  <a:lnTo>
                    <a:pt x="114300" y="38695"/>
                  </a:lnTo>
                  <a:lnTo>
                    <a:pt x="137517" y="38695"/>
                  </a:lnTo>
                  <a:lnTo>
                    <a:pt x="137517" y="50601"/>
                  </a:lnTo>
                  <a:lnTo>
                    <a:pt x="114300" y="50601"/>
                  </a:lnTo>
                  <a:lnTo>
                    <a:pt x="114300" y="86320"/>
                  </a:lnTo>
                  <a:lnTo>
                    <a:pt x="117109" y="87284"/>
                  </a:lnTo>
                  <a:lnTo>
                    <a:pt x="119824" y="88749"/>
                  </a:lnTo>
                  <a:lnTo>
                    <a:pt x="122443" y="90713"/>
                  </a:lnTo>
                  <a:lnTo>
                    <a:pt x="124968" y="93178"/>
                  </a:lnTo>
                  <a:lnTo>
                    <a:pt x="127396" y="96142"/>
                  </a:lnTo>
                  <a:lnTo>
                    <a:pt x="129730" y="99607"/>
                  </a:lnTo>
                  <a:lnTo>
                    <a:pt x="131968" y="103572"/>
                  </a:lnTo>
                  <a:lnTo>
                    <a:pt x="134112" y="108037"/>
                  </a:lnTo>
                  <a:lnTo>
                    <a:pt x="136159" y="113002"/>
                  </a:lnTo>
                  <a:lnTo>
                    <a:pt x="138112" y="118467"/>
                  </a:lnTo>
                  <a:lnTo>
                    <a:pt x="126801" y="126801"/>
                  </a:lnTo>
                  <a:lnTo>
                    <a:pt x="125712" y="122348"/>
                  </a:lnTo>
                  <a:lnTo>
                    <a:pt x="124587" y="118276"/>
                  </a:lnTo>
                  <a:lnTo>
                    <a:pt x="123426" y="114585"/>
                  </a:lnTo>
                  <a:lnTo>
                    <a:pt x="122229" y="111275"/>
                  </a:lnTo>
                  <a:lnTo>
                    <a:pt x="120997" y="108346"/>
                  </a:lnTo>
                  <a:lnTo>
                    <a:pt x="119729" y="105798"/>
                  </a:lnTo>
                  <a:lnTo>
                    <a:pt x="118425" y="103632"/>
                  </a:lnTo>
                  <a:lnTo>
                    <a:pt x="117086" y="101846"/>
                  </a:lnTo>
                  <a:lnTo>
                    <a:pt x="115710" y="100441"/>
                  </a:lnTo>
                  <a:lnTo>
                    <a:pt x="114300" y="99417"/>
                  </a:lnTo>
                  <a:lnTo>
                    <a:pt x="114299" y="136921"/>
                  </a:lnTo>
                  <a:lnTo>
                    <a:pt x="103584" y="136921"/>
                  </a:lnTo>
                  <a:lnTo>
                    <a:pt x="103584" y="97631"/>
                  </a:lnTo>
                  <a:lnTo>
                    <a:pt x="94654" y="97631"/>
                  </a:lnTo>
                  <a:lnTo>
                    <a:pt x="94654" y="120253"/>
                  </a:lnTo>
                  <a:close/>
                  <a:moveTo>
                    <a:pt x="53578" y="108942"/>
                  </a:moveTo>
                  <a:lnTo>
                    <a:pt x="53578" y="26789"/>
                  </a:lnTo>
                  <a:lnTo>
                    <a:pt x="47029" y="26789"/>
                  </a:lnTo>
                  <a:lnTo>
                    <a:pt x="47029" y="108942"/>
                  </a:lnTo>
                  <a:close/>
                  <a:moveTo>
                    <a:pt x="69056" y="108942"/>
                  </a:moveTo>
                  <a:lnTo>
                    <a:pt x="69056" y="26789"/>
                  </a:lnTo>
                  <a:lnTo>
                    <a:pt x="62507" y="26789"/>
                  </a:lnTo>
                  <a:lnTo>
                    <a:pt x="62507" y="108942"/>
                  </a:lnTo>
                  <a:close/>
                  <a:moveTo>
                    <a:pt x="84534" y="108942"/>
                  </a:moveTo>
                  <a:lnTo>
                    <a:pt x="84534" y="26789"/>
                  </a:lnTo>
                  <a:lnTo>
                    <a:pt x="77985" y="26789"/>
                  </a:lnTo>
                  <a:lnTo>
                    <a:pt x="77985" y="108942"/>
                  </a:lnTo>
                  <a:close/>
                  <a:moveTo>
                    <a:pt x="103584" y="50601"/>
                  </a:moveTo>
                  <a:lnTo>
                    <a:pt x="94654" y="50601"/>
                  </a:lnTo>
                  <a:lnTo>
                    <a:pt x="94654" y="85725"/>
                  </a:lnTo>
                  <a:lnTo>
                    <a:pt x="103584" y="857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57535" y="3309321"/>
              <a:ext cx="136326" cy="132754"/>
            </a:xfrm>
            <a:custGeom>
              <a:avLst/>
              <a:pathLst>
                <a:path w="136326" h="132754">
                  <a:moveTo>
                    <a:pt x="30956" y="78581"/>
                  </a:moveTo>
                  <a:lnTo>
                    <a:pt x="30956" y="29765"/>
                  </a:lnTo>
                  <a:lnTo>
                    <a:pt x="0" y="29765"/>
                  </a:lnTo>
                  <a:lnTo>
                    <a:pt x="0" y="17859"/>
                  </a:lnTo>
                  <a:lnTo>
                    <a:pt x="30956" y="17859"/>
                  </a:lnTo>
                  <a:lnTo>
                    <a:pt x="30956" y="0"/>
                  </a:lnTo>
                  <a:lnTo>
                    <a:pt x="42267" y="0"/>
                  </a:lnTo>
                  <a:lnTo>
                    <a:pt x="42267" y="17859"/>
                  </a:lnTo>
                  <a:lnTo>
                    <a:pt x="120253" y="17859"/>
                  </a:lnTo>
                  <a:lnTo>
                    <a:pt x="121985" y="17892"/>
                  </a:lnTo>
                  <a:lnTo>
                    <a:pt x="123610" y="17990"/>
                  </a:lnTo>
                  <a:lnTo>
                    <a:pt x="125128" y="18154"/>
                  </a:lnTo>
                  <a:lnTo>
                    <a:pt x="126539" y="18383"/>
                  </a:lnTo>
                  <a:lnTo>
                    <a:pt x="127843" y="18677"/>
                  </a:lnTo>
                  <a:lnTo>
                    <a:pt x="129039" y="19038"/>
                  </a:lnTo>
                  <a:lnTo>
                    <a:pt x="130129" y="19463"/>
                  </a:lnTo>
                  <a:lnTo>
                    <a:pt x="131111" y="19954"/>
                  </a:lnTo>
                  <a:lnTo>
                    <a:pt x="131986" y="20511"/>
                  </a:lnTo>
                  <a:lnTo>
                    <a:pt x="132754" y="21133"/>
                  </a:lnTo>
                  <a:lnTo>
                    <a:pt x="133433" y="21839"/>
                  </a:lnTo>
                  <a:lnTo>
                    <a:pt x="134040" y="22645"/>
                  </a:lnTo>
                  <a:lnTo>
                    <a:pt x="134576" y="23553"/>
                  </a:lnTo>
                  <a:lnTo>
                    <a:pt x="135040" y="24562"/>
                  </a:lnTo>
                  <a:lnTo>
                    <a:pt x="135433" y="25672"/>
                  </a:lnTo>
                  <a:lnTo>
                    <a:pt x="135755" y="26884"/>
                  </a:lnTo>
                  <a:lnTo>
                    <a:pt x="136005" y="28196"/>
                  </a:lnTo>
                  <a:lnTo>
                    <a:pt x="136183" y="29610"/>
                  </a:lnTo>
                  <a:lnTo>
                    <a:pt x="136290" y="31125"/>
                  </a:lnTo>
                  <a:lnTo>
                    <a:pt x="136326" y="32742"/>
                  </a:lnTo>
                  <a:lnTo>
                    <a:pt x="136302" y="34641"/>
                  </a:lnTo>
                  <a:lnTo>
                    <a:pt x="136231" y="36528"/>
                  </a:lnTo>
                  <a:lnTo>
                    <a:pt x="136112" y="38403"/>
                  </a:lnTo>
                  <a:lnTo>
                    <a:pt x="135945" y="40266"/>
                  </a:lnTo>
                  <a:lnTo>
                    <a:pt x="135731" y="42118"/>
                  </a:lnTo>
                  <a:lnTo>
                    <a:pt x="135469" y="43957"/>
                  </a:lnTo>
                  <a:lnTo>
                    <a:pt x="135159" y="45785"/>
                  </a:lnTo>
                  <a:lnTo>
                    <a:pt x="134802" y="47601"/>
                  </a:lnTo>
                  <a:lnTo>
                    <a:pt x="134397" y="49404"/>
                  </a:lnTo>
                  <a:lnTo>
                    <a:pt x="133945" y="51196"/>
                  </a:lnTo>
                  <a:lnTo>
                    <a:pt x="121443" y="53578"/>
                  </a:lnTo>
                  <a:lnTo>
                    <a:pt x="122009" y="51673"/>
                  </a:lnTo>
                  <a:lnTo>
                    <a:pt x="122515" y="49768"/>
                  </a:lnTo>
                  <a:lnTo>
                    <a:pt x="122961" y="47863"/>
                  </a:lnTo>
                  <a:lnTo>
                    <a:pt x="123348" y="45958"/>
                  </a:lnTo>
                  <a:lnTo>
                    <a:pt x="123676" y="44053"/>
                  </a:lnTo>
                  <a:lnTo>
                    <a:pt x="123944" y="42148"/>
                  </a:lnTo>
                  <a:lnTo>
                    <a:pt x="124152" y="40243"/>
                  </a:lnTo>
                  <a:lnTo>
                    <a:pt x="124301" y="38338"/>
                  </a:lnTo>
                  <a:lnTo>
                    <a:pt x="124390" y="36433"/>
                  </a:lnTo>
                  <a:lnTo>
                    <a:pt x="124420" y="34528"/>
                  </a:lnTo>
                  <a:lnTo>
                    <a:pt x="124408" y="34063"/>
                  </a:lnTo>
                  <a:lnTo>
                    <a:pt x="124372" y="33623"/>
                  </a:lnTo>
                  <a:lnTo>
                    <a:pt x="124313" y="33206"/>
                  </a:lnTo>
                  <a:lnTo>
                    <a:pt x="124229" y="32813"/>
                  </a:lnTo>
                  <a:lnTo>
                    <a:pt x="124122" y="32444"/>
                  </a:lnTo>
                  <a:lnTo>
                    <a:pt x="123991" y="32099"/>
                  </a:lnTo>
                  <a:lnTo>
                    <a:pt x="123836" y="31777"/>
                  </a:lnTo>
                  <a:lnTo>
                    <a:pt x="123658" y="31480"/>
                  </a:lnTo>
                  <a:lnTo>
                    <a:pt x="123455" y="31206"/>
                  </a:lnTo>
                  <a:lnTo>
                    <a:pt x="123229" y="30956"/>
                  </a:lnTo>
                  <a:lnTo>
                    <a:pt x="122955" y="30730"/>
                  </a:lnTo>
                  <a:lnTo>
                    <a:pt x="122610" y="30527"/>
                  </a:lnTo>
                  <a:lnTo>
                    <a:pt x="122193" y="30349"/>
                  </a:lnTo>
                  <a:lnTo>
                    <a:pt x="121705" y="30194"/>
                  </a:lnTo>
                  <a:lnTo>
                    <a:pt x="121146" y="30063"/>
                  </a:lnTo>
                  <a:lnTo>
                    <a:pt x="120515" y="29956"/>
                  </a:lnTo>
                  <a:lnTo>
                    <a:pt x="119812" y="29872"/>
                  </a:lnTo>
                  <a:lnTo>
                    <a:pt x="119038" y="29813"/>
                  </a:lnTo>
                  <a:lnTo>
                    <a:pt x="118193" y="29777"/>
                  </a:lnTo>
                  <a:lnTo>
                    <a:pt x="117276" y="29765"/>
                  </a:lnTo>
                  <a:lnTo>
                    <a:pt x="42267" y="29765"/>
                  </a:lnTo>
                  <a:lnTo>
                    <a:pt x="42267" y="78581"/>
                  </a:lnTo>
                  <a:close/>
                  <a:moveTo>
                    <a:pt x="52387" y="61317"/>
                  </a:moveTo>
                  <a:lnTo>
                    <a:pt x="56108" y="59090"/>
                  </a:lnTo>
                  <a:lnTo>
                    <a:pt x="59888" y="56935"/>
                  </a:lnTo>
                  <a:lnTo>
                    <a:pt x="63728" y="54852"/>
                  </a:lnTo>
                  <a:lnTo>
                    <a:pt x="67627" y="52839"/>
                  </a:lnTo>
                  <a:lnTo>
                    <a:pt x="71586" y="50899"/>
                  </a:lnTo>
                  <a:lnTo>
                    <a:pt x="75604" y="49029"/>
                  </a:lnTo>
                  <a:lnTo>
                    <a:pt x="79682" y="47232"/>
                  </a:lnTo>
                  <a:lnTo>
                    <a:pt x="83820" y="45505"/>
                  </a:lnTo>
                  <a:lnTo>
                    <a:pt x="88016" y="43850"/>
                  </a:lnTo>
                  <a:lnTo>
                    <a:pt x="92273" y="42267"/>
                  </a:lnTo>
                  <a:lnTo>
                    <a:pt x="97631" y="54173"/>
                  </a:lnTo>
                  <a:lnTo>
                    <a:pt x="93154" y="55637"/>
                  </a:lnTo>
                  <a:lnTo>
                    <a:pt x="88773" y="57173"/>
                  </a:lnTo>
                  <a:lnTo>
                    <a:pt x="84486" y="58781"/>
                  </a:lnTo>
                  <a:lnTo>
                    <a:pt x="80295" y="60459"/>
                  </a:lnTo>
                  <a:lnTo>
                    <a:pt x="76200" y="62210"/>
                  </a:lnTo>
                  <a:lnTo>
                    <a:pt x="72199" y="64031"/>
                  </a:lnTo>
                  <a:lnTo>
                    <a:pt x="68294" y="65924"/>
                  </a:lnTo>
                  <a:lnTo>
                    <a:pt x="64484" y="67889"/>
                  </a:lnTo>
                  <a:lnTo>
                    <a:pt x="60769" y="69925"/>
                  </a:lnTo>
                  <a:lnTo>
                    <a:pt x="57150" y="72032"/>
                  </a:lnTo>
                  <a:close/>
                  <a:moveTo>
                    <a:pt x="11310" y="83939"/>
                  </a:moveTo>
                  <a:lnTo>
                    <a:pt x="116681" y="83939"/>
                  </a:lnTo>
                  <a:lnTo>
                    <a:pt x="116681" y="95250"/>
                  </a:lnTo>
                  <a:lnTo>
                    <a:pt x="108346" y="95250"/>
                  </a:lnTo>
                  <a:lnTo>
                    <a:pt x="108346" y="121443"/>
                  </a:lnTo>
                  <a:lnTo>
                    <a:pt x="121443" y="121443"/>
                  </a:lnTo>
                  <a:lnTo>
                    <a:pt x="121443" y="132754"/>
                  </a:lnTo>
                  <a:lnTo>
                    <a:pt x="11310" y="132754"/>
                  </a:lnTo>
                  <a:close/>
                  <a:moveTo>
                    <a:pt x="54173" y="121443"/>
                  </a:moveTo>
                  <a:lnTo>
                    <a:pt x="54173" y="95250"/>
                  </a:lnTo>
                  <a:lnTo>
                    <a:pt x="22026" y="95250"/>
                  </a:lnTo>
                  <a:lnTo>
                    <a:pt x="22026" y="121443"/>
                  </a:lnTo>
                  <a:close/>
                  <a:moveTo>
                    <a:pt x="97631" y="121443"/>
                  </a:moveTo>
                  <a:lnTo>
                    <a:pt x="97631" y="95250"/>
                  </a:lnTo>
                  <a:lnTo>
                    <a:pt x="64889" y="95250"/>
                  </a:lnTo>
                  <a:lnTo>
                    <a:pt x="64889" y="121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55749" y="3164065"/>
              <a:ext cx="139303" cy="121443"/>
            </a:xfrm>
            <a:custGeom>
              <a:avLst/>
              <a:pathLst>
                <a:path w="139303" h="121443">
                  <a:moveTo>
                    <a:pt x="0" y="98821"/>
                  </a:moveTo>
                  <a:lnTo>
                    <a:pt x="1922" y="97184"/>
                  </a:lnTo>
                  <a:lnTo>
                    <a:pt x="3881" y="95607"/>
                  </a:lnTo>
                  <a:lnTo>
                    <a:pt x="5875" y="94089"/>
                  </a:lnTo>
                  <a:lnTo>
                    <a:pt x="7905" y="92630"/>
                  </a:lnTo>
                  <a:lnTo>
                    <a:pt x="9971" y="91231"/>
                  </a:lnTo>
                  <a:lnTo>
                    <a:pt x="12072" y="89892"/>
                  </a:lnTo>
                  <a:lnTo>
                    <a:pt x="14210" y="88612"/>
                  </a:lnTo>
                  <a:lnTo>
                    <a:pt x="16383" y="87391"/>
                  </a:lnTo>
                  <a:lnTo>
                    <a:pt x="18591" y="86231"/>
                  </a:lnTo>
                  <a:lnTo>
                    <a:pt x="20835" y="85129"/>
                  </a:lnTo>
                  <a:lnTo>
                    <a:pt x="27384" y="95845"/>
                  </a:lnTo>
                  <a:lnTo>
                    <a:pt x="25140" y="96833"/>
                  </a:lnTo>
                  <a:lnTo>
                    <a:pt x="22931" y="97893"/>
                  </a:lnTo>
                  <a:lnTo>
                    <a:pt x="20758" y="99024"/>
                  </a:lnTo>
                  <a:lnTo>
                    <a:pt x="18621" y="100226"/>
                  </a:lnTo>
                  <a:lnTo>
                    <a:pt x="16519" y="101500"/>
                  </a:lnTo>
                  <a:lnTo>
                    <a:pt x="14454" y="102846"/>
                  </a:lnTo>
                  <a:lnTo>
                    <a:pt x="12424" y="104263"/>
                  </a:lnTo>
                  <a:lnTo>
                    <a:pt x="10429" y="105751"/>
                  </a:lnTo>
                  <a:lnTo>
                    <a:pt x="8471" y="107311"/>
                  </a:lnTo>
                  <a:lnTo>
                    <a:pt x="6548" y="108942"/>
                  </a:lnTo>
                  <a:close/>
                  <a:moveTo>
                    <a:pt x="7143" y="73223"/>
                  </a:moveTo>
                  <a:lnTo>
                    <a:pt x="7143" y="0"/>
                  </a:lnTo>
                  <a:lnTo>
                    <a:pt x="122634" y="0"/>
                  </a:lnTo>
                  <a:lnTo>
                    <a:pt x="124259" y="35"/>
                  </a:lnTo>
                  <a:lnTo>
                    <a:pt x="125801" y="142"/>
                  </a:lnTo>
                  <a:lnTo>
                    <a:pt x="127259" y="321"/>
                  </a:lnTo>
                  <a:lnTo>
                    <a:pt x="128635" y="571"/>
                  </a:lnTo>
                  <a:lnTo>
                    <a:pt x="129926" y="892"/>
                  </a:lnTo>
                  <a:lnTo>
                    <a:pt x="131135" y="1285"/>
                  </a:lnTo>
                  <a:lnTo>
                    <a:pt x="132260" y="1750"/>
                  </a:lnTo>
                  <a:lnTo>
                    <a:pt x="133302" y="2286"/>
                  </a:lnTo>
                  <a:lnTo>
                    <a:pt x="134260" y="2893"/>
                  </a:lnTo>
                  <a:lnTo>
                    <a:pt x="135135" y="3571"/>
                  </a:lnTo>
                  <a:lnTo>
                    <a:pt x="135927" y="4316"/>
                  </a:lnTo>
                  <a:lnTo>
                    <a:pt x="136636" y="5119"/>
                  </a:lnTo>
                  <a:lnTo>
                    <a:pt x="137261" y="5982"/>
                  </a:lnTo>
                  <a:lnTo>
                    <a:pt x="137802" y="6905"/>
                  </a:lnTo>
                  <a:lnTo>
                    <a:pt x="138261" y="7887"/>
                  </a:lnTo>
                  <a:lnTo>
                    <a:pt x="138636" y="8929"/>
                  </a:lnTo>
                  <a:lnTo>
                    <a:pt x="138928" y="10031"/>
                  </a:lnTo>
                  <a:lnTo>
                    <a:pt x="139136" y="11191"/>
                  </a:lnTo>
                  <a:lnTo>
                    <a:pt x="139261" y="12412"/>
                  </a:lnTo>
                  <a:lnTo>
                    <a:pt x="139303" y="13692"/>
                  </a:lnTo>
                  <a:lnTo>
                    <a:pt x="139297" y="14662"/>
                  </a:lnTo>
                  <a:lnTo>
                    <a:pt x="139279" y="15668"/>
                  </a:lnTo>
                  <a:lnTo>
                    <a:pt x="139249" y="16710"/>
                  </a:lnTo>
                  <a:lnTo>
                    <a:pt x="139207" y="17787"/>
                  </a:lnTo>
                  <a:lnTo>
                    <a:pt x="139154" y="18901"/>
                  </a:lnTo>
                  <a:lnTo>
                    <a:pt x="139088" y="20050"/>
                  </a:lnTo>
                  <a:lnTo>
                    <a:pt x="139011" y="21234"/>
                  </a:lnTo>
                  <a:lnTo>
                    <a:pt x="138922" y="22455"/>
                  </a:lnTo>
                  <a:lnTo>
                    <a:pt x="138820" y="23711"/>
                  </a:lnTo>
                  <a:lnTo>
                    <a:pt x="138707" y="25003"/>
                  </a:lnTo>
                  <a:lnTo>
                    <a:pt x="126206" y="27979"/>
                  </a:lnTo>
                  <a:lnTo>
                    <a:pt x="126432" y="26574"/>
                  </a:lnTo>
                  <a:lnTo>
                    <a:pt x="126634" y="25217"/>
                  </a:lnTo>
                  <a:lnTo>
                    <a:pt x="126813" y="23907"/>
                  </a:lnTo>
                  <a:lnTo>
                    <a:pt x="126968" y="22645"/>
                  </a:lnTo>
                  <a:lnTo>
                    <a:pt x="127099" y="21431"/>
                  </a:lnTo>
                  <a:lnTo>
                    <a:pt x="127206" y="20264"/>
                  </a:lnTo>
                  <a:lnTo>
                    <a:pt x="127289" y="19145"/>
                  </a:lnTo>
                  <a:lnTo>
                    <a:pt x="127349" y="18073"/>
                  </a:lnTo>
                  <a:lnTo>
                    <a:pt x="127384" y="17049"/>
                  </a:lnTo>
                  <a:lnTo>
                    <a:pt x="127396" y="16073"/>
                  </a:lnTo>
                  <a:lnTo>
                    <a:pt x="127313" y="15281"/>
                  </a:lnTo>
                  <a:lnTo>
                    <a:pt x="127063" y="14573"/>
                  </a:lnTo>
                  <a:lnTo>
                    <a:pt x="126646" y="13948"/>
                  </a:lnTo>
                  <a:lnTo>
                    <a:pt x="126063" y="13406"/>
                  </a:lnTo>
                  <a:lnTo>
                    <a:pt x="125313" y="12948"/>
                  </a:lnTo>
                  <a:lnTo>
                    <a:pt x="124396" y="12573"/>
                  </a:lnTo>
                  <a:lnTo>
                    <a:pt x="123313" y="12281"/>
                  </a:lnTo>
                  <a:lnTo>
                    <a:pt x="122062" y="12072"/>
                  </a:lnTo>
                  <a:lnTo>
                    <a:pt x="120646" y="11947"/>
                  </a:lnTo>
                  <a:lnTo>
                    <a:pt x="119062" y="11906"/>
                  </a:lnTo>
                  <a:lnTo>
                    <a:pt x="17859" y="11906"/>
                  </a:lnTo>
                  <a:lnTo>
                    <a:pt x="17859" y="73223"/>
                  </a:lnTo>
                  <a:close/>
                  <a:moveTo>
                    <a:pt x="28575" y="121443"/>
                  </a:moveTo>
                  <a:lnTo>
                    <a:pt x="28575" y="109537"/>
                  </a:lnTo>
                  <a:lnTo>
                    <a:pt x="138707" y="109537"/>
                  </a:lnTo>
                  <a:lnTo>
                    <a:pt x="138707" y="121443"/>
                  </a:lnTo>
                  <a:close/>
                  <a:moveTo>
                    <a:pt x="41076" y="33932"/>
                  </a:moveTo>
                  <a:lnTo>
                    <a:pt x="111918" y="33932"/>
                  </a:lnTo>
                  <a:lnTo>
                    <a:pt x="111918" y="88106"/>
                  </a:lnTo>
                  <a:lnTo>
                    <a:pt x="41076" y="88106"/>
                  </a:lnTo>
                  <a:close/>
                  <a:moveTo>
                    <a:pt x="70842" y="45243"/>
                  </a:moveTo>
                  <a:lnTo>
                    <a:pt x="51792" y="45243"/>
                  </a:lnTo>
                  <a:lnTo>
                    <a:pt x="51792" y="76795"/>
                  </a:lnTo>
                  <a:lnTo>
                    <a:pt x="70842" y="76795"/>
                  </a:lnTo>
                  <a:close/>
                  <a:moveTo>
                    <a:pt x="82153" y="76795"/>
                  </a:moveTo>
                  <a:lnTo>
                    <a:pt x="101798" y="76795"/>
                  </a:lnTo>
                  <a:lnTo>
                    <a:pt x="101798" y="45243"/>
                  </a:lnTo>
                  <a:lnTo>
                    <a:pt x="82153" y="452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71822" y="3036668"/>
              <a:ext cx="132754" cy="53578"/>
            </a:xfrm>
            <a:custGeom>
              <a:avLst/>
              <a:pathLst>
                <a:path w="132754" h="53578">
                  <a:moveTo>
                    <a:pt x="0" y="14287"/>
                  </a:moveTo>
                  <a:lnTo>
                    <a:pt x="0" y="0"/>
                  </a:lnTo>
                  <a:lnTo>
                    <a:pt x="4958" y="7465"/>
                  </a:lnTo>
                  <a:lnTo>
                    <a:pt x="10310" y="14144"/>
                  </a:lnTo>
                  <a:lnTo>
                    <a:pt x="16055" y="20038"/>
                  </a:lnTo>
                  <a:lnTo>
                    <a:pt x="22193" y="25146"/>
                  </a:lnTo>
                  <a:lnTo>
                    <a:pt x="28723" y="29467"/>
                  </a:lnTo>
                  <a:lnTo>
                    <a:pt x="35647" y="33004"/>
                  </a:lnTo>
                  <a:lnTo>
                    <a:pt x="42963" y="35754"/>
                  </a:lnTo>
                  <a:lnTo>
                    <a:pt x="50673" y="37719"/>
                  </a:lnTo>
                  <a:lnTo>
                    <a:pt x="58775" y="38897"/>
                  </a:lnTo>
                  <a:lnTo>
                    <a:pt x="67270" y="39290"/>
                  </a:lnTo>
                  <a:lnTo>
                    <a:pt x="75533" y="38897"/>
                  </a:lnTo>
                  <a:lnTo>
                    <a:pt x="83415" y="37719"/>
                  </a:lnTo>
                  <a:lnTo>
                    <a:pt x="90916" y="35754"/>
                  </a:lnTo>
                  <a:lnTo>
                    <a:pt x="98036" y="33004"/>
                  </a:lnTo>
                  <a:lnTo>
                    <a:pt x="104775" y="29467"/>
                  </a:lnTo>
                  <a:lnTo>
                    <a:pt x="111132" y="25146"/>
                  </a:lnTo>
                  <a:lnTo>
                    <a:pt x="117109" y="20038"/>
                  </a:lnTo>
                  <a:lnTo>
                    <a:pt x="122705" y="14144"/>
                  </a:lnTo>
                  <a:lnTo>
                    <a:pt x="127920" y="7465"/>
                  </a:lnTo>
                  <a:lnTo>
                    <a:pt x="132754" y="0"/>
                  </a:lnTo>
                  <a:lnTo>
                    <a:pt x="132754" y="14287"/>
                  </a:lnTo>
                  <a:lnTo>
                    <a:pt x="131102" y="17677"/>
                  </a:lnTo>
                  <a:lnTo>
                    <a:pt x="129242" y="20943"/>
                  </a:lnTo>
                  <a:lnTo>
                    <a:pt x="127173" y="24083"/>
                  </a:lnTo>
                  <a:lnTo>
                    <a:pt x="124896" y="27098"/>
                  </a:lnTo>
                  <a:lnTo>
                    <a:pt x="122411" y="29988"/>
                  </a:lnTo>
                  <a:lnTo>
                    <a:pt x="119717" y="32754"/>
                  </a:lnTo>
                  <a:lnTo>
                    <a:pt x="116815" y="35394"/>
                  </a:lnTo>
                  <a:lnTo>
                    <a:pt x="113704" y="37909"/>
                  </a:lnTo>
                  <a:lnTo>
                    <a:pt x="110385" y="40299"/>
                  </a:lnTo>
                  <a:lnTo>
                    <a:pt x="106858" y="42564"/>
                  </a:lnTo>
                  <a:lnTo>
                    <a:pt x="103194" y="44657"/>
                  </a:lnTo>
                  <a:lnTo>
                    <a:pt x="99464" y="46529"/>
                  </a:lnTo>
                  <a:lnTo>
                    <a:pt x="95669" y="48181"/>
                  </a:lnTo>
                  <a:lnTo>
                    <a:pt x="91809" y="49613"/>
                  </a:lnTo>
                  <a:lnTo>
                    <a:pt x="87883" y="50824"/>
                  </a:lnTo>
                  <a:lnTo>
                    <a:pt x="83891" y="51816"/>
                  </a:lnTo>
                  <a:lnTo>
                    <a:pt x="79834" y="52586"/>
                  </a:lnTo>
                  <a:lnTo>
                    <a:pt x="75711" y="53137"/>
                  </a:lnTo>
                  <a:lnTo>
                    <a:pt x="71523" y="53467"/>
                  </a:lnTo>
                  <a:lnTo>
                    <a:pt x="67270" y="53578"/>
                  </a:lnTo>
                  <a:lnTo>
                    <a:pt x="62903" y="53467"/>
                  </a:lnTo>
                  <a:lnTo>
                    <a:pt x="58614" y="53137"/>
                  </a:lnTo>
                  <a:lnTo>
                    <a:pt x="54402" y="52586"/>
                  </a:lnTo>
                  <a:lnTo>
                    <a:pt x="50268" y="51816"/>
                  </a:lnTo>
                  <a:lnTo>
                    <a:pt x="46211" y="50824"/>
                  </a:lnTo>
                  <a:lnTo>
                    <a:pt x="42231" y="49613"/>
                  </a:lnTo>
                  <a:lnTo>
                    <a:pt x="38329" y="48181"/>
                  </a:lnTo>
                  <a:lnTo>
                    <a:pt x="34504" y="46529"/>
                  </a:lnTo>
                  <a:lnTo>
                    <a:pt x="30756" y="44657"/>
                  </a:lnTo>
                  <a:lnTo>
                    <a:pt x="27086" y="42564"/>
                  </a:lnTo>
                  <a:lnTo>
                    <a:pt x="23547" y="40299"/>
                  </a:lnTo>
                  <a:lnTo>
                    <a:pt x="20193" y="37909"/>
                  </a:lnTo>
                  <a:lnTo>
                    <a:pt x="17022" y="35394"/>
                  </a:lnTo>
                  <a:lnTo>
                    <a:pt x="14037" y="32754"/>
                  </a:lnTo>
                  <a:lnTo>
                    <a:pt x="11236" y="29988"/>
                  </a:lnTo>
                  <a:lnTo>
                    <a:pt x="8620" y="27098"/>
                  </a:lnTo>
                  <a:lnTo>
                    <a:pt x="6188" y="24083"/>
                  </a:lnTo>
                  <a:lnTo>
                    <a:pt x="3940" y="20943"/>
                  </a:lnTo>
                  <a:lnTo>
                    <a:pt x="1878" y="176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56939" y="2850930"/>
              <a:ext cx="138112" cy="141089"/>
            </a:xfrm>
            <a:custGeom>
              <a:avLst/>
              <a:pathLst>
                <a:path w="138112" h="141089">
                  <a:moveTo>
                    <a:pt x="40481" y="137517"/>
                  </a:moveTo>
                  <a:lnTo>
                    <a:pt x="40481" y="114300"/>
                  </a:lnTo>
                  <a:lnTo>
                    <a:pt x="20835" y="114300"/>
                  </a:lnTo>
                  <a:lnTo>
                    <a:pt x="21306" y="116091"/>
                  </a:lnTo>
                  <a:lnTo>
                    <a:pt x="21764" y="117895"/>
                  </a:lnTo>
                  <a:lnTo>
                    <a:pt x="22211" y="119711"/>
                  </a:lnTo>
                  <a:lnTo>
                    <a:pt x="22645" y="121539"/>
                  </a:lnTo>
                  <a:lnTo>
                    <a:pt x="23068" y="123378"/>
                  </a:lnTo>
                  <a:lnTo>
                    <a:pt x="23479" y="125229"/>
                  </a:lnTo>
                  <a:lnTo>
                    <a:pt x="23877" y="127093"/>
                  </a:lnTo>
                  <a:lnTo>
                    <a:pt x="24264" y="128968"/>
                  </a:lnTo>
                  <a:lnTo>
                    <a:pt x="24639" y="130855"/>
                  </a:lnTo>
                  <a:lnTo>
                    <a:pt x="25003" y="132754"/>
                  </a:lnTo>
                  <a:lnTo>
                    <a:pt x="14287" y="136921"/>
                  </a:lnTo>
                  <a:lnTo>
                    <a:pt x="13287" y="131611"/>
                  </a:lnTo>
                  <a:lnTo>
                    <a:pt x="12192" y="126396"/>
                  </a:lnTo>
                  <a:lnTo>
                    <a:pt x="11001" y="121277"/>
                  </a:lnTo>
                  <a:lnTo>
                    <a:pt x="9715" y="116252"/>
                  </a:lnTo>
                  <a:lnTo>
                    <a:pt x="8334" y="111323"/>
                  </a:lnTo>
                  <a:lnTo>
                    <a:pt x="6858" y="106489"/>
                  </a:lnTo>
                  <a:lnTo>
                    <a:pt x="5286" y="101750"/>
                  </a:lnTo>
                  <a:lnTo>
                    <a:pt x="3619" y="97107"/>
                  </a:lnTo>
                  <a:lnTo>
                    <a:pt x="1857" y="92559"/>
                  </a:lnTo>
                  <a:lnTo>
                    <a:pt x="0" y="88106"/>
                  </a:lnTo>
                  <a:lnTo>
                    <a:pt x="10120" y="82748"/>
                  </a:lnTo>
                  <a:lnTo>
                    <a:pt x="17264" y="102989"/>
                  </a:lnTo>
                  <a:lnTo>
                    <a:pt x="40481" y="102989"/>
                  </a:lnTo>
                  <a:lnTo>
                    <a:pt x="40481" y="81557"/>
                  </a:lnTo>
                  <a:lnTo>
                    <a:pt x="51196" y="81557"/>
                  </a:lnTo>
                  <a:lnTo>
                    <a:pt x="51196" y="102989"/>
                  </a:lnTo>
                  <a:lnTo>
                    <a:pt x="54173" y="102989"/>
                  </a:lnTo>
                  <a:lnTo>
                    <a:pt x="56673" y="100637"/>
                  </a:lnTo>
                  <a:lnTo>
                    <a:pt x="59174" y="98345"/>
                  </a:lnTo>
                  <a:lnTo>
                    <a:pt x="61674" y="96113"/>
                  </a:lnTo>
                  <a:lnTo>
                    <a:pt x="64174" y="93940"/>
                  </a:lnTo>
                  <a:lnTo>
                    <a:pt x="66675" y="91826"/>
                  </a:lnTo>
                  <a:lnTo>
                    <a:pt x="69175" y="89773"/>
                  </a:lnTo>
                  <a:lnTo>
                    <a:pt x="71675" y="87778"/>
                  </a:lnTo>
                  <a:lnTo>
                    <a:pt x="74175" y="85844"/>
                  </a:lnTo>
                  <a:lnTo>
                    <a:pt x="76676" y="83968"/>
                  </a:lnTo>
                  <a:lnTo>
                    <a:pt x="79176" y="82153"/>
                  </a:lnTo>
                  <a:lnTo>
                    <a:pt x="89892" y="89892"/>
                  </a:lnTo>
                  <a:lnTo>
                    <a:pt x="87653" y="91201"/>
                  </a:lnTo>
                  <a:lnTo>
                    <a:pt x="85463" y="92511"/>
                  </a:lnTo>
                  <a:lnTo>
                    <a:pt x="83319" y="93821"/>
                  </a:lnTo>
                  <a:lnTo>
                    <a:pt x="81224" y="95130"/>
                  </a:lnTo>
                  <a:lnTo>
                    <a:pt x="79176" y="96440"/>
                  </a:lnTo>
                  <a:lnTo>
                    <a:pt x="77176" y="97750"/>
                  </a:lnTo>
                  <a:lnTo>
                    <a:pt x="75223" y="99060"/>
                  </a:lnTo>
                  <a:lnTo>
                    <a:pt x="73318" y="100369"/>
                  </a:lnTo>
                  <a:lnTo>
                    <a:pt x="71461" y="101679"/>
                  </a:lnTo>
                  <a:lnTo>
                    <a:pt x="69651" y="102989"/>
                  </a:lnTo>
                  <a:lnTo>
                    <a:pt x="137517" y="102989"/>
                  </a:lnTo>
                  <a:lnTo>
                    <a:pt x="137517" y="114300"/>
                  </a:lnTo>
                  <a:lnTo>
                    <a:pt x="77985" y="114300"/>
                  </a:lnTo>
                  <a:lnTo>
                    <a:pt x="81528" y="115770"/>
                  </a:lnTo>
                  <a:lnTo>
                    <a:pt x="85010" y="117324"/>
                  </a:lnTo>
                  <a:lnTo>
                    <a:pt x="88433" y="118961"/>
                  </a:lnTo>
                  <a:lnTo>
                    <a:pt x="91797" y="120681"/>
                  </a:lnTo>
                  <a:lnTo>
                    <a:pt x="95101" y="122485"/>
                  </a:lnTo>
                  <a:lnTo>
                    <a:pt x="98345" y="124372"/>
                  </a:lnTo>
                  <a:lnTo>
                    <a:pt x="101530" y="126343"/>
                  </a:lnTo>
                  <a:lnTo>
                    <a:pt x="104655" y="128397"/>
                  </a:lnTo>
                  <a:lnTo>
                    <a:pt x="107721" y="130534"/>
                  </a:lnTo>
                  <a:lnTo>
                    <a:pt x="110728" y="132754"/>
                  </a:lnTo>
                  <a:lnTo>
                    <a:pt x="100607" y="141089"/>
                  </a:lnTo>
                  <a:lnTo>
                    <a:pt x="96256" y="137838"/>
                  </a:lnTo>
                  <a:lnTo>
                    <a:pt x="91773" y="134754"/>
                  </a:lnTo>
                  <a:lnTo>
                    <a:pt x="87159" y="131837"/>
                  </a:lnTo>
                  <a:lnTo>
                    <a:pt x="82415" y="129087"/>
                  </a:lnTo>
                  <a:lnTo>
                    <a:pt x="77539" y="126503"/>
                  </a:lnTo>
                  <a:lnTo>
                    <a:pt x="72532" y="124086"/>
                  </a:lnTo>
                  <a:lnTo>
                    <a:pt x="67395" y="121836"/>
                  </a:lnTo>
                  <a:lnTo>
                    <a:pt x="62126" y="119753"/>
                  </a:lnTo>
                  <a:lnTo>
                    <a:pt x="56727" y="117836"/>
                  </a:lnTo>
                  <a:lnTo>
                    <a:pt x="51196" y="116085"/>
                  </a:lnTo>
                  <a:lnTo>
                    <a:pt x="51196" y="137517"/>
                  </a:lnTo>
                  <a:close/>
                  <a:moveTo>
                    <a:pt x="595" y="50006"/>
                  </a:moveTo>
                  <a:lnTo>
                    <a:pt x="595" y="37504"/>
                  </a:lnTo>
                  <a:lnTo>
                    <a:pt x="90487" y="37504"/>
                  </a:lnTo>
                  <a:lnTo>
                    <a:pt x="90487" y="50006"/>
                  </a:lnTo>
                  <a:close/>
                  <a:moveTo>
                    <a:pt x="16073" y="20835"/>
                  </a:moveTo>
                  <a:lnTo>
                    <a:pt x="20151" y="18377"/>
                  </a:lnTo>
                  <a:lnTo>
                    <a:pt x="24288" y="16002"/>
                  </a:lnTo>
                  <a:lnTo>
                    <a:pt x="28485" y="13710"/>
                  </a:lnTo>
                  <a:lnTo>
                    <a:pt x="32742" y="11501"/>
                  </a:lnTo>
                  <a:lnTo>
                    <a:pt x="37058" y="9376"/>
                  </a:lnTo>
                  <a:lnTo>
                    <a:pt x="41433" y="7334"/>
                  </a:lnTo>
                  <a:lnTo>
                    <a:pt x="45868" y="5375"/>
                  </a:lnTo>
                  <a:lnTo>
                    <a:pt x="50363" y="3500"/>
                  </a:lnTo>
                  <a:lnTo>
                    <a:pt x="54917" y="1708"/>
                  </a:lnTo>
                  <a:lnTo>
                    <a:pt x="59531" y="0"/>
                  </a:lnTo>
                  <a:lnTo>
                    <a:pt x="65484" y="10715"/>
                  </a:lnTo>
                  <a:lnTo>
                    <a:pt x="60977" y="12197"/>
                  </a:lnTo>
                  <a:lnTo>
                    <a:pt x="56507" y="13787"/>
                  </a:lnTo>
                  <a:lnTo>
                    <a:pt x="52071" y="15484"/>
                  </a:lnTo>
                  <a:lnTo>
                    <a:pt x="47672" y="17287"/>
                  </a:lnTo>
                  <a:lnTo>
                    <a:pt x="43308" y="19198"/>
                  </a:lnTo>
                  <a:lnTo>
                    <a:pt x="38981" y="21216"/>
                  </a:lnTo>
                  <a:lnTo>
                    <a:pt x="34688" y="23342"/>
                  </a:lnTo>
                  <a:lnTo>
                    <a:pt x="30432" y="25574"/>
                  </a:lnTo>
                  <a:lnTo>
                    <a:pt x="26211" y="27914"/>
                  </a:lnTo>
                  <a:lnTo>
                    <a:pt x="22026" y="30360"/>
                  </a:lnTo>
                  <a:close/>
                  <a:moveTo>
                    <a:pt x="17264" y="70842"/>
                  </a:moveTo>
                  <a:lnTo>
                    <a:pt x="21431" y="59531"/>
                  </a:lnTo>
                  <a:lnTo>
                    <a:pt x="27646" y="60757"/>
                  </a:lnTo>
                  <a:lnTo>
                    <a:pt x="33670" y="62055"/>
                  </a:lnTo>
                  <a:lnTo>
                    <a:pt x="39504" y="63424"/>
                  </a:lnTo>
                  <a:lnTo>
                    <a:pt x="45148" y="64865"/>
                  </a:lnTo>
                  <a:lnTo>
                    <a:pt x="50601" y="66377"/>
                  </a:lnTo>
                  <a:lnTo>
                    <a:pt x="55864" y="67960"/>
                  </a:lnTo>
                  <a:lnTo>
                    <a:pt x="60936" y="69615"/>
                  </a:lnTo>
                  <a:lnTo>
                    <a:pt x="65817" y="71342"/>
                  </a:lnTo>
                  <a:lnTo>
                    <a:pt x="70508" y="73140"/>
                  </a:lnTo>
                  <a:lnTo>
                    <a:pt x="75009" y="75009"/>
                  </a:lnTo>
                  <a:lnTo>
                    <a:pt x="67865" y="86320"/>
                  </a:lnTo>
                  <a:lnTo>
                    <a:pt x="63287" y="84343"/>
                  </a:lnTo>
                  <a:lnTo>
                    <a:pt x="58602" y="82462"/>
                  </a:lnTo>
                  <a:lnTo>
                    <a:pt x="53810" y="80676"/>
                  </a:lnTo>
                  <a:lnTo>
                    <a:pt x="48910" y="78986"/>
                  </a:lnTo>
                  <a:lnTo>
                    <a:pt x="43904" y="77390"/>
                  </a:lnTo>
                  <a:lnTo>
                    <a:pt x="38790" y="75890"/>
                  </a:lnTo>
                  <a:lnTo>
                    <a:pt x="33569" y="74485"/>
                  </a:lnTo>
                  <a:lnTo>
                    <a:pt x="28241" y="73175"/>
                  </a:lnTo>
                  <a:lnTo>
                    <a:pt x="22806" y="71961"/>
                  </a:lnTo>
                  <a:close/>
                  <a:moveTo>
                    <a:pt x="68460" y="19050"/>
                  </a:moveTo>
                  <a:lnTo>
                    <a:pt x="72628" y="7143"/>
                  </a:lnTo>
                  <a:lnTo>
                    <a:pt x="77646" y="9596"/>
                  </a:lnTo>
                  <a:lnTo>
                    <a:pt x="82462" y="12192"/>
                  </a:lnTo>
                  <a:lnTo>
                    <a:pt x="87076" y="14930"/>
                  </a:lnTo>
                  <a:lnTo>
                    <a:pt x="91487" y="17811"/>
                  </a:lnTo>
                  <a:lnTo>
                    <a:pt x="95696" y="20835"/>
                  </a:lnTo>
                  <a:lnTo>
                    <a:pt x="99702" y="24003"/>
                  </a:lnTo>
                  <a:lnTo>
                    <a:pt x="103506" y="27312"/>
                  </a:lnTo>
                  <a:lnTo>
                    <a:pt x="107108" y="30765"/>
                  </a:lnTo>
                  <a:lnTo>
                    <a:pt x="110507" y="34361"/>
                  </a:lnTo>
                  <a:lnTo>
                    <a:pt x="113704" y="38100"/>
                  </a:lnTo>
                  <a:lnTo>
                    <a:pt x="116734" y="42035"/>
                  </a:lnTo>
                  <a:lnTo>
                    <a:pt x="119634" y="46220"/>
                  </a:lnTo>
                  <a:lnTo>
                    <a:pt x="122402" y="50655"/>
                  </a:lnTo>
                  <a:lnTo>
                    <a:pt x="125039" y="55340"/>
                  </a:lnTo>
                  <a:lnTo>
                    <a:pt x="127545" y="60275"/>
                  </a:lnTo>
                  <a:lnTo>
                    <a:pt x="129921" y="65460"/>
                  </a:lnTo>
                  <a:lnTo>
                    <a:pt x="132165" y="70895"/>
                  </a:lnTo>
                  <a:lnTo>
                    <a:pt x="134278" y="76581"/>
                  </a:lnTo>
                  <a:lnTo>
                    <a:pt x="136261" y="82516"/>
                  </a:lnTo>
                  <a:lnTo>
                    <a:pt x="138112" y="88701"/>
                  </a:lnTo>
                  <a:lnTo>
                    <a:pt x="126801" y="94059"/>
                  </a:lnTo>
                  <a:lnTo>
                    <a:pt x="125194" y="88347"/>
                  </a:lnTo>
                  <a:lnTo>
                    <a:pt x="123467" y="82879"/>
                  </a:lnTo>
                  <a:lnTo>
                    <a:pt x="121622" y="77655"/>
                  </a:lnTo>
                  <a:lnTo>
                    <a:pt x="119657" y="72675"/>
                  </a:lnTo>
                  <a:lnTo>
                    <a:pt x="117574" y="67940"/>
                  </a:lnTo>
                  <a:lnTo>
                    <a:pt x="115371" y="63448"/>
                  </a:lnTo>
                  <a:lnTo>
                    <a:pt x="113049" y="59200"/>
                  </a:lnTo>
                  <a:lnTo>
                    <a:pt x="110609" y="55197"/>
                  </a:lnTo>
                  <a:lnTo>
                    <a:pt x="108049" y="51437"/>
                  </a:lnTo>
                  <a:lnTo>
                    <a:pt x="105370" y="47922"/>
                  </a:lnTo>
                  <a:lnTo>
                    <a:pt x="102536" y="44579"/>
                  </a:lnTo>
                  <a:lnTo>
                    <a:pt x="99512" y="41338"/>
                  </a:lnTo>
                  <a:lnTo>
                    <a:pt x="96297" y="38198"/>
                  </a:lnTo>
                  <a:lnTo>
                    <a:pt x="92892" y="35159"/>
                  </a:lnTo>
                  <a:lnTo>
                    <a:pt x="89296" y="32221"/>
                  </a:lnTo>
                  <a:lnTo>
                    <a:pt x="85510" y="29384"/>
                  </a:lnTo>
                  <a:lnTo>
                    <a:pt x="81534" y="26649"/>
                  </a:lnTo>
                  <a:lnTo>
                    <a:pt x="77366" y="24014"/>
                  </a:lnTo>
                  <a:lnTo>
                    <a:pt x="73009" y="214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158142" y="2794376"/>
              <a:ext cx="41076" cy="24407"/>
            </a:xfrm>
            <a:custGeom>
              <a:avLst/>
              <a:pathLst>
                <a:path w="41076" h="24407">
                  <a:moveTo>
                    <a:pt x="19645" y="0"/>
                  </a:moveTo>
                  <a:lnTo>
                    <a:pt x="41076" y="15478"/>
                  </a:lnTo>
                  <a:lnTo>
                    <a:pt x="41076" y="24407"/>
                  </a:lnTo>
                  <a:lnTo>
                    <a:pt x="19645" y="14287"/>
                  </a:lnTo>
                  <a:lnTo>
                    <a:pt x="19645" y="23217"/>
                  </a:lnTo>
                  <a:lnTo>
                    <a:pt x="0" y="23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57535" y="2547321"/>
              <a:ext cx="136326" cy="136326"/>
            </a:xfrm>
            <a:custGeom>
              <a:avLst/>
              <a:pathLst>
                <a:path w="136326" h="136326">
                  <a:moveTo>
                    <a:pt x="7143" y="134540"/>
                  </a:moveTo>
                  <a:lnTo>
                    <a:pt x="7143" y="85129"/>
                  </a:lnTo>
                  <a:lnTo>
                    <a:pt x="15013" y="85665"/>
                  </a:lnTo>
                  <a:lnTo>
                    <a:pt x="22669" y="86320"/>
                  </a:lnTo>
                  <a:lnTo>
                    <a:pt x="30110" y="87094"/>
                  </a:lnTo>
                  <a:lnTo>
                    <a:pt x="37338" y="87987"/>
                  </a:lnTo>
                  <a:lnTo>
                    <a:pt x="44350" y="88999"/>
                  </a:lnTo>
                  <a:lnTo>
                    <a:pt x="51149" y="90130"/>
                  </a:lnTo>
                  <a:lnTo>
                    <a:pt x="57733" y="91380"/>
                  </a:lnTo>
                  <a:lnTo>
                    <a:pt x="64103" y="92749"/>
                  </a:lnTo>
                  <a:lnTo>
                    <a:pt x="70258" y="94237"/>
                  </a:lnTo>
                  <a:lnTo>
                    <a:pt x="76200" y="95845"/>
                  </a:lnTo>
                  <a:lnTo>
                    <a:pt x="79069" y="94190"/>
                  </a:lnTo>
                  <a:lnTo>
                    <a:pt x="81962" y="92559"/>
                  </a:lnTo>
                  <a:lnTo>
                    <a:pt x="84879" y="90951"/>
                  </a:lnTo>
                  <a:lnTo>
                    <a:pt x="87820" y="89368"/>
                  </a:lnTo>
                  <a:lnTo>
                    <a:pt x="90785" y="87808"/>
                  </a:lnTo>
                  <a:lnTo>
                    <a:pt x="93773" y="86272"/>
                  </a:lnTo>
                  <a:lnTo>
                    <a:pt x="96785" y="84760"/>
                  </a:lnTo>
                  <a:lnTo>
                    <a:pt x="99822" y="83272"/>
                  </a:lnTo>
                  <a:lnTo>
                    <a:pt x="102881" y="81807"/>
                  </a:lnTo>
                  <a:lnTo>
                    <a:pt x="105965" y="80367"/>
                  </a:lnTo>
                  <a:lnTo>
                    <a:pt x="114895" y="89892"/>
                  </a:lnTo>
                  <a:lnTo>
                    <a:pt x="112520" y="90969"/>
                  </a:lnTo>
                  <a:lnTo>
                    <a:pt x="110156" y="92059"/>
                  </a:lnTo>
                  <a:lnTo>
                    <a:pt x="107805" y="93160"/>
                  </a:lnTo>
                  <a:lnTo>
                    <a:pt x="105465" y="94273"/>
                  </a:lnTo>
                  <a:lnTo>
                    <a:pt x="103137" y="95398"/>
                  </a:lnTo>
                  <a:lnTo>
                    <a:pt x="100822" y="96535"/>
                  </a:lnTo>
                  <a:lnTo>
                    <a:pt x="98518" y="97684"/>
                  </a:lnTo>
                  <a:lnTo>
                    <a:pt x="96226" y="98845"/>
                  </a:lnTo>
                  <a:lnTo>
                    <a:pt x="93946" y="100018"/>
                  </a:lnTo>
                  <a:lnTo>
                    <a:pt x="91678" y="101203"/>
                  </a:lnTo>
                  <a:lnTo>
                    <a:pt x="96809" y="103411"/>
                  </a:lnTo>
                  <a:lnTo>
                    <a:pt x="101727" y="105751"/>
                  </a:lnTo>
                  <a:lnTo>
                    <a:pt x="106429" y="108221"/>
                  </a:lnTo>
                  <a:lnTo>
                    <a:pt x="110918" y="110823"/>
                  </a:lnTo>
                  <a:lnTo>
                    <a:pt x="115192" y="113555"/>
                  </a:lnTo>
                  <a:lnTo>
                    <a:pt x="119253" y="116419"/>
                  </a:lnTo>
                  <a:lnTo>
                    <a:pt x="123098" y="119413"/>
                  </a:lnTo>
                  <a:lnTo>
                    <a:pt x="126730" y="122539"/>
                  </a:lnTo>
                  <a:lnTo>
                    <a:pt x="130147" y="125795"/>
                  </a:lnTo>
                  <a:lnTo>
                    <a:pt x="133350" y="129182"/>
                  </a:lnTo>
                  <a:lnTo>
                    <a:pt x="123229" y="136326"/>
                  </a:lnTo>
                  <a:lnTo>
                    <a:pt x="119878" y="132730"/>
                  </a:lnTo>
                  <a:lnTo>
                    <a:pt x="116252" y="129325"/>
                  </a:lnTo>
                  <a:lnTo>
                    <a:pt x="112353" y="126111"/>
                  </a:lnTo>
                  <a:lnTo>
                    <a:pt x="108180" y="123086"/>
                  </a:lnTo>
                  <a:lnTo>
                    <a:pt x="103733" y="120253"/>
                  </a:lnTo>
                  <a:lnTo>
                    <a:pt x="99012" y="117609"/>
                  </a:lnTo>
                  <a:lnTo>
                    <a:pt x="94017" y="115157"/>
                  </a:lnTo>
                  <a:lnTo>
                    <a:pt x="88749" y="112895"/>
                  </a:lnTo>
                  <a:lnTo>
                    <a:pt x="83206" y="110823"/>
                  </a:lnTo>
                  <a:lnTo>
                    <a:pt x="77390" y="108942"/>
                  </a:lnTo>
                  <a:lnTo>
                    <a:pt x="73354" y="111335"/>
                  </a:lnTo>
                  <a:lnTo>
                    <a:pt x="69342" y="113752"/>
                  </a:lnTo>
                  <a:lnTo>
                    <a:pt x="65353" y="116193"/>
                  </a:lnTo>
                  <a:lnTo>
                    <a:pt x="61388" y="118657"/>
                  </a:lnTo>
                  <a:lnTo>
                    <a:pt x="57447" y="121146"/>
                  </a:lnTo>
                  <a:lnTo>
                    <a:pt x="53530" y="123658"/>
                  </a:lnTo>
                  <a:lnTo>
                    <a:pt x="49637" y="126194"/>
                  </a:lnTo>
                  <a:lnTo>
                    <a:pt x="45767" y="128754"/>
                  </a:lnTo>
                  <a:lnTo>
                    <a:pt x="41921" y="131337"/>
                  </a:lnTo>
                  <a:lnTo>
                    <a:pt x="38100" y="133945"/>
                  </a:lnTo>
                  <a:lnTo>
                    <a:pt x="31551" y="125015"/>
                  </a:lnTo>
                  <a:lnTo>
                    <a:pt x="34534" y="122878"/>
                  </a:lnTo>
                  <a:lnTo>
                    <a:pt x="37528" y="120753"/>
                  </a:lnTo>
                  <a:lnTo>
                    <a:pt x="40534" y="118639"/>
                  </a:lnTo>
                  <a:lnTo>
                    <a:pt x="43553" y="116538"/>
                  </a:lnTo>
                  <a:lnTo>
                    <a:pt x="46583" y="114448"/>
                  </a:lnTo>
                  <a:lnTo>
                    <a:pt x="49625" y="112371"/>
                  </a:lnTo>
                  <a:lnTo>
                    <a:pt x="52679" y="110305"/>
                  </a:lnTo>
                  <a:lnTo>
                    <a:pt x="55745" y="108251"/>
                  </a:lnTo>
                  <a:lnTo>
                    <a:pt x="58822" y="106209"/>
                  </a:lnTo>
                  <a:lnTo>
                    <a:pt x="61912" y="104179"/>
                  </a:lnTo>
                  <a:lnTo>
                    <a:pt x="58697" y="103370"/>
                  </a:lnTo>
                  <a:lnTo>
                    <a:pt x="55245" y="102608"/>
                  </a:lnTo>
                  <a:lnTo>
                    <a:pt x="51554" y="101893"/>
                  </a:lnTo>
                  <a:lnTo>
                    <a:pt x="47625" y="101226"/>
                  </a:lnTo>
                  <a:lnTo>
                    <a:pt x="43457" y="100607"/>
                  </a:lnTo>
                  <a:lnTo>
                    <a:pt x="39052" y="100036"/>
                  </a:lnTo>
                  <a:lnTo>
                    <a:pt x="34409" y="99512"/>
                  </a:lnTo>
                  <a:lnTo>
                    <a:pt x="29527" y="99036"/>
                  </a:lnTo>
                  <a:lnTo>
                    <a:pt x="24407" y="98607"/>
                  </a:lnTo>
                  <a:lnTo>
                    <a:pt x="19050" y="98226"/>
                  </a:lnTo>
                  <a:lnTo>
                    <a:pt x="19050" y="134540"/>
                  </a:lnTo>
                  <a:close/>
                  <a:moveTo>
                    <a:pt x="30956" y="78581"/>
                  </a:moveTo>
                  <a:lnTo>
                    <a:pt x="30956" y="29765"/>
                  </a:lnTo>
                  <a:lnTo>
                    <a:pt x="0" y="29765"/>
                  </a:lnTo>
                  <a:lnTo>
                    <a:pt x="0" y="17859"/>
                  </a:lnTo>
                  <a:lnTo>
                    <a:pt x="30956" y="17859"/>
                  </a:lnTo>
                  <a:lnTo>
                    <a:pt x="30956" y="0"/>
                  </a:lnTo>
                  <a:lnTo>
                    <a:pt x="42267" y="0"/>
                  </a:lnTo>
                  <a:lnTo>
                    <a:pt x="42267" y="17859"/>
                  </a:lnTo>
                  <a:lnTo>
                    <a:pt x="120253" y="17859"/>
                  </a:lnTo>
                  <a:lnTo>
                    <a:pt x="121985" y="17892"/>
                  </a:lnTo>
                  <a:lnTo>
                    <a:pt x="123610" y="17990"/>
                  </a:lnTo>
                  <a:lnTo>
                    <a:pt x="125128" y="18154"/>
                  </a:lnTo>
                  <a:lnTo>
                    <a:pt x="126539" y="18383"/>
                  </a:lnTo>
                  <a:lnTo>
                    <a:pt x="127843" y="18677"/>
                  </a:lnTo>
                  <a:lnTo>
                    <a:pt x="129039" y="19038"/>
                  </a:lnTo>
                  <a:lnTo>
                    <a:pt x="130129" y="19463"/>
                  </a:lnTo>
                  <a:lnTo>
                    <a:pt x="131111" y="19954"/>
                  </a:lnTo>
                  <a:lnTo>
                    <a:pt x="131986" y="20511"/>
                  </a:lnTo>
                  <a:lnTo>
                    <a:pt x="132754" y="21133"/>
                  </a:lnTo>
                  <a:lnTo>
                    <a:pt x="133433" y="21839"/>
                  </a:lnTo>
                  <a:lnTo>
                    <a:pt x="134040" y="22645"/>
                  </a:lnTo>
                  <a:lnTo>
                    <a:pt x="134576" y="23553"/>
                  </a:lnTo>
                  <a:lnTo>
                    <a:pt x="135040" y="24562"/>
                  </a:lnTo>
                  <a:lnTo>
                    <a:pt x="135433" y="25672"/>
                  </a:lnTo>
                  <a:lnTo>
                    <a:pt x="135755" y="26884"/>
                  </a:lnTo>
                  <a:lnTo>
                    <a:pt x="136005" y="28196"/>
                  </a:lnTo>
                  <a:lnTo>
                    <a:pt x="136183" y="29610"/>
                  </a:lnTo>
                  <a:lnTo>
                    <a:pt x="136290" y="31125"/>
                  </a:lnTo>
                  <a:lnTo>
                    <a:pt x="136326" y="32742"/>
                  </a:lnTo>
                  <a:lnTo>
                    <a:pt x="136302" y="34641"/>
                  </a:lnTo>
                  <a:lnTo>
                    <a:pt x="136231" y="36528"/>
                  </a:lnTo>
                  <a:lnTo>
                    <a:pt x="136112" y="38403"/>
                  </a:lnTo>
                  <a:lnTo>
                    <a:pt x="135945" y="40266"/>
                  </a:lnTo>
                  <a:lnTo>
                    <a:pt x="135731" y="42118"/>
                  </a:lnTo>
                  <a:lnTo>
                    <a:pt x="135469" y="43957"/>
                  </a:lnTo>
                  <a:lnTo>
                    <a:pt x="135159" y="45785"/>
                  </a:lnTo>
                  <a:lnTo>
                    <a:pt x="134802" y="47601"/>
                  </a:lnTo>
                  <a:lnTo>
                    <a:pt x="134397" y="49404"/>
                  </a:lnTo>
                  <a:lnTo>
                    <a:pt x="133945" y="51196"/>
                  </a:lnTo>
                  <a:lnTo>
                    <a:pt x="121443" y="53578"/>
                  </a:lnTo>
                  <a:lnTo>
                    <a:pt x="122009" y="51673"/>
                  </a:lnTo>
                  <a:lnTo>
                    <a:pt x="122515" y="49768"/>
                  </a:lnTo>
                  <a:lnTo>
                    <a:pt x="122961" y="47863"/>
                  </a:lnTo>
                  <a:lnTo>
                    <a:pt x="123348" y="45958"/>
                  </a:lnTo>
                  <a:lnTo>
                    <a:pt x="123676" y="44053"/>
                  </a:lnTo>
                  <a:lnTo>
                    <a:pt x="123944" y="42148"/>
                  </a:lnTo>
                  <a:lnTo>
                    <a:pt x="124152" y="40243"/>
                  </a:lnTo>
                  <a:lnTo>
                    <a:pt x="124301" y="38338"/>
                  </a:lnTo>
                  <a:lnTo>
                    <a:pt x="124390" y="36433"/>
                  </a:lnTo>
                  <a:lnTo>
                    <a:pt x="124420" y="34528"/>
                  </a:lnTo>
                  <a:lnTo>
                    <a:pt x="124408" y="34063"/>
                  </a:lnTo>
                  <a:lnTo>
                    <a:pt x="124372" y="33623"/>
                  </a:lnTo>
                  <a:lnTo>
                    <a:pt x="124313" y="33206"/>
                  </a:lnTo>
                  <a:lnTo>
                    <a:pt x="124229" y="32813"/>
                  </a:lnTo>
                  <a:lnTo>
                    <a:pt x="124122" y="32444"/>
                  </a:lnTo>
                  <a:lnTo>
                    <a:pt x="123991" y="32099"/>
                  </a:lnTo>
                  <a:lnTo>
                    <a:pt x="123836" y="31777"/>
                  </a:lnTo>
                  <a:lnTo>
                    <a:pt x="123658" y="31480"/>
                  </a:lnTo>
                  <a:lnTo>
                    <a:pt x="123455" y="31206"/>
                  </a:lnTo>
                  <a:lnTo>
                    <a:pt x="123229" y="30956"/>
                  </a:lnTo>
                  <a:lnTo>
                    <a:pt x="122955" y="30730"/>
                  </a:lnTo>
                  <a:lnTo>
                    <a:pt x="122610" y="30527"/>
                  </a:lnTo>
                  <a:lnTo>
                    <a:pt x="122193" y="30349"/>
                  </a:lnTo>
                  <a:lnTo>
                    <a:pt x="121705" y="30194"/>
                  </a:lnTo>
                  <a:lnTo>
                    <a:pt x="121146" y="30063"/>
                  </a:lnTo>
                  <a:lnTo>
                    <a:pt x="120515" y="29956"/>
                  </a:lnTo>
                  <a:lnTo>
                    <a:pt x="119812" y="29872"/>
                  </a:lnTo>
                  <a:lnTo>
                    <a:pt x="119038" y="29813"/>
                  </a:lnTo>
                  <a:lnTo>
                    <a:pt x="118193" y="29777"/>
                  </a:lnTo>
                  <a:lnTo>
                    <a:pt x="117276" y="29765"/>
                  </a:lnTo>
                  <a:lnTo>
                    <a:pt x="42267" y="29765"/>
                  </a:lnTo>
                  <a:lnTo>
                    <a:pt x="42267" y="78581"/>
                  </a:lnTo>
                  <a:close/>
                  <a:moveTo>
                    <a:pt x="52387" y="61317"/>
                  </a:moveTo>
                  <a:lnTo>
                    <a:pt x="56108" y="59090"/>
                  </a:lnTo>
                  <a:lnTo>
                    <a:pt x="59888" y="56935"/>
                  </a:lnTo>
                  <a:lnTo>
                    <a:pt x="63728" y="54852"/>
                  </a:lnTo>
                  <a:lnTo>
                    <a:pt x="67627" y="52839"/>
                  </a:lnTo>
                  <a:lnTo>
                    <a:pt x="71586" y="50899"/>
                  </a:lnTo>
                  <a:lnTo>
                    <a:pt x="75604" y="49029"/>
                  </a:lnTo>
                  <a:lnTo>
                    <a:pt x="79682" y="47232"/>
                  </a:lnTo>
                  <a:lnTo>
                    <a:pt x="83820" y="45505"/>
                  </a:lnTo>
                  <a:lnTo>
                    <a:pt x="88016" y="43850"/>
                  </a:lnTo>
                  <a:lnTo>
                    <a:pt x="92273" y="42267"/>
                  </a:lnTo>
                  <a:lnTo>
                    <a:pt x="97631" y="54173"/>
                  </a:lnTo>
                  <a:lnTo>
                    <a:pt x="93154" y="55637"/>
                  </a:lnTo>
                  <a:lnTo>
                    <a:pt x="88773" y="57173"/>
                  </a:lnTo>
                  <a:lnTo>
                    <a:pt x="84486" y="58781"/>
                  </a:lnTo>
                  <a:lnTo>
                    <a:pt x="80295" y="60459"/>
                  </a:lnTo>
                  <a:lnTo>
                    <a:pt x="76200" y="62210"/>
                  </a:lnTo>
                  <a:lnTo>
                    <a:pt x="72199" y="64031"/>
                  </a:lnTo>
                  <a:lnTo>
                    <a:pt x="68294" y="65924"/>
                  </a:lnTo>
                  <a:lnTo>
                    <a:pt x="64484" y="67889"/>
                  </a:lnTo>
                  <a:lnTo>
                    <a:pt x="60769" y="69925"/>
                  </a:lnTo>
                  <a:lnTo>
                    <a:pt x="57150" y="720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57535" y="2393135"/>
              <a:ext cx="137517" cy="136921"/>
            </a:xfrm>
            <a:custGeom>
              <a:avLst/>
              <a:pathLst>
                <a:path w="137517" h="136921">
                  <a:moveTo>
                    <a:pt x="25003" y="44053"/>
                  </a:moveTo>
                  <a:lnTo>
                    <a:pt x="25003" y="4167"/>
                  </a:lnTo>
                  <a:lnTo>
                    <a:pt x="36314" y="4167"/>
                  </a:lnTo>
                  <a:lnTo>
                    <a:pt x="36314" y="10715"/>
                  </a:lnTo>
                  <a:lnTo>
                    <a:pt x="44446" y="11525"/>
                  </a:lnTo>
                  <a:lnTo>
                    <a:pt x="52173" y="12525"/>
                  </a:lnTo>
                  <a:lnTo>
                    <a:pt x="59495" y="13715"/>
                  </a:lnTo>
                  <a:lnTo>
                    <a:pt x="66413" y="15097"/>
                  </a:lnTo>
                  <a:lnTo>
                    <a:pt x="72925" y="16668"/>
                  </a:lnTo>
                  <a:lnTo>
                    <a:pt x="79033" y="18430"/>
                  </a:lnTo>
                  <a:lnTo>
                    <a:pt x="84736" y="20383"/>
                  </a:lnTo>
                  <a:lnTo>
                    <a:pt x="90035" y="22526"/>
                  </a:lnTo>
                  <a:lnTo>
                    <a:pt x="94928" y="24860"/>
                  </a:lnTo>
                  <a:lnTo>
                    <a:pt x="99417" y="27384"/>
                  </a:lnTo>
                  <a:lnTo>
                    <a:pt x="102250" y="25181"/>
                  </a:lnTo>
                  <a:lnTo>
                    <a:pt x="105036" y="22860"/>
                  </a:lnTo>
                  <a:lnTo>
                    <a:pt x="107775" y="20419"/>
                  </a:lnTo>
                  <a:lnTo>
                    <a:pt x="110466" y="17859"/>
                  </a:lnTo>
                  <a:lnTo>
                    <a:pt x="113109" y="15180"/>
                  </a:lnTo>
                  <a:lnTo>
                    <a:pt x="115704" y="12382"/>
                  </a:lnTo>
                  <a:lnTo>
                    <a:pt x="118252" y="9465"/>
                  </a:lnTo>
                  <a:lnTo>
                    <a:pt x="120753" y="6429"/>
                  </a:lnTo>
                  <a:lnTo>
                    <a:pt x="123205" y="3274"/>
                  </a:lnTo>
                  <a:lnTo>
                    <a:pt x="125610" y="0"/>
                  </a:lnTo>
                  <a:lnTo>
                    <a:pt x="136921" y="8929"/>
                  </a:lnTo>
                  <a:lnTo>
                    <a:pt x="134618" y="11650"/>
                  </a:lnTo>
                  <a:lnTo>
                    <a:pt x="132230" y="14335"/>
                  </a:lnTo>
                  <a:lnTo>
                    <a:pt x="129760" y="16984"/>
                  </a:lnTo>
                  <a:lnTo>
                    <a:pt x="127206" y="19597"/>
                  </a:lnTo>
                  <a:lnTo>
                    <a:pt x="124569" y="22175"/>
                  </a:lnTo>
                  <a:lnTo>
                    <a:pt x="121848" y="24717"/>
                  </a:lnTo>
                  <a:lnTo>
                    <a:pt x="119044" y="27223"/>
                  </a:lnTo>
                  <a:lnTo>
                    <a:pt x="116157" y="29694"/>
                  </a:lnTo>
                  <a:lnTo>
                    <a:pt x="113186" y="32129"/>
                  </a:lnTo>
                  <a:lnTo>
                    <a:pt x="110132" y="34528"/>
                  </a:lnTo>
                  <a:lnTo>
                    <a:pt x="113299" y="36962"/>
                  </a:lnTo>
                  <a:lnTo>
                    <a:pt x="116371" y="39504"/>
                  </a:lnTo>
                  <a:lnTo>
                    <a:pt x="119348" y="42154"/>
                  </a:lnTo>
                  <a:lnTo>
                    <a:pt x="122229" y="44910"/>
                  </a:lnTo>
                  <a:lnTo>
                    <a:pt x="125015" y="47773"/>
                  </a:lnTo>
                  <a:lnTo>
                    <a:pt x="127706" y="50744"/>
                  </a:lnTo>
                  <a:lnTo>
                    <a:pt x="130302" y="53822"/>
                  </a:lnTo>
                  <a:lnTo>
                    <a:pt x="132802" y="57007"/>
                  </a:lnTo>
                  <a:lnTo>
                    <a:pt x="135207" y="60299"/>
                  </a:lnTo>
                  <a:lnTo>
                    <a:pt x="137517" y="63698"/>
                  </a:lnTo>
                  <a:lnTo>
                    <a:pt x="126801" y="72032"/>
                  </a:lnTo>
                  <a:lnTo>
                    <a:pt x="124592" y="68520"/>
                  </a:lnTo>
                  <a:lnTo>
                    <a:pt x="122253" y="65127"/>
                  </a:lnTo>
                  <a:lnTo>
                    <a:pt x="119782" y="61852"/>
                  </a:lnTo>
                  <a:lnTo>
                    <a:pt x="117181" y="58697"/>
                  </a:lnTo>
                  <a:lnTo>
                    <a:pt x="114448" y="55661"/>
                  </a:lnTo>
                  <a:lnTo>
                    <a:pt x="111585" y="52744"/>
                  </a:lnTo>
                  <a:lnTo>
                    <a:pt x="108590" y="49946"/>
                  </a:lnTo>
                  <a:lnTo>
                    <a:pt x="105465" y="47267"/>
                  </a:lnTo>
                  <a:lnTo>
                    <a:pt x="102209" y="44707"/>
                  </a:lnTo>
                  <a:lnTo>
                    <a:pt x="98821" y="42267"/>
                  </a:lnTo>
                  <a:lnTo>
                    <a:pt x="95928" y="43922"/>
                  </a:lnTo>
                  <a:lnTo>
                    <a:pt x="92964" y="45553"/>
                  </a:lnTo>
                  <a:lnTo>
                    <a:pt x="89927" y="47160"/>
                  </a:lnTo>
                  <a:lnTo>
                    <a:pt x="86820" y="48744"/>
                  </a:lnTo>
                  <a:lnTo>
                    <a:pt x="83641" y="50303"/>
                  </a:lnTo>
                  <a:lnTo>
                    <a:pt x="80391" y="51839"/>
                  </a:lnTo>
                  <a:lnTo>
                    <a:pt x="77069" y="53351"/>
                  </a:lnTo>
                  <a:lnTo>
                    <a:pt x="73675" y="54840"/>
                  </a:lnTo>
                  <a:lnTo>
                    <a:pt x="70211" y="56304"/>
                  </a:lnTo>
                  <a:lnTo>
                    <a:pt x="66674" y="57745"/>
                  </a:lnTo>
                  <a:lnTo>
                    <a:pt x="76795" y="62507"/>
                  </a:lnTo>
                  <a:lnTo>
                    <a:pt x="69651" y="72032"/>
                  </a:lnTo>
                  <a:lnTo>
                    <a:pt x="63275" y="69139"/>
                  </a:lnTo>
                  <a:lnTo>
                    <a:pt x="56769" y="66413"/>
                  </a:lnTo>
                  <a:lnTo>
                    <a:pt x="50131" y="63853"/>
                  </a:lnTo>
                  <a:lnTo>
                    <a:pt x="43362" y="61460"/>
                  </a:lnTo>
                  <a:lnTo>
                    <a:pt x="36462" y="59233"/>
                  </a:lnTo>
                  <a:lnTo>
                    <a:pt x="29432" y="57173"/>
                  </a:lnTo>
                  <a:lnTo>
                    <a:pt x="22270" y="55280"/>
                  </a:lnTo>
                  <a:lnTo>
                    <a:pt x="14978" y="53554"/>
                  </a:lnTo>
                  <a:lnTo>
                    <a:pt x="7554" y="51994"/>
                  </a:lnTo>
                  <a:lnTo>
                    <a:pt x="0" y="50601"/>
                  </a:lnTo>
                  <a:lnTo>
                    <a:pt x="3571" y="38695"/>
                  </a:lnTo>
                  <a:lnTo>
                    <a:pt x="5822" y="39177"/>
                  </a:lnTo>
                  <a:lnTo>
                    <a:pt x="8048" y="39671"/>
                  </a:lnTo>
                  <a:lnTo>
                    <a:pt x="10251" y="40177"/>
                  </a:lnTo>
                  <a:lnTo>
                    <a:pt x="12430" y="40695"/>
                  </a:lnTo>
                  <a:lnTo>
                    <a:pt x="14585" y="41225"/>
                  </a:lnTo>
                  <a:lnTo>
                    <a:pt x="16716" y="41767"/>
                  </a:lnTo>
                  <a:lnTo>
                    <a:pt x="18823" y="42320"/>
                  </a:lnTo>
                  <a:lnTo>
                    <a:pt x="20907" y="42886"/>
                  </a:lnTo>
                  <a:lnTo>
                    <a:pt x="22967" y="43463"/>
                  </a:lnTo>
                  <a:close/>
                  <a:moveTo>
                    <a:pt x="36314" y="22621"/>
                  </a:moveTo>
                  <a:lnTo>
                    <a:pt x="36314" y="47029"/>
                  </a:lnTo>
                  <a:lnTo>
                    <a:pt x="36986" y="47178"/>
                  </a:lnTo>
                  <a:lnTo>
                    <a:pt x="37814" y="47386"/>
                  </a:lnTo>
                  <a:lnTo>
                    <a:pt x="38796" y="47654"/>
                  </a:lnTo>
                  <a:lnTo>
                    <a:pt x="39933" y="47982"/>
                  </a:lnTo>
                  <a:lnTo>
                    <a:pt x="41225" y="48369"/>
                  </a:lnTo>
                  <a:lnTo>
                    <a:pt x="42671" y="48815"/>
                  </a:lnTo>
                  <a:lnTo>
                    <a:pt x="44273" y="49321"/>
                  </a:lnTo>
                  <a:lnTo>
                    <a:pt x="46029" y="49887"/>
                  </a:lnTo>
                  <a:lnTo>
                    <a:pt x="47940" y="50512"/>
                  </a:lnTo>
                  <a:lnTo>
                    <a:pt x="50006" y="51196"/>
                  </a:lnTo>
                  <a:lnTo>
                    <a:pt x="54232" y="49750"/>
                  </a:lnTo>
                  <a:lnTo>
                    <a:pt x="58340" y="48267"/>
                  </a:lnTo>
                  <a:lnTo>
                    <a:pt x="62329" y="46749"/>
                  </a:lnTo>
                  <a:lnTo>
                    <a:pt x="66198" y="45196"/>
                  </a:lnTo>
                  <a:lnTo>
                    <a:pt x="69949" y="43606"/>
                  </a:lnTo>
                  <a:lnTo>
                    <a:pt x="73580" y="41981"/>
                  </a:lnTo>
                  <a:lnTo>
                    <a:pt x="77092" y="40320"/>
                  </a:lnTo>
                  <a:lnTo>
                    <a:pt x="80486" y="38623"/>
                  </a:lnTo>
                  <a:lnTo>
                    <a:pt x="83760" y="36891"/>
                  </a:lnTo>
                  <a:lnTo>
                    <a:pt x="86915" y="35123"/>
                  </a:lnTo>
                  <a:lnTo>
                    <a:pt x="83510" y="33617"/>
                  </a:lnTo>
                  <a:lnTo>
                    <a:pt x="79962" y="32194"/>
                  </a:lnTo>
                  <a:lnTo>
                    <a:pt x="76271" y="30855"/>
                  </a:lnTo>
                  <a:lnTo>
                    <a:pt x="72437" y="29598"/>
                  </a:lnTo>
                  <a:lnTo>
                    <a:pt x="68460" y="28426"/>
                  </a:lnTo>
                  <a:lnTo>
                    <a:pt x="64341" y="27336"/>
                  </a:lnTo>
                  <a:lnTo>
                    <a:pt x="60078" y="26330"/>
                  </a:lnTo>
                  <a:lnTo>
                    <a:pt x="55673" y="25407"/>
                  </a:lnTo>
                  <a:lnTo>
                    <a:pt x="51125" y="24568"/>
                  </a:lnTo>
                  <a:lnTo>
                    <a:pt x="46434" y="23812"/>
                  </a:lnTo>
                  <a:lnTo>
                    <a:pt x="45839" y="23812"/>
                  </a:lnTo>
                  <a:close/>
                  <a:moveTo>
                    <a:pt x="25598" y="135135"/>
                  </a:moveTo>
                  <a:lnTo>
                    <a:pt x="25598" y="104179"/>
                  </a:lnTo>
                  <a:lnTo>
                    <a:pt x="595" y="104179"/>
                  </a:lnTo>
                  <a:lnTo>
                    <a:pt x="595" y="93464"/>
                  </a:lnTo>
                  <a:lnTo>
                    <a:pt x="25598" y="93464"/>
                  </a:lnTo>
                  <a:lnTo>
                    <a:pt x="25598" y="64889"/>
                  </a:lnTo>
                  <a:lnTo>
                    <a:pt x="35718" y="64889"/>
                  </a:lnTo>
                  <a:lnTo>
                    <a:pt x="35718" y="93464"/>
                  </a:lnTo>
                  <a:lnTo>
                    <a:pt x="63103" y="93464"/>
                  </a:lnTo>
                  <a:lnTo>
                    <a:pt x="63103" y="104179"/>
                  </a:lnTo>
                  <a:lnTo>
                    <a:pt x="44648" y="104179"/>
                  </a:lnTo>
                  <a:lnTo>
                    <a:pt x="47452" y="106239"/>
                  </a:lnTo>
                  <a:lnTo>
                    <a:pt x="50149" y="108370"/>
                  </a:lnTo>
                  <a:lnTo>
                    <a:pt x="52738" y="110573"/>
                  </a:lnTo>
                  <a:lnTo>
                    <a:pt x="55221" y="112847"/>
                  </a:lnTo>
                  <a:lnTo>
                    <a:pt x="57596" y="115192"/>
                  </a:lnTo>
                  <a:lnTo>
                    <a:pt x="59864" y="117609"/>
                  </a:lnTo>
                  <a:lnTo>
                    <a:pt x="62025" y="120098"/>
                  </a:lnTo>
                  <a:lnTo>
                    <a:pt x="64079" y="122658"/>
                  </a:lnTo>
                  <a:lnTo>
                    <a:pt x="66026" y="125289"/>
                  </a:lnTo>
                  <a:lnTo>
                    <a:pt x="67865" y="127992"/>
                  </a:lnTo>
                  <a:lnTo>
                    <a:pt x="58340" y="135731"/>
                  </a:lnTo>
                  <a:lnTo>
                    <a:pt x="56721" y="132790"/>
                  </a:lnTo>
                  <a:lnTo>
                    <a:pt x="54959" y="129921"/>
                  </a:lnTo>
                  <a:lnTo>
                    <a:pt x="53054" y="127123"/>
                  </a:lnTo>
                  <a:lnTo>
                    <a:pt x="51006" y="124396"/>
                  </a:lnTo>
                  <a:lnTo>
                    <a:pt x="48815" y="121741"/>
                  </a:lnTo>
                  <a:lnTo>
                    <a:pt x="46482" y="119157"/>
                  </a:lnTo>
                  <a:lnTo>
                    <a:pt x="44005" y="116645"/>
                  </a:lnTo>
                  <a:lnTo>
                    <a:pt x="41386" y="114204"/>
                  </a:lnTo>
                  <a:lnTo>
                    <a:pt x="38623" y="111835"/>
                  </a:lnTo>
                  <a:lnTo>
                    <a:pt x="35718" y="109537"/>
                  </a:lnTo>
                  <a:lnTo>
                    <a:pt x="35718" y="135135"/>
                  </a:lnTo>
                  <a:close/>
                  <a:moveTo>
                    <a:pt x="2976" y="120848"/>
                  </a:moveTo>
                  <a:lnTo>
                    <a:pt x="4423" y="119913"/>
                  </a:lnTo>
                  <a:lnTo>
                    <a:pt x="5905" y="119014"/>
                  </a:lnTo>
                  <a:lnTo>
                    <a:pt x="7423" y="118151"/>
                  </a:lnTo>
                  <a:lnTo>
                    <a:pt x="8977" y="117324"/>
                  </a:lnTo>
                  <a:lnTo>
                    <a:pt x="10566" y="116532"/>
                  </a:lnTo>
                  <a:lnTo>
                    <a:pt x="12191" y="115776"/>
                  </a:lnTo>
                  <a:lnTo>
                    <a:pt x="13852" y="115056"/>
                  </a:lnTo>
                  <a:lnTo>
                    <a:pt x="15549" y="114371"/>
                  </a:lnTo>
                  <a:lnTo>
                    <a:pt x="17281" y="113722"/>
                  </a:lnTo>
                  <a:lnTo>
                    <a:pt x="19049" y="113109"/>
                  </a:lnTo>
                  <a:lnTo>
                    <a:pt x="23812" y="122634"/>
                  </a:lnTo>
                  <a:lnTo>
                    <a:pt x="22038" y="123241"/>
                  </a:lnTo>
                  <a:lnTo>
                    <a:pt x="20288" y="123872"/>
                  </a:lnTo>
                  <a:lnTo>
                    <a:pt x="18561" y="124527"/>
                  </a:lnTo>
                  <a:lnTo>
                    <a:pt x="16859" y="125206"/>
                  </a:lnTo>
                  <a:lnTo>
                    <a:pt x="15180" y="125908"/>
                  </a:lnTo>
                  <a:lnTo>
                    <a:pt x="13525" y="126634"/>
                  </a:lnTo>
                  <a:lnTo>
                    <a:pt x="11894" y="127384"/>
                  </a:lnTo>
                  <a:lnTo>
                    <a:pt x="10286" y="128158"/>
                  </a:lnTo>
                  <a:lnTo>
                    <a:pt x="8703" y="128956"/>
                  </a:lnTo>
                  <a:lnTo>
                    <a:pt x="7143" y="129778"/>
                  </a:lnTo>
                  <a:close/>
                  <a:moveTo>
                    <a:pt x="2976" y="76795"/>
                  </a:moveTo>
                  <a:lnTo>
                    <a:pt x="7143" y="67865"/>
                  </a:lnTo>
                  <a:lnTo>
                    <a:pt x="9120" y="68943"/>
                  </a:lnTo>
                  <a:lnTo>
                    <a:pt x="11001" y="70032"/>
                  </a:lnTo>
                  <a:lnTo>
                    <a:pt x="12787" y="71133"/>
                  </a:lnTo>
                  <a:lnTo>
                    <a:pt x="14478" y="72247"/>
                  </a:lnTo>
                  <a:lnTo>
                    <a:pt x="16073" y="73372"/>
                  </a:lnTo>
                  <a:lnTo>
                    <a:pt x="17573" y="74509"/>
                  </a:lnTo>
                  <a:lnTo>
                    <a:pt x="18978" y="75658"/>
                  </a:lnTo>
                  <a:lnTo>
                    <a:pt x="20288" y="76819"/>
                  </a:lnTo>
                  <a:lnTo>
                    <a:pt x="21502" y="77991"/>
                  </a:lnTo>
                  <a:lnTo>
                    <a:pt x="22621" y="79176"/>
                  </a:lnTo>
                  <a:lnTo>
                    <a:pt x="15478" y="86915"/>
                  </a:lnTo>
                  <a:lnTo>
                    <a:pt x="14388" y="85742"/>
                  </a:lnTo>
                  <a:lnTo>
                    <a:pt x="13263" y="84605"/>
                  </a:lnTo>
                  <a:lnTo>
                    <a:pt x="12102" y="83504"/>
                  </a:lnTo>
                  <a:lnTo>
                    <a:pt x="10906" y="82438"/>
                  </a:lnTo>
                  <a:lnTo>
                    <a:pt x="9673" y="81408"/>
                  </a:lnTo>
                  <a:lnTo>
                    <a:pt x="8405" y="80414"/>
                  </a:lnTo>
                  <a:lnTo>
                    <a:pt x="7102" y="79456"/>
                  </a:lnTo>
                  <a:lnTo>
                    <a:pt x="5762" y="78533"/>
                  </a:lnTo>
                  <a:lnTo>
                    <a:pt x="4387" y="77646"/>
                  </a:lnTo>
                  <a:close/>
                  <a:moveTo>
                    <a:pt x="41076" y="80962"/>
                  </a:moveTo>
                  <a:lnTo>
                    <a:pt x="42511" y="79676"/>
                  </a:lnTo>
                  <a:lnTo>
                    <a:pt x="43957" y="78438"/>
                  </a:lnTo>
                  <a:lnTo>
                    <a:pt x="45416" y="77247"/>
                  </a:lnTo>
                  <a:lnTo>
                    <a:pt x="46886" y="76104"/>
                  </a:lnTo>
                  <a:lnTo>
                    <a:pt x="48369" y="75009"/>
                  </a:lnTo>
                  <a:lnTo>
                    <a:pt x="49863" y="73961"/>
                  </a:lnTo>
                  <a:lnTo>
                    <a:pt x="51369" y="72961"/>
                  </a:lnTo>
                  <a:lnTo>
                    <a:pt x="52887" y="72009"/>
                  </a:lnTo>
                  <a:lnTo>
                    <a:pt x="54417" y="71104"/>
                  </a:lnTo>
                  <a:lnTo>
                    <a:pt x="55959" y="70246"/>
                  </a:lnTo>
                  <a:lnTo>
                    <a:pt x="61317" y="79176"/>
                  </a:lnTo>
                  <a:lnTo>
                    <a:pt x="59662" y="79920"/>
                  </a:lnTo>
                  <a:lnTo>
                    <a:pt x="58031" y="80724"/>
                  </a:lnTo>
                  <a:lnTo>
                    <a:pt x="56423" y="81587"/>
                  </a:lnTo>
                  <a:lnTo>
                    <a:pt x="54840" y="82510"/>
                  </a:lnTo>
                  <a:lnTo>
                    <a:pt x="53280" y="83492"/>
                  </a:lnTo>
                  <a:lnTo>
                    <a:pt x="51744" y="84534"/>
                  </a:lnTo>
                  <a:lnTo>
                    <a:pt x="50232" y="85635"/>
                  </a:lnTo>
                  <a:lnTo>
                    <a:pt x="48744" y="86796"/>
                  </a:lnTo>
                  <a:lnTo>
                    <a:pt x="47279" y="88016"/>
                  </a:lnTo>
                  <a:lnTo>
                    <a:pt x="45839" y="89296"/>
                  </a:lnTo>
                  <a:close/>
                  <a:moveTo>
                    <a:pt x="75604" y="135731"/>
                  </a:moveTo>
                  <a:lnTo>
                    <a:pt x="75604" y="112514"/>
                  </a:lnTo>
                  <a:lnTo>
                    <a:pt x="74652" y="112043"/>
                  </a:lnTo>
                  <a:lnTo>
                    <a:pt x="73699" y="111585"/>
                  </a:lnTo>
                  <a:lnTo>
                    <a:pt x="72747" y="111138"/>
                  </a:lnTo>
                  <a:lnTo>
                    <a:pt x="71794" y="110704"/>
                  </a:lnTo>
                  <a:lnTo>
                    <a:pt x="70842" y="110281"/>
                  </a:lnTo>
                  <a:lnTo>
                    <a:pt x="69889" y="109870"/>
                  </a:lnTo>
                  <a:lnTo>
                    <a:pt x="68937" y="109472"/>
                  </a:lnTo>
                  <a:lnTo>
                    <a:pt x="67984" y="109085"/>
                  </a:lnTo>
                  <a:lnTo>
                    <a:pt x="67032" y="108710"/>
                  </a:lnTo>
                  <a:lnTo>
                    <a:pt x="66079" y="108346"/>
                  </a:lnTo>
                  <a:lnTo>
                    <a:pt x="67270" y="97035"/>
                  </a:lnTo>
                  <a:lnTo>
                    <a:pt x="75604" y="100607"/>
                  </a:lnTo>
                  <a:lnTo>
                    <a:pt x="75604" y="73818"/>
                  </a:lnTo>
                  <a:lnTo>
                    <a:pt x="85724" y="73818"/>
                  </a:lnTo>
                  <a:lnTo>
                    <a:pt x="88772" y="75277"/>
                  </a:lnTo>
                  <a:lnTo>
                    <a:pt x="91725" y="76795"/>
                  </a:lnTo>
                  <a:lnTo>
                    <a:pt x="94583" y="78372"/>
                  </a:lnTo>
                  <a:lnTo>
                    <a:pt x="97345" y="80010"/>
                  </a:lnTo>
                  <a:lnTo>
                    <a:pt x="100012" y="81706"/>
                  </a:lnTo>
                  <a:lnTo>
                    <a:pt x="102584" y="83462"/>
                  </a:lnTo>
                  <a:lnTo>
                    <a:pt x="105060" y="85278"/>
                  </a:lnTo>
                  <a:lnTo>
                    <a:pt x="107442" y="87153"/>
                  </a:lnTo>
                  <a:lnTo>
                    <a:pt x="109727" y="89088"/>
                  </a:lnTo>
                  <a:lnTo>
                    <a:pt x="111918" y="91082"/>
                  </a:lnTo>
                  <a:lnTo>
                    <a:pt x="113103" y="89076"/>
                  </a:lnTo>
                  <a:lnTo>
                    <a:pt x="114276" y="87106"/>
                  </a:lnTo>
                  <a:lnTo>
                    <a:pt x="115437" y="85171"/>
                  </a:lnTo>
                  <a:lnTo>
                    <a:pt x="116586" y="83272"/>
                  </a:lnTo>
                  <a:lnTo>
                    <a:pt x="117723" y="81408"/>
                  </a:lnTo>
                  <a:lnTo>
                    <a:pt x="118848" y="79581"/>
                  </a:lnTo>
                  <a:lnTo>
                    <a:pt x="119961" y="77789"/>
                  </a:lnTo>
                  <a:lnTo>
                    <a:pt x="121062" y="76033"/>
                  </a:lnTo>
                  <a:lnTo>
                    <a:pt x="122152" y="74312"/>
                  </a:lnTo>
                  <a:lnTo>
                    <a:pt x="123229" y="72628"/>
                  </a:lnTo>
                  <a:lnTo>
                    <a:pt x="133945" y="79771"/>
                  </a:lnTo>
                  <a:lnTo>
                    <a:pt x="132629" y="81367"/>
                  </a:lnTo>
                  <a:lnTo>
                    <a:pt x="131302" y="83058"/>
                  </a:lnTo>
                  <a:lnTo>
                    <a:pt x="129962" y="84843"/>
                  </a:lnTo>
                  <a:lnTo>
                    <a:pt x="128611" y="86725"/>
                  </a:lnTo>
                  <a:lnTo>
                    <a:pt x="127248" y="88701"/>
                  </a:lnTo>
                  <a:lnTo>
                    <a:pt x="125872" y="90773"/>
                  </a:lnTo>
                  <a:lnTo>
                    <a:pt x="124485" y="92940"/>
                  </a:lnTo>
                  <a:lnTo>
                    <a:pt x="123086" y="95202"/>
                  </a:lnTo>
                  <a:lnTo>
                    <a:pt x="121675" y="97559"/>
                  </a:lnTo>
                  <a:lnTo>
                    <a:pt x="120253" y="100012"/>
                  </a:lnTo>
                  <a:lnTo>
                    <a:pt x="122354" y="102596"/>
                  </a:lnTo>
                  <a:lnTo>
                    <a:pt x="124372" y="105346"/>
                  </a:lnTo>
                  <a:lnTo>
                    <a:pt x="126307" y="108263"/>
                  </a:lnTo>
                  <a:lnTo>
                    <a:pt x="128158" y="111347"/>
                  </a:lnTo>
                  <a:lnTo>
                    <a:pt x="129926" y="114597"/>
                  </a:lnTo>
                  <a:lnTo>
                    <a:pt x="131611" y="118014"/>
                  </a:lnTo>
                  <a:lnTo>
                    <a:pt x="133213" y="121598"/>
                  </a:lnTo>
                  <a:lnTo>
                    <a:pt x="134731" y="125349"/>
                  </a:lnTo>
                  <a:lnTo>
                    <a:pt x="136165" y="129266"/>
                  </a:lnTo>
                  <a:lnTo>
                    <a:pt x="137517" y="133349"/>
                  </a:lnTo>
                  <a:lnTo>
                    <a:pt x="127396" y="136921"/>
                  </a:lnTo>
                  <a:lnTo>
                    <a:pt x="126414" y="133867"/>
                  </a:lnTo>
                  <a:lnTo>
                    <a:pt x="125372" y="130897"/>
                  </a:lnTo>
                  <a:lnTo>
                    <a:pt x="124271" y="128010"/>
                  </a:lnTo>
                  <a:lnTo>
                    <a:pt x="123110" y="125206"/>
                  </a:lnTo>
                  <a:lnTo>
                    <a:pt x="121890" y="122485"/>
                  </a:lnTo>
                  <a:lnTo>
                    <a:pt x="120610" y="119848"/>
                  </a:lnTo>
                  <a:lnTo>
                    <a:pt x="119270" y="117294"/>
                  </a:lnTo>
                  <a:lnTo>
                    <a:pt x="117871" y="114823"/>
                  </a:lnTo>
                  <a:lnTo>
                    <a:pt x="116413" y="112436"/>
                  </a:lnTo>
                  <a:lnTo>
                    <a:pt x="114895" y="110132"/>
                  </a:lnTo>
                  <a:lnTo>
                    <a:pt x="113823" y="112055"/>
                  </a:lnTo>
                  <a:lnTo>
                    <a:pt x="112752" y="114014"/>
                  </a:lnTo>
                  <a:lnTo>
                    <a:pt x="111680" y="116008"/>
                  </a:lnTo>
                  <a:lnTo>
                    <a:pt x="110609" y="118038"/>
                  </a:lnTo>
                  <a:lnTo>
                    <a:pt x="109537" y="120104"/>
                  </a:lnTo>
                  <a:lnTo>
                    <a:pt x="108465" y="122205"/>
                  </a:lnTo>
                  <a:lnTo>
                    <a:pt x="107394" y="124342"/>
                  </a:lnTo>
                  <a:lnTo>
                    <a:pt x="106322" y="126515"/>
                  </a:lnTo>
                  <a:lnTo>
                    <a:pt x="105251" y="128724"/>
                  </a:lnTo>
                  <a:lnTo>
                    <a:pt x="104179" y="130968"/>
                  </a:lnTo>
                  <a:lnTo>
                    <a:pt x="102280" y="129557"/>
                  </a:lnTo>
                  <a:lnTo>
                    <a:pt x="100393" y="128182"/>
                  </a:lnTo>
                  <a:lnTo>
                    <a:pt x="98518" y="126843"/>
                  </a:lnTo>
                  <a:lnTo>
                    <a:pt x="96654" y="125539"/>
                  </a:lnTo>
                  <a:lnTo>
                    <a:pt x="94803" y="124271"/>
                  </a:lnTo>
                  <a:lnTo>
                    <a:pt x="92963" y="123039"/>
                  </a:lnTo>
                  <a:lnTo>
                    <a:pt x="91136" y="121842"/>
                  </a:lnTo>
                  <a:lnTo>
                    <a:pt x="89320" y="120681"/>
                  </a:lnTo>
                  <a:lnTo>
                    <a:pt x="87516" y="119556"/>
                  </a:lnTo>
                  <a:lnTo>
                    <a:pt x="85724" y="118467"/>
                  </a:lnTo>
                  <a:lnTo>
                    <a:pt x="85724" y="135731"/>
                  </a:lnTo>
                  <a:close/>
                  <a:moveTo>
                    <a:pt x="85724" y="105965"/>
                  </a:moveTo>
                  <a:lnTo>
                    <a:pt x="87254" y="106805"/>
                  </a:lnTo>
                  <a:lnTo>
                    <a:pt x="88749" y="107656"/>
                  </a:lnTo>
                  <a:lnTo>
                    <a:pt x="90207" y="108519"/>
                  </a:lnTo>
                  <a:lnTo>
                    <a:pt x="91630" y="109394"/>
                  </a:lnTo>
                  <a:lnTo>
                    <a:pt x="93017" y="110281"/>
                  </a:lnTo>
                  <a:lnTo>
                    <a:pt x="94368" y="111180"/>
                  </a:lnTo>
                  <a:lnTo>
                    <a:pt x="95684" y="112091"/>
                  </a:lnTo>
                  <a:lnTo>
                    <a:pt x="96964" y="113014"/>
                  </a:lnTo>
                  <a:lnTo>
                    <a:pt x="98208" y="113948"/>
                  </a:lnTo>
                  <a:lnTo>
                    <a:pt x="99417" y="114895"/>
                  </a:lnTo>
                  <a:lnTo>
                    <a:pt x="106560" y="100607"/>
                  </a:lnTo>
                  <a:lnTo>
                    <a:pt x="104638" y="98857"/>
                  </a:lnTo>
                  <a:lnTo>
                    <a:pt x="102679" y="97178"/>
                  </a:lnTo>
                  <a:lnTo>
                    <a:pt x="100685" y="95571"/>
                  </a:lnTo>
                  <a:lnTo>
                    <a:pt x="98655" y="94035"/>
                  </a:lnTo>
                  <a:lnTo>
                    <a:pt x="96589" y="92571"/>
                  </a:lnTo>
                  <a:lnTo>
                    <a:pt x="94488" y="91178"/>
                  </a:lnTo>
                  <a:lnTo>
                    <a:pt x="92350" y="89856"/>
                  </a:lnTo>
                  <a:lnTo>
                    <a:pt x="90177" y="88606"/>
                  </a:lnTo>
                  <a:lnTo>
                    <a:pt x="87969" y="87427"/>
                  </a:lnTo>
                  <a:lnTo>
                    <a:pt x="85724" y="8632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56939" y="2241926"/>
              <a:ext cx="132159" cy="138707"/>
            </a:xfrm>
            <a:custGeom>
              <a:avLst/>
              <a:pathLst>
                <a:path w="132159" h="138707">
                  <a:moveTo>
                    <a:pt x="83939" y="126206"/>
                  </a:moveTo>
                  <a:lnTo>
                    <a:pt x="83939" y="75009"/>
                  </a:lnTo>
                  <a:lnTo>
                    <a:pt x="0" y="75009"/>
                  </a:lnTo>
                  <a:lnTo>
                    <a:pt x="0" y="63103"/>
                  </a:lnTo>
                  <a:lnTo>
                    <a:pt x="83939" y="63103"/>
                  </a:lnTo>
                  <a:lnTo>
                    <a:pt x="83939" y="10715"/>
                  </a:lnTo>
                  <a:lnTo>
                    <a:pt x="95250" y="10715"/>
                  </a:lnTo>
                  <a:lnTo>
                    <a:pt x="95250" y="63103"/>
                  </a:lnTo>
                  <a:lnTo>
                    <a:pt x="120848" y="63103"/>
                  </a:lnTo>
                  <a:lnTo>
                    <a:pt x="120848" y="595"/>
                  </a:lnTo>
                  <a:lnTo>
                    <a:pt x="132159" y="595"/>
                  </a:lnTo>
                  <a:lnTo>
                    <a:pt x="132159" y="136326"/>
                  </a:lnTo>
                  <a:lnTo>
                    <a:pt x="120848" y="136326"/>
                  </a:lnTo>
                  <a:lnTo>
                    <a:pt x="120848" y="75009"/>
                  </a:lnTo>
                  <a:lnTo>
                    <a:pt x="95250" y="75009"/>
                  </a:lnTo>
                  <a:lnTo>
                    <a:pt x="95250" y="126206"/>
                  </a:lnTo>
                  <a:close/>
                  <a:moveTo>
                    <a:pt x="8929" y="35123"/>
                  </a:moveTo>
                  <a:lnTo>
                    <a:pt x="11906" y="23217"/>
                  </a:lnTo>
                  <a:lnTo>
                    <a:pt x="13924" y="23473"/>
                  </a:lnTo>
                  <a:lnTo>
                    <a:pt x="15930" y="23764"/>
                  </a:lnTo>
                  <a:lnTo>
                    <a:pt x="17924" y="24092"/>
                  </a:lnTo>
                  <a:lnTo>
                    <a:pt x="19907" y="24455"/>
                  </a:lnTo>
                  <a:lnTo>
                    <a:pt x="21877" y="24854"/>
                  </a:lnTo>
                  <a:lnTo>
                    <a:pt x="23836" y="25288"/>
                  </a:lnTo>
                  <a:lnTo>
                    <a:pt x="25782" y="25759"/>
                  </a:lnTo>
                  <a:lnTo>
                    <a:pt x="27717" y="26265"/>
                  </a:lnTo>
                  <a:lnTo>
                    <a:pt x="29640" y="26806"/>
                  </a:lnTo>
                  <a:lnTo>
                    <a:pt x="31551" y="27384"/>
                  </a:lnTo>
                  <a:lnTo>
                    <a:pt x="34563" y="24645"/>
                  </a:lnTo>
                  <a:lnTo>
                    <a:pt x="37647" y="21907"/>
                  </a:lnTo>
                  <a:lnTo>
                    <a:pt x="40802" y="19169"/>
                  </a:lnTo>
                  <a:lnTo>
                    <a:pt x="44029" y="16430"/>
                  </a:lnTo>
                  <a:lnTo>
                    <a:pt x="47327" y="13692"/>
                  </a:lnTo>
                  <a:lnTo>
                    <a:pt x="50696" y="10953"/>
                  </a:lnTo>
                  <a:lnTo>
                    <a:pt x="54137" y="8215"/>
                  </a:lnTo>
                  <a:lnTo>
                    <a:pt x="57650" y="5476"/>
                  </a:lnTo>
                  <a:lnTo>
                    <a:pt x="61233" y="2738"/>
                  </a:lnTo>
                  <a:lnTo>
                    <a:pt x="64889" y="0"/>
                  </a:lnTo>
                  <a:lnTo>
                    <a:pt x="74414" y="9524"/>
                  </a:lnTo>
                  <a:lnTo>
                    <a:pt x="71324" y="11459"/>
                  </a:lnTo>
                  <a:lnTo>
                    <a:pt x="68246" y="13454"/>
                  </a:lnTo>
                  <a:lnTo>
                    <a:pt x="65180" y="15507"/>
                  </a:lnTo>
                  <a:lnTo>
                    <a:pt x="62126" y="17621"/>
                  </a:lnTo>
                  <a:lnTo>
                    <a:pt x="59084" y="19794"/>
                  </a:lnTo>
                  <a:lnTo>
                    <a:pt x="56054" y="22026"/>
                  </a:lnTo>
                  <a:lnTo>
                    <a:pt x="53036" y="24318"/>
                  </a:lnTo>
                  <a:lnTo>
                    <a:pt x="50030" y="26669"/>
                  </a:lnTo>
                  <a:lnTo>
                    <a:pt x="47035" y="29081"/>
                  </a:lnTo>
                  <a:lnTo>
                    <a:pt x="44053" y="31551"/>
                  </a:lnTo>
                  <a:lnTo>
                    <a:pt x="47809" y="33260"/>
                  </a:lnTo>
                  <a:lnTo>
                    <a:pt x="51458" y="35051"/>
                  </a:lnTo>
                  <a:lnTo>
                    <a:pt x="55000" y="36927"/>
                  </a:lnTo>
                  <a:lnTo>
                    <a:pt x="58435" y="38885"/>
                  </a:lnTo>
                  <a:lnTo>
                    <a:pt x="61763" y="40927"/>
                  </a:lnTo>
                  <a:lnTo>
                    <a:pt x="64984" y="43053"/>
                  </a:lnTo>
                  <a:lnTo>
                    <a:pt x="68097" y="45261"/>
                  </a:lnTo>
                  <a:lnTo>
                    <a:pt x="71104" y="47553"/>
                  </a:lnTo>
                  <a:lnTo>
                    <a:pt x="74003" y="49928"/>
                  </a:lnTo>
                  <a:lnTo>
                    <a:pt x="76795" y="52387"/>
                  </a:lnTo>
                  <a:lnTo>
                    <a:pt x="67865" y="61317"/>
                  </a:lnTo>
                  <a:lnTo>
                    <a:pt x="62668" y="56983"/>
                  </a:lnTo>
                  <a:lnTo>
                    <a:pt x="57316" y="53030"/>
                  </a:lnTo>
                  <a:lnTo>
                    <a:pt x="51810" y="49458"/>
                  </a:lnTo>
                  <a:lnTo>
                    <a:pt x="46148" y="46267"/>
                  </a:lnTo>
                  <a:lnTo>
                    <a:pt x="40332" y="43457"/>
                  </a:lnTo>
                  <a:lnTo>
                    <a:pt x="34361" y="41028"/>
                  </a:lnTo>
                  <a:lnTo>
                    <a:pt x="28235" y="38981"/>
                  </a:lnTo>
                  <a:lnTo>
                    <a:pt x="21955" y="37314"/>
                  </a:lnTo>
                  <a:lnTo>
                    <a:pt x="15519" y="36028"/>
                  </a:lnTo>
                  <a:close/>
                  <a:moveTo>
                    <a:pt x="8929" y="112514"/>
                  </a:moveTo>
                  <a:lnTo>
                    <a:pt x="11906" y="100607"/>
                  </a:lnTo>
                  <a:lnTo>
                    <a:pt x="13924" y="100863"/>
                  </a:lnTo>
                  <a:lnTo>
                    <a:pt x="15930" y="101155"/>
                  </a:lnTo>
                  <a:lnTo>
                    <a:pt x="17924" y="101482"/>
                  </a:lnTo>
                  <a:lnTo>
                    <a:pt x="19907" y="101846"/>
                  </a:lnTo>
                  <a:lnTo>
                    <a:pt x="21877" y="102244"/>
                  </a:lnTo>
                  <a:lnTo>
                    <a:pt x="23836" y="102679"/>
                  </a:lnTo>
                  <a:lnTo>
                    <a:pt x="25782" y="103149"/>
                  </a:lnTo>
                  <a:lnTo>
                    <a:pt x="27717" y="103655"/>
                  </a:lnTo>
                  <a:lnTo>
                    <a:pt x="29640" y="104197"/>
                  </a:lnTo>
                  <a:lnTo>
                    <a:pt x="31551" y="104774"/>
                  </a:lnTo>
                  <a:lnTo>
                    <a:pt x="34563" y="102036"/>
                  </a:lnTo>
                  <a:lnTo>
                    <a:pt x="37647" y="99298"/>
                  </a:lnTo>
                  <a:lnTo>
                    <a:pt x="40802" y="96559"/>
                  </a:lnTo>
                  <a:lnTo>
                    <a:pt x="44029" y="93821"/>
                  </a:lnTo>
                  <a:lnTo>
                    <a:pt x="47327" y="91082"/>
                  </a:lnTo>
                  <a:lnTo>
                    <a:pt x="50696" y="88344"/>
                  </a:lnTo>
                  <a:lnTo>
                    <a:pt x="54137" y="85605"/>
                  </a:lnTo>
                  <a:lnTo>
                    <a:pt x="57650" y="82867"/>
                  </a:lnTo>
                  <a:lnTo>
                    <a:pt x="61233" y="80129"/>
                  </a:lnTo>
                  <a:lnTo>
                    <a:pt x="64889" y="77390"/>
                  </a:lnTo>
                  <a:lnTo>
                    <a:pt x="74414" y="86915"/>
                  </a:lnTo>
                  <a:lnTo>
                    <a:pt x="71324" y="88850"/>
                  </a:lnTo>
                  <a:lnTo>
                    <a:pt x="68246" y="90844"/>
                  </a:lnTo>
                  <a:lnTo>
                    <a:pt x="65180" y="92898"/>
                  </a:lnTo>
                  <a:lnTo>
                    <a:pt x="62126" y="95011"/>
                  </a:lnTo>
                  <a:lnTo>
                    <a:pt x="59084" y="97184"/>
                  </a:lnTo>
                  <a:lnTo>
                    <a:pt x="56054" y="99417"/>
                  </a:lnTo>
                  <a:lnTo>
                    <a:pt x="53036" y="101709"/>
                  </a:lnTo>
                  <a:lnTo>
                    <a:pt x="50030" y="104060"/>
                  </a:lnTo>
                  <a:lnTo>
                    <a:pt x="47035" y="106471"/>
                  </a:lnTo>
                  <a:lnTo>
                    <a:pt x="44053" y="108942"/>
                  </a:lnTo>
                  <a:lnTo>
                    <a:pt x="47595" y="110543"/>
                  </a:lnTo>
                  <a:lnTo>
                    <a:pt x="51077" y="112252"/>
                  </a:lnTo>
                  <a:lnTo>
                    <a:pt x="54500" y="114067"/>
                  </a:lnTo>
                  <a:lnTo>
                    <a:pt x="57864" y="115990"/>
                  </a:lnTo>
                  <a:lnTo>
                    <a:pt x="61168" y="118020"/>
                  </a:lnTo>
                  <a:lnTo>
                    <a:pt x="64412" y="120157"/>
                  </a:lnTo>
                  <a:lnTo>
                    <a:pt x="67597" y="122402"/>
                  </a:lnTo>
                  <a:lnTo>
                    <a:pt x="70723" y="124753"/>
                  </a:lnTo>
                  <a:lnTo>
                    <a:pt x="73788" y="127212"/>
                  </a:lnTo>
                  <a:lnTo>
                    <a:pt x="76795" y="129778"/>
                  </a:lnTo>
                  <a:lnTo>
                    <a:pt x="67865" y="138707"/>
                  </a:lnTo>
                  <a:lnTo>
                    <a:pt x="62668" y="134481"/>
                  </a:lnTo>
                  <a:lnTo>
                    <a:pt x="57316" y="130611"/>
                  </a:lnTo>
                  <a:lnTo>
                    <a:pt x="51810" y="127099"/>
                  </a:lnTo>
                  <a:lnTo>
                    <a:pt x="46148" y="123944"/>
                  </a:lnTo>
                  <a:lnTo>
                    <a:pt x="40332" y="121146"/>
                  </a:lnTo>
                  <a:lnTo>
                    <a:pt x="34361" y="118705"/>
                  </a:lnTo>
                  <a:lnTo>
                    <a:pt x="28235" y="116621"/>
                  </a:lnTo>
                  <a:lnTo>
                    <a:pt x="21955" y="114895"/>
                  </a:lnTo>
                  <a:lnTo>
                    <a:pt x="15519" y="1135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57535" y="2088930"/>
              <a:ext cx="137517" cy="139898"/>
            </a:xfrm>
            <a:custGeom>
              <a:avLst/>
              <a:pathLst>
                <a:path w="137517" h="139898">
                  <a:moveTo>
                    <a:pt x="27384" y="135135"/>
                  </a:moveTo>
                  <a:lnTo>
                    <a:pt x="27384" y="116085"/>
                  </a:lnTo>
                  <a:lnTo>
                    <a:pt x="0" y="116085"/>
                  </a:lnTo>
                  <a:lnTo>
                    <a:pt x="0" y="104774"/>
                  </a:lnTo>
                  <a:lnTo>
                    <a:pt x="27384" y="104774"/>
                  </a:lnTo>
                  <a:lnTo>
                    <a:pt x="27384" y="86915"/>
                  </a:lnTo>
                  <a:lnTo>
                    <a:pt x="38695" y="86915"/>
                  </a:lnTo>
                  <a:lnTo>
                    <a:pt x="38695" y="104774"/>
                  </a:lnTo>
                  <a:lnTo>
                    <a:pt x="45839" y="104774"/>
                  </a:lnTo>
                  <a:lnTo>
                    <a:pt x="48571" y="102542"/>
                  </a:lnTo>
                  <a:lnTo>
                    <a:pt x="51292" y="100369"/>
                  </a:lnTo>
                  <a:lnTo>
                    <a:pt x="54000" y="98256"/>
                  </a:lnTo>
                  <a:lnTo>
                    <a:pt x="56697" y="96202"/>
                  </a:lnTo>
                  <a:lnTo>
                    <a:pt x="59382" y="94208"/>
                  </a:lnTo>
                  <a:lnTo>
                    <a:pt x="62055" y="92273"/>
                  </a:lnTo>
                  <a:lnTo>
                    <a:pt x="64716" y="90398"/>
                  </a:lnTo>
                  <a:lnTo>
                    <a:pt x="67365" y="88582"/>
                  </a:lnTo>
                  <a:lnTo>
                    <a:pt x="70002" y="86826"/>
                  </a:lnTo>
                  <a:lnTo>
                    <a:pt x="72628" y="85129"/>
                  </a:lnTo>
                  <a:lnTo>
                    <a:pt x="83939" y="92868"/>
                  </a:lnTo>
                  <a:lnTo>
                    <a:pt x="81468" y="94059"/>
                  </a:lnTo>
                  <a:lnTo>
                    <a:pt x="79057" y="95250"/>
                  </a:lnTo>
                  <a:lnTo>
                    <a:pt x="76706" y="96440"/>
                  </a:lnTo>
                  <a:lnTo>
                    <a:pt x="74414" y="97631"/>
                  </a:lnTo>
                  <a:lnTo>
                    <a:pt x="72181" y="98821"/>
                  </a:lnTo>
                  <a:lnTo>
                    <a:pt x="70008" y="100012"/>
                  </a:lnTo>
                  <a:lnTo>
                    <a:pt x="67895" y="101203"/>
                  </a:lnTo>
                  <a:lnTo>
                    <a:pt x="65841" y="102393"/>
                  </a:lnTo>
                  <a:lnTo>
                    <a:pt x="63847" y="103584"/>
                  </a:lnTo>
                  <a:lnTo>
                    <a:pt x="61912" y="104775"/>
                  </a:lnTo>
                  <a:lnTo>
                    <a:pt x="136921" y="104774"/>
                  </a:lnTo>
                  <a:lnTo>
                    <a:pt x="136921" y="116085"/>
                  </a:lnTo>
                  <a:lnTo>
                    <a:pt x="72032" y="116085"/>
                  </a:lnTo>
                  <a:lnTo>
                    <a:pt x="75896" y="117419"/>
                  </a:lnTo>
                  <a:lnTo>
                    <a:pt x="79629" y="118800"/>
                  </a:lnTo>
                  <a:lnTo>
                    <a:pt x="83230" y="120229"/>
                  </a:lnTo>
                  <a:lnTo>
                    <a:pt x="86701" y="121705"/>
                  </a:lnTo>
                  <a:lnTo>
                    <a:pt x="90041" y="123229"/>
                  </a:lnTo>
                  <a:lnTo>
                    <a:pt x="93249" y="124801"/>
                  </a:lnTo>
                  <a:lnTo>
                    <a:pt x="96327" y="126420"/>
                  </a:lnTo>
                  <a:lnTo>
                    <a:pt x="99274" y="128087"/>
                  </a:lnTo>
                  <a:lnTo>
                    <a:pt x="102090" y="129801"/>
                  </a:lnTo>
                  <a:lnTo>
                    <a:pt x="104775" y="131564"/>
                  </a:lnTo>
                  <a:lnTo>
                    <a:pt x="96440" y="139898"/>
                  </a:lnTo>
                  <a:lnTo>
                    <a:pt x="91255" y="136564"/>
                  </a:lnTo>
                  <a:lnTo>
                    <a:pt x="85939" y="133469"/>
                  </a:lnTo>
                  <a:lnTo>
                    <a:pt x="80492" y="130611"/>
                  </a:lnTo>
                  <a:lnTo>
                    <a:pt x="74914" y="127992"/>
                  </a:lnTo>
                  <a:lnTo>
                    <a:pt x="69205" y="125610"/>
                  </a:lnTo>
                  <a:lnTo>
                    <a:pt x="63365" y="123467"/>
                  </a:lnTo>
                  <a:lnTo>
                    <a:pt x="57394" y="121562"/>
                  </a:lnTo>
                  <a:lnTo>
                    <a:pt x="51292" y="119895"/>
                  </a:lnTo>
                  <a:lnTo>
                    <a:pt x="45059" y="118467"/>
                  </a:lnTo>
                  <a:lnTo>
                    <a:pt x="38695" y="117276"/>
                  </a:lnTo>
                  <a:lnTo>
                    <a:pt x="38695" y="135135"/>
                  </a:lnTo>
                  <a:close/>
                  <a:moveTo>
                    <a:pt x="7739" y="77390"/>
                  </a:moveTo>
                  <a:lnTo>
                    <a:pt x="7739" y="13096"/>
                  </a:lnTo>
                  <a:lnTo>
                    <a:pt x="19050" y="13096"/>
                  </a:lnTo>
                  <a:lnTo>
                    <a:pt x="19050" y="77390"/>
                  </a:lnTo>
                  <a:close/>
                  <a:moveTo>
                    <a:pt x="41671" y="86320"/>
                  </a:moveTo>
                  <a:lnTo>
                    <a:pt x="41671" y="2976"/>
                  </a:lnTo>
                  <a:lnTo>
                    <a:pt x="52982" y="2976"/>
                  </a:lnTo>
                  <a:lnTo>
                    <a:pt x="52982" y="39290"/>
                  </a:lnTo>
                  <a:lnTo>
                    <a:pt x="122039" y="39290"/>
                  </a:lnTo>
                  <a:lnTo>
                    <a:pt x="123658" y="39329"/>
                  </a:lnTo>
                  <a:lnTo>
                    <a:pt x="125182" y="39445"/>
                  </a:lnTo>
                  <a:lnTo>
                    <a:pt x="126611" y="39638"/>
                  </a:lnTo>
                  <a:lnTo>
                    <a:pt x="127944" y="39909"/>
                  </a:lnTo>
                  <a:lnTo>
                    <a:pt x="129182" y="40258"/>
                  </a:lnTo>
                  <a:lnTo>
                    <a:pt x="130325" y="40683"/>
                  </a:lnTo>
                  <a:lnTo>
                    <a:pt x="131373" y="41186"/>
                  </a:lnTo>
                  <a:lnTo>
                    <a:pt x="132326" y="41767"/>
                  </a:lnTo>
                  <a:lnTo>
                    <a:pt x="133183" y="42424"/>
                  </a:lnTo>
                  <a:lnTo>
                    <a:pt x="133945" y="43160"/>
                  </a:lnTo>
                  <a:lnTo>
                    <a:pt x="134623" y="44032"/>
                  </a:lnTo>
                  <a:lnTo>
                    <a:pt x="135231" y="45100"/>
                  </a:lnTo>
                  <a:lnTo>
                    <a:pt x="135766" y="46365"/>
                  </a:lnTo>
                  <a:lnTo>
                    <a:pt x="136231" y="47827"/>
                  </a:lnTo>
                  <a:lnTo>
                    <a:pt x="136624" y="49485"/>
                  </a:lnTo>
                  <a:lnTo>
                    <a:pt x="136945" y="51339"/>
                  </a:lnTo>
                  <a:lnTo>
                    <a:pt x="137195" y="53390"/>
                  </a:lnTo>
                  <a:lnTo>
                    <a:pt x="137374" y="55637"/>
                  </a:lnTo>
                  <a:lnTo>
                    <a:pt x="137481" y="58081"/>
                  </a:lnTo>
                  <a:lnTo>
                    <a:pt x="137517" y="60721"/>
                  </a:lnTo>
                  <a:lnTo>
                    <a:pt x="137499" y="61668"/>
                  </a:lnTo>
                  <a:lnTo>
                    <a:pt x="137445" y="62603"/>
                  </a:lnTo>
                  <a:lnTo>
                    <a:pt x="137356" y="63525"/>
                  </a:lnTo>
                  <a:lnTo>
                    <a:pt x="137231" y="64436"/>
                  </a:lnTo>
                  <a:lnTo>
                    <a:pt x="137070" y="65335"/>
                  </a:lnTo>
                  <a:lnTo>
                    <a:pt x="136874" y="66222"/>
                  </a:lnTo>
                  <a:lnTo>
                    <a:pt x="136642" y="67097"/>
                  </a:lnTo>
                  <a:lnTo>
                    <a:pt x="136374" y="67960"/>
                  </a:lnTo>
                  <a:lnTo>
                    <a:pt x="136070" y="68812"/>
                  </a:lnTo>
                  <a:lnTo>
                    <a:pt x="135731" y="69651"/>
                  </a:lnTo>
                  <a:lnTo>
                    <a:pt x="123229" y="72032"/>
                  </a:lnTo>
                  <a:lnTo>
                    <a:pt x="123682" y="70848"/>
                  </a:lnTo>
                  <a:lnTo>
                    <a:pt x="124086" y="69675"/>
                  </a:lnTo>
                  <a:lnTo>
                    <a:pt x="124444" y="68514"/>
                  </a:lnTo>
                  <a:lnTo>
                    <a:pt x="124753" y="67365"/>
                  </a:lnTo>
                  <a:lnTo>
                    <a:pt x="125015" y="66228"/>
                  </a:lnTo>
                  <a:lnTo>
                    <a:pt x="125229" y="65103"/>
                  </a:lnTo>
                  <a:lnTo>
                    <a:pt x="125396" y="63990"/>
                  </a:lnTo>
                  <a:lnTo>
                    <a:pt x="125515" y="62888"/>
                  </a:lnTo>
                  <a:lnTo>
                    <a:pt x="125587" y="61799"/>
                  </a:lnTo>
                  <a:lnTo>
                    <a:pt x="125610" y="60721"/>
                  </a:lnTo>
                  <a:lnTo>
                    <a:pt x="125596" y="59796"/>
                  </a:lnTo>
                  <a:lnTo>
                    <a:pt x="125551" y="58924"/>
                  </a:lnTo>
                  <a:lnTo>
                    <a:pt x="125476" y="58105"/>
                  </a:lnTo>
                  <a:lnTo>
                    <a:pt x="125372" y="57340"/>
                  </a:lnTo>
                  <a:lnTo>
                    <a:pt x="125238" y="56629"/>
                  </a:lnTo>
                  <a:lnTo>
                    <a:pt x="125075" y="55971"/>
                  </a:lnTo>
                  <a:lnTo>
                    <a:pt x="124881" y="55367"/>
                  </a:lnTo>
                  <a:lnTo>
                    <a:pt x="124658" y="54816"/>
                  </a:lnTo>
                  <a:lnTo>
                    <a:pt x="124405" y="54319"/>
                  </a:lnTo>
                  <a:lnTo>
                    <a:pt x="124122" y="53875"/>
                  </a:lnTo>
                  <a:lnTo>
                    <a:pt x="123810" y="53479"/>
                  </a:lnTo>
                  <a:lnTo>
                    <a:pt x="123467" y="53125"/>
                  </a:lnTo>
                  <a:lnTo>
                    <a:pt x="123095" y="52813"/>
                  </a:lnTo>
                  <a:lnTo>
                    <a:pt x="122693" y="52542"/>
                  </a:lnTo>
                  <a:lnTo>
                    <a:pt x="122262" y="52313"/>
                  </a:lnTo>
                  <a:lnTo>
                    <a:pt x="121800" y="52125"/>
                  </a:lnTo>
                  <a:lnTo>
                    <a:pt x="121309" y="51979"/>
                  </a:lnTo>
                  <a:lnTo>
                    <a:pt x="120788" y="51875"/>
                  </a:lnTo>
                  <a:lnTo>
                    <a:pt x="120238" y="51813"/>
                  </a:lnTo>
                  <a:lnTo>
                    <a:pt x="119657" y="51792"/>
                  </a:lnTo>
                  <a:lnTo>
                    <a:pt x="52982" y="51792"/>
                  </a:lnTo>
                  <a:lnTo>
                    <a:pt x="52982" y="86320"/>
                  </a:lnTo>
                  <a:close/>
                  <a:moveTo>
                    <a:pt x="67865" y="20240"/>
                  </a:moveTo>
                  <a:lnTo>
                    <a:pt x="72300" y="17787"/>
                  </a:lnTo>
                  <a:lnTo>
                    <a:pt x="76795" y="15430"/>
                  </a:lnTo>
                  <a:lnTo>
                    <a:pt x="81349" y="13168"/>
                  </a:lnTo>
                  <a:lnTo>
                    <a:pt x="85963" y="11001"/>
                  </a:lnTo>
                  <a:lnTo>
                    <a:pt x="90636" y="8929"/>
                  </a:lnTo>
                  <a:lnTo>
                    <a:pt x="95369" y="6953"/>
                  </a:lnTo>
                  <a:lnTo>
                    <a:pt x="100161" y="5072"/>
                  </a:lnTo>
                  <a:lnTo>
                    <a:pt x="105013" y="3286"/>
                  </a:lnTo>
                  <a:lnTo>
                    <a:pt x="109924" y="1595"/>
                  </a:lnTo>
                  <a:lnTo>
                    <a:pt x="114895" y="0"/>
                  </a:lnTo>
                  <a:lnTo>
                    <a:pt x="121443" y="11310"/>
                  </a:lnTo>
                  <a:lnTo>
                    <a:pt x="116472" y="12793"/>
                  </a:lnTo>
                  <a:lnTo>
                    <a:pt x="111561" y="14382"/>
                  </a:lnTo>
                  <a:lnTo>
                    <a:pt x="106709" y="16079"/>
                  </a:lnTo>
                  <a:lnTo>
                    <a:pt x="101917" y="17883"/>
                  </a:lnTo>
                  <a:lnTo>
                    <a:pt x="97184" y="19794"/>
                  </a:lnTo>
                  <a:lnTo>
                    <a:pt x="92511" y="21812"/>
                  </a:lnTo>
                  <a:lnTo>
                    <a:pt x="87897" y="23937"/>
                  </a:lnTo>
                  <a:lnTo>
                    <a:pt x="83343" y="26169"/>
                  </a:lnTo>
                  <a:lnTo>
                    <a:pt x="78849" y="28509"/>
                  </a:lnTo>
                  <a:lnTo>
                    <a:pt x="74414" y="30956"/>
                  </a:lnTo>
                  <a:close/>
                  <a:moveTo>
                    <a:pt x="68460" y="73818"/>
                  </a:moveTo>
                  <a:lnTo>
                    <a:pt x="73818" y="63103"/>
                  </a:lnTo>
                  <a:lnTo>
                    <a:pt x="79980" y="65145"/>
                  </a:lnTo>
                  <a:lnTo>
                    <a:pt x="85844" y="67222"/>
                  </a:lnTo>
                  <a:lnTo>
                    <a:pt x="91410" y="69336"/>
                  </a:lnTo>
                  <a:lnTo>
                    <a:pt x="96678" y="71485"/>
                  </a:lnTo>
                  <a:lnTo>
                    <a:pt x="101649" y="73669"/>
                  </a:lnTo>
                  <a:lnTo>
                    <a:pt x="106322" y="75890"/>
                  </a:lnTo>
                  <a:lnTo>
                    <a:pt x="110698" y="78146"/>
                  </a:lnTo>
                  <a:lnTo>
                    <a:pt x="114776" y="80438"/>
                  </a:lnTo>
                  <a:lnTo>
                    <a:pt x="118556" y="82766"/>
                  </a:lnTo>
                  <a:lnTo>
                    <a:pt x="122039" y="85129"/>
                  </a:lnTo>
                  <a:lnTo>
                    <a:pt x="113704" y="94654"/>
                  </a:lnTo>
                  <a:lnTo>
                    <a:pt x="109608" y="92196"/>
                  </a:lnTo>
                  <a:lnTo>
                    <a:pt x="105417" y="89820"/>
                  </a:lnTo>
                  <a:lnTo>
                    <a:pt x="101131" y="87528"/>
                  </a:lnTo>
                  <a:lnTo>
                    <a:pt x="96750" y="85320"/>
                  </a:lnTo>
                  <a:lnTo>
                    <a:pt x="92273" y="83194"/>
                  </a:lnTo>
                  <a:lnTo>
                    <a:pt x="87701" y="81153"/>
                  </a:lnTo>
                  <a:lnTo>
                    <a:pt x="83034" y="79194"/>
                  </a:lnTo>
                  <a:lnTo>
                    <a:pt x="78271" y="77319"/>
                  </a:lnTo>
                  <a:lnTo>
                    <a:pt x="73413" y="755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71822" y="1987727"/>
              <a:ext cx="132754" cy="53578"/>
            </a:xfrm>
            <a:custGeom>
              <a:avLst/>
              <a:pathLst>
                <a:path w="132754" h="53578">
                  <a:moveTo>
                    <a:pt x="132754" y="39290"/>
                  </a:moveTo>
                  <a:lnTo>
                    <a:pt x="132754" y="53578"/>
                  </a:lnTo>
                  <a:lnTo>
                    <a:pt x="127920" y="46112"/>
                  </a:lnTo>
                  <a:lnTo>
                    <a:pt x="122705" y="39433"/>
                  </a:lnTo>
                  <a:lnTo>
                    <a:pt x="117109" y="33539"/>
                  </a:lnTo>
                  <a:lnTo>
                    <a:pt x="111132" y="28432"/>
                  </a:lnTo>
                  <a:lnTo>
                    <a:pt x="104775" y="24110"/>
                  </a:lnTo>
                  <a:lnTo>
                    <a:pt x="98036" y="20574"/>
                  </a:lnTo>
                  <a:lnTo>
                    <a:pt x="90916" y="17823"/>
                  </a:lnTo>
                  <a:lnTo>
                    <a:pt x="83415" y="15859"/>
                  </a:lnTo>
                  <a:lnTo>
                    <a:pt x="75533" y="14680"/>
                  </a:lnTo>
                  <a:lnTo>
                    <a:pt x="67270" y="14287"/>
                  </a:lnTo>
                  <a:lnTo>
                    <a:pt x="58775" y="14680"/>
                  </a:lnTo>
                  <a:lnTo>
                    <a:pt x="50673" y="15859"/>
                  </a:lnTo>
                  <a:lnTo>
                    <a:pt x="42963" y="17823"/>
                  </a:lnTo>
                  <a:lnTo>
                    <a:pt x="35647" y="20574"/>
                  </a:lnTo>
                  <a:lnTo>
                    <a:pt x="28723" y="24110"/>
                  </a:lnTo>
                  <a:lnTo>
                    <a:pt x="22193" y="28432"/>
                  </a:lnTo>
                  <a:lnTo>
                    <a:pt x="16055" y="33539"/>
                  </a:lnTo>
                  <a:lnTo>
                    <a:pt x="10310" y="39433"/>
                  </a:lnTo>
                  <a:lnTo>
                    <a:pt x="4958" y="46112"/>
                  </a:lnTo>
                  <a:lnTo>
                    <a:pt x="0" y="53578"/>
                  </a:lnTo>
                  <a:lnTo>
                    <a:pt x="0" y="39290"/>
                  </a:lnTo>
                  <a:lnTo>
                    <a:pt x="1878" y="35900"/>
                  </a:lnTo>
                  <a:lnTo>
                    <a:pt x="3940" y="32635"/>
                  </a:lnTo>
                  <a:lnTo>
                    <a:pt x="6188" y="29494"/>
                  </a:lnTo>
                  <a:lnTo>
                    <a:pt x="8620" y="26479"/>
                  </a:lnTo>
                  <a:lnTo>
                    <a:pt x="11236" y="23589"/>
                  </a:lnTo>
                  <a:lnTo>
                    <a:pt x="14037" y="20824"/>
                  </a:lnTo>
                  <a:lnTo>
                    <a:pt x="17022" y="18183"/>
                  </a:lnTo>
                  <a:lnTo>
                    <a:pt x="20193" y="15668"/>
                  </a:lnTo>
                  <a:lnTo>
                    <a:pt x="23547" y="13278"/>
                  </a:lnTo>
                  <a:lnTo>
                    <a:pt x="27086" y="11013"/>
                  </a:lnTo>
                  <a:lnTo>
                    <a:pt x="30756" y="8920"/>
                  </a:lnTo>
                  <a:lnTo>
                    <a:pt x="34504" y="7048"/>
                  </a:lnTo>
                  <a:lnTo>
                    <a:pt x="38329" y="5396"/>
                  </a:lnTo>
                  <a:lnTo>
                    <a:pt x="42231" y="3964"/>
                  </a:lnTo>
                  <a:lnTo>
                    <a:pt x="46211" y="2753"/>
                  </a:lnTo>
                  <a:lnTo>
                    <a:pt x="50268" y="1762"/>
                  </a:lnTo>
                  <a:lnTo>
                    <a:pt x="54402" y="991"/>
                  </a:lnTo>
                  <a:lnTo>
                    <a:pt x="58614" y="440"/>
                  </a:lnTo>
                  <a:lnTo>
                    <a:pt x="62903" y="110"/>
                  </a:lnTo>
                  <a:lnTo>
                    <a:pt x="67270" y="0"/>
                  </a:lnTo>
                  <a:lnTo>
                    <a:pt x="71523" y="110"/>
                  </a:lnTo>
                  <a:lnTo>
                    <a:pt x="75711" y="440"/>
                  </a:lnTo>
                  <a:lnTo>
                    <a:pt x="79834" y="991"/>
                  </a:lnTo>
                  <a:lnTo>
                    <a:pt x="83891" y="1762"/>
                  </a:lnTo>
                  <a:lnTo>
                    <a:pt x="87883" y="2753"/>
                  </a:lnTo>
                  <a:lnTo>
                    <a:pt x="91809" y="3964"/>
                  </a:lnTo>
                  <a:lnTo>
                    <a:pt x="95669" y="5396"/>
                  </a:lnTo>
                  <a:lnTo>
                    <a:pt x="99464" y="7048"/>
                  </a:lnTo>
                  <a:lnTo>
                    <a:pt x="103194" y="8920"/>
                  </a:lnTo>
                  <a:lnTo>
                    <a:pt x="106858" y="11013"/>
                  </a:lnTo>
                  <a:lnTo>
                    <a:pt x="110385" y="13278"/>
                  </a:lnTo>
                  <a:lnTo>
                    <a:pt x="113704" y="15668"/>
                  </a:lnTo>
                  <a:lnTo>
                    <a:pt x="116815" y="18183"/>
                  </a:lnTo>
                  <a:lnTo>
                    <a:pt x="119717" y="20824"/>
                  </a:lnTo>
                  <a:lnTo>
                    <a:pt x="122411" y="23589"/>
                  </a:lnTo>
                  <a:lnTo>
                    <a:pt x="124896" y="26479"/>
                  </a:lnTo>
                  <a:lnTo>
                    <a:pt x="127173" y="29494"/>
                  </a:lnTo>
                  <a:lnTo>
                    <a:pt x="129242" y="32635"/>
                  </a:lnTo>
                  <a:lnTo>
                    <a:pt x="131102" y="359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3254612" y="6377950"/>
              <a:ext cx="141089" cy="136921"/>
            </a:xfrm>
            <a:custGeom>
              <a:avLst/>
              <a:pathLst>
                <a:path w="141089" h="136921">
                  <a:moveTo>
                    <a:pt x="54173" y="11310"/>
                  </a:moveTo>
                  <a:lnTo>
                    <a:pt x="75009" y="11310"/>
                  </a:lnTo>
                  <a:lnTo>
                    <a:pt x="75009" y="0"/>
                  </a:lnTo>
                  <a:lnTo>
                    <a:pt x="86320" y="0"/>
                  </a:lnTo>
                  <a:lnTo>
                    <a:pt x="86320" y="11310"/>
                  </a:lnTo>
                  <a:lnTo>
                    <a:pt x="107156" y="11310"/>
                  </a:lnTo>
                  <a:lnTo>
                    <a:pt x="107156" y="0"/>
                  </a:lnTo>
                  <a:lnTo>
                    <a:pt x="118467" y="0"/>
                  </a:lnTo>
                  <a:lnTo>
                    <a:pt x="118467" y="11310"/>
                  </a:lnTo>
                  <a:lnTo>
                    <a:pt x="139303" y="11310"/>
                  </a:lnTo>
                  <a:lnTo>
                    <a:pt x="139303" y="22026"/>
                  </a:lnTo>
                  <a:lnTo>
                    <a:pt x="118467" y="22026"/>
                  </a:lnTo>
                  <a:lnTo>
                    <a:pt x="118467" y="33337"/>
                  </a:lnTo>
                  <a:lnTo>
                    <a:pt x="132159" y="33337"/>
                  </a:lnTo>
                  <a:lnTo>
                    <a:pt x="132159" y="82153"/>
                  </a:lnTo>
                  <a:lnTo>
                    <a:pt x="101798" y="82153"/>
                  </a:lnTo>
                  <a:lnTo>
                    <a:pt x="101673" y="83224"/>
                  </a:lnTo>
                  <a:lnTo>
                    <a:pt x="101536" y="84296"/>
                  </a:lnTo>
                  <a:lnTo>
                    <a:pt x="101387" y="85367"/>
                  </a:lnTo>
                  <a:lnTo>
                    <a:pt x="101226" y="86439"/>
                  </a:lnTo>
                  <a:lnTo>
                    <a:pt x="101054" y="87510"/>
                  </a:lnTo>
                  <a:lnTo>
                    <a:pt x="100869" y="88582"/>
                  </a:lnTo>
                  <a:lnTo>
                    <a:pt x="100673" y="89654"/>
                  </a:lnTo>
                  <a:lnTo>
                    <a:pt x="100464" y="90725"/>
                  </a:lnTo>
                  <a:lnTo>
                    <a:pt x="100244" y="91797"/>
                  </a:lnTo>
                  <a:lnTo>
                    <a:pt x="100012" y="92868"/>
                  </a:lnTo>
                  <a:lnTo>
                    <a:pt x="139303" y="92868"/>
                  </a:lnTo>
                  <a:lnTo>
                    <a:pt x="139303" y="103584"/>
                  </a:lnTo>
                  <a:lnTo>
                    <a:pt x="106560" y="103584"/>
                  </a:lnTo>
                  <a:lnTo>
                    <a:pt x="108727" y="106584"/>
                  </a:lnTo>
                  <a:lnTo>
                    <a:pt x="111180" y="109394"/>
                  </a:lnTo>
                  <a:lnTo>
                    <a:pt x="113919" y="112014"/>
                  </a:lnTo>
                  <a:lnTo>
                    <a:pt x="116943" y="114442"/>
                  </a:lnTo>
                  <a:lnTo>
                    <a:pt x="120253" y="116681"/>
                  </a:lnTo>
                  <a:lnTo>
                    <a:pt x="123848" y="118729"/>
                  </a:lnTo>
                  <a:lnTo>
                    <a:pt x="127730" y="120586"/>
                  </a:lnTo>
                  <a:lnTo>
                    <a:pt x="131897" y="122253"/>
                  </a:lnTo>
                  <a:lnTo>
                    <a:pt x="136350" y="123729"/>
                  </a:lnTo>
                  <a:lnTo>
                    <a:pt x="141089" y="125015"/>
                  </a:lnTo>
                  <a:lnTo>
                    <a:pt x="134540" y="136921"/>
                  </a:lnTo>
                  <a:lnTo>
                    <a:pt x="129224" y="135004"/>
                  </a:lnTo>
                  <a:lnTo>
                    <a:pt x="124229" y="132826"/>
                  </a:lnTo>
                  <a:lnTo>
                    <a:pt x="119556" y="130385"/>
                  </a:lnTo>
                  <a:lnTo>
                    <a:pt x="115204" y="127682"/>
                  </a:lnTo>
                  <a:lnTo>
                    <a:pt x="111174" y="124717"/>
                  </a:lnTo>
                  <a:lnTo>
                    <a:pt x="107465" y="121491"/>
                  </a:lnTo>
                  <a:lnTo>
                    <a:pt x="104078" y="118002"/>
                  </a:lnTo>
                  <a:lnTo>
                    <a:pt x="101012" y="114252"/>
                  </a:lnTo>
                  <a:lnTo>
                    <a:pt x="98268" y="110239"/>
                  </a:lnTo>
                  <a:lnTo>
                    <a:pt x="95845" y="105965"/>
                  </a:lnTo>
                  <a:lnTo>
                    <a:pt x="93606" y="110662"/>
                  </a:lnTo>
                  <a:lnTo>
                    <a:pt x="90939" y="114990"/>
                  </a:lnTo>
                  <a:lnTo>
                    <a:pt x="87844" y="118949"/>
                  </a:lnTo>
                  <a:lnTo>
                    <a:pt x="84320" y="122539"/>
                  </a:lnTo>
                  <a:lnTo>
                    <a:pt x="80367" y="125759"/>
                  </a:lnTo>
                  <a:lnTo>
                    <a:pt x="75985" y="128611"/>
                  </a:lnTo>
                  <a:lnTo>
                    <a:pt x="71175" y="131093"/>
                  </a:lnTo>
                  <a:lnTo>
                    <a:pt x="65936" y="133207"/>
                  </a:lnTo>
                  <a:lnTo>
                    <a:pt x="60269" y="134951"/>
                  </a:lnTo>
                  <a:lnTo>
                    <a:pt x="54173" y="136326"/>
                  </a:lnTo>
                  <a:lnTo>
                    <a:pt x="49410" y="126206"/>
                  </a:lnTo>
                  <a:lnTo>
                    <a:pt x="54798" y="124694"/>
                  </a:lnTo>
                  <a:lnTo>
                    <a:pt x="59769" y="123015"/>
                  </a:lnTo>
                  <a:lnTo>
                    <a:pt x="64323" y="121169"/>
                  </a:lnTo>
                  <a:lnTo>
                    <a:pt x="68460" y="119157"/>
                  </a:lnTo>
                  <a:lnTo>
                    <a:pt x="72181" y="116978"/>
                  </a:lnTo>
                  <a:lnTo>
                    <a:pt x="75485" y="114633"/>
                  </a:lnTo>
                  <a:lnTo>
                    <a:pt x="78372" y="112121"/>
                  </a:lnTo>
                  <a:lnTo>
                    <a:pt x="80843" y="109442"/>
                  </a:lnTo>
                  <a:lnTo>
                    <a:pt x="82897" y="106596"/>
                  </a:lnTo>
                  <a:lnTo>
                    <a:pt x="84534" y="103584"/>
                  </a:lnTo>
                  <a:lnTo>
                    <a:pt x="53578" y="103584"/>
                  </a:lnTo>
                  <a:lnTo>
                    <a:pt x="53578" y="92868"/>
                  </a:lnTo>
                  <a:lnTo>
                    <a:pt x="88106" y="92868"/>
                  </a:lnTo>
                  <a:lnTo>
                    <a:pt x="88451" y="91904"/>
                  </a:lnTo>
                  <a:lnTo>
                    <a:pt x="88773" y="90916"/>
                  </a:lnTo>
                  <a:lnTo>
                    <a:pt x="89070" y="89904"/>
                  </a:lnTo>
                  <a:lnTo>
                    <a:pt x="89344" y="88868"/>
                  </a:lnTo>
                  <a:lnTo>
                    <a:pt x="89594" y="87808"/>
                  </a:lnTo>
                  <a:lnTo>
                    <a:pt x="89820" y="86725"/>
                  </a:lnTo>
                  <a:lnTo>
                    <a:pt x="90023" y="85617"/>
                  </a:lnTo>
                  <a:lnTo>
                    <a:pt x="90201" y="84486"/>
                  </a:lnTo>
                  <a:lnTo>
                    <a:pt x="90356" y="83331"/>
                  </a:lnTo>
                  <a:lnTo>
                    <a:pt x="90487" y="82153"/>
                  </a:lnTo>
                  <a:lnTo>
                    <a:pt x="61317" y="82153"/>
                  </a:lnTo>
                  <a:lnTo>
                    <a:pt x="61317" y="33337"/>
                  </a:lnTo>
                  <a:lnTo>
                    <a:pt x="75009" y="33337"/>
                  </a:lnTo>
                  <a:lnTo>
                    <a:pt x="75009" y="22026"/>
                  </a:lnTo>
                  <a:lnTo>
                    <a:pt x="54173" y="22026"/>
                  </a:lnTo>
                  <a:close/>
                  <a:moveTo>
                    <a:pt x="86320" y="33337"/>
                  </a:moveTo>
                  <a:lnTo>
                    <a:pt x="107156" y="33337"/>
                  </a:lnTo>
                  <a:lnTo>
                    <a:pt x="107156" y="22026"/>
                  </a:lnTo>
                  <a:lnTo>
                    <a:pt x="86320" y="22026"/>
                  </a:lnTo>
                  <a:close/>
                  <a:moveTo>
                    <a:pt x="72628" y="52982"/>
                  </a:moveTo>
                  <a:lnTo>
                    <a:pt x="120848" y="52982"/>
                  </a:lnTo>
                  <a:lnTo>
                    <a:pt x="120848" y="43457"/>
                  </a:lnTo>
                  <a:lnTo>
                    <a:pt x="72628" y="43457"/>
                  </a:lnTo>
                  <a:close/>
                  <a:moveTo>
                    <a:pt x="72628" y="72032"/>
                  </a:moveTo>
                  <a:lnTo>
                    <a:pt x="120848" y="72032"/>
                  </a:lnTo>
                  <a:lnTo>
                    <a:pt x="120848" y="61912"/>
                  </a:lnTo>
                  <a:lnTo>
                    <a:pt x="72628" y="61912"/>
                  </a:lnTo>
                  <a:close/>
                  <a:moveTo>
                    <a:pt x="4762" y="27384"/>
                  </a:moveTo>
                  <a:lnTo>
                    <a:pt x="23812" y="27384"/>
                  </a:lnTo>
                  <a:lnTo>
                    <a:pt x="23812" y="0"/>
                  </a:lnTo>
                  <a:lnTo>
                    <a:pt x="35123" y="0"/>
                  </a:lnTo>
                  <a:lnTo>
                    <a:pt x="35123" y="27384"/>
                  </a:lnTo>
                  <a:lnTo>
                    <a:pt x="52982" y="27384"/>
                  </a:lnTo>
                  <a:lnTo>
                    <a:pt x="52982" y="38695"/>
                  </a:lnTo>
                  <a:lnTo>
                    <a:pt x="35123" y="38695"/>
                  </a:lnTo>
                  <a:lnTo>
                    <a:pt x="35123" y="45839"/>
                  </a:lnTo>
                  <a:lnTo>
                    <a:pt x="37355" y="48571"/>
                  </a:lnTo>
                  <a:lnTo>
                    <a:pt x="39528" y="51292"/>
                  </a:lnTo>
                  <a:lnTo>
                    <a:pt x="41642" y="54000"/>
                  </a:lnTo>
                  <a:lnTo>
                    <a:pt x="43695" y="56697"/>
                  </a:lnTo>
                  <a:lnTo>
                    <a:pt x="45690" y="59382"/>
                  </a:lnTo>
                  <a:lnTo>
                    <a:pt x="47625" y="62055"/>
                  </a:lnTo>
                  <a:lnTo>
                    <a:pt x="49500" y="64716"/>
                  </a:lnTo>
                  <a:lnTo>
                    <a:pt x="51315" y="67365"/>
                  </a:lnTo>
                  <a:lnTo>
                    <a:pt x="53072" y="70002"/>
                  </a:lnTo>
                  <a:lnTo>
                    <a:pt x="54768" y="72628"/>
                  </a:lnTo>
                  <a:lnTo>
                    <a:pt x="47029" y="83939"/>
                  </a:lnTo>
                  <a:lnTo>
                    <a:pt x="45839" y="81468"/>
                  </a:lnTo>
                  <a:lnTo>
                    <a:pt x="44648" y="79057"/>
                  </a:lnTo>
                  <a:lnTo>
                    <a:pt x="43457" y="76706"/>
                  </a:lnTo>
                  <a:lnTo>
                    <a:pt x="42267" y="74414"/>
                  </a:lnTo>
                  <a:lnTo>
                    <a:pt x="41076" y="72181"/>
                  </a:lnTo>
                  <a:lnTo>
                    <a:pt x="39885" y="70008"/>
                  </a:lnTo>
                  <a:lnTo>
                    <a:pt x="38695" y="67895"/>
                  </a:lnTo>
                  <a:lnTo>
                    <a:pt x="37504" y="65841"/>
                  </a:lnTo>
                  <a:lnTo>
                    <a:pt x="36314" y="63847"/>
                  </a:lnTo>
                  <a:lnTo>
                    <a:pt x="35123" y="61912"/>
                  </a:lnTo>
                  <a:lnTo>
                    <a:pt x="35123" y="136921"/>
                  </a:lnTo>
                  <a:lnTo>
                    <a:pt x="23812" y="136921"/>
                  </a:lnTo>
                  <a:lnTo>
                    <a:pt x="23812" y="72032"/>
                  </a:lnTo>
                  <a:lnTo>
                    <a:pt x="22478" y="75896"/>
                  </a:lnTo>
                  <a:lnTo>
                    <a:pt x="21097" y="79629"/>
                  </a:lnTo>
                  <a:lnTo>
                    <a:pt x="19669" y="83230"/>
                  </a:lnTo>
                  <a:lnTo>
                    <a:pt x="18192" y="86701"/>
                  </a:lnTo>
                  <a:lnTo>
                    <a:pt x="16668" y="90041"/>
                  </a:lnTo>
                  <a:lnTo>
                    <a:pt x="15097" y="93249"/>
                  </a:lnTo>
                  <a:lnTo>
                    <a:pt x="13477" y="96327"/>
                  </a:lnTo>
                  <a:lnTo>
                    <a:pt x="11811" y="99274"/>
                  </a:lnTo>
                  <a:lnTo>
                    <a:pt x="10096" y="102090"/>
                  </a:lnTo>
                  <a:lnTo>
                    <a:pt x="8334" y="104775"/>
                  </a:lnTo>
                  <a:lnTo>
                    <a:pt x="0" y="96440"/>
                  </a:lnTo>
                  <a:lnTo>
                    <a:pt x="3333" y="91255"/>
                  </a:lnTo>
                  <a:lnTo>
                    <a:pt x="6429" y="85939"/>
                  </a:lnTo>
                  <a:lnTo>
                    <a:pt x="9286" y="80492"/>
                  </a:lnTo>
                  <a:lnTo>
                    <a:pt x="11906" y="74914"/>
                  </a:lnTo>
                  <a:lnTo>
                    <a:pt x="14287" y="69205"/>
                  </a:lnTo>
                  <a:lnTo>
                    <a:pt x="16430" y="63365"/>
                  </a:lnTo>
                  <a:lnTo>
                    <a:pt x="18335" y="57394"/>
                  </a:lnTo>
                  <a:lnTo>
                    <a:pt x="20002" y="51292"/>
                  </a:lnTo>
                  <a:lnTo>
                    <a:pt x="21431" y="45059"/>
                  </a:lnTo>
                  <a:lnTo>
                    <a:pt x="22621" y="38695"/>
                  </a:lnTo>
                  <a:lnTo>
                    <a:pt x="4762" y="386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3409393" y="6380331"/>
              <a:ext cx="136326" cy="130373"/>
            </a:xfrm>
            <a:custGeom>
              <a:avLst/>
              <a:pathLst>
                <a:path w="136326" h="130373">
                  <a:moveTo>
                    <a:pt x="62507" y="80962"/>
                  </a:moveTo>
                  <a:lnTo>
                    <a:pt x="75009" y="80962"/>
                  </a:lnTo>
                  <a:lnTo>
                    <a:pt x="75009" y="94654"/>
                  </a:lnTo>
                  <a:lnTo>
                    <a:pt x="126206" y="94654"/>
                  </a:lnTo>
                  <a:lnTo>
                    <a:pt x="126206" y="105370"/>
                  </a:lnTo>
                  <a:lnTo>
                    <a:pt x="75009" y="105370"/>
                  </a:lnTo>
                  <a:lnTo>
                    <a:pt x="75009" y="119062"/>
                  </a:lnTo>
                  <a:lnTo>
                    <a:pt x="136326" y="119062"/>
                  </a:lnTo>
                  <a:lnTo>
                    <a:pt x="136326" y="130373"/>
                  </a:lnTo>
                  <a:lnTo>
                    <a:pt x="0" y="130373"/>
                  </a:lnTo>
                  <a:lnTo>
                    <a:pt x="0" y="119062"/>
                  </a:lnTo>
                  <a:lnTo>
                    <a:pt x="62507" y="119062"/>
                  </a:lnTo>
                  <a:lnTo>
                    <a:pt x="62507" y="105370"/>
                  </a:lnTo>
                  <a:lnTo>
                    <a:pt x="11310" y="105370"/>
                  </a:lnTo>
                  <a:lnTo>
                    <a:pt x="11310" y="94654"/>
                  </a:lnTo>
                  <a:lnTo>
                    <a:pt x="62507" y="94654"/>
                  </a:lnTo>
                  <a:close/>
                  <a:moveTo>
                    <a:pt x="6548" y="2976"/>
                  </a:moveTo>
                  <a:lnTo>
                    <a:pt x="76795" y="2976"/>
                  </a:lnTo>
                  <a:lnTo>
                    <a:pt x="76795" y="13692"/>
                  </a:lnTo>
                  <a:lnTo>
                    <a:pt x="62507" y="13692"/>
                  </a:lnTo>
                  <a:lnTo>
                    <a:pt x="62507" y="35123"/>
                  </a:lnTo>
                  <a:lnTo>
                    <a:pt x="80367" y="35123"/>
                  </a:lnTo>
                  <a:lnTo>
                    <a:pt x="80367" y="45839"/>
                  </a:lnTo>
                  <a:lnTo>
                    <a:pt x="62507" y="45839"/>
                  </a:lnTo>
                  <a:lnTo>
                    <a:pt x="62507" y="79771"/>
                  </a:lnTo>
                  <a:lnTo>
                    <a:pt x="51196" y="79771"/>
                  </a:lnTo>
                  <a:lnTo>
                    <a:pt x="51196" y="45839"/>
                  </a:lnTo>
                  <a:lnTo>
                    <a:pt x="32146" y="45839"/>
                  </a:lnTo>
                  <a:lnTo>
                    <a:pt x="31712" y="50053"/>
                  </a:lnTo>
                  <a:lnTo>
                    <a:pt x="30884" y="54125"/>
                  </a:lnTo>
                  <a:lnTo>
                    <a:pt x="29664" y="58054"/>
                  </a:lnTo>
                  <a:lnTo>
                    <a:pt x="28051" y="61841"/>
                  </a:lnTo>
                  <a:lnTo>
                    <a:pt x="26044" y="65484"/>
                  </a:lnTo>
                  <a:lnTo>
                    <a:pt x="23645" y="68984"/>
                  </a:lnTo>
                  <a:lnTo>
                    <a:pt x="20853" y="72342"/>
                  </a:lnTo>
                  <a:lnTo>
                    <a:pt x="17668" y="75557"/>
                  </a:lnTo>
                  <a:lnTo>
                    <a:pt x="14091" y="78628"/>
                  </a:lnTo>
                  <a:lnTo>
                    <a:pt x="10120" y="81557"/>
                  </a:lnTo>
                  <a:lnTo>
                    <a:pt x="3571" y="70842"/>
                  </a:lnTo>
                  <a:lnTo>
                    <a:pt x="6637" y="68663"/>
                  </a:lnTo>
                  <a:lnTo>
                    <a:pt x="9405" y="66413"/>
                  </a:lnTo>
                  <a:lnTo>
                    <a:pt x="11876" y="64091"/>
                  </a:lnTo>
                  <a:lnTo>
                    <a:pt x="14049" y="61698"/>
                  </a:lnTo>
                  <a:lnTo>
                    <a:pt x="15924" y="59233"/>
                  </a:lnTo>
                  <a:lnTo>
                    <a:pt x="17502" y="56697"/>
                  </a:lnTo>
                  <a:lnTo>
                    <a:pt x="18782" y="54090"/>
                  </a:lnTo>
                  <a:lnTo>
                    <a:pt x="19764" y="51411"/>
                  </a:lnTo>
                  <a:lnTo>
                    <a:pt x="20448" y="48660"/>
                  </a:lnTo>
                  <a:lnTo>
                    <a:pt x="20835" y="45839"/>
                  </a:lnTo>
                  <a:lnTo>
                    <a:pt x="1785" y="45839"/>
                  </a:lnTo>
                  <a:lnTo>
                    <a:pt x="1785" y="35123"/>
                  </a:lnTo>
                  <a:lnTo>
                    <a:pt x="20835" y="35123"/>
                  </a:lnTo>
                  <a:lnTo>
                    <a:pt x="20835" y="13692"/>
                  </a:lnTo>
                  <a:lnTo>
                    <a:pt x="6548" y="13692"/>
                  </a:lnTo>
                  <a:close/>
                  <a:moveTo>
                    <a:pt x="51196" y="35123"/>
                  </a:moveTo>
                  <a:lnTo>
                    <a:pt x="51196" y="13692"/>
                  </a:lnTo>
                  <a:lnTo>
                    <a:pt x="32146" y="13692"/>
                  </a:lnTo>
                  <a:lnTo>
                    <a:pt x="32146" y="35123"/>
                  </a:lnTo>
                  <a:close/>
                  <a:moveTo>
                    <a:pt x="115490" y="0"/>
                  </a:moveTo>
                  <a:lnTo>
                    <a:pt x="126801" y="0"/>
                  </a:lnTo>
                  <a:lnTo>
                    <a:pt x="126801" y="68460"/>
                  </a:lnTo>
                  <a:lnTo>
                    <a:pt x="126771" y="70193"/>
                  </a:lnTo>
                  <a:lnTo>
                    <a:pt x="126682" y="71818"/>
                  </a:lnTo>
                  <a:lnTo>
                    <a:pt x="126533" y="73336"/>
                  </a:lnTo>
                  <a:lnTo>
                    <a:pt x="126325" y="74747"/>
                  </a:lnTo>
                  <a:lnTo>
                    <a:pt x="126057" y="76051"/>
                  </a:lnTo>
                  <a:lnTo>
                    <a:pt x="125730" y="77247"/>
                  </a:lnTo>
                  <a:lnTo>
                    <a:pt x="125343" y="78337"/>
                  </a:lnTo>
                  <a:lnTo>
                    <a:pt x="124896" y="79319"/>
                  </a:lnTo>
                  <a:lnTo>
                    <a:pt x="124390" y="80194"/>
                  </a:lnTo>
                  <a:lnTo>
                    <a:pt x="123825" y="80962"/>
                  </a:lnTo>
                  <a:lnTo>
                    <a:pt x="123164" y="81641"/>
                  </a:lnTo>
                  <a:lnTo>
                    <a:pt x="122372" y="82248"/>
                  </a:lnTo>
                  <a:lnTo>
                    <a:pt x="121449" y="82784"/>
                  </a:lnTo>
                  <a:lnTo>
                    <a:pt x="120396" y="83248"/>
                  </a:lnTo>
                  <a:lnTo>
                    <a:pt x="119211" y="83641"/>
                  </a:lnTo>
                  <a:lnTo>
                    <a:pt x="117895" y="83962"/>
                  </a:lnTo>
                  <a:lnTo>
                    <a:pt x="116449" y="84212"/>
                  </a:lnTo>
                  <a:lnTo>
                    <a:pt x="114871" y="84391"/>
                  </a:lnTo>
                  <a:lnTo>
                    <a:pt x="113162" y="84498"/>
                  </a:lnTo>
                  <a:lnTo>
                    <a:pt x="111323" y="84534"/>
                  </a:lnTo>
                  <a:lnTo>
                    <a:pt x="109787" y="84516"/>
                  </a:lnTo>
                  <a:lnTo>
                    <a:pt x="108275" y="84462"/>
                  </a:lnTo>
                  <a:lnTo>
                    <a:pt x="106787" y="84373"/>
                  </a:lnTo>
                  <a:lnTo>
                    <a:pt x="105322" y="84248"/>
                  </a:lnTo>
                  <a:lnTo>
                    <a:pt x="103882" y="84087"/>
                  </a:lnTo>
                  <a:lnTo>
                    <a:pt x="102465" y="83891"/>
                  </a:lnTo>
                  <a:lnTo>
                    <a:pt x="101072" y="83659"/>
                  </a:lnTo>
                  <a:lnTo>
                    <a:pt x="99702" y="83391"/>
                  </a:lnTo>
                  <a:lnTo>
                    <a:pt x="98357" y="83087"/>
                  </a:lnTo>
                  <a:lnTo>
                    <a:pt x="97035" y="82748"/>
                  </a:lnTo>
                  <a:lnTo>
                    <a:pt x="94654" y="70246"/>
                  </a:lnTo>
                  <a:lnTo>
                    <a:pt x="96089" y="70699"/>
                  </a:lnTo>
                  <a:lnTo>
                    <a:pt x="97536" y="71104"/>
                  </a:lnTo>
                  <a:lnTo>
                    <a:pt x="98994" y="71461"/>
                  </a:lnTo>
                  <a:lnTo>
                    <a:pt x="100464" y="71770"/>
                  </a:lnTo>
                  <a:lnTo>
                    <a:pt x="101947" y="72032"/>
                  </a:lnTo>
                  <a:lnTo>
                    <a:pt x="103441" y="72247"/>
                  </a:lnTo>
                  <a:lnTo>
                    <a:pt x="104947" y="72413"/>
                  </a:lnTo>
                  <a:lnTo>
                    <a:pt x="106465" y="72532"/>
                  </a:lnTo>
                  <a:lnTo>
                    <a:pt x="107995" y="72604"/>
                  </a:lnTo>
                  <a:lnTo>
                    <a:pt x="109537" y="72628"/>
                  </a:lnTo>
                  <a:lnTo>
                    <a:pt x="110228" y="72613"/>
                  </a:lnTo>
                  <a:lnTo>
                    <a:pt x="110871" y="72568"/>
                  </a:lnTo>
                  <a:lnTo>
                    <a:pt x="111466" y="72494"/>
                  </a:lnTo>
                  <a:lnTo>
                    <a:pt x="112014" y="72390"/>
                  </a:lnTo>
                  <a:lnTo>
                    <a:pt x="112514" y="72256"/>
                  </a:lnTo>
                  <a:lnTo>
                    <a:pt x="112966" y="72092"/>
                  </a:lnTo>
                  <a:lnTo>
                    <a:pt x="113371" y="71898"/>
                  </a:lnTo>
                  <a:lnTo>
                    <a:pt x="113728" y="71675"/>
                  </a:lnTo>
                  <a:lnTo>
                    <a:pt x="114038" y="71422"/>
                  </a:lnTo>
                  <a:lnTo>
                    <a:pt x="114300" y="71139"/>
                  </a:lnTo>
                  <a:lnTo>
                    <a:pt x="114526" y="70815"/>
                  </a:lnTo>
                  <a:lnTo>
                    <a:pt x="114728" y="70437"/>
                  </a:lnTo>
                  <a:lnTo>
                    <a:pt x="114907" y="70005"/>
                  </a:lnTo>
                  <a:lnTo>
                    <a:pt x="115062" y="69520"/>
                  </a:lnTo>
                  <a:lnTo>
                    <a:pt x="115192" y="68981"/>
                  </a:lnTo>
                  <a:lnTo>
                    <a:pt x="115300" y="68389"/>
                  </a:lnTo>
                  <a:lnTo>
                    <a:pt x="115383" y="67743"/>
                  </a:lnTo>
                  <a:lnTo>
                    <a:pt x="115443" y="67044"/>
                  </a:lnTo>
                  <a:lnTo>
                    <a:pt x="115478" y="66291"/>
                  </a:lnTo>
                  <a:lnTo>
                    <a:pt x="115490" y="65484"/>
                  </a:lnTo>
                  <a:close/>
                  <a:moveTo>
                    <a:pt x="88106" y="8334"/>
                  </a:moveTo>
                  <a:lnTo>
                    <a:pt x="100012" y="8334"/>
                  </a:lnTo>
                  <a:lnTo>
                    <a:pt x="100012" y="63103"/>
                  </a:lnTo>
                  <a:lnTo>
                    <a:pt x="88106" y="631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639787" y="6201160"/>
              <a:ext cx="199819" cy="199819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639787" y="6496531"/>
              <a:ext cx="199819" cy="199819"/>
            </a:xfrm>
            <a:prstGeom prst="rect">
              <a:avLst/>
            </a:pr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4376834" y="6201160"/>
              <a:ext cx="199819" cy="199819"/>
            </a:xfrm>
            <a:prstGeom prst="rect">
              <a:avLst/>
            </a:pr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4376834" y="6496531"/>
              <a:ext cx="199819" cy="199819"/>
            </a:xfrm>
            <a:prstGeom prst="rect">
              <a:avLst/>
            </a:pr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479641" y="6201160"/>
              <a:ext cx="199819" cy="199819"/>
            </a:xfrm>
            <a:prstGeom prst="rect">
              <a:avLst/>
            </a:pr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479641" y="6496531"/>
              <a:ext cx="199819" cy="199819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3931472" y="6257880"/>
              <a:ext cx="79593" cy="86320"/>
            </a:xfrm>
            <a:custGeom>
              <a:avLst/>
              <a:pathLst>
                <a:path w="79593" h="86320">
                  <a:moveTo>
                    <a:pt x="0" y="42802"/>
                  </a:moveTo>
                  <a:lnTo>
                    <a:pt x="26" y="40857"/>
                  </a:lnTo>
                  <a:lnTo>
                    <a:pt x="104" y="38950"/>
                  </a:lnTo>
                  <a:lnTo>
                    <a:pt x="235" y="37080"/>
                  </a:lnTo>
                  <a:lnTo>
                    <a:pt x="419" y="35249"/>
                  </a:lnTo>
                  <a:lnTo>
                    <a:pt x="654" y="33456"/>
                  </a:lnTo>
                  <a:lnTo>
                    <a:pt x="942" y="31701"/>
                  </a:lnTo>
                  <a:lnTo>
                    <a:pt x="1283" y="29984"/>
                  </a:lnTo>
                  <a:lnTo>
                    <a:pt x="1676" y="28305"/>
                  </a:lnTo>
                  <a:lnTo>
                    <a:pt x="2121" y="26665"/>
                  </a:lnTo>
                  <a:lnTo>
                    <a:pt x="2619" y="25062"/>
                  </a:lnTo>
                  <a:lnTo>
                    <a:pt x="3180" y="23502"/>
                  </a:lnTo>
                  <a:lnTo>
                    <a:pt x="3793" y="21990"/>
                  </a:lnTo>
                  <a:lnTo>
                    <a:pt x="4457" y="20526"/>
                  </a:lnTo>
                  <a:lnTo>
                    <a:pt x="5172" y="19109"/>
                  </a:lnTo>
                  <a:lnTo>
                    <a:pt x="5938" y="17740"/>
                  </a:lnTo>
                  <a:lnTo>
                    <a:pt x="6755" y="16418"/>
                  </a:lnTo>
                  <a:lnTo>
                    <a:pt x="7624" y="15144"/>
                  </a:lnTo>
                  <a:lnTo>
                    <a:pt x="8543" y="13918"/>
                  </a:lnTo>
                  <a:lnTo>
                    <a:pt x="9514" y="12739"/>
                  </a:lnTo>
                  <a:lnTo>
                    <a:pt x="10537" y="11608"/>
                  </a:lnTo>
                  <a:lnTo>
                    <a:pt x="11621" y="10515"/>
                  </a:lnTo>
                  <a:lnTo>
                    <a:pt x="12756" y="9474"/>
                  </a:lnTo>
                  <a:lnTo>
                    <a:pt x="13941" y="8486"/>
                  </a:lnTo>
                  <a:lnTo>
                    <a:pt x="15175" y="7550"/>
                  </a:lnTo>
                  <a:lnTo>
                    <a:pt x="16460" y="6667"/>
                  </a:lnTo>
                  <a:lnTo>
                    <a:pt x="17795" y="5836"/>
                  </a:lnTo>
                  <a:lnTo>
                    <a:pt x="19179" y="5057"/>
                  </a:lnTo>
                  <a:lnTo>
                    <a:pt x="20614" y="4331"/>
                  </a:lnTo>
                  <a:lnTo>
                    <a:pt x="22099" y="3657"/>
                  </a:lnTo>
                  <a:lnTo>
                    <a:pt x="23633" y="3036"/>
                  </a:lnTo>
                  <a:lnTo>
                    <a:pt x="25218" y="2459"/>
                  </a:lnTo>
                  <a:lnTo>
                    <a:pt x="26853" y="1943"/>
                  </a:lnTo>
                  <a:lnTo>
                    <a:pt x="28538" y="1487"/>
                  </a:lnTo>
                  <a:lnTo>
                    <a:pt x="30272" y="1092"/>
                  </a:lnTo>
                  <a:lnTo>
                    <a:pt x="32057" y="759"/>
                  </a:lnTo>
                  <a:lnTo>
                    <a:pt x="33892" y="485"/>
                  </a:lnTo>
                  <a:lnTo>
                    <a:pt x="35777" y="273"/>
                  </a:lnTo>
                  <a:lnTo>
                    <a:pt x="37711" y="121"/>
                  </a:lnTo>
                  <a:lnTo>
                    <a:pt x="39696" y="30"/>
                  </a:lnTo>
                  <a:lnTo>
                    <a:pt x="41731" y="0"/>
                  </a:lnTo>
                  <a:lnTo>
                    <a:pt x="43260" y="13"/>
                  </a:lnTo>
                  <a:lnTo>
                    <a:pt x="44750" y="54"/>
                  </a:lnTo>
                  <a:lnTo>
                    <a:pt x="46203" y="123"/>
                  </a:lnTo>
                  <a:lnTo>
                    <a:pt x="47617" y="219"/>
                  </a:lnTo>
                  <a:lnTo>
                    <a:pt x="48994" y="342"/>
                  </a:lnTo>
                  <a:lnTo>
                    <a:pt x="50332" y="492"/>
                  </a:lnTo>
                  <a:lnTo>
                    <a:pt x="51632" y="670"/>
                  </a:lnTo>
                  <a:lnTo>
                    <a:pt x="52894" y="876"/>
                  </a:lnTo>
                  <a:lnTo>
                    <a:pt x="54118" y="1109"/>
                  </a:lnTo>
                  <a:lnTo>
                    <a:pt x="55304" y="1369"/>
                  </a:lnTo>
                  <a:lnTo>
                    <a:pt x="56455" y="1654"/>
                  </a:lnTo>
                  <a:lnTo>
                    <a:pt x="57576" y="1964"/>
                  </a:lnTo>
                  <a:lnTo>
                    <a:pt x="58665" y="2297"/>
                  </a:lnTo>
                  <a:lnTo>
                    <a:pt x="59724" y="2655"/>
                  </a:lnTo>
                  <a:lnTo>
                    <a:pt x="60751" y="3036"/>
                  </a:lnTo>
                  <a:lnTo>
                    <a:pt x="61748" y="3440"/>
                  </a:lnTo>
                  <a:lnTo>
                    <a:pt x="62713" y="3869"/>
                  </a:lnTo>
                  <a:lnTo>
                    <a:pt x="63648" y="4321"/>
                  </a:lnTo>
                  <a:lnTo>
                    <a:pt x="64552" y="4798"/>
                  </a:lnTo>
                  <a:lnTo>
                    <a:pt x="65424" y="5298"/>
                  </a:lnTo>
                  <a:lnTo>
                    <a:pt x="66268" y="5821"/>
                  </a:lnTo>
                  <a:lnTo>
                    <a:pt x="67086" y="6367"/>
                  </a:lnTo>
                  <a:lnTo>
                    <a:pt x="67878" y="6935"/>
                  </a:lnTo>
                  <a:lnTo>
                    <a:pt x="68644" y="7527"/>
                  </a:lnTo>
                  <a:lnTo>
                    <a:pt x="69383" y="8140"/>
                  </a:lnTo>
                  <a:lnTo>
                    <a:pt x="70096" y="8777"/>
                  </a:lnTo>
                  <a:lnTo>
                    <a:pt x="70783" y="9436"/>
                  </a:lnTo>
                  <a:lnTo>
                    <a:pt x="71444" y="10117"/>
                  </a:lnTo>
                  <a:lnTo>
                    <a:pt x="72079" y="10822"/>
                  </a:lnTo>
                  <a:lnTo>
                    <a:pt x="72687" y="11549"/>
                  </a:lnTo>
                  <a:lnTo>
                    <a:pt x="73274" y="12284"/>
                  </a:lnTo>
                  <a:lnTo>
                    <a:pt x="73842" y="13039"/>
                  </a:lnTo>
                  <a:lnTo>
                    <a:pt x="74393" y="13813"/>
                  </a:lnTo>
                  <a:lnTo>
                    <a:pt x="74926" y="14606"/>
                  </a:lnTo>
                  <a:lnTo>
                    <a:pt x="75440" y="15418"/>
                  </a:lnTo>
                  <a:lnTo>
                    <a:pt x="75938" y="16249"/>
                  </a:lnTo>
                  <a:lnTo>
                    <a:pt x="76417" y="17099"/>
                  </a:lnTo>
                  <a:lnTo>
                    <a:pt x="76878" y="17968"/>
                  </a:lnTo>
                  <a:lnTo>
                    <a:pt x="77322" y="18857"/>
                  </a:lnTo>
                  <a:lnTo>
                    <a:pt x="77747" y="19764"/>
                  </a:lnTo>
                  <a:lnTo>
                    <a:pt x="66913" y="22979"/>
                  </a:lnTo>
                  <a:lnTo>
                    <a:pt x="66597" y="22365"/>
                  </a:lnTo>
                  <a:lnTo>
                    <a:pt x="66267" y="21764"/>
                  </a:lnTo>
                  <a:lnTo>
                    <a:pt x="65925" y="21175"/>
                  </a:lnTo>
                  <a:lnTo>
                    <a:pt x="65570" y="20597"/>
                  </a:lnTo>
                  <a:lnTo>
                    <a:pt x="65201" y="20032"/>
                  </a:lnTo>
                  <a:lnTo>
                    <a:pt x="64820" y="19478"/>
                  </a:lnTo>
                  <a:lnTo>
                    <a:pt x="64425" y="18936"/>
                  </a:lnTo>
                  <a:lnTo>
                    <a:pt x="64017" y="18407"/>
                  </a:lnTo>
                  <a:lnTo>
                    <a:pt x="63596" y="17889"/>
                  </a:lnTo>
                  <a:lnTo>
                    <a:pt x="63162" y="17383"/>
                  </a:lnTo>
                  <a:lnTo>
                    <a:pt x="62724" y="16878"/>
                  </a:lnTo>
                  <a:lnTo>
                    <a:pt x="62267" y="16390"/>
                  </a:lnTo>
                  <a:lnTo>
                    <a:pt x="61791" y="15916"/>
                  </a:lnTo>
                  <a:lnTo>
                    <a:pt x="61295" y="15459"/>
                  </a:lnTo>
                  <a:lnTo>
                    <a:pt x="60781" y="15016"/>
                  </a:lnTo>
                  <a:lnTo>
                    <a:pt x="60248" y="14589"/>
                  </a:lnTo>
                  <a:lnTo>
                    <a:pt x="59695" y="14178"/>
                  </a:lnTo>
                  <a:lnTo>
                    <a:pt x="59124" y="13782"/>
                  </a:lnTo>
                  <a:lnTo>
                    <a:pt x="58533" y="13402"/>
                  </a:lnTo>
                  <a:lnTo>
                    <a:pt x="57923" y="13037"/>
                  </a:lnTo>
                  <a:lnTo>
                    <a:pt x="57294" y="12688"/>
                  </a:lnTo>
                  <a:lnTo>
                    <a:pt x="56645" y="12356"/>
                  </a:lnTo>
                  <a:lnTo>
                    <a:pt x="55975" y="12040"/>
                  </a:lnTo>
                  <a:lnTo>
                    <a:pt x="55285" y="11741"/>
                  </a:lnTo>
                  <a:lnTo>
                    <a:pt x="54575" y="11459"/>
                  </a:lnTo>
                  <a:lnTo>
                    <a:pt x="53844" y="11194"/>
                  </a:lnTo>
                  <a:lnTo>
                    <a:pt x="53094" y="10945"/>
                  </a:lnTo>
                  <a:lnTo>
                    <a:pt x="52323" y="10713"/>
                  </a:lnTo>
                  <a:lnTo>
                    <a:pt x="51532" y="10497"/>
                  </a:lnTo>
                  <a:lnTo>
                    <a:pt x="50720" y="10298"/>
                  </a:lnTo>
                  <a:lnTo>
                    <a:pt x="49899" y="10106"/>
                  </a:lnTo>
                  <a:lnTo>
                    <a:pt x="49053" y="9934"/>
                  </a:lnTo>
                  <a:lnTo>
                    <a:pt x="48184" y="9782"/>
                  </a:lnTo>
                  <a:lnTo>
                    <a:pt x="47291" y="9651"/>
                  </a:lnTo>
                  <a:lnTo>
                    <a:pt x="46374" y="9539"/>
                  </a:lnTo>
                  <a:lnTo>
                    <a:pt x="45434" y="9448"/>
                  </a:lnTo>
                  <a:lnTo>
                    <a:pt x="44469" y="9377"/>
                  </a:lnTo>
                  <a:lnTo>
                    <a:pt x="43481" y="9327"/>
                  </a:lnTo>
                  <a:lnTo>
                    <a:pt x="42469" y="9296"/>
                  </a:lnTo>
                  <a:lnTo>
                    <a:pt x="41433" y="9286"/>
                  </a:lnTo>
                  <a:lnTo>
                    <a:pt x="39929" y="9310"/>
                  </a:lnTo>
                  <a:lnTo>
                    <a:pt x="38464" y="9382"/>
                  </a:lnTo>
                  <a:lnTo>
                    <a:pt x="37038" y="9501"/>
                  </a:lnTo>
                  <a:lnTo>
                    <a:pt x="35652" y="9667"/>
                  </a:lnTo>
                  <a:lnTo>
                    <a:pt x="34304" y="9882"/>
                  </a:lnTo>
                  <a:lnTo>
                    <a:pt x="32996" y="10144"/>
                  </a:lnTo>
                  <a:lnTo>
                    <a:pt x="31728" y="10453"/>
                  </a:lnTo>
                  <a:lnTo>
                    <a:pt x="30499" y="10810"/>
                  </a:lnTo>
                  <a:lnTo>
                    <a:pt x="29309" y="11215"/>
                  </a:lnTo>
                  <a:lnTo>
                    <a:pt x="28158" y="11668"/>
                  </a:lnTo>
                  <a:lnTo>
                    <a:pt x="27058" y="12164"/>
                  </a:lnTo>
                  <a:lnTo>
                    <a:pt x="25996" y="12701"/>
                  </a:lnTo>
                  <a:lnTo>
                    <a:pt x="24972" y="13279"/>
                  </a:lnTo>
                  <a:lnTo>
                    <a:pt x="23986" y="13896"/>
                  </a:lnTo>
                  <a:lnTo>
                    <a:pt x="23038" y="14555"/>
                  </a:lnTo>
                  <a:lnTo>
                    <a:pt x="22128" y="15254"/>
                  </a:lnTo>
                  <a:lnTo>
                    <a:pt x="21257" y="15993"/>
                  </a:lnTo>
                  <a:lnTo>
                    <a:pt x="20423" y="16773"/>
                  </a:lnTo>
                  <a:lnTo>
                    <a:pt x="19628" y="17593"/>
                  </a:lnTo>
                  <a:lnTo>
                    <a:pt x="18871" y="18454"/>
                  </a:lnTo>
                  <a:lnTo>
                    <a:pt x="18151" y="19353"/>
                  </a:lnTo>
                  <a:lnTo>
                    <a:pt x="17468" y="20288"/>
                  </a:lnTo>
                  <a:lnTo>
                    <a:pt x="16822" y="21258"/>
                  </a:lnTo>
                  <a:lnTo>
                    <a:pt x="16213" y="22264"/>
                  </a:lnTo>
                  <a:lnTo>
                    <a:pt x="15641" y="23306"/>
                  </a:lnTo>
                  <a:lnTo>
                    <a:pt x="15106" y="24384"/>
                  </a:lnTo>
                  <a:lnTo>
                    <a:pt x="14608" y="25497"/>
                  </a:lnTo>
                  <a:lnTo>
                    <a:pt x="14147" y="26646"/>
                  </a:lnTo>
                  <a:lnTo>
                    <a:pt x="13722" y="27830"/>
                  </a:lnTo>
                  <a:lnTo>
                    <a:pt x="13334" y="29051"/>
                  </a:lnTo>
                  <a:lnTo>
                    <a:pt x="12995" y="30303"/>
                  </a:lnTo>
                  <a:lnTo>
                    <a:pt x="12692" y="31582"/>
                  </a:lnTo>
                  <a:lnTo>
                    <a:pt x="12424" y="32889"/>
                  </a:lnTo>
                  <a:lnTo>
                    <a:pt x="12192" y="34223"/>
                  </a:lnTo>
                  <a:lnTo>
                    <a:pt x="11995" y="35584"/>
                  </a:lnTo>
                  <a:lnTo>
                    <a:pt x="11834" y="36973"/>
                  </a:lnTo>
                  <a:lnTo>
                    <a:pt x="11709" y="38389"/>
                  </a:lnTo>
                  <a:lnTo>
                    <a:pt x="11620" y="39833"/>
                  </a:lnTo>
                  <a:lnTo>
                    <a:pt x="11566" y="41304"/>
                  </a:lnTo>
                  <a:lnTo>
                    <a:pt x="11549" y="42802"/>
                  </a:lnTo>
                  <a:lnTo>
                    <a:pt x="11568" y="44302"/>
                  </a:lnTo>
                  <a:lnTo>
                    <a:pt x="11627" y="45777"/>
                  </a:lnTo>
                  <a:lnTo>
                    <a:pt x="11725" y="47226"/>
                  </a:lnTo>
                  <a:lnTo>
                    <a:pt x="11863" y="48651"/>
                  </a:lnTo>
                  <a:lnTo>
                    <a:pt x="12040" y="50050"/>
                  </a:lnTo>
                  <a:lnTo>
                    <a:pt x="12256" y="51425"/>
                  </a:lnTo>
                  <a:lnTo>
                    <a:pt x="12511" y="52775"/>
                  </a:lnTo>
                  <a:lnTo>
                    <a:pt x="12806" y="54099"/>
                  </a:lnTo>
                  <a:lnTo>
                    <a:pt x="13140" y="55399"/>
                  </a:lnTo>
                  <a:lnTo>
                    <a:pt x="13513" y="56673"/>
                  </a:lnTo>
                  <a:lnTo>
                    <a:pt x="13925" y="57907"/>
                  </a:lnTo>
                  <a:lnTo>
                    <a:pt x="14375" y="59107"/>
                  </a:lnTo>
                  <a:lnTo>
                    <a:pt x="14863" y="60274"/>
                  </a:lnTo>
                  <a:lnTo>
                    <a:pt x="15390" y="61407"/>
                  </a:lnTo>
                  <a:lnTo>
                    <a:pt x="15954" y="62507"/>
                  </a:lnTo>
                  <a:lnTo>
                    <a:pt x="16556" y="63574"/>
                  </a:lnTo>
                  <a:lnTo>
                    <a:pt x="17197" y="64608"/>
                  </a:lnTo>
                  <a:lnTo>
                    <a:pt x="17876" y="65608"/>
                  </a:lnTo>
                  <a:lnTo>
                    <a:pt x="18592" y="66574"/>
                  </a:lnTo>
                  <a:lnTo>
                    <a:pt x="19347" y="67508"/>
                  </a:lnTo>
                  <a:lnTo>
                    <a:pt x="20140" y="68393"/>
                  </a:lnTo>
                  <a:lnTo>
                    <a:pt x="20969" y="69239"/>
                  </a:lnTo>
                  <a:lnTo>
                    <a:pt x="21835" y="70046"/>
                  </a:lnTo>
                  <a:lnTo>
                    <a:pt x="22738" y="70813"/>
                  </a:lnTo>
                  <a:lnTo>
                    <a:pt x="23678" y="71541"/>
                  </a:lnTo>
                  <a:lnTo>
                    <a:pt x="24655" y="72230"/>
                  </a:lnTo>
                  <a:lnTo>
                    <a:pt x="25669" y="72879"/>
                  </a:lnTo>
                  <a:lnTo>
                    <a:pt x="26720" y="73490"/>
                  </a:lnTo>
                  <a:lnTo>
                    <a:pt x="27807" y="74061"/>
                  </a:lnTo>
                  <a:lnTo>
                    <a:pt x="28932" y="74592"/>
                  </a:lnTo>
                  <a:lnTo>
                    <a:pt x="30104" y="75067"/>
                  </a:lnTo>
                  <a:lnTo>
                    <a:pt x="31313" y="75492"/>
                  </a:lnTo>
                  <a:lnTo>
                    <a:pt x="32557" y="75867"/>
                  </a:lnTo>
                  <a:lnTo>
                    <a:pt x="33837" y="76192"/>
                  </a:lnTo>
                  <a:lnTo>
                    <a:pt x="35153" y="76467"/>
                  </a:lnTo>
                  <a:lnTo>
                    <a:pt x="36504" y="76692"/>
                  </a:lnTo>
                  <a:lnTo>
                    <a:pt x="37891" y="76867"/>
                  </a:lnTo>
                  <a:lnTo>
                    <a:pt x="39314" y="76992"/>
                  </a:lnTo>
                  <a:lnTo>
                    <a:pt x="40772" y="77067"/>
                  </a:lnTo>
                  <a:lnTo>
                    <a:pt x="42267" y="77092"/>
                  </a:lnTo>
                  <a:lnTo>
                    <a:pt x="43247" y="77084"/>
                  </a:lnTo>
                  <a:lnTo>
                    <a:pt x="44212" y="77059"/>
                  </a:lnTo>
                  <a:lnTo>
                    <a:pt x="45162" y="77017"/>
                  </a:lnTo>
                  <a:lnTo>
                    <a:pt x="46096" y="76959"/>
                  </a:lnTo>
                  <a:lnTo>
                    <a:pt x="47014" y="76884"/>
                  </a:lnTo>
                  <a:lnTo>
                    <a:pt x="47917" y="76792"/>
                  </a:lnTo>
                  <a:lnTo>
                    <a:pt x="48805" y="76684"/>
                  </a:lnTo>
                  <a:lnTo>
                    <a:pt x="49677" y="76559"/>
                  </a:lnTo>
                  <a:lnTo>
                    <a:pt x="50534" y="76417"/>
                  </a:lnTo>
                  <a:lnTo>
                    <a:pt x="51375" y="76259"/>
                  </a:lnTo>
                  <a:lnTo>
                    <a:pt x="52200" y="76088"/>
                  </a:lnTo>
                  <a:lnTo>
                    <a:pt x="53009" y="75907"/>
                  </a:lnTo>
                  <a:lnTo>
                    <a:pt x="53800" y="75716"/>
                  </a:lnTo>
                  <a:lnTo>
                    <a:pt x="54575" y="75516"/>
                  </a:lnTo>
                  <a:lnTo>
                    <a:pt x="55334" y="75307"/>
                  </a:lnTo>
                  <a:lnTo>
                    <a:pt x="56076" y="75087"/>
                  </a:lnTo>
                  <a:lnTo>
                    <a:pt x="56801" y="74859"/>
                  </a:lnTo>
                  <a:lnTo>
                    <a:pt x="57509" y="74621"/>
                  </a:lnTo>
                  <a:lnTo>
                    <a:pt x="58201" y="74373"/>
                  </a:lnTo>
                  <a:lnTo>
                    <a:pt x="58876" y="74116"/>
                  </a:lnTo>
                  <a:lnTo>
                    <a:pt x="59546" y="73840"/>
                  </a:lnTo>
                  <a:lnTo>
                    <a:pt x="60200" y="73559"/>
                  </a:lnTo>
                  <a:lnTo>
                    <a:pt x="60837" y="73273"/>
                  </a:lnTo>
                  <a:lnTo>
                    <a:pt x="61457" y="72982"/>
                  </a:lnTo>
                  <a:lnTo>
                    <a:pt x="62061" y="72687"/>
                  </a:lnTo>
                  <a:lnTo>
                    <a:pt x="62648" y="72387"/>
                  </a:lnTo>
                  <a:lnTo>
                    <a:pt x="63218" y="72082"/>
                  </a:lnTo>
                  <a:lnTo>
                    <a:pt x="63772" y="71773"/>
                  </a:lnTo>
                  <a:lnTo>
                    <a:pt x="64309" y="71458"/>
                  </a:lnTo>
                  <a:lnTo>
                    <a:pt x="64829" y="71139"/>
                  </a:lnTo>
                  <a:lnTo>
                    <a:pt x="65333" y="70806"/>
                  </a:lnTo>
                  <a:lnTo>
                    <a:pt x="65820" y="70473"/>
                  </a:lnTo>
                  <a:lnTo>
                    <a:pt x="66290" y="70139"/>
                  </a:lnTo>
                  <a:lnTo>
                    <a:pt x="66744" y="69806"/>
                  </a:lnTo>
                  <a:lnTo>
                    <a:pt x="67181" y="69472"/>
                  </a:lnTo>
                  <a:lnTo>
                    <a:pt x="67601" y="69139"/>
                  </a:lnTo>
                  <a:lnTo>
                    <a:pt x="68004" y="68806"/>
                  </a:lnTo>
                  <a:lnTo>
                    <a:pt x="68391" y="68472"/>
                  </a:lnTo>
                  <a:lnTo>
                    <a:pt x="68762" y="68139"/>
                  </a:lnTo>
                  <a:lnTo>
                    <a:pt x="69115" y="67806"/>
                  </a:lnTo>
                  <a:lnTo>
                    <a:pt x="69115" y="52685"/>
                  </a:lnTo>
                  <a:lnTo>
                    <a:pt x="44053" y="52685"/>
                  </a:lnTo>
                  <a:lnTo>
                    <a:pt x="44053" y="43160"/>
                  </a:lnTo>
                  <a:lnTo>
                    <a:pt x="79593" y="43160"/>
                  </a:lnTo>
                  <a:lnTo>
                    <a:pt x="79593" y="72092"/>
                  </a:lnTo>
                  <a:lnTo>
                    <a:pt x="79023" y="72661"/>
                  </a:lnTo>
                  <a:lnTo>
                    <a:pt x="78433" y="73225"/>
                  </a:lnTo>
                  <a:lnTo>
                    <a:pt x="77823" y="73785"/>
                  </a:lnTo>
                  <a:lnTo>
                    <a:pt x="77192" y="74340"/>
                  </a:lnTo>
                  <a:lnTo>
                    <a:pt x="76542" y="74890"/>
                  </a:lnTo>
                  <a:lnTo>
                    <a:pt x="75871" y="75435"/>
                  </a:lnTo>
                  <a:lnTo>
                    <a:pt x="75180" y="75976"/>
                  </a:lnTo>
                  <a:lnTo>
                    <a:pt x="74468" y="76511"/>
                  </a:lnTo>
                  <a:lnTo>
                    <a:pt x="73737" y="77042"/>
                  </a:lnTo>
                  <a:lnTo>
                    <a:pt x="72985" y="77569"/>
                  </a:lnTo>
                  <a:lnTo>
                    <a:pt x="72225" y="78075"/>
                  </a:lnTo>
                  <a:lnTo>
                    <a:pt x="71447" y="78569"/>
                  </a:lnTo>
                  <a:lnTo>
                    <a:pt x="70649" y="79051"/>
                  </a:lnTo>
                  <a:lnTo>
                    <a:pt x="69832" y="79521"/>
                  </a:lnTo>
                  <a:lnTo>
                    <a:pt x="68996" y="79980"/>
                  </a:lnTo>
                  <a:lnTo>
                    <a:pt x="68141" y="80426"/>
                  </a:lnTo>
                  <a:lnTo>
                    <a:pt x="67267" y="80861"/>
                  </a:lnTo>
                  <a:lnTo>
                    <a:pt x="66374" y="81283"/>
                  </a:lnTo>
                  <a:lnTo>
                    <a:pt x="65462" y="81694"/>
                  </a:lnTo>
                  <a:lnTo>
                    <a:pt x="64531" y="82093"/>
                  </a:lnTo>
                  <a:lnTo>
                    <a:pt x="63582" y="82478"/>
                  </a:lnTo>
                  <a:lnTo>
                    <a:pt x="62614" y="82846"/>
                  </a:lnTo>
                  <a:lnTo>
                    <a:pt x="61629" y="83197"/>
                  </a:lnTo>
                  <a:lnTo>
                    <a:pt x="60626" y="83531"/>
                  </a:lnTo>
                  <a:lnTo>
                    <a:pt x="59605" y="83849"/>
                  </a:lnTo>
                  <a:lnTo>
                    <a:pt x="58566" y="84150"/>
                  </a:lnTo>
                  <a:lnTo>
                    <a:pt x="57510" y="84435"/>
                  </a:lnTo>
                  <a:lnTo>
                    <a:pt x="56435" y="84703"/>
                  </a:lnTo>
                  <a:lnTo>
                    <a:pt x="55343" y="84954"/>
                  </a:lnTo>
                  <a:lnTo>
                    <a:pt x="54232" y="85189"/>
                  </a:lnTo>
                  <a:lnTo>
                    <a:pt x="53106" y="85404"/>
                  </a:lnTo>
                  <a:lnTo>
                    <a:pt x="51963" y="85596"/>
                  </a:lnTo>
                  <a:lnTo>
                    <a:pt x="50805" y="85766"/>
                  </a:lnTo>
                  <a:lnTo>
                    <a:pt x="49632" y="85913"/>
                  </a:lnTo>
                  <a:lnTo>
                    <a:pt x="48443" y="86037"/>
                  </a:lnTo>
                  <a:lnTo>
                    <a:pt x="47239" y="86139"/>
                  </a:lnTo>
                  <a:lnTo>
                    <a:pt x="46019" y="86218"/>
                  </a:lnTo>
                  <a:lnTo>
                    <a:pt x="44784" y="86275"/>
                  </a:lnTo>
                  <a:lnTo>
                    <a:pt x="43533" y="86309"/>
                  </a:lnTo>
                  <a:lnTo>
                    <a:pt x="42267" y="86320"/>
                  </a:lnTo>
                  <a:lnTo>
                    <a:pt x="40174" y="86288"/>
                  </a:lnTo>
                  <a:lnTo>
                    <a:pt x="38135" y="86191"/>
                  </a:lnTo>
                  <a:lnTo>
                    <a:pt x="36150" y="86030"/>
                  </a:lnTo>
                  <a:lnTo>
                    <a:pt x="34218" y="85805"/>
                  </a:lnTo>
                  <a:lnTo>
                    <a:pt x="32340" y="85516"/>
                  </a:lnTo>
                  <a:lnTo>
                    <a:pt x="30515" y="85163"/>
                  </a:lnTo>
                  <a:lnTo>
                    <a:pt x="28744" y="84745"/>
                  </a:lnTo>
                  <a:lnTo>
                    <a:pt x="27027" y="84262"/>
                  </a:lnTo>
                  <a:lnTo>
                    <a:pt x="25363" y="83716"/>
                  </a:lnTo>
                  <a:lnTo>
                    <a:pt x="23752" y="83105"/>
                  </a:lnTo>
                  <a:lnTo>
                    <a:pt x="22195" y="82425"/>
                  </a:lnTo>
                  <a:lnTo>
                    <a:pt x="20690" y="81695"/>
                  </a:lnTo>
                  <a:lnTo>
                    <a:pt x="19238" y="80916"/>
                  </a:lnTo>
                  <a:lnTo>
                    <a:pt x="17837" y="80086"/>
                  </a:lnTo>
                  <a:lnTo>
                    <a:pt x="16490" y="79206"/>
                  </a:lnTo>
                  <a:lnTo>
                    <a:pt x="15194" y="78276"/>
                  </a:lnTo>
                  <a:lnTo>
                    <a:pt x="13951" y="77296"/>
                  </a:lnTo>
                  <a:lnTo>
                    <a:pt x="12761" y="76266"/>
                  </a:lnTo>
                  <a:lnTo>
                    <a:pt x="11622" y="75186"/>
                  </a:lnTo>
                  <a:lnTo>
                    <a:pt x="10537" y="74056"/>
                  </a:lnTo>
                  <a:lnTo>
                    <a:pt x="9514" y="72868"/>
                  </a:lnTo>
                  <a:lnTo>
                    <a:pt x="8543" y="71637"/>
                  </a:lnTo>
                  <a:lnTo>
                    <a:pt x="7624" y="70363"/>
                  </a:lnTo>
                  <a:lnTo>
                    <a:pt x="6755" y="69046"/>
                  </a:lnTo>
                  <a:lnTo>
                    <a:pt x="5938" y="67687"/>
                  </a:lnTo>
                  <a:lnTo>
                    <a:pt x="5172" y="66284"/>
                  </a:lnTo>
                  <a:lnTo>
                    <a:pt x="4457" y="64839"/>
                  </a:lnTo>
                  <a:lnTo>
                    <a:pt x="3793" y="63350"/>
                  </a:lnTo>
                  <a:lnTo>
                    <a:pt x="3180" y="61819"/>
                  </a:lnTo>
                  <a:lnTo>
                    <a:pt x="2619" y="60245"/>
                  </a:lnTo>
                  <a:lnTo>
                    <a:pt x="2121" y="58635"/>
                  </a:lnTo>
                  <a:lnTo>
                    <a:pt x="1676" y="56995"/>
                  </a:lnTo>
                  <a:lnTo>
                    <a:pt x="1283" y="55325"/>
                  </a:lnTo>
                  <a:lnTo>
                    <a:pt x="942" y="53625"/>
                  </a:lnTo>
                  <a:lnTo>
                    <a:pt x="654" y="51896"/>
                  </a:lnTo>
                  <a:lnTo>
                    <a:pt x="419" y="50137"/>
                  </a:lnTo>
                  <a:lnTo>
                    <a:pt x="235" y="48348"/>
                  </a:lnTo>
                  <a:lnTo>
                    <a:pt x="104" y="46529"/>
                  </a:lnTo>
                  <a:lnTo>
                    <a:pt x="26" y="446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4020412" y="6259130"/>
              <a:ext cx="80843" cy="83879"/>
            </a:xfrm>
            <a:custGeom>
              <a:avLst/>
              <a:pathLst>
                <a:path w="80843" h="83879">
                  <a:moveTo>
                    <a:pt x="69234" y="83879"/>
                  </a:moveTo>
                  <a:lnTo>
                    <a:pt x="59650" y="59352"/>
                  </a:lnTo>
                  <a:lnTo>
                    <a:pt x="21431" y="59352"/>
                  </a:lnTo>
                  <a:lnTo>
                    <a:pt x="11787" y="83879"/>
                  </a:lnTo>
                  <a:lnTo>
                    <a:pt x="0" y="83879"/>
                  </a:lnTo>
                  <a:lnTo>
                    <a:pt x="34230" y="0"/>
                  </a:lnTo>
                  <a:lnTo>
                    <a:pt x="47148" y="0"/>
                  </a:lnTo>
                  <a:lnTo>
                    <a:pt x="80843" y="83879"/>
                  </a:lnTo>
                  <a:close/>
                  <a:moveTo>
                    <a:pt x="45481" y="22800"/>
                  </a:moveTo>
                  <a:lnTo>
                    <a:pt x="45291" y="22323"/>
                  </a:lnTo>
                  <a:lnTo>
                    <a:pt x="45103" y="21845"/>
                  </a:lnTo>
                  <a:lnTo>
                    <a:pt x="44915" y="21366"/>
                  </a:lnTo>
                  <a:lnTo>
                    <a:pt x="44729" y="20885"/>
                  </a:lnTo>
                  <a:lnTo>
                    <a:pt x="44544" y="20404"/>
                  </a:lnTo>
                  <a:lnTo>
                    <a:pt x="44360" y="19921"/>
                  </a:lnTo>
                  <a:lnTo>
                    <a:pt x="44177" y="19437"/>
                  </a:lnTo>
                  <a:lnTo>
                    <a:pt x="43995" y="18952"/>
                  </a:lnTo>
                  <a:lnTo>
                    <a:pt x="43815" y="18465"/>
                  </a:lnTo>
                  <a:lnTo>
                    <a:pt x="43636" y="17978"/>
                  </a:lnTo>
                  <a:lnTo>
                    <a:pt x="43471" y="17495"/>
                  </a:lnTo>
                  <a:lnTo>
                    <a:pt x="43310" y="17021"/>
                  </a:lnTo>
                  <a:lnTo>
                    <a:pt x="43152" y="16556"/>
                  </a:lnTo>
                  <a:lnTo>
                    <a:pt x="42998" y="16102"/>
                  </a:lnTo>
                  <a:lnTo>
                    <a:pt x="42847" y="15656"/>
                  </a:lnTo>
                  <a:lnTo>
                    <a:pt x="42700" y="15220"/>
                  </a:lnTo>
                  <a:lnTo>
                    <a:pt x="42557" y="14794"/>
                  </a:lnTo>
                  <a:lnTo>
                    <a:pt x="42417" y="14377"/>
                  </a:lnTo>
                  <a:lnTo>
                    <a:pt x="42280" y="13970"/>
                  </a:lnTo>
                  <a:lnTo>
                    <a:pt x="42148" y="13573"/>
                  </a:lnTo>
                  <a:lnTo>
                    <a:pt x="42018" y="13175"/>
                  </a:lnTo>
                  <a:lnTo>
                    <a:pt x="41893" y="12792"/>
                  </a:lnTo>
                  <a:lnTo>
                    <a:pt x="41771" y="12422"/>
                  </a:lnTo>
                  <a:lnTo>
                    <a:pt x="41652" y="12068"/>
                  </a:lnTo>
                  <a:lnTo>
                    <a:pt x="41537" y="11727"/>
                  </a:lnTo>
                  <a:lnTo>
                    <a:pt x="41426" y="11401"/>
                  </a:lnTo>
                  <a:lnTo>
                    <a:pt x="41318" y="11089"/>
                  </a:lnTo>
                  <a:lnTo>
                    <a:pt x="41214" y="10791"/>
                  </a:lnTo>
                  <a:lnTo>
                    <a:pt x="41114" y="10508"/>
                  </a:lnTo>
                  <a:lnTo>
                    <a:pt x="41017" y="10239"/>
                  </a:lnTo>
                  <a:lnTo>
                    <a:pt x="40937" y="9976"/>
                  </a:lnTo>
                  <a:lnTo>
                    <a:pt x="40864" y="9734"/>
                  </a:lnTo>
                  <a:lnTo>
                    <a:pt x="40799" y="9514"/>
                  </a:lnTo>
                  <a:lnTo>
                    <a:pt x="40740" y="9315"/>
                  </a:lnTo>
                  <a:lnTo>
                    <a:pt x="40689" y="9138"/>
                  </a:lnTo>
                  <a:lnTo>
                    <a:pt x="40645" y="8982"/>
                  </a:lnTo>
                  <a:lnTo>
                    <a:pt x="40442" y="8847"/>
                  </a:lnTo>
                  <a:lnTo>
                    <a:pt x="40397" y="8982"/>
                  </a:lnTo>
                  <a:lnTo>
                    <a:pt x="40347" y="9138"/>
                  </a:lnTo>
                  <a:lnTo>
                    <a:pt x="40290" y="9315"/>
                  </a:lnTo>
                  <a:lnTo>
                    <a:pt x="40228" y="9514"/>
                  </a:lnTo>
                  <a:lnTo>
                    <a:pt x="40159" y="9734"/>
                  </a:lnTo>
                  <a:lnTo>
                    <a:pt x="40085" y="9976"/>
                  </a:lnTo>
                  <a:lnTo>
                    <a:pt x="40005" y="10239"/>
                  </a:lnTo>
                  <a:lnTo>
                    <a:pt x="39918" y="10519"/>
                  </a:lnTo>
                  <a:lnTo>
                    <a:pt x="39826" y="10813"/>
                  </a:lnTo>
                  <a:lnTo>
                    <a:pt x="39728" y="11119"/>
                  </a:lnTo>
                  <a:lnTo>
                    <a:pt x="39624" y="11439"/>
                  </a:lnTo>
                  <a:lnTo>
                    <a:pt x="39513" y="11772"/>
                  </a:lnTo>
                  <a:lnTo>
                    <a:pt x="39397" y="12118"/>
                  </a:lnTo>
                  <a:lnTo>
                    <a:pt x="39275" y="12477"/>
                  </a:lnTo>
                  <a:lnTo>
                    <a:pt x="39147" y="12849"/>
                  </a:lnTo>
                  <a:lnTo>
                    <a:pt x="39013" y="13234"/>
                  </a:lnTo>
                  <a:lnTo>
                    <a:pt x="38873" y="13632"/>
                  </a:lnTo>
                  <a:lnTo>
                    <a:pt x="38740" y="14041"/>
                  </a:lnTo>
                  <a:lnTo>
                    <a:pt x="38602" y="14458"/>
                  </a:lnTo>
                  <a:lnTo>
                    <a:pt x="38459" y="14884"/>
                  </a:lnTo>
                  <a:lnTo>
                    <a:pt x="38311" y="15318"/>
                  </a:lnTo>
                  <a:lnTo>
                    <a:pt x="38159" y="15760"/>
                  </a:lnTo>
                  <a:lnTo>
                    <a:pt x="38002" y="16211"/>
                  </a:lnTo>
                  <a:lnTo>
                    <a:pt x="37840" y="16670"/>
                  </a:lnTo>
                  <a:lnTo>
                    <a:pt x="37673" y="17137"/>
                  </a:lnTo>
                  <a:lnTo>
                    <a:pt x="37502" y="17613"/>
                  </a:lnTo>
                  <a:lnTo>
                    <a:pt x="37326" y="18097"/>
                  </a:lnTo>
                  <a:lnTo>
                    <a:pt x="37158" y="18585"/>
                  </a:lnTo>
                  <a:lnTo>
                    <a:pt x="36990" y="19071"/>
                  </a:lnTo>
                  <a:lnTo>
                    <a:pt x="36820" y="19556"/>
                  </a:lnTo>
                  <a:lnTo>
                    <a:pt x="36649" y="20040"/>
                  </a:lnTo>
                  <a:lnTo>
                    <a:pt x="36477" y="20523"/>
                  </a:lnTo>
                  <a:lnTo>
                    <a:pt x="36304" y="21005"/>
                  </a:lnTo>
                  <a:lnTo>
                    <a:pt x="36130" y="21485"/>
                  </a:lnTo>
                  <a:lnTo>
                    <a:pt x="35954" y="21964"/>
                  </a:lnTo>
                  <a:lnTo>
                    <a:pt x="35777" y="22442"/>
                  </a:lnTo>
                  <a:lnTo>
                    <a:pt x="35599" y="22919"/>
                  </a:lnTo>
                  <a:lnTo>
                    <a:pt x="24884" y="50482"/>
                  </a:lnTo>
                  <a:lnTo>
                    <a:pt x="56257" y="504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4111495" y="6259130"/>
              <a:ext cx="81557" cy="83879"/>
            </a:xfrm>
            <a:custGeom>
              <a:avLst/>
              <a:pathLst>
                <a:path w="81557" h="83879">
                  <a:moveTo>
                    <a:pt x="71318" y="83879"/>
                  </a:moveTo>
                  <a:lnTo>
                    <a:pt x="71318" y="27920"/>
                  </a:lnTo>
                  <a:lnTo>
                    <a:pt x="71319" y="27311"/>
                  </a:lnTo>
                  <a:lnTo>
                    <a:pt x="71320" y="26700"/>
                  </a:lnTo>
                  <a:lnTo>
                    <a:pt x="71323" y="26087"/>
                  </a:lnTo>
                  <a:lnTo>
                    <a:pt x="71327" y="25472"/>
                  </a:lnTo>
                  <a:lnTo>
                    <a:pt x="71333" y="24854"/>
                  </a:lnTo>
                  <a:lnTo>
                    <a:pt x="71339" y="24233"/>
                  </a:lnTo>
                  <a:lnTo>
                    <a:pt x="71347" y="23611"/>
                  </a:lnTo>
                  <a:lnTo>
                    <a:pt x="71356" y="22986"/>
                  </a:lnTo>
                  <a:lnTo>
                    <a:pt x="71366" y="22358"/>
                  </a:lnTo>
                  <a:lnTo>
                    <a:pt x="71377" y="21728"/>
                  </a:lnTo>
                  <a:lnTo>
                    <a:pt x="71390" y="21103"/>
                  </a:lnTo>
                  <a:lnTo>
                    <a:pt x="71404" y="20488"/>
                  </a:lnTo>
                  <a:lnTo>
                    <a:pt x="71419" y="19884"/>
                  </a:lnTo>
                  <a:lnTo>
                    <a:pt x="71435" y="19290"/>
                  </a:lnTo>
                  <a:lnTo>
                    <a:pt x="71452" y="18707"/>
                  </a:lnTo>
                  <a:lnTo>
                    <a:pt x="71470" y="18135"/>
                  </a:lnTo>
                  <a:lnTo>
                    <a:pt x="71490" y="17574"/>
                  </a:lnTo>
                  <a:lnTo>
                    <a:pt x="71511" y="17023"/>
                  </a:lnTo>
                  <a:lnTo>
                    <a:pt x="71533" y="16483"/>
                  </a:lnTo>
                  <a:lnTo>
                    <a:pt x="71556" y="15954"/>
                  </a:lnTo>
                  <a:lnTo>
                    <a:pt x="71580" y="15348"/>
                  </a:lnTo>
                  <a:lnTo>
                    <a:pt x="71606" y="14747"/>
                  </a:lnTo>
                  <a:lnTo>
                    <a:pt x="71633" y="14148"/>
                  </a:lnTo>
                  <a:lnTo>
                    <a:pt x="71661" y="13554"/>
                  </a:lnTo>
                  <a:lnTo>
                    <a:pt x="71690" y="12962"/>
                  </a:lnTo>
                  <a:lnTo>
                    <a:pt x="71720" y="12375"/>
                  </a:lnTo>
                  <a:lnTo>
                    <a:pt x="71752" y="11791"/>
                  </a:lnTo>
                  <a:lnTo>
                    <a:pt x="71785" y="11210"/>
                  </a:lnTo>
                  <a:lnTo>
                    <a:pt x="71819" y="10634"/>
                  </a:lnTo>
                  <a:lnTo>
                    <a:pt x="71854" y="10060"/>
                  </a:lnTo>
                  <a:lnTo>
                    <a:pt x="71686" y="10667"/>
                  </a:lnTo>
                  <a:lnTo>
                    <a:pt x="71518" y="11272"/>
                  </a:lnTo>
                  <a:lnTo>
                    <a:pt x="71348" y="11877"/>
                  </a:lnTo>
                  <a:lnTo>
                    <a:pt x="71177" y="12480"/>
                  </a:lnTo>
                  <a:lnTo>
                    <a:pt x="71005" y="13081"/>
                  </a:lnTo>
                  <a:lnTo>
                    <a:pt x="70832" y="13682"/>
                  </a:lnTo>
                  <a:lnTo>
                    <a:pt x="70658" y="14282"/>
                  </a:lnTo>
                  <a:lnTo>
                    <a:pt x="70482" y="14880"/>
                  </a:lnTo>
                  <a:lnTo>
                    <a:pt x="70305" y="15477"/>
                  </a:lnTo>
                  <a:lnTo>
                    <a:pt x="70127" y="16073"/>
                  </a:lnTo>
                  <a:lnTo>
                    <a:pt x="69971" y="16588"/>
                  </a:lnTo>
                  <a:lnTo>
                    <a:pt x="69811" y="17111"/>
                  </a:lnTo>
                  <a:lnTo>
                    <a:pt x="69647" y="17641"/>
                  </a:lnTo>
                  <a:lnTo>
                    <a:pt x="69480" y="18178"/>
                  </a:lnTo>
                  <a:lnTo>
                    <a:pt x="69309" y="18722"/>
                  </a:lnTo>
                  <a:lnTo>
                    <a:pt x="69134" y="19273"/>
                  </a:lnTo>
                  <a:lnTo>
                    <a:pt x="68956" y="19832"/>
                  </a:lnTo>
                  <a:lnTo>
                    <a:pt x="68775" y="20397"/>
                  </a:lnTo>
                  <a:lnTo>
                    <a:pt x="68590" y="20970"/>
                  </a:lnTo>
                  <a:lnTo>
                    <a:pt x="68401" y="21550"/>
                  </a:lnTo>
                  <a:lnTo>
                    <a:pt x="68222" y="22116"/>
                  </a:lnTo>
                  <a:lnTo>
                    <a:pt x="68044" y="22671"/>
                  </a:lnTo>
                  <a:lnTo>
                    <a:pt x="67865" y="23216"/>
                  </a:lnTo>
                  <a:lnTo>
                    <a:pt x="67687" y="23750"/>
                  </a:lnTo>
                  <a:lnTo>
                    <a:pt x="67508" y="24273"/>
                  </a:lnTo>
                  <a:lnTo>
                    <a:pt x="67329" y="24786"/>
                  </a:lnTo>
                  <a:lnTo>
                    <a:pt x="67151" y="25288"/>
                  </a:lnTo>
                  <a:lnTo>
                    <a:pt x="66972" y="25779"/>
                  </a:lnTo>
                  <a:lnTo>
                    <a:pt x="66794" y="26259"/>
                  </a:lnTo>
                  <a:lnTo>
                    <a:pt x="66615" y="26729"/>
                  </a:lnTo>
                  <a:lnTo>
                    <a:pt x="44946" y="83879"/>
                  </a:lnTo>
                  <a:lnTo>
                    <a:pt x="36968" y="83879"/>
                  </a:lnTo>
                  <a:lnTo>
                    <a:pt x="15001" y="26729"/>
                  </a:lnTo>
                  <a:lnTo>
                    <a:pt x="14929" y="26547"/>
                  </a:lnTo>
                  <a:lnTo>
                    <a:pt x="14856" y="26360"/>
                  </a:lnTo>
                  <a:lnTo>
                    <a:pt x="14782" y="26166"/>
                  </a:lnTo>
                  <a:lnTo>
                    <a:pt x="14706" y="25967"/>
                  </a:lnTo>
                  <a:lnTo>
                    <a:pt x="14629" y="25762"/>
                  </a:lnTo>
                  <a:lnTo>
                    <a:pt x="14551" y="25550"/>
                  </a:lnTo>
                  <a:lnTo>
                    <a:pt x="14472" y="25333"/>
                  </a:lnTo>
                  <a:lnTo>
                    <a:pt x="14392" y="25110"/>
                  </a:lnTo>
                  <a:lnTo>
                    <a:pt x="14310" y="24881"/>
                  </a:lnTo>
                  <a:lnTo>
                    <a:pt x="14227" y="24645"/>
                  </a:lnTo>
                  <a:lnTo>
                    <a:pt x="14155" y="24406"/>
                  </a:lnTo>
                  <a:lnTo>
                    <a:pt x="14080" y="24164"/>
                  </a:lnTo>
                  <a:lnTo>
                    <a:pt x="14002" y="23920"/>
                  </a:lnTo>
                  <a:lnTo>
                    <a:pt x="13923" y="23674"/>
                  </a:lnTo>
                  <a:lnTo>
                    <a:pt x="13841" y="23425"/>
                  </a:lnTo>
                  <a:lnTo>
                    <a:pt x="13756" y="23174"/>
                  </a:lnTo>
                  <a:lnTo>
                    <a:pt x="13669" y="22920"/>
                  </a:lnTo>
                  <a:lnTo>
                    <a:pt x="13580" y="22664"/>
                  </a:lnTo>
                  <a:lnTo>
                    <a:pt x="13488" y="22406"/>
                  </a:lnTo>
                  <a:lnTo>
                    <a:pt x="13394" y="22145"/>
                  </a:lnTo>
                  <a:lnTo>
                    <a:pt x="13310" y="21871"/>
                  </a:lnTo>
                  <a:lnTo>
                    <a:pt x="13225" y="21597"/>
                  </a:lnTo>
                  <a:lnTo>
                    <a:pt x="13139" y="21324"/>
                  </a:lnTo>
                  <a:lnTo>
                    <a:pt x="13051" y="21050"/>
                  </a:lnTo>
                  <a:lnTo>
                    <a:pt x="12962" y="20776"/>
                  </a:lnTo>
                  <a:lnTo>
                    <a:pt x="12873" y="20502"/>
                  </a:lnTo>
                  <a:lnTo>
                    <a:pt x="12781" y="20228"/>
                  </a:lnTo>
                  <a:lnTo>
                    <a:pt x="12689" y="19954"/>
                  </a:lnTo>
                  <a:lnTo>
                    <a:pt x="12596" y="19681"/>
                  </a:lnTo>
                  <a:lnTo>
                    <a:pt x="12501" y="19407"/>
                  </a:lnTo>
                  <a:lnTo>
                    <a:pt x="12418" y="19122"/>
                  </a:lnTo>
                  <a:lnTo>
                    <a:pt x="12334" y="18838"/>
                  </a:lnTo>
                  <a:lnTo>
                    <a:pt x="12251" y="18555"/>
                  </a:lnTo>
                  <a:lnTo>
                    <a:pt x="12168" y="18273"/>
                  </a:lnTo>
                  <a:lnTo>
                    <a:pt x="12084" y="17993"/>
                  </a:lnTo>
                  <a:lnTo>
                    <a:pt x="12001" y="17714"/>
                  </a:lnTo>
                  <a:lnTo>
                    <a:pt x="11918" y="17436"/>
                  </a:lnTo>
                  <a:lnTo>
                    <a:pt x="11834" y="17159"/>
                  </a:lnTo>
                  <a:lnTo>
                    <a:pt x="11751" y="16883"/>
                  </a:lnTo>
                  <a:lnTo>
                    <a:pt x="11668" y="16609"/>
                  </a:lnTo>
                  <a:lnTo>
                    <a:pt x="11466" y="15975"/>
                  </a:lnTo>
                  <a:lnTo>
                    <a:pt x="11265" y="15337"/>
                  </a:lnTo>
                  <a:lnTo>
                    <a:pt x="11066" y="14694"/>
                  </a:lnTo>
                  <a:lnTo>
                    <a:pt x="10868" y="14046"/>
                  </a:lnTo>
                  <a:lnTo>
                    <a:pt x="10670" y="13394"/>
                  </a:lnTo>
                  <a:lnTo>
                    <a:pt x="10475" y="12737"/>
                  </a:lnTo>
                  <a:lnTo>
                    <a:pt x="10280" y="12075"/>
                  </a:lnTo>
                  <a:lnTo>
                    <a:pt x="10086" y="11408"/>
                  </a:lnTo>
                  <a:lnTo>
                    <a:pt x="9894" y="10737"/>
                  </a:lnTo>
                  <a:lnTo>
                    <a:pt x="9703" y="10060"/>
                  </a:lnTo>
                  <a:lnTo>
                    <a:pt x="9716" y="10726"/>
                  </a:lnTo>
                  <a:lnTo>
                    <a:pt x="9729" y="11391"/>
                  </a:lnTo>
                  <a:lnTo>
                    <a:pt x="9744" y="12055"/>
                  </a:lnTo>
                  <a:lnTo>
                    <a:pt x="9760" y="12718"/>
                  </a:lnTo>
                  <a:lnTo>
                    <a:pt x="9778" y="13379"/>
                  </a:lnTo>
                  <a:lnTo>
                    <a:pt x="9796" y="14039"/>
                  </a:lnTo>
                  <a:lnTo>
                    <a:pt x="9816" y="14698"/>
                  </a:lnTo>
                  <a:lnTo>
                    <a:pt x="9836" y="15356"/>
                  </a:lnTo>
                  <a:lnTo>
                    <a:pt x="9858" y="16013"/>
                  </a:lnTo>
                  <a:lnTo>
                    <a:pt x="9882" y="16668"/>
                  </a:lnTo>
                  <a:lnTo>
                    <a:pt x="9905" y="17231"/>
                  </a:lnTo>
                  <a:lnTo>
                    <a:pt x="9927" y="17799"/>
                  </a:lnTo>
                  <a:lnTo>
                    <a:pt x="9948" y="18374"/>
                  </a:lnTo>
                  <a:lnTo>
                    <a:pt x="9967" y="18954"/>
                  </a:lnTo>
                  <a:lnTo>
                    <a:pt x="9986" y="19541"/>
                  </a:lnTo>
                  <a:lnTo>
                    <a:pt x="10003" y="20133"/>
                  </a:lnTo>
                  <a:lnTo>
                    <a:pt x="10019" y="20731"/>
                  </a:lnTo>
                  <a:lnTo>
                    <a:pt x="10034" y="21336"/>
                  </a:lnTo>
                  <a:lnTo>
                    <a:pt x="10048" y="21946"/>
                  </a:lnTo>
                  <a:lnTo>
                    <a:pt x="10060" y="22562"/>
                  </a:lnTo>
                  <a:lnTo>
                    <a:pt x="10072" y="23162"/>
                  </a:lnTo>
                  <a:lnTo>
                    <a:pt x="10082" y="23748"/>
                  </a:lnTo>
                  <a:lnTo>
                    <a:pt x="10091" y="24319"/>
                  </a:lnTo>
                  <a:lnTo>
                    <a:pt x="10098" y="24876"/>
                  </a:lnTo>
                  <a:lnTo>
                    <a:pt x="10105" y="25419"/>
                  </a:lnTo>
                  <a:lnTo>
                    <a:pt x="10110" y="25948"/>
                  </a:lnTo>
                  <a:lnTo>
                    <a:pt x="10114" y="26462"/>
                  </a:lnTo>
                  <a:lnTo>
                    <a:pt x="10117" y="26962"/>
                  </a:lnTo>
                  <a:lnTo>
                    <a:pt x="10119" y="27448"/>
                  </a:lnTo>
                  <a:lnTo>
                    <a:pt x="10120" y="27920"/>
                  </a:lnTo>
                  <a:lnTo>
                    <a:pt x="10120" y="83879"/>
                  </a:lnTo>
                  <a:lnTo>
                    <a:pt x="0" y="83879"/>
                  </a:lnTo>
                  <a:lnTo>
                    <a:pt x="0" y="0"/>
                  </a:lnTo>
                  <a:lnTo>
                    <a:pt x="14942" y="0"/>
                  </a:lnTo>
                  <a:lnTo>
                    <a:pt x="37266" y="58162"/>
                  </a:lnTo>
                  <a:lnTo>
                    <a:pt x="37351" y="58407"/>
                  </a:lnTo>
                  <a:lnTo>
                    <a:pt x="37440" y="58666"/>
                  </a:lnTo>
                  <a:lnTo>
                    <a:pt x="37532" y="58940"/>
                  </a:lnTo>
                  <a:lnTo>
                    <a:pt x="37628" y="59228"/>
                  </a:lnTo>
                  <a:lnTo>
                    <a:pt x="37727" y="59531"/>
                  </a:lnTo>
                  <a:lnTo>
                    <a:pt x="37830" y="59847"/>
                  </a:lnTo>
                  <a:lnTo>
                    <a:pt x="37937" y="60178"/>
                  </a:lnTo>
                  <a:lnTo>
                    <a:pt x="38047" y="60524"/>
                  </a:lnTo>
                  <a:lnTo>
                    <a:pt x="38161" y="60883"/>
                  </a:lnTo>
                  <a:lnTo>
                    <a:pt x="38278" y="61257"/>
                  </a:lnTo>
                  <a:lnTo>
                    <a:pt x="38397" y="61627"/>
                  </a:lnTo>
                  <a:lnTo>
                    <a:pt x="38514" y="62000"/>
                  </a:lnTo>
                  <a:lnTo>
                    <a:pt x="38630" y="62375"/>
                  </a:lnTo>
                  <a:lnTo>
                    <a:pt x="38745" y="62753"/>
                  </a:lnTo>
                  <a:lnTo>
                    <a:pt x="38859" y="63132"/>
                  </a:lnTo>
                  <a:lnTo>
                    <a:pt x="38971" y="63515"/>
                  </a:lnTo>
                  <a:lnTo>
                    <a:pt x="39082" y="63899"/>
                  </a:lnTo>
                  <a:lnTo>
                    <a:pt x="39192" y="64286"/>
                  </a:lnTo>
                  <a:lnTo>
                    <a:pt x="39301" y="64675"/>
                  </a:lnTo>
                  <a:lnTo>
                    <a:pt x="39409" y="65067"/>
                  </a:lnTo>
                  <a:lnTo>
                    <a:pt x="39515" y="65458"/>
                  </a:lnTo>
                  <a:lnTo>
                    <a:pt x="39619" y="65846"/>
                  </a:lnTo>
                  <a:lnTo>
                    <a:pt x="39720" y="66230"/>
                  </a:lnTo>
                  <a:lnTo>
                    <a:pt x="39819" y="66610"/>
                  </a:lnTo>
                  <a:lnTo>
                    <a:pt x="39915" y="66987"/>
                  </a:lnTo>
                  <a:lnTo>
                    <a:pt x="40009" y="67360"/>
                  </a:lnTo>
                  <a:lnTo>
                    <a:pt x="40101" y="67730"/>
                  </a:lnTo>
                  <a:lnTo>
                    <a:pt x="40190" y="68096"/>
                  </a:lnTo>
                  <a:lnTo>
                    <a:pt x="40277" y="68459"/>
                  </a:lnTo>
                  <a:lnTo>
                    <a:pt x="40362" y="68818"/>
                  </a:lnTo>
                  <a:lnTo>
                    <a:pt x="40454" y="69155"/>
                  </a:lnTo>
                  <a:lnTo>
                    <a:pt x="40540" y="69477"/>
                  </a:lnTo>
                  <a:lnTo>
                    <a:pt x="40621" y="69784"/>
                  </a:lnTo>
                  <a:lnTo>
                    <a:pt x="40695" y="70075"/>
                  </a:lnTo>
                  <a:lnTo>
                    <a:pt x="40764" y="70351"/>
                  </a:lnTo>
                  <a:lnTo>
                    <a:pt x="40826" y="70611"/>
                  </a:lnTo>
                  <a:lnTo>
                    <a:pt x="40883" y="70855"/>
                  </a:lnTo>
                  <a:lnTo>
                    <a:pt x="40933" y="71085"/>
                  </a:lnTo>
                  <a:lnTo>
                    <a:pt x="40978" y="71298"/>
                  </a:lnTo>
                  <a:lnTo>
                    <a:pt x="41017" y="71497"/>
                  </a:lnTo>
                  <a:lnTo>
                    <a:pt x="41055" y="71298"/>
                  </a:lnTo>
                  <a:lnTo>
                    <a:pt x="41100" y="71082"/>
                  </a:lnTo>
                  <a:lnTo>
                    <a:pt x="41150" y="70850"/>
                  </a:lnTo>
                  <a:lnTo>
                    <a:pt x="41207" y="70601"/>
                  </a:lnTo>
                  <a:lnTo>
                    <a:pt x="41270" y="70336"/>
                  </a:lnTo>
                  <a:lnTo>
                    <a:pt x="41338" y="70053"/>
                  </a:lnTo>
                  <a:lnTo>
                    <a:pt x="41412" y="69755"/>
                  </a:lnTo>
                  <a:lnTo>
                    <a:pt x="41493" y="69439"/>
                  </a:lnTo>
                  <a:lnTo>
                    <a:pt x="41579" y="69107"/>
                  </a:lnTo>
                  <a:lnTo>
                    <a:pt x="41671" y="68758"/>
                  </a:lnTo>
                  <a:lnTo>
                    <a:pt x="41768" y="68399"/>
                  </a:lnTo>
                  <a:lnTo>
                    <a:pt x="41867" y="68037"/>
                  </a:lnTo>
                  <a:lnTo>
                    <a:pt x="41968" y="67670"/>
                  </a:lnTo>
                  <a:lnTo>
                    <a:pt x="42071" y="67301"/>
                  </a:lnTo>
                  <a:lnTo>
                    <a:pt x="42177" y="66928"/>
                  </a:lnTo>
                  <a:lnTo>
                    <a:pt x="42286" y="66551"/>
                  </a:lnTo>
                  <a:lnTo>
                    <a:pt x="42396" y="66170"/>
                  </a:lnTo>
                  <a:lnTo>
                    <a:pt x="42510" y="65786"/>
                  </a:lnTo>
                  <a:lnTo>
                    <a:pt x="42625" y="65399"/>
                  </a:lnTo>
                  <a:lnTo>
                    <a:pt x="42743" y="65008"/>
                  </a:lnTo>
                  <a:lnTo>
                    <a:pt x="42873" y="64616"/>
                  </a:lnTo>
                  <a:lnTo>
                    <a:pt x="43002" y="64227"/>
                  </a:lnTo>
                  <a:lnTo>
                    <a:pt x="43130" y="63840"/>
                  </a:lnTo>
                  <a:lnTo>
                    <a:pt x="43257" y="63455"/>
                  </a:lnTo>
                  <a:lnTo>
                    <a:pt x="43383" y="63073"/>
                  </a:lnTo>
                  <a:lnTo>
                    <a:pt x="43507" y="62693"/>
                  </a:lnTo>
                  <a:lnTo>
                    <a:pt x="43631" y="62316"/>
                  </a:lnTo>
                  <a:lnTo>
                    <a:pt x="43753" y="61941"/>
                  </a:lnTo>
                  <a:lnTo>
                    <a:pt x="43873" y="61568"/>
                  </a:lnTo>
                  <a:lnTo>
                    <a:pt x="43993" y="61198"/>
                  </a:lnTo>
                  <a:lnTo>
                    <a:pt x="44111" y="60835"/>
                  </a:lnTo>
                  <a:lnTo>
                    <a:pt x="44226" y="60486"/>
                  </a:lnTo>
                  <a:lnTo>
                    <a:pt x="44340" y="60149"/>
                  </a:lnTo>
                  <a:lnTo>
                    <a:pt x="44450" y="59826"/>
                  </a:lnTo>
                  <a:lnTo>
                    <a:pt x="44559" y="59516"/>
                  </a:lnTo>
                  <a:lnTo>
                    <a:pt x="44665" y="59219"/>
                  </a:lnTo>
                  <a:lnTo>
                    <a:pt x="44768" y="58935"/>
                  </a:lnTo>
                  <a:lnTo>
                    <a:pt x="44869" y="58664"/>
                  </a:lnTo>
                  <a:lnTo>
                    <a:pt x="44968" y="58406"/>
                  </a:lnTo>
                  <a:lnTo>
                    <a:pt x="45065" y="58162"/>
                  </a:lnTo>
                  <a:lnTo>
                    <a:pt x="66972" y="0"/>
                  </a:lnTo>
                  <a:lnTo>
                    <a:pt x="81557" y="0"/>
                  </a:lnTo>
                  <a:lnTo>
                    <a:pt x="81557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3929627" y="6539321"/>
              <a:ext cx="111918" cy="110013"/>
            </a:xfrm>
            <a:custGeom>
              <a:avLst/>
              <a:pathLst>
                <a:path w="111918" h="110013">
                  <a:moveTo>
                    <a:pt x="59055" y="47148"/>
                  </a:moveTo>
                  <a:lnTo>
                    <a:pt x="61593" y="46948"/>
                  </a:lnTo>
                  <a:lnTo>
                    <a:pt x="64065" y="46729"/>
                  </a:lnTo>
                  <a:lnTo>
                    <a:pt x="66470" y="46491"/>
                  </a:lnTo>
                  <a:lnTo>
                    <a:pt x="68808" y="46234"/>
                  </a:lnTo>
                  <a:lnTo>
                    <a:pt x="71080" y="45958"/>
                  </a:lnTo>
                  <a:lnTo>
                    <a:pt x="73285" y="45662"/>
                  </a:lnTo>
                  <a:lnTo>
                    <a:pt x="75423" y="45348"/>
                  </a:lnTo>
                  <a:lnTo>
                    <a:pt x="77495" y="45015"/>
                  </a:lnTo>
                  <a:lnTo>
                    <a:pt x="79500" y="44662"/>
                  </a:lnTo>
                  <a:lnTo>
                    <a:pt x="81438" y="44291"/>
                  </a:lnTo>
                  <a:lnTo>
                    <a:pt x="82195" y="43038"/>
                  </a:lnTo>
                  <a:lnTo>
                    <a:pt x="82943" y="41757"/>
                  </a:lnTo>
                  <a:lnTo>
                    <a:pt x="83681" y="40447"/>
                  </a:lnTo>
                  <a:lnTo>
                    <a:pt x="84410" y="39109"/>
                  </a:lnTo>
                  <a:lnTo>
                    <a:pt x="85129" y="37742"/>
                  </a:lnTo>
                  <a:lnTo>
                    <a:pt x="85839" y="36347"/>
                  </a:lnTo>
                  <a:lnTo>
                    <a:pt x="86539" y="34923"/>
                  </a:lnTo>
                  <a:lnTo>
                    <a:pt x="87229" y="33470"/>
                  </a:lnTo>
                  <a:lnTo>
                    <a:pt x="87910" y="31989"/>
                  </a:lnTo>
                  <a:lnTo>
                    <a:pt x="88582" y="30479"/>
                  </a:lnTo>
                  <a:lnTo>
                    <a:pt x="98107" y="34289"/>
                  </a:lnTo>
                  <a:lnTo>
                    <a:pt x="94869" y="41128"/>
                  </a:lnTo>
                  <a:lnTo>
                    <a:pt x="91249" y="47548"/>
                  </a:lnTo>
                  <a:lnTo>
                    <a:pt x="87249" y="53549"/>
                  </a:lnTo>
                  <a:lnTo>
                    <a:pt x="82867" y="59131"/>
                  </a:lnTo>
                  <a:lnTo>
                    <a:pt x="78105" y="64293"/>
                  </a:lnTo>
                  <a:lnTo>
                    <a:pt x="72961" y="69037"/>
                  </a:lnTo>
                  <a:lnTo>
                    <a:pt x="67437" y="73361"/>
                  </a:lnTo>
                  <a:lnTo>
                    <a:pt x="61531" y="77266"/>
                  </a:lnTo>
                  <a:lnTo>
                    <a:pt x="55245" y="80752"/>
                  </a:lnTo>
                  <a:lnTo>
                    <a:pt x="48577" y="83819"/>
                  </a:lnTo>
                  <a:lnTo>
                    <a:pt x="43338" y="76200"/>
                  </a:lnTo>
                  <a:lnTo>
                    <a:pt x="47263" y="74333"/>
                  </a:lnTo>
                  <a:lnTo>
                    <a:pt x="51034" y="72351"/>
                  </a:lnTo>
                  <a:lnTo>
                    <a:pt x="54654" y="70256"/>
                  </a:lnTo>
                  <a:lnTo>
                    <a:pt x="58121" y="68046"/>
                  </a:lnTo>
                  <a:lnTo>
                    <a:pt x="61436" y="65722"/>
                  </a:lnTo>
                  <a:lnTo>
                    <a:pt x="64598" y="63284"/>
                  </a:lnTo>
                  <a:lnTo>
                    <a:pt x="67608" y="60731"/>
                  </a:lnTo>
                  <a:lnTo>
                    <a:pt x="70465" y="58064"/>
                  </a:lnTo>
                  <a:lnTo>
                    <a:pt x="73171" y="55283"/>
                  </a:lnTo>
                  <a:lnTo>
                    <a:pt x="75723" y="52387"/>
                  </a:lnTo>
                  <a:lnTo>
                    <a:pt x="73142" y="52849"/>
                  </a:lnTo>
                  <a:lnTo>
                    <a:pt x="70542" y="53282"/>
                  </a:lnTo>
                  <a:lnTo>
                    <a:pt x="67922" y="53687"/>
                  </a:lnTo>
                  <a:lnTo>
                    <a:pt x="65284" y="54063"/>
                  </a:lnTo>
                  <a:lnTo>
                    <a:pt x="62626" y="54411"/>
                  </a:lnTo>
                  <a:lnTo>
                    <a:pt x="59950" y="54730"/>
                  </a:lnTo>
                  <a:lnTo>
                    <a:pt x="57254" y="55021"/>
                  </a:lnTo>
                  <a:lnTo>
                    <a:pt x="54540" y="55283"/>
                  </a:lnTo>
                  <a:lnTo>
                    <a:pt x="51806" y="55516"/>
                  </a:lnTo>
                  <a:lnTo>
                    <a:pt x="49053" y="55721"/>
                  </a:lnTo>
                  <a:lnTo>
                    <a:pt x="47148" y="47625"/>
                  </a:lnTo>
                  <a:lnTo>
                    <a:pt x="49029" y="45772"/>
                  </a:lnTo>
                  <a:lnTo>
                    <a:pt x="50863" y="43834"/>
                  </a:lnTo>
                  <a:lnTo>
                    <a:pt x="52649" y="41809"/>
                  </a:lnTo>
                  <a:lnTo>
                    <a:pt x="54387" y="39700"/>
                  </a:lnTo>
                  <a:lnTo>
                    <a:pt x="56078" y="37504"/>
                  </a:lnTo>
                  <a:lnTo>
                    <a:pt x="57721" y="35223"/>
                  </a:lnTo>
                  <a:lnTo>
                    <a:pt x="59316" y="32856"/>
                  </a:lnTo>
                  <a:lnTo>
                    <a:pt x="60864" y="30403"/>
                  </a:lnTo>
                  <a:lnTo>
                    <a:pt x="62364" y="27865"/>
                  </a:lnTo>
                  <a:lnTo>
                    <a:pt x="63817" y="25241"/>
                  </a:lnTo>
                  <a:lnTo>
                    <a:pt x="45720" y="25241"/>
                  </a:lnTo>
                  <a:lnTo>
                    <a:pt x="45720" y="16192"/>
                  </a:lnTo>
                  <a:lnTo>
                    <a:pt x="73342" y="16192"/>
                  </a:lnTo>
                  <a:lnTo>
                    <a:pt x="72851" y="14778"/>
                  </a:lnTo>
                  <a:lnTo>
                    <a:pt x="72332" y="13392"/>
                  </a:lnTo>
                  <a:lnTo>
                    <a:pt x="71785" y="12034"/>
                  </a:lnTo>
                  <a:lnTo>
                    <a:pt x="71208" y="10706"/>
                  </a:lnTo>
                  <a:lnTo>
                    <a:pt x="70604" y="9405"/>
                  </a:lnTo>
                  <a:lnTo>
                    <a:pt x="69970" y="8134"/>
                  </a:lnTo>
                  <a:lnTo>
                    <a:pt x="69308" y="6891"/>
                  </a:lnTo>
                  <a:lnTo>
                    <a:pt x="68618" y="5676"/>
                  </a:lnTo>
                  <a:lnTo>
                    <a:pt x="67898" y="4491"/>
                  </a:lnTo>
                  <a:lnTo>
                    <a:pt x="67151" y="3333"/>
                  </a:lnTo>
                  <a:lnTo>
                    <a:pt x="77152" y="0"/>
                  </a:lnTo>
                  <a:lnTo>
                    <a:pt x="77990" y="1533"/>
                  </a:lnTo>
                  <a:lnTo>
                    <a:pt x="78790" y="3086"/>
                  </a:lnTo>
                  <a:lnTo>
                    <a:pt x="79552" y="4657"/>
                  </a:lnTo>
                  <a:lnTo>
                    <a:pt x="80276" y="6248"/>
                  </a:lnTo>
                  <a:lnTo>
                    <a:pt x="80962" y="7858"/>
                  </a:lnTo>
                  <a:lnTo>
                    <a:pt x="81610" y="9486"/>
                  </a:lnTo>
                  <a:lnTo>
                    <a:pt x="82219" y="11134"/>
                  </a:lnTo>
                  <a:lnTo>
                    <a:pt x="82791" y="12801"/>
                  </a:lnTo>
                  <a:lnTo>
                    <a:pt x="83324" y="14487"/>
                  </a:lnTo>
                  <a:lnTo>
                    <a:pt x="83820" y="16192"/>
                  </a:lnTo>
                  <a:lnTo>
                    <a:pt x="110490" y="16192"/>
                  </a:lnTo>
                  <a:lnTo>
                    <a:pt x="110490" y="25241"/>
                  </a:lnTo>
                  <a:lnTo>
                    <a:pt x="74771" y="25241"/>
                  </a:lnTo>
                  <a:lnTo>
                    <a:pt x="73499" y="27774"/>
                  </a:lnTo>
                  <a:lnTo>
                    <a:pt x="72161" y="30232"/>
                  </a:lnTo>
                  <a:lnTo>
                    <a:pt x="70756" y="32613"/>
                  </a:lnTo>
                  <a:lnTo>
                    <a:pt x="69284" y="34918"/>
                  </a:lnTo>
                  <a:lnTo>
                    <a:pt x="67746" y="37147"/>
                  </a:lnTo>
                  <a:lnTo>
                    <a:pt x="66141" y="39300"/>
                  </a:lnTo>
                  <a:lnTo>
                    <a:pt x="64469" y="41376"/>
                  </a:lnTo>
                  <a:lnTo>
                    <a:pt x="62731" y="43376"/>
                  </a:lnTo>
                  <a:lnTo>
                    <a:pt x="60926" y="45300"/>
                  </a:lnTo>
                  <a:close/>
                  <a:moveTo>
                    <a:pt x="99536" y="50006"/>
                  </a:moveTo>
                  <a:lnTo>
                    <a:pt x="109061" y="53339"/>
                  </a:lnTo>
                  <a:lnTo>
                    <a:pt x="107503" y="56530"/>
                  </a:lnTo>
                  <a:lnTo>
                    <a:pt x="105879" y="59626"/>
                  </a:lnTo>
                  <a:lnTo>
                    <a:pt x="104189" y="62626"/>
                  </a:lnTo>
                  <a:lnTo>
                    <a:pt x="102431" y="65532"/>
                  </a:lnTo>
                  <a:lnTo>
                    <a:pt x="100607" y="68341"/>
                  </a:lnTo>
                  <a:lnTo>
                    <a:pt x="98717" y="71056"/>
                  </a:lnTo>
                  <a:lnTo>
                    <a:pt x="96759" y="73675"/>
                  </a:lnTo>
                  <a:lnTo>
                    <a:pt x="94735" y="76200"/>
                  </a:lnTo>
                  <a:lnTo>
                    <a:pt x="92644" y="78628"/>
                  </a:lnTo>
                  <a:lnTo>
                    <a:pt x="90487" y="80962"/>
                  </a:lnTo>
                  <a:lnTo>
                    <a:pt x="92759" y="82705"/>
                  </a:lnTo>
                  <a:lnTo>
                    <a:pt x="95002" y="84505"/>
                  </a:lnTo>
                  <a:lnTo>
                    <a:pt x="97216" y="86363"/>
                  </a:lnTo>
                  <a:lnTo>
                    <a:pt x="99402" y="88277"/>
                  </a:lnTo>
                  <a:lnTo>
                    <a:pt x="101560" y="90249"/>
                  </a:lnTo>
                  <a:lnTo>
                    <a:pt x="103689" y="92278"/>
                  </a:lnTo>
                  <a:lnTo>
                    <a:pt x="105789" y="94364"/>
                  </a:lnTo>
                  <a:lnTo>
                    <a:pt x="107861" y="96507"/>
                  </a:lnTo>
                  <a:lnTo>
                    <a:pt x="109904" y="98707"/>
                  </a:lnTo>
                  <a:lnTo>
                    <a:pt x="111918" y="100964"/>
                  </a:lnTo>
                  <a:lnTo>
                    <a:pt x="104775" y="108584"/>
                  </a:lnTo>
                  <a:lnTo>
                    <a:pt x="102760" y="106232"/>
                  </a:lnTo>
                  <a:lnTo>
                    <a:pt x="100717" y="103936"/>
                  </a:lnTo>
                  <a:lnTo>
                    <a:pt x="98645" y="101698"/>
                  </a:lnTo>
                  <a:lnTo>
                    <a:pt x="96545" y="99517"/>
                  </a:lnTo>
                  <a:lnTo>
                    <a:pt x="94416" y="97393"/>
                  </a:lnTo>
                  <a:lnTo>
                    <a:pt x="92259" y="95326"/>
                  </a:lnTo>
                  <a:lnTo>
                    <a:pt x="90073" y="93316"/>
                  </a:lnTo>
                  <a:lnTo>
                    <a:pt x="87858" y="91363"/>
                  </a:lnTo>
                  <a:lnTo>
                    <a:pt x="85615" y="89468"/>
                  </a:lnTo>
                  <a:lnTo>
                    <a:pt x="83343" y="87629"/>
                  </a:lnTo>
                  <a:lnTo>
                    <a:pt x="80233" y="90254"/>
                  </a:lnTo>
                  <a:lnTo>
                    <a:pt x="77000" y="92792"/>
                  </a:lnTo>
                  <a:lnTo>
                    <a:pt x="73642" y="95245"/>
                  </a:lnTo>
                  <a:lnTo>
                    <a:pt x="70161" y="97612"/>
                  </a:lnTo>
                  <a:lnTo>
                    <a:pt x="66555" y="99893"/>
                  </a:lnTo>
                  <a:lnTo>
                    <a:pt x="62826" y="102088"/>
                  </a:lnTo>
                  <a:lnTo>
                    <a:pt x="58974" y="104198"/>
                  </a:lnTo>
                  <a:lnTo>
                    <a:pt x="54997" y="106222"/>
                  </a:lnTo>
                  <a:lnTo>
                    <a:pt x="50896" y="108161"/>
                  </a:lnTo>
                  <a:lnTo>
                    <a:pt x="46672" y="110013"/>
                  </a:lnTo>
                  <a:lnTo>
                    <a:pt x="42386" y="101917"/>
                  </a:lnTo>
                  <a:lnTo>
                    <a:pt x="50330" y="98226"/>
                  </a:lnTo>
                  <a:lnTo>
                    <a:pt x="57778" y="94202"/>
                  </a:lnTo>
                  <a:lnTo>
                    <a:pt x="64731" y="89844"/>
                  </a:lnTo>
                  <a:lnTo>
                    <a:pt x="71189" y="85153"/>
                  </a:lnTo>
                  <a:lnTo>
                    <a:pt x="77152" y="80129"/>
                  </a:lnTo>
                  <a:lnTo>
                    <a:pt x="82619" y="74771"/>
                  </a:lnTo>
                  <a:lnTo>
                    <a:pt x="87591" y="69080"/>
                  </a:lnTo>
                  <a:lnTo>
                    <a:pt x="92068" y="63055"/>
                  </a:lnTo>
                  <a:lnTo>
                    <a:pt x="96050" y="56697"/>
                  </a:lnTo>
                  <a:close/>
                  <a:moveTo>
                    <a:pt x="3810" y="22383"/>
                  </a:moveTo>
                  <a:lnTo>
                    <a:pt x="19050" y="22383"/>
                  </a:lnTo>
                  <a:lnTo>
                    <a:pt x="19050" y="476"/>
                  </a:lnTo>
                  <a:lnTo>
                    <a:pt x="28098" y="476"/>
                  </a:lnTo>
                  <a:lnTo>
                    <a:pt x="28098" y="22383"/>
                  </a:lnTo>
                  <a:lnTo>
                    <a:pt x="42386" y="22383"/>
                  </a:lnTo>
                  <a:lnTo>
                    <a:pt x="42386" y="31432"/>
                  </a:lnTo>
                  <a:lnTo>
                    <a:pt x="28098" y="31432"/>
                  </a:lnTo>
                  <a:lnTo>
                    <a:pt x="28098" y="37147"/>
                  </a:lnTo>
                  <a:lnTo>
                    <a:pt x="29884" y="39333"/>
                  </a:lnTo>
                  <a:lnTo>
                    <a:pt x="31623" y="41509"/>
                  </a:lnTo>
                  <a:lnTo>
                    <a:pt x="33313" y="43676"/>
                  </a:lnTo>
                  <a:lnTo>
                    <a:pt x="34956" y="45834"/>
                  </a:lnTo>
                  <a:lnTo>
                    <a:pt x="36552" y="47982"/>
                  </a:lnTo>
                  <a:lnTo>
                    <a:pt x="38100" y="50120"/>
                  </a:lnTo>
                  <a:lnTo>
                    <a:pt x="39600" y="52249"/>
                  </a:lnTo>
                  <a:lnTo>
                    <a:pt x="41052" y="54368"/>
                  </a:lnTo>
                  <a:lnTo>
                    <a:pt x="42457" y="56478"/>
                  </a:lnTo>
                  <a:lnTo>
                    <a:pt x="43815" y="58578"/>
                  </a:lnTo>
                  <a:lnTo>
                    <a:pt x="37623" y="67627"/>
                  </a:lnTo>
                  <a:lnTo>
                    <a:pt x="36671" y="65651"/>
                  </a:lnTo>
                  <a:lnTo>
                    <a:pt x="35718" y="63722"/>
                  </a:lnTo>
                  <a:lnTo>
                    <a:pt x="34766" y="61841"/>
                  </a:lnTo>
                  <a:lnTo>
                    <a:pt x="33813" y="60007"/>
                  </a:lnTo>
                  <a:lnTo>
                    <a:pt x="32861" y="58221"/>
                  </a:lnTo>
                  <a:lnTo>
                    <a:pt x="31908" y="56483"/>
                  </a:lnTo>
                  <a:lnTo>
                    <a:pt x="30956" y="54792"/>
                  </a:lnTo>
                  <a:lnTo>
                    <a:pt x="30003" y="53149"/>
                  </a:lnTo>
                  <a:lnTo>
                    <a:pt x="29051" y="51554"/>
                  </a:lnTo>
                  <a:lnTo>
                    <a:pt x="28098" y="50006"/>
                  </a:lnTo>
                  <a:lnTo>
                    <a:pt x="28098" y="110013"/>
                  </a:lnTo>
                  <a:lnTo>
                    <a:pt x="19050" y="110013"/>
                  </a:lnTo>
                  <a:lnTo>
                    <a:pt x="19050" y="58102"/>
                  </a:lnTo>
                  <a:lnTo>
                    <a:pt x="17983" y="61193"/>
                  </a:lnTo>
                  <a:lnTo>
                    <a:pt x="16878" y="64179"/>
                  </a:lnTo>
                  <a:lnTo>
                    <a:pt x="15735" y="67060"/>
                  </a:lnTo>
                  <a:lnTo>
                    <a:pt x="14554" y="69837"/>
                  </a:lnTo>
                  <a:lnTo>
                    <a:pt x="13335" y="72509"/>
                  </a:lnTo>
                  <a:lnTo>
                    <a:pt x="12077" y="75076"/>
                  </a:lnTo>
                  <a:lnTo>
                    <a:pt x="10782" y="77538"/>
                  </a:lnTo>
                  <a:lnTo>
                    <a:pt x="9448" y="79895"/>
                  </a:lnTo>
                  <a:lnTo>
                    <a:pt x="8077" y="82148"/>
                  </a:lnTo>
                  <a:lnTo>
                    <a:pt x="6667" y="84296"/>
                  </a:lnTo>
                  <a:lnTo>
                    <a:pt x="0" y="77628"/>
                  </a:lnTo>
                  <a:lnTo>
                    <a:pt x="2667" y="73480"/>
                  </a:lnTo>
                  <a:lnTo>
                    <a:pt x="5143" y="69227"/>
                  </a:lnTo>
                  <a:lnTo>
                    <a:pt x="7429" y="64870"/>
                  </a:lnTo>
                  <a:lnTo>
                    <a:pt x="9525" y="60407"/>
                  </a:lnTo>
                  <a:lnTo>
                    <a:pt x="11430" y="55840"/>
                  </a:lnTo>
                  <a:lnTo>
                    <a:pt x="13144" y="51168"/>
                  </a:lnTo>
                  <a:lnTo>
                    <a:pt x="14668" y="46391"/>
                  </a:lnTo>
                  <a:lnTo>
                    <a:pt x="16002" y="41509"/>
                  </a:lnTo>
                  <a:lnTo>
                    <a:pt x="17145" y="36523"/>
                  </a:lnTo>
                  <a:lnTo>
                    <a:pt x="18097" y="31432"/>
                  </a:lnTo>
                  <a:lnTo>
                    <a:pt x="3810" y="314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4060595" y="6546464"/>
              <a:ext cx="95726" cy="102869"/>
            </a:xfrm>
            <a:custGeom>
              <a:avLst/>
              <a:pathLst>
                <a:path w="95726" h="102869">
                  <a:moveTo>
                    <a:pt x="95726" y="0"/>
                  </a:moveTo>
                  <a:lnTo>
                    <a:pt x="95726" y="102869"/>
                  </a:lnTo>
                  <a:lnTo>
                    <a:pt x="86201" y="102869"/>
                  </a:lnTo>
                  <a:lnTo>
                    <a:pt x="86201" y="94297"/>
                  </a:lnTo>
                  <a:lnTo>
                    <a:pt x="9525" y="94297"/>
                  </a:lnTo>
                  <a:lnTo>
                    <a:pt x="9525" y="102869"/>
                  </a:lnTo>
                  <a:lnTo>
                    <a:pt x="0" y="102869"/>
                  </a:lnTo>
                  <a:lnTo>
                    <a:pt x="0" y="0"/>
                  </a:lnTo>
                  <a:close/>
                  <a:moveTo>
                    <a:pt x="9525" y="85248"/>
                  </a:moveTo>
                  <a:lnTo>
                    <a:pt x="86201" y="85248"/>
                  </a:lnTo>
                  <a:lnTo>
                    <a:pt x="86201" y="9048"/>
                  </a:lnTo>
                  <a:lnTo>
                    <a:pt x="9525" y="9048"/>
                  </a:lnTo>
                  <a:close/>
                  <a:moveTo>
                    <a:pt x="25241" y="23812"/>
                  </a:moveTo>
                  <a:lnTo>
                    <a:pt x="70008" y="23812"/>
                  </a:lnTo>
                  <a:lnTo>
                    <a:pt x="70008" y="70484"/>
                  </a:lnTo>
                  <a:lnTo>
                    <a:pt x="25241" y="70484"/>
                  </a:lnTo>
                  <a:close/>
                  <a:moveTo>
                    <a:pt x="34766" y="61436"/>
                  </a:moveTo>
                  <a:lnTo>
                    <a:pt x="60483" y="61436"/>
                  </a:lnTo>
                  <a:lnTo>
                    <a:pt x="60483" y="32861"/>
                  </a:lnTo>
                  <a:lnTo>
                    <a:pt x="34766" y="328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4182039" y="6539797"/>
              <a:ext cx="98583" cy="109537"/>
            </a:xfrm>
            <a:custGeom>
              <a:avLst/>
              <a:pathLst>
                <a:path w="98583" h="109537">
                  <a:moveTo>
                    <a:pt x="20478" y="0"/>
                  </a:moveTo>
                  <a:lnTo>
                    <a:pt x="30003" y="0"/>
                  </a:lnTo>
                  <a:lnTo>
                    <a:pt x="30003" y="54292"/>
                  </a:lnTo>
                  <a:lnTo>
                    <a:pt x="29794" y="60931"/>
                  </a:lnTo>
                  <a:lnTo>
                    <a:pt x="29165" y="67322"/>
                  </a:lnTo>
                  <a:lnTo>
                    <a:pt x="28117" y="73466"/>
                  </a:lnTo>
                  <a:lnTo>
                    <a:pt x="26650" y="79362"/>
                  </a:lnTo>
                  <a:lnTo>
                    <a:pt x="24765" y="85010"/>
                  </a:lnTo>
                  <a:lnTo>
                    <a:pt x="22459" y="90411"/>
                  </a:lnTo>
                  <a:lnTo>
                    <a:pt x="19735" y="95564"/>
                  </a:lnTo>
                  <a:lnTo>
                    <a:pt x="16592" y="100469"/>
                  </a:lnTo>
                  <a:lnTo>
                    <a:pt x="13030" y="105127"/>
                  </a:lnTo>
                  <a:lnTo>
                    <a:pt x="9048" y="109537"/>
                  </a:lnTo>
                  <a:lnTo>
                    <a:pt x="1428" y="103346"/>
                  </a:lnTo>
                  <a:lnTo>
                    <a:pt x="5048" y="99255"/>
                  </a:lnTo>
                  <a:lnTo>
                    <a:pt x="8286" y="94983"/>
                  </a:lnTo>
                  <a:lnTo>
                    <a:pt x="11144" y="90530"/>
                  </a:lnTo>
                  <a:lnTo>
                    <a:pt x="13620" y="85896"/>
                  </a:lnTo>
                  <a:lnTo>
                    <a:pt x="15716" y="81081"/>
                  </a:lnTo>
                  <a:lnTo>
                    <a:pt x="17430" y="76085"/>
                  </a:lnTo>
                  <a:lnTo>
                    <a:pt x="18764" y="70908"/>
                  </a:lnTo>
                  <a:lnTo>
                    <a:pt x="19716" y="65551"/>
                  </a:lnTo>
                  <a:lnTo>
                    <a:pt x="20288" y="60012"/>
                  </a:lnTo>
                  <a:lnTo>
                    <a:pt x="20478" y="54292"/>
                  </a:lnTo>
                  <a:close/>
                  <a:moveTo>
                    <a:pt x="0" y="10001"/>
                  </a:moveTo>
                  <a:lnTo>
                    <a:pt x="9525" y="10001"/>
                  </a:lnTo>
                  <a:lnTo>
                    <a:pt x="9525" y="78581"/>
                  </a:lnTo>
                  <a:lnTo>
                    <a:pt x="0" y="78581"/>
                  </a:lnTo>
                  <a:close/>
                  <a:moveTo>
                    <a:pt x="40481" y="48101"/>
                  </a:moveTo>
                  <a:lnTo>
                    <a:pt x="88582" y="48101"/>
                  </a:lnTo>
                  <a:lnTo>
                    <a:pt x="88582" y="21431"/>
                  </a:lnTo>
                  <a:lnTo>
                    <a:pt x="39052" y="21431"/>
                  </a:lnTo>
                  <a:lnTo>
                    <a:pt x="39052" y="12382"/>
                  </a:lnTo>
                  <a:lnTo>
                    <a:pt x="98583" y="12382"/>
                  </a:lnTo>
                  <a:lnTo>
                    <a:pt x="98583" y="105251"/>
                  </a:lnTo>
                  <a:lnTo>
                    <a:pt x="88582" y="105251"/>
                  </a:lnTo>
                  <a:lnTo>
                    <a:pt x="88582" y="97155"/>
                  </a:lnTo>
                  <a:lnTo>
                    <a:pt x="36671" y="97155"/>
                  </a:lnTo>
                  <a:lnTo>
                    <a:pt x="36671" y="88106"/>
                  </a:lnTo>
                  <a:lnTo>
                    <a:pt x="88582" y="88106"/>
                  </a:lnTo>
                  <a:lnTo>
                    <a:pt x="88582" y="57150"/>
                  </a:lnTo>
                  <a:lnTo>
                    <a:pt x="40481" y="571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4668162" y="6257880"/>
              <a:ext cx="83224" cy="86320"/>
            </a:xfrm>
            <a:custGeom>
              <a:avLst/>
              <a:pathLst>
                <a:path w="83224" h="86320">
                  <a:moveTo>
                    <a:pt x="83224" y="42802"/>
                  </a:moveTo>
                  <a:lnTo>
                    <a:pt x="83196" y="44749"/>
                  </a:lnTo>
                  <a:lnTo>
                    <a:pt x="83110" y="46660"/>
                  </a:lnTo>
                  <a:lnTo>
                    <a:pt x="82967" y="48535"/>
                  </a:lnTo>
                  <a:lnTo>
                    <a:pt x="82767" y="50375"/>
                  </a:lnTo>
                  <a:lnTo>
                    <a:pt x="82510" y="52179"/>
                  </a:lnTo>
                  <a:lnTo>
                    <a:pt x="82195" y="53947"/>
                  </a:lnTo>
                  <a:lnTo>
                    <a:pt x="81824" y="55679"/>
                  </a:lnTo>
                  <a:lnTo>
                    <a:pt x="81395" y="57376"/>
                  </a:lnTo>
                  <a:lnTo>
                    <a:pt x="80910" y="59037"/>
                  </a:lnTo>
                  <a:lnTo>
                    <a:pt x="80367" y="60662"/>
                  </a:lnTo>
                  <a:lnTo>
                    <a:pt x="79781" y="62246"/>
                  </a:lnTo>
                  <a:lnTo>
                    <a:pt x="79145" y="63784"/>
                  </a:lnTo>
                  <a:lnTo>
                    <a:pt x="78458" y="65275"/>
                  </a:lnTo>
                  <a:lnTo>
                    <a:pt x="77719" y="66720"/>
                  </a:lnTo>
                  <a:lnTo>
                    <a:pt x="76929" y="68118"/>
                  </a:lnTo>
                  <a:lnTo>
                    <a:pt x="76088" y="69470"/>
                  </a:lnTo>
                  <a:lnTo>
                    <a:pt x="75195" y="70776"/>
                  </a:lnTo>
                  <a:lnTo>
                    <a:pt x="74252" y="72035"/>
                  </a:lnTo>
                  <a:lnTo>
                    <a:pt x="73257" y="73247"/>
                  </a:lnTo>
                  <a:lnTo>
                    <a:pt x="72211" y="74414"/>
                  </a:lnTo>
                  <a:lnTo>
                    <a:pt x="71116" y="75530"/>
                  </a:lnTo>
                  <a:lnTo>
                    <a:pt x="69973" y="76595"/>
                  </a:lnTo>
                  <a:lnTo>
                    <a:pt x="68782" y="77607"/>
                  </a:lnTo>
                  <a:lnTo>
                    <a:pt x="67544" y="78566"/>
                  </a:lnTo>
                  <a:lnTo>
                    <a:pt x="66258" y="79474"/>
                  </a:lnTo>
                  <a:lnTo>
                    <a:pt x="64924" y="80329"/>
                  </a:lnTo>
                  <a:lnTo>
                    <a:pt x="63543" y="81131"/>
                  </a:lnTo>
                  <a:lnTo>
                    <a:pt x="62114" y="81881"/>
                  </a:lnTo>
                  <a:lnTo>
                    <a:pt x="60638" y="82579"/>
                  </a:lnTo>
                  <a:lnTo>
                    <a:pt x="59114" y="83224"/>
                  </a:lnTo>
                  <a:lnTo>
                    <a:pt x="57545" y="83812"/>
                  </a:lnTo>
                  <a:lnTo>
                    <a:pt x="55935" y="84339"/>
                  </a:lnTo>
                  <a:lnTo>
                    <a:pt x="54283" y="84803"/>
                  </a:lnTo>
                  <a:lnTo>
                    <a:pt x="52589" y="85205"/>
                  </a:lnTo>
                  <a:lnTo>
                    <a:pt x="50854" y="85546"/>
                  </a:lnTo>
                  <a:lnTo>
                    <a:pt x="49077" y="85825"/>
                  </a:lnTo>
                  <a:lnTo>
                    <a:pt x="47258" y="86041"/>
                  </a:lnTo>
                  <a:lnTo>
                    <a:pt x="45398" y="86196"/>
                  </a:lnTo>
                  <a:lnTo>
                    <a:pt x="43496" y="86289"/>
                  </a:lnTo>
                  <a:lnTo>
                    <a:pt x="41552" y="86320"/>
                  </a:lnTo>
                  <a:lnTo>
                    <a:pt x="39506" y="86288"/>
                  </a:lnTo>
                  <a:lnTo>
                    <a:pt x="37511" y="86191"/>
                  </a:lnTo>
                  <a:lnTo>
                    <a:pt x="35568" y="86030"/>
                  </a:lnTo>
                  <a:lnTo>
                    <a:pt x="33675" y="85805"/>
                  </a:lnTo>
                  <a:lnTo>
                    <a:pt x="31834" y="85516"/>
                  </a:lnTo>
                  <a:lnTo>
                    <a:pt x="30044" y="85163"/>
                  </a:lnTo>
                  <a:lnTo>
                    <a:pt x="28305" y="84745"/>
                  </a:lnTo>
                  <a:lnTo>
                    <a:pt x="26617" y="84262"/>
                  </a:lnTo>
                  <a:lnTo>
                    <a:pt x="24981" y="83716"/>
                  </a:lnTo>
                  <a:lnTo>
                    <a:pt x="23395" y="83105"/>
                  </a:lnTo>
                  <a:lnTo>
                    <a:pt x="21862" y="82425"/>
                  </a:lnTo>
                  <a:lnTo>
                    <a:pt x="20381" y="81695"/>
                  </a:lnTo>
                  <a:lnTo>
                    <a:pt x="18952" y="80916"/>
                  </a:lnTo>
                  <a:lnTo>
                    <a:pt x="17576" y="80086"/>
                  </a:lnTo>
                  <a:lnTo>
                    <a:pt x="16252" y="79206"/>
                  </a:lnTo>
                  <a:lnTo>
                    <a:pt x="14980" y="78276"/>
                  </a:lnTo>
                  <a:lnTo>
                    <a:pt x="13761" y="77296"/>
                  </a:lnTo>
                  <a:lnTo>
                    <a:pt x="12594" y="76266"/>
                  </a:lnTo>
                  <a:lnTo>
                    <a:pt x="11480" y="75186"/>
                  </a:lnTo>
                  <a:lnTo>
                    <a:pt x="10417" y="74056"/>
                  </a:lnTo>
                  <a:lnTo>
                    <a:pt x="9407" y="72868"/>
                  </a:lnTo>
                  <a:lnTo>
                    <a:pt x="8448" y="71637"/>
                  </a:lnTo>
                  <a:lnTo>
                    <a:pt x="7540" y="70363"/>
                  </a:lnTo>
                  <a:lnTo>
                    <a:pt x="6684" y="69046"/>
                  </a:lnTo>
                  <a:lnTo>
                    <a:pt x="5878" y="67687"/>
                  </a:lnTo>
                  <a:lnTo>
                    <a:pt x="5124" y="66284"/>
                  </a:lnTo>
                  <a:lnTo>
                    <a:pt x="4421" y="64839"/>
                  </a:lnTo>
                  <a:lnTo>
                    <a:pt x="3769" y="63350"/>
                  </a:lnTo>
                  <a:lnTo>
                    <a:pt x="3168" y="61819"/>
                  </a:lnTo>
                  <a:lnTo>
                    <a:pt x="2619" y="60245"/>
                  </a:lnTo>
                  <a:lnTo>
                    <a:pt x="2121" y="58635"/>
                  </a:lnTo>
                  <a:lnTo>
                    <a:pt x="1676" y="56995"/>
                  </a:lnTo>
                  <a:lnTo>
                    <a:pt x="1283" y="55325"/>
                  </a:lnTo>
                  <a:lnTo>
                    <a:pt x="942" y="53625"/>
                  </a:lnTo>
                  <a:lnTo>
                    <a:pt x="654" y="51896"/>
                  </a:lnTo>
                  <a:lnTo>
                    <a:pt x="419" y="50137"/>
                  </a:lnTo>
                  <a:lnTo>
                    <a:pt x="235" y="48348"/>
                  </a:lnTo>
                  <a:lnTo>
                    <a:pt x="104" y="46529"/>
                  </a:lnTo>
                  <a:lnTo>
                    <a:pt x="26" y="44681"/>
                  </a:lnTo>
                  <a:lnTo>
                    <a:pt x="0" y="42802"/>
                  </a:lnTo>
                  <a:lnTo>
                    <a:pt x="27" y="40857"/>
                  </a:lnTo>
                  <a:lnTo>
                    <a:pt x="109" y="38950"/>
                  </a:lnTo>
                  <a:lnTo>
                    <a:pt x="246" y="37080"/>
                  </a:lnTo>
                  <a:lnTo>
                    <a:pt x="438" y="35249"/>
                  </a:lnTo>
                  <a:lnTo>
                    <a:pt x="684" y="33456"/>
                  </a:lnTo>
                  <a:lnTo>
                    <a:pt x="985" y="31701"/>
                  </a:lnTo>
                  <a:lnTo>
                    <a:pt x="1341" y="29984"/>
                  </a:lnTo>
                  <a:lnTo>
                    <a:pt x="1752" y="28305"/>
                  </a:lnTo>
                  <a:lnTo>
                    <a:pt x="2218" y="26665"/>
                  </a:lnTo>
                  <a:lnTo>
                    <a:pt x="2738" y="25062"/>
                  </a:lnTo>
                  <a:lnTo>
                    <a:pt x="3311" y="23502"/>
                  </a:lnTo>
                  <a:lnTo>
                    <a:pt x="3936" y="21990"/>
                  </a:lnTo>
                  <a:lnTo>
                    <a:pt x="4611" y="20526"/>
                  </a:lnTo>
                  <a:lnTo>
                    <a:pt x="5338" y="19109"/>
                  </a:lnTo>
                  <a:lnTo>
                    <a:pt x="6116" y="17740"/>
                  </a:lnTo>
                  <a:lnTo>
                    <a:pt x="6946" y="16418"/>
                  </a:lnTo>
                  <a:lnTo>
                    <a:pt x="7826" y="15144"/>
                  </a:lnTo>
                  <a:lnTo>
                    <a:pt x="8758" y="13918"/>
                  </a:lnTo>
                  <a:lnTo>
                    <a:pt x="9741" y="12739"/>
                  </a:lnTo>
                  <a:lnTo>
                    <a:pt x="10775" y="11608"/>
                  </a:lnTo>
                  <a:lnTo>
                    <a:pt x="11859" y="10515"/>
                  </a:lnTo>
                  <a:lnTo>
                    <a:pt x="12992" y="9474"/>
                  </a:lnTo>
                  <a:lnTo>
                    <a:pt x="14173" y="8486"/>
                  </a:lnTo>
                  <a:lnTo>
                    <a:pt x="15404" y="7550"/>
                  </a:lnTo>
                  <a:lnTo>
                    <a:pt x="16683" y="6667"/>
                  </a:lnTo>
                  <a:lnTo>
                    <a:pt x="18011" y="5836"/>
                  </a:lnTo>
                  <a:lnTo>
                    <a:pt x="19388" y="5057"/>
                  </a:lnTo>
                  <a:lnTo>
                    <a:pt x="20814" y="4331"/>
                  </a:lnTo>
                  <a:lnTo>
                    <a:pt x="22289" y="3657"/>
                  </a:lnTo>
                  <a:lnTo>
                    <a:pt x="23812" y="3036"/>
                  </a:lnTo>
                  <a:lnTo>
                    <a:pt x="25394" y="2459"/>
                  </a:lnTo>
                  <a:lnTo>
                    <a:pt x="27022" y="1943"/>
                  </a:lnTo>
                  <a:lnTo>
                    <a:pt x="28695" y="1487"/>
                  </a:lnTo>
                  <a:lnTo>
                    <a:pt x="30413" y="1092"/>
                  </a:lnTo>
                  <a:lnTo>
                    <a:pt x="32176" y="759"/>
                  </a:lnTo>
                  <a:lnTo>
                    <a:pt x="33985" y="485"/>
                  </a:lnTo>
                  <a:lnTo>
                    <a:pt x="35839" y="273"/>
                  </a:lnTo>
                  <a:lnTo>
                    <a:pt x="37738" y="121"/>
                  </a:lnTo>
                  <a:lnTo>
                    <a:pt x="39682" y="30"/>
                  </a:lnTo>
                  <a:lnTo>
                    <a:pt x="41671" y="0"/>
                  </a:lnTo>
                  <a:lnTo>
                    <a:pt x="43649" y="30"/>
                  </a:lnTo>
                  <a:lnTo>
                    <a:pt x="45581" y="121"/>
                  </a:lnTo>
                  <a:lnTo>
                    <a:pt x="47469" y="273"/>
                  </a:lnTo>
                  <a:lnTo>
                    <a:pt x="49310" y="485"/>
                  </a:lnTo>
                  <a:lnTo>
                    <a:pt x="51107" y="759"/>
                  </a:lnTo>
                  <a:lnTo>
                    <a:pt x="52858" y="1092"/>
                  </a:lnTo>
                  <a:lnTo>
                    <a:pt x="54565" y="1487"/>
                  </a:lnTo>
                  <a:lnTo>
                    <a:pt x="56226" y="1943"/>
                  </a:lnTo>
                  <a:lnTo>
                    <a:pt x="57841" y="2459"/>
                  </a:lnTo>
                  <a:lnTo>
                    <a:pt x="59412" y="3036"/>
                  </a:lnTo>
                  <a:lnTo>
                    <a:pt x="60946" y="3668"/>
                  </a:lnTo>
                  <a:lnTo>
                    <a:pt x="62429" y="4352"/>
                  </a:lnTo>
                  <a:lnTo>
                    <a:pt x="63860" y="5088"/>
                  </a:lnTo>
                  <a:lnTo>
                    <a:pt x="65241" y="5874"/>
                  </a:lnTo>
                  <a:lnTo>
                    <a:pt x="66570" y="6712"/>
                  </a:lnTo>
                  <a:lnTo>
                    <a:pt x="67848" y="7600"/>
                  </a:lnTo>
                  <a:lnTo>
                    <a:pt x="69075" y="8540"/>
                  </a:lnTo>
                  <a:lnTo>
                    <a:pt x="70251" y="9532"/>
                  </a:lnTo>
                  <a:lnTo>
                    <a:pt x="71376" y="10574"/>
                  </a:lnTo>
                  <a:lnTo>
                    <a:pt x="72449" y="11668"/>
                  </a:lnTo>
                  <a:lnTo>
                    <a:pt x="73483" y="12810"/>
                  </a:lnTo>
                  <a:lnTo>
                    <a:pt x="74466" y="13999"/>
                  </a:lnTo>
                  <a:lnTo>
                    <a:pt x="75398" y="15234"/>
                  </a:lnTo>
                  <a:lnTo>
                    <a:pt x="76278" y="16516"/>
                  </a:lnTo>
                  <a:lnTo>
                    <a:pt x="77107" y="17844"/>
                  </a:lnTo>
                  <a:lnTo>
                    <a:pt x="77885" y="19219"/>
                  </a:lnTo>
                  <a:lnTo>
                    <a:pt x="78612" y="20640"/>
                  </a:lnTo>
                  <a:lnTo>
                    <a:pt x="79288" y="22107"/>
                  </a:lnTo>
                  <a:lnTo>
                    <a:pt x="79912" y="23621"/>
                  </a:lnTo>
                  <a:lnTo>
                    <a:pt x="80486" y="25181"/>
                  </a:lnTo>
                  <a:lnTo>
                    <a:pt x="81006" y="26783"/>
                  </a:lnTo>
                  <a:lnTo>
                    <a:pt x="81472" y="28420"/>
                  </a:lnTo>
                  <a:lnTo>
                    <a:pt x="81882" y="30093"/>
                  </a:lnTo>
                  <a:lnTo>
                    <a:pt x="82238" y="31801"/>
                  </a:lnTo>
                  <a:lnTo>
                    <a:pt x="82540" y="33545"/>
                  </a:lnTo>
                  <a:lnTo>
                    <a:pt x="82786" y="35325"/>
                  </a:lnTo>
                  <a:lnTo>
                    <a:pt x="82978" y="37141"/>
                  </a:lnTo>
                  <a:lnTo>
                    <a:pt x="83115" y="38992"/>
                  </a:lnTo>
                  <a:lnTo>
                    <a:pt x="83197" y="40880"/>
                  </a:lnTo>
                  <a:close/>
                  <a:moveTo>
                    <a:pt x="71616" y="42802"/>
                  </a:moveTo>
                  <a:lnTo>
                    <a:pt x="71596" y="41304"/>
                  </a:lnTo>
                  <a:lnTo>
                    <a:pt x="71537" y="39833"/>
                  </a:lnTo>
                  <a:lnTo>
                    <a:pt x="71439" y="38389"/>
                  </a:lnTo>
                  <a:lnTo>
                    <a:pt x="71301" y="36973"/>
                  </a:lnTo>
                  <a:lnTo>
                    <a:pt x="71124" y="35584"/>
                  </a:lnTo>
                  <a:lnTo>
                    <a:pt x="70908" y="34223"/>
                  </a:lnTo>
                  <a:lnTo>
                    <a:pt x="70653" y="32889"/>
                  </a:lnTo>
                  <a:lnTo>
                    <a:pt x="70358" y="31582"/>
                  </a:lnTo>
                  <a:lnTo>
                    <a:pt x="70024" y="30303"/>
                  </a:lnTo>
                  <a:lnTo>
                    <a:pt x="69651" y="29051"/>
                  </a:lnTo>
                  <a:lnTo>
                    <a:pt x="69251" y="27830"/>
                  </a:lnTo>
                  <a:lnTo>
                    <a:pt x="68813" y="26646"/>
                  </a:lnTo>
                  <a:lnTo>
                    <a:pt x="68337" y="25497"/>
                  </a:lnTo>
                  <a:lnTo>
                    <a:pt x="67822" y="24384"/>
                  </a:lnTo>
                  <a:lnTo>
                    <a:pt x="67270" y="23306"/>
                  </a:lnTo>
                  <a:lnTo>
                    <a:pt x="66679" y="22264"/>
                  </a:lnTo>
                  <a:lnTo>
                    <a:pt x="66051" y="21258"/>
                  </a:lnTo>
                  <a:lnTo>
                    <a:pt x="65384" y="20288"/>
                  </a:lnTo>
                  <a:lnTo>
                    <a:pt x="64679" y="19353"/>
                  </a:lnTo>
                  <a:lnTo>
                    <a:pt x="63936" y="18454"/>
                  </a:lnTo>
                  <a:lnTo>
                    <a:pt x="63168" y="17593"/>
                  </a:lnTo>
                  <a:lnTo>
                    <a:pt x="62362" y="16773"/>
                  </a:lnTo>
                  <a:lnTo>
                    <a:pt x="61520" y="15993"/>
                  </a:lnTo>
                  <a:lnTo>
                    <a:pt x="60640" y="15254"/>
                  </a:lnTo>
                  <a:lnTo>
                    <a:pt x="59724" y="14555"/>
                  </a:lnTo>
                  <a:lnTo>
                    <a:pt x="58771" y="13896"/>
                  </a:lnTo>
                  <a:lnTo>
                    <a:pt x="57781" y="13279"/>
                  </a:lnTo>
                  <a:lnTo>
                    <a:pt x="56754" y="12701"/>
                  </a:lnTo>
                  <a:lnTo>
                    <a:pt x="55690" y="12164"/>
                  </a:lnTo>
                  <a:lnTo>
                    <a:pt x="54590" y="11668"/>
                  </a:lnTo>
                  <a:lnTo>
                    <a:pt x="53453" y="11215"/>
                  </a:lnTo>
                  <a:lnTo>
                    <a:pt x="52282" y="10810"/>
                  </a:lnTo>
                  <a:lnTo>
                    <a:pt x="51077" y="10453"/>
                  </a:lnTo>
                  <a:lnTo>
                    <a:pt x="49837" y="10144"/>
                  </a:lnTo>
                  <a:lnTo>
                    <a:pt x="48562" y="9882"/>
                  </a:lnTo>
                  <a:lnTo>
                    <a:pt x="47253" y="9667"/>
                  </a:lnTo>
                  <a:lnTo>
                    <a:pt x="45909" y="9501"/>
                  </a:lnTo>
                  <a:lnTo>
                    <a:pt x="44531" y="9382"/>
                  </a:lnTo>
                  <a:lnTo>
                    <a:pt x="43119" y="9310"/>
                  </a:lnTo>
                  <a:lnTo>
                    <a:pt x="41671" y="9286"/>
                  </a:lnTo>
                  <a:lnTo>
                    <a:pt x="40190" y="9310"/>
                  </a:lnTo>
                  <a:lnTo>
                    <a:pt x="38745" y="9382"/>
                  </a:lnTo>
                  <a:lnTo>
                    <a:pt x="37337" y="9501"/>
                  </a:lnTo>
                  <a:lnTo>
                    <a:pt x="35966" y="9667"/>
                  </a:lnTo>
                  <a:lnTo>
                    <a:pt x="34632" y="9882"/>
                  </a:lnTo>
                  <a:lnTo>
                    <a:pt x="33335" y="10144"/>
                  </a:lnTo>
                  <a:lnTo>
                    <a:pt x="32074" y="10453"/>
                  </a:lnTo>
                  <a:lnTo>
                    <a:pt x="30851" y="10810"/>
                  </a:lnTo>
                  <a:lnTo>
                    <a:pt x="29665" y="11215"/>
                  </a:lnTo>
                  <a:lnTo>
                    <a:pt x="28515" y="11668"/>
                  </a:lnTo>
                  <a:lnTo>
                    <a:pt x="27402" y="12164"/>
                  </a:lnTo>
                  <a:lnTo>
                    <a:pt x="26327" y="12701"/>
                  </a:lnTo>
                  <a:lnTo>
                    <a:pt x="25288" y="13279"/>
                  </a:lnTo>
                  <a:lnTo>
                    <a:pt x="24286" y="13896"/>
                  </a:lnTo>
                  <a:lnTo>
                    <a:pt x="23321" y="14555"/>
                  </a:lnTo>
                  <a:lnTo>
                    <a:pt x="22393" y="15254"/>
                  </a:lnTo>
                  <a:lnTo>
                    <a:pt x="21502" y="15993"/>
                  </a:lnTo>
                  <a:lnTo>
                    <a:pt x="20647" y="16773"/>
                  </a:lnTo>
                  <a:lnTo>
                    <a:pt x="19830" y="17593"/>
                  </a:lnTo>
                  <a:lnTo>
                    <a:pt x="19050" y="18454"/>
                  </a:lnTo>
                  <a:lnTo>
                    <a:pt x="18318" y="19353"/>
                  </a:lnTo>
                  <a:lnTo>
                    <a:pt x="17623" y="20288"/>
                  </a:lnTo>
                  <a:lnTo>
                    <a:pt x="16965" y="21258"/>
                  </a:lnTo>
                  <a:lnTo>
                    <a:pt x="16344" y="22264"/>
                  </a:lnTo>
                  <a:lnTo>
                    <a:pt x="15760" y="23306"/>
                  </a:lnTo>
                  <a:lnTo>
                    <a:pt x="15213" y="24384"/>
                  </a:lnTo>
                  <a:lnTo>
                    <a:pt x="14703" y="25497"/>
                  </a:lnTo>
                  <a:lnTo>
                    <a:pt x="14230" y="26646"/>
                  </a:lnTo>
                  <a:lnTo>
                    <a:pt x="13793" y="27830"/>
                  </a:lnTo>
                  <a:lnTo>
                    <a:pt x="13394" y="29051"/>
                  </a:lnTo>
                  <a:lnTo>
                    <a:pt x="13043" y="30303"/>
                  </a:lnTo>
                  <a:lnTo>
                    <a:pt x="12730" y="31582"/>
                  </a:lnTo>
                  <a:lnTo>
                    <a:pt x="12453" y="32889"/>
                  </a:lnTo>
                  <a:lnTo>
                    <a:pt x="12213" y="34223"/>
                  </a:lnTo>
                  <a:lnTo>
                    <a:pt x="12010" y="35584"/>
                  </a:lnTo>
                  <a:lnTo>
                    <a:pt x="11844" y="36973"/>
                  </a:lnTo>
                  <a:lnTo>
                    <a:pt x="11715" y="38389"/>
                  </a:lnTo>
                  <a:lnTo>
                    <a:pt x="11622" y="39833"/>
                  </a:lnTo>
                  <a:lnTo>
                    <a:pt x="11567" y="41304"/>
                  </a:lnTo>
                  <a:lnTo>
                    <a:pt x="11549" y="42802"/>
                  </a:lnTo>
                  <a:lnTo>
                    <a:pt x="11568" y="44302"/>
                  </a:lnTo>
                  <a:lnTo>
                    <a:pt x="11625" y="45777"/>
                  </a:lnTo>
                  <a:lnTo>
                    <a:pt x="11720" y="47226"/>
                  </a:lnTo>
                  <a:lnTo>
                    <a:pt x="11853" y="48651"/>
                  </a:lnTo>
                  <a:lnTo>
                    <a:pt x="12025" y="50050"/>
                  </a:lnTo>
                  <a:lnTo>
                    <a:pt x="12234" y="51425"/>
                  </a:lnTo>
                  <a:lnTo>
                    <a:pt x="12482" y="52775"/>
                  </a:lnTo>
                  <a:lnTo>
                    <a:pt x="12768" y="54099"/>
                  </a:lnTo>
                  <a:lnTo>
                    <a:pt x="13092" y="55399"/>
                  </a:lnTo>
                  <a:lnTo>
                    <a:pt x="13454" y="56673"/>
                  </a:lnTo>
                  <a:lnTo>
                    <a:pt x="13864" y="57907"/>
                  </a:lnTo>
                  <a:lnTo>
                    <a:pt x="14311" y="59107"/>
                  </a:lnTo>
                  <a:lnTo>
                    <a:pt x="14793" y="60274"/>
                  </a:lnTo>
                  <a:lnTo>
                    <a:pt x="15311" y="61407"/>
                  </a:lnTo>
                  <a:lnTo>
                    <a:pt x="15865" y="62507"/>
                  </a:lnTo>
                  <a:lnTo>
                    <a:pt x="16454" y="63574"/>
                  </a:lnTo>
                  <a:lnTo>
                    <a:pt x="17079" y="64608"/>
                  </a:lnTo>
                  <a:lnTo>
                    <a:pt x="17740" y="65608"/>
                  </a:lnTo>
                  <a:lnTo>
                    <a:pt x="18436" y="66574"/>
                  </a:lnTo>
                  <a:lnTo>
                    <a:pt x="19169" y="67508"/>
                  </a:lnTo>
                  <a:lnTo>
                    <a:pt x="19948" y="68393"/>
                  </a:lnTo>
                  <a:lnTo>
                    <a:pt x="20764" y="69239"/>
                  </a:lnTo>
                  <a:lnTo>
                    <a:pt x="21615" y="70046"/>
                  </a:lnTo>
                  <a:lnTo>
                    <a:pt x="22502" y="70813"/>
                  </a:lnTo>
                  <a:lnTo>
                    <a:pt x="23425" y="71541"/>
                  </a:lnTo>
                  <a:lnTo>
                    <a:pt x="24384" y="72230"/>
                  </a:lnTo>
                  <a:lnTo>
                    <a:pt x="25378" y="72879"/>
                  </a:lnTo>
                  <a:lnTo>
                    <a:pt x="26408" y="73490"/>
                  </a:lnTo>
                  <a:lnTo>
                    <a:pt x="27473" y="74061"/>
                  </a:lnTo>
                  <a:lnTo>
                    <a:pt x="28575" y="74592"/>
                  </a:lnTo>
                  <a:lnTo>
                    <a:pt x="29722" y="75067"/>
                  </a:lnTo>
                  <a:lnTo>
                    <a:pt x="30903" y="75492"/>
                  </a:lnTo>
                  <a:lnTo>
                    <a:pt x="32118" y="75867"/>
                  </a:lnTo>
                  <a:lnTo>
                    <a:pt x="33366" y="76192"/>
                  </a:lnTo>
                  <a:lnTo>
                    <a:pt x="34647" y="76467"/>
                  </a:lnTo>
                  <a:lnTo>
                    <a:pt x="35961" y="76692"/>
                  </a:lnTo>
                  <a:lnTo>
                    <a:pt x="37309" y="76867"/>
                  </a:lnTo>
                  <a:lnTo>
                    <a:pt x="38690" y="76992"/>
                  </a:lnTo>
                  <a:lnTo>
                    <a:pt x="40105" y="77067"/>
                  </a:lnTo>
                  <a:lnTo>
                    <a:pt x="41552" y="77092"/>
                  </a:lnTo>
                  <a:lnTo>
                    <a:pt x="43102" y="77067"/>
                  </a:lnTo>
                  <a:lnTo>
                    <a:pt x="44607" y="76990"/>
                  </a:lnTo>
                  <a:lnTo>
                    <a:pt x="46069" y="76862"/>
                  </a:lnTo>
                  <a:lnTo>
                    <a:pt x="47486" y="76683"/>
                  </a:lnTo>
                  <a:lnTo>
                    <a:pt x="48860" y="76453"/>
                  </a:lnTo>
                  <a:lnTo>
                    <a:pt x="50189" y="76171"/>
                  </a:lnTo>
                  <a:lnTo>
                    <a:pt x="51474" y="75838"/>
                  </a:lnTo>
                  <a:lnTo>
                    <a:pt x="52716" y="75454"/>
                  </a:lnTo>
                  <a:lnTo>
                    <a:pt x="53913" y="75019"/>
                  </a:lnTo>
                  <a:lnTo>
                    <a:pt x="55066" y="74533"/>
                  </a:lnTo>
                  <a:lnTo>
                    <a:pt x="56188" y="74001"/>
                  </a:lnTo>
                  <a:lnTo>
                    <a:pt x="57269" y="73430"/>
                  </a:lnTo>
                  <a:lnTo>
                    <a:pt x="58307" y="72820"/>
                  </a:lnTo>
                  <a:lnTo>
                    <a:pt x="59305" y="72170"/>
                  </a:lnTo>
                  <a:lnTo>
                    <a:pt x="60260" y="71482"/>
                  </a:lnTo>
                  <a:lnTo>
                    <a:pt x="61174" y="70754"/>
                  </a:lnTo>
                  <a:lnTo>
                    <a:pt x="62046" y="69986"/>
                  </a:lnTo>
                  <a:lnTo>
                    <a:pt x="62876" y="69180"/>
                  </a:lnTo>
                  <a:lnTo>
                    <a:pt x="63665" y="68334"/>
                  </a:lnTo>
                  <a:lnTo>
                    <a:pt x="64412" y="67448"/>
                  </a:lnTo>
                  <a:lnTo>
                    <a:pt x="65131" y="66514"/>
                  </a:lnTo>
                  <a:lnTo>
                    <a:pt x="65810" y="65546"/>
                  </a:lnTo>
                  <a:lnTo>
                    <a:pt x="66450" y="64543"/>
                  </a:lnTo>
                  <a:lnTo>
                    <a:pt x="67051" y="63505"/>
                  </a:lnTo>
                  <a:lnTo>
                    <a:pt x="67612" y="62433"/>
                  </a:lnTo>
                  <a:lnTo>
                    <a:pt x="68134" y="61326"/>
                  </a:lnTo>
                  <a:lnTo>
                    <a:pt x="68617" y="60185"/>
                  </a:lnTo>
                  <a:lnTo>
                    <a:pt x="69061" y="59009"/>
                  </a:lnTo>
                  <a:lnTo>
                    <a:pt x="69465" y="57799"/>
                  </a:lnTo>
                  <a:lnTo>
                    <a:pt x="69830" y="56554"/>
                  </a:lnTo>
                  <a:lnTo>
                    <a:pt x="70169" y="55281"/>
                  </a:lnTo>
                  <a:lnTo>
                    <a:pt x="70473" y="53985"/>
                  </a:lnTo>
                  <a:lnTo>
                    <a:pt x="70740" y="52666"/>
                  </a:lnTo>
                  <a:lnTo>
                    <a:pt x="70973" y="51325"/>
                  </a:lnTo>
                  <a:lnTo>
                    <a:pt x="71169" y="49961"/>
                  </a:lnTo>
                  <a:lnTo>
                    <a:pt x="71330" y="48575"/>
                  </a:lnTo>
                  <a:lnTo>
                    <a:pt x="71455" y="47166"/>
                  </a:lnTo>
                  <a:lnTo>
                    <a:pt x="71544" y="45734"/>
                  </a:lnTo>
                  <a:lnTo>
                    <a:pt x="71598" y="442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4767222" y="6259130"/>
              <a:ext cx="53756" cy="83879"/>
            </a:xfrm>
            <a:custGeom>
              <a:avLst/>
              <a:pathLst>
                <a:path w="53756" h="83879">
                  <a:moveTo>
                    <a:pt x="0" y="83879"/>
                  </a:moveTo>
                  <a:lnTo>
                    <a:pt x="0" y="0"/>
                  </a:lnTo>
                  <a:lnTo>
                    <a:pt x="11370" y="0"/>
                  </a:lnTo>
                  <a:lnTo>
                    <a:pt x="11370" y="74592"/>
                  </a:lnTo>
                  <a:lnTo>
                    <a:pt x="53756" y="74592"/>
                  </a:lnTo>
                  <a:lnTo>
                    <a:pt x="53756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4830563" y="6257880"/>
              <a:ext cx="70187" cy="86320"/>
            </a:xfrm>
            <a:custGeom>
              <a:avLst/>
              <a:pathLst>
                <a:path w="70187" h="86320">
                  <a:moveTo>
                    <a:pt x="70187" y="61972"/>
                  </a:moveTo>
                  <a:lnTo>
                    <a:pt x="70166" y="63023"/>
                  </a:lnTo>
                  <a:lnTo>
                    <a:pt x="70103" y="64058"/>
                  </a:lnTo>
                  <a:lnTo>
                    <a:pt x="69999" y="65075"/>
                  </a:lnTo>
                  <a:lnTo>
                    <a:pt x="69853" y="66077"/>
                  </a:lnTo>
                  <a:lnTo>
                    <a:pt x="69666" y="67061"/>
                  </a:lnTo>
                  <a:lnTo>
                    <a:pt x="69437" y="68029"/>
                  </a:lnTo>
                  <a:lnTo>
                    <a:pt x="69166" y="68981"/>
                  </a:lnTo>
                  <a:lnTo>
                    <a:pt x="68853" y="69915"/>
                  </a:lnTo>
                  <a:lnTo>
                    <a:pt x="68499" y="70833"/>
                  </a:lnTo>
                  <a:lnTo>
                    <a:pt x="68103" y="71735"/>
                  </a:lnTo>
                  <a:lnTo>
                    <a:pt x="67676" y="72616"/>
                  </a:lnTo>
                  <a:lnTo>
                    <a:pt x="67203" y="73473"/>
                  </a:lnTo>
                  <a:lnTo>
                    <a:pt x="66685" y="74306"/>
                  </a:lnTo>
                  <a:lnTo>
                    <a:pt x="66122" y="75116"/>
                  </a:lnTo>
                  <a:lnTo>
                    <a:pt x="65514" y="75902"/>
                  </a:lnTo>
                  <a:lnTo>
                    <a:pt x="64860" y="76664"/>
                  </a:lnTo>
                  <a:lnTo>
                    <a:pt x="64161" y="77402"/>
                  </a:lnTo>
                  <a:lnTo>
                    <a:pt x="63417" y="78116"/>
                  </a:lnTo>
                  <a:lnTo>
                    <a:pt x="62628" y="78807"/>
                  </a:lnTo>
                  <a:lnTo>
                    <a:pt x="61793" y="79474"/>
                  </a:lnTo>
                  <a:lnTo>
                    <a:pt x="60913" y="80103"/>
                  </a:lnTo>
                  <a:lnTo>
                    <a:pt x="59988" y="80705"/>
                  </a:lnTo>
                  <a:lnTo>
                    <a:pt x="59018" y="81279"/>
                  </a:lnTo>
                  <a:lnTo>
                    <a:pt x="58002" y="81826"/>
                  </a:lnTo>
                  <a:lnTo>
                    <a:pt x="56941" y="82346"/>
                  </a:lnTo>
                  <a:lnTo>
                    <a:pt x="55835" y="82838"/>
                  </a:lnTo>
                  <a:lnTo>
                    <a:pt x="54684" y="83303"/>
                  </a:lnTo>
                  <a:lnTo>
                    <a:pt x="53487" y="83741"/>
                  </a:lnTo>
                  <a:lnTo>
                    <a:pt x="52245" y="84151"/>
                  </a:lnTo>
                  <a:lnTo>
                    <a:pt x="50958" y="84534"/>
                  </a:lnTo>
                  <a:lnTo>
                    <a:pt x="49636" y="84873"/>
                  </a:lnTo>
                  <a:lnTo>
                    <a:pt x="48265" y="85177"/>
                  </a:lnTo>
                  <a:lnTo>
                    <a:pt x="46845" y="85445"/>
                  </a:lnTo>
                  <a:lnTo>
                    <a:pt x="45377" y="85677"/>
                  </a:lnTo>
                  <a:lnTo>
                    <a:pt x="43859" y="85873"/>
                  </a:lnTo>
                  <a:lnTo>
                    <a:pt x="42293" y="86034"/>
                  </a:lnTo>
                  <a:lnTo>
                    <a:pt x="40678" y="86159"/>
                  </a:lnTo>
                  <a:lnTo>
                    <a:pt x="39014" y="86248"/>
                  </a:lnTo>
                  <a:lnTo>
                    <a:pt x="37301" y="86302"/>
                  </a:lnTo>
                  <a:lnTo>
                    <a:pt x="35540" y="86320"/>
                  </a:lnTo>
                  <a:lnTo>
                    <a:pt x="32477" y="86265"/>
                  </a:lnTo>
                  <a:lnTo>
                    <a:pt x="29553" y="86101"/>
                  </a:lnTo>
                  <a:lnTo>
                    <a:pt x="26767" y="85827"/>
                  </a:lnTo>
                  <a:lnTo>
                    <a:pt x="24119" y="85444"/>
                  </a:lnTo>
                  <a:lnTo>
                    <a:pt x="21609" y="84951"/>
                  </a:lnTo>
                  <a:lnTo>
                    <a:pt x="19238" y="84348"/>
                  </a:lnTo>
                  <a:lnTo>
                    <a:pt x="17004" y="83636"/>
                  </a:lnTo>
                  <a:lnTo>
                    <a:pt x="14909" y="82815"/>
                  </a:lnTo>
                  <a:lnTo>
                    <a:pt x="12951" y="81884"/>
                  </a:lnTo>
                  <a:lnTo>
                    <a:pt x="11132" y="80843"/>
                  </a:lnTo>
                  <a:lnTo>
                    <a:pt x="9445" y="79699"/>
                  </a:lnTo>
                  <a:lnTo>
                    <a:pt x="7886" y="78457"/>
                  </a:lnTo>
                  <a:lnTo>
                    <a:pt x="6454" y="77117"/>
                  </a:lnTo>
                  <a:lnTo>
                    <a:pt x="5150" y="75680"/>
                  </a:lnTo>
                  <a:lnTo>
                    <a:pt x="3973" y="74146"/>
                  </a:lnTo>
                  <a:lnTo>
                    <a:pt x="2924" y="72513"/>
                  </a:lnTo>
                  <a:lnTo>
                    <a:pt x="2002" y="70783"/>
                  </a:lnTo>
                  <a:lnTo>
                    <a:pt x="1207" y="68956"/>
                  </a:lnTo>
                  <a:lnTo>
                    <a:pt x="539" y="67030"/>
                  </a:lnTo>
                  <a:lnTo>
                    <a:pt x="0" y="65008"/>
                  </a:lnTo>
                  <a:lnTo>
                    <a:pt x="11013" y="62805"/>
                  </a:lnTo>
                  <a:lnTo>
                    <a:pt x="11188" y="63454"/>
                  </a:lnTo>
                  <a:lnTo>
                    <a:pt x="11382" y="64091"/>
                  </a:lnTo>
                  <a:lnTo>
                    <a:pt x="11593" y="64716"/>
                  </a:lnTo>
                  <a:lnTo>
                    <a:pt x="11822" y="65329"/>
                  </a:lnTo>
                  <a:lnTo>
                    <a:pt x="12069" y="65930"/>
                  </a:lnTo>
                  <a:lnTo>
                    <a:pt x="12334" y="66520"/>
                  </a:lnTo>
                  <a:lnTo>
                    <a:pt x="12617" y="67097"/>
                  </a:lnTo>
                  <a:lnTo>
                    <a:pt x="12918" y="67663"/>
                  </a:lnTo>
                  <a:lnTo>
                    <a:pt x="13236" y="68216"/>
                  </a:lnTo>
                  <a:lnTo>
                    <a:pt x="13573" y="68758"/>
                  </a:lnTo>
                  <a:lnTo>
                    <a:pt x="13930" y="69287"/>
                  </a:lnTo>
                  <a:lnTo>
                    <a:pt x="14311" y="69801"/>
                  </a:lnTo>
                  <a:lnTo>
                    <a:pt x="14716" y="70301"/>
                  </a:lnTo>
                  <a:lnTo>
                    <a:pt x="15144" y="70787"/>
                  </a:lnTo>
                  <a:lnTo>
                    <a:pt x="15597" y="71258"/>
                  </a:lnTo>
                  <a:lnTo>
                    <a:pt x="16073" y="71716"/>
                  </a:lnTo>
                  <a:lnTo>
                    <a:pt x="16573" y="72159"/>
                  </a:lnTo>
                  <a:lnTo>
                    <a:pt x="17097" y="72587"/>
                  </a:lnTo>
                  <a:lnTo>
                    <a:pt x="17645" y="73001"/>
                  </a:lnTo>
                  <a:lnTo>
                    <a:pt x="18216" y="73402"/>
                  </a:lnTo>
                  <a:lnTo>
                    <a:pt x="18825" y="73774"/>
                  </a:lnTo>
                  <a:lnTo>
                    <a:pt x="19461" y="74130"/>
                  </a:lnTo>
                  <a:lnTo>
                    <a:pt x="20125" y="74470"/>
                  </a:lnTo>
                  <a:lnTo>
                    <a:pt x="20816" y="74792"/>
                  </a:lnTo>
                  <a:lnTo>
                    <a:pt x="21535" y="75098"/>
                  </a:lnTo>
                  <a:lnTo>
                    <a:pt x="22281" y="75387"/>
                  </a:lnTo>
                  <a:lnTo>
                    <a:pt x="23054" y="75660"/>
                  </a:lnTo>
                  <a:lnTo>
                    <a:pt x="23855" y="75916"/>
                  </a:lnTo>
                  <a:lnTo>
                    <a:pt x="24683" y="76155"/>
                  </a:lnTo>
                  <a:lnTo>
                    <a:pt x="25538" y="76378"/>
                  </a:lnTo>
                  <a:lnTo>
                    <a:pt x="26425" y="76582"/>
                  </a:lnTo>
                  <a:lnTo>
                    <a:pt x="27346" y="76764"/>
                  </a:lnTo>
                  <a:lnTo>
                    <a:pt x="28301" y="76925"/>
                  </a:lnTo>
                  <a:lnTo>
                    <a:pt x="29291" y="77064"/>
                  </a:lnTo>
                  <a:lnTo>
                    <a:pt x="30316" y="77182"/>
                  </a:lnTo>
                  <a:lnTo>
                    <a:pt x="31375" y="77278"/>
                  </a:lnTo>
                  <a:lnTo>
                    <a:pt x="32468" y="77353"/>
                  </a:lnTo>
                  <a:lnTo>
                    <a:pt x="33597" y="77407"/>
                  </a:lnTo>
                  <a:lnTo>
                    <a:pt x="34759" y="77439"/>
                  </a:lnTo>
                  <a:lnTo>
                    <a:pt x="35956" y="77450"/>
                  </a:lnTo>
                  <a:lnTo>
                    <a:pt x="36960" y="77441"/>
                  </a:lnTo>
                  <a:lnTo>
                    <a:pt x="37947" y="77416"/>
                  </a:lnTo>
                  <a:lnTo>
                    <a:pt x="38917" y="77375"/>
                  </a:lnTo>
                  <a:lnTo>
                    <a:pt x="39871" y="77316"/>
                  </a:lnTo>
                  <a:lnTo>
                    <a:pt x="40808" y="77241"/>
                  </a:lnTo>
                  <a:lnTo>
                    <a:pt x="41729" y="77150"/>
                  </a:lnTo>
                  <a:lnTo>
                    <a:pt x="42632" y="77041"/>
                  </a:lnTo>
                  <a:lnTo>
                    <a:pt x="43519" y="76916"/>
                  </a:lnTo>
                  <a:lnTo>
                    <a:pt x="44390" y="76775"/>
                  </a:lnTo>
                  <a:lnTo>
                    <a:pt x="45243" y="76616"/>
                  </a:lnTo>
                  <a:lnTo>
                    <a:pt x="46077" y="76429"/>
                  </a:lnTo>
                  <a:lnTo>
                    <a:pt x="46886" y="76223"/>
                  </a:lnTo>
                  <a:lnTo>
                    <a:pt x="47672" y="76000"/>
                  </a:lnTo>
                  <a:lnTo>
                    <a:pt x="48434" y="75759"/>
                  </a:lnTo>
                  <a:lnTo>
                    <a:pt x="49172" y="75500"/>
                  </a:lnTo>
                  <a:lnTo>
                    <a:pt x="49887" y="75223"/>
                  </a:lnTo>
                  <a:lnTo>
                    <a:pt x="50577" y="74929"/>
                  </a:lnTo>
                  <a:lnTo>
                    <a:pt x="51244" y="74616"/>
                  </a:lnTo>
                  <a:lnTo>
                    <a:pt x="51887" y="74286"/>
                  </a:lnTo>
                  <a:lnTo>
                    <a:pt x="52506" y="73937"/>
                  </a:lnTo>
                  <a:lnTo>
                    <a:pt x="53100" y="73570"/>
                  </a:lnTo>
                  <a:lnTo>
                    <a:pt x="53666" y="73182"/>
                  </a:lnTo>
                  <a:lnTo>
                    <a:pt x="54204" y="72775"/>
                  </a:lnTo>
                  <a:lnTo>
                    <a:pt x="54716" y="72347"/>
                  </a:lnTo>
                  <a:lnTo>
                    <a:pt x="55200" y="71898"/>
                  </a:lnTo>
                  <a:lnTo>
                    <a:pt x="55656" y="71430"/>
                  </a:lnTo>
                  <a:lnTo>
                    <a:pt x="56086" y="70941"/>
                  </a:lnTo>
                  <a:lnTo>
                    <a:pt x="56488" y="70432"/>
                  </a:lnTo>
                  <a:lnTo>
                    <a:pt x="56862" y="69903"/>
                  </a:lnTo>
                  <a:lnTo>
                    <a:pt x="57209" y="69353"/>
                  </a:lnTo>
                  <a:lnTo>
                    <a:pt x="57537" y="68771"/>
                  </a:lnTo>
                  <a:lnTo>
                    <a:pt x="57831" y="68168"/>
                  </a:lnTo>
                  <a:lnTo>
                    <a:pt x="58089" y="67542"/>
                  </a:lnTo>
                  <a:lnTo>
                    <a:pt x="58314" y="66896"/>
                  </a:lnTo>
                  <a:lnTo>
                    <a:pt x="58504" y="66228"/>
                  </a:lnTo>
                  <a:lnTo>
                    <a:pt x="58659" y="65539"/>
                  </a:lnTo>
                  <a:lnTo>
                    <a:pt x="58780" y="64828"/>
                  </a:lnTo>
                  <a:lnTo>
                    <a:pt x="58866" y="64096"/>
                  </a:lnTo>
                  <a:lnTo>
                    <a:pt x="58918" y="63342"/>
                  </a:lnTo>
                  <a:lnTo>
                    <a:pt x="58935" y="62567"/>
                  </a:lnTo>
                  <a:lnTo>
                    <a:pt x="58916" y="61761"/>
                  </a:lnTo>
                  <a:lnTo>
                    <a:pt x="58859" y="60986"/>
                  </a:lnTo>
                  <a:lnTo>
                    <a:pt x="58764" y="60242"/>
                  </a:lnTo>
                  <a:lnTo>
                    <a:pt x="58631" y="59528"/>
                  </a:lnTo>
                  <a:lnTo>
                    <a:pt x="58459" y="58846"/>
                  </a:lnTo>
                  <a:lnTo>
                    <a:pt x="58250" y="58195"/>
                  </a:lnTo>
                  <a:lnTo>
                    <a:pt x="58002" y="57575"/>
                  </a:lnTo>
                  <a:lnTo>
                    <a:pt x="57716" y="56985"/>
                  </a:lnTo>
                  <a:lnTo>
                    <a:pt x="57392" y="56427"/>
                  </a:lnTo>
                  <a:lnTo>
                    <a:pt x="57030" y="55899"/>
                  </a:lnTo>
                  <a:lnTo>
                    <a:pt x="56646" y="55396"/>
                  </a:lnTo>
                  <a:lnTo>
                    <a:pt x="56230" y="54911"/>
                  </a:lnTo>
                  <a:lnTo>
                    <a:pt x="55784" y="54444"/>
                  </a:lnTo>
                  <a:lnTo>
                    <a:pt x="55306" y="53994"/>
                  </a:lnTo>
                  <a:lnTo>
                    <a:pt x="54798" y="53563"/>
                  </a:lnTo>
                  <a:lnTo>
                    <a:pt x="54259" y="53149"/>
                  </a:lnTo>
                  <a:lnTo>
                    <a:pt x="53688" y="52753"/>
                  </a:lnTo>
                  <a:lnTo>
                    <a:pt x="53087" y="52375"/>
                  </a:lnTo>
                  <a:lnTo>
                    <a:pt x="52455" y="52015"/>
                  </a:lnTo>
                  <a:lnTo>
                    <a:pt x="51792" y="51673"/>
                  </a:lnTo>
                  <a:lnTo>
                    <a:pt x="51100" y="51345"/>
                  </a:lnTo>
                  <a:lnTo>
                    <a:pt x="50382" y="51027"/>
                  </a:lnTo>
                  <a:lnTo>
                    <a:pt x="49638" y="50721"/>
                  </a:lnTo>
                  <a:lnTo>
                    <a:pt x="48868" y="50425"/>
                  </a:lnTo>
                  <a:lnTo>
                    <a:pt x="48071" y="50140"/>
                  </a:lnTo>
                  <a:lnTo>
                    <a:pt x="47248" y="49865"/>
                  </a:lnTo>
                  <a:lnTo>
                    <a:pt x="46399" y="49602"/>
                  </a:lnTo>
                  <a:lnTo>
                    <a:pt x="45524" y="49349"/>
                  </a:lnTo>
                  <a:lnTo>
                    <a:pt x="44623" y="49106"/>
                  </a:lnTo>
                  <a:lnTo>
                    <a:pt x="43695" y="48875"/>
                  </a:lnTo>
                  <a:lnTo>
                    <a:pt x="42745" y="48647"/>
                  </a:lnTo>
                  <a:lnTo>
                    <a:pt x="41774" y="48415"/>
                  </a:lnTo>
                  <a:lnTo>
                    <a:pt x="40783" y="48180"/>
                  </a:lnTo>
                  <a:lnTo>
                    <a:pt x="39771" y="47941"/>
                  </a:lnTo>
                  <a:lnTo>
                    <a:pt x="38739" y="47699"/>
                  </a:lnTo>
                  <a:lnTo>
                    <a:pt x="37688" y="47453"/>
                  </a:lnTo>
                  <a:lnTo>
                    <a:pt x="36615" y="47204"/>
                  </a:lnTo>
                  <a:lnTo>
                    <a:pt x="35523" y="46951"/>
                  </a:lnTo>
                  <a:lnTo>
                    <a:pt x="34410" y="46694"/>
                  </a:lnTo>
                  <a:lnTo>
                    <a:pt x="33277" y="46434"/>
                  </a:lnTo>
                  <a:lnTo>
                    <a:pt x="32574" y="46278"/>
                  </a:lnTo>
                  <a:lnTo>
                    <a:pt x="31870" y="46120"/>
                  </a:lnTo>
                  <a:lnTo>
                    <a:pt x="31165" y="45959"/>
                  </a:lnTo>
                  <a:lnTo>
                    <a:pt x="30458" y="45796"/>
                  </a:lnTo>
                  <a:lnTo>
                    <a:pt x="29750" y="45630"/>
                  </a:lnTo>
                  <a:lnTo>
                    <a:pt x="29041" y="45462"/>
                  </a:lnTo>
                  <a:lnTo>
                    <a:pt x="28331" y="45292"/>
                  </a:lnTo>
                  <a:lnTo>
                    <a:pt x="27620" y="45119"/>
                  </a:lnTo>
                  <a:lnTo>
                    <a:pt x="26907" y="44944"/>
                  </a:lnTo>
                  <a:lnTo>
                    <a:pt x="26193" y="44767"/>
                  </a:lnTo>
                  <a:lnTo>
                    <a:pt x="25493" y="44574"/>
                  </a:lnTo>
                  <a:lnTo>
                    <a:pt x="24798" y="44374"/>
                  </a:lnTo>
                  <a:lnTo>
                    <a:pt x="24107" y="44169"/>
                  </a:lnTo>
                  <a:lnTo>
                    <a:pt x="23421" y="43957"/>
                  </a:lnTo>
                  <a:lnTo>
                    <a:pt x="22740" y="43740"/>
                  </a:lnTo>
                  <a:lnTo>
                    <a:pt x="22064" y="43517"/>
                  </a:lnTo>
                  <a:lnTo>
                    <a:pt x="21393" y="43288"/>
                  </a:lnTo>
                  <a:lnTo>
                    <a:pt x="20726" y="43053"/>
                  </a:lnTo>
                  <a:lnTo>
                    <a:pt x="20064" y="42811"/>
                  </a:lnTo>
                  <a:lnTo>
                    <a:pt x="19407" y="42564"/>
                  </a:lnTo>
                  <a:lnTo>
                    <a:pt x="18767" y="42298"/>
                  </a:lnTo>
                  <a:lnTo>
                    <a:pt x="18135" y="42024"/>
                  </a:lnTo>
                  <a:lnTo>
                    <a:pt x="17510" y="41741"/>
                  </a:lnTo>
                  <a:lnTo>
                    <a:pt x="16892" y="41450"/>
                  </a:lnTo>
                  <a:lnTo>
                    <a:pt x="16281" y="41150"/>
                  </a:lnTo>
                  <a:lnTo>
                    <a:pt x="15678" y="40843"/>
                  </a:lnTo>
                  <a:lnTo>
                    <a:pt x="15081" y="40527"/>
                  </a:lnTo>
                  <a:lnTo>
                    <a:pt x="14492" y="40202"/>
                  </a:lnTo>
                  <a:lnTo>
                    <a:pt x="13910" y="39869"/>
                  </a:lnTo>
                  <a:lnTo>
                    <a:pt x="13334" y="39528"/>
                  </a:lnTo>
                  <a:lnTo>
                    <a:pt x="12771" y="39176"/>
                  </a:lnTo>
                  <a:lnTo>
                    <a:pt x="12222" y="38811"/>
                  </a:lnTo>
                  <a:lnTo>
                    <a:pt x="11690" y="38433"/>
                  </a:lnTo>
                  <a:lnTo>
                    <a:pt x="11172" y="38042"/>
                  </a:lnTo>
                  <a:lnTo>
                    <a:pt x="10670" y="37638"/>
                  </a:lnTo>
                  <a:lnTo>
                    <a:pt x="10184" y="37221"/>
                  </a:lnTo>
                  <a:lnTo>
                    <a:pt x="9713" y="36790"/>
                  </a:lnTo>
                  <a:lnTo>
                    <a:pt x="9258" y="36347"/>
                  </a:lnTo>
                  <a:lnTo>
                    <a:pt x="8818" y="35890"/>
                  </a:lnTo>
                  <a:lnTo>
                    <a:pt x="8393" y="35421"/>
                  </a:lnTo>
                  <a:lnTo>
                    <a:pt x="7986" y="34925"/>
                  </a:lnTo>
                  <a:lnTo>
                    <a:pt x="7596" y="34416"/>
                  </a:lnTo>
                  <a:lnTo>
                    <a:pt x="7224" y="33892"/>
                  </a:lnTo>
                  <a:lnTo>
                    <a:pt x="6869" y="33354"/>
                  </a:lnTo>
                  <a:lnTo>
                    <a:pt x="6533" y="32801"/>
                  </a:lnTo>
                  <a:lnTo>
                    <a:pt x="6215" y="32234"/>
                  </a:lnTo>
                  <a:lnTo>
                    <a:pt x="5914" y="31653"/>
                  </a:lnTo>
                  <a:lnTo>
                    <a:pt x="5631" y="31058"/>
                  </a:lnTo>
                  <a:lnTo>
                    <a:pt x="5366" y="30449"/>
                  </a:lnTo>
                  <a:lnTo>
                    <a:pt x="5119" y="29825"/>
                  </a:lnTo>
                  <a:lnTo>
                    <a:pt x="4893" y="29172"/>
                  </a:lnTo>
                  <a:lnTo>
                    <a:pt x="4691" y="28501"/>
                  </a:lnTo>
                  <a:lnTo>
                    <a:pt x="4512" y="27810"/>
                  </a:lnTo>
                  <a:lnTo>
                    <a:pt x="4357" y="27101"/>
                  </a:lnTo>
                  <a:lnTo>
                    <a:pt x="4226" y="26372"/>
                  </a:lnTo>
                  <a:lnTo>
                    <a:pt x="4119" y="25624"/>
                  </a:lnTo>
                  <a:lnTo>
                    <a:pt x="4036" y="24857"/>
                  </a:lnTo>
                  <a:lnTo>
                    <a:pt x="3976" y="24072"/>
                  </a:lnTo>
                  <a:lnTo>
                    <a:pt x="3940" y="23267"/>
                  </a:lnTo>
                  <a:lnTo>
                    <a:pt x="3929" y="22443"/>
                  </a:lnTo>
                  <a:lnTo>
                    <a:pt x="3952" y="21269"/>
                  </a:lnTo>
                  <a:lnTo>
                    <a:pt x="4024" y="20131"/>
                  </a:lnTo>
                  <a:lnTo>
                    <a:pt x="4143" y="19026"/>
                  </a:lnTo>
                  <a:lnTo>
                    <a:pt x="4310" y="17957"/>
                  </a:lnTo>
                  <a:lnTo>
                    <a:pt x="4524" y="16921"/>
                  </a:lnTo>
                  <a:lnTo>
                    <a:pt x="4786" y="15921"/>
                  </a:lnTo>
                  <a:lnTo>
                    <a:pt x="5095" y="14954"/>
                  </a:lnTo>
                  <a:lnTo>
                    <a:pt x="5453" y="14023"/>
                  </a:lnTo>
                  <a:lnTo>
                    <a:pt x="5857" y="13126"/>
                  </a:lnTo>
                  <a:lnTo>
                    <a:pt x="6310" y="12263"/>
                  </a:lnTo>
                  <a:lnTo>
                    <a:pt x="6816" y="11421"/>
                  </a:lnTo>
                  <a:lnTo>
                    <a:pt x="7360" y="10610"/>
                  </a:lnTo>
                  <a:lnTo>
                    <a:pt x="7940" y="9830"/>
                  </a:lnTo>
                  <a:lnTo>
                    <a:pt x="8558" y="9082"/>
                  </a:lnTo>
                  <a:lnTo>
                    <a:pt x="9212" y="8364"/>
                  </a:lnTo>
                  <a:lnTo>
                    <a:pt x="9903" y="7677"/>
                  </a:lnTo>
                  <a:lnTo>
                    <a:pt x="10631" y="7021"/>
                  </a:lnTo>
                  <a:lnTo>
                    <a:pt x="11396" y="6396"/>
                  </a:lnTo>
                  <a:lnTo>
                    <a:pt x="12198" y="5801"/>
                  </a:lnTo>
                  <a:lnTo>
                    <a:pt x="13037" y="5238"/>
                  </a:lnTo>
                  <a:lnTo>
                    <a:pt x="13910" y="4705"/>
                  </a:lnTo>
                  <a:lnTo>
                    <a:pt x="14813" y="4202"/>
                  </a:lnTo>
                  <a:lnTo>
                    <a:pt x="15748" y="3729"/>
                  </a:lnTo>
                  <a:lnTo>
                    <a:pt x="16713" y="3286"/>
                  </a:lnTo>
                  <a:lnTo>
                    <a:pt x="17710" y="2872"/>
                  </a:lnTo>
                  <a:lnTo>
                    <a:pt x="18738" y="2488"/>
                  </a:lnTo>
                  <a:lnTo>
                    <a:pt x="19796" y="2134"/>
                  </a:lnTo>
                  <a:lnTo>
                    <a:pt x="20885" y="1809"/>
                  </a:lnTo>
                  <a:lnTo>
                    <a:pt x="22006" y="1515"/>
                  </a:lnTo>
                  <a:lnTo>
                    <a:pt x="23157" y="1250"/>
                  </a:lnTo>
                  <a:lnTo>
                    <a:pt x="24333" y="1012"/>
                  </a:lnTo>
                  <a:lnTo>
                    <a:pt x="25529" y="800"/>
                  </a:lnTo>
                  <a:lnTo>
                    <a:pt x="26743" y="612"/>
                  </a:lnTo>
                  <a:lnTo>
                    <a:pt x="27977" y="450"/>
                  </a:lnTo>
                  <a:lnTo>
                    <a:pt x="29229" y="312"/>
                  </a:lnTo>
                  <a:lnTo>
                    <a:pt x="30501" y="200"/>
                  </a:lnTo>
                  <a:lnTo>
                    <a:pt x="31792" y="112"/>
                  </a:lnTo>
                  <a:lnTo>
                    <a:pt x="33101" y="50"/>
                  </a:lnTo>
                  <a:lnTo>
                    <a:pt x="34430" y="12"/>
                  </a:lnTo>
                  <a:lnTo>
                    <a:pt x="35778" y="0"/>
                  </a:lnTo>
                  <a:lnTo>
                    <a:pt x="37315" y="12"/>
                  </a:lnTo>
                  <a:lnTo>
                    <a:pt x="38807" y="50"/>
                  </a:lnTo>
                  <a:lnTo>
                    <a:pt x="40253" y="112"/>
                  </a:lnTo>
                  <a:lnTo>
                    <a:pt x="41655" y="200"/>
                  </a:lnTo>
                  <a:lnTo>
                    <a:pt x="43011" y="312"/>
                  </a:lnTo>
                  <a:lnTo>
                    <a:pt x="44322" y="450"/>
                  </a:lnTo>
                  <a:lnTo>
                    <a:pt x="45587" y="612"/>
                  </a:lnTo>
                  <a:lnTo>
                    <a:pt x="46808" y="800"/>
                  </a:lnTo>
                  <a:lnTo>
                    <a:pt x="47983" y="1012"/>
                  </a:lnTo>
                  <a:lnTo>
                    <a:pt x="49113" y="1250"/>
                  </a:lnTo>
                  <a:lnTo>
                    <a:pt x="50203" y="1500"/>
                  </a:lnTo>
                  <a:lnTo>
                    <a:pt x="51258" y="1776"/>
                  </a:lnTo>
                  <a:lnTo>
                    <a:pt x="52279" y="2077"/>
                  </a:lnTo>
                  <a:lnTo>
                    <a:pt x="53266" y="2402"/>
                  </a:lnTo>
                  <a:lnTo>
                    <a:pt x="54218" y="2753"/>
                  </a:lnTo>
                  <a:lnTo>
                    <a:pt x="55135" y="3128"/>
                  </a:lnTo>
                  <a:lnTo>
                    <a:pt x="56018" y="3529"/>
                  </a:lnTo>
                  <a:lnTo>
                    <a:pt x="56866" y="3955"/>
                  </a:lnTo>
                  <a:lnTo>
                    <a:pt x="57680" y="4405"/>
                  </a:lnTo>
                  <a:lnTo>
                    <a:pt x="58459" y="4881"/>
                  </a:lnTo>
                  <a:lnTo>
                    <a:pt x="59206" y="5381"/>
                  </a:lnTo>
                  <a:lnTo>
                    <a:pt x="59921" y="5905"/>
                  </a:lnTo>
                  <a:lnTo>
                    <a:pt x="60606" y="6453"/>
                  </a:lnTo>
                  <a:lnTo>
                    <a:pt x="61260" y="7024"/>
                  </a:lnTo>
                  <a:lnTo>
                    <a:pt x="61882" y="7620"/>
                  </a:lnTo>
                  <a:lnTo>
                    <a:pt x="62474" y="8239"/>
                  </a:lnTo>
                  <a:lnTo>
                    <a:pt x="63035" y="8882"/>
                  </a:lnTo>
                  <a:lnTo>
                    <a:pt x="63565" y="9548"/>
                  </a:lnTo>
                  <a:lnTo>
                    <a:pt x="64063" y="10239"/>
                  </a:lnTo>
                  <a:lnTo>
                    <a:pt x="64531" y="10953"/>
                  </a:lnTo>
                  <a:lnTo>
                    <a:pt x="64986" y="11680"/>
                  </a:lnTo>
                  <a:lnTo>
                    <a:pt x="65422" y="12430"/>
                  </a:lnTo>
                  <a:lnTo>
                    <a:pt x="65839" y="13204"/>
                  </a:lnTo>
                  <a:lnTo>
                    <a:pt x="66236" y="14001"/>
                  </a:lnTo>
                  <a:lnTo>
                    <a:pt x="66615" y="14823"/>
                  </a:lnTo>
                  <a:lnTo>
                    <a:pt x="66975" y="15668"/>
                  </a:lnTo>
                  <a:lnTo>
                    <a:pt x="67315" y="16537"/>
                  </a:lnTo>
                  <a:lnTo>
                    <a:pt x="67637" y="17430"/>
                  </a:lnTo>
                  <a:lnTo>
                    <a:pt x="67939" y="18347"/>
                  </a:lnTo>
                  <a:lnTo>
                    <a:pt x="68222" y="19288"/>
                  </a:lnTo>
                  <a:lnTo>
                    <a:pt x="57030" y="21252"/>
                  </a:lnTo>
                  <a:lnTo>
                    <a:pt x="56856" y="20651"/>
                  </a:lnTo>
                  <a:lnTo>
                    <a:pt x="56666" y="20064"/>
                  </a:lnTo>
                  <a:lnTo>
                    <a:pt x="56461" y="19489"/>
                  </a:lnTo>
                  <a:lnTo>
                    <a:pt x="56240" y="18928"/>
                  </a:lnTo>
                  <a:lnTo>
                    <a:pt x="56004" y="18380"/>
                  </a:lnTo>
                  <a:lnTo>
                    <a:pt x="55752" y="17845"/>
                  </a:lnTo>
                  <a:lnTo>
                    <a:pt x="55484" y="17322"/>
                  </a:lnTo>
                  <a:lnTo>
                    <a:pt x="55202" y="16814"/>
                  </a:lnTo>
                  <a:lnTo>
                    <a:pt x="54903" y="16318"/>
                  </a:lnTo>
                  <a:lnTo>
                    <a:pt x="54590" y="15835"/>
                  </a:lnTo>
                  <a:lnTo>
                    <a:pt x="54270" y="15366"/>
                  </a:lnTo>
                  <a:lnTo>
                    <a:pt x="53930" y="14913"/>
                  </a:lnTo>
                  <a:lnTo>
                    <a:pt x="53570" y="14476"/>
                  </a:lnTo>
                  <a:lnTo>
                    <a:pt x="53189" y="14054"/>
                  </a:lnTo>
                  <a:lnTo>
                    <a:pt x="52789" y="13647"/>
                  </a:lnTo>
                  <a:lnTo>
                    <a:pt x="52368" y="13256"/>
                  </a:lnTo>
                  <a:lnTo>
                    <a:pt x="51927" y="12880"/>
                  </a:lnTo>
                  <a:lnTo>
                    <a:pt x="51465" y="12520"/>
                  </a:lnTo>
                  <a:lnTo>
                    <a:pt x="50984" y="12175"/>
                  </a:lnTo>
                  <a:lnTo>
                    <a:pt x="50482" y="11846"/>
                  </a:lnTo>
                  <a:lnTo>
                    <a:pt x="49959" y="11532"/>
                  </a:lnTo>
                  <a:lnTo>
                    <a:pt x="49413" y="11234"/>
                  </a:lnTo>
                  <a:lnTo>
                    <a:pt x="48844" y="10951"/>
                  </a:lnTo>
                  <a:lnTo>
                    <a:pt x="48253" y="10684"/>
                  </a:lnTo>
                  <a:lnTo>
                    <a:pt x="47639" y="10432"/>
                  </a:lnTo>
                  <a:lnTo>
                    <a:pt x="47003" y="10196"/>
                  </a:lnTo>
                  <a:lnTo>
                    <a:pt x="46344" y="9975"/>
                  </a:lnTo>
                  <a:lnTo>
                    <a:pt x="45662" y="9770"/>
                  </a:lnTo>
                  <a:lnTo>
                    <a:pt x="44958" y="9580"/>
                  </a:lnTo>
                  <a:lnTo>
                    <a:pt x="44231" y="9405"/>
                  </a:lnTo>
                  <a:lnTo>
                    <a:pt x="43492" y="9247"/>
                  </a:lnTo>
                  <a:lnTo>
                    <a:pt x="42726" y="9105"/>
                  </a:lnTo>
                  <a:lnTo>
                    <a:pt x="41935" y="8980"/>
                  </a:lnTo>
                  <a:lnTo>
                    <a:pt x="41117" y="8872"/>
                  </a:lnTo>
                  <a:lnTo>
                    <a:pt x="40272" y="8780"/>
                  </a:lnTo>
                  <a:lnTo>
                    <a:pt x="39402" y="8705"/>
                  </a:lnTo>
                  <a:lnTo>
                    <a:pt x="38506" y="8647"/>
                  </a:lnTo>
                  <a:lnTo>
                    <a:pt x="37583" y="8605"/>
                  </a:lnTo>
                  <a:lnTo>
                    <a:pt x="36634" y="8580"/>
                  </a:lnTo>
                  <a:lnTo>
                    <a:pt x="35659" y="8572"/>
                  </a:lnTo>
                  <a:lnTo>
                    <a:pt x="34510" y="8583"/>
                  </a:lnTo>
                  <a:lnTo>
                    <a:pt x="33399" y="8615"/>
                  </a:lnTo>
                  <a:lnTo>
                    <a:pt x="32324" y="8668"/>
                  </a:lnTo>
                  <a:lnTo>
                    <a:pt x="31287" y="8743"/>
                  </a:lnTo>
                  <a:lnTo>
                    <a:pt x="30286" y="8840"/>
                  </a:lnTo>
                  <a:lnTo>
                    <a:pt x="29322" y="8958"/>
                  </a:lnTo>
                  <a:lnTo>
                    <a:pt x="28395" y="9097"/>
                  </a:lnTo>
                  <a:lnTo>
                    <a:pt x="27505" y="9258"/>
                  </a:lnTo>
                  <a:lnTo>
                    <a:pt x="26652" y="9440"/>
                  </a:lnTo>
                  <a:lnTo>
                    <a:pt x="25836" y="9644"/>
                  </a:lnTo>
                  <a:lnTo>
                    <a:pt x="25065" y="9854"/>
                  </a:lnTo>
                  <a:lnTo>
                    <a:pt x="24324" y="10079"/>
                  </a:lnTo>
                  <a:lnTo>
                    <a:pt x="23613" y="10320"/>
                  </a:lnTo>
                  <a:lnTo>
                    <a:pt x="22931" y="10577"/>
                  </a:lnTo>
                  <a:lnTo>
                    <a:pt x="22279" y="10849"/>
                  </a:lnTo>
                  <a:lnTo>
                    <a:pt x="21657" y="11137"/>
                  </a:lnTo>
                  <a:lnTo>
                    <a:pt x="21065" y="11440"/>
                  </a:lnTo>
                  <a:lnTo>
                    <a:pt x="20502" y="11758"/>
                  </a:lnTo>
                  <a:lnTo>
                    <a:pt x="19969" y="12092"/>
                  </a:lnTo>
                  <a:lnTo>
                    <a:pt x="19466" y="12442"/>
                  </a:lnTo>
                  <a:lnTo>
                    <a:pt x="19003" y="12805"/>
                  </a:lnTo>
                  <a:lnTo>
                    <a:pt x="18566" y="13182"/>
                  </a:lnTo>
                  <a:lnTo>
                    <a:pt x="18155" y="13572"/>
                  </a:lnTo>
                  <a:lnTo>
                    <a:pt x="17771" y="13975"/>
                  </a:lnTo>
                  <a:lnTo>
                    <a:pt x="17412" y="14391"/>
                  </a:lnTo>
                  <a:lnTo>
                    <a:pt x="17080" y="14820"/>
                  </a:lnTo>
                  <a:lnTo>
                    <a:pt x="16774" y="15263"/>
                  </a:lnTo>
                  <a:lnTo>
                    <a:pt x="16494" y="15718"/>
                  </a:lnTo>
                  <a:lnTo>
                    <a:pt x="16241" y="16187"/>
                  </a:lnTo>
                  <a:lnTo>
                    <a:pt x="16013" y="16668"/>
                  </a:lnTo>
                  <a:lnTo>
                    <a:pt x="15821" y="17149"/>
                  </a:lnTo>
                  <a:lnTo>
                    <a:pt x="15649" y="17637"/>
                  </a:lnTo>
                  <a:lnTo>
                    <a:pt x="15497" y="18135"/>
                  </a:lnTo>
                  <a:lnTo>
                    <a:pt x="15366" y="18640"/>
                  </a:lnTo>
                  <a:lnTo>
                    <a:pt x="15254" y="19154"/>
                  </a:lnTo>
                  <a:lnTo>
                    <a:pt x="15163" y="19676"/>
                  </a:lnTo>
                  <a:lnTo>
                    <a:pt x="15092" y="20206"/>
                  </a:lnTo>
                  <a:lnTo>
                    <a:pt x="15042" y="20745"/>
                  </a:lnTo>
                  <a:lnTo>
                    <a:pt x="15011" y="21292"/>
                  </a:lnTo>
                  <a:lnTo>
                    <a:pt x="15001" y="21847"/>
                  </a:lnTo>
                  <a:lnTo>
                    <a:pt x="15020" y="22584"/>
                  </a:lnTo>
                  <a:lnTo>
                    <a:pt x="15075" y="23295"/>
                  </a:lnTo>
                  <a:lnTo>
                    <a:pt x="15167" y="23980"/>
                  </a:lnTo>
                  <a:lnTo>
                    <a:pt x="15297" y="24638"/>
                  </a:lnTo>
                  <a:lnTo>
                    <a:pt x="15463" y="25271"/>
                  </a:lnTo>
                  <a:lnTo>
                    <a:pt x="15666" y="25877"/>
                  </a:lnTo>
                  <a:lnTo>
                    <a:pt x="15906" y="26456"/>
                  </a:lnTo>
                  <a:lnTo>
                    <a:pt x="16182" y="27010"/>
                  </a:lnTo>
                  <a:lnTo>
                    <a:pt x="16496" y="27537"/>
                  </a:lnTo>
                  <a:lnTo>
                    <a:pt x="16847" y="28039"/>
                  </a:lnTo>
                  <a:lnTo>
                    <a:pt x="17241" y="28507"/>
                  </a:lnTo>
                  <a:lnTo>
                    <a:pt x="17661" y="28960"/>
                  </a:lnTo>
                  <a:lnTo>
                    <a:pt x="18108" y="29398"/>
                  </a:lnTo>
                  <a:lnTo>
                    <a:pt x="18580" y="29820"/>
                  </a:lnTo>
                  <a:lnTo>
                    <a:pt x="19079" y="30226"/>
                  </a:lnTo>
                  <a:lnTo>
                    <a:pt x="19604" y="30618"/>
                  </a:lnTo>
                  <a:lnTo>
                    <a:pt x="20156" y="30993"/>
                  </a:lnTo>
                  <a:lnTo>
                    <a:pt x="20733" y="31353"/>
                  </a:lnTo>
                  <a:lnTo>
                    <a:pt x="21337" y="31698"/>
                  </a:lnTo>
                  <a:lnTo>
                    <a:pt x="21967" y="32027"/>
                  </a:lnTo>
                  <a:lnTo>
                    <a:pt x="22620" y="32343"/>
                  </a:lnTo>
                  <a:lnTo>
                    <a:pt x="23293" y="32649"/>
                  </a:lnTo>
                  <a:lnTo>
                    <a:pt x="23986" y="32943"/>
                  </a:lnTo>
                  <a:lnTo>
                    <a:pt x="24700" y="33227"/>
                  </a:lnTo>
                  <a:lnTo>
                    <a:pt x="25434" y="33501"/>
                  </a:lnTo>
                  <a:lnTo>
                    <a:pt x="26188" y="33763"/>
                  </a:lnTo>
                  <a:lnTo>
                    <a:pt x="26963" y="34015"/>
                  </a:lnTo>
                  <a:lnTo>
                    <a:pt x="27758" y="34256"/>
                  </a:lnTo>
                  <a:lnTo>
                    <a:pt x="28573" y="34487"/>
                  </a:lnTo>
                  <a:lnTo>
                    <a:pt x="29408" y="34706"/>
                  </a:lnTo>
                  <a:lnTo>
                    <a:pt x="30259" y="34921"/>
                  </a:lnTo>
                  <a:lnTo>
                    <a:pt x="31120" y="35135"/>
                  </a:lnTo>
                  <a:lnTo>
                    <a:pt x="31992" y="35349"/>
                  </a:lnTo>
                  <a:lnTo>
                    <a:pt x="32875" y="35563"/>
                  </a:lnTo>
                  <a:lnTo>
                    <a:pt x="33769" y="35778"/>
                  </a:lnTo>
                  <a:lnTo>
                    <a:pt x="34673" y="35992"/>
                  </a:lnTo>
                  <a:lnTo>
                    <a:pt x="35588" y="36206"/>
                  </a:lnTo>
                  <a:lnTo>
                    <a:pt x="36514" y="36421"/>
                  </a:lnTo>
                  <a:lnTo>
                    <a:pt x="37450" y="36635"/>
                  </a:lnTo>
                  <a:lnTo>
                    <a:pt x="38397" y="36849"/>
                  </a:lnTo>
                  <a:lnTo>
                    <a:pt x="39170" y="37029"/>
                  </a:lnTo>
                  <a:lnTo>
                    <a:pt x="39943" y="37209"/>
                  </a:lnTo>
                  <a:lnTo>
                    <a:pt x="40714" y="37390"/>
                  </a:lnTo>
                  <a:lnTo>
                    <a:pt x="41483" y="37573"/>
                  </a:lnTo>
                  <a:lnTo>
                    <a:pt x="42252" y="37757"/>
                  </a:lnTo>
                  <a:lnTo>
                    <a:pt x="43019" y="37942"/>
                  </a:lnTo>
                  <a:lnTo>
                    <a:pt x="43785" y="38129"/>
                  </a:lnTo>
                  <a:lnTo>
                    <a:pt x="44550" y="38316"/>
                  </a:lnTo>
                  <a:lnTo>
                    <a:pt x="45314" y="38505"/>
                  </a:lnTo>
                  <a:lnTo>
                    <a:pt x="46077" y="38695"/>
                  </a:lnTo>
                  <a:lnTo>
                    <a:pt x="46847" y="38878"/>
                  </a:lnTo>
                  <a:lnTo>
                    <a:pt x="47610" y="39069"/>
                  </a:lnTo>
                  <a:lnTo>
                    <a:pt x="48366" y="39268"/>
                  </a:lnTo>
                  <a:lnTo>
                    <a:pt x="49115" y="39476"/>
                  </a:lnTo>
                  <a:lnTo>
                    <a:pt x="49857" y="39692"/>
                  </a:lnTo>
                  <a:lnTo>
                    <a:pt x="50592" y="39916"/>
                  </a:lnTo>
                  <a:lnTo>
                    <a:pt x="51319" y="40149"/>
                  </a:lnTo>
                  <a:lnTo>
                    <a:pt x="52039" y="40390"/>
                  </a:lnTo>
                  <a:lnTo>
                    <a:pt x="52753" y="40640"/>
                  </a:lnTo>
                  <a:lnTo>
                    <a:pt x="53459" y="40897"/>
                  </a:lnTo>
                  <a:lnTo>
                    <a:pt x="54156" y="41152"/>
                  </a:lnTo>
                  <a:lnTo>
                    <a:pt x="54844" y="41417"/>
                  </a:lnTo>
                  <a:lnTo>
                    <a:pt x="55523" y="41690"/>
                  </a:lnTo>
                  <a:lnTo>
                    <a:pt x="56192" y="41974"/>
                  </a:lnTo>
                  <a:lnTo>
                    <a:pt x="56852" y="42267"/>
                  </a:lnTo>
                  <a:lnTo>
                    <a:pt x="57502" y="42569"/>
                  </a:lnTo>
                  <a:lnTo>
                    <a:pt x="58142" y="42881"/>
                  </a:lnTo>
                  <a:lnTo>
                    <a:pt x="58774" y="43203"/>
                  </a:lnTo>
                  <a:lnTo>
                    <a:pt x="59395" y="43534"/>
                  </a:lnTo>
                  <a:lnTo>
                    <a:pt x="60007" y="43874"/>
                  </a:lnTo>
                  <a:lnTo>
                    <a:pt x="60618" y="44227"/>
                  </a:lnTo>
                  <a:lnTo>
                    <a:pt x="61212" y="44596"/>
                  </a:lnTo>
                  <a:lnTo>
                    <a:pt x="61789" y="44980"/>
                  </a:lnTo>
                  <a:lnTo>
                    <a:pt x="62350" y="45379"/>
                  </a:lnTo>
                  <a:lnTo>
                    <a:pt x="62894" y="45794"/>
                  </a:lnTo>
                  <a:lnTo>
                    <a:pt x="63422" y="46224"/>
                  </a:lnTo>
                  <a:lnTo>
                    <a:pt x="63932" y="46670"/>
                  </a:lnTo>
                  <a:lnTo>
                    <a:pt x="64427" y="47132"/>
                  </a:lnTo>
                  <a:lnTo>
                    <a:pt x="64904" y="47608"/>
                  </a:lnTo>
                  <a:lnTo>
                    <a:pt x="65365" y="48101"/>
                  </a:lnTo>
                  <a:lnTo>
                    <a:pt x="65807" y="48610"/>
                  </a:lnTo>
                  <a:lnTo>
                    <a:pt x="66229" y="49137"/>
                  </a:lnTo>
                  <a:lnTo>
                    <a:pt x="66631" y="49681"/>
                  </a:lnTo>
                  <a:lnTo>
                    <a:pt x="67013" y="50244"/>
                  </a:lnTo>
                  <a:lnTo>
                    <a:pt x="67374" y="50824"/>
                  </a:lnTo>
                  <a:lnTo>
                    <a:pt x="67715" y="51423"/>
                  </a:lnTo>
                  <a:lnTo>
                    <a:pt x="68036" y="52039"/>
                  </a:lnTo>
                  <a:lnTo>
                    <a:pt x="68337" y="52673"/>
                  </a:lnTo>
                  <a:lnTo>
                    <a:pt x="68617" y="53325"/>
                  </a:lnTo>
                  <a:lnTo>
                    <a:pt x="68877" y="53994"/>
                  </a:lnTo>
                  <a:lnTo>
                    <a:pt x="69126" y="54685"/>
                  </a:lnTo>
                  <a:lnTo>
                    <a:pt x="69349" y="55399"/>
                  </a:lnTo>
                  <a:lnTo>
                    <a:pt x="69545" y="56137"/>
                  </a:lnTo>
                  <a:lnTo>
                    <a:pt x="69715" y="56899"/>
                  </a:lnTo>
                  <a:lnTo>
                    <a:pt x="69859" y="57685"/>
                  </a:lnTo>
                  <a:lnTo>
                    <a:pt x="69977" y="58495"/>
                  </a:lnTo>
                  <a:lnTo>
                    <a:pt x="70069" y="59328"/>
                  </a:lnTo>
                  <a:lnTo>
                    <a:pt x="70134" y="60186"/>
                  </a:lnTo>
                  <a:lnTo>
                    <a:pt x="70174" y="610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4669531" y="6539321"/>
              <a:ext cx="107632" cy="110013"/>
            </a:xfrm>
            <a:custGeom>
              <a:avLst/>
              <a:pathLst>
                <a:path w="107632" h="110013">
                  <a:moveTo>
                    <a:pt x="106679" y="6191"/>
                  </a:moveTo>
                  <a:lnTo>
                    <a:pt x="106679" y="15239"/>
                  </a:lnTo>
                  <a:lnTo>
                    <a:pt x="93821" y="45719"/>
                  </a:lnTo>
                  <a:lnTo>
                    <a:pt x="96445" y="48667"/>
                  </a:lnTo>
                  <a:lnTo>
                    <a:pt x="98793" y="51606"/>
                  </a:lnTo>
                  <a:lnTo>
                    <a:pt x="100864" y="54535"/>
                  </a:lnTo>
                  <a:lnTo>
                    <a:pt x="102660" y="57454"/>
                  </a:lnTo>
                  <a:lnTo>
                    <a:pt x="104179" y="60364"/>
                  </a:lnTo>
                  <a:lnTo>
                    <a:pt x="105422" y="63265"/>
                  </a:lnTo>
                  <a:lnTo>
                    <a:pt x="106389" y="66155"/>
                  </a:lnTo>
                  <a:lnTo>
                    <a:pt x="107080" y="69037"/>
                  </a:lnTo>
                  <a:lnTo>
                    <a:pt x="107494" y="71908"/>
                  </a:lnTo>
                  <a:lnTo>
                    <a:pt x="107632" y="74771"/>
                  </a:lnTo>
                  <a:lnTo>
                    <a:pt x="107592" y="76723"/>
                  </a:lnTo>
                  <a:lnTo>
                    <a:pt x="107470" y="78581"/>
                  </a:lnTo>
                  <a:lnTo>
                    <a:pt x="107268" y="80343"/>
                  </a:lnTo>
                  <a:lnTo>
                    <a:pt x="106984" y="82010"/>
                  </a:lnTo>
                  <a:lnTo>
                    <a:pt x="106620" y="83581"/>
                  </a:lnTo>
                  <a:lnTo>
                    <a:pt x="106175" y="85058"/>
                  </a:lnTo>
                  <a:lnTo>
                    <a:pt x="105648" y="86439"/>
                  </a:lnTo>
                  <a:lnTo>
                    <a:pt x="105041" y="87725"/>
                  </a:lnTo>
                  <a:lnTo>
                    <a:pt x="104353" y="88915"/>
                  </a:lnTo>
                  <a:lnTo>
                    <a:pt x="103584" y="90011"/>
                  </a:lnTo>
                  <a:lnTo>
                    <a:pt x="102739" y="91006"/>
                  </a:lnTo>
                  <a:lnTo>
                    <a:pt x="101822" y="91897"/>
                  </a:lnTo>
                  <a:lnTo>
                    <a:pt x="100834" y="92683"/>
                  </a:lnTo>
                  <a:lnTo>
                    <a:pt x="99774" y="93364"/>
                  </a:lnTo>
                  <a:lnTo>
                    <a:pt x="98643" y="93940"/>
                  </a:lnTo>
                  <a:lnTo>
                    <a:pt x="97440" y="94411"/>
                  </a:lnTo>
                  <a:lnTo>
                    <a:pt x="96166" y="94778"/>
                  </a:lnTo>
                  <a:lnTo>
                    <a:pt x="94821" y="95040"/>
                  </a:lnTo>
                  <a:lnTo>
                    <a:pt x="93404" y="95197"/>
                  </a:lnTo>
                  <a:lnTo>
                    <a:pt x="91916" y="95250"/>
                  </a:lnTo>
                  <a:lnTo>
                    <a:pt x="91039" y="95230"/>
                  </a:lnTo>
                  <a:lnTo>
                    <a:pt x="90125" y="95173"/>
                  </a:lnTo>
                  <a:lnTo>
                    <a:pt x="89173" y="95078"/>
                  </a:lnTo>
                  <a:lnTo>
                    <a:pt x="88182" y="94945"/>
                  </a:lnTo>
                  <a:lnTo>
                    <a:pt x="87153" y="94773"/>
                  </a:lnTo>
                  <a:lnTo>
                    <a:pt x="86086" y="94564"/>
                  </a:lnTo>
                  <a:lnTo>
                    <a:pt x="84982" y="94316"/>
                  </a:lnTo>
                  <a:lnTo>
                    <a:pt x="83839" y="94030"/>
                  </a:lnTo>
                  <a:lnTo>
                    <a:pt x="82657" y="93706"/>
                  </a:lnTo>
                  <a:lnTo>
                    <a:pt x="81438" y="93344"/>
                  </a:lnTo>
                  <a:lnTo>
                    <a:pt x="79533" y="83343"/>
                  </a:lnTo>
                  <a:lnTo>
                    <a:pt x="80943" y="83796"/>
                  </a:lnTo>
                  <a:lnTo>
                    <a:pt x="82315" y="84201"/>
                  </a:lnTo>
                  <a:lnTo>
                    <a:pt x="83648" y="84558"/>
                  </a:lnTo>
                  <a:lnTo>
                    <a:pt x="84943" y="84867"/>
                  </a:lnTo>
                  <a:lnTo>
                    <a:pt x="86201" y="85129"/>
                  </a:lnTo>
                  <a:lnTo>
                    <a:pt x="87420" y="85344"/>
                  </a:lnTo>
                  <a:lnTo>
                    <a:pt x="88601" y="85510"/>
                  </a:lnTo>
                  <a:lnTo>
                    <a:pt x="89744" y="85629"/>
                  </a:lnTo>
                  <a:lnTo>
                    <a:pt x="90849" y="85701"/>
                  </a:lnTo>
                  <a:lnTo>
                    <a:pt x="91916" y="85725"/>
                  </a:lnTo>
                  <a:lnTo>
                    <a:pt x="92475" y="85696"/>
                  </a:lnTo>
                  <a:lnTo>
                    <a:pt x="93011" y="85610"/>
                  </a:lnTo>
                  <a:lnTo>
                    <a:pt x="93523" y="85467"/>
                  </a:lnTo>
                  <a:lnTo>
                    <a:pt x="94011" y="85267"/>
                  </a:lnTo>
                  <a:lnTo>
                    <a:pt x="94476" y="85010"/>
                  </a:lnTo>
                  <a:lnTo>
                    <a:pt x="94916" y="84696"/>
                  </a:lnTo>
                  <a:lnTo>
                    <a:pt x="95333" y="84324"/>
                  </a:lnTo>
                  <a:lnTo>
                    <a:pt x="95726" y="83896"/>
                  </a:lnTo>
                  <a:lnTo>
                    <a:pt x="96095" y="83410"/>
                  </a:lnTo>
                  <a:lnTo>
                    <a:pt x="96440" y="82867"/>
                  </a:lnTo>
                  <a:lnTo>
                    <a:pt x="96757" y="82272"/>
                  </a:lnTo>
                  <a:lnTo>
                    <a:pt x="97040" y="81629"/>
                  </a:lnTo>
                  <a:lnTo>
                    <a:pt x="97290" y="80938"/>
                  </a:lnTo>
                  <a:lnTo>
                    <a:pt x="97507" y="80200"/>
                  </a:lnTo>
                  <a:lnTo>
                    <a:pt x="97690" y="79414"/>
                  </a:lnTo>
                  <a:lnTo>
                    <a:pt x="97840" y="78581"/>
                  </a:lnTo>
                  <a:lnTo>
                    <a:pt x="97957" y="77700"/>
                  </a:lnTo>
                  <a:lnTo>
                    <a:pt x="98040" y="76771"/>
                  </a:lnTo>
                  <a:lnTo>
                    <a:pt x="98090" y="75795"/>
                  </a:lnTo>
                  <a:lnTo>
                    <a:pt x="98107" y="74771"/>
                  </a:lnTo>
                  <a:lnTo>
                    <a:pt x="97959" y="72013"/>
                  </a:lnTo>
                  <a:lnTo>
                    <a:pt x="97516" y="69265"/>
                  </a:lnTo>
                  <a:lnTo>
                    <a:pt x="96778" y="66527"/>
                  </a:lnTo>
                  <a:lnTo>
                    <a:pt x="95745" y="63798"/>
                  </a:lnTo>
                  <a:lnTo>
                    <a:pt x="94416" y="61079"/>
                  </a:lnTo>
                  <a:lnTo>
                    <a:pt x="92792" y="58369"/>
                  </a:lnTo>
                  <a:lnTo>
                    <a:pt x="90873" y="55668"/>
                  </a:lnTo>
                  <a:lnTo>
                    <a:pt x="88658" y="52978"/>
                  </a:lnTo>
                  <a:lnTo>
                    <a:pt x="86148" y="50296"/>
                  </a:lnTo>
                  <a:lnTo>
                    <a:pt x="83343" y="47625"/>
                  </a:lnTo>
                  <a:lnTo>
                    <a:pt x="96678" y="15239"/>
                  </a:lnTo>
                  <a:lnTo>
                    <a:pt x="74771" y="15239"/>
                  </a:lnTo>
                  <a:lnTo>
                    <a:pt x="74771" y="110013"/>
                  </a:lnTo>
                  <a:lnTo>
                    <a:pt x="65246" y="110013"/>
                  </a:lnTo>
                  <a:lnTo>
                    <a:pt x="65246" y="6191"/>
                  </a:lnTo>
                  <a:close/>
                  <a:moveTo>
                    <a:pt x="2857" y="11906"/>
                  </a:moveTo>
                  <a:lnTo>
                    <a:pt x="24764" y="11906"/>
                  </a:lnTo>
                  <a:lnTo>
                    <a:pt x="24464" y="10868"/>
                  </a:lnTo>
                  <a:lnTo>
                    <a:pt x="24136" y="9848"/>
                  </a:lnTo>
                  <a:lnTo>
                    <a:pt x="23779" y="8848"/>
                  </a:lnTo>
                  <a:lnTo>
                    <a:pt x="23393" y="7867"/>
                  </a:lnTo>
                  <a:lnTo>
                    <a:pt x="22979" y="6905"/>
                  </a:lnTo>
                  <a:lnTo>
                    <a:pt x="22536" y="5962"/>
                  </a:lnTo>
                  <a:lnTo>
                    <a:pt x="22064" y="5038"/>
                  </a:lnTo>
                  <a:lnTo>
                    <a:pt x="21564" y="4133"/>
                  </a:lnTo>
                  <a:lnTo>
                    <a:pt x="21035" y="3248"/>
                  </a:lnTo>
                  <a:lnTo>
                    <a:pt x="20478" y="2381"/>
                  </a:lnTo>
                  <a:lnTo>
                    <a:pt x="29051" y="0"/>
                  </a:lnTo>
                  <a:lnTo>
                    <a:pt x="29794" y="1062"/>
                  </a:lnTo>
                  <a:lnTo>
                    <a:pt x="30499" y="2152"/>
                  </a:lnTo>
                  <a:lnTo>
                    <a:pt x="31165" y="3271"/>
                  </a:lnTo>
                  <a:lnTo>
                    <a:pt x="31794" y="4419"/>
                  </a:lnTo>
                  <a:lnTo>
                    <a:pt x="32385" y="5595"/>
                  </a:lnTo>
                  <a:lnTo>
                    <a:pt x="32937" y="6800"/>
                  </a:lnTo>
                  <a:lnTo>
                    <a:pt x="33451" y="8034"/>
                  </a:lnTo>
                  <a:lnTo>
                    <a:pt x="33928" y="9296"/>
                  </a:lnTo>
                  <a:lnTo>
                    <a:pt x="34366" y="10587"/>
                  </a:lnTo>
                  <a:lnTo>
                    <a:pt x="34766" y="11906"/>
                  </a:lnTo>
                  <a:lnTo>
                    <a:pt x="57150" y="11906"/>
                  </a:lnTo>
                  <a:lnTo>
                    <a:pt x="57150" y="20478"/>
                  </a:lnTo>
                  <a:lnTo>
                    <a:pt x="2857" y="20478"/>
                  </a:lnTo>
                  <a:close/>
                  <a:moveTo>
                    <a:pt x="43338" y="24288"/>
                  </a:moveTo>
                  <a:lnTo>
                    <a:pt x="52863" y="26669"/>
                  </a:lnTo>
                  <a:lnTo>
                    <a:pt x="52101" y="28927"/>
                  </a:lnTo>
                  <a:lnTo>
                    <a:pt x="51339" y="31127"/>
                  </a:lnTo>
                  <a:lnTo>
                    <a:pt x="50577" y="33270"/>
                  </a:lnTo>
                  <a:lnTo>
                    <a:pt x="49815" y="35356"/>
                  </a:lnTo>
                  <a:lnTo>
                    <a:pt x="49053" y="37385"/>
                  </a:lnTo>
                  <a:lnTo>
                    <a:pt x="48291" y="39357"/>
                  </a:lnTo>
                  <a:lnTo>
                    <a:pt x="47529" y="41271"/>
                  </a:lnTo>
                  <a:lnTo>
                    <a:pt x="46767" y="43129"/>
                  </a:lnTo>
                  <a:lnTo>
                    <a:pt x="46005" y="44929"/>
                  </a:lnTo>
                  <a:lnTo>
                    <a:pt x="45243" y="46672"/>
                  </a:lnTo>
                  <a:lnTo>
                    <a:pt x="61436" y="46672"/>
                  </a:lnTo>
                  <a:lnTo>
                    <a:pt x="61436" y="55244"/>
                  </a:lnTo>
                  <a:lnTo>
                    <a:pt x="0" y="55244"/>
                  </a:lnTo>
                  <a:lnTo>
                    <a:pt x="0" y="46672"/>
                  </a:lnTo>
                  <a:lnTo>
                    <a:pt x="35242" y="46672"/>
                  </a:lnTo>
                  <a:lnTo>
                    <a:pt x="36180" y="44476"/>
                  </a:lnTo>
                  <a:lnTo>
                    <a:pt x="37090" y="42271"/>
                  </a:lnTo>
                  <a:lnTo>
                    <a:pt x="37971" y="40057"/>
                  </a:lnTo>
                  <a:lnTo>
                    <a:pt x="38823" y="37833"/>
                  </a:lnTo>
                  <a:lnTo>
                    <a:pt x="39647" y="35599"/>
                  </a:lnTo>
                  <a:lnTo>
                    <a:pt x="40443" y="33356"/>
                  </a:lnTo>
                  <a:lnTo>
                    <a:pt x="41209" y="31103"/>
                  </a:lnTo>
                  <a:lnTo>
                    <a:pt x="41948" y="28841"/>
                  </a:lnTo>
                  <a:lnTo>
                    <a:pt x="42657" y="26569"/>
                  </a:lnTo>
                  <a:close/>
                  <a:moveTo>
                    <a:pt x="17145" y="24764"/>
                  </a:moveTo>
                  <a:lnTo>
                    <a:pt x="17892" y="26212"/>
                  </a:lnTo>
                  <a:lnTo>
                    <a:pt x="18611" y="27698"/>
                  </a:lnTo>
                  <a:lnTo>
                    <a:pt x="19302" y="29222"/>
                  </a:lnTo>
                  <a:lnTo>
                    <a:pt x="19964" y="30784"/>
                  </a:lnTo>
                  <a:lnTo>
                    <a:pt x="20597" y="32385"/>
                  </a:lnTo>
                  <a:lnTo>
                    <a:pt x="21202" y="34023"/>
                  </a:lnTo>
                  <a:lnTo>
                    <a:pt x="21778" y="35699"/>
                  </a:lnTo>
                  <a:lnTo>
                    <a:pt x="22326" y="37414"/>
                  </a:lnTo>
                  <a:lnTo>
                    <a:pt x="22845" y="39166"/>
                  </a:lnTo>
                  <a:lnTo>
                    <a:pt x="23336" y="40957"/>
                  </a:lnTo>
                  <a:lnTo>
                    <a:pt x="14763" y="43814"/>
                  </a:lnTo>
                  <a:lnTo>
                    <a:pt x="14358" y="42019"/>
                  </a:lnTo>
                  <a:lnTo>
                    <a:pt x="13906" y="40252"/>
                  </a:lnTo>
                  <a:lnTo>
                    <a:pt x="13406" y="38514"/>
                  </a:lnTo>
                  <a:lnTo>
                    <a:pt x="12858" y="36804"/>
                  </a:lnTo>
                  <a:lnTo>
                    <a:pt x="12263" y="35123"/>
                  </a:lnTo>
                  <a:lnTo>
                    <a:pt x="11620" y="33470"/>
                  </a:lnTo>
                  <a:lnTo>
                    <a:pt x="10929" y="31846"/>
                  </a:lnTo>
                  <a:lnTo>
                    <a:pt x="10191" y="30251"/>
                  </a:lnTo>
                  <a:lnTo>
                    <a:pt x="9405" y="28684"/>
                  </a:lnTo>
                  <a:lnTo>
                    <a:pt x="8572" y="27146"/>
                  </a:lnTo>
                  <a:close/>
                  <a:moveTo>
                    <a:pt x="54768" y="67151"/>
                  </a:moveTo>
                  <a:lnTo>
                    <a:pt x="54768" y="110013"/>
                  </a:lnTo>
                  <a:lnTo>
                    <a:pt x="45720" y="110013"/>
                  </a:lnTo>
                  <a:lnTo>
                    <a:pt x="45720" y="105251"/>
                  </a:lnTo>
                  <a:lnTo>
                    <a:pt x="13811" y="105251"/>
                  </a:lnTo>
                  <a:lnTo>
                    <a:pt x="13811" y="110013"/>
                  </a:lnTo>
                  <a:lnTo>
                    <a:pt x="4762" y="110013"/>
                  </a:lnTo>
                  <a:lnTo>
                    <a:pt x="4762" y="67151"/>
                  </a:lnTo>
                  <a:close/>
                  <a:moveTo>
                    <a:pt x="13811" y="96678"/>
                  </a:moveTo>
                  <a:lnTo>
                    <a:pt x="45720" y="96678"/>
                  </a:lnTo>
                  <a:lnTo>
                    <a:pt x="45720" y="75723"/>
                  </a:lnTo>
                  <a:lnTo>
                    <a:pt x="13811" y="7572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4790975" y="6540273"/>
              <a:ext cx="109537" cy="109061"/>
            </a:xfrm>
            <a:custGeom>
              <a:avLst/>
              <a:pathLst>
                <a:path w="109537" h="109061">
                  <a:moveTo>
                    <a:pt x="71913" y="0"/>
                  </a:moveTo>
                  <a:lnTo>
                    <a:pt x="75461" y="5391"/>
                  </a:lnTo>
                  <a:lnTo>
                    <a:pt x="79057" y="10515"/>
                  </a:lnTo>
                  <a:lnTo>
                    <a:pt x="82700" y="15373"/>
                  </a:lnTo>
                  <a:lnTo>
                    <a:pt x="86391" y="19964"/>
                  </a:lnTo>
                  <a:lnTo>
                    <a:pt x="90130" y="24288"/>
                  </a:lnTo>
                  <a:lnTo>
                    <a:pt x="93916" y="28346"/>
                  </a:lnTo>
                  <a:lnTo>
                    <a:pt x="97750" y="32137"/>
                  </a:lnTo>
                  <a:lnTo>
                    <a:pt x="101631" y="35661"/>
                  </a:lnTo>
                  <a:lnTo>
                    <a:pt x="105560" y="38919"/>
                  </a:lnTo>
                  <a:lnTo>
                    <a:pt x="109537" y="41910"/>
                  </a:lnTo>
                  <a:lnTo>
                    <a:pt x="103346" y="52387"/>
                  </a:lnTo>
                  <a:lnTo>
                    <a:pt x="99360" y="49196"/>
                  </a:lnTo>
                  <a:lnTo>
                    <a:pt x="95402" y="45720"/>
                  </a:lnTo>
                  <a:lnTo>
                    <a:pt x="91473" y="41957"/>
                  </a:lnTo>
                  <a:lnTo>
                    <a:pt x="87572" y="37909"/>
                  </a:lnTo>
                  <a:lnTo>
                    <a:pt x="83700" y="33575"/>
                  </a:lnTo>
                  <a:lnTo>
                    <a:pt x="79857" y="28956"/>
                  </a:lnTo>
                  <a:lnTo>
                    <a:pt x="76042" y="24050"/>
                  </a:lnTo>
                  <a:lnTo>
                    <a:pt x="72256" y="18859"/>
                  </a:lnTo>
                  <a:lnTo>
                    <a:pt x="68499" y="13382"/>
                  </a:lnTo>
                  <a:lnTo>
                    <a:pt x="64770" y="7620"/>
                  </a:lnTo>
                  <a:close/>
                  <a:moveTo>
                    <a:pt x="37147" y="476"/>
                  </a:moveTo>
                  <a:lnTo>
                    <a:pt x="44291" y="6191"/>
                  </a:lnTo>
                  <a:lnTo>
                    <a:pt x="41086" y="11720"/>
                  </a:lnTo>
                  <a:lnTo>
                    <a:pt x="37757" y="17068"/>
                  </a:lnTo>
                  <a:lnTo>
                    <a:pt x="34304" y="22236"/>
                  </a:lnTo>
                  <a:lnTo>
                    <a:pt x="30727" y="27222"/>
                  </a:lnTo>
                  <a:lnTo>
                    <a:pt x="27027" y="32027"/>
                  </a:lnTo>
                  <a:lnTo>
                    <a:pt x="23202" y="36652"/>
                  </a:lnTo>
                  <a:lnTo>
                    <a:pt x="19254" y="41095"/>
                  </a:lnTo>
                  <a:lnTo>
                    <a:pt x="15182" y="45358"/>
                  </a:lnTo>
                  <a:lnTo>
                    <a:pt x="10987" y="49439"/>
                  </a:lnTo>
                  <a:lnTo>
                    <a:pt x="6667" y="53340"/>
                  </a:lnTo>
                  <a:lnTo>
                    <a:pt x="0" y="44291"/>
                  </a:lnTo>
                  <a:lnTo>
                    <a:pt x="4057" y="41024"/>
                  </a:lnTo>
                  <a:lnTo>
                    <a:pt x="8039" y="37509"/>
                  </a:lnTo>
                  <a:lnTo>
                    <a:pt x="11944" y="33747"/>
                  </a:lnTo>
                  <a:lnTo>
                    <a:pt x="15773" y="29737"/>
                  </a:lnTo>
                  <a:lnTo>
                    <a:pt x="19526" y="25479"/>
                  </a:lnTo>
                  <a:lnTo>
                    <a:pt x="23202" y="20974"/>
                  </a:lnTo>
                  <a:lnTo>
                    <a:pt x="26803" y="16221"/>
                  </a:lnTo>
                  <a:lnTo>
                    <a:pt x="30327" y="11220"/>
                  </a:lnTo>
                  <a:lnTo>
                    <a:pt x="33775" y="5972"/>
                  </a:lnTo>
                  <a:close/>
                  <a:moveTo>
                    <a:pt x="19050" y="46672"/>
                  </a:moveTo>
                  <a:lnTo>
                    <a:pt x="89535" y="46672"/>
                  </a:lnTo>
                  <a:lnTo>
                    <a:pt x="89501" y="55173"/>
                  </a:lnTo>
                  <a:lnTo>
                    <a:pt x="89401" y="62960"/>
                  </a:lnTo>
                  <a:lnTo>
                    <a:pt x="89234" y="70032"/>
                  </a:lnTo>
                  <a:lnTo>
                    <a:pt x="89001" y="76390"/>
                  </a:lnTo>
                  <a:lnTo>
                    <a:pt x="88701" y="82034"/>
                  </a:lnTo>
                  <a:lnTo>
                    <a:pt x="88334" y="86963"/>
                  </a:lnTo>
                  <a:lnTo>
                    <a:pt x="87901" y="91178"/>
                  </a:lnTo>
                  <a:lnTo>
                    <a:pt x="87401" y="94678"/>
                  </a:lnTo>
                  <a:lnTo>
                    <a:pt x="86834" y="97464"/>
                  </a:lnTo>
                  <a:lnTo>
                    <a:pt x="86201" y="99536"/>
                  </a:lnTo>
                  <a:lnTo>
                    <a:pt x="85463" y="101165"/>
                  </a:lnTo>
                  <a:lnTo>
                    <a:pt x="84582" y="102622"/>
                  </a:lnTo>
                  <a:lnTo>
                    <a:pt x="83558" y="103908"/>
                  </a:lnTo>
                  <a:lnTo>
                    <a:pt x="82391" y="105022"/>
                  </a:lnTo>
                  <a:lnTo>
                    <a:pt x="81081" y="105965"/>
                  </a:lnTo>
                  <a:lnTo>
                    <a:pt x="79629" y="106737"/>
                  </a:lnTo>
                  <a:lnTo>
                    <a:pt x="78033" y="107337"/>
                  </a:lnTo>
                  <a:lnTo>
                    <a:pt x="76295" y="107765"/>
                  </a:lnTo>
                  <a:lnTo>
                    <a:pt x="74414" y="108023"/>
                  </a:lnTo>
                  <a:lnTo>
                    <a:pt x="72389" y="108108"/>
                  </a:lnTo>
                  <a:lnTo>
                    <a:pt x="71227" y="108099"/>
                  </a:lnTo>
                  <a:lnTo>
                    <a:pt x="70027" y="108070"/>
                  </a:lnTo>
                  <a:lnTo>
                    <a:pt x="68789" y="108023"/>
                  </a:lnTo>
                  <a:lnTo>
                    <a:pt x="67513" y="107956"/>
                  </a:lnTo>
                  <a:lnTo>
                    <a:pt x="66198" y="107870"/>
                  </a:lnTo>
                  <a:lnTo>
                    <a:pt x="64846" y="107765"/>
                  </a:lnTo>
                  <a:lnTo>
                    <a:pt x="63455" y="107642"/>
                  </a:lnTo>
                  <a:lnTo>
                    <a:pt x="62026" y="107499"/>
                  </a:lnTo>
                  <a:lnTo>
                    <a:pt x="60559" y="107337"/>
                  </a:lnTo>
                  <a:lnTo>
                    <a:pt x="59055" y="107156"/>
                  </a:lnTo>
                  <a:lnTo>
                    <a:pt x="57150" y="97154"/>
                  </a:lnTo>
                  <a:lnTo>
                    <a:pt x="58745" y="97335"/>
                  </a:lnTo>
                  <a:lnTo>
                    <a:pt x="60293" y="97497"/>
                  </a:lnTo>
                  <a:lnTo>
                    <a:pt x="61793" y="97640"/>
                  </a:lnTo>
                  <a:lnTo>
                    <a:pt x="63246" y="97764"/>
                  </a:lnTo>
                  <a:lnTo>
                    <a:pt x="64650" y="97869"/>
                  </a:lnTo>
                  <a:lnTo>
                    <a:pt x="66008" y="97955"/>
                  </a:lnTo>
                  <a:lnTo>
                    <a:pt x="67317" y="98021"/>
                  </a:lnTo>
                  <a:lnTo>
                    <a:pt x="68580" y="98069"/>
                  </a:lnTo>
                  <a:lnTo>
                    <a:pt x="69794" y="98097"/>
                  </a:lnTo>
                  <a:lnTo>
                    <a:pt x="70961" y="98107"/>
                  </a:lnTo>
                  <a:lnTo>
                    <a:pt x="71701" y="98059"/>
                  </a:lnTo>
                  <a:lnTo>
                    <a:pt x="72399" y="97917"/>
                  </a:lnTo>
                  <a:lnTo>
                    <a:pt x="73054" y="97678"/>
                  </a:lnTo>
                  <a:lnTo>
                    <a:pt x="73666" y="97345"/>
                  </a:lnTo>
                  <a:lnTo>
                    <a:pt x="74235" y="96916"/>
                  </a:lnTo>
                  <a:lnTo>
                    <a:pt x="74761" y="96393"/>
                  </a:lnTo>
                  <a:lnTo>
                    <a:pt x="75245" y="95773"/>
                  </a:lnTo>
                  <a:lnTo>
                    <a:pt x="75685" y="95059"/>
                  </a:lnTo>
                  <a:lnTo>
                    <a:pt x="76083" y="94249"/>
                  </a:lnTo>
                  <a:lnTo>
                    <a:pt x="76438" y="93345"/>
                  </a:lnTo>
                  <a:lnTo>
                    <a:pt x="76764" y="92111"/>
                  </a:lnTo>
                  <a:lnTo>
                    <a:pt x="77076" y="90316"/>
                  </a:lnTo>
                  <a:lnTo>
                    <a:pt x="77373" y="87958"/>
                  </a:lnTo>
                  <a:lnTo>
                    <a:pt x="77657" y="85039"/>
                  </a:lnTo>
                  <a:lnTo>
                    <a:pt x="77926" y="81557"/>
                  </a:lnTo>
                  <a:lnTo>
                    <a:pt x="78181" y="77514"/>
                  </a:lnTo>
                  <a:lnTo>
                    <a:pt x="78421" y="72909"/>
                  </a:lnTo>
                  <a:lnTo>
                    <a:pt x="78647" y="67741"/>
                  </a:lnTo>
                  <a:lnTo>
                    <a:pt x="78859" y="62012"/>
                  </a:lnTo>
                  <a:lnTo>
                    <a:pt x="79057" y="55721"/>
                  </a:lnTo>
                  <a:lnTo>
                    <a:pt x="49529" y="55721"/>
                  </a:lnTo>
                  <a:lnTo>
                    <a:pt x="49172" y="59640"/>
                  </a:lnTo>
                  <a:lnTo>
                    <a:pt x="48672" y="63398"/>
                  </a:lnTo>
                  <a:lnTo>
                    <a:pt x="48029" y="66994"/>
                  </a:lnTo>
                  <a:lnTo>
                    <a:pt x="47244" y="70427"/>
                  </a:lnTo>
                  <a:lnTo>
                    <a:pt x="46315" y="73699"/>
                  </a:lnTo>
                  <a:lnTo>
                    <a:pt x="45243" y="76809"/>
                  </a:lnTo>
                  <a:lnTo>
                    <a:pt x="44029" y="79757"/>
                  </a:lnTo>
                  <a:lnTo>
                    <a:pt x="42672" y="82543"/>
                  </a:lnTo>
                  <a:lnTo>
                    <a:pt x="41171" y="85167"/>
                  </a:lnTo>
                  <a:lnTo>
                    <a:pt x="39528" y="87629"/>
                  </a:lnTo>
                  <a:lnTo>
                    <a:pt x="37695" y="89987"/>
                  </a:lnTo>
                  <a:lnTo>
                    <a:pt x="35623" y="92297"/>
                  </a:lnTo>
                  <a:lnTo>
                    <a:pt x="33313" y="94559"/>
                  </a:lnTo>
                  <a:lnTo>
                    <a:pt x="30765" y="96774"/>
                  </a:lnTo>
                  <a:lnTo>
                    <a:pt x="27979" y="98940"/>
                  </a:lnTo>
                  <a:lnTo>
                    <a:pt x="24955" y="101060"/>
                  </a:lnTo>
                  <a:lnTo>
                    <a:pt x="21693" y="103131"/>
                  </a:lnTo>
                  <a:lnTo>
                    <a:pt x="18192" y="105156"/>
                  </a:lnTo>
                  <a:lnTo>
                    <a:pt x="14454" y="107132"/>
                  </a:lnTo>
                  <a:lnTo>
                    <a:pt x="10477" y="109061"/>
                  </a:lnTo>
                  <a:lnTo>
                    <a:pt x="2857" y="100965"/>
                  </a:lnTo>
                  <a:lnTo>
                    <a:pt x="6553" y="99236"/>
                  </a:lnTo>
                  <a:lnTo>
                    <a:pt x="10020" y="97478"/>
                  </a:lnTo>
                  <a:lnTo>
                    <a:pt x="13258" y="95692"/>
                  </a:lnTo>
                  <a:lnTo>
                    <a:pt x="16268" y="93878"/>
                  </a:lnTo>
                  <a:lnTo>
                    <a:pt x="19050" y="92035"/>
                  </a:lnTo>
                  <a:lnTo>
                    <a:pt x="21602" y="90163"/>
                  </a:lnTo>
                  <a:lnTo>
                    <a:pt x="23926" y="88263"/>
                  </a:lnTo>
                  <a:lnTo>
                    <a:pt x="26022" y="86334"/>
                  </a:lnTo>
                  <a:lnTo>
                    <a:pt x="27889" y="84377"/>
                  </a:lnTo>
                  <a:lnTo>
                    <a:pt x="29527" y="82391"/>
                  </a:lnTo>
                  <a:lnTo>
                    <a:pt x="30999" y="80324"/>
                  </a:lnTo>
                  <a:lnTo>
                    <a:pt x="32365" y="78124"/>
                  </a:lnTo>
                  <a:lnTo>
                    <a:pt x="33628" y="75790"/>
                  </a:lnTo>
                  <a:lnTo>
                    <a:pt x="34785" y="73323"/>
                  </a:lnTo>
                  <a:lnTo>
                    <a:pt x="35837" y="70723"/>
                  </a:lnTo>
                  <a:lnTo>
                    <a:pt x="36785" y="67989"/>
                  </a:lnTo>
                  <a:lnTo>
                    <a:pt x="37628" y="65122"/>
                  </a:lnTo>
                  <a:lnTo>
                    <a:pt x="38366" y="62122"/>
                  </a:lnTo>
                  <a:lnTo>
                    <a:pt x="39000" y="58988"/>
                  </a:lnTo>
                  <a:lnTo>
                    <a:pt x="39528" y="55721"/>
                  </a:lnTo>
                  <a:lnTo>
                    <a:pt x="19050" y="5572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4912418" y="6539797"/>
              <a:ext cx="110489" cy="110013"/>
            </a:xfrm>
            <a:custGeom>
              <a:avLst/>
              <a:pathLst>
                <a:path w="110489" h="110013">
                  <a:moveTo>
                    <a:pt x="34289" y="19050"/>
                  </a:moveTo>
                  <a:lnTo>
                    <a:pt x="42862" y="22383"/>
                  </a:lnTo>
                  <a:lnTo>
                    <a:pt x="40447" y="27351"/>
                  </a:lnTo>
                  <a:lnTo>
                    <a:pt x="37966" y="32156"/>
                  </a:lnTo>
                  <a:lnTo>
                    <a:pt x="35418" y="36799"/>
                  </a:lnTo>
                  <a:lnTo>
                    <a:pt x="32804" y="41281"/>
                  </a:lnTo>
                  <a:lnTo>
                    <a:pt x="30122" y="45600"/>
                  </a:lnTo>
                  <a:lnTo>
                    <a:pt x="27374" y="49758"/>
                  </a:lnTo>
                  <a:lnTo>
                    <a:pt x="24560" y="53754"/>
                  </a:lnTo>
                  <a:lnTo>
                    <a:pt x="21678" y="57588"/>
                  </a:lnTo>
                  <a:lnTo>
                    <a:pt x="18730" y="61260"/>
                  </a:lnTo>
                  <a:lnTo>
                    <a:pt x="15716" y="64770"/>
                  </a:lnTo>
                  <a:lnTo>
                    <a:pt x="18078" y="64193"/>
                  </a:lnTo>
                  <a:lnTo>
                    <a:pt x="20402" y="63607"/>
                  </a:lnTo>
                  <a:lnTo>
                    <a:pt x="22688" y="63012"/>
                  </a:lnTo>
                  <a:lnTo>
                    <a:pt x="24936" y="62407"/>
                  </a:lnTo>
                  <a:lnTo>
                    <a:pt x="27146" y="61793"/>
                  </a:lnTo>
                  <a:lnTo>
                    <a:pt x="29317" y="61169"/>
                  </a:lnTo>
                  <a:lnTo>
                    <a:pt x="31451" y="60536"/>
                  </a:lnTo>
                  <a:lnTo>
                    <a:pt x="33547" y="59893"/>
                  </a:lnTo>
                  <a:lnTo>
                    <a:pt x="35604" y="59240"/>
                  </a:lnTo>
                  <a:lnTo>
                    <a:pt x="37623" y="58578"/>
                  </a:lnTo>
                  <a:lnTo>
                    <a:pt x="40004" y="66198"/>
                  </a:lnTo>
                  <a:lnTo>
                    <a:pt x="36728" y="67408"/>
                  </a:lnTo>
                  <a:lnTo>
                    <a:pt x="33375" y="68560"/>
                  </a:lnTo>
                  <a:lnTo>
                    <a:pt x="29946" y="69656"/>
                  </a:lnTo>
                  <a:lnTo>
                    <a:pt x="26441" y="70694"/>
                  </a:lnTo>
                  <a:lnTo>
                    <a:pt x="22860" y="71675"/>
                  </a:lnTo>
                  <a:lnTo>
                    <a:pt x="19202" y="72599"/>
                  </a:lnTo>
                  <a:lnTo>
                    <a:pt x="15468" y="73466"/>
                  </a:lnTo>
                  <a:lnTo>
                    <a:pt x="11658" y="74275"/>
                  </a:lnTo>
                  <a:lnTo>
                    <a:pt x="7772" y="75028"/>
                  </a:lnTo>
                  <a:lnTo>
                    <a:pt x="3810" y="75723"/>
                  </a:lnTo>
                  <a:lnTo>
                    <a:pt x="952" y="67627"/>
                  </a:lnTo>
                  <a:lnTo>
                    <a:pt x="3038" y="65574"/>
                  </a:lnTo>
                  <a:lnTo>
                    <a:pt x="5105" y="63417"/>
                  </a:lnTo>
                  <a:lnTo>
                    <a:pt x="7153" y="61155"/>
                  </a:lnTo>
                  <a:lnTo>
                    <a:pt x="9182" y="58788"/>
                  </a:lnTo>
                  <a:lnTo>
                    <a:pt x="11191" y="56316"/>
                  </a:lnTo>
                  <a:lnTo>
                    <a:pt x="13182" y="53740"/>
                  </a:lnTo>
                  <a:lnTo>
                    <a:pt x="15154" y="51058"/>
                  </a:lnTo>
                  <a:lnTo>
                    <a:pt x="17106" y="48272"/>
                  </a:lnTo>
                  <a:lnTo>
                    <a:pt x="19040" y="45381"/>
                  </a:lnTo>
                  <a:lnTo>
                    <a:pt x="20954" y="42386"/>
                  </a:lnTo>
                  <a:lnTo>
                    <a:pt x="19326" y="42757"/>
                  </a:lnTo>
                  <a:lnTo>
                    <a:pt x="17678" y="43110"/>
                  </a:lnTo>
                  <a:lnTo>
                    <a:pt x="16011" y="43443"/>
                  </a:lnTo>
                  <a:lnTo>
                    <a:pt x="14325" y="43757"/>
                  </a:lnTo>
                  <a:lnTo>
                    <a:pt x="12620" y="44053"/>
                  </a:lnTo>
                  <a:lnTo>
                    <a:pt x="10896" y="44329"/>
                  </a:lnTo>
                  <a:lnTo>
                    <a:pt x="9153" y="44586"/>
                  </a:lnTo>
                  <a:lnTo>
                    <a:pt x="7391" y="44824"/>
                  </a:lnTo>
                  <a:lnTo>
                    <a:pt x="5610" y="45043"/>
                  </a:lnTo>
                  <a:lnTo>
                    <a:pt x="3810" y="45243"/>
                  </a:lnTo>
                  <a:lnTo>
                    <a:pt x="1904" y="36195"/>
                  </a:lnTo>
                  <a:lnTo>
                    <a:pt x="4057" y="33432"/>
                  </a:lnTo>
                  <a:lnTo>
                    <a:pt x="6134" y="30480"/>
                  </a:lnTo>
                  <a:lnTo>
                    <a:pt x="8134" y="27336"/>
                  </a:lnTo>
                  <a:lnTo>
                    <a:pt x="10058" y="24003"/>
                  </a:lnTo>
                  <a:lnTo>
                    <a:pt x="11906" y="20478"/>
                  </a:lnTo>
                  <a:lnTo>
                    <a:pt x="13677" y="16764"/>
                  </a:lnTo>
                  <a:lnTo>
                    <a:pt x="15373" y="12858"/>
                  </a:lnTo>
                  <a:lnTo>
                    <a:pt x="16992" y="8763"/>
                  </a:lnTo>
                  <a:lnTo>
                    <a:pt x="18535" y="4476"/>
                  </a:lnTo>
                  <a:lnTo>
                    <a:pt x="20002" y="0"/>
                  </a:lnTo>
                  <a:lnTo>
                    <a:pt x="29051" y="2857"/>
                  </a:lnTo>
                  <a:lnTo>
                    <a:pt x="27684" y="6786"/>
                  </a:lnTo>
                  <a:lnTo>
                    <a:pt x="26250" y="10572"/>
                  </a:lnTo>
                  <a:lnTo>
                    <a:pt x="24750" y="14216"/>
                  </a:lnTo>
                  <a:lnTo>
                    <a:pt x="23183" y="17716"/>
                  </a:lnTo>
                  <a:lnTo>
                    <a:pt x="21550" y="21074"/>
                  </a:lnTo>
                  <a:lnTo>
                    <a:pt x="19850" y="24288"/>
                  </a:lnTo>
                  <a:lnTo>
                    <a:pt x="18083" y="27360"/>
                  </a:lnTo>
                  <a:lnTo>
                    <a:pt x="16249" y="30289"/>
                  </a:lnTo>
                  <a:lnTo>
                    <a:pt x="14349" y="33075"/>
                  </a:lnTo>
                  <a:lnTo>
                    <a:pt x="12382" y="35718"/>
                  </a:lnTo>
                  <a:lnTo>
                    <a:pt x="13892" y="35618"/>
                  </a:lnTo>
                  <a:lnTo>
                    <a:pt x="15373" y="35509"/>
                  </a:lnTo>
                  <a:lnTo>
                    <a:pt x="16825" y="35390"/>
                  </a:lnTo>
                  <a:lnTo>
                    <a:pt x="18249" y="35261"/>
                  </a:lnTo>
                  <a:lnTo>
                    <a:pt x="19645" y="35123"/>
                  </a:lnTo>
                  <a:lnTo>
                    <a:pt x="21012" y="34975"/>
                  </a:lnTo>
                  <a:lnTo>
                    <a:pt x="22350" y="34818"/>
                  </a:lnTo>
                  <a:lnTo>
                    <a:pt x="23660" y="34651"/>
                  </a:lnTo>
                  <a:lnTo>
                    <a:pt x="24941" y="34475"/>
                  </a:lnTo>
                  <a:lnTo>
                    <a:pt x="26193" y="34290"/>
                  </a:lnTo>
                  <a:close/>
                  <a:moveTo>
                    <a:pt x="40004" y="80010"/>
                  </a:moveTo>
                  <a:lnTo>
                    <a:pt x="41910" y="88582"/>
                  </a:lnTo>
                  <a:lnTo>
                    <a:pt x="38442" y="89806"/>
                  </a:lnTo>
                  <a:lnTo>
                    <a:pt x="34899" y="91001"/>
                  </a:lnTo>
                  <a:lnTo>
                    <a:pt x="31280" y="92168"/>
                  </a:lnTo>
                  <a:lnTo>
                    <a:pt x="27584" y="93306"/>
                  </a:lnTo>
                  <a:lnTo>
                    <a:pt x="23812" y="94416"/>
                  </a:lnTo>
                  <a:lnTo>
                    <a:pt x="19964" y="95497"/>
                  </a:lnTo>
                  <a:lnTo>
                    <a:pt x="16040" y="96550"/>
                  </a:lnTo>
                  <a:lnTo>
                    <a:pt x="12039" y="97574"/>
                  </a:lnTo>
                  <a:lnTo>
                    <a:pt x="7962" y="98569"/>
                  </a:lnTo>
                  <a:lnTo>
                    <a:pt x="3810" y="99536"/>
                  </a:lnTo>
                  <a:lnTo>
                    <a:pt x="0" y="89535"/>
                  </a:lnTo>
                  <a:lnTo>
                    <a:pt x="4429" y="88668"/>
                  </a:lnTo>
                  <a:lnTo>
                    <a:pt x="8763" y="87782"/>
                  </a:lnTo>
                  <a:lnTo>
                    <a:pt x="13001" y="86877"/>
                  </a:lnTo>
                  <a:lnTo>
                    <a:pt x="17145" y="85953"/>
                  </a:lnTo>
                  <a:lnTo>
                    <a:pt x="21193" y="85010"/>
                  </a:lnTo>
                  <a:lnTo>
                    <a:pt x="25146" y="84048"/>
                  </a:lnTo>
                  <a:lnTo>
                    <a:pt x="29003" y="83067"/>
                  </a:lnTo>
                  <a:lnTo>
                    <a:pt x="32766" y="82067"/>
                  </a:lnTo>
                  <a:lnTo>
                    <a:pt x="36433" y="81048"/>
                  </a:lnTo>
                  <a:close/>
                  <a:moveTo>
                    <a:pt x="100964" y="20955"/>
                  </a:moveTo>
                  <a:lnTo>
                    <a:pt x="101917" y="30003"/>
                  </a:lnTo>
                  <a:lnTo>
                    <a:pt x="74295" y="34766"/>
                  </a:lnTo>
                  <a:lnTo>
                    <a:pt x="75247" y="50006"/>
                  </a:lnTo>
                  <a:lnTo>
                    <a:pt x="107156" y="43338"/>
                  </a:lnTo>
                  <a:lnTo>
                    <a:pt x="108108" y="52387"/>
                  </a:lnTo>
                  <a:lnTo>
                    <a:pt x="76676" y="59055"/>
                  </a:lnTo>
                  <a:lnTo>
                    <a:pt x="76981" y="60864"/>
                  </a:lnTo>
                  <a:lnTo>
                    <a:pt x="77323" y="62674"/>
                  </a:lnTo>
                  <a:lnTo>
                    <a:pt x="77704" y="64484"/>
                  </a:lnTo>
                  <a:lnTo>
                    <a:pt x="78124" y="66294"/>
                  </a:lnTo>
                  <a:lnTo>
                    <a:pt x="78581" y="68103"/>
                  </a:lnTo>
                  <a:lnTo>
                    <a:pt x="79076" y="69913"/>
                  </a:lnTo>
                  <a:lnTo>
                    <a:pt x="79609" y="71723"/>
                  </a:lnTo>
                  <a:lnTo>
                    <a:pt x="80181" y="73533"/>
                  </a:lnTo>
                  <a:lnTo>
                    <a:pt x="80791" y="75342"/>
                  </a:lnTo>
                  <a:lnTo>
                    <a:pt x="81438" y="77152"/>
                  </a:lnTo>
                  <a:lnTo>
                    <a:pt x="83043" y="75604"/>
                  </a:lnTo>
                  <a:lnTo>
                    <a:pt x="84620" y="74009"/>
                  </a:lnTo>
                  <a:lnTo>
                    <a:pt x="86167" y="72366"/>
                  </a:lnTo>
                  <a:lnTo>
                    <a:pt x="87687" y="70675"/>
                  </a:lnTo>
                  <a:lnTo>
                    <a:pt x="89177" y="68937"/>
                  </a:lnTo>
                  <a:lnTo>
                    <a:pt x="90639" y="67151"/>
                  </a:lnTo>
                  <a:lnTo>
                    <a:pt x="92073" y="65317"/>
                  </a:lnTo>
                  <a:lnTo>
                    <a:pt x="93478" y="63436"/>
                  </a:lnTo>
                  <a:lnTo>
                    <a:pt x="94854" y="61507"/>
                  </a:lnTo>
                  <a:lnTo>
                    <a:pt x="96202" y="59531"/>
                  </a:lnTo>
                  <a:lnTo>
                    <a:pt x="104775" y="63817"/>
                  </a:lnTo>
                  <a:lnTo>
                    <a:pt x="103041" y="66536"/>
                  </a:lnTo>
                  <a:lnTo>
                    <a:pt x="101269" y="69170"/>
                  </a:lnTo>
                  <a:lnTo>
                    <a:pt x="99460" y="71718"/>
                  </a:lnTo>
                  <a:lnTo>
                    <a:pt x="97612" y="74180"/>
                  </a:lnTo>
                  <a:lnTo>
                    <a:pt x="95726" y="76557"/>
                  </a:lnTo>
                  <a:lnTo>
                    <a:pt x="93802" y="78847"/>
                  </a:lnTo>
                  <a:lnTo>
                    <a:pt x="91840" y="81052"/>
                  </a:lnTo>
                  <a:lnTo>
                    <a:pt x="89839" y="83172"/>
                  </a:lnTo>
                  <a:lnTo>
                    <a:pt x="87801" y="85205"/>
                  </a:lnTo>
                  <a:lnTo>
                    <a:pt x="85725" y="87153"/>
                  </a:lnTo>
                  <a:lnTo>
                    <a:pt x="87215" y="89415"/>
                  </a:lnTo>
                  <a:lnTo>
                    <a:pt x="88639" y="91440"/>
                  </a:lnTo>
                  <a:lnTo>
                    <a:pt x="89996" y="93225"/>
                  </a:lnTo>
                  <a:lnTo>
                    <a:pt x="91287" y="94773"/>
                  </a:lnTo>
                  <a:lnTo>
                    <a:pt x="92511" y="96083"/>
                  </a:lnTo>
                  <a:lnTo>
                    <a:pt x="93668" y="97155"/>
                  </a:lnTo>
                  <a:lnTo>
                    <a:pt x="94759" y="97988"/>
                  </a:lnTo>
                  <a:lnTo>
                    <a:pt x="95783" y="98583"/>
                  </a:lnTo>
                  <a:lnTo>
                    <a:pt x="96740" y="98940"/>
                  </a:lnTo>
                  <a:lnTo>
                    <a:pt x="97631" y="99060"/>
                  </a:lnTo>
                  <a:lnTo>
                    <a:pt x="98093" y="98898"/>
                  </a:lnTo>
                  <a:lnTo>
                    <a:pt x="98526" y="98412"/>
                  </a:lnTo>
                  <a:lnTo>
                    <a:pt x="98931" y="97602"/>
                  </a:lnTo>
                  <a:lnTo>
                    <a:pt x="99307" y="96469"/>
                  </a:lnTo>
                  <a:lnTo>
                    <a:pt x="99655" y="95011"/>
                  </a:lnTo>
                  <a:lnTo>
                    <a:pt x="99974" y="93230"/>
                  </a:lnTo>
                  <a:lnTo>
                    <a:pt x="100264" y="91125"/>
                  </a:lnTo>
                  <a:lnTo>
                    <a:pt x="100526" y="88696"/>
                  </a:lnTo>
                  <a:lnTo>
                    <a:pt x="100760" y="85944"/>
                  </a:lnTo>
                  <a:lnTo>
                    <a:pt x="100964" y="82867"/>
                  </a:lnTo>
                  <a:lnTo>
                    <a:pt x="110489" y="87153"/>
                  </a:lnTo>
                  <a:lnTo>
                    <a:pt x="110006" y="89823"/>
                  </a:lnTo>
                  <a:lnTo>
                    <a:pt x="109508" y="92306"/>
                  </a:lnTo>
                  <a:lnTo>
                    <a:pt x="108996" y="94604"/>
                  </a:lnTo>
                  <a:lnTo>
                    <a:pt x="108470" y="96716"/>
                  </a:lnTo>
                  <a:lnTo>
                    <a:pt x="107930" y="98643"/>
                  </a:lnTo>
                  <a:lnTo>
                    <a:pt x="107375" y="100383"/>
                  </a:lnTo>
                  <a:lnTo>
                    <a:pt x="106806" y="101938"/>
                  </a:lnTo>
                  <a:lnTo>
                    <a:pt x="106222" y="103308"/>
                  </a:lnTo>
                  <a:lnTo>
                    <a:pt x="105625" y="104491"/>
                  </a:lnTo>
                  <a:lnTo>
                    <a:pt x="105013" y="105489"/>
                  </a:lnTo>
                  <a:lnTo>
                    <a:pt x="104382" y="106349"/>
                  </a:lnTo>
                  <a:lnTo>
                    <a:pt x="103727" y="107118"/>
                  </a:lnTo>
                  <a:lnTo>
                    <a:pt x="103048" y="107796"/>
                  </a:lnTo>
                  <a:lnTo>
                    <a:pt x="102346" y="108384"/>
                  </a:lnTo>
                  <a:lnTo>
                    <a:pt x="101619" y="108882"/>
                  </a:lnTo>
                  <a:lnTo>
                    <a:pt x="100869" y="109289"/>
                  </a:lnTo>
                  <a:lnTo>
                    <a:pt x="100095" y="109606"/>
                  </a:lnTo>
                  <a:lnTo>
                    <a:pt x="99298" y="109832"/>
                  </a:lnTo>
                  <a:lnTo>
                    <a:pt x="98476" y="109968"/>
                  </a:lnTo>
                  <a:lnTo>
                    <a:pt x="97631" y="110013"/>
                  </a:lnTo>
                  <a:lnTo>
                    <a:pt x="95897" y="109842"/>
                  </a:lnTo>
                  <a:lnTo>
                    <a:pt x="94126" y="109327"/>
                  </a:lnTo>
                  <a:lnTo>
                    <a:pt x="92316" y="108470"/>
                  </a:lnTo>
                  <a:lnTo>
                    <a:pt x="90468" y="107270"/>
                  </a:lnTo>
                  <a:lnTo>
                    <a:pt x="88582" y="105727"/>
                  </a:lnTo>
                  <a:lnTo>
                    <a:pt x="86658" y="103841"/>
                  </a:lnTo>
                  <a:lnTo>
                    <a:pt x="84696" y="101612"/>
                  </a:lnTo>
                  <a:lnTo>
                    <a:pt x="82696" y="99040"/>
                  </a:lnTo>
                  <a:lnTo>
                    <a:pt x="80657" y="96126"/>
                  </a:lnTo>
                  <a:lnTo>
                    <a:pt x="78581" y="92868"/>
                  </a:lnTo>
                  <a:lnTo>
                    <a:pt x="75976" y="94554"/>
                  </a:lnTo>
                  <a:lnTo>
                    <a:pt x="73304" y="96183"/>
                  </a:lnTo>
                  <a:lnTo>
                    <a:pt x="70565" y="97755"/>
                  </a:lnTo>
                  <a:lnTo>
                    <a:pt x="67760" y="99269"/>
                  </a:lnTo>
                  <a:lnTo>
                    <a:pt x="64889" y="100726"/>
                  </a:lnTo>
                  <a:lnTo>
                    <a:pt x="61950" y="102127"/>
                  </a:lnTo>
                  <a:lnTo>
                    <a:pt x="58945" y="103470"/>
                  </a:lnTo>
                  <a:lnTo>
                    <a:pt x="55873" y="104755"/>
                  </a:lnTo>
                  <a:lnTo>
                    <a:pt x="52735" y="105984"/>
                  </a:lnTo>
                  <a:lnTo>
                    <a:pt x="49530" y="107156"/>
                  </a:lnTo>
                  <a:lnTo>
                    <a:pt x="44291" y="97631"/>
                  </a:lnTo>
                  <a:lnTo>
                    <a:pt x="47844" y="96373"/>
                  </a:lnTo>
                  <a:lnTo>
                    <a:pt x="51263" y="95078"/>
                  </a:lnTo>
                  <a:lnTo>
                    <a:pt x="54549" y="93745"/>
                  </a:lnTo>
                  <a:lnTo>
                    <a:pt x="57702" y="92373"/>
                  </a:lnTo>
                  <a:lnTo>
                    <a:pt x="60721" y="90963"/>
                  </a:lnTo>
                  <a:lnTo>
                    <a:pt x="63607" y="89515"/>
                  </a:lnTo>
                  <a:lnTo>
                    <a:pt x="66360" y="88030"/>
                  </a:lnTo>
                  <a:lnTo>
                    <a:pt x="68980" y="86506"/>
                  </a:lnTo>
                  <a:lnTo>
                    <a:pt x="71466" y="84943"/>
                  </a:lnTo>
                  <a:lnTo>
                    <a:pt x="73818" y="83343"/>
                  </a:lnTo>
                  <a:lnTo>
                    <a:pt x="72980" y="81491"/>
                  </a:lnTo>
                  <a:lnTo>
                    <a:pt x="72180" y="79552"/>
                  </a:lnTo>
                  <a:lnTo>
                    <a:pt x="71418" y="77528"/>
                  </a:lnTo>
                  <a:lnTo>
                    <a:pt x="70694" y="75418"/>
                  </a:lnTo>
                  <a:lnTo>
                    <a:pt x="70008" y="73223"/>
                  </a:lnTo>
                  <a:lnTo>
                    <a:pt x="69361" y="70942"/>
                  </a:lnTo>
                  <a:lnTo>
                    <a:pt x="68751" y="68575"/>
                  </a:lnTo>
                  <a:lnTo>
                    <a:pt x="68179" y="66122"/>
                  </a:lnTo>
                  <a:lnTo>
                    <a:pt x="67646" y="63584"/>
                  </a:lnTo>
                  <a:lnTo>
                    <a:pt x="67151" y="60960"/>
                  </a:lnTo>
                  <a:lnTo>
                    <a:pt x="42862" y="66198"/>
                  </a:lnTo>
                  <a:lnTo>
                    <a:pt x="41433" y="57150"/>
                  </a:lnTo>
                  <a:lnTo>
                    <a:pt x="66198" y="51911"/>
                  </a:lnTo>
                  <a:lnTo>
                    <a:pt x="66013" y="50468"/>
                  </a:lnTo>
                  <a:lnTo>
                    <a:pt x="65836" y="48996"/>
                  </a:lnTo>
                  <a:lnTo>
                    <a:pt x="65670" y="47496"/>
                  </a:lnTo>
                  <a:lnTo>
                    <a:pt x="65512" y="45967"/>
                  </a:lnTo>
                  <a:lnTo>
                    <a:pt x="65365" y="44410"/>
                  </a:lnTo>
                  <a:lnTo>
                    <a:pt x="65227" y="42824"/>
                  </a:lnTo>
                  <a:lnTo>
                    <a:pt x="65098" y="41209"/>
                  </a:lnTo>
                  <a:lnTo>
                    <a:pt x="64979" y="39566"/>
                  </a:lnTo>
                  <a:lnTo>
                    <a:pt x="64870" y="37895"/>
                  </a:lnTo>
                  <a:lnTo>
                    <a:pt x="64770" y="36195"/>
                  </a:lnTo>
                  <a:lnTo>
                    <a:pt x="46672" y="39052"/>
                  </a:lnTo>
                  <a:lnTo>
                    <a:pt x="45243" y="30003"/>
                  </a:lnTo>
                  <a:lnTo>
                    <a:pt x="64293" y="27146"/>
                  </a:lnTo>
                  <a:lnTo>
                    <a:pt x="64203" y="24645"/>
                  </a:lnTo>
                  <a:lnTo>
                    <a:pt x="64122" y="22098"/>
                  </a:lnTo>
                  <a:lnTo>
                    <a:pt x="64050" y="19502"/>
                  </a:lnTo>
                  <a:lnTo>
                    <a:pt x="63988" y="16859"/>
                  </a:lnTo>
                  <a:lnTo>
                    <a:pt x="63936" y="14168"/>
                  </a:lnTo>
                  <a:lnTo>
                    <a:pt x="63893" y="11430"/>
                  </a:lnTo>
                  <a:lnTo>
                    <a:pt x="63860" y="8643"/>
                  </a:lnTo>
                  <a:lnTo>
                    <a:pt x="63836" y="5810"/>
                  </a:lnTo>
                  <a:lnTo>
                    <a:pt x="63822" y="2928"/>
                  </a:lnTo>
                  <a:lnTo>
                    <a:pt x="63817" y="0"/>
                  </a:lnTo>
                  <a:lnTo>
                    <a:pt x="73342" y="0"/>
                  </a:lnTo>
                  <a:lnTo>
                    <a:pt x="73347" y="2824"/>
                  </a:lnTo>
                  <a:lnTo>
                    <a:pt x="73361" y="5581"/>
                  </a:lnTo>
                  <a:lnTo>
                    <a:pt x="73385" y="8272"/>
                  </a:lnTo>
                  <a:lnTo>
                    <a:pt x="73418" y="10896"/>
                  </a:lnTo>
                  <a:lnTo>
                    <a:pt x="73461" y="13454"/>
                  </a:lnTo>
                  <a:lnTo>
                    <a:pt x="73513" y="15944"/>
                  </a:lnTo>
                  <a:lnTo>
                    <a:pt x="73575" y="18368"/>
                  </a:lnTo>
                  <a:lnTo>
                    <a:pt x="73647" y="20726"/>
                  </a:lnTo>
                  <a:lnTo>
                    <a:pt x="73728" y="23017"/>
                  </a:lnTo>
                  <a:lnTo>
                    <a:pt x="73818" y="25241"/>
                  </a:lnTo>
                  <a:close/>
                  <a:moveTo>
                    <a:pt x="86677" y="476"/>
                  </a:moveTo>
                  <a:lnTo>
                    <a:pt x="87634" y="1543"/>
                  </a:lnTo>
                  <a:lnTo>
                    <a:pt x="88601" y="2647"/>
                  </a:lnTo>
                  <a:lnTo>
                    <a:pt x="89577" y="3790"/>
                  </a:lnTo>
                  <a:lnTo>
                    <a:pt x="90563" y="4972"/>
                  </a:lnTo>
                  <a:lnTo>
                    <a:pt x="91559" y="6191"/>
                  </a:lnTo>
                  <a:lnTo>
                    <a:pt x="92563" y="7448"/>
                  </a:lnTo>
                  <a:lnTo>
                    <a:pt x="93578" y="8743"/>
                  </a:lnTo>
                  <a:lnTo>
                    <a:pt x="94602" y="10077"/>
                  </a:lnTo>
                  <a:lnTo>
                    <a:pt x="95635" y="11449"/>
                  </a:lnTo>
                  <a:lnTo>
                    <a:pt x="96678" y="12858"/>
                  </a:lnTo>
                  <a:lnTo>
                    <a:pt x="89535" y="18573"/>
                  </a:lnTo>
                  <a:lnTo>
                    <a:pt x="88658" y="17245"/>
                  </a:lnTo>
                  <a:lnTo>
                    <a:pt x="87744" y="15925"/>
                  </a:lnTo>
                  <a:lnTo>
                    <a:pt x="86791" y="14616"/>
                  </a:lnTo>
                  <a:lnTo>
                    <a:pt x="85801" y="13315"/>
                  </a:lnTo>
                  <a:lnTo>
                    <a:pt x="84772" y="12025"/>
                  </a:lnTo>
                  <a:lnTo>
                    <a:pt x="83705" y="10744"/>
                  </a:lnTo>
                  <a:lnTo>
                    <a:pt x="82600" y="9472"/>
                  </a:lnTo>
                  <a:lnTo>
                    <a:pt x="81457" y="8210"/>
                  </a:lnTo>
                  <a:lnTo>
                    <a:pt x="80276" y="6958"/>
                  </a:lnTo>
                  <a:lnTo>
                    <a:pt x="79057" y="571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5033386" y="6539797"/>
              <a:ext cx="110966" cy="109537"/>
            </a:xfrm>
            <a:custGeom>
              <a:avLst/>
              <a:pathLst>
                <a:path w="110966" h="109537">
                  <a:moveTo>
                    <a:pt x="25241" y="29527"/>
                  </a:moveTo>
                  <a:lnTo>
                    <a:pt x="25241" y="109537"/>
                  </a:lnTo>
                  <a:lnTo>
                    <a:pt x="16668" y="109537"/>
                  </a:lnTo>
                  <a:lnTo>
                    <a:pt x="16668" y="0"/>
                  </a:lnTo>
                  <a:lnTo>
                    <a:pt x="25241" y="0"/>
                  </a:lnTo>
                  <a:lnTo>
                    <a:pt x="25241" y="18097"/>
                  </a:lnTo>
                  <a:lnTo>
                    <a:pt x="26746" y="19431"/>
                  </a:lnTo>
                  <a:lnTo>
                    <a:pt x="28213" y="20764"/>
                  </a:lnTo>
                  <a:lnTo>
                    <a:pt x="29641" y="22098"/>
                  </a:lnTo>
                  <a:lnTo>
                    <a:pt x="31032" y="23431"/>
                  </a:lnTo>
                  <a:lnTo>
                    <a:pt x="32385" y="24765"/>
                  </a:lnTo>
                  <a:lnTo>
                    <a:pt x="33699" y="26098"/>
                  </a:lnTo>
                  <a:lnTo>
                    <a:pt x="34975" y="27432"/>
                  </a:lnTo>
                  <a:lnTo>
                    <a:pt x="36214" y="28765"/>
                  </a:lnTo>
                  <a:lnTo>
                    <a:pt x="37414" y="30099"/>
                  </a:lnTo>
                  <a:lnTo>
                    <a:pt x="38576" y="31432"/>
                  </a:lnTo>
                  <a:lnTo>
                    <a:pt x="32861" y="39528"/>
                  </a:lnTo>
                  <a:lnTo>
                    <a:pt x="32099" y="38485"/>
                  </a:lnTo>
                  <a:lnTo>
                    <a:pt x="31337" y="37452"/>
                  </a:lnTo>
                  <a:lnTo>
                    <a:pt x="30575" y="36428"/>
                  </a:lnTo>
                  <a:lnTo>
                    <a:pt x="29813" y="35413"/>
                  </a:lnTo>
                  <a:lnTo>
                    <a:pt x="29051" y="34409"/>
                  </a:lnTo>
                  <a:lnTo>
                    <a:pt x="28289" y="33413"/>
                  </a:lnTo>
                  <a:lnTo>
                    <a:pt x="27527" y="32427"/>
                  </a:lnTo>
                  <a:lnTo>
                    <a:pt x="26765" y="31451"/>
                  </a:lnTo>
                  <a:lnTo>
                    <a:pt x="26003" y="30484"/>
                  </a:lnTo>
                  <a:close/>
                  <a:moveTo>
                    <a:pt x="4286" y="23812"/>
                  </a:moveTo>
                  <a:lnTo>
                    <a:pt x="12382" y="25717"/>
                  </a:lnTo>
                  <a:lnTo>
                    <a:pt x="12168" y="29398"/>
                  </a:lnTo>
                  <a:lnTo>
                    <a:pt x="11906" y="33013"/>
                  </a:lnTo>
                  <a:lnTo>
                    <a:pt x="11596" y="36561"/>
                  </a:lnTo>
                  <a:lnTo>
                    <a:pt x="11239" y="40043"/>
                  </a:lnTo>
                  <a:lnTo>
                    <a:pt x="10834" y="43457"/>
                  </a:lnTo>
                  <a:lnTo>
                    <a:pt x="10382" y="46805"/>
                  </a:lnTo>
                  <a:lnTo>
                    <a:pt x="9882" y="50087"/>
                  </a:lnTo>
                  <a:lnTo>
                    <a:pt x="9334" y="53301"/>
                  </a:lnTo>
                  <a:lnTo>
                    <a:pt x="8739" y="56449"/>
                  </a:lnTo>
                  <a:lnTo>
                    <a:pt x="8096" y="59531"/>
                  </a:lnTo>
                  <a:lnTo>
                    <a:pt x="0" y="55721"/>
                  </a:lnTo>
                  <a:lnTo>
                    <a:pt x="642" y="52487"/>
                  </a:lnTo>
                  <a:lnTo>
                    <a:pt x="1238" y="49263"/>
                  </a:lnTo>
                  <a:lnTo>
                    <a:pt x="1785" y="46048"/>
                  </a:lnTo>
                  <a:lnTo>
                    <a:pt x="2286" y="42843"/>
                  </a:lnTo>
                  <a:lnTo>
                    <a:pt x="2738" y="39647"/>
                  </a:lnTo>
                  <a:lnTo>
                    <a:pt x="3143" y="36461"/>
                  </a:lnTo>
                  <a:lnTo>
                    <a:pt x="3500" y="33285"/>
                  </a:lnTo>
                  <a:lnTo>
                    <a:pt x="3810" y="30118"/>
                  </a:lnTo>
                  <a:lnTo>
                    <a:pt x="4071" y="26960"/>
                  </a:lnTo>
                  <a:close/>
                  <a:moveTo>
                    <a:pt x="49053" y="6667"/>
                  </a:moveTo>
                  <a:lnTo>
                    <a:pt x="57626" y="9525"/>
                  </a:lnTo>
                  <a:lnTo>
                    <a:pt x="57330" y="11320"/>
                  </a:lnTo>
                  <a:lnTo>
                    <a:pt x="57016" y="13087"/>
                  </a:lnTo>
                  <a:lnTo>
                    <a:pt x="56683" y="14825"/>
                  </a:lnTo>
                  <a:lnTo>
                    <a:pt x="56330" y="16535"/>
                  </a:lnTo>
                  <a:lnTo>
                    <a:pt x="55959" y="18216"/>
                  </a:lnTo>
                  <a:lnTo>
                    <a:pt x="55568" y="19869"/>
                  </a:lnTo>
                  <a:lnTo>
                    <a:pt x="55159" y="21493"/>
                  </a:lnTo>
                  <a:lnTo>
                    <a:pt x="54730" y="23088"/>
                  </a:lnTo>
                  <a:lnTo>
                    <a:pt x="54282" y="24655"/>
                  </a:lnTo>
                  <a:lnTo>
                    <a:pt x="53816" y="26193"/>
                  </a:lnTo>
                  <a:lnTo>
                    <a:pt x="71437" y="26193"/>
                  </a:lnTo>
                  <a:lnTo>
                    <a:pt x="71437" y="476"/>
                  </a:lnTo>
                  <a:lnTo>
                    <a:pt x="80962" y="476"/>
                  </a:lnTo>
                  <a:lnTo>
                    <a:pt x="80962" y="26193"/>
                  </a:lnTo>
                  <a:lnTo>
                    <a:pt x="108108" y="26193"/>
                  </a:lnTo>
                  <a:lnTo>
                    <a:pt x="108108" y="35242"/>
                  </a:lnTo>
                  <a:lnTo>
                    <a:pt x="80962" y="35242"/>
                  </a:lnTo>
                  <a:lnTo>
                    <a:pt x="80962" y="61436"/>
                  </a:lnTo>
                  <a:lnTo>
                    <a:pt x="106679" y="61436"/>
                  </a:lnTo>
                  <a:lnTo>
                    <a:pt x="106679" y="70485"/>
                  </a:lnTo>
                  <a:lnTo>
                    <a:pt x="80962" y="70485"/>
                  </a:lnTo>
                  <a:lnTo>
                    <a:pt x="80962" y="96202"/>
                  </a:lnTo>
                  <a:lnTo>
                    <a:pt x="110966" y="96202"/>
                  </a:lnTo>
                  <a:lnTo>
                    <a:pt x="110966" y="105251"/>
                  </a:lnTo>
                  <a:lnTo>
                    <a:pt x="39052" y="105251"/>
                  </a:lnTo>
                  <a:lnTo>
                    <a:pt x="39052" y="96202"/>
                  </a:lnTo>
                  <a:lnTo>
                    <a:pt x="71437" y="96202"/>
                  </a:lnTo>
                  <a:lnTo>
                    <a:pt x="71437" y="70485"/>
                  </a:lnTo>
                  <a:lnTo>
                    <a:pt x="44767" y="70485"/>
                  </a:lnTo>
                  <a:lnTo>
                    <a:pt x="44767" y="61436"/>
                  </a:lnTo>
                  <a:lnTo>
                    <a:pt x="71437" y="61436"/>
                  </a:lnTo>
                  <a:lnTo>
                    <a:pt x="71437" y="35242"/>
                  </a:lnTo>
                  <a:lnTo>
                    <a:pt x="50958" y="35242"/>
                  </a:lnTo>
                  <a:lnTo>
                    <a:pt x="50277" y="37680"/>
                  </a:lnTo>
                  <a:lnTo>
                    <a:pt x="49568" y="40043"/>
                  </a:lnTo>
                  <a:lnTo>
                    <a:pt x="48829" y="42329"/>
                  </a:lnTo>
                  <a:lnTo>
                    <a:pt x="48063" y="44538"/>
                  </a:lnTo>
                  <a:lnTo>
                    <a:pt x="47267" y="46672"/>
                  </a:lnTo>
                  <a:lnTo>
                    <a:pt x="46443" y="48729"/>
                  </a:lnTo>
                  <a:lnTo>
                    <a:pt x="45591" y="50711"/>
                  </a:lnTo>
                  <a:lnTo>
                    <a:pt x="44710" y="52616"/>
                  </a:lnTo>
                  <a:lnTo>
                    <a:pt x="43800" y="54444"/>
                  </a:lnTo>
                  <a:lnTo>
                    <a:pt x="42862" y="56197"/>
                  </a:lnTo>
                  <a:lnTo>
                    <a:pt x="34766" y="50006"/>
                  </a:lnTo>
                  <a:lnTo>
                    <a:pt x="36709" y="46143"/>
                  </a:lnTo>
                  <a:lnTo>
                    <a:pt x="38538" y="42176"/>
                  </a:lnTo>
                  <a:lnTo>
                    <a:pt x="40252" y="38104"/>
                  </a:lnTo>
                  <a:lnTo>
                    <a:pt x="41852" y="33928"/>
                  </a:lnTo>
                  <a:lnTo>
                    <a:pt x="43338" y="29646"/>
                  </a:lnTo>
                  <a:lnTo>
                    <a:pt x="44710" y="25260"/>
                  </a:lnTo>
                  <a:lnTo>
                    <a:pt x="45967" y="20769"/>
                  </a:lnTo>
                  <a:lnTo>
                    <a:pt x="47110" y="16173"/>
                  </a:lnTo>
                  <a:lnTo>
                    <a:pt x="48139" y="114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5154353" y="6539797"/>
              <a:ext cx="112871" cy="109537"/>
            </a:xfrm>
            <a:custGeom>
              <a:avLst/>
              <a:pathLst>
                <a:path w="112871" h="109537">
                  <a:moveTo>
                    <a:pt x="43338" y="9048"/>
                  </a:moveTo>
                  <a:lnTo>
                    <a:pt x="60007" y="9048"/>
                  </a:lnTo>
                  <a:lnTo>
                    <a:pt x="60007" y="0"/>
                  </a:lnTo>
                  <a:lnTo>
                    <a:pt x="69056" y="0"/>
                  </a:lnTo>
                  <a:lnTo>
                    <a:pt x="69056" y="9048"/>
                  </a:lnTo>
                  <a:lnTo>
                    <a:pt x="85725" y="9048"/>
                  </a:lnTo>
                  <a:lnTo>
                    <a:pt x="85725" y="0"/>
                  </a:lnTo>
                  <a:lnTo>
                    <a:pt x="94773" y="0"/>
                  </a:lnTo>
                  <a:lnTo>
                    <a:pt x="94773" y="9048"/>
                  </a:lnTo>
                  <a:lnTo>
                    <a:pt x="111442" y="9048"/>
                  </a:lnTo>
                  <a:lnTo>
                    <a:pt x="111442" y="17621"/>
                  </a:lnTo>
                  <a:lnTo>
                    <a:pt x="94773" y="17621"/>
                  </a:lnTo>
                  <a:lnTo>
                    <a:pt x="94773" y="26670"/>
                  </a:lnTo>
                  <a:lnTo>
                    <a:pt x="105727" y="26670"/>
                  </a:lnTo>
                  <a:lnTo>
                    <a:pt x="105727" y="65722"/>
                  </a:lnTo>
                  <a:lnTo>
                    <a:pt x="81438" y="65722"/>
                  </a:lnTo>
                  <a:lnTo>
                    <a:pt x="81338" y="66579"/>
                  </a:lnTo>
                  <a:lnTo>
                    <a:pt x="81229" y="67437"/>
                  </a:lnTo>
                  <a:lnTo>
                    <a:pt x="81110" y="68294"/>
                  </a:lnTo>
                  <a:lnTo>
                    <a:pt x="80981" y="69151"/>
                  </a:lnTo>
                  <a:lnTo>
                    <a:pt x="80843" y="70008"/>
                  </a:lnTo>
                  <a:lnTo>
                    <a:pt x="80695" y="70866"/>
                  </a:lnTo>
                  <a:lnTo>
                    <a:pt x="80538" y="71723"/>
                  </a:lnTo>
                  <a:lnTo>
                    <a:pt x="80371" y="72580"/>
                  </a:lnTo>
                  <a:lnTo>
                    <a:pt x="80195" y="73437"/>
                  </a:lnTo>
                  <a:lnTo>
                    <a:pt x="80010" y="74295"/>
                  </a:lnTo>
                  <a:lnTo>
                    <a:pt x="111442" y="74295"/>
                  </a:lnTo>
                  <a:lnTo>
                    <a:pt x="111442" y="82867"/>
                  </a:lnTo>
                  <a:lnTo>
                    <a:pt x="85248" y="82867"/>
                  </a:lnTo>
                  <a:lnTo>
                    <a:pt x="86982" y="85267"/>
                  </a:lnTo>
                  <a:lnTo>
                    <a:pt x="88944" y="87515"/>
                  </a:lnTo>
                  <a:lnTo>
                    <a:pt x="91135" y="89611"/>
                  </a:lnTo>
                  <a:lnTo>
                    <a:pt x="93554" y="91554"/>
                  </a:lnTo>
                  <a:lnTo>
                    <a:pt x="96202" y="93345"/>
                  </a:lnTo>
                  <a:lnTo>
                    <a:pt x="99079" y="94983"/>
                  </a:lnTo>
                  <a:lnTo>
                    <a:pt x="102184" y="96469"/>
                  </a:lnTo>
                  <a:lnTo>
                    <a:pt x="105517" y="97802"/>
                  </a:lnTo>
                  <a:lnTo>
                    <a:pt x="109080" y="98983"/>
                  </a:lnTo>
                  <a:lnTo>
                    <a:pt x="112871" y="100012"/>
                  </a:lnTo>
                  <a:lnTo>
                    <a:pt x="107632" y="109537"/>
                  </a:lnTo>
                  <a:lnTo>
                    <a:pt x="103379" y="108003"/>
                  </a:lnTo>
                  <a:lnTo>
                    <a:pt x="99383" y="106260"/>
                  </a:lnTo>
                  <a:lnTo>
                    <a:pt x="95645" y="104308"/>
                  </a:lnTo>
                  <a:lnTo>
                    <a:pt x="92163" y="102146"/>
                  </a:lnTo>
                  <a:lnTo>
                    <a:pt x="88939" y="99774"/>
                  </a:lnTo>
                  <a:lnTo>
                    <a:pt x="85972" y="97193"/>
                  </a:lnTo>
                  <a:lnTo>
                    <a:pt x="83262" y="94402"/>
                  </a:lnTo>
                  <a:lnTo>
                    <a:pt x="80810" y="91401"/>
                  </a:lnTo>
                  <a:lnTo>
                    <a:pt x="78614" y="88191"/>
                  </a:lnTo>
                  <a:lnTo>
                    <a:pt x="76676" y="84772"/>
                  </a:lnTo>
                  <a:lnTo>
                    <a:pt x="74885" y="88530"/>
                  </a:lnTo>
                  <a:lnTo>
                    <a:pt x="72751" y="91992"/>
                  </a:lnTo>
                  <a:lnTo>
                    <a:pt x="70275" y="95159"/>
                  </a:lnTo>
                  <a:lnTo>
                    <a:pt x="67456" y="98031"/>
                  </a:lnTo>
                  <a:lnTo>
                    <a:pt x="64293" y="100607"/>
                  </a:lnTo>
                  <a:lnTo>
                    <a:pt x="60788" y="102889"/>
                  </a:lnTo>
                  <a:lnTo>
                    <a:pt x="56940" y="104875"/>
                  </a:lnTo>
                  <a:lnTo>
                    <a:pt x="52749" y="106565"/>
                  </a:lnTo>
                  <a:lnTo>
                    <a:pt x="48215" y="107961"/>
                  </a:lnTo>
                  <a:lnTo>
                    <a:pt x="43338" y="109061"/>
                  </a:lnTo>
                  <a:lnTo>
                    <a:pt x="39528" y="100965"/>
                  </a:lnTo>
                  <a:lnTo>
                    <a:pt x="43838" y="99755"/>
                  </a:lnTo>
                  <a:lnTo>
                    <a:pt x="47815" y="98412"/>
                  </a:lnTo>
                  <a:lnTo>
                    <a:pt x="51458" y="96935"/>
                  </a:lnTo>
                  <a:lnTo>
                    <a:pt x="54768" y="95326"/>
                  </a:lnTo>
                  <a:lnTo>
                    <a:pt x="57745" y="93583"/>
                  </a:lnTo>
                  <a:lnTo>
                    <a:pt x="60388" y="91706"/>
                  </a:lnTo>
                  <a:lnTo>
                    <a:pt x="62698" y="89696"/>
                  </a:lnTo>
                  <a:lnTo>
                    <a:pt x="64674" y="87553"/>
                  </a:lnTo>
                  <a:lnTo>
                    <a:pt x="66317" y="85277"/>
                  </a:lnTo>
                  <a:lnTo>
                    <a:pt x="67627" y="82867"/>
                  </a:lnTo>
                  <a:lnTo>
                    <a:pt x="42862" y="82867"/>
                  </a:lnTo>
                  <a:lnTo>
                    <a:pt x="42862" y="74295"/>
                  </a:lnTo>
                  <a:lnTo>
                    <a:pt x="70485" y="74295"/>
                  </a:lnTo>
                  <a:lnTo>
                    <a:pt x="70761" y="73523"/>
                  </a:lnTo>
                  <a:lnTo>
                    <a:pt x="71018" y="72732"/>
                  </a:lnTo>
                  <a:lnTo>
                    <a:pt x="71256" y="71923"/>
                  </a:lnTo>
                  <a:lnTo>
                    <a:pt x="71475" y="71094"/>
                  </a:lnTo>
                  <a:lnTo>
                    <a:pt x="71675" y="70246"/>
                  </a:lnTo>
                  <a:lnTo>
                    <a:pt x="71856" y="69380"/>
                  </a:lnTo>
                  <a:lnTo>
                    <a:pt x="72018" y="68494"/>
                  </a:lnTo>
                  <a:lnTo>
                    <a:pt x="72161" y="67589"/>
                  </a:lnTo>
                  <a:lnTo>
                    <a:pt x="72285" y="66665"/>
                  </a:lnTo>
                  <a:lnTo>
                    <a:pt x="72389" y="65722"/>
                  </a:lnTo>
                  <a:lnTo>
                    <a:pt x="49053" y="65722"/>
                  </a:lnTo>
                  <a:lnTo>
                    <a:pt x="49053" y="26670"/>
                  </a:lnTo>
                  <a:lnTo>
                    <a:pt x="60007" y="26670"/>
                  </a:lnTo>
                  <a:lnTo>
                    <a:pt x="60007" y="17621"/>
                  </a:lnTo>
                  <a:lnTo>
                    <a:pt x="43338" y="17621"/>
                  </a:lnTo>
                  <a:close/>
                  <a:moveTo>
                    <a:pt x="69056" y="26670"/>
                  </a:moveTo>
                  <a:lnTo>
                    <a:pt x="85725" y="26670"/>
                  </a:lnTo>
                  <a:lnTo>
                    <a:pt x="85725" y="17621"/>
                  </a:lnTo>
                  <a:lnTo>
                    <a:pt x="69056" y="17621"/>
                  </a:lnTo>
                  <a:close/>
                  <a:moveTo>
                    <a:pt x="58102" y="42386"/>
                  </a:moveTo>
                  <a:lnTo>
                    <a:pt x="96678" y="42386"/>
                  </a:lnTo>
                  <a:lnTo>
                    <a:pt x="96678" y="34766"/>
                  </a:lnTo>
                  <a:lnTo>
                    <a:pt x="58102" y="34766"/>
                  </a:lnTo>
                  <a:close/>
                  <a:moveTo>
                    <a:pt x="58102" y="57626"/>
                  </a:moveTo>
                  <a:lnTo>
                    <a:pt x="96678" y="57626"/>
                  </a:lnTo>
                  <a:lnTo>
                    <a:pt x="96678" y="49530"/>
                  </a:lnTo>
                  <a:lnTo>
                    <a:pt x="58102" y="49530"/>
                  </a:lnTo>
                  <a:close/>
                  <a:moveTo>
                    <a:pt x="3810" y="21907"/>
                  </a:moveTo>
                  <a:lnTo>
                    <a:pt x="19050" y="21907"/>
                  </a:lnTo>
                  <a:lnTo>
                    <a:pt x="19050" y="0"/>
                  </a:lnTo>
                  <a:lnTo>
                    <a:pt x="28098" y="0"/>
                  </a:lnTo>
                  <a:lnTo>
                    <a:pt x="28098" y="21907"/>
                  </a:lnTo>
                  <a:lnTo>
                    <a:pt x="42386" y="21907"/>
                  </a:lnTo>
                  <a:lnTo>
                    <a:pt x="42386" y="30956"/>
                  </a:lnTo>
                  <a:lnTo>
                    <a:pt x="28098" y="30956"/>
                  </a:lnTo>
                  <a:lnTo>
                    <a:pt x="28098" y="36671"/>
                  </a:lnTo>
                  <a:lnTo>
                    <a:pt x="29884" y="38857"/>
                  </a:lnTo>
                  <a:lnTo>
                    <a:pt x="31623" y="41033"/>
                  </a:lnTo>
                  <a:lnTo>
                    <a:pt x="33313" y="43200"/>
                  </a:lnTo>
                  <a:lnTo>
                    <a:pt x="34956" y="45358"/>
                  </a:lnTo>
                  <a:lnTo>
                    <a:pt x="36552" y="47505"/>
                  </a:lnTo>
                  <a:lnTo>
                    <a:pt x="38100" y="49644"/>
                  </a:lnTo>
                  <a:lnTo>
                    <a:pt x="39600" y="51773"/>
                  </a:lnTo>
                  <a:lnTo>
                    <a:pt x="41052" y="53892"/>
                  </a:lnTo>
                  <a:lnTo>
                    <a:pt x="42457" y="56002"/>
                  </a:lnTo>
                  <a:lnTo>
                    <a:pt x="43814" y="58102"/>
                  </a:lnTo>
                  <a:lnTo>
                    <a:pt x="37623" y="67151"/>
                  </a:lnTo>
                  <a:lnTo>
                    <a:pt x="36671" y="65174"/>
                  </a:lnTo>
                  <a:lnTo>
                    <a:pt x="35718" y="63246"/>
                  </a:lnTo>
                  <a:lnTo>
                    <a:pt x="34766" y="61364"/>
                  </a:lnTo>
                  <a:lnTo>
                    <a:pt x="33813" y="59531"/>
                  </a:lnTo>
                  <a:lnTo>
                    <a:pt x="32861" y="57745"/>
                  </a:lnTo>
                  <a:lnTo>
                    <a:pt x="31908" y="56007"/>
                  </a:lnTo>
                  <a:lnTo>
                    <a:pt x="30956" y="54316"/>
                  </a:lnTo>
                  <a:lnTo>
                    <a:pt x="30003" y="52673"/>
                  </a:lnTo>
                  <a:lnTo>
                    <a:pt x="29051" y="51077"/>
                  </a:lnTo>
                  <a:lnTo>
                    <a:pt x="28098" y="49530"/>
                  </a:lnTo>
                  <a:lnTo>
                    <a:pt x="28098" y="109537"/>
                  </a:lnTo>
                  <a:lnTo>
                    <a:pt x="19050" y="109537"/>
                  </a:lnTo>
                  <a:lnTo>
                    <a:pt x="19050" y="57626"/>
                  </a:lnTo>
                  <a:lnTo>
                    <a:pt x="17983" y="60717"/>
                  </a:lnTo>
                  <a:lnTo>
                    <a:pt x="16878" y="63703"/>
                  </a:lnTo>
                  <a:lnTo>
                    <a:pt x="15735" y="66584"/>
                  </a:lnTo>
                  <a:lnTo>
                    <a:pt x="14554" y="69361"/>
                  </a:lnTo>
                  <a:lnTo>
                    <a:pt x="13335" y="72032"/>
                  </a:lnTo>
                  <a:lnTo>
                    <a:pt x="12077" y="74599"/>
                  </a:lnTo>
                  <a:lnTo>
                    <a:pt x="10782" y="77062"/>
                  </a:lnTo>
                  <a:lnTo>
                    <a:pt x="9448" y="79419"/>
                  </a:lnTo>
                  <a:lnTo>
                    <a:pt x="8077" y="81672"/>
                  </a:lnTo>
                  <a:lnTo>
                    <a:pt x="6667" y="83820"/>
                  </a:lnTo>
                  <a:lnTo>
                    <a:pt x="0" y="77152"/>
                  </a:lnTo>
                  <a:lnTo>
                    <a:pt x="2667" y="73004"/>
                  </a:lnTo>
                  <a:lnTo>
                    <a:pt x="5143" y="68751"/>
                  </a:lnTo>
                  <a:lnTo>
                    <a:pt x="7429" y="64393"/>
                  </a:lnTo>
                  <a:lnTo>
                    <a:pt x="9525" y="59931"/>
                  </a:lnTo>
                  <a:lnTo>
                    <a:pt x="11430" y="55364"/>
                  </a:lnTo>
                  <a:lnTo>
                    <a:pt x="13144" y="50692"/>
                  </a:lnTo>
                  <a:lnTo>
                    <a:pt x="14668" y="45915"/>
                  </a:lnTo>
                  <a:lnTo>
                    <a:pt x="16002" y="41033"/>
                  </a:lnTo>
                  <a:lnTo>
                    <a:pt x="17145" y="36047"/>
                  </a:lnTo>
                  <a:lnTo>
                    <a:pt x="18097" y="30956"/>
                  </a:lnTo>
                  <a:lnTo>
                    <a:pt x="3810" y="3095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5278178" y="6541702"/>
              <a:ext cx="109061" cy="104298"/>
            </a:xfrm>
            <a:custGeom>
              <a:avLst/>
              <a:pathLst>
                <a:path w="109061" h="104298">
                  <a:moveTo>
                    <a:pt x="50006" y="64769"/>
                  </a:moveTo>
                  <a:lnTo>
                    <a:pt x="60007" y="64769"/>
                  </a:lnTo>
                  <a:lnTo>
                    <a:pt x="60007" y="75723"/>
                  </a:lnTo>
                  <a:lnTo>
                    <a:pt x="100964" y="75723"/>
                  </a:lnTo>
                  <a:lnTo>
                    <a:pt x="100964" y="84296"/>
                  </a:lnTo>
                  <a:lnTo>
                    <a:pt x="60007" y="84296"/>
                  </a:lnTo>
                  <a:lnTo>
                    <a:pt x="60007" y="95250"/>
                  </a:lnTo>
                  <a:lnTo>
                    <a:pt x="109061" y="95250"/>
                  </a:lnTo>
                  <a:lnTo>
                    <a:pt x="109061" y="104298"/>
                  </a:lnTo>
                  <a:lnTo>
                    <a:pt x="0" y="104298"/>
                  </a:lnTo>
                  <a:lnTo>
                    <a:pt x="0" y="95250"/>
                  </a:lnTo>
                  <a:lnTo>
                    <a:pt x="50006" y="95250"/>
                  </a:lnTo>
                  <a:lnTo>
                    <a:pt x="50006" y="84296"/>
                  </a:lnTo>
                  <a:lnTo>
                    <a:pt x="9048" y="84296"/>
                  </a:lnTo>
                  <a:lnTo>
                    <a:pt x="9048" y="75723"/>
                  </a:lnTo>
                  <a:lnTo>
                    <a:pt x="50006" y="75723"/>
                  </a:lnTo>
                  <a:close/>
                  <a:moveTo>
                    <a:pt x="5238" y="2381"/>
                  </a:moveTo>
                  <a:lnTo>
                    <a:pt x="61436" y="2381"/>
                  </a:lnTo>
                  <a:lnTo>
                    <a:pt x="61436" y="10953"/>
                  </a:lnTo>
                  <a:lnTo>
                    <a:pt x="50006" y="10953"/>
                  </a:lnTo>
                  <a:lnTo>
                    <a:pt x="50006" y="28098"/>
                  </a:lnTo>
                  <a:lnTo>
                    <a:pt x="64293" y="28098"/>
                  </a:lnTo>
                  <a:lnTo>
                    <a:pt x="64293" y="36671"/>
                  </a:lnTo>
                  <a:lnTo>
                    <a:pt x="50006" y="36671"/>
                  </a:lnTo>
                  <a:lnTo>
                    <a:pt x="50006" y="63817"/>
                  </a:lnTo>
                  <a:lnTo>
                    <a:pt x="40957" y="63817"/>
                  </a:lnTo>
                  <a:lnTo>
                    <a:pt x="40957" y="36671"/>
                  </a:lnTo>
                  <a:lnTo>
                    <a:pt x="25717" y="36671"/>
                  </a:lnTo>
                  <a:lnTo>
                    <a:pt x="25369" y="40043"/>
                  </a:lnTo>
                  <a:lnTo>
                    <a:pt x="24707" y="43300"/>
                  </a:lnTo>
                  <a:lnTo>
                    <a:pt x="23731" y="46443"/>
                  </a:lnTo>
                  <a:lnTo>
                    <a:pt x="22440" y="49472"/>
                  </a:lnTo>
                  <a:lnTo>
                    <a:pt x="20835" y="52387"/>
                  </a:lnTo>
                  <a:lnTo>
                    <a:pt x="18916" y="55187"/>
                  </a:lnTo>
                  <a:lnTo>
                    <a:pt x="16683" y="57873"/>
                  </a:lnTo>
                  <a:lnTo>
                    <a:pt x="14135" y="60445"/>
                  </a:lnTo>
                  <a:lnTo>
                    <a:pt x="11272" y="62903"/>
                  </a:lnTo>
                  <a:lnTo>
                    <a:pt x="8096" y="65246"/>
                  </a:lnTo>
                  <a:lnTo>
                    <a:pt x="2857" y="56673"/>
                  </a:lnTo>
                  <a:lnTo>
                    <a:pt x="5310" y="54930"/>
                  </a:lnTo>
                  <a:lnTo>
                    <a:pt x="7524" y="53130"/>
                  </a:lnTo>
                  <a:lnTo>
                    <a:pt x="9501" y="51273"/>
                  </a:lnTo>
                  <a:lnTo>
                    <a:pt x="11239" y="49358"/>
                  </a:lnTo>
                  <a:lnTo>
                    <a:pt x="12739" y="47386"/>
                  </a:lnTo>
                  <a:lnTo>
                    <a:pt x="14001" y="45358"/>
                  </a:lnTo>
                  <a:lnTo>
                    <a:pt x="15025" y="43272"/>
                  </a:lnTo>
                  <a:lnTo>
                    <a:pt x="15811" y="41128"/>
                  </a:lnTo>
                  <a:lnTo>
                    <a:pt x="16359" y="38928"/>
                  </a:lnTo>
                  <a:lnTo>
                    <a:pt x="16668" y="36671"/>
                  </a:lnTo>
                  <a:lnTo>
                    <a:pt x="1428" y="36671"/>
                  </a:lnTo>
                  <a:lnTo>
                    <a:pt x="1428" y="28098"/>
                  </a:lnTo>
                  <a:lnTo>
                    <a:pt x="16668" y="28098"/>
                  </a:lnTo>
                  <a:lnTo>
                    <a:pt x="16668" y="10953"/>
                  </a:lnTo>
                  <a:lnTo>
                    <a:pt x="5238" y="10953"/>
                  </a:lnTo>
                  <a:close/>
                  <a:moveTo>
                    <a:pt x="40957" y="28098"/>
                  </a:moveTo>
                  <a:lnTo>
                    <a:pt x="40957" y="10953"/>
                  </a:lnTo>
                  <a:lnTo>
                    <a:pt x="25717" y="10953"/>
                  </a:lnTo>
                  <a:lnTo>
                    <a:pt x="25717" y="28098"/>
                  </a:lnTo>
                  <a:close/>
                  <a:moveTo>
                    <a:pt x="92392" y="0"/>
                  </a:moveTo>
                  <a:lnTo>
                    <a:pt x="101441" y="0"/>
                  </a:lnTo>
                  <a:lnTo>
                    <a:pt x="101441" y="54768"/>
                  </a:lnTo>
                  <a:lnTo>
                    <a:pt x="101417" y="56154"/>
                  </a:lnTo>
                  <a:lnTo>
                    <a:pt x="101346" y="57454"/>
                  </a:lnTo>
                  <a:lnTo>
                    <a:pt x="101226" y="58669"/>
                  </a:lnTo>
                  <a:lnTo>
                    <a:pt x="101060" y="59797"/>
                  </a:lnTo>
                  <a:lnTo>
                    <a:pt x="100845" y="60840"/>
                  </a:lnTo>
                  <a:lnTo>
                    <a:pt x="100584" y="61798"/>
                  </a:lnTo>
                  <a:lnTo>
                    <a:pt x="100274" y="62669"/>
                  </a:lnTo>
                  <a:lnTo>
                    <a:pt x="99917" y="63455"/>
                  </a:lnTo>
                  <a:lnTo>
                    <a:pt x="99512" y="64155"/>
                  </a:lnTo>
                  <a:lnTo>
                    <a:pt x="99060" y="64769"/>
                  </a:lnTo>
                  <a:lnTo>
                    <a:pt x="98531" y="65312"/>
                  </a:lnTo>
                  <a:lnTo>
                    <a:pt x="97897" y="65798"/>
                  </a:lnTo>
                  <a:lnTo>
                    <a:pt x="97159" y="66227"/>
                  </a:lnTo>
                  <a:lnTo>
                    <a:pt x="96316" y="66598"/>
                  </a:lnTo>
                  <a:lnTo>
                    <a:pt x="95369" y="66913"/>
                  </a:lnTo>
                  <a:lnTo>
                    <a:pt x="94316" y="67170"/>
                  </a:lnTo>
                  <a:lnTo>
                    <a:pt x="93159" y="67370"/>
                  </a:lnTo>
                  <a:lnTo>
                    <a:pt x="91897" y="67513"/>
                  </a:lnTo>
                  <a:lnTo>
                    <a:pt x="90530" y="67598"/>
                  </a:lnTo>
                  <a:lnTo>
                    <a:pt x="89058" y="67627"/>
                  </a:lnTo>
                  <a:lnTo>
                    <a:pt x="87830" y="67613"/>
                  </a:lnTo>
                  <a:lnTo>
                    <a:pt x="86620" y="67570"/>
                  </a:lnTo>
                  <a:lnTo>
                    <a:pt x="85429" y="67498"/>
                  </a:lnTo>
                  <a:lnTo>
                    <a:pt x="84258" y="67398"/>
                  </a:lnTo>
                  <a:lnTo>
                    <a:pt x="83105" y="67270"/>
                  </a:lnTo>
                  <a:lnTo>
                    <a:pt x="81972" y="67113"/>
                  </a:lnTo>
                  <a:lnTo>
                    <a:pt x="80857" y="66927"/>
                  </a:lnTo>
                  <a:lnTo>
                    <a:pt x="79762" y="66713"/>
                  </a:lnTo>
                  <a:lnTo>
                    <a:pt x="78686" y="66470"/>
                  </a:lnTo>
                  <a:lnTo>
                    <a:pt x="77628" y="66198"/>
                  </a:lnTo>
                  <a:lnTo>
                    <a:pt x="75723" y="56197"/>
                  </a:lnTo>
                  <a:lnTo>
                    <a:pt x="76871" y="56559"/>
                  </a:lnTo>
                  <a:lnTo>
                    <a:pt x="78028" y="56883"/>
                  </a:lnTo>
                  <a:lnTo>
                    <a:pt x="79195" y="57169"/>
                  </a:lnTo>
                  <a:lnTo>
                    <a:pt x="80371" y="57416"/>
                  </a:lnTo>
                  <a:lnTo>
                    <a:pt x="81557" y="57626"/>
                  </a:lnTo>
                  <a:lnTo>
                    <a:pt x="82753" y="57797"/>
                  </a:lnTo>
                  <a:lnTo>
                    <a:pt x="83958" y="57931"/>
                  </a:lnTo>
                  <a:lnTo>
                    <a:pt x="85172" y="58026"/>
                  </a:lnTo>
                  <a:lnTo>
                    <a:pt x="86396" y="58083"/>
                  </a:lnTo>
                  <a:lnTo>
                    <a:pt x="87629" y="58102"/>
                  </a:lnTo>
                  <a:lnTo>
                    <a:pt x="88182" y="58090"/>
                  </a:lnTo>
                  <a:lnTo>
                    <a:pt x="88696" y="58054"/>
                  </a:lnTo>
                  <a:lnTo>
                    <a:pt x="89173" y="57995"/>
                  </a:lnTo>
                  <a:lnTo>
                    <a:pt x="89611" y="57912"/>
                  </a:lnTo>
                  <a:lnTo>
                    <a:pt x="90011" y="57804"/>
                  </a:lnTo>
                  <a:lnTo>
                    <a:pt x="90373" y="57673"/>
                  </a:lnTo>
                  <a:lnTo>
                    <a:pt x="90697" y="57519"/>
                  </a:lnTo>
                  <a:lnTo>
                    <a:pt x="90982" y="57340"/>
                  </a:lnTo>
                  <a:lnTo>
                    <a:pt x="91230" y="57138"/>
                  </a:lnTo>
                  <a:lnTo>
                    <a:pt x="91439" y="56911"/>
                  </a:lnTo>
                  <a:lnTo>
                    <a:pt x="91620" y="56652"/>
                  </a:lnTo>
                  <a:lnTo>
                    <a:pt x="91782" y="56349"/>
                  </a:lnTo>
                  <a:lnTo>
                    <a:pt x="91925" y="56004"/>
                  </a:lnTo>
                  <a:lnTo>
                    <a:pt x="92049" y="55616"/>
                  </a:lnTo>
                  <a:lnTo>
                    <a:pt x="92154" y="55185"/>
                  </a:lnTo>
                  <a:lnTo>
                    <a:pt x="92240" y="54711"/>
                  </a:lnTo>
                  <a:lnTo>
                    <a:pt x="92306" y="54194"/>
                  </a:lnTo>
                  <a:lnTo>
                    <a:pt x="92354" y="53635"/>
                  </a:lnTo>
                  <a:lnTo>
                    <a:pt x="92382" y="53032"/>
                  </a:lnTo>
                  <a:lnTo>
                    <a:pt x="92392" y="52387"/>
                  </a:lnTo>
                  <a:close/>
                  <a:moveTo>
                    <a:pt x="70485" y="6667"/>
                  </a:moveTo>
                  <a:lnTo>
                    <a:pt x="80010" y="6667"/>
                  </a:lnTo>
                  <a:lnTo>
                    <a:pt x="80010" y="50482"/>
                  </a:lnTo>
                  <a:lnTo>
                    <a:pt x="70485" y="504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5772814" y="6243473"/>
              <a:ext cx="98583" cy="110966"/>
            </a:xfrm>
            <a:custGeom>
              <a:avLst/>
              <a:pathLst>
                <a:path w="98583" h="110966">
                  <a:moveTo>
                    <a:pt x="53816" y="0"/>
                  </a:moveTo>
                  <a:lnTo>
                    <a:pt x="63341" y="1904"/>
                  </a:lnTo>
                  <a:lnTo>
                    <a:pt x="62569" y="2847"/>
                  </a:lnTo>
                  <a:lnTo>
                    <a:pt x="61779" y="3771"/>
                  </a:lnTo>
                  <a:lnTo>
                    <a:pt x="60969" y="4676"/>
                  </a:lnTo>
                  <a:lnTo>
                    <a:pt x="60140" y="5562"/>
                  </a:lnTo>
                  <a:lnTo>
                    <a:pt x="59293" y="6429"/>
                  </a:lnTo>
                  <a:lnTo>
                    <a:pt x="58426" y="7277"/>
                  </a:lnTo>
                  <a:lnTo>
                    <a:pt x="57540" y="8105"/>
                  </a:lnTo>
                  <a:lnTo>
                    <a:pt x="56635" y="8915"/>
                  </a:lnTo>
                  <a:lnTo>
                    <a:pt x="55711" y="9705"/>
                  </a:lnTo>
                  <a:lnTo>
                    <a:pt x="54768" y="10477"/>
                  </a:lnTo>
                  <a:lnTo>
                    <a:pt x="94297" y="10477"/>
                  </a:lnTo>
                  <a:lnTo>
                    <a:pt x="94297" y="19050"/>
                  </a:lnTo>
                  <a:lnTo>
                    <a:pt x="90101" y="24664"/>
                  </a:lnTo>
                  <a:lnTo>
                    <a:pt x="84943" y="29889"/>
                  </a:lnTo>
                  <a:lnTo>
                    <a:pt x="78824" y="34723"/>
                  </a:lnTo>
                  <a:lnTo>
                    <a:pt x="71742" y="39166"/>
                  </a:lnTo>
                  <a:lnTo>
                    <a:pt x="63698" y="43219"/>
                  </a:lnTo>
                  <a:lnTo>
                    <a:pt x="54692" y="46882"/>
                  </a:lnTo>
                  <a:lnTo>
                    <a:pt x="44724" y="50153"/>
                  </a:lnTo>
                  <a:lnTo>
                    <a:pt x="33794" y="53035"/>
                  </a:lnTo>
                  <a:lnTo>
                    <a:pt x="21902" y="55525"/>
                  </a:lnTo>
                  <a:lnTo>
                    <a:pt x="9048" y="57626"/>
                  </a:lnTo>
                  <a:lnTo>
                    <a:pt x="5238" y="48101"/>
                  </a:lnTo>
                  <a:lnTo>
                    <a:pt x="17078" y="46696"/>
                  </a:lnTo>
                  <a:lnTo>
                    <a:pt x="28022" y="44958"/>
                  </a:lnTo>
                  <a:lnTo>
                    <a:pt x="38071" y="42886"/>
                  </a:lnTo>
                  <a:lnTo>
                    <a:pt x="47224" y="40481"/>
                  </a:lnTo>
                  <a:lnTo>
                    <a:pt x="55483" y="37742"/>
                  </a:lnTo>
                  <a:lnTo>
                    <a:pt x="62845" y="34671"/>
                  </a:lnTo>
                  <a:lnTo>
                    <a:pt x="69313" y="31265"/>
                  </a:lnTo>
                  <a:lnTo>
                    <a:pt x="74885" y="27527"/>
                  </a:lnTo>
                  <a:lnTo>
                    <a:pt x="79562" y="23455"/>
                  </a:lnTo>
                  <a:lnTo>
                    <a:pt x="83343" y="19050"/>
                  </a:lnTo>
                  <a:lnTo>
                    <a:pt x="42862" y="19050"/>
                  </a:lnTo>
                  <a:lnTo>
                    <a:pt x="36194" y="22859"/>
                  </a:lnTo>
                  <a:lnTo>
                    <a:pt x="37242" y="23626"/>
                  </a:lnTo>
                  <a:lnTo>
                    <a:pt x="38290" y="24403"/>
                  </a:lnTo>
                  <a:lnTo>
                    <a:pt x="39338" y="25188"/>
                  </a:lnTo>
                  <a:lnTo>
                    <a:pt x="40386" y="25984"/>
                  </a:lnTo>
                  <a:lnTo>
                    <a:pt x="41433" y="26789"/>
                  </a:lnTo>
                  <a:lnTo>
                    <a:pt x="42481" y="27603"/>
                  </a:lnTo>
                  <a:lnTo>
                    <a:pt x="43529" y="28427"/>
                  </a:lnTo>
                  <a:lnTo>
                    <a:pt x="44577" y="29260"/>
                  </a:lnTo>
                  <a:lnTo>
                    <a:pt x="45624" y="30103"/>
                  </a:lnTo>
                  <a:lnTo>
                    <a:pt x="46672" y="30956"/>
                  </a:lnTo>
                  <a:lnTo>
                    <a:pt x="40004" y="37623"/>
                  </a:lnTo>
                  <a:lnTo>
                    <a:pt x="38847" y="36575"/>
                  </a:lnTo>
                  <a:lnTo>
                    <a:pt x="37661" y="35528"/>
                  </a:lnTo>
                  <a:lnTo>
                    <a:pt x="36447" y="34480"/>
                  </a:lnTo>
                  <a:lnTo>
                    <a:pt x="35204" y="33432"/>
                  </a:lnTo>
                  <a:lnTo>
                    <a:pt x="33932" y="32385"/>
                  </a:lnTo>
                  <a:lnTo>
                    <a:pt x="32632" y="31337"/>
                  </a:lnTo>
                  <a:lnTo>
                    <a:pt x="31303" y="30289"/>
                  </a:lnTo>
                  <a:lnTo>
                    <a:pt x="29946" y="29241"/>
                  </a:lnTo>
                  <a:lnTo>
                    <a:pt x="28560" y="28194"/>
                  </a:lnTo>
                  <a:lnTo>
                    <a:pt x="27146" y="27146"/>
                  </a:lnTo>
                  <a:lnTo>
                    <a:pt x="25908" y="27708"/>
                  </a:lnTo>
                  <a:lnTo>
                    <a:pt x="24669" y="28251"/>
                  </a:lnTo>
                  <a:lnTo>
                    <a:pt x="23431" y="28775"/>
                  </a:lnTo>
                  <a:lnTo>
                    <a:pt x="22193" y="29279"/>
                  </a:lnTo>
                  <a:lnTo>
                    <a:pt x="20955" y="29765"/>
                  </a:lnTo>
                  <a:lnTo>
                    <a:pt x="19716" y="30232"/>
                  </a:lnTo>
                  <a:lnTo>
                    <a:pt x="18478" y="30680"/>
                  </a:lnTo>
                  <a:lnTo>
                    <a:pt x="17240" y="31108"/>
                  </a:lnTo>
                  <a:lnTo>
                    <a:pt x="16002" y="31518"/>
                  </a:lnTo>
                  <a:lnTo>
                    <a:pt x="14763" y="31908"/>
                  </a:lnTo>
                  <a:lnTo>
                    <a:pt x="8572" y="25241"/>
                  </a:lnTo>
                  <a:lnTo>
                    <a:pt x="12825" y="23726"/>
                  </a:lnTo>
                  <a:lnTo>
                    <a:pt x="16821" y="22231"/>
                  </a:lnTo>
                  <a:lnTo>
                    <a:pt x="20559" y="20754"/>
                  </a:lnTo>
                  <a:lnTo>
                    <a:pt x="24041" y="19297"/>
                  </a:lnTo>
                  <a:lnTo>
                    <a:pt x="27265" y="17859"/>
                  </a:lnTo>
                  <a:lnTo>
                    <a:pt x="30232" y="16440"/>
                  </a:lnTo>
                  <a:lnTo>
                    <a:pt x="32942" y="15039"/>
                  </a:lnTo>
                  <a:lnTo>
                    <a:pt x="35394" y="13658"/>
                  </a:lnTo>
                  <a:lnTo>
                    <a:pt x="37590" y="12296"/>
                  </a:lnTo>
                  <a:lnTo>
                    <a:pt x="39528" y="10953"/>
                  </a:lnTo>
                  <a:lnTo>
                    <a:pt x="40004" y="10477"/>
                  </a:lnTo>
                  <a:lnTo>
                    <a:pt x="40481" y="10477"/>
                  </a:lnTo>
                  <a:lnTo>
                    <a:pt x="42071" y="9429"/>
                  </a:lnTo>
                  <a:lnTo>
                    <a:pt x="43605" y="8382"/>
                  </a:lnTo>
                  <a:lnTo>
                    <a:pt x="45081" y="7334"/>
                  </a:lnTo>
                  <a:lnTo>
                    <a:pt x="46501" y="6286"/>
                  </a:lnTo>
                  <a:lnTo>
                    <a:pt x="47863" y="5238"/>
                  </a:lnTo>
                  <a:lnTo>
                    <a:pt x="49168" y="4191"/>
                  </a:lnTo>
                  <a:lnTo>
                    <a:pt x="50415" y="3143"/>
                  </a:lnTo>
                  <a:lnTo>
                    <a:pt x="51606" y="2095"/>
                  </a:lnTo>
                  <a:lnTo>
                    <a:pt x="52739" y="1047"/>
                  </a:lnTo>
                  <a:close/>
                  <a:moveTo>
                    <a:pt x="59531" y="48101"/>
                  </a:moveTo>
                  <a:lnTo>
                    <a:pt x="68103" y="52387"/>
                  </a:lnTo>
                  <a:lnTo>
                    <a:pt x="67527" y="52863"/>
                  </a:lnTo>
                  <a:lnTo>
                    <a:pt x="66941" y="53340"/>
                  </a:lnTo>
                  <a:lnTo>
                    <a:pt x="66346" y="53816"/>
                  </a:lnTo>
                  <a:lnTo>
                    <a:pt x="65741" y="54292"/>
                  </a:lnTo>
                  <a:lnTo>
                    <a:pt x="65127" y="54768"/>
                  </a:lnTo>
                  <a:lnTo>
                    <a:pt x="64503" y="55245"/>
                  </a:lnTo>
                  <a:lnTo>
                    <a:pt x="63869" y="55721"/>
                  </a:lnTo>
                  <a:lnTo>
                    <a:pt x="63226" y="56197"/>
                  </a:lnTo>
                  <a:lnTo>
                    <a:pt x="62574" y="56673"/>
                  </a:lnTo>
                  <a:lnTo>
                    <a:pt x="61912" y="57150"/>
                  </a:lnTo>
                  <a:lnTo>
                    <a:pt x="98583" y="57150"/>
                  </a:lnTo>
                  <a:lnTo>
                    <a:pt x="98583" y="65722"/>
                  </a:lnTo>
                  <a:lnTo>
                    <a:pt x="93864" y="72347"/>
                  </a:lnTo>
                  <a:lnTo>
                    <a:pt x="88087" y="78505"/>
                  </a:lnTo>
                  <a:lnTo>
                    <a:pt x="81253" y="84196"/>
                  </a:lnTo>
                  <a:lnTo>
                    <a:pt x="73361" y="89420"/>
                  </a:lnTo>
                  <a:lnTo>
                    <a:pt x="64412" y="94178"/>
                  </a:lnTo>
                  <a:lnTo>
                    <a:pt x="54406" y="98469"/>
                  </a:lnTo>
                  <a:lnTo>
                    <a:pt x="43343" y="102293"/>
                  </a:lnTo>
                  <a:lnTo>
                    <a:pt x="31222" y="105651"/>
                  </a:lnTo>
                  <a:lnTo>
                    <a:pt x="18045" y="108542"/>
                  </a:lnTo>
                  <a:lnTo>
                    <a:pt x="3809" y="110966"/>
                  </a:lnTo>
                  <a:lnTo>
                    <a:pt x="0" y="101441"/>
                  </a:lnTo>
                  <a:lnTo>
                    <a:pt x="13392" y="99626"/>
                  </a:lnTo>
                  <a:lnTo>
                    <a:pt x="25755" y="97421"/>
                  </a:lnTo>
                  <a:lnTo>
                    <a:pt x="37090" y="94826"/>
                  </a:lnTo>
                  <a:lnTo>
                    <a:pt x="47396" y="91840"/>
                  </a:lnTo>
                  <a:lnTo>
                    <a:pt x="56673" y="88463"/>
                  </a:lnTo>
                  <a:lnTo>
                    <a:pt x="64922" y="84696"/>
                  </a:lnTo>
                  <a:lnTo>
                    <a:pt x="72142" y="80538"/>
                  </a:lnTo>
                  <a:lnTo>
                    <a:pt x="78333" y="75990"/>
                  </a:lnTo>
                  <a:lnTo>
                    <a:pt x="83496" y="71051"/>
                  </a:lnTo>
                  <a:lnTo>
                    <a:pt x="87629" y="65722"/>
                  </a:lnTo>
                  <a:lnTo>
                    <a:pt x="50482" y="65722"/>
                  </a:lnTo>
                  <a:lnTo>
                    <a:pt x="48896" y="66827"/>
                  </a:lnTo>
                  <a:lnTo>
                    <a:pt x="47377" y="67856"/>
                  </a:lnTo>
                  <a:lnTo>
                    <a:pt x="45924" y="68808"/>
                  </a:lnTo>
                  <a:lnTo>
                    <a:pt x="44538" y="69684"/>
                  </a:lnTo>
                  <a:lnTo>
                    <a:pt x="43219" y="70485"/>
                  </a:lnTo>
                  <a:lnTo>
                    <a:pt x="41967" y="71208"/>
                  </a:lnTo>
                  <a:lnTo>
                    <a:pt x="40781" y="71856"/>
                  </a:lnTo>
                  <a:lnTo>
                    <a:pt x="39662" y="72428"/>
                  </a:lnTo>
                  <a:lnTo>
                    <a:pt x="38609" y="72923"/>
                  </a:lnTo>
                  <a:lnTo>
                    <a:pt x="37623" y="73342"/>
                  </a:lnTo>
                  <a:lnTo>
                    <a:pt x="38857" y="74204"/>
                  </a:lnTo>
                  <a:lnTo>
                    <a:pt x="40081" y="75076"/>
                  </a:lnTo>
                  <a:lnTo>
                    <a:pt x="41295" y="75957"/>
                  </a:lnTo>
                  <a:lnTo>
                    <a:pt x="42500" y="76847"/>
                  </a:lnTo>
                  <a:lnTo>
                    <a:pt x="43695" y="77747"/>
                  </a:lnTo>
                  <a:lnTo>
                    <a:pt x="44881" y="78657"/>
                  </a:lnTo>
                  <a:lnTo>
                    <a:pt x="46058" y="79576"/>
                  </a:lnTo>
                  <a:lnTo>
                    <a:pt x="47224" y="80505"/>
                  </a:lnTo>
                  <a:lnTo>
                    <a:pt x="48382" y="81443"/>
                  </a:lnTo>
                  <a:lnTo>
                    <a:pt x="49529" y="82391"/>
                  </a:lnTo>
                  <a:lnTo>
                    <a:pt x="42386" y="89534"/>
                  </a:lnTo>
                  <a:lnTo>
                    <a:pt x="41133" y="88391"/>
                  </a:lnTo>
                  <a:lnTo>
                    <a:pt x="39852" y="87249"/>
                  </a:lnTo>
                  <a:lnTo>
                    <a:pt x="38542" y="86106"/>
                  </a:lnTo>
                  <a:lnTo>
                    <a:pt x="37204" y="84963"/>
                  </a:lnTo>
                  <a:lnTo>
                    <a:pt x="35837" y="83820"/>
                  </a:lnTo>
                  <a:lnTo>
                    <a:pt x="34442" y="82677"/>
                  </a:lnTo>
                  <a:lnTo>
                    <a:pt x="33018" y="81534"/>
                  </a:lnTo>
                  <a:lnTo>
                    <a:pt x="31565" y="80391"/>
                  </a:lnTo>
                  <a:lnTo>
                    <a:pt x="30084" y="79248"/>
                  </a:lnTo>
                  <a:lnTo>
                    <a:pt x="28575" y="78104"/>
                  </a:lnTo>
                  <a:lnTo>
                    <a:pt x="27241" y="78762"/>
                  </a:lnTo>
                  <a:lnTo>
                    <a:pt x="25908" y="79400"/>
                  </a:lnTo>
                  <a:lnTo>
                    <a:pt x="24574" y="80019"/>
                  </a:lnTo>
                  <a:lnTo>
                    <a:pt x="23241" y="80619"/>
                  </a:lnTo>
                  <a:lnTo>
                    <a:pt x="21907" y="81200"/>
                  </a:lnTo>
                  <a:lnTo>
                    <a:pt x="20574" y="81762"/>
                  </a:lnTo>
                  <a:lnTo>
                    <a:pt x="19240" y="82305"/>
                  </a:lnTo>
                  <a:lnTo>
                    <a:pt x="17907" y="82829"/>
                  </a:lnTo>
                  <a:lnTo>
                    <a:pt x="16573" y="83334"/>
                  </a:lnTo>
                  <a:lnTo>
                    <a:pt x="15239" y="83819"/>
                  </a:lnTo>
                  <a:lnTo>
                    <a:pt x="9525" y="75723"/>
                  </a:lnTo>
                  <a:lnTo>
                    <a:pt x="15082" y="73733"/>
                  </a:lnTo>
                  <a:lnTo>
                    <a:pt x="20516" y="71570"/>
                  </a:lnTo>
                  <a:lnTo>
                    <a:pt x="25827" y="69237"/>
                  </a:lnTo>
                  <a:lnTo>
                    <a:pt x="31013" y="66732"/>
                  </a:lnTo>
                  <a:lnTo>
                    <a:pt x="36075" y="64055"/>
                  </a:lnTo>
                  <a:lnTo>
                    <a:pt x="41014" y="61207"/>
                  </a:lnTo>
                  <a:lnTo>
                    <a:pt x="45829" y="58188"/>
                  </a:lnTo>
                  <a:lnTo>
                    <a:pt x="50520" y="54997"/>
                  </a:lnTo>
                  <a:lnTo>
                    <a:pt x="55087" y="5163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5893305" y="6248236"/>
              <a:ext cx="109537" cy="105727"/>
            </a:xfrm>
            <a:custGeom>
              <a:avLst/>
              <a:pathLst>
                <a:path w="109537" h="105727">
                  <a:moveTo>
                    <a:pt x="103346" y="18097"/>
                  </a:moveTo>
                  <a:lnTo>
                    <a:pt x="103346" y="80009"/>
                  </a:lnTo>
                  <a:lnTo>
                    <a:pt x="93821" y="80009"/>
                  </a:lnTo>
                  <a:lnTo>
                    <a:pt x="93821" y="26669"/>
                  </a:lnTo>
                  <a:lnTo>
                    <a:pt x="54768" y="26669"/>
                  </a:lnTo>
                  <a:lnTo>
                    <a:pt x="54768" y="80486"/>
                  </a:lnTo>
                  <a:lnTo>
                    <a:pt x="45720" y="80486"/>
                  </a:lnTo>
                  <a:lnTo>
                    <a:pt x="45720" y="18097"/>
                  </a:lnTo>
                  <a:lnTo>
                    <a:pt x="66675" y="18097"/>
                  </a:lnTo>
                  <a:lnTo>
                    <a:pt x="66860" y="17145"/>
                  </a:lnTo>
                  <a:lnTo>
                    <a:pt x="67036" y="16192"/>
                  </a:lnTo>
                  <a:lnTo>
                    <a:pt x="67203" y="15240"/>
                  </a:lnTo>
                  <a:lnTo>
                    <a:pt x="67360" y="14287"/>
                  </a:lnTo>
                  <a:lnTo>
                    <a:pt x="67508" y="13335"/>
                  </a:lnTo>
                  <a:lnTo>
                    <a:pt x="67646" y="12382"/>
                  </a:lnTo>
                  <a:lnTo>
                    <a:pt x="67775" y="11430"/>
                  </a:lnTo>
                  <a:lnTo>
                    <a:pt x="67894" y="10477"/>
                  </a:lnTo>
                  <a:lnTo>
                    <a:pt x="68003" y="9525"/>
                  </a:lnTo>
                  <a:lnTo>
                    <a:pt x="68103" y="8572"/>
                  </a:lnTo>
                  <a:lnTo>
                    <a:pt x="40957" y="8572"/>
                  </a:lnTo>
                  <a:lnTo>
                    <a:pt x="40957" y="0"/>
                  </a:lnTo>
                  <a:lnTo>
                    <a:pt x="107156" y="0"/>
                  </a:lnTo>
                  <a:lnTo>
                    <a:pt x="107156" y="8572"/>
                  </a:lnTo>
                  <a:lnTo>
                    <a:pt x="77628" y="8572"/>
                  </a:lnTo>
                  <a:lnTo>
                    <a:pt x="77528" y="9525"/>
                  </a:lnTo>
                  <a:lnTo>
                    <a:pt x="77419" y="10477"/>
                  </a:lnTo>
                  <a:lnTo>
                    <a:pt x="77300" y="11430"/>
                  </a:lnTo>
                  <a:lnTo>
                    <a:pt x="77171" y="12382"/>
                  </a:lnTo>
                  <a:lnTo>
                    <a:pt x="77033" y="13335"/>
                  </a:lnTo>
                  <a:lnTo>
                    <a:pt x="76885" y="14287"/>
                  </a:lnTo>
                  <a:lnTo>
                    <a:pt x="76728" y="15240"/>
                  </a:lnTo>
                  <a:lnTo>
                    <a:pt x="76561" y="16192"/>
                  </a:lnTo>
                  <a:lnTo>
                    <a:pt x="76385" y="17145"/>
                  </a:lnTo>
                  <a:lnTo>
                    <a:pt x="76200" y="18097"/>
                  </a:lnTo>
                  <a:close/>
                  <a:moveTo>
                    <a:pt x="70008" y="36671"/>
                  </a:moveTo>
                  <a:lnTo>
                    <a:pt x="79057" y="36671"/>
                  </a:lnTo>
                  <a:lnTo>
                    <a:pt x="79052" y="40752"/>
                  </a:lnTo>
                  <a:lnTo>
                    <a:pt x="79038" y="44424"/>
                  </a:lnTo>
                  <a:lnTo>
                    <a:pt x="79014" y="47686"/>
                  </a:lnTo>
                  <a:lnTo>
                    <a:pt x="78981" y="50539"/>
                  </a:lnTo>
                  <a:lnTo>
                    <a:pt x="78938" y="52982"/>
                  </a:lnTo>
                  <a:lnTo>
                    <a:pt x="78886" y="55016"/>
                  </a:lnTo>
                  <a:lnTo>
                    <a:pt x="78824" y="56640"/>
                  </a:lnTo>
                  <a:lnTo>
                    <a:pt x="78752" y="57854"/>
                  </a:lnTo>
                  <a:lnTo>
                    <a:pt x="78671" y="58659"/>
                  </a:lnTo>
                  <a:lnTo>
                    <a:pt x="78581" y="59054"/>
                  </a:lnTo>
                  <a:lnTo>
                    <a:pt x="78490" y="62424"/>
                  </a:lnTo>
                  <a:lnTo>
                    <a:pt x="78219" y="65674"/>
                  </a:lnTo>
                  <a:lnTo>
                    <a:pt x="77766" y="68806"/>
                  </a:lnTo>
                  <a:lnTo>
                    <a:pt x="77133" y="71818"/>
                  </a:lnTo>
                  <a:lnTo>
                    <a:pt x="76319" y="74711"/>
                  </a:lnTo>
                  <a:lnTo>
                    <a:pt x="75323" y="77485"/>
                  </a:lnTo>
                  <a:lnTo>
                    <a:pt x="74147" y="80140"/>
                  </a:lnTo>
                  <a:lnTo>
                    <a:pt x="72790" y="82677"/>
                  </a:lnTo>
                  <a:lnTo>
                    <a:pt x="71251" y="85093"/>
                  </a:lnTo>
                  <a:lnTo>
                    <a:pt x="69532" y="87391"/>
                  </a:lnTo>
                  <a:lnTo>
                    <a:pt x="67613" y="89589"/>
                  </a:lnTo>
                  <a:lnTo>
                    <a:pt x="65474" y="91706"/>
                  </a:lnTo>
                  <a:lnTo>
                    <a:pt x="63117" y="93742"/>
                  </a:lnTo>
                  <a:lnTo>
                    <a:pt x="60540" y="95697"/>
                  </a:lnTo>
                  <a:lnTo>
                    <a:pt x="57745" y="97571"/>
                  </a:lnTo>
                  <a:lnTo>
                    <a:pt x="54730" y="99364"/>
                  </a:lnTo>
                  <a:lnTo>
                    <a:pt x="51496" y="101076"/>
                  </a:lnTo>
                  <a:lnTo>
                    <a:pt x="48044" y="102708"/>
                  </a:lnTo>
                  <a:lnTo>
                    <a:pt x="44372" y="104258"/>
                  </a:lnTo>
                  <a:lnTo>
                    <a:pt x="40481" y="105727"/>
                  </a:lnTo>
                  <a:lnTo>
                    <a:pt x="34290" y="97631"/>
                  </a:lnTo>
                  <a:lnTo>
                    <a:pt x="37173" y="96659"/>
                  </a:lnTo>
                  <a:lnTo>
                    <a:pt x="39919" y="95650"/>
                  </a:lnTo>
                  <a:lnTo>
                    <a:pt x="42526" y="94602"/>
                  </a:lnTo>
                  <a:lnTo>
                    <a:pt x="44996" y="93516"/>
                  </a:lnTo>
                  <a:lnTo>
                    <a:pt x="47327" y="92392"/>
                  </a:lnTo>
                  <a:lnTo>
                    <a:pt x="49520" y="91230"/>
                  </a:lnTo>
                  <a:lnTo>
                    <a:pt x="51575" y="90030"/>
                  </a:lnTo>
                  <a:lnTo>
                    <a:pt x="53492" y="88792"/>
                  </a:lnTo>
                  <a:lnTo>
                    <a:pt x="55271" y="87515"/>
                  </a:lnTo>
                  <a:lnTo>
                    <a:pt x="56911" y="86201"/>
                  </a:lnTo>
                  <a:lnTo>
                    <a:pt x="58431" y="84858"/>
                  </a:lnTo>
                  <a:lnTo>
                    <a:pt x="59845" y="83496"/>
                  </a:lnTo>
                  <a:lnTo>
                    <a:pt x="61155" y="82115"/>
                  </a:lnTo>
                  <a:lnTo>
                    <a:pt x="62360" y="80714"/>
                  </a:lnTo>
                  <a:lnTo>
                    <a:pt x="63460" y="79295"/>
                  </a:lnTo>
                  <a:lnTo>
                    <a:pt x="64455" y="77857"/>
                  </a:lnTo>
                  <a:lnTo>
                    <a:pt x="65346" y="76400"/>
                  </a:lnTo>
                  <a:lnTo>
                    <a:pt x="66132" y="74923"/>
                  </a:lnTo>
                  <a:lnTo>
                    <a:pt x="66813" y="73428"/>
                  </a:lnTo>
                  <a:lnTo>
                    <a:pt x="67389" y="71913"/>
                  </a:lnTo>
                  <a:lnTo>
                    <a:pt x="67887" y="70189"/>
                  </a:lnTo>
                  <a:lnTo>
                    <a:pt x="68332" y="68065"/>
                  </a:lnTo>
                  <a:lnTo>
                    <a:pt x="68725" y="65541"/>
                  </a:lnTo>
                  <a:lnTo>
                    <a:pt x="69065" y="62617"/>
                  </a:lnTo>
                  <a:lnTo>
                    <a:pt x="69353" y="59293"/>
                  </a:lnTo>
                  <a:lnTo>
                    <a:pt x="69589" y="55568"/>
                  </a:lnTo>
                  <a:lnTo>
                    <a:pt x="69773" y="51444"/>
                  </a:lnTo>
                  <a:lnTo>
                    <a:pt x="69903" y="46920"/>
                  </a:lnTo>
                  <a:lnTo>
                    <a:pt x="69982" y="41995"/>
                  </a:lnTo>
                  <a:close/>
                  <a:moveTo>
                    <a:pt x="82867" y="79057"/>
                  </a:moveTo>
                  <a:lnTo>
                    <a:pt x="85534" y="80705"/>
                  </a:lnTo>
                  <a:lnTo>
                    <a:pt x="88201" y="82410"/>
                  </a:lnTo>
                  <a:lnTo>
                    <a:pt x="90868" y="84172"/>
                  </a:lnTo>
                  <a:lnTo>
                    <a:pt x="93535" y="85991"/>
                  </a:lnTo>
                  <a:lnTo>
                    <a:pt x="96202" y="87868"/>
                  </a:lnTo>
                  <a:lnTo>
                    <a:pt x="98869" y="89801"/>
                  </a:lnTo>
                  <a:lnTo>
                    <a:pt x="101536" y="91792"/>
                  </a:lnTo>
                  <a:lnTo>
                    <a:pt x="104203" y="93840"/>
                  </a:lnTo>
                  <a:lnTo>
                    <a:pt x="106870" y="95945"/>
                  </a:lnTo>
                  <a:lnTo>
                    <a:pt x="109537" y="98107"/>
                  </a:lnTo>
                  <a:lnTo>
                    <a:pt x="102393" y="105727"/>
                  </a:lnTo>
                  <a:lnTo>
                    <a:pt x="100069" y="103541"/>
                  </a:lnTo>
                  <a:lnTo>
                    <a:pt x="97669" y="101365"/>
                  </a:lnTo>
                  <a:lnTo>
                    <a:pt x="95192" y="99198"/>
                  </a:lnTo>
                  <a:lnTo>
                    <a:pt x="92640" y="97040"/>
                  </a:lnTo>
                  <a:lnTo>
                    <a:pt x="90011" y="94892"/>
                  </a:lnTo>
                  <a:lnTo>
                    <a:pt x="87306" y="92754"/>
                  </a:lnTo>
                  <a:lnTo>
                    <a:pt x="84524" y="90625"/>
                  </a:lnTo>
                  <a:lnTo>
                    <a:pt x="81667" y="88506"/>
                  </a:lnTo>
                  <a:lnTo>
                    <a:pt x="78733" y="86396"/>
                  </a:lnTo>
                  <a:lnTo>
                    <a:pt x="75723" y="84296"/>
                  </a:lnTo>
                  <a:close/>
                  <a:moveTo>
                    <a:pt x="952" y="6667"/>
                  </a:moveTo>
                  <a:lnTo>
                    <a:pt x="35718" y="6667"/>
                  </a:lnTo>
                  <a:lnTo>
                    <a:pt x="35718" y="15716"/>
                  </a:lnTo>
                  <a:lnTo>
                    <a:pt x="23336" y="15716"/>
                  </a:lnTo>
                  <a:lnTo>
                    <a:pt x="23336" y="75723"/>
                  </a:lnTo>
                  <a:lnTo>
                    <a:pt x="36195" y="70484"/>
                  </a:lnTo>
                  <a:lnTo>
                    <a:pt x="37623" y="79057"/>
                  </a:lnTo>
                  <a:lnTo>
                    <a:pt x="34351" y="80462"/>
                  </a:lnTo>
                  <a:lnTo>
                    <a:pt x="31013" y="81819"/>
                  </a:lnTo>
                  <a:lnTo>
                    <a:pt x="27608" y="83129"/>
                  </a:lnTo>
                  <a:lnTo>
                    <a:pt x="24136" y="84391"/>
                  </a:lnTo>
                  <a:lnTo>
                    <a:pt x="20597" y="85605"/>
                  </a:lnTo>
                  <a:lnTo>
                    <a:pt x="16992" y="86772"/>
                  </a:lnTo>
                  <a:lnTo>
                    <a:pt x="13320" y="87891"/>
                  </a:lnTo>
                  <a:lnTo>
                    <a:pt x="9582" y="88963"/>
                  </a:lnTo>
                  <a:lnTo>
                    <a:pt x="5776" y="89987"/>
                  </a:lnTo>
                  <a:lnTo>
                    <a:pt x="1905" y="90963"/>
                  </a:lnTo>
                  <a:lnTo>
                    <a:pt x="0" y="81914"/>
                  </a:lnTo>
                  <a:lnTo>
                    <a:pt x="1423" y="81538"/>
                  </a:lnTo>
                  <a:lnTo>
                    <a:pt x="2838" y="81172"/>
                  </a:lnTo>
                  <a:lnTo>
                    <a:pt x="4243" y="80814"/>
                  </a:lnTo>
                  <a:lnTo>
                    <a:pt x="5638" y="80467"/>
                  </a:lnTo>
                  <a:lnTo>
                    <a:pt x="7024" y="80129"/>
                  </a:lnTo>
                  <a:lnTo>
                    <a:pt x="8401" y="79800"/>
                  </a:lnTo>
                  <a:lnTo>
                    <a:pt x="9767" y="79481"/>
                  </a:lnTo>
                  <a:lnTo>
                    <a:pt x="11125" y="79171"/>
                  </a:lnTo>
                  <a:lnTo>
                    <a:pt x="12472" y="78871"/>
                  </a:lnTo>
                  <a:lnTo>
                    <a:pt x="13811" y="78581"/>
                  </a:lnTo>
                  <a:lnTo>
                    <a:pt x="13811" y="15716"/>
                  </a:lnTo>
                  <a:lnTo>
                    <a:pt x="952" y="157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6017606" y="6244426"/>
              <a:ext cx="106680" cy="109537"/>
            </a:xfrm>
            <a:custGeom>
              <a:avLst/>
              <a:pathLst>
                <a:path w="106680" h="109537">
                  <a:moveTo>
                    <a:pt x="0" y="20478"/>
                  </a:moveTo>
                  <a:lnTo>
                    <a:pt x="59531" y="20478"/>
                  </a:lnTo>
                  <a:lnTo>
                    <a:pt x="59350" y="18473"/>
                  </a:lnTo>
                  <a:lnTo>
                    <a:pt x="59188" y="16459"/>
                  </a:lnTo>
                  <a:lnTo>
                    <a:pt x="59045" y="14435"/>
                  </a:lnTo>
                  <a:lnTo>
                    <a:pt x="58921" y="12401"/>
                  </a:lnTo>
                  <a:lnTo>
                    <a:pt x="58816" y="10358"/>
                  </a:lnTo>
                  <a:lnTo>
                    <a:pt x="58731" y="8305"/>
                  </a:lnTo>
                  <a:lnTo>
                    <a:pt x="58664" y="6243"/>
                  </a:lnTo>
                  <a:lnTo>
                    <a:pt x="58616" y="4171"/>
                  </a:lnTo>
                  <a:lnTo>
                    <a:pt x="58588" y="2090"/>
                  </a:lnTo>
                  <a:lnTo>
                    <a:pt x="58578" y="0"/>
                  </a:lnTo>
                  <a:lnTo>
                    <a:pt x="69056" y="0"/>
                  </a:lnTo>
                  <a:lnTo>
                    <a:pt x="69061" y="2176"/>
                  </a:lnTo>
                  <a:lnTo>
                    <a:pt x="69075" y="4324"/>
                  </a:lnTo>
                  <a:lnTo>
                    <a:pt x="69099" y="6443"/>
                  </a:lnTo>
                  <a:lnTo>
                    <a:pt x="69132" y="8534"/>
                  </a:lnTo>
                  <a:lnTo>
                    <a:pt x="69175" y="10596"/>
                  </a:lnTo>
                  <a:lnTo>
                    <a:pt x="69227" y="12630"/>
                  </a:lnTo>
                  <a:lnTo>
                    <a:pt x="69289" y="14635"/>
                  </a:lnTo>
                  <a:lnTo>
                    <a:pt x="69361" y="16611"/>
                  </a:lnTo>
                  <a:lnTo>
                    <a:pt x="69442" y="18559"/>
                  </a:lnTo>
                  <a:lnTo>
                    <a:pt x="69532" y="20478"/>
                  </a:lnTo>
                  <a:lnTo>
                    <a:pt x="105251" y="20478"/>
                  </a:lnTo>
                  <a:lnTo>
                    <a:pt x="105251" y="29527"/>
                  </a:lnTo>
                  <a:lnTo>
                    <a:pt x="70008" y="29527"/>
                  </a:lnTo>
                  <a:lnTo>
                    <a:pt x="70551" y="35723"/>
                  </a:lnTo>
                  <a:lnTo>
                    <a:pt x="71227" y="41738"/>
                  </a:lnTo>
                  <a:lnTo>
                    <a:pt x="72037" y="47572"/>
                  </a:lnTo>
                  <a:lnTo>
                    <a:pt x="72980" y="53225"/>
                  </a:lnTo>
                  <a:lnTo>
                    <a:pt x="74056" y="58697"/>
                  </a:lnTo>
                  <a:lnTo>
                    <a:pt x="75266" y="63988"/>
                  </a:lnTo>
                  <a:lnTo>
                    <a:pt x="76609" y="69099"/>
                  </a:lnTo>
                  <a:lnTo>
                    <a:pt x="78085" y="74028"/>
                  </a:lnTo>
                  <a:lnTo>
                    <a:pt x="79695" y="78776"/>
                  </a:lnTo>
                  <a:lnTo>
                    <a:pt x="81438" y="83343"/>
                  </a:lnTo>
                  <a:lnTo>
                    <a:pt x="82653" y="86148"/>
                  </a:lnTo>
                  <a:lnTo>
                    <a:pt x="83820" y="88658"/>
                  </a:lnTo>
                  <a:lnTo>
                    <a:pt x="84939" y="90873"/>
                  </a:lnTo>
                  <a:lnTo>
                    <a:pt x="86010" y="92792"/>
                  </a:lnTo>
                  <a:lnTo>
                    <a:pt x="87034" y="94416"/>
                  </a:lnTo>
                  <a:lnTo>
                    <a:pt x="88011" y="95745"/>
                  </a:lnTo>
                  <a:lnTo>
                    <a:pt x="88939" y="96778"/>
                  </a:lnTo>
                  <a:lnTo>
                    <a:pt x="89820" y="97516"/>
                  </a:lnTo>
                  <a:lnTo>
                    <a:pt x="90654" y="97959"/>
                  </a:lnTo>
                  <a:lnTo>
                    <a:pt x="91439" y="98107"/>
                  </a:lnTo>
                  <a:lnTo>
                    <a:pt x="92278" y="97883"/>
                  </a:lnTo>
                  <a:lnTo>
                    <a:pt x="93078" y="97212"/>
                  </a:lnTo>
                  <a:lnTo>
                    <a:pt x="93840" y="96092"/>
                  </a:lnTo>
                  <a:lnTo>
                    <a:pt x="94564" y="94526"/>
                  </a:lnTo>
                  <a:lnTo>
                    <a:pt x="95250" y="92511"/>
                  </a:lnTo>
                  <a:lnTo>
                    <a:pt x="95897" y="90049"/>
                  </a:lnTo>
                  <a:lnTo>
                    <a:pt x="96507" y="87139"/>
                  </a:lnTo>
                  <a:lnTo>
                    <a:pt x="97078" y="83781"/>
                  </a:lnTo>
                  <a:lnTo>
                    <a:pt x="97612" y="79976"/>
                  </a:lnTo>
                  <a:lnTo>
                    <a:pt x="98107" y="75723"/>
                  </a:lnTo>
                  <a:lnTo>
                    <a:pt x="106680" y="79057"/>
                  </a:lnTo>
                  <a:lnTo>
                    <a:pt x="106191" y="82646"/>
                  </a:lnTo>
                  <a:lnTo>
                    <a:pt x="105679" y="85982"/>
                  </a:lnTo>
                  <a:lnTo>
                    <a:pt x="105144" y="89065"/>
                  </a:lnTo>
                  <a:lnTo>
                    <a:pt x="104584" y="91897"/>
                  </a:lnTo>
                  <a:lnTo>
                    <a:pt x="104001" y="94476"/>
                  </a:lnTo>
                  <a:lnTo>
                    <a:pt x="103393" y="96802"/>
                  </a:lnTo>
                  <a:lnTo>
                    <a:pt x="102762" y="98876"/>
                  </a:lnTo>
                  <a:lnTo>
                    <a:pt x="102108" y="100698"/>
                  </a:lnTo>
                  <a:lnTo>
                    <a:pt x="101429" y="102267"/>
                  </a:lnTo>
                  <a:lnTo>
                    <a:pt x="100726" y="103584"/>
                  </a:lnTo>
                  <a:lnTo>
                    <a:pt x="99991" y="104715"/>
                  </a:lnTo>
                  <a:lnTo>
                    <a:pt x="99212" y="105727"/>
                  </a:lnTo>
                  <a:lnTo>
                    <a:pt x="98390" y="106620"/>
                  </a:lnTo>
                  <a:lnTo>
                    <a:pt x="97526" y="107394"/>
                  </a:lnTo>
                  <a:lnTo>
                    <a:pt x="96619" y="108049"/>
                  </a:lnTo>
                  <a:lnTo>
                    <a:pt x="95669" y="108585"/>
                  </a:lnTo>
                  <a:lnTo>
                    <a:pt x="94676" y="109001"/>
                  </a:lnTo>
                  <a:lnTo>
                    <a:pt x="93640" y="109299"/>
                  </a:lnTo>
                  <a:lnTo>
                    <a:pt x="92561" y="109477"/>
                  </a:lnTo>
                  <a:lnTo>
                    <a:pt x="91439" y="109537"/>
                  </a:lnTo>
                  <a:lnTo>
                    <a:pt x="89820" y="109370"/>
                  </a:lnTo>
                  <a:lnTo>
                    <a:pt x="88201" y="108870"/>
                  </a:lnTo>
                  <a:lnTo>
                    <a:pt x="86582" y="108037"/>
                  </a:lnTo>
                  <a:lnTo>
                    <a:pt x="84963" y="106870"/>
                  </a:lnTo>
                  <a:lnTo>
                    <a:pt x="83343" y="105370"/>
                  </a:lnTo>
                  <a:lnTo>
                    <a:pt x="81724" y="103536"/>
                  </a:lnTo>
                  <a:lnTo>
                    <a:pt x="80105" y="101369"/>
                  </a:lnTo>
                  <a:lnTo>
                    <a:pt x="78486" y="98869"/>
                  </a:lnTo>
                  <a:lnTo>
                    <a:pt x="76866" y="96035"/>
                  </a:lnTo>
                  <a:lnTo>
                    <a:pt x="75247" y="92868"/>
                  </a:lnTo>
                  <a:lnTo>
                    <a:pt x="72951" y="87691"/>
                  </a:lnTo>
                  <a:lnTo>
                    <a:pt x="70827" y="82257"/>
                  </a:lnTo>
                  <a:lnTo>
                    <a:pt x="68875" y="76566"/>
                  </a:lnTo>
                  <a:lnTo>
                    <a:pt x="67094" y="70618"/>
                  </a:lnTo>
                  <a:lnTo>
                    <a:pt x="65484" y="64412"/>
                  </a:lnTo>
                  <a:lnTo>
                    <a:pt x="64046" y="57950"/>
                  </a:lnTo>
                  <a:lnTo>
                    <a:pt x="62779" y="51230"/>
                  </a:lnTo>
                  <a:lnTo>
                    <a:pt x="61683" y="44253"/>
                  </a:lnTo>
                  <a:lnTo>
                    <a:pt x="60759" y="37018"/>
                  </a:lnTo>
                  <a:lnTo>
                    <a:pt x="60007" y="29527"/>
                  </a:lnTo>
                  <a:lnTo>
                    <a:pt x="0" y="29527"/>
                  </a:lnTo>
                  <a:close/>
                  <a:moveTo>
                    <a:pt x="84296" y="0"/>
                  </a:moveTo>
                  <a:lnTo>
                    <a:pt x="85896" y="876"/>
                  </a:lnTo>
                  <a:lnTo>
                    <a:pt x="87458" y="1790"/>
                  </a:lnTo>
                  <a:lnTo>
                    <a:pt x="88982" y="2743"/>
                  </a:lnTo>
                  <a:lnTo>
                    <a:pt x="90468" y="3733"/>
                  </a:lnTo>
                  <a:lnTo>
                    <a:pt x="91916" y="4762"/>
                  </a:lnTo>
                  <a:lnTo>
                    <a:pt x="93325" y="5829"/>
                  </a:lnTo>
                  <a:lnTo>
                    <a:pt x="94697" y="6934"/>
                  </a:lnTo>
                  <a:lnTo>
                    <a:pt x="96031" y="8077"/>
                  </a:lnTo>
                  <a:lnTo>
                    <a:pt x="97326" y="9258"/>
                  </a:lnTo>
                  <a:lnTo>
                    <a:pt x="98583" y="10477"/>
                  </a:lnTo>
                  <a:lnTo>
                    <a:pt x="92392" y="18097"/>
                  </a:lnTo>
                  <a:lnTo>
                    <a:pt x="91049" y="16692"/>
                  </a:lnTo>
                  <a:lnTo>
                    <a:pt x="89687" y="15335"/>
                  </a:lnTo>
                  <a:lnTo>
                    <a:pt x="88306" y="14025"/>
                  </a:lnTo>
                  <a:lnTo>
                    <a:pt x="86906" y="12763"/>
                  </a:lnTo>
                  <a:lnTo>
                    <a:pt x="85486" y="11549"/>
                  </a:lnTo>
                  <a:lnTo>
                    <a:pt x="84048" y="10382"/>
                  </a:lnTo>
                  <a:lnTo>
                    <a:pt x="82591" y="9263"/>
                  </a:lnTo>
                  <a:lnTo>
                    <a:pt x="81114" y="8191"/>
                  </a:lnTo>
                  <a:lnTo>
                    <a:pt x="79619" y="7167"/>
                  </a:lnTo>
                  <a:lnTo>
                    <a:pt x="78105" y="6191"/>
                  </a:lnTo>
                  <a:close/>
                  <a:moveTo>
                    <a:pt x="3810" y="49053"/>
                  </a:moveTo>
                  <a:lnTo>
                    <a:pt x="54292" y="49053"/>
                  </a:lnTo>
                  <a:lnTo>
                    <a:pt x="54292" y="58102"/>
                  </a:lnTo>
                  <a:lnTo>
                    <a:pt x="32861" y="58102"/>
                  </a:lnTo>
                  <a:lnTo>
                    <a:pt x="32861" y="88582"/>
                  </a:lnTo>
                  <a:lnTo>
                    <a:pt x="35504" y="88196"/>
                  </a:lnTo>
                  <a:lnTo>
                    <a:pt x="38100" y="87801"/>
                  </a:lnTo>
                  <a:lnTo>
                    <a:pt x="40647" y="87396"/>
                  </a:lnTo>
                  <a:lnTo>
                    <a:pt x="43148" y="86982"/>
                  </a:lnTo>
                  <a:lnTo>
                    <a:pt x="45600" y="86558"/>
                  </a:lnTo>
                  <a:lnTo>
                    <a:pt x="48006" y="86125"/>
                  </a:lnTo>
                  <a:lnTo>
                    <a:pt x="50363" y="85682"/>
                  </a:lnTo>
                  <a:lnTo>
                    <a:pt x="52673" y="85229"/>
                  </a:lnTo>
                  <a:lnTo>
                    <a:pt x="54935" y="84767"/>
                  </a:lnTo>
                  <a:lnTo>
                    <a:pt x="57150" y="84296"/>
                  </a:lnTo>
                  <a:lnTo>
                    <a:pt x="58578" y="93344"/>
                  </a:lnTo>
                  <a:lnTo>
                    <a:pt x="53468" y="94559"/>
                  </a:lnTo>
                  <a:lnTo>
                    <a:pt x="48234" y="95726"/>
                  </a:lnTo>
                  <a:lnTo>
                    <a:pt x="42876" y="96845"/>
                  </a:lnTo>
                  <a:lnTo>
                    <a:pt x="37395" y="97917"/>
                  </a:lnTo>
                  <a:lnTo>
                    <a:pt x="31789" y="98940"/>
                  </a:lnTo>
                  <a:lnTo>
                    <a:pt x="26060" y="99917"/>
                  </a:lnTo>
                  <a:lnTo>
                    <a:pt x="20207" y="100845"/>
                  </a:lnTo>
                  <a:lnTo>
                    <a:pt x="14230" y="101727"/>
                  </a:lnTo>
                  <a:lnTo>
                    <a:pt x="8129" y="102560"/>
                  </a:lnTo>
                  <a:lnTo>
                    <a:pt x="1904" y="103346"/>
                  </a:lnTo>
                  <a:lnTo>
                    <a:pt x="0" y="93344"/>
                  </a:lnTo>
                  <a:lnTo>
                    <a:pt x="2462" y="93054"/>
                  </a:lnTo>
                  <a:lnTo>
                    <a:pt x="4895" y="92754"/>
                  </a:lnTo>
                  <a:lnTo>
                    <a:pt x="7300" y="92444"/>
                  </a:lnTo>
                  <a:lnTo>
                    <a:pt x="9677" y="92125"/>
                  </a:lnTo>
                  <a:lnTo>
                    <a:pt x="12025" y="91797"/>
                  </a:lnTo>
                  <a:lnTo>
                    <a:pt x="14344" y="91459"/>
                  </a:lnTo>
                  <a:lnTo>
                    <a:pt x="16635" y="91111"/>
                  </a:lnTo>
                  <a:lnTo>
                    <a:pt x="18897" y="90754"/>
                  </a:lnTo>
                  <a:lnTo>
                    <a:pt x="21131" y="90387"/>
                  </a:lnTo>
                  <a:lnTo>
                    <a:pt x="23336" y="90011"/>
                  </a:lnTo>
                  <a:lnTo>
                    <a:pt x="23336" y="58102"/>
                  </a:lnTo>
                  <a:lnTo>
                    <a:pt x="3810" y="58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6144289" y="6251093"/>
              <a:ext cx="95726" cy="102870"/>
            </a:xfrm>
            <a:custGeom>
              <a:avLst/>
              <a:pathLst>
                <a:path w="95726" h="102870">
                  <a:moveTo>
                    <a:pt x="95726" y="0"/>
                  </a:moveTo>
                  <a:lnTo>
                    <a:pt x="95726" y="102870"/>
                  </a:lnTo>
                  <a:lnTo>
                    <a:pt x="86201" y="102870"/>
                  </a:lnTo>
                  <a:lnTo>
                    <a:pt x="86201" y="94297"/>
                  </a:lnTo>
                  <a:lnTo>
                    <a:pt x="9525" y="94297"/>
                  </a:lnTo>
                  <a:lnTo>
                    <a:pt x="9525" y="102870"/>
                  </a:lnTo>
                  <a:lnTo>
                    <a:pt x="0" y="102870"/>
                  </a:lnTo>
                  <a:lnTo>
                    <a:pt x="0" y="0"/>
                  </a:lnTo>
                  <a:close/>
                  <a:moveTo>
                    <a:pt x="9525" y="85248"/>
                  </a:moveTo>
                  <a:lnTo>
                    <a:pt x="86201" y="85248"/>
                  </a:lnTo>
                  <a:lnTo>
                    <a:pt x="86201" y="9048"/>
                  </a:lnTo>
                  <a:lnTo>
                    <a:pt x="9525" y="9048"/>
                  </a:lnTo>
                  <a:close/>
                  <a:moveTo>
                    <a:pt x="25241" y="23812"/>
                  </a:moveTo>
                  <a:lnTo>
                    <a:pt x="70008" y="23812"/>
                  </a:lnTo>
                  <a:lnTo>
                    <a:pt x="70008" y="70485"/>
                  </a:lnTo>
                  <a:lnTo>
                    <a:pt x="25241" y="70485"/>
                  </a:lnTo>
                  <a:close/>
                  <a:moveTo>
                    <a:pt x="34766" y="61436"/>
                  </a:moveTo>
                  <a:lnTo>
                    <a:pt x="60483" y="61436"/>
                  </a:lnTo>
                  <a:lnTo>
                    <a:pt x="60483" y="32861"/>
                  </a:lnTo>
                  <a:lnTo>
                    <a:pt x="34766" y="328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6265732" y="6244426"/>
              <a:ext cx="98583" cy="109537"/>
            </a:xfrm>
            <a:custGeom>
              <a:avLst/>
              <a:pathLst>
                <a:path w="98583" h="109537">
                  <a:moveTo>
                    <a:pt x="20478" y="0"/>
                  </a:moveTo>
                  <a:lnTo>
                    <a:pt x="30003" y="0"/>
                  </a:lnTo>
                  <a:lnTo>
                    <a:pt x="30003" y="54292"/>
                  </a:lnTo>
                  <a:lnTo>
                    <a:pt x="29794" y="60931"/>
                  </a:lnTo>
                  <a:lnTo>
                    <a:pt x="29165" y="67322"/>
                  </a:lnTo>
                  <a:lnTo>
                    <a:pt x="28117" y="73466"/>
                  </a:lnTo>
                  <a:lnTo>
                    <a:pt x="26650" y="79362"/>
                  </a:lnTo>
                  <a:lnTo>
                    <a:pt x="24765" y="85010"/>
                  </a:lnTo>
                  <a:lnTo>
                    <a:pt x="22459" y="90411"/>
                  </a:lnTo>
                  <a:lnTo>
                    <a:pt x="19735" y="95564"/>
                  </a:lnTo>
                  <a:lnTo>
                    <a:pt x="16592" y="100469"/>
                  </a:lnTo>
                  <a:lnTo>
                    <a:pt x="13030" y="105127"/>
                  </a:lnTo>
                  <a:lnTo>
                    <a:pt x="9048" y="109537"/>
                  </a:lnTo>
                  <a:lnTo>
                    <a:pt x="1428" y="103346"/>
                  </a:lnTo>
                  <a:lnTo>
                    <a:pt x="5048" y="99255"/>
                  </a:lnTo>
                  <a:lnTo>
                    <a:pt x="8286" y="94983"/>
                  </a:lnTo>
                  <a:lnTo>
                    <a:pt x="11144" y="90530"/>
                  </a:lnTo>
                  <a:lnTo>
                    <a:pt x="13620" y="85896"/>
                  </a:lnTo>
                  <a:lnTo>
                    <a:pt x="15716" y="81081"/>
                  </a:lnTo>
                  <a:lnTo>
                    <a:pt x="17430" y="76085"/>
                  </a:lnTo>
                  <a:lnTo>
                    <a:pt x="18764" y="70908"/>
                  </a:lnTo>
                  <a:lnTo>
                    <a:pt x="19716" y="65551"/>
                  </a:lnTo>
                  <a:lnTo>
                    <a:pt x="20288" y="60012"/>
                  </a:lnTo>
                  <a:lnTo>
                    <a:pt x="20478" y="54292"/>
                  </a:lnTo>
                  <a:close/>
                  <a:moveTo>
                    <a:pt x="0" y="10001"/>
                  </a:moveTo>
                  <a:lnTo>
                    <a:pt x="9525" y="10001"/>
                  </a:lnTo>
                  <a:lnTo>
                    <a:pt x="9525" y="78581"/>
                  </a:lnTo>
                  <a:lnTo>
                    <a:pt x="0" y="78581"/>
                  </a:lnTo>
                  <a:close/>
                  <a:moveTo>
                    <a:pt x="40481" y="48101"/>
                  </a:moveTo>
                  <a:lnTo>
                    <a:pt x="88582" y="48101"/>
                  </a:lnTo>
                  <a:lnTo>
                    <a:pt x="88582" y="21431"/>
                  </a:lnTo>
                  <a:lnTo>
                    <a:pt x="39052" y="21431"/>
                  </a:lnTo>
                  <a:lnTo>
                    <a:pt x="39052" y="12382"/>
                  </a:lnTo>
                  <a:lnTo>
                    <a:pt x="98583" y="12382"/>
                  </a:lnTo>
                  <a:lnTo>
                    <a:pt x="98583" y="105251"/>
                  </a:lnTo>
                  <a:lnTo>
                    <a:pt x="88582" y="105251"/>
                  </a:lnTo>
                  <a:lnTo>
                    <a:pt x="88582" y="97154"/>
                  </a:lnTo>
                  <a:lnTo>
                    <a:pt x="36671" y="97154"/>
                  </a:lnTo>
                  <a:lnTo>
                    <a:pt x="36671" y="88106"/>
                  </a:lnTo>
                  <a:lnTo>
                    <a:pt x="88582" y="88106"/>
                  </a:lnTo>
                  <a:lnTo>
                    <a:pt x="88582" y="57150"/>
                  </a:lnTo>
                  <a:lnTo>
                    <a:pt x="40481" y="571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5773766" y="6539797"/>
              <a:ext cx="108108" cy="110490"/>
            </a:xfrm>
            <a:custGeom>
              <a:avLst/>
              <a:pathLst>
                <a:path w="108108" h="110490">
                  <a:moveTo>
                    <a:pt x="15239" y="1905"/>
                  </a:moveTo>
                  <a:lnTo>
                    <a:pt x="23812" y="1905"/>
                  </a:lnTo>
                  <a:lnTo>
                    <a:pt x="23812" y="86677"/>
                  </a:lnTo>
                  <a:lnTo>
                    <a:pt x="24474" y="86482"/>
                  </a:lnTo>
                  <a:lnTo>
                    <a:pt x="25126" y="86277"/>
                  </a:lnTo>
                  <a:lnTo>
                    <a:pt x="25769" y="86063"/>
                  </a:lnTo>
                  <a:lnTo>
                    <a:pt x="26403" y="85839"/>
                  </a:lnTo>
                  <a:lnTo>
                    <a:pt x="27027" y="85605"/>
                  </a:lnTo>
                  <a:lnTo>
                    <a:pt x="27641" y="85363"/>
                  </a:lnTo>
                  <a:lnTo>
                    <a:pt x="28246" y="85110"/>
                  </a:lnTo>
                  <a:lnTo>
                    <a:pt x="28841" y="84848"/>
                  </a:lnTo>
                  <a:lnTo>
                    <a:pt x="29427" y="84577"/>
                  </a:lnTo>
                  <a:lnTo>
                    <a:pt x="30003" y="84296"/>
                  </a:lnTo>
                  <a:lnTo>
                    <a:pt x="30003" y="19526"/>
                  </a:lnTo>
                  <a:lnTo>
                    <a:pt x="38576" y="19526"/>
                  </a:lnTo>
                  <a:lnTo>
                    <a:pt x="38576" y="98107"/>
                  </a:lnTo>
                  <a:lnTo>
                    <a:pt x="30003" y="98107"/>
                  </a:lnTo>
                  <a:lnTo>
                    <a:pt x="30003" y="92868"/>
                  </a:lnTo>
                  <a:lnTo>
                    <a:pt x="27684" y="93816"/>
                  </a:lnTo>
                  <a:lnTo>
                    <a:pt x="25298" y="94754"/>
                  </a:lnTo>
                  <a:lnTo>
                    <a:pt x="22845" y="95683"/>
                  </a:lnTo>
                  <a:lnTo>
                    <a:pt x="20326" y="96602"/>
                  </a:lnTo>
                  <a:lnTo>
                    <a:pt x="17740" y="97512"/>
                  </a:lnTo>
                  <a:lnTo>
                    <a:pt x="15087" y="98412"/>
                  </a:lnTo>
                  <a:lnTo>
                    <a:pt x="12368" y="99302"/>
                  </a:lnTo>
                  <a:lnTo>
                    <a:pt x="9582" y="100183"/>
                  </a:lnTo>
                  <a:lnTo>
                    <a:pt x="6729" y="101055"/>
                  </a:lnTo>
                  <a:lnTo>
                    <a:pt x="3810" y="101917"/>
                  </a:lnTo>
                  <a:lnTo>
                    <a:pt x="0" y="97631"/>
                  </a:lnTo>
                  <a:lnTo>
                    <a:pt x="0" y="19526"/>
                  </a:lnTo>
                  <a:lnTo>
                    <a:pt x="8572" y="19526"/>
                  </a:lnTo>
                  <a:lnTo>
                    <a:pt x="8572" y="91916"/>
                  </a:lnTo>
                  <a:lnTo>
                    <a:pt x="15239" y="90011"/>
                  </a:lnTo>
                  <a:close/>
                  <a:moveTo>
                    <a:pt x="71913" y="0"/>
                  </a:moveTo>
                  <a:lnTo>
                    <a:pt x="80486" y="2857"/>
                  </a:lnTo>
                  <a:lnTo>
                    <a:pt x="78581" y="8096"/>
                  </a:lnTo>
                  <a:lnTo>
                    <a:pt x="81448" y="12277"/>
                  </a:lnTo>
                  <a:lnTo>
                    <a:pt x="84334" y="16249"/>
                  </a:lnTo>
                  <a:lnTo>
                    <a:pt x="87239" y="20012"/>
                  </a:lnTo>
                  <a:lnTo>
                    <a:pt x="90163" y="23564"/>
                  </a:lnTo>
                  <a:lnTo>
                    <a:pt x="93106" y="26908"/>
                  </a:lnTo>
                  <a:lnTo>
                    <a:pt x="96069" y="30041"/>
                  </a:lnTo>
                  <a:lnTo>
                    <a:pt x="99050" y="32966"/>
                  </a:lnTo>
                  <a:lnTo>
                    <a:pt x="102050" y="35680"/>
                  </a:lnTo>
                  <a:lnTo>
                    <a:pt x="105070" y="38185"/>
                  </a:lnTo>
                  <a:lnTo>
                    <a:pt x="108108" y="40481"/>
                  </a:lnTo>
                  <a:lnTo>
                    <a:pt x="102869" y="50006"/>
                  </a:lnTo>
                  <a:lnTo>
                    <a:pt x="100007" y="47705"/>
                  </a:lnTo>
                  <a:lnTo>
                    <a:pt x="97135" y="45186"/>
                  </a:lnTo>
                  <a:lnTo>
                    <a:pt x="94254" y="42448"/>
                  </a:lnTo>
                  <a:lnTo>
                    <a:pt x="91363" y="39490"/>
                  </a:lnTo>
                  <a:lnTo>
                    <a:pt x="88463" y="36314"/>
                  </a:lnTo>
                  <a:lnTo>
                    <a:pt x="85553" y="32918"/>
                  </a:lnTo>
                  <a:lnTo>
                    <a:pt x="82634" y="29303"/>
                  </a:lnTo>
                  <a:lnTo>
                    <a:pt x="79705" y="25469"/>
                  </a:lnTo>
                  <a:lnTo>
                    <a:pt x="76766" y="21416"/>
                  </a:lnTo>
                  <a:lnTo>
                    <a:pt x="73818" y="17145"/>
                  </a:lnTo>
                  <a:lnTo>
                    <a:pt x="71761" y="20988"/>
                  </a:lnTo>
                  <a:lnTo>
                    <a:pt x="69589" y="24707"/>
                  </a:lnTo>
                  <a:lnTo>
                    <a:pt x="67303" y="28303"/>
                  </a:lnTo>
                  <a:lnTo>
                    <a:pt x="64903" y="31775"/>
                  </a:lnTo>
                  <a:lnTo>
                    <a:pt x="62388" y="35123"/>
                  </a:lnTo>
                  <a:lnTo>
                    <a:pt x="59759" y="38347"/>
                  </a:lnTo>
                  <a:lnTo>
                    <a:pt x="57016" y="41448"/>
                  </a:lnTo>
                  <a:lnTo>
                    <a:pt x="54159" y="44424"/>
                  </a:lnTo>
                  <a:lnTo>
                    <a:pt x="51187" y="47277"/>
                  </a:lnTo>
                  <a:lnTo>
                    <a:pt x="48101" y="50006"/>
                  </a:lnTo>
                  <a:lnTo>
                    <a:pt x="41433" y="43338"/>
                  </a:lnTo>
                  <a:lnTo>
                    <a:pt x="45253" y="39647"/>
                  </a:lnTo>
                  <a:lnTo>
                    <a:pt x="48901" y="35814"/>
                  </a:lnTo>
                  <a:lnTo>
                    <a:pt x="52377" y="31837"/>
                  </a:lnTo>
                  <a:lnTo>
                    <a:pt x="55683" y="27717"/>
                  </a:lnTo>
                  <a:lnTo>
                    <a:pt x="58816" y="23455"/>
                  </a:lnTo>
                  <a:lnTo>
                    <a:pt x="61779" y="19050"/>
                  </a:lnTo>
                  <a:lnTo>
                    <a:pt x="64569" y="14501"/>
                  </a:lnTo>
                  <a:lnTo>
                    <a:pt x="67189" y="9810"/>
                  </a:lnTo>
                  <a:lnTo>
                    <a:pt x="69637" y="4976"/>
                  </a:lnTo>
                  <a:close/>
                  <a:moveTo>
                    <a:pt x="73818" y="34290"/>
                  </a:moveTo>
                  <a:lnTo>
                    <a:pt x="74937" y="35633"/>
                  </a:lnTo>
                  <a:lnTo>
                    <a:pt x="76009" y="36995"/>
                  </a:lnTo>
                  <a:lnTo>
                    <a:pt x="77033" y="38376"/>
                  </a:lnTo>
                  <a:lnTo>
                    <a:pt x="78009" y="39776"/>
                  </a:lnTo>
                  <a:lnTo>
                    <a:pt x="78938" y="41195"/>
                  </a:lnTo>
                  <a:lnTo>
                    <a:pt x="79819" y="42633"/>
                  </a:lnTo>
                  <a:lnTo>
                    <a:pt x="80652" y="44091"/>
                  </a:lnTo>
                  <a:lnTo>
                    <a:pt x="81438" y="45567"/>
                  </a:lnTo>
                  <a:lnTo>
                    <a:pt x="82176" y="47063"/>
                  </a:lnTo>
                  <a:lnTo>
                    <a:pt x="82867" y="48577"/>
                  </a:lnTo>
                  <a:lnTo>
                    <a:pt x="74771" y="52863"/>
                  </a:lnTo>
                  <a:lnTo>
                    <a:pt x="74175" y="51439"/>
                  </a:lnTo>
                  <a:lnTo>
                    <a:pt x="73533" y="50025"/>
                  </a:lnTo>
                  <a:lnTo>
                    <a:pt x="72842" y="48620"/>
                  </a:lnTo>
                  <a:lnTo>
                    <a:pt x="72104" y="47224"/>
                  </a:lnTo>
                  <a:lnTo>
                    <a:pt x="71318" y="45839"/>
                  </a:lnTo>
                  <a:lnTo>
                    <a:pt x="70485" y="44462"/>
                  </a:lnTo>
                  <a:lnTo>
                    <a:pt x="69603" y="43095"/>
                  </a:lnTo>
                  <a:lnTo>
                    <a:pt x="68675" y="41738"/>
                  </a:lnTo>
                  <a:lnTo>
                    <a:pt x="67698" y="40390"/>
                  </a:lnTo>
                  <a:lnTo>
                    <a:pt x="66675" y="39052"/>
                  </a:lnTo>
                  <a:close/>
                  <a:moveTo>
                    <a:pt x="59054" y="81438"/>
                  </a:moveTo>
                  <a:lnTo>
                    <a:pt x="60564" y="82200"/>
                  </a:lnTo>
                  <a:lnTo>
                    <a:pt x="62045" y="82962"/>
                  </a:lnTo>
                  <a:lnTo>
                    <a:pt x="63498" y="83724"/>
                  </a:lnTo>
                  <a:lnTo>
                    <a:pt x="64922" y="84486"/>
                  </a:lnTo>
                  <a:lnTo>
                    <a:pt x="66317" y="85248"/>
                  </a:lnTo>
                  <a:lnTo>
                    <a:pt x="67684" y="86010"/>
                  </a:lnTo>
                  <a:lnTo>
                    <a:pt x="69022" y="86772"/>
                  </a:lnTo>
                  <a:lnTo>
                    <a:pt x="70332" y="87534"/>
                  </a:lnTo>
                  <a:lnTo>
                    <a:pt x="71613" y="88296"/>
                  </a:lnTo>
                  <a:lnTo>
                    <a:pt x="72866" y="89058"/>
                  </a:lnTo>
                  <a:lnTo>
                    <a:pt x="74637" y="86868"/>
                  </a:lnTo>
                  <a:lnTo>
                    <a:pt x="76333" y="84677"/>
                  </a:lnTo>
                  <a:lnTo>
                    <a:pt x="77952" y="82486"/>
                  </a:lnTo>
                  <a:lnTo>
                    <a:pt x="79495" y="80295"/>
                  </a:lnTo>
                  <a:lnTo>
                    <a:pt x="80962" y="78105"/>
                  </a:lnTo>
                  <a:lnTo>
                    <a:pt x="82353" y="75914"/>
                  </a:lnTo>
                  <a:lnTo>
                    <a:pt x="83667" y="73723"/>
                  </a:lnTo>
                  <a:lnTo>
                    <a:pt x="84905" y="71532"/>
                  </a:lnTo>
                  <a:lnTo>
                    <a:pt x="86067" y="69342"/>
                  </a:lnTo>
                  <a:lnTo>
                    <a:pt x="87153" y="67151"/>
                  </a:lnTo>
                  <a:lnTo>
                    <a:pt x="49529" y="67151"/>
                  </a:lnTo>
                  <a:lnTo>
                    <a:pt x="49529" y="58578"/>
                  </a:lnTo>
                  <a:lnTo>
                    <a:pt x="98107" y="58578"/>
                  </a:lnTo>
                  <a:lnTo>
                    <a:pt x="98107" y="66675"/>
                  </a:lnTo>
                  <a:lnTo>
                    <a:pt x="96650" y="69608"/>
                  </a:lnTo>
                  <a:lnTo>
                    <a:pt x="95135" y="72504"/>
                  </a:lnTo>
                  <a:lnTo>
                    <a:pt x="93564" y="75361"/>
                  </a:lnTo>
                  <a:lnTo>
                    <a:pt x="91935" y="78181"/>
                  </a:lnTo>
                  <a:lnTo>
                    <a:pt x="90249" y="80962"/>
                  </a:lnTo>
                  <a:lnTo>
                    <a:pt x="88506" y="83705"/>
                  </a:lnTo>
                  <a:lnTo>
                    <a:pt x="86706" y="86410"/>
                  </a:lnTo>
                  <a:lnTo>
                    <a:pt x="84848" y="89077"/>
                  </a:lnTo>
                  <a:lnTo>
                    <a:pt x="82934" y="91706"/>
                  </a:lnTo>
                  <a:lnTo>
                    <a:pt x="80962" y="94297"/>
                  </a:lnTo>
                  <a:lnTo>
                    <a:pt x="82195" y="95064"/>
                  </a:lnTo>
                  <a:lnTo>
                    <a:pt x="83419" y="95840"/>
                  </a:lnTo>
                  <a:lnTo>
                    <a:pt x="84634" y="96626"/>
                  </a:lnTo>
                  <a:lnTo>
                    <a:pt x="85839" y="97421"/>
                  </a:lnTo>
                  <a:lnTo>
                    <a:pt x="87034" y="98226"/>
                  </a:lnTo>
                  <a:lnTo>
                    <a:pt x="88220" y="99040"/>
                  </a:lnTo>
                  <a:lnTo>
                    <a:pt x="89396" y="99864"/>
                  </a:lnTo>
                  <a:lnTo>
                    <a:pt x="90563" y="100698"/>
                  </a:lnTo>
                  <a:lnTo>
                    <a:pt x="91720" y="101541"/>
                  </a:lnTo>
                  <a:lnTo>
                    <a:pt x="92868" y="102393"/>
                  </a:lnTo>
                  <a:lnTo>
                    <a:pt x="85725" y="110490"/>
                  </a:lnTo>
                  <a:lnTo>
                    <a:pt x="82743" y="107961"/>
                  </a:lnTo>
                  <a:lnTo>
                    <a:pt x="79705" y="105517"/>
                  </a:lnTo>
                  <a:lnTo>
                    <a:pt x="76609" y="103160"/>
                  </a:lnTo>
                  <a:lnTo>
                    <a:pt x="73456" y="100888"/>
                  </a:lnTo>
                  <a:lnTo>
                    <a:pt x="70246" y="98702"/>
                  </a:lnTo>
                  <a:lnTo>
                    <a:pt x="66979" y="96602"/>
                  </a:lnTo>
                  <a:lnTo>
                    <a:pt x="63655" y="94588"/>
                  </a:lnTo>
                  <a:lnTo>
                    <a:pt x="60274" y="92659"/>
                  </a:lnTo>
                  <a:lnTo>
                    <a:pt x="56835" y="90816"/>
                  </a:lnTo>
                  <a:lnTo>
                    <a:pt x="53339" y="8905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5900449" y="6546464"/>
              <a:ext cx="95726" cy="102869"/>
            </a:xfrm>
            <a:custGeom>
              <a:avLst/>
              <a:pathLst>
                <a:path w="95726" h="102869">
                  <a:moveTo>
                    <a:pt x="95726" y="0"/>
                  </a:moveTo>
                  <a:lnTo>
                    <a:pt x="95726" y="102869"/>
                  </a:lnTo>
                  <a:lnTo>
                    <a:pt x="86201" y="102869"/>
                  </a:lnTo>
                  <a:lnTo>
                    <a:pt x="86201" y="94297"/>
                  </a:lnTo>
                  <a:lnTo>
                    <a:pt x="9525" y="94297"/>
                  </a:lnTo>
                  <a:lnTo>
                    <a:pt x="9525" y="102869"/>
                  </a:lnTo>
                  <a:lnTo>
                    <a:pt x="0" y="102869"/>
                  </a:lnTo>
                  <a:lnTo>
                    <a:pt x="0" y="0"/>
                  </a:lnTo>
                  <a:close/>
                  <a:moveTo>
                    <a:pt x="9525" y="85248"/>
                  </a:moveTo>
                  <a:lnTo>
                    <a:pt x="86201" y="85248"/>
                  </a:lnTo>
                  <a:lnTo>
                    <a:pt x="86201" y="9048"/>
                  </a:lnTo>
                  <a:lnTo>
                    <a:pt x="9525" y="9048"/>
                  </a:lnTo>
                  <a:close/>
                  <a:moveTo>
                    <a:pt x="25241" y="23812"/>
                  </a:moveTo>
                  <a:lnTo>
                    <a:pt x="70008" y="23812"/>
                  </a:lnTo>
                  <a:lnTo>
                    <a:pt x="70008" y="70484"/>
                  </a:lnTo>
                  <a:lnTo>
                    <a:pt x="25241" y="70484"/>
                  </a:lnTo>
                  <a:close/>
                  <a:moveTo>
                    <a:pt x="34766" y="61436"/>
                  </a:moveTo>
                  <a:lnTo>
                    <a:pt x="60483" y="61436"/>
                  </a:lnTo>
                  <a:lnTo>
                    <a:pt x="60483" y="32861"/>
                  </a:lnTo>
                  <a:lnTo>
                    <a:pt x="34766" y="3286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6021892" y="6539797"/>
              <a:ext cx="98583" cy="109537"/>
            </a:xfrm>
            <a:custGeom>
              <a:avLst/>
              <a:pathLst>
                <a:path w="98583" h="109537">
                  <a:moveTo>
                    <a:pt x="20478" y="0"/>
                  </a:moveTo>
                  <a:lnTo>
                    <a:pt x="30003" y="0"/>
                  </a:lnTo>
                  <a:lnTo>
                    <a:pt x="30003" y="54292"/>
                  </a:lnTo>
                  <a:lnTo>
                    <a:pt x="29794" y="60931"/>
                  </a:lnTo>
                  <a:lnTo>
                    <a:pt x="29165" y="67322"/>
                  </a:lnTo>
                  <a:lnTo>
                    <a:pt x="28117" y="73466"/>
                  </a:lnTo>
                  <a:lnTo>
                    <a:pt x="26650" y="79362"/>
                  </a:lnTo>
                  <a:lnTo>
                    <a:pt x="24765" y="85010"/>
                  </a:lnTo>
                  <a:lnTo>
                    <a:pt x="22459" y="90411"/>
                  </a:lnTo>
                  <a:lnTo>
                    <a:pt x="19735" y="95564"/>
                  </a:lnTo>
                  <a:lnTo>
                    <a:pt x="16592" y="100469"/>
                  </a:lnTo>
                  <a:lnTo>
                    <a:pt x="13030" y="105127"/>
                  </a:lnTo>
                  <a:lnTo>
                    <a:pt x="9048" y="109537"/>
                  </a:lnTo>
                  <a:lnTo>
                    <a:pt x="1428" y="103346"/>
                  </a:lnTo>
                  <a:lnTo>
                    <a:pt x="5048" y="99255"/>
                  </a:lnTo>
                  <a:lnTo>
                    <a:pt x="8286" y="94983"/>
                  </a:lnTo>
                  <a:lnTo>
                    <a:pt x="11144" y="90530"/>
                  </a:lnTo>
                  <a:lnTo>
                    <a:pt x="13620" y="85896"/>
                  </a:lnTo>
                  <a:lnTo>
                    <a:pt x="15716" y="81081"/>
                  </a:lnTo>
                  <a:lnTo>
                    <a:pt x="17430" y="76085"/>
                  </a:lnTo>
                  <a:lnTo>
                    <a:pt x="18764" y="70908"/>
                  </a:lnTo>
                  <a:lnTo>
                    <a:pt x="19716" y="65551"/>
                  </a:lnTo>
                  <a:lnTo>
                    <a:pt x="20288" y="60012"/>
                  </a:lnTo>
                  <a:lnTo>
                    <a:pt x="20478" y="54292"/>
                  </a:lnTo>
                  <a:close/>
                  <a:moveTo>
                    <a:pt x="0" y="10001"/>
                  </a:moveTo>
                  <a:lnTo>
                    <a:pt x="9525" y="10001"/>
                  </a:lnTo>
                  <a:lnTo>
                    <a:pt x="9525" y="78581"/>
                  </a:lnTo>
                  <a:lnTo>
                    <a:pt x="0" y="78581"/>
                  </a:lnTo>
                  <a:close/>
                  <a:moveTo>
                    <a:pt x="40481" y="48101"/>
                  </a:moveTo>
                  <a:lnTo>
                    <a:pt x="88582" y="48101"/>
                  </a:lnTo>
                  <a:lnTo>
                    <a:pt x="88582" y="21431"/>
                  </a:lnTo>
                  <a:lnTo>
                    <a:pt x="39052" y="21431"/>
                  </a:lnTo>
                  <a:lnTo>
                    <a:pt x="39052" y="12382"/>
                  </a:lnTo>
                  <a:lnTo>
                    <a:pt x="98583" y="12382"/>
                  </a:lnTo>
                  <a:lnTo>
                    <a:pt x="98583" y="105251"/>
                  </a:lnTo>
                  <a:lnTo>
                    <a:pt x="88582" y="105251"/>
                  </a:lnTo>
                  <a:lnTo>
                    <a:pt x="88582" y="97155"/>
                  </a:lnTo>
                  <a:lnTo>
                    <a:pt x="36671" y="97155"/>
                  </a:lnTo>
                  <a:lnTo>
                    <a:pt x="36671" y="88106"/>
                  </a:lnTo>
                  <a:lnTo>
                    <a:pt x="88582" y="88106"/>
                  </a:lnTo>
                  <a:lnTo>
                    <a:pt x="88582" y="57150"/>
                  </a:lnTo>
                  <a:lnTo>
                    <a:pt x="40481" y="571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86478" y="4700161"/>
              <a:ext cx="8681606" cy="0"/>
            </a:xfrm>
            <a:custGeom>
              <a:avLst/>
              <a:pathLst>
                <a:path w="8681606" h="0">
                  <a:moveTo>
                    <a:pt x="0" y="0"/>
                  </a:moveTo>
                  <a:lnTo>
                    <a:pt x="8681606" y="0"/>
                  </a:lnTo>
                  <a:lnTo>
                    <a:pt x="868160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86478" y="2772346"/>
              <a:ext cx="8681606" cy="0"/>
            </a:xfrm>
            <a:custGeom>
              <a:avLst/>
              <a:pathLst>
                <a:path w="8681606" h="0">
                  <a:moveTo>
                    <a:pt x="0" y="0"/>
                  </a:moveTo>
                  <a:lnTo>
                    <a:pt x="8681606" y="0"/>
                  </a:lnTo>
                  <a:lnTo>
                    <a:pt x="868160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86478" y="844530"/>
              <a:ext cx="8681606" cy="0"/>
            </a:xfrm>
            <a:custGeom>
              <a:avLst/>
              <a:pathLst>
                <a:path w="8681606" h="0">
                  <a:moveTo>
                    <a:pt x="0" y="0"/>
                  </a:moveTo>
                  <a:lnTo>
                    <a:pt x="8681606" y="0"/>
                  </a:lnTo>
                  <a:lnTo>
                    <a:pt x="868160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86478" y="5664069"/>
              <a:ext cx="8681606" cy="0"/>
            </a:xfrm>
            <a:custGeom>
              <a:avLst/>
              <a:pathLst>
                <a:path w="8681606" h="0">
                  <a:moveTo>
                    <a:pt x="0" y="0"/>
                  </a:moveTo>
                  <a:lnTo>
                    <a:pt x="8681606" y="0"/>
                  </a:lnTo>
                  <a:lnTo>
                    <a:pt x="8681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86478" y="3736253"/>
              <a:ext cx="8681606" cy="0"/>
            </a:xfrm>
            <a:custGeom>
              <a:avLst/>
              <a:pathLst>
                <a:path w="8681606" h="0">
                  <a:moveTo>
                    <a:pt x="0" y="0"/>
                  </a:moveTo>
                  <a:lnTo>
                    <a:pt x="8681606" y="0"/>
                  </a:lnTo>
                  <a:lnTo>
                    <a:pt x="8681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6478" y="1808438"/>
              <a:ext cx="8681606" cy="0"/>
            </a:xfrm>
            <a:custGeom>
              <a:avLst/>
              <a:pathLst>
                <a:path w="8681606" h="0">
                  <a:moveTo>
                    <a:pt x="0" y="0"/>
                  </a:moveTo>
                  <a:lnTo>
                    <a:pt x="8681606" y="0"/>
                  </a:lnTo>
                  <a:lnTo>
                    <a:pt x="8681606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26633" y="75915"/>
              <a:ext cx="0" cy="5854256"/>
            </a:xfrm>
            <a:custGeom>
              <a:avLst/>
              <a:pathLst>
                <a:path w="0" h="5854256">
                  <a:moveTo>
                    <a:pt x="0" y="5854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26892" y="75915"/>
              <a:ext cx="0" cy="5854256"/>
            </a:xfrm>
            <a:custGeom>
              <a:avLst/>
              <a:pathLst>
                <a:path w="0" h="5854256">
                  <a:moveTo>
                    <a:pt x="0" y="5854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27151" y="75915"/>
              <a:ext cx="0" cy="5854256"/>
            </a:xfrm>
            <a:custGeom>
              <a:avLst/>
              <a:pathLst>
                <a:path w="0" h="5854256">
                  <a:moveTo>
                    <a:pt x="0" y="5854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27411" y="75915"/>
              <a:ext cx="0" cy="5854256"/>
            </a:xfrm>
            <a:custGeom>
              <a:avLst/>
              <a:pathLst>
                <a:path w="0" h="5854256">
                  <a:moveTo>
                    <a:pt x="0" y="5854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827670" y="75915"/>
              <a:ext cx="0" cy="5854256"/>
            </a:xfrm>
            <a:custGeom>
              <a:avLst/>
              <a:pathLst>
                <a:path w="0" h="5854256">
                  <a:moveTo>
                    <a:pt x="0" y="5854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7929" y="75915"/>
              <a:ext cx="0" cy="5854256"/>
            </a:xfrm>
            <a:custGeom>
              <a:avLst/>
              <a:pathLst>
                <a:path w="0" h="5854256">
                  <a:moveTo>
                    <a:pt x="0" y="5854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397035" y="3735863"/>
              <a:ext cx="1260233" cy="1928206"/>
            </a:xfrm>
            <a:prstGeom prst="rect">
              <a:avLst/>
            </a:pr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96517" y="3738191"/>
              <a:ext cx="1260233" cy="192587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797294" y="3695563"/>
              <a:ext cx="1260233" cy="1968506"/>
            </a:xfrm>
            <a:prstGeom prst="rect">
              <a:avLst/>
            </a:pr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96776" y="3735866"/>
              <a:ext cx="1260233" cy="1928202"/>
            </a:xfrm>
            <a:prstGeom prst="rect">
              <a:avLst/>
            </a:pr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597812" y="342017"/>
              <a:ext cx="1260233" cy="5322051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197553" y="3354869"/>
              <a:ext cx="1260233" cy="2309200"/>
            </a:xfrm>
            <a:prstGeom prst="rect">
              <a:avLst/>
            </a:pr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843371" y="3605345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915623" y="3678833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944154" y="3604048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4014492" y="3604048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4084830" y="3604048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4156588" y="3604048"/>
              <a:ext cx="57616" cy="88308"/>
            </a:xfrm>
            <a:custGeom>
              <a:avLst/>
              <a:pathLst>
                <a:path w="57616" h="88308">
                  <a:moveTo>
                    <a:pt x="0" y="88308"/>
                  </a:moveTo>
                  <a:lnTo>
                    <a:pt x="0" y="80465"/>
                  </a:lnTo>
                  <a:lnTo>
                    <a:pt x="643" y="79037"/>
                  </a:lnTo>
                  <a:lnTo>
                    <a:pt x="1314" y="77644"/>
                  </a:lnTo>
                  <a:lnTo>
                    <a:pt x="2011" y="76286"/>
                  </a:lnTo>
                  <a:lnTo>
                    <a:pt x="2736" y="74962"/>
                  </a:lnTo>
                  <a:lnTo>
                    <a:pt x="3489" y="73672"/>
                  </a:lnTo>
                  <a:lnTo>
                    <a:pt x="4268" y="72417"/>
                  </a:lnTo>
                  <a:lnTo>
                    <a:pt x="5074" y="71197"/>
                  </a:lnTo>
                  <a:lnTo>
                    <a:pt x="5908" y="70011"/>
                  </a:lnTo>
                  <a:lnTo>
                    <a:pt x="6769" y="68860"/>
                  </a:lnTo>
                  <a:lnTo>
                    <a:pt x="7657" y="67744"/>
                  </a:lnTo>
                  <a:lnTo>
                    <a:pt x="8575" y="66643"/>
                  </a:lnTo>
                  <a:lnTo>
                    <a:pt x="9502" y="65565"/>
                  </a:lnTo>
                  <a:lnTo>
                    <a:pt x="10438" y="64509"/>
                  </a:lnTo>
                  <a:lnTo>
                    <a:pt x="11382" y="63475"/>
                  </a:lnTo>
                  <a:lnTo>
                    <a:pt x="12335" y="62464"/>
                  </a:lnTo>
                  <a:lnTo>
                    <a:pt x="13296" y="61475"/>
                  </a:lnTo>
                  <a:lnTo>
                    <a:pt x="14267" y="60507"/>
                  </a:lnTo>
                  <a:lnTo>
                    <a:pt x="15245" y="59563"/>
                  </a:lnTo>
                  <a:lnTo>
                    <a:pt x="16233" y="58640"/>
                  </a:lnTo>
                  <a:lnTo>
                    <a:pt x="17229" y="57740"/>
                  </a:lnTo>
                  <a:lnTo>
                    <a:pt x="18228" y="56845"/>
                  </a:lnTo>
                  <a:lnTo>
                    <a:pt x="19225" y="55964"/>
                  </a:lnTo>
                  <a:lnTo>
                    <a:pt x="20219" y="55096"/>
                  </a:lnTo>
                  <a:lnTo>
                    <a:pt x="21211" y="54242"/>
                  </a:lnTo>
                  <a:lnTo>
                    <a:pt x="22200" y="53401"/>
                  </a:lnTo>
                  <a:lnTo>
                    <a:pt x="23187" y="52575"/>
                  </a:lnTo>
                  <a:lnTo>
                    <a:pt x="24171" y="51761"/>
                  </a:lnTo>
                  <a:lnTo>
                    <a:pt x="25153" y="50961"/>
                  </a:lnTo>
                  <a:lnTo>
                    <a:pt x="26133" y="50175"/>
                  </a:lnTo>
                  <a:lnTo>
                    <a:pt x="27110" y="49403"/>
                  </a:lnTo>
                  <a:lnTo>
                    <a:pt x="28088" y="48637"/>
                  </a:lnTo>
                  <a:lnTo>
                    <a:pt x="29046" y="47871"/>
                  </a:lnTo>
                  <a:lnTo>
                    <a:pt x="29985" y="47106"/>
                  </a:lnTo>
                  <a:lnTo>
                    <a:pt x="30904" y="46340"/>
                  </a:lnTo>
                  <a:lnTo>
                    <a:pt x="31803" y="45574"/>
                  </a:lnTo>
                  <a:lnTo>
                    <a:pt x="32682" y="44808"/>
                  </a:lnTo>
                  <a:lnTo>
                    <a:pt x="33542" y="44043"/>
                  </a:lnTo>
                  <a:lnTo>
                    <a:pt x="34382" y="43277"/>
                  </a:lnTo>
                  <a:lnTo>
                    <a:pt x="35202" y="42511"/>
                  </a:lnTo>
                  <a:lnTo>
                    <a:pt x="36002" y="41745"/>
                  </a:lnTo>
                  <a:lnTo>
                    <a:pt x="36777" y="40976"/>
                  </a:lnTo>
                  <a:lnTo>
                    <a:pt x="37521" y="40199"/>
                  </a:lnTo>
                  <a:lnTo>
                    <a:pt x="38235" y="39415"/>
                  </a:lnTo>
                  <a:lnTo>
                    <a:pt x="38917" y="38623"/>
                  </a:lnTo>
                  <a:lnTo>
                    <a:pt x="39568" y="37824"/>
                  </a:lnTo>
                  <a:lnTo>
                    <a:pt x="40189" y="37017"/>
                  </a:lnTo>
                  <a:lnTo>
                    <a:pt x="40779" y="36203"/>
                  </a:lnTo>
                  <a:lnTo>
                    <a:pt x="41338" y="35382"/>
                  </a:lnTo>
                  <a:lnTo>
                    <a:pt x="41866" y="34553"/>
                  </a:lnTo>
                  <a:lnTo>
                    <a:pt x="42363" y="33717"/>
                  </a:lnTo>
                  <a:lnTo>
                    <a:pt x="42832" y="32866"/>
                  </a:lnTo>
                  <a:lnTo>
                    <a:pt x="43252" y="31993"/>
                  </a:lnTo>
                  <a:lnTo>
                    <a:pt x="43623" y="31098"/>
                  </a:lnTo>
                  <a:lnTo>
                    <a:pt x="43944" y="30180"/>
                  </a:lnTo>
                  <a:lnTo>
                    <a:pt x="44215" y="29240"/>
                  </a:lnTo>
                  <a:lnTo>
                    <a:pt x="44438" y="28278"/>
                  </a:lnTo>
                  <a:lnTo>
                    <a:pt x="44611" y="27294"/>
                  </a:lnTo>
                  <a:lnTo>
                    <a:pt x="44734" y="26287"/>
                  </a:lnTo>
                  <a:lnTo>
                    <a:pt x="44808" y="25258"/>
                  </a:lnTo>
                  <a:lnTo>
                    <a:pt x="44833" y="24207"/>
                  </a:lnTo>
                  <a:lnTo>
                    <a:pt x="44822" y="23475"/>
                  </a:lnTo>
                  <a:lnTo>
                    <a:pt x="44789" y="22762"/>
                  </a:lnTo>
                  <a:lnTo>
                    <a:pt x="44733" y="22067"/>
                  </a:lnTo>
                  <a:lnTo>
                    <a:pt x="44655" y="21391"/>
                  </a:lnTo>
                  <a:lnTo>
                    <a:pt x="44555" y="20733"/>
                  </a:lnTo>
                  <a:lnTo>
                    <a:pt x="44433" y="20094"/>
                  </a:lnTo>
                  <a:lnTo>
                    <a:pt x="44288" y="19474"/>
                  </a:lnTo>
                  <a:lnTo>
                    <a:pt x="44122" y="18872"/>
                  </a:lnTo>
                  <a:lnTo>
                    <a:pt x="43933" y="18288"/>
                  </a:lnTo>
                  <a:lnTo>
                    <a:pt x="43721" y="17723"/>
                  </a:lnTo>
                  <a:lnTo>
                    <a:pt x="43489" y="17164"/>
                  </a:lnTo>
                  <a:lnTo>
                    <a:pt x="43237" y="16624"/>
                  </a:lnTo>
                  <a:lnTo>
                    <a:pt x="42966" y="16102"/>
                  </a:lnTo>
                  <a:lnTo>
                    <a:pt x="42674" y="15599"/>
                  </a:lnTo>
                  <a:lnTo>
                    <a:pt x="42363" y="15114"/>
                  </a:lnTo>
                  <a:lnTo>
                    <a:pt x="42032" y="14648"/>
                  </a:lnTo>
                  <a:lnTo>
                    <a:pt x="41681" y="14200"/>
                  </a:lnTo>
                  <a:lnTo>
                    <a:pt x="41311" y="13771"/>
                  </a:lnTo>
                  <a:lnTo>
                    <a:pt x="40920" y="13360"/>
                  </a:lnTo>
                  <a:lnTo>
                    <a:pt x="40510" y="12968"/>
                  </a:lnTo>
                  <a:lnTo>
                    <a:pt x="40082" y="12595"/>
                  </a:lnTo>
                  <a:lnTo>
                    <a:pt x="39636" y="12242"/>
                  </a:lnTo>
                  <a:lnTo>
                    <a:pt x="39173" y="11908"/>
                  </a:lnTo>
                  <a:lnTo>
                    <a:pt x="38692" y="11594"/>
                  </a:lnTo>
                  <a:lnTo>
                    <a:pt x="38194" y="11301"/>
                  </a:lnTo>
                  <a:lnTo>
                    <a:pt x="37679" y="11026"/>
                  </a:lnTo>
                  <a:lnTo>
                    <a:pt x="37147" y="10772"/>
                  </a:lnTo>
                  <a:lnTo>
                    <a:pt x="36597" y="10537"/>
                  </a:lnTo>
                  <a:lnTo>
                    <a:pt x="36031" y="10322"/>
                  </a:lnTo>
                  <a:lnTo>
                    <a:pt x="35446" y="10127"/>
                  </a:lnTo>
                  <a:lnTo>
                    <a:pt x="34859" y="9939"/>
                  </a:lnTo>
                  <a:lnTo>
                    <a:pt x="34258" y="9771"/>
                  </a:lnTo>
                  <a:lnTo>
                    <a:pt x="33644" y="9623"/>
                  </a:lnTo>
                  <a:lnTo>
                    <a:pt x="33016" y="9495"/>
                  </a:lnTo>
                  <a:lnTo>
                    <a:pt x="32374" y="9386"/>
                  </a:lnTo>
                  <a:lnTo>
                    <a:pt x="31719" y="9297"/>
                  </a:lnTo>
                  <a:lnTo>
                    <a:pt x="31050" y="9228"/>
                  </a:lnTo>
                  <a:lnTo>
                    <a:pt x="30368" y="9179"/>
                  </a:lnTo>
                  <a:lnTo>
                    <a:pt x="29672" y="9149"/>
                  </a:lnTo>
                  <a:lnTo>
                    <a:pt x="28962" y="9139"/>
                  </a:lnTo>
                  <a:lnTo>
                    <a:pt x="28299" y="9148"/>
                  </a:lnTo>
                  <a:lnTo>
                    <a:pt x="27643" y="9176"/>
                  </a:lnTo>
                  <a:lnTo>
                    <a:pt x="26995" y="9222"/>
                  </a:lnTo>
                  <a:lnTo>
                    <a:pt x="26354" y="9287"/>
                  </a:lnTo>
                  <a:lnTo>
                    <a:pt x="25720" y="9371"/>
                  </a:lnTo>
                  <a:lnTo>
                    <a:pt x="25094" y="9473"/>
                  </a:lnTo>
                  <a:lnTo>
                    <a:pt x="24475" y="9593"/>
                  </a:lnTo>
                  <a:lnTo>
                    <a:pt x="23864" y="9732"/>
                  </a:lnTo>
                  <a:lnTo>
                    <a:pt x="23260" y="9889"/>
                  </a:lnTo>
                  <a:lnTo>
                    <a:pt x="22663" y="10065"/>
                  </a:lnTo>
                  <a:lnTo>
                    <a:pt x="22089" y="10260"/>
                  </a:lnTo>
                  <a:lnTo>
                    <a:pt x="21527" y="10473"/>
                  </a:lnTo>
                  <a:lnTo>
                    <a:pt x="20977" y="10705"/>
                  </a:lnTo>
                  <a:lnTo>
                    <a:pt x="20440" y="10955"/>
                  </a:lnTo>
                  <a:lnTo>
                    <a:pt x="19915" y="11223"/>
                  </a:lnTo>
                  <a:lnTo>
                    <a:pt x="19403" y="11510"/>
                  </a:lnTo>
                  <a:lnTo>
                    <a:pt x="18902" y="11816"/>
                  </a:lnTo>
                  <a:lnTo>
                    <a:pt x="18415" y="12140"/>
                  </a:lnTo>
                  <a:lnTo>
                    <a:pt x="17939" y="12483"/>
                  </a:lnTo>
                  <a:lnTo>
                    <a:pt x="17476" y="12844"/>
                  </a:lnTo>
                  <a:lnTo>
                    <a:pt x="17027" y="13224"/>
                  </a:lnTo>
                  <a:lnTo>
                    <a:pt x="16594" y="13622"/>
                  </a:lnTo>
                  <a:lnTo>
                    <a:pt x="16177" y="14039"/>
                  </a:lnTo>
                  <a:lnTo>
                    <a:pt x="15776" y="14475"/>
                  </a:lnTo>
                  <a:lnTo>
                    <a:pt x="15392" y="14929"/>
                  </a:lnTo>
                  <a:lnTo>
                    <a:pt x="15023" y="15401"/>
                  </a:lnTo>
                  <a:lnTo>
                    <a:pt x="14670" y="15892"/>
                  </a:lnTo>
                  <a:lnTo>
                    <a:pt x="14334" y="16401"/>
                  </a:lnTo>
                  <a:lnTo>
                    <a:pt x="14013" y="16929"/>
                  </a:lnTo>
                  <a:lnTo>
                    <a:pt x="13709" y="17476"/>
                  </a:lnTo>
                  <a:lnTo>
                    <a:pt x="13435" y="18029"/>
                  </a:lnTo>
                  <a:lnTo>
                    <a:pt x="13180" y="18600"/>
                  </a:lnTo>
                  <a:lnTo>
                    <a:pt x="12946" y="19190"/>
                  </a:lnTo>
                  <a:lnTo>
                    <a:pt x="12731" y="19798"/>
                  </a:lnTo>
                  <a:lnTo>
                    <a:pt x="12536" y="20425"/>
                  </a:lnTo>
                  <a:lnTo>
                    <a:pt x="12360" y="21070"/>
                  </a:lnTo>
                  <a:lnTo>
                    <a:pt x="12205" y="21734"/>
                  </a:lnTo>
                  <a:lnTo>
                    <a:pt x="12069" y="22416"/>
                  </a:lnTo>
                  <a:lnTo>
                    <a:pt x="11953" y="23117"/>
                  </a:lnTo>
                  <a:lnTo>
                    <a:pt x="11856" y="23837"/>
                  </a:lnTo>
                  <a:lnTo>
                    <a:pt x="494" y="22787"/>
                  </a:lnTo>
                  <a:lnTo>
                    <a:pt x="620" y="21854"/>
                  </a:lnTo>
                  <a:lnTo>
                    <a:pt x="775" y="20932"/>
                  </a:lnTo>
                  <a:lnTo>
                    <a:pt x="960" y="20021"/>
                  </a:lnTo>
                  <a:lnTo>
                    <a:pt x="1175" y="19121"/>
                  </a:lnTo>
                  <a:lnTo>
                    <a:pt x="1420" y="18232"/>
                  </a:lnTo>
                  <a:lnTo>
                    <a:pt x="1694" y="17355"/>
                  </a:lnTo>
                  <a:lnTo>
                    <a:pt x="1998" y="16488"/>
                  </a:lnTo>
                  <a:lnTo>
                    <a:pt x="2331" y="15633"/>
                  </a:lnTo>
                  <a:lnTo>
                    <a:pt x="2694" y="14789"/>
                  </a:lnTo>
                  <a:lnTo>
                    <a:pt x="3087" y="13956"/>
                  </a:lnTo>
                  <a:lnTo>
                    <a:pt x="3510" y="13139"/>
                  </a:lnTo>
                  <a:lnTo>
                    <a:pt x="3964" y="12343"/>
                  </a:lnTo>
                  <a:lnTo>
                    <a:pt x="4449" y="11568"/>
                  </a:lnTo>
                  <a:lnTo>
                    <a:pt x="4965" y="10814"/>
                  </a:lnTo>
                  <a:lnTo>
                    <a:pt x="5511" y="10081"/>
                  </a:lnTo>
                  <a:lnTo>
                    <a:pt x="6088" y="9369"/>
                  </a:lnTo>
                  <a:lnTo>
                    <a:pt x="6697" y="8678"/>
                  </a:lnTo>
                  <a:lnTo>
                    <a:pt x="7336" y="8008"/>
                  </a:lnTo>
                  <a:lnTo>
                    <a:pt x="8006" y="7359"/>
                  </a:lnTo>
                  <a:lnTo>
                    <a:pt x="8707" y="6731"/>
                  </a:lnTo>
                  <a:lnTo>
                    <a:pt x="9437" y="6114"/>
                  </a:lnTo>
                  <a:lnTo>
                    <a:pt x="10196" y="5525"/>
                  </a:lnTo>
                  <a:lnTo>
                    <a:pt x="10984" y="4963"/>
                  </a:lnTo>
                  <a:lnTo>
                    <a:pt x="11799" y="4429"/>
                  </a:lnTo>
                  <a:lnTo>
                    <a:pt x="12644" y="3921"/>
                  </a:lnTo>
                  <a:lnTo>
                    <a:pt x="13516" y="3440"/>
                  </a:lnTo>
                  <a:lnTo>
                    <a:pt x="14417" y="2987"/>
                  </a:lnTo>
                  <a:lnTo>
                    <a:pt x="15347" y="2561"/>
                  </a:lnTo>
                  <a:lnTo>
                    <a:pt x="16304" y="2162"/>
                  </a:lnTo>
                  <a:lnTo>
                    <a:pt x="17291" y="1790"/>
                  </a:lnTo>
                  <a:lnTo>
                    <a:pt x="18319" y="1450"/>
                  </a:lnTo>
                  <a:lnTo>
                    <a:pt x="19378" y="1146"/>
                  </a:lnTo>
                  <a:lnTo>
                    <a:pt x="20468" y="877"/>
                  </a:lnTo>
                  <a:lnTo>
                    <a:pt x="21589" y="644"/>
                  </a:lnTo>
                  <a:lnTo>
                    <a:pt x="22740" y="447"/>
                  </a:lnTo>
                  <a:lnTo>
                    <a:pt x="23923" y="286"/>
                  </a:lnTo>
                  <a:lnTo>
                    <a:pt x="25137" y="161"/>
                  </a:lnTo>
                  <a:lnTo>
                    <a:pt x="26381" y="71"/>
                  </a:lnTo>
                  <a:lnTo>
                    <a:pt x="27656" y="17"/>
                  </a:lnTo>
                  <a:lnTo>
                    <a:pt x="28962" y="0"/>
                  </a:lnTo>
                  <a:lnTo>
                    <a:pt x="30245" y="15"/>
                  </a:lnTo>
                  <a:lnTo>
                    <a:pt x="31499" y="61"/>
                  </a:lnTo>
                  <a:lnTo>
                    <a:pt x="32725" y="138"/>
                  </a:lnTo>
                  <a:lnTo>
                    <a:pt x="33922" y="247"/>
                  </a:lnTo>
                  <a:lnTo>
                    <a:pt x="35091" y="385"/>
                  </a:lnTo>
                  <a:lnTo>
                    <a:pt x="36232" y="555"/>
                  </a:lnTo>
                  <a:lnTo>
                    <a:pt x="37344" y="756"/>
                  </a:lnTo>
                  <a:lnTo>
                    <a:pt x="38428" y="988"/>
                  </a:lnTo>
                  <a:lnTo>
                    <a:pt x="39483" y="1250"/>
                  </a:lnTo>
                  <a:lnTo>
                    <a:pt x="40510" y="1543"/>
                  </a:lnTo>
                  <a:lnTo>
                    <a:pt x="41507" y="1867"/>
                  </a:lnTo>
                  <a:lnTo>
                    <a:pt x="42472" y="2220"/>
                  </a:lnTo>
                  <a:lnTo>
                    <a:pt x="43404" y="2603"/>
                  </a:lnTo>
                  <a:lnTo>
                    <a:pt x="44304" y="3016"/>
                  </a:lnTo>
                  <a:lnTo>
                    <a:pt x="45173" y="3458"/>
                  </a:lnTo>
                  <a:lnTo>
                    <a:pt x="46009" y="3930"/>
                  </a:lnTo>
                  <a:lnTo>
                    <a:pt x="46813" y="4431"/>
                  </a:lnTo>
                  <a:lnTo>
                    <a:pt x="47585" y="4962"/>
                  </a:lnTo>
                  <a:lnTo>
                    <a:pt x="48325" y="5523"/>
                  </a:lnTo>
                  <a:lnTo>
                    <a:pt x="49032" y="6113"/>
                  </a:lnTo>
                  <a:lnTo>
                    <a:pt x="49720" y="6733"/>
                  </a:lnTo>
                  <a:lnTo>
                    <a:pt x="50374" y="7380"/>
                  </a:lnTo>
                  <a:lnTo>
                    <a:pt x="50994" y="8057"/>
                  </a:lnTo>
                  <a:lnTo>
                    <a:pt x="51582" y="8761"/>
                  </a:lnTo>
                  <a:lnTo>
                    <a:pt x="52135" y="9494"/>
                  </a:lnTo>
                  <a:lnTo>
                    <a:pt x="52656" y="10256"/>
                  </a:lnTo>
                  <a:lnTo>
                    <a:pt x="53143" y="11045"/>
                  </a:lnTo>
                  <a:lnTo>
                    <a:pt x="53597" y="11864"/>
                  </a:lnTo>
                  <a:lnTo>
                    <a:pt x="54018" y="12710"/>
                  </a:lnTo>
                  <a:lnTo>
                    <a:pt x="54405" y="13585"/>
                  </a:lnTo>
                  <a:lnTo>
                    <a:pt x="54757" y="14488"/>
                  </a:lnTo>
                  <a:lnTo>
                    <a:pt x="55072" y="15418"/>
                  </a:lnTo>
                  <a:lnTo>
                    <a:pt x="55350" y="16375"/>
                  </a:lnTo>
                  <a:lnTo>
                    <a:pt x="55591" y="17360"/>
                  </a:lnTo>
                  <a:lnTo>
                    <a:pt x="55794" y="18371"/>
                  </a:lnTo>
                  <a:lnTo>
                    <a:pt x="55961" y="19410"/>
                  </a:lnTo>
                  <a:lnTo>
                    <a:pt x="56091" y="20476"/>
                  </a:lnTo>
                  <a:lnTo>
                    <a:pt x="56183" y="21569"/>
                  </a:lnTo>
                  <a:lnTo>
                    <a:pt x="56239" y="22689"/>
                  </a:lnTo>
                  <a:lnTo>
                    <a:pt x="56258" y="23837"/>
                  </a:lnTo>
                  <a:lnTo>
                    <a:pt x="56241" y="24709"/>
                  </a:lnTo>
                  <a:lnTo>
                    <a:pt x="56193" y="25573"/>
                  </a:lnTo>
                  <a:lnTo>
                    <a:pt x="56113" y="26428"/>
                  </a:lnTo>
                  <a:lnTo>
                    <a:pt x="56001" y="27275"/>
                  </a:lnTo>
                  <a:lnTo>
                    <a:pt x="55856" y="28113"/>
                  </a:lnTo>
                  <a:lnTo>
                    <a:pt x="55680" y="28942"/>
                  </a:lnTo>
                  <a:lnTo>
                    <a:pt x="55471" y="29763"/>
                  </a:lnTo>
                  <a:lnTo>
                    <a:pt x="55230" y="30575"/>
                  </a:lnTo>
                  <a:lnTo>
                    <a:pt x="54957" y="31379"/>
                  </a:lnTo>
                  <a:lnTo>
                    <a:pt x="54652" y="32173"/>
                  </a:lnTo>
                  <a:lnTo>
                    <a:pt x="54332" y="32960"/>
                  </a:lnTo>
                  <a:lnTo>
                    <a:pt x="53990" y="33739"/>
                  </a:lnTo>
                  <a:lnTo>
                    <a:pt x="53626" y="34511"/>
                  </a:lnTo>
                  <a:lnTo>
                    <a:pt x="53239" y="35276"/>
                  </a:lnTo>
                  <a:lnTo>
                    <a:pt x="52830" y="36033"/>
                  </a:lnTo>
                  <a:lnTo>
                    <a:pt x="52399" y="36783"/>
                  </a:lnTo>
                  <a:lnTo>
                    <a:pt x="51946" y="37525"/>
                  </a:lnTo>
                  <a:lnTo>
                    <a:pt x="51470" y="38260"/>
                  </a:lnTo>
                  <a:lnTo>
                    <a:pt x="50973" y="38987"/>
                  </a:lnTo>
                  <a:lnTo>
                    <a:pt x="50453" y="39707"/>
                  </a:lnTo>
                  <a:lnTo>
                    <a:pt x="49925" y="40421"/>
                  </a:lnTo>
                  <a:lnTo>
                    <a:pt x="49381" y="41130"/>
                  </a:lnTo>
                  <a:lnTo>
                    <a:pt x="48819" y="41834"/>
                  </a:lnTo>
                  <a:lnTo>
                    <a:pt x="48239" y="42533"/>
                  </a:lnTo>
                  <a:lnTo>
                    <a:pt x="47643" y="43227"/>
                  </a:lnTo>
                  <a:lnTo>
                    <a:pt x="47029" y="43917"/>
                  </a:lnTo>
                  <a:lnTo>
                    <a:pt x="46398" y="44601"/>
                  </a:lnTo>
                  <a:lnTo>
                    <a:pt x="45749" y="45280"/>
                  </a:lnTo>
                  <a:lnTo>
                    <a:pt x="45084" y="45954"/>
                  </a:lnTo>
                  <a:lnTo>
                    <a:pt x="44401" y="46624"/>
                  </a:lnTo>
                  <a:lnTo>
                    <a:pt x="43706" y="47290"/>
                  </a:lnTo>
                  <a:lnTo>
                    <a:pt x="43005" y="47953"/>
                  </a:lnTo>
                  <a:lnTo>
                    <a:pt x="42298" y="48614"/>
                  </a:lnTo>
                  <a:lnTo>
                    <a:pt x="41585" y="49272"/>
                  </a:lnTo>
                  <a:lnTo>
                    <a:pt x="40865" y="49928"/>
                  </a:lnTo>
                  <a:lnTo>
                    <a:pt x="40140" y="50581"/>
                  </a:lnTo>
                  <a:lnTo>
                    <a:pt x="39408" y="51232"/>
                  </a:lnTo>
                  <a:lnTo>
                    <a:pt x="38670" y="51880"/>
                  </a:lnTo>
                  <a:lnTo>
                    <a:pt x="37926" y="52526"/>
                  </a:lnTo>
                  <a:lnTo>
                    <a:pt x="37175" y="53170"/>
                  </a:lnTo>
                  <a:lnTo>
                    <a:pt x="36421" y="53800"/>
                  </a:lnTo>
                  <a:lnTo>
                    <a:pt x="35666" y="54430"/>
                  </a:lnTo>
                  <a:lnTo>
                    <a:pt x="34910" y="55060"/>
                  </a:lnTo>
                  <a:lnTo>
                    <a:pt x="34152" y="55689"/>
                  </a:lnTo>
                  <a:lnTo>
                    <a:pt x="33393" y="56319"/>
                  </a:lnTo>
                  <a:lnTo>
                    <a:pt x="32633" y="56949"/>
                  </a:lnTo>
                  <a:lnTo>
                    <a:pt x="31871" y="57579"/>
                  </a:lnTo>
                  <a:lnTo>
                    <a:pt x="31109" y="58209"/>
                  </a:lnTo>
                  <a:lnTo>
                    <a:pt x="30345" y="58839"/>
                  </a:lnTo>
                  <a:lnTo>
                    <a:pt x="29580" y="59469"/>
                  </a:lnTo>
                  <a:lnTo>
                    <a:pt x="28818" y="60087"/>
                  </a:lnTo>
                  <a:lnTo>
                    <a:pt x="28066" y="60706"/>
                  </a:lnTo>
                  <a:lnTo>
                    <a:pt x="27321" y="61327"/>
                  </a:lnTo>
                  <a:lnTo>
                    <a:pt x="26586" y="61949"/>
                  </a:lnTo>
                  <a:lnTo>
                    <a:pt x="25859" y="62572"/>
                  </a:lnTo>
                  <a:lnTo>
                    <a:pt x="25141" y="63196"/>
                  </a:lnTo>
                  <a:lnTo>
                    <a:pt x="24431" y="63822"/>
                  </a:lnTo>
                  <a:lnTo>
                    <a:pt x="23730" y="64449"/>
                  </a:lnTo>
                  <a:lnTo>
                    <a:pt x="23038" y="65077"/>
                  </a:lnTo>
                  <a:lnTo>
                    <a:pt x="22355" y="65706"/>
                  </a:lnTo>
                  <a:lnTo>
                    <a:pt x="21694" y="66337"/>
                  </a:lnTo>
                  <a:lnTo>
                    <a:pt x="21048" y="66971"/>
                  </a:lnTo>
                  <a:lnTo>
                    <a:pt x="20415" y="67607"/>
                  </a:lnTo>
                  <a:lnTo>
                    <a:pt x="19795" y="68245"/>
                  </a:lnTo>
                  <a:lnTo>
                    <a:pt x="19190" y="68886"/>
                  </a:lnTo>
                  <a:lnTo>
                    <a:pt x="18597" y="69530"/>
                  </a:lnTo>
                  <a:lnTo>
                    <a:pt x="18019" y="70176"/>
                  </a:lnTo>
                  <a:lnTo>
                    <a:pt x="17454" y="70824"/>
                  </a:lnTo>
                  <a:lnTo>
                    <a:pt x="16902" y="71475"/>
                  </a:lnTo>
                  <a:lnTo>
                    <a:pt x="16364" y="72128"/>
                  </a:lnTo>
                  <a:lnTo>
                    <a:pt x="15845" y="72774"/>
                  </a:lnTo>
                  <a:lnTo>
                    <a:pt x="15349" y="73425"/>
                  </a:lnTo>
                  <a:lnTo>
                    <a:pt x="14877" y="74083"/>
                  </a:lnTo>
                  <a:lnTo>
                    <a:pt x="14428" y="74747"/>
                  </a:lnTo>
                  <a:lnTo>
                    <a:pt x="14002" y="75417"/>
                  </a:lnTo>
                  <a:lnTo>
                    <a:pt x="13600" y="76093"/>
                  </a:lnTo>
                  <a:lnTo>
                    <a:pt x="13222" y="76775"/>
                  </a:lnTo>
                  <a:lnTo>
                    <a:pt x="12867" y="77464"/>
                  </a:lnTo>
                  <a:lnTo>
                    <a:pt x="12535" y="78159"/>
                  </a:lnTo>
                  <a:lnTo>
                    <a:pt x="12227" y="78860"/>
                  </a:lnTo>
                  <a:lnTo>
                    <a:pt x="57616" y="78860"/>
                  </a:lnTo>
                  <a:lnTo>
                    <a:pt x="57616" y="88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038160" y="3606377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115105" y="3681161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144624" y="3606377"/>
              <a:ext cx="58419" cy="89543"/>
            </a:xfrm>
            <a:custGeom>
              <a:avLst/>
              <a:pathLst>
                <a:path w="58419" h="89543">
                  <a:moveTo>
                    <a:pt x="58419" y="43042"/>
                  </a:moveTo>
                  <a:lnTo>
                    <a:pt x="58397" y="45336"/>
                  </a:lnTo>
                  <a:lnTo>
                    <a:pt x="58330" y="47572"/>
                  </a:lnTo>
                  <a:lnTo>
                    <a:pt x="58219" y="49752"/>
                  </a:lnTo>
                  <a:lnTo>
                    <a:pt x="58063" y="51875"/>
                  </a:lnTo>
                  <a:lnTo>
                    <a:pt x="57863" y="53942"/>
                  </a:lnTo>
                  <a:lnTo>
                    <a:pt x="57619" y="55951"/>
                  </a:lnTo>
                  <a:lnTo>
                    <a:pt x="57330" y="57904"/>
                  </a:lnTo>
                  <a:lnTo>
                    <a:pt x="56996" y="59800"/>
                  </a:lnTo>
                  <a:lnTo>
                    <a:pt x="56618" y="61639"/>
                  </a:lnTo>
                  <a:lnTo>
                    <a:pt x="56196" y="63421"/>
                  </a:lnTo>
                  <a:lnTo>
                    <a:pt x="55744" y="65133"/>
                  </a:lnTo>
                  <a:lnTo>
                    <a:pt x="55255" y="66788"/>
                  </a:lnTo>
                  <a:lnTo>
                    <a:pt x="54727" y="68384"/>
                  </a:lnTo>
                  <a:lnTo>
                    <a:pt x="54160" y="69922"/>
                  </a:lnTo>
                  <a:lnTo>
                    <a:pt x="53556" y="71403"/>
                  </a:lnTo>
                  <a:lnTo>
                    <a:pt x="52913" y="72825"/>
                  </a:lnTo>
                  <a:lnTo>
                    <a:pt x="52232" y="74189"/>
                  </a:lnTo>
                  <a:lnTo>
                    <a:pt x="51512" y="75495"/>
                  </a:lnTo>
                  <a:lnTo>
                    <a:pt x="50755" y="76743"/>
                  </a:lnTo>
                  <a:lnTo>
                    <a:pt x="49959" y="77933"/>
                  </a:lnTo>
                  <a:lnTo>
                    <a:pt x="49126" y="79065"/>
                  </a:lnTo>
                  <a:lnTo>
                    <a:pt x="48257" y="80139"/>
                  </a:lnTo>
                  <a:lnTo>
                    <a:pt x="47352" y="81155"/>
                  </a:lnTo>
                  <a:lnTo>
                    <a:pt x="46411" y="82113"/>
                  </a:lnTo>
                  <a:lnTo>
                    <a:pt x="45435" y="83013"/>
                  </a:lnTo>
                  <a:lnTo>
                    <a:pt x="44423" y="83854"/>
                  </a:lnTo>
                  <a:lnTo>
                    <a:pt x="43375" y="84638"/>
                  </a:lnTo>
                  <a:lnTo>
                    <a:pt x="42291" y="85363"/>
                  </a:lnTo>
                  <a:lnTo>
                    <a:pt x="41172" y="86031"/>
                  </a:lnTo>
                  <a:lnTo>
                    <a:pt x="40016" y="86641"/>
                  </a:lnTo>
                  <a:lnTo>
                    <a:pt x="38840" y="87192"/>
                  </a:lnTo>
                  <a:lnTo>
                    <a:pt x="37635" y="87685"/>
                  </a:lnTo>
                  <a:lnTo>
                    <a:pt x="36400" y="88121"/>
                  </a:lnTo>
                  <a:lnTo>
                    <a:pt x="35135" y="88498"/>
                  </a:lnTo>
                  <a:lnTo>
                    <a:pt x="33841" y="88817"/>
                  </a:lnTo>
                  <a:lnTo>
                    <a:pt x="32517" y="89079"/>
                  </a:lnTo>
                  <a:lnTo>
                    <a:pt x="31163" y="89282"/>
                  </a:lnTo>
                  <a:lnTo>
                    <a:pt x="29780" y="89427"/>
                  </a:lnTo>
                  <a:lnTo>
                    <a:pt x="28367" y="89514"/>
                  </a:lnTo>
                  <a:lnTo>
                    <a:pt x="26924" y="89543"/>
                  </a:lnTo>
                  <a:lnTo>
                    <a:pt x="25934" y="89533"/>
                  </a:lnTo>
                  <a:lnTo>
                    <a:pt x="24963" y="89501"/>
                  </a:lnTo>
                  <a:lnTo>
                    <a:pt x="24012" y="89449"/>
                  </a:lnTo>
                  <a:lnTo>
                    <a:pt x="23081" y="89375"/>
                  </a:lnTo>
                  <a:lnTo>
                    <a:pt x="22169" y="89281"/>
                  </a:lnTo>
                  <a:lnTo>
                    <a:pt x="21278" y="89165"/>
                  </a:lnTo>
                  <a:lnTo>
                    <a:pt x="20406" y="89029"/>
                  </a:lnTo>
                  <a:lnTo>
                    <a:pt x="19553" y="88871"/>
                  </a:lnTo>
                  <a:lnTo>
                    <a:pt x="18721" y="88693"/>
                  </a:lnTo>
                  <a:lnTo>
                    <a:pt x="17908" y="88493"/>
                  </a:lnTo>
                  <a:lnTo>
                    <a:pt x="17114" y="88284"/>
                  </a:lnTo>
                  <a:lnTo>
                    <a:pt x="16337" y="88051"/>
                  </a:lnTo>
                  <a:lnTo>
                    <a:pt x="15578" y="87795"/>
                  </a:lnTo>
                  <a:lnTo>
                    <a:pt x="14835" y="87515"/>
                  </a:lnTo>
                  <a:lnTo>
                    <a:pt x="14110" y="87212"/>
                  </a:lnTo>
                  <a:lnTo>
                    <a:pt x="13403" y="86885"/>
                  </a:lnTo>
                  <a:lnTo>
                    <a:pt x="12712" y="86535"/>
                  </a:lnTo>
                  <a:lnTo>
                    <a:pt x="12039" y="86161"/>
                  </a:lnTo>
                  <a:lnTo>
                    <a:pt x="11383" y="85764"/>
                  </a:lnTo>
                  <a:lnTo>
                    <a:pt x="10745" y="85344"/>
                  </a:lnTo>
                  <a:lnTo>
                    <a:pt x="10124" y="84898"/>
                  </a:lnTo>
                  <a:lnTo>
                    <a:pt x="9522" y="84427"/>
                  </a:lnTo>
                  <a:lnTo>
                    <a:pt x="8938" y="83930"/>
                  </a:lnTo>
                  <a:lnTo>
                    <a:pt x="8373" y="83407"/>
                  </a:lnTo>
                  <a:lnTo>
                    <a:pt x="7827" y="82858"/>
                  </a:lnTo>
                  <a:lnTo>
                    <a:pt x="7299" y="82283"/>
                  </a:lnTo>
                  <a:lnTo>
                    <a:pt x="6789" y="81682"/>
                  </a:lnTo>
                  <a:lnTo>
                    <a:pt x="6298" y="81056"/>
                  </a:lnTo>
                  <a:lnTo>
                    <a:pt x="5826" y="80403"/>
                  </a:lnTo>
                  <a:lnTo>
                    <a:pt x="5372" y="79724"/>
                  </a:lnTo>
                  <a:lnTo>
                    <a:pt x="4936" y="79018"/>
                  </a:lnTo>
                  <a:lnTo>
                    <a:pt x="4517" y="78284"/>
                  </a:lnTo>
                  <a:lnTo>
                    <a:pt x="4116" y="77521"/>
                  </a:lnTo>
                  <a:lnTo>
                    <a:pt x="3732" y="76730"/>
                  </a:lnTo>
                  <a:lnTo>
                    <a:pt x="3365" y="75911"/>
                  </a:lnTo>
                  <a:lnTo>
                    <a:pt x="3016" y="75063"/>
                  </a:lnTo>
                  <a:lnTo>
                    <a:pt x="2683" y="74187"/>
                  </a:lnTo>
                  <a:lnTo>
                    <a:pt x="2368" y="73282"/>
                  </a:lnTo>
                  <a:lnTo>
                    <a:pt x="2071" y="72349"/>
                  </a:lnTo>
                  <a:lnTo>
                    <a:pt x="1790" y="71387"/>
                  </a:lnTo>
                  <a:lnTo>
                    <a:pt x="12412" y="69720"/>
                  </a:lnTo>
                  <a:lnTo>
                    <a:pt x="12777" y="70814"/>
                  </a:lnTo>
                  <a:lnTo>
                    <a:pt x="13180" y="71849"/>
                  </a:lnTo>
                  <a:lnTo>
                    <a:pt x="13622" y="72825"/>
                  </a:lnTo>
                  <a:lnTo>
                    <a:pt x="14102" y="73741"/>
                  </a:lnTo>
                  <a:lnTo>
                    <a:pt x="14620" y="74599"/>
                  </a:lnTo>
                  <a:lnTo>
                    <a:pt x="15176" y="75396"/>
                  </a:lnTo>
                  <a:lnTo>
                    <a:pt x="15771" y="76135"/>
                  </a:lnTo>
                  <a:lnTo>
                    <a:pt x="16404" y="76814"/>
                  </a:lnTo>
                  <a:lnTo>
                    <a:pt x="17075" y="77434"/>
                  </a:lnTo>
                  <a:lnTo>
                    <a:pt x="17785" y="77995"/>
                  </a:lnTo>
                  <a:lnTo>
                    <a:pt x="18545" y="78488"/>
                  </a:lnTo>
                  <a:lnTo>
                    <a:pt x="19343" y="78929"/>
                  </a:lnTo>
                  <a:lnTo>
                    <a:pt x="20180" y="79318"/>
                  </a:lnTo>
                  <a:lnTo>
                    <a:pt x="21055" y="79655"/>
                  </a:lnTo>
                  <a:lnTo>
                    <a:pt x="21969" y="79940"/>
                  </a:lnTo>
                  <a:lnTo>
                    <a:pt x="22920" y="80174"/>
                  </a:lnTo>
                  <a:lnTo>
                    <a:pt x="23910" y="80355"/>
                  </a:lnTo>
                  <a:lnTo>
                    <a:pt x="24938" y="80485"/>
                  </a:lnTo>
                  <a:lnTo>
                    <a:pt x="26005" y="80563"/>
                  </a:lnTo>
                  <a:lnTo>
                    <a:pt x="27110" y="80589"/>
                  </a:lnTo>
                  <a:lnTo>
                    <a:pt x="28003" y="80568"/>
                  </a:lnTo>
                  <a:lnTo>
                    <a:pt x="28881" y="80505"/>
                  </a:lnTo>
                  <a:lnTo>
                    <a:pt x="29742" y="80400"/>
                  </a:lnTo>
                  <a:lnTo>
                    <a:pt x="30588" y="80253"/>
                  </a:lnTo>
                  <a:lnTo>
                    <a:pt x="31417" y="80064"/>
                  </a:lnTo>
                  <a:lnTo>
                    <a:pt x="32230" y="79833"/>
                  </a:lnTo>
                  <a:lnTo>
                    <a:pt x="33027" y="79560"/>
                  </a:lnTo>
                  <a:lnTo>
                    <a:pt x="33809" y="79245"/>
                  </a:lnTo>
                  <a:lnTo>
                    <a:pt x="34574" y="78888"/>
                  </a:lnTo>
                  <a:lnTo>
                    <a:pt x="35323" y="78489"/>
                  </a:lnTo>
                  <a:lnTo>
                    <a:pt x="36065" y="78036"/>
                  </a:lnTo>
                  <a:lnTo>
                    <a:pt x="36783" y="77540"/>
                  </a:lnTo>
                  <a:lnTo>
                    <a:pt x="37477" y="77003"/>
                  </a:lnTo>
                  <a:lnTo>
                    <a:pt x="38149" y="76424"/>
                  </a:lnTo>
                  <a:lnTo>
                    <a:pt x="38797" y="75803"/>
                  </a:lnTo>
                  <a:lnTo>
                    <a:pt x="39421" y="75139"/>
                  </a:lnTo>
                  <a:lnTo>
                    <a:pt x="40022" y="74434"/>
                  </a:lnTo>
                  <a:lnTo>
                    <a:pt x="40599" y="73687"/>
                  </a:lnTo>
                  <a:lnTo>
                    <a:pt x="41153" y="72898"/>
                  </a:lnTo>
                  <a:lnTo>
                    <a:pt x="41684" y="72067"/>
                  </a:lnTo>
                  <a:lnTo>
                    <a:pt x="42203" y="71193"/>
                  </a:lnTo>
                  <a:lnTo>
                    <a:pt x="42699" y="70276"/>
                  </a:lnTo>
                  <a:lnTo>
                    <a:pt x="43171" y="69315"/>
                  </a:lnTo>
                  <a:lnTo>
                    <a:pt x="43620" y="68312"/>
                  </a:lnTo>
                  <a:lnTo>
                    <a:pt x="44046" y="67265"/>
                  </a:lnTo>
                  <a:lnTo>
                    <a:pt x="44448" y="66175"/>
                  </a:lnTo>
                  <a:lnTo>
                    <a:pt x="44826" y="65042"/>
                  </a:lnTo>
                  <a:lnTo>
                    <a:pt x="45181" y="63866"/>
                  </a:lnTo>
                  <a:lnTo>
                    <a:pt x="45513" y="62646"/>
                  </a:lnTo>
                  <a:lnTo>
                    <a:pt x="45821" y="61383"/>
                  </a:lnTo>
                  <a:lnTo>
                    <a:pt x="46104" y="60076"/>
                  </a:lnTo>
                  <a:lnTo>
                    <a:pt x="46360" y="58725"/>
                  </a:lnTo>
                  <a:lnTo>
                    <a:pt x="46588" y="57330"/>
                  </a:lnTo>
                  <a:lnTo>
                    <a:pt x="46789" y="55889"/>
                  </a:lnTo>
                  <a:lnTo>
                    <a:pt x="46964" y="54405"/>
                  </a:lnTo>
                  <a:lnTo>
                    <a:pt x="47111" y="52876"/>
                  </a:lnTo>
                  <a:lnTo>
                    <a:pt x="47230" y="51302"/>
                  </a:lnTo>
                  <a:lnTo>
                    <a:pt x="47323" y="49684"/>
                  </a:lnTo>
                  <a:lnTo>
                    <a:pt x="47388" y="48022"/>
                  </a:lnTo>
                  <a:lnTo>
                    <a:pt x="47427" y="46315"/>
                  </a:lnTo>
                  <a:lnTo>
                    <a:pt x="47157" y="46889"/>
                  </a:lnTo>
                  <a:lnTo>
                    <a:pt x="46868" y="47451"/>
                  </a:lnTo>
                  <a:lnTo>
                    <a:pt x="46560" y="48001"/>
                  </a:lnTo>
                  <a:lnTo>
                    <a:pt x="46231" y="48538"/>
                  </a:lnTo>
                  <a:lnTo>
                    <a:pt x="45883" y="49063"/>
                  </a:lnTo>
                  <a:lnTo>
                    <a:pt x="45515" y="49576"/>
                  </a:lnTo>
                  <a:lnTo>
                    <a:pt x="45127" y="50076"/>
                  </a:lnTo>
                  <a:lnTo>
                    <a:pt x="44719" y="50564"/>
                  </a:lnTo>
                  <a:lnTo>
                    <a:pt x="44292" y="51039"/>
                  </a:lnTo>
                  <a:lnTo>
                    <a:pt x="43845" y="51502"/>
                  </a:lnTo>
                  <a:lnTo>
                    <a:pt x="43394" y="51953"/>
                  </a:lnTo>
                  <a:lnTo>
                    <a:pt x="42929" y="52389"/>
                  </a:lnTo>
                  <a:lnTo>
                    <a:pt x="42450" y="52812"/>
                  </a:lnTo>
                  <a:lnTo>
                    <a:pt x="41958" y="53222"/>
                  </a:lnTo>
                  <a:lnTo>
                    <a:pt x="41452" y="53618"/>
                  </a:lnTo>
                  <a:lnTo>
                    <a:pt x="40933" y="54000"/>
                  </a:lnTo>
                  <a:lnTo>
                    <a:pt x="40400" y="54368"/>
                  </a:lnTo>
                  <a:lnTo>
                    <a:pt x="39853" y="54724"/>
                  </a:lnTo>
                  <a:lnTo>
                    <a:pt x="39293" y="55065"/>
                  </a:lnTo>
                  <a:lnTo>
                    <a:pt x="38719" y="55393"/>
                  </a:lnTo>
                  <a:lnTo>
                    <a:pt x="38146" y="55695"/>
                  </a:lnTo>
                  <a:lnTo>
                    <a:pt x="37563" y="55983"/>
                  </a:lnTo>
                  <a:lnTo>
                    <a:pt x="36970" y="56258"/>
                  </a:lnTo>
                  <a:lnTo>
                    <a:pt x="36368" y="56519"/>
                  </a:lnTo>
                  <a:lnTo>
                    <a:pt x="35755" y="56767"/>
                  </a:lnTo>
                  <a:lnTo>
                    <a:pt x="35133" y="57001"/>
                  </a:lnTo>
                  <a:lnTo>
                    <a:pt x="34500" y="57222"/>
                  </a:lnTo>
                  <a:lnTo>
                    <a:pt x="33858" y="57428"/>
                  </a:lnTo>
                  <a:lnTo>
                    <a:pt x="33206" y="57622"/>
                  </a:lnTo>
                  <a:lnTo>
                    <a:pt x="32544" y="57801"/>
                  </a:lnTo>
                  <a:lnTo>
                    <a:pt x="31876" y="57954"/>
                  </a:lnTo>
                  <a:lnTo>
                    <a:pt x="31208" y="58090"/>
                  </a:lnTo>
                  <a:lnTo>
                    <a:pt x="30538" y="58211"/>
                  </a:lnTo>
                  <a:lnTo>
                    <a:pt x="29866" y="58315"/>
                  </a:lnTo>
                  <a:lnTo>
                    <a:pt x="29194" y="58403"/>
                  </a:lnTo>
                  <a:lnTo>
                    <a:pt x="28520" y="58476"/>
                  </a:lnTo>
                  <a:lnTo>
                    <a:pt x="27845" y="58532"/>
                  </a:lnTo>
                  <a:lnTo>
                    <a:pt x="27169" y="58572"/>
                  </a:lnTo>
                  <a:lnTo>
                    <a:pt x="26491" y="58596"/>
                  </a:lnTo>
                  <a:lnTo>
                    <a:pt x="25813" y="58604"/>
                  </a:lnTo>
                  <a:lnTo>
                    <a:pt x="24638" y="58583"/>
                  </a:lnTo>
                  <a:lnTo>
                    <a:pt x="23486" y="58520"/>
                  </a:lnTo>
                  <a:lnTo>
                    <a:pt x="22356" y="58415"/>
                  </a:lnTo>
                  <a:lnTo>
                    <a:pt x="21248" y="58268"/>
                  </a:lnTo>
                  <a:lnTo>
                    <a:pt x="20162" y="58079"/>
                  </a:lnTo>
                  <a:lnTo>
                    <a:pt x="19099" y="57848"/>
                  </a:lnTo>
                  <a:lnTo>
                    <a:pt x="18058" y="57575"/>
                  </a:lnTo>
                  <a:lnTo>
                    <a:pt x="17039" y="57260"/>
                  </a:lnTo>
                  <a:lnTo>
                    <a:pt x="16042" y="56903"/>
                  </a:lnTo>
                  <a:lnTo>
                    <a:pt x="15068" y="56505"/>
                  </a:lnTo>
                  <a:lnTo>
                    <a:pt x="14131" y="56056"/>
                  </a:lnTo>
                  <a:lnTo>
                    <a:pt x="13222" y="55573"/>
                  </a:lnTo>
                  <a:lnTo>
                    <a:pt x="12342" y="55058"/>
                  </a:lnTo>
                  <a:lnTo>
                    <a:pt x="11491" y="54509"/>
                  </a:lnTo>
                  <a:lnTo>
                    <a:pt x="10668" y="53926"/>
                  </a:lnTo>
                  <a:lnTo>
                    <a:pt x="9873" y="53311"/>
                  </a:lnTo>
                  <a:lnTo>
                    <a:pt x="9106" y="52662"/>
                  </a:lnTo>
                  <a:lnTo>
                    <a:pt x="8368" y="51979"/>
                  </a:lnTo>
                  <a:lnTo>
                    <a:pt x="7659" y="51263"/>
                  </a:lnTo>
                  <a:lnTo>
                    <a:pt x="6978" y="50514"/>
                  </a:lnTo>
                  <a:lnTo>
                    <a:pt x="6326" y="49733"/>
                  </a:lnTo>
                  <a:lnTo>
                    <a:pt x="5703" y="48921"/>
                  </a:lnTo>
                  <a:lnTo>
                    <a:pt x="5110" y="48078"/>
                  </a:lnTo>
                  <a:lnTo>
                    <a:pt x="4547" y="47204"/>
                  </a:lnTo>
                  <a:lnTo>
                    <a:pt x="4014" y="46300"/>
                  </a:lnTo>
                  <a:lnTo>
                    <a:pt x="3510" y="45364"/>
                  </a:lnTo>
                  <a:lnTo>
                    <a:pt x="3035" y="44398"/>
                  </a:lnTo>
                  <a:lnTo>
                    <a:pt x="2591" y="43400"/>
                  </a:lnTo>
                  <a:lnTo>
                    <a:pt x="2176" y="42372"/>
                  </a:lnTo>
                  <a:lnTo>
                    <a:pt x="1790" y="41313"/>
                  </a:lnTo>
                  <a:lnTo>
                    <a:pt x="1450" y="40214"/>
                  </a:lnTo>
                  <a:lnTo>
                    <a:pt x="1146" y="39092"/>
                  </a:lnTo>
                  <a:lnTo>
                    <a:pt x="877" y="37947"/>
                  </a:lnTo>
                  <a:lnTo>
                    <a:pt x="644" y="36778"/>
                  </a:lnTo>
                  <a:lnTo>
                    <a:pt x="447" y="35585"/>
                  </a:lnTo>
                  <a:lnTo>
                    <a:pt x="286" y="34369"/>
                  </a:lnTo>
                  <a:lnTo>
                    <a:pt x="161" y="33130"/>
                  </a:lnTo>
                  <a:lnTo>
                    <a:pt x="71" y="31867"/>
                  </a:lnTo>
                  <a:lnTo>
                    <a:pt x="17" y="30581"/>
                  </a:lnTo>
                  <a:lnTo>
                    <a:pt x="0" y="29271"/>
                  </a:lnTo>
                  <a:lnTo>
                    <a:pt x="19" y="27938"/>
                  </a:lnTo>
                  <a:lnTo>
                    <a:pt x="76" y="26630"/>
                  </a:lnTo>
                  <a:lnTo>
                    <a:pt x="172" y="25349"/>
                  </a:lnTo>
                  <a:lnTo>
                    <a:pt x="306" y="24093"/>
                  </a:lnTo>
                  <a:lnTo>
                    <a:pt x="478" y="22864"/>
                  </a:lnTo>
                  <a:lnTo>
                    <a:pt x="689" y="21660"/>
                  </a:lnTo>
                  <a:lnTo>
                    <a:pt x="938" y="20483"/>
                  </a:lnTo>
                  <a:lnTo>
                    <a:pt x="1225" y="19331"/>
                  </a:lnTo>
                  <a:lnTo>
                    <a:pt x="1550" y="18205"/>
                  </a:lnTo>
                  <a:lnTo>
                    <a:pt x="1914" y="17105"/>
                  </a:lnTo>
                  <a:lnTo>
                    <a:pt x="2326" y="16035"/>
                  </a:lnTo>
                  <a:lnTo>
                    <a:pt x="2773" y="14998"/>
                  </a:lnTo>
                  <a:lnTo>
                    <a:pt x="3255" y="13995"/>
                  </a:lnTo>
                  <a:lnTo>
                    <a:pt x="3771" y="13025"/>
                  </a:lnTo>
                  <a:lnTo>
                    <a:pt x="4322" y="12088"/>
                  </a:lnTo>
                  <a:lnTo>
                    <a:pt x="4908" y="11184"/>
                  </a:lnTo>
                  <a:lnTo>
                    <a:pt x="5528" y="10314"/>
                  </a:lnTo>
                  <a:lnTo>
                    <a:pt x="6182" y="9478"/>
                  </a:lnTo>
                  <a:lnTo>
                    <a:pt x="6872" y="8674"/>
                  </a:lnTo>
                  <a:lnTo>
                    <a:pt x="7595" y="7904"/>
                  </a:lnTo>
                  <a:lnTo>
                    <a:pt x="8353" y="7156"/>
                  </a:lnTo>
                  <a:lnTo>
                    <a:pt x="9144" y="6444"/>
                  </a:lnTo>
                  <a:lnTo>
                    <a:pt x="9968" y="5768"/>
                  </a:lnTo>
                  <a:lnTo>
                    <a:pt x="10826" y="5128"/>
                  </a:lnTo>
                  <a:lnTo>
                    <a:pt x="11717" y="4523"/>
                  </a:lnTo>
                  <a:lnTo>
                    <a:pt x="12642" y="3954"/>
                  </a:lnTo>
                  <a:lnTo>
                    <a:pt x="13600" y="3421"/>
                  </a:lnTo>
                  <a:lnTo>
                    <a:pt x="14591" y="2924"/>
                  </a:lnTo>
                  <a:lnTo>
                    <a:pt x="15615" y="2463"/>
                  </a:lnTo>
                  <a:lnTo>
                    <a:pt x="16673" y="2037"/>
                  </a:lnTo>
                  <a:lnTo>
                    <a:pt x="17774" y="1650"/>
                  </a:lnTo>
                  <a:lnTo>
                    <a:pt x="18904" y="1304"/>
                  </a:lnTo>
                  <a:lnTo>
                    <a:pt x="20062" y="998"/>
                  </a:lnTo>
                  <a:lnTo>
                    <a:pt x="21248" y="733"/>
                  </a:lnTo>
                  <a:lnTo>
                    <a:pt x="22463" y="509"/>
                  </a:lnTo>
                  <a:lnTo>
                    <a:pt x="23706" y="326"/>
                  </a:lnTo>
                  <a:lnTo>
                    <a:pt x="24977" y="183"/>
                  </a:lnTo>
                  <a:lnTo>
                    <a:pt x="26277" y="81"/>
                  </a:lnTo>
                  <a:lnTo>
                    <a:pt x="27605" y="20"/>
                  </a:lnTo>
                  <a:lnTo>
                    <a:pt x="28962" y="0"/>
                  </a:lnTo>
                  <a:lnTo>
                    <a:pt x="31794" y="107"/>
                  </a:lnTo>
                  <a:lnTo>
                    <a:pt x="34485" y="429"/>
                  </a:lnTo>
                  <a:lnTo>
                    <a:pt x="37036" y="967"/>
                  </a:lnTo>
                  <a:lnTo>
                    <a:pt x="39446" y="1719"/>
                  </a:lnTo>
                  <a:lnTo>
                    <a:pt x="41714" y="2686"/>
                  </a:lnTo>
                  <a:lnTo>
                    <a:pt x="43842" y="3868"/>
                  </a:lnTo>
                  <a:lnTo>
                    <a:pt x="45830" y="5265"/>
                  </a:lnTo>
                  <a:lnTo>
                    <a:pt x="47676" y="6876"/>
                  </a:lnTo>
                  <a:lnTo>
                    <a:pt x="49382" y="8703"/>
                  </a:lnTo>
                  <a:lnTo>
                    <a:pt x="50947" y="10745"/>
                  </a:lnTo>
                  <a:lnTo>
                    <a:pt x="52366" y="13002"/>
                  </a:lnTo>
                  <a:lnTo>
                    <a:pt x="53637" y="15475"/>
                  </a:lnTo>
                  <a:lnTo>
                    <a:pt x="54758" y="18164"/>
                  </a:lnTo>
                  <a:lnTo>
                    <a:pt x="55729" y="21070"/>
                  </a:lnTo>
                  <a:lnTo>
                    <a:pt x="56551" y="24192"/>
                  </a:lnTo>
                  <a:lnTo>
                    <a:pt x="57223" y="27530"/>
                  </a:lnTo>
                  <a:lnTo>
                    <a:pt x="57746" y="31083"/>
                  </a:lnTo>
                  <a:lnTo>
                    <a:pt x="58120" y="34854"/>
                  </a:lnTo>
                  <a:lnTo>
                    <a:pt x="58344" y="38840"/>
                  </a:lnTo>
                  <a:close/>
                  <a:moveTo>
                    <a:pt x="46315" y="32297"/>
                  </a:moveTo>
                  <a:lnTo>
                    <a:pt x="46303" y="31339"/>
                  </a:lnTo>
                  <a:lnTo>
                    <a:pt x="46268" y="30392"/>
                  </a:lnTo>
                  <a:lnTo>
                    <a:pt x="46210" y="29457"/>
                  </a:lnTo>
                  <a:lnTo>
                    <a:pt x="46127" y="28532"/>
                  </a:lnTo>
                  <a:lnTo>
                    <a:pt x="46022" y="27619"/>
                  </a:lnTo>
                  <a:lnTo>
                    <a:pt x="45893" y="26717"/>
                  </a:lnTo>
                  <a:lnTo>
                    <a:pt x="45740" y="25826"/>
                  </a:lnTo>
                  <a:lnTo>
                    <a:pt x="45564" y="24946"/>
                  </a:lnTo>
                  <a:lnTo>
                    <a:pt x="45365" y="24077"/>
                  </a:lnTo>
                  <a:lnTo>
                    <a:pt x="45142" y="23219"/>
                  </a:lnTo>
                  <a:lnTo>
                    <a:pt x="44908" y="22378"/>
                  </a:lnTo>
                  <a:lnTo>
                    <a:pt x="44650" y="21559"/>
                  </a:lnTo>
                  <a:lnTo>
                    <a:pt x="44369" y="20762"/>
                  </a:lnTo>
                  <a:lnTo>
                    <a:pt x="44065" y="19988"/>
                  </a:lnTo>
                  <a:lnTo>
                    <a:pt x="43737" y="19236"/>
                  </a:lnTo>
                  <a:lnTo>
                    <a:pt x="43385" y="18506"/>
                  </a:lnTo>
                  <a:lnTo>
                    <a:pt x="43011" y="17798"/>
                  </a:lnTo>
                  <a:lnTo>
                    <a:pt x="42612" y="17113"/>
                  </a:lnTo>
                  <a:lnTo>
                    <a:pt x="42191" y="16450"/>
                  </a:lnTo>
                  <a:lnTo>
                    <a:pt x="41745" y="15809"/>
                  </a:lnTo>
                  <a:lnTo>
                    <a:pt x="41290" y="15192"/>
                  </a:lnTo>
                  <a:lnTo>
                    <a:pt x="40812" y="14603"/>
                  </a:lnTo>
                  <a:lnTo>
                    <a:pt x="40311" y="14041"/>
                  </a:lnTo>
                  <a:lnTo>
                    <a:pt x="39789" y="13506"/>
                  </a:lnTo>
                  <a:lnTo>
                    <a:pt x="39244" y="12999"/>
                  </a:lnTo>
                  <a:lnTo>
                    <a:pt x="38677" y="12518"/>
                  </a:lnTo>
                  <a:lnTo>
                    <a:pt x="38088" y="12065"/>
                  </a:lnTo>
                  <a:lnTo>
                    <a:pt x="37477" y="11639"/>
                  </a:lnTo>
                  <a:lnTo>
                    <a:pt x="36843" y="11240"/>
                  </a:lnTo>
                  <a:lnTo>
                    <a:pt x="36187" y="10868"/>
                  </a:lnTo>
                  <a:lnTo>
                    <a:pt x="35522" y="10516"/>
                  </a:lnTo>
                  <a:lnTo>
                    <a:pt x="34836" y="10201"/>
                  </a:lnTo>
                  <a:lnTo>
                    <a:pt x="34129" y="9923"/>
                  </a:lnTo>
                  <a:lnTo>
                    <a:pt x="33401" y="9683"/>
                  </a:lnTo>
                  <a:lnTo>
                    <a:pt x="32652" y="9479"/>
                  </a:lnTo>
                  <a:lnTo>
                    <a:pt x="31882" y="9312"/>
                  </a:lnTo>
                  <a:lnTo>
                    <a:pt x="31091" y="9182"/>
                  </a:lnTo>
                  <a:lnTo>
                    <a:pt x="30279" y="9090"/>
                  </a:lnTo>
                  <a:lnTo>
                    <a:pt x="29446" y="9034"/>
                  </a:lnTo>
                  <a:lnTo>
                    <a:pt x="28592" y="9016"/>
                  </a:lnTo>
                  <a:lnTo>
                    <a:pt x="27797" y="9030"/>
                  </a:lnTo>
                  <a:lnTo>
                    <a:pt x="27018" y="9072"/>
                  </a:lnTo>
                  <a:lnTo>
                    <a:pt x="26256" y="9143"/>
                  </a:lnTo>
                  <a:lnTo>
                    <a:pt x="25509" y="9243"/>
                  </a:lnTo>
                  <a:lnTo>
                    <a:pt x="24778" y="9371"/>
                  </a:lnTo>
                  <a:lnTo>
                    <a:pt x="24064" y="9527"/>
                  </a:lnTo>
                  <a:lnTo>
                    <a:pt x="23365" y="9712"/>
                  </a:lnTo>
                  <a:lnTo>
                    <a:pt x="22683" y="9925"/>
                  </a:lnTo>
                  <a:lnTo>
                    <a:pt x="22017" y="10166"/>
                  </a:lnTo>
                  <a:lnTo>
                    <a:pt x="21366" y="10436"/>
                  </a:lnTo>
                  <a:lnTo>
                    <a:pt x="20734" y="10732"/>
                  </a:lnTo>
                  <a:lnTo>
                    <a:pt x="20121" y="11053"/>
                  </a:lnTo>
                  <a:lnTo>
                    <a:pt x="19529" y="11399"/>
                  </a:lnTo>
                  <a:lnTo>
                    <a:pt x="18956" y="11770"/>
                  </a:lnTo>
                  <a:lnTo>
                    <a:pt x="18402" y="12165"/>
                  </a:lnTo>
                  <a:lnTo>
                    <a:pt x="17869" y="12585"/>
                  </a:lnTo>
                  <a:lnTo>
                    <a:pt x="17355" y="13030"/>
                  </a:lnTo>
                  <a:lnTo>
                    <a:pt x="16861" y="13499"/>
                  </a:lnTo>
                  <a:lnTo>
                    <a:pt x="16387" y="13993"/>
                  </a:lnTo>
                  <a:lnTo>
                    <a:pt x="15932" y="14512"/>
                  </a:lnTo>
                  <a:lnTo>
                    <a:pt x="15497" y="15042"/>
                  </a:lnTo>
                  <a:lnTo>
                    <a:pt x="15082" y="15596"/>
                  </a:lnTo>
                  <a:lnTo>
                    <a:pt x="14687" y="16174"/>
                  </a:lnTo>
                  <a:lnTo>
                    <a:pt x="14312" y="16774"/>
                  </a:lnTo>
                  <a:lnTo>
                    <a:pt x="13956" y="17399"/>
                  </a:lnTo>
                  <a:lnTo>
                    <a:pt x="13620" y="18047"/>
                  </a:lnTo>
                  <a:lnTo>
                    <a:pt x="13304" y="18718"/>
                  </a:lnTo>
                  <a:lnTo>
                    <a:pt x="13007" y="19413"/>
                  </a:lnTo>
                  <a:lnTo>
                    <a:pt x="12731" y="20131"/>
                  </a:lnTo>
                  <a:lnTo>
                    <a:pt x="12474" y="20872"/>
                  </a:lnTo>
                  <a:lnTo>
                    <a:pt x="12251" y="21634"/>
                  </a:lnTo>
                  <a:lnTo>
                    <a:pt x="12051" y="22414"/>
                  </a:lnTo>
                  <a:lnTo>
                    <a:pt x="11875" y="23210"/>
                  </a:lnTo>
                  <a:lnTo>
                    <a:pt x="11723" y="24024"/>
                  </a:lnTo>
                  <a:lnTo>
                    <a:pt x="11594" y="24856"/>
                  </a:lnTo>
                  <a:lnTo>
                    <a:pt x="11488" y="25704"/>
                  </a:lnTo>
                  <a:lnTo>
                    <a:pt x="11406" y="26570"/>
                  </a:lnTo>
                  <a:lnTo>
                    <a:pt x="11347" y="27453"/>
                  </a:lnTo>
                  <a:lnTo>
                    <a:pt x="11312" y="28353"/>
                  </a:lnTo>
                  <a:lnTo>
                    <a:pt x="11301" y="29271"/>
                  </a:lnTo>
                  <a:lnTo>
                    <a:pt x="11311" y="30142"/>
                  </a:lnTo>
                  <a:lnTo>
                    <a:pt x="11343" y="31000"/>
                  </a:lnTo>
                  <a:lnTo>
                    <a:pt x="11395" y="31846"/>
                  </a:lnTo>
                  <a:lnTo>
                    <a:pt x="11468" y="32680"/>
                  </a:lnTo>
                  <a:lnTo>
                    <a:pt x="11563" y="33501"/>
                  </a:lnTo>
                  <a:lnTo>
                    <a:pt x="11678" y="34310"/>
                  </a:lnTo>
                  <a:lnTo>
                    <a:pt x="11815" y="35107"/>
                  </a:lnTo>
                  <a:lnTo>
                    <a:pt x="11972" y="35891"/>
                  </a:lnTo>
                  <a:lnTo>
                    <a:pt x="12151" y="36663"/>
                  </a:lnTo>
                  <a:lnTo>
                    <a:pt x="12350" y="37423"/>
                  </a:lnTo>
                  <a:lnTo>
                    <a:pt x="12583" y="38166"/>
                  </a:lnTo>
                  <a:lnTo>
                    <a:pt x="12837" y="38890"/>
                  </a:lnTo>
                  <a:lnTo>
                    <a:pt x="13112" y="39594"/>
                  </a:lnTo>
                  <a:lnTo>
                    <a:pt x="13408" y="40278"/>
                  </a:lnTo>
                  <a:lnTo>
                    <a:pt x="13724" y="40943"/>
                  </a:lnTo>
                  <a:lnTo>
                    <a:pt x="14062" y="41587"/>
                  </a:lnTo>
                  <a:lnTo>
                    <a:pt x="14421" y="42212"/>
                  </a:lnTo>
                  <a:lnTo>
                    <a:pt x="14801" y="42817"/>
                  </a:lnTo>
                  <a:lnTo>
                    <a:pt x="15202" y="43403"/>
                  </a:lnTo>
                  <a:lnTo>
                    <a:pt x="15623" y="43968"/>
                  </a:lnTo>
                  <a:lnTo>
                    <a:pt x="16066" y="44501"/>
                  </a:lnTo>
                  <a:lnTo>
                    <a:pt x="16530" y="45011"/>
                  </a:lnTo>
                  <a:lnTo>
                    <a:pt x="17015" y="45499"/>
                  </a:lnTo>
                  <a:lnTo>
                    <a:pt x="17520" y="45964"/>
                  </a:lnTo>
                  <a:lnTo>
                    <a:pt x="18047" y="46408"/>
                  </a:lnTo>
                  <a:lnTo>
                    <a:pt x="18595" y="46829"/>
                  </a:lnTo>
                  <a:lnTo>
                    <a:pt x="19164" y="47228"/>
                  </a:lnTo>
                  <a:lnTo>
                    <a:pt x="19753" y="47605"/>
                  </a:lnTo>
                  <a:lnTo>
                    <a:pt x="20364" y="47959"/>
                  </a:lnTo>
                  <a:lnTo>
                    <a:pt x="20996" y="48291"/>
                  </a:lnTo>
                  <a:lnTo>
                    <a:pt x="21649" y="48585"/>
                  </a:lnTo>
                  <a:lnTo>
                    <a:pt x="22322" y="48847"/>
                  </a:lnTo>
                  <a:lnTo>
                    <a:pt x="23017" y="49079"/>
                  </a:lnTo>
                  <a:lnTo>
                    <a:pt x="23733" y="49279"/>
                  </a:lnTo>
                  <a:lnTo>
                    <a:pt x="24470" y="49449"/>
                  </a:lnTo>
                  <a:lnTo>
                    <a:pt x="25227" y="49588"/>
                  </a:lnTo>
                  <a:lnTo>
                    <a:pt x="26006" y="49696"/>
                  </a:lnTo>
                  <a:lnTo>
                    <a:pt x="26806" y="49773"/>
                  </a:lnTo>
                  <a:lnTo>
                    <a:pt x="27626" y="49820"/>
                  </a:lnTo>
                  <a:lnTo>
                    <a:pt x="28468" y="49835"/>
                  </a:lnTo>
                  <a:lnTo>
                    <a:pt x="29086" y="49825"/>
                  </a:lnTo>
                  <a:lnTo>
                    <a:pt x="29706" y="49793"/>
                  </a:lnTo>
                  <a:lnTo>
                    <a:pt x="30326" y="49741"/>
                  </a:lnTo>
                  <a:lnTo>
                    <a:pt x="30948" y="49667"/>
                  </a:lnTo>
                  <a:lnTo>
                    <a:pt x="31571" y="49573"/>
                  </a:lnTo>
                  <a:lnTo>
                    <a:pt x="32196" y="49457"/>
                  </a:lnTo>
                  <a:lnTo>
                    <a:pt x="32821" y="49321"/>
                  </a:lnTo>
                  <a:lnTo>
                    <a:pt x="33448" y="49163"/>
                  </a:lnTo>
                  <a:lnTo>
                    <a:pt x="34076" y="48985"/>
                  </a:lnTo>
                  <a:lnTo>
                    <a:pt x="34705" y="48785"/>
                  </a:lnTo>
                  <a:lnTo>
                    <a:pt x="35341" y="48564"/>
                  </a:lnTo>
                  <a:lnTo>
                    <a:pt x="35963" y="48321"/>
                  </a:lnTo>
                  <a:lnTo>
                    <a:pt x="36571" y="48055"/>
                  </a:lnTo>
                  <a:lnTo>
                    <a:pt x="37166" y="47768"/>
                  </a:lnTo>
                  <a:lnTo>
                    <a:pt x="37747" y="47458"/>
                  </a:lnTo>
                  <a:lnTo>
                    <a:pt x="38314" y="47125"/>
                  </a:lnTo>
                  <a:lnTo>
                    <a:pt x="38868" y="46771"/>
                  </a:lnTo>
                  <a:lnTo>
                    <a:pt x="39409" y="46394"/>
                  </a:lnTo>
                  <a:lnTo>
                    <a:pt x="39935" y="45995"/>
                  </a:lnTo>
                  <a:lnTo>
                    <a:pt x="40448" y="45574"/>
                  </a:lnTo>
                  <a:lnTo>
                    <a:pt x="40957" y="45131"/>
                  </a:lnTo>
                  <a:lnTo>
                    <a:pt x="41446" y="44665"/>
                  </a:lnTo>
                  <a:lnTo>
                    <a:pt x="41916" y="44177"/>
                  </a:lnTo>
                  <a:lnTo>
                    <a:pt x="42365" y="43667"/>
                  </a:lnTo>
                  <a:lnTo>
                    <a:pt x="42795" y="43135"/>
                  </a:lnTo>
                  <a:lnTo>
                    <a:pt x="43205" y="42580"/>
                  </a:lnTo>
                  <a:lnTo>
                    <a:pt x="43595" y="42003"/>
                  </a:lnTo>
                  <a:lnTo>
                    <a:pt x="43966" y="41404"/>
                  </a:lnTo>
                  <a:lnTo>
                    <a:pt x="44317" y="40783"/>
                  </a:lnTo>
                  <a:lnTo>
                    <a:pt x="44648" y="40140"/>
                  </a:lnTo>
                  <a:lnTo>
                    <a:pt x="44965" y="39461"/>
                  </a:lnTo>
                  <a:lnTo>
                    <a:pt x="45248" y="38759"/>
                  </a:lnTo>
                  <a:lnTo>
                    <a:pt x="45498" y="38033"/>
                  </a:lnTo>
                  <a:lnTo>
                    <a:pt x="45715" y="37284"/>
                  </a:lnTo>
                  <a:lnTo>
                    <a:pt x="45898" y="36512"/>
                  </a:lnTo>
                  <a:lnTo>
                    <a:pt x="46048" y="35716"/>
                  </a:lnTo>
                  <a:lnTo>
                    <a:pt x="46165" y="34896"/>
                  </a:lnTo>
                  <a:lnTo>
                    <a:pt x="46248" y="34053"/>
                  </a:lnTo>
                  <a:lnTo>
                    <a:pt x="46298" y="331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214962" y="3606377"/>
              <a:ext cx="58419" cy="89543"/>
            </a:xfrm>
            <a:custGeom>
              <a:avLst/>
              <a:pathLst>
                <a:path w="58419" h="89543">
                  <a:moveTo>
                    <a:pt x="58419" y="43042"/>
                  </a:moveTo>
                  <a:lnTo>
                    <a:pt x="58397" y="45336"/>
                  </a:lnTo>
                  <a:lnTo>
                    <a:pt x="58330" y="47572"/>
                  </a:lnTo>
                  <a:lnTo>
                    <a:pt x="58219" y="49752"/>
                  </a:lnTo>
                  <a:lnTo>
                    <a:pt x="58063" y="51875"/>
                  </a:lnTo>
                  <a:lnTo>
                    <a:pt x="57863" y="53942"/>
                  </a:lnTo>
                  <a:lnTo>
                    <a:pt x="57619" y="55951"/>
                  </a:lnTo>
                  <a:lnTo>
                    <a:pt x="57330" y="57904"/>
                  </a:lnTo>
                  <a:lnTo>
                    <a:pt x="56996" y="59800"/>
                  </a:lnTo>
                  <a:lnTo>
                    <a:pt x="56618" y="61639"/>
                  </a:lnTo>
                  <a:lnTo>
                    <a:pt x="56196" y="63421"/>
                  </a:lnTo>
                  <a:lnTo>
                    <a:pt x="55744" y="65133"/>
                  </a:lnTo>
                  <a:lnTo>
                    <a:pt x="55255" y="66788"/>
                  </a:lnTo>
                  <a:lnTo>
                    <a:pt x="54727" y="68384"/>
                  </a:lnTo>
                  <a:lnTo>
                    <a:pt x="54160" y="69922"/>
                  </a:lnTo>
                  <a:lnTo>
                    <a:pt x="53556" y="71403"/>
                  </a:lnTo>
                  <a:lnTo>
                    <a:pt x="52913" y="72825"/>
                  </a:lnTo>
                  <a:lnTo>
                    <a:pt x="52232" y="74189"/>
                  </a:lnTo>
                  <a:lnTo>
                    <a:pt x="51512" y="75495"/>
                  </a:lnTo>
                  <a:lnTo>
                    <a:pt x="50755" y="76743"/>
                  </a:lnTo>
                  <a:lnTo>
                    <a:pt x="49959" y="77933"/>
                  </a:lnTo>
                  <a:lnTo>
                    <a:pt x="49126" y="79065"/>
                  </a:lnTo>
                  <a:lnTo>
                    <a:pt x="48257" y="80139"/>
                  </a:lnTo>
                  <a:lnTo>
                    <a:pt x="47352" y="81155"/>
                  </a:lnTo>
                  <a:lnTo>
                    <a:pt x="46411" y="82113"/>
                  </a:lnTo>
                  <a:lnTo>
                    <a:pt x="45435" y="83013"/>
                  </a:lnTo>
                  <a:lnTo>
                    <a:pt x="44423" y="83854"/>
                  </a:lnTo>
                  <a:lnTo>
                    <a:pt x="43375" y="84638"/>
                  </a:lnTo>
                  <a:lnTo>
                    <a:pt x="42291" y="85363"/>
                  </a:lnTo>
                  <a:lnTo>
                    <a:pt x="41172" y="86031"/>
                  </a:lnTo>
                  <a:lnTo>
                    <a:pt x="40016" y="86641"/>
                  </a:lnTo>
                  <a:lnTo>
                    <a:pt x="38840" y="87192"/>
                  </a:lnTo>
                  <a:lnTo>
                    <a:pt x="37635" y="87685"/>
                  </a:lnTo>
                  <a:lnTo>
                    <a:pt x="36400" y="88121"/>
                  </a:lnTo>
                  <a:lnTo>
                    <a:pt x="35135" y="88498"/>
                  </a:lnTo>
                  <a:lnTo>
                    <a:pt x="33841" y="88817"/>
                  </a:lnTo>
                  <a:lnTo>
                    <a:pt x="32517" y="89079"/>
                  </a:lnTo>
                  <a:lnTo>
                    <a:pt x="31163" y="89282"/>
                  </a:lnTo>
                  <a:lnTo>
                    <a:pt x="29780" y="89427"/>
                  </a:lnTo>
                  <a:lnTo>
                    <a:pt x="28367" y="89514"/>
                  </a:lnTo>
                  <a:lnTo>
                    <a:pt x="26924" y="89543"/>
                  </a:lnTo>
                  <a:lnTo>
                    <a:pt x="25934" y="89533"/>
                  </a:lnTo>
                  <a:lnTo>
                    <a:pt x="24963" y="89501"/>
                  </a:lnTo>
                  <a:lnTo>
                    <a:pt x="24012" y="89449"/>
                  </a:lnTo>
                  <a:lnTo>
                    <a:pt x="23081" y="89375"/>
                  </a:lnTo>
                  <a:lnTo>
                    <a:pt x="22169" y="89281"/>
                  </a:lnTo>
                  <a:lnTo>
                    <a:pt x="21278" y="89165"/>
                  </a:lnTo>
                  <a:lnTo>
                    <a:pt x="20406" y="89029"/>
                  </a:lnTo>
                  <a:lnTo>
                    <a:pt x="19553" y="88871"/>
                  </a:lnTo>
                  <a:lnTo>
                    <a:pt x="18721" y="88693"/>
                  </a:lnTo>
                  <a:lnTo>
                    <a:pt x="17908" y="88493"/>
                  </a:lnTo>
                  <a:lnTo>
                    <a:pt x="17114" y="88284"/>
                  </a:lnTo>
                  <a:lnTo>
                    <a:pt x="16337" y="88051"/>
                  </a:lnTo>
                  <a:lnTo>
                    <a:pt x="15578" y="87795"/>
                  </a:lnTo>
                  <a:lnTo>
                    <a:pt x="14835" y="87515"/>
                  </a:lnTo>
                  <a:lnTo>
                    <a:pt x="14110" y="87212"/>
                  </a:lnTo>
                  <a:lnTo>
                    <a:pt x="13403" y="86885"/>
                  </a:lnTo>
                  <a:lnTo>
                    <a:pt x="12712" y="86535"/>
                  </a:lnTo>
                  <a:lnTo>
                    <a:pt x="12039" y="86161"/>
                  </a:lnTo>
                  <a:lnTo>
                    <a:pt x="11383" y="85764"/>
                  </a:lnTo>
                  <a:lnTo>
                    <a:pt x="10745" y="85344"/>
                  </a:lnTo>
                  <a:lnTo>
                    <a:pt x="10124" y="84898"/>
                  </a:lnTo>
                  <a:lnTo>
                    <a:pt x="9522" y="84427"/>
                  </a:lnTo>
                  <a:lnTo>
                    <a:pt x="8938" y="83930"/>
                  </a:lnTo>
                  <a:lnTo>
                    <a:pt x="8373" y="83407"/>
                  </a:lnTo>
                  <a:lnTo>
                    <a:pt x="7827" y="82858"/>
                  </a:lnTo>
                  <a:lnTo>
                    <a:pt x="7299" y="82283"/>
                  </a:lnTo>
                  <a:lnTo>
                    <a:pt x="6789" y="81682"/>
                  </a:lnTo>
                  <a:lnTo>
                    <a:pt x="6298" y="81056"/>
                  </a:lnTo>
                  <a:lnTo>
                    <a:pt x="5826" y="80403"/>
                  </a:lnTo>
                  <a:lnTo>
                    <a:pt x="5372" y="79724"/>
                  </a:lnTo>
                  <a:lnTo>
                    <a:pt x="4936" y="79018"/>
                  </a:lnTo>
                  <a:lnTo>
                    <a:pt x="4517" y="78284"/>
                  </a:lnTo>
                  <a:lnTo>
                    <a:pt x="4116" y="77521"/>
                  </a:lnTo>
                  <a:lnTo>
                    <a:pt x="3732" y="76730"/>
                  </a:lnTo>
                  <a:lnTo>
                    <a:pt x="3365" y="75911"/>
                  </a:lnTo>
                  <a:lnTo>
                    <a:pt x="3016" y="75063"/>
                  </a:lnTo>
                  <a:lnTo>
                    <a:pt x="2683" y="74187"/>
                  </a:lnTo>
                  <a:lnTo>
                    <a:pt x="2368" y="73282"/>
                  </a:lnTo>
                  <a:lnTo>
                    <a:pt x="2071" y="72349"/>
                  </a:lnTo>
                  <a:lnTo>
                    <a:pt x="1790" y="71387"/>
                  </a:lnTo>
                  <a:lnTo>
                    <a:pt x="12412" y="69720"/>
                  </a:lnTo>
                  <a:lnTo>
                    <a:pt x="12777" y="70814"/>
                  </a:lnTo>
                  <a:lnTo>
                    <a:pt x="13180" y="71849"/>
                  </a:lnTo>
                  <a:lnTo>
                    <a:pt x="13622" y="72825"/>
                  </a:lnTo>
                  <a:lnTo>
                    <a:pt x="14102" y="73741"/>
                  </a:lnTo>
                  <a:lnTo>
                    <a:pt x="14620" y="74599"/>
                  </a:lnTo>
                  <a:lnTo>
                    <a:pt x="15176" y="75396"/>
                  </a:lnTo>
                  <a:lnTo>
                    <a:pt x="15771" y="76135"/>
                  </a:lnTo>
                  <a:lnTo>
                    <a:pt x="16404" y="76814"/>
                  </a:lnTo>
                  <a:lnTo>
                    <a:pt x="17075" y="77434"/>
                  </a:lnTo>
                  <a:lnTo>
                    <a:pt x="17785" y="77995"/>
                  </a:lnTo>
                  <a:lnTo>
                    <a:pt x="18545" y="78488"/>
                  </a:lnTo>
                  <a:lnTo>
                    <a:pt x="19343" y="78929"/>
                  </a:lnTo>
                  <a:lnTo>
                    <a:pt x="20180" y="79318"/>
                  </a:lnTo>
                  <a:lnTo>
                    <a:pt x="21055" y="79655"/>
                  </a:lnTo>
                  <a:lnTo>
                    <a:pt x="21969" y="79940"/>
                  </a:lnTo>
                  <a:lnTo>
                    <a:pt x="22920" y="80174"/>
                  </a:lnTo>
                  <a:lnTo>
                    <a:pt x="23910" y="80355"/>
                  </a:lnTo>
                  <a:lnTo>
                    <a:pt x="24938" y="80485"/>
                  </a:lnTo>
                  <a:lnTo>
                    <a:pt x="26005" y="80563"/>
                  </a:lnTo>
                  <a:lnTo>
                    <a:pt x="27110" y="80589"/>
                  </a:lnTo>
                  <a:lnTo>
                    <a:pt x="28003" y="80568"/>
                  </a:lnTo>
                  <a:lnTo>
                    <a:pt x="28881" y="80505"/>
                  </a:lnTo>
                  <a:lnTo>
                    <a:pt x="29742" y="80400"/>
                  </a:lnTo>
                  <a:lnTo>
                    <a:pt x="30588" y="80253"/>
                  </a:lnTo>
                  <a:lnTo>
                    <a:pt x="31417" y="80064"/>
                  </a:lnTo>
                  <a:lnTo>
                    <a:pt x="32230" y="79833"/>
                  </a:lnTo>
                  <a:lnTo>
                    <a:pt x="33027" y="79560"/>
                  </a:lnTo>
                  <a:lnTo>
                    <a:pt x="33809" y="79245"/>
                  </a:lnTo>
                  <a:lnTo>
                    <a:pt x="34574" y="78888"/>
                  </a:lnTo>
                  <a:lnTo>
                    <a:pt x="35323" y="78489"/>
                  </a:lnTo>
                  <a:lnTo>
                    <a:pt x="36065" y="78036"/>
                  </a:lnTo>
                  <a:lnTo>
                    <a:pt x="36783" y="77540"/>
                  </a:lnTo>
                  <a:lnTo>
                    <a:pt x="37477" y="77003"/>
                  </a:lnTo>
                  <a:lnTo>
                    <a:pt x="38149" y="76424"/>
                  </a:lnTo>
                  <a:lnTo>
                    <a:pt x="38797" y="75803"/>
                  </a:lnTo>
                  <a:lnTo>
                    <a:pt x="39421" y="75139"/>
                  </a:lnTo>
                  <a:lnTo>
                    <a:pt x="40022" y="74434"/>
                  </a:lnTo>
                  <a:lnTo>
                    <a:pt x="40599" y="73687"/>
                  </a:lnTo>
                  <a:lnTo>
                    <a:pt x="41153" y="72898"/>
                  </a:lnTo>
                  <a:lnTo>
                    <a:pt x="41684" y="72067"/>
                  </a:lnTo>
                  <a:lnTo>
                    <a:pt x="42203" y="71193"/>
                  </a:lnTo>
                  <a:lnTo>
                    <a:pt x="42699" y="70276"/>
                  </a:lnTo>
                  <a:lnTo>
                    <a:pt x="43171" y="69315"/>
                  </a:lnTo>
                  <a:lnTo>
                    <a:pt x="43620" y="68312"/>
                  </a:lnTo>
                  <a:lnTo>
                    <a:pt x="44046" y="67265"/>
                  </a:lnTo>
                  <a:lnTo>
                    <a:pt x="44448" y="66175"/>
                  </a:lnTo>
                  <a:lnTo>
                    <a:pt x="44826" y="65042"/>
                  </a:lnTo>
                  <a:lnTo>
                    <a:pt x="45181" y="63866"/>
                  </a:lnTo>
                  <a:lnTo>
                    <a:pt x="45513" y="62646"/>
                  </a:lnTo>
                  <a:lnTo>
                    <a:pt x="45821" y="61383"/>
                  </a:lnTo>
                  <a:lnTo>
                    <a:pt x="46104" y="60076"/>
                  </a:lnTo>
                  <a:lnTo>
                    <a:pt x="46360" y="58725"/>
                  </a:lnTo>
                  <a:lnTo>
                    <a:pt x="46588" y="57330"/>
                  </a:lnTo>
                  <a:lnTo>
                    <a:pt x="46789" y="55889"/>
                  </a:lnTo>
                  <a:lnTo>
                    <a:pt x="46964" y="54405"/>
                  </a:lnTo>
                  <a:lnTo>
                    <a:pt x="47111" y="52876"/>
                  </a:lnTo>
                  <a:lnTo>
                    <a:pt x="47230" y="51302"/>
                  </a:lnTo>
                  <a:lnTo>
                    <a:pt x="47323" y="49684"/>
                  </a:lnTo>
                  <a:lnTo>
                    <a:pt x="47388" y="48022"/>
                  </a:lnTo>
                  <a:lnTo>
                    <a:pt x="47427" y="46315"/>
                  </a:lnTo>
                  <a:lnTo>
                    <a:pt x="47157" y="46889"/>
                  </a:lnTo>
                  <a:lnTo>
                    <a:pt x="46868" y="47451"/>
                  </a:lnTo>
                  <a:lnTo>
                    <a:pt x="46560" y="48001"/>
                  </a:lnTo>
                  <a:lnTo>
                    <a:pt x="46231" y="48538"/>
                  </a:lnTo>
                  <a:lnTo>
                    <a:pt x="45883" y="49063"/>
                  </a:lnTo>
                  <a:lnTo>
                    <a:pt x="45515" y="49576"/>
                  </a:lnTo>
                  <a:lnTo>
                    <a:pt x="45127" y="50076"/>
                  </a:lnTo>
                  <a:lnTo>
                    <a:pt x="44719" y="50564"/>
                  </a:lnTo>
                  <a:lnTo>
                    <a:pt x="44292" y="51039"/>
                  </a:lnTo>
                  <a:lnTo>
                    <a:pt x="43845" y="51502"/>
                  </a:lnTo>
                  <a:lnTo>
                    <a:pt x="43394" y="51953"/>
                  </a:lnTo>
                  <a:lnTo>
                    <a:pt x="42929" y="52389"/>
                  </a:lnTo>
                  <a:lnTo>
                    <a:pt x="42450" y="52812"/>
                  </a:lnTo>
                  <a:lnTo>
                    <a:pt x="41958" y="53222"/>
                  </a:lnTo>
                  <a:lnTo>
                    <a:pt x="41452" y="53618"/>
                  </a:lnTo>
                  <a:lnTo>
                    <a:pt x="40933" y="54000"/>
                  </a:lnTo>
                  <a:lnTo>
                    <a:pt x="40400" y="54368"/>
                  </a:lnTo>
                  <a:lnTo>
                    <a:pt x="39853" y="54724"/>
                  </a:lnTo>
                  <a:lnTo>
                    <a:pt x="39293" y="55065"/>
                  </a:lnTo>
                  <a:lnTo>
                    <a:pt x="38719" y="55393"/>
                  </a:lnTo>
                  <a:lnTo>
                    <a:pt x="38146" y="55695"/>
                  </a:lnTo>
                  <a:lnTo>
                    <a:pt x="37563" y="55983"/>
                  </a:lnTo>
                  <a:lnTo>
                    <a:pt x="36970" y="56258"/>
                  </a:lnTo>
                  <a:lnTo>
                    <a:pt x="36368" y="56519"/>
                  </a:lnTo>
                  <a:lnTo>
                    <a:pt x="35755" y="56767"/>
                  </a:lnTo>
                  <a:lnTo>
                    <a:pt x="35133" y="57001"/>
                  </a:lnTo>
                  <a:lnTo>
                    <a:pt x="34500" y="57222"/>
                  </a:lnTo>
                  <a:lnTo>
                    <a:pt x="33858" y="57428"/>
                  </a:lnTo>
                  <a:lnTo>
                    <a:pt x="33206" y="57622"/>
                  </a:lnTo>
                  <a:lnTo>
                    <a:pt x="32544" y="57801"/>
                  </a:lnTo>
                  <a:lnTo>
                    <a:pt x="31876" y="57954"/>
                  </a:lnTo>
                  <a:lnTo>
                    <a:pt x="31208" y="58090"/>
                  </a:lnTo>
                  <a:lnTo>
                    <a:pt x="30538" y="58211"/>
                  </a:lnTo>
                  <a:lnTo>
                    <a:pt x="29866" y="58315"/>
                  </a:lnTo>
                  <a:lnTo>
                    <a:pt x="29194" y="58403"/>
                  </a:lnTo>
                  <a:lnTo>
                    <a:pt x="28520" y="58476"/>
                  </a:lnTo>
                  <a:lnTo>
                    <a:pt x="27845" y="58532"/>
                  </a:lnTo>
                  <a:lnTo>
                    <a:pt x="27169" y="58572"/>
                  </a:lnTo>
                  <a:lnTo>
                    <a:pt x="26491" y="58596"/>
                  </a:lnTo>
                  <a:lnTo>
                    <a:pt x="25813" y="58604"/>
                  </a:lnTo>
                  <a:lnTo>
                    <a:pt x="24638" y="58583"/>
                  </a:lnTo>
                  <a:lnTo>
                    <a:pt x="23486" y="58520"/>
                  </a:lnTo>
                  <a:lnTo>
                    <a:pt x="22356" y="58415"/>
                  </a:lnTo>
                  <a:lnTo>
                    <a:pt x="21248" y="58268"/>
                  </a:lnTo>
                  <a:lnTo>
                    <a:pt x="20162" y="58079"/>
                  </a:lnTo>
                  <a:lnTo>
                    <a:pt x="19099" y="57848"/>
                  </a:lnTo>
                  <a:lnTo>
                    <a:pt x="18058" y="57575"/>
                  </a:lnTo>
                  <a:lnTo>
                    <a:pt x="17039" y="57260"/>
                  </a:lnTo>
                  <a:lnTo>
                    <a:pt x="16042" y="56903"/>
                  </a:lnTo>
                  <a:lnTo>
                    <a:pt x="15068" y="56505"/>
                  </a:lnTo>
                  <a:lnTo>
                    <a:pt x="14131" y="56056"/>
                  </a:lnTo>
                  <a:lnTo>
                    <a:pt x="13222" y="55573"/>
                  </a:lnTo>
                  <a:lnTo>
                    <a:pt x="12342" y="55058"/>
                  </a:lnTo>
                  <a:lnTo>
                    <a:pt x="11491" y="54509"/>
                  </a:lnTo>
                  <a:lnTo>
                    <a:pt x="10668" y="53926"/>
                  </a:lnTo>
                  <a:lnTo>
                    <a:pt x="9873" y="53311"/>
                  </a:lnTo>
                  <a:lnTo>
                    <a:pt x="9106" y="52662"/>
                  </a:lnTo>
                  <a:lnTo>
                    <a:pt x="8368" y="51979"/>
                  </a:lnTo>
                  <a:lnTo>
                    <a:pt x="7659" y="51263"/>
                  </a:lnTo>
                  <a:lnTo>
                    <a:pt x="6978" y="50514"/>
                  </a:lnTo>
                  <a:lnTo>
                    <a:pt x="6326" y="49733"/>
                  </a:lnTo>
                  <a:lnTo>
                    <a:pt x="5703" y="48921"/>
                  </a:lnTo>
                  <a:lnTo>
                    <a:pt x="5110" y="48078"/>
                  </a:lnTo>
                  <a:lnTo>
                    <a:pt x="4547" y="47204"/>
                  </a:lnTo>
                  <a:lnTo>
                    <a:pt x="4014" y="46300"/>
                  </a:lnTo>
                  <a:lnTo>
                    <a:pt x="3510" y="45364"/>
                  </a:lnTo>
                  <a:lnTo>
                    <a:pt x="3035" y="44398"/>
                  </a:lnTo>
                  <a:lnTo>
                    <a:pt x="2591" y="43400"/>
                  </a:lnTo>
                  <a:lnTo>
                    <a:pt x="2176" y="42372"/>
                  </a:lnTo>
                  <a:lnTo>
                    <a:pt x="1790" y="41313"/>
                  </a:lnTo>
                  <a:lnTo>
                    <a:pt x="1450" y="40214"/>
                  </a:lnTo>
                  <a:lnTo>
                    <a:pt x="1146" y="39092"/>
                  </a:lnTo>
                  <a:lnTo>
                    <a:pt x="877" y="37947"/>
                  </a:lnTo>
                  <a:lnTo>
                    <a:pt x="644" y="36778"/>
                  </a:lnTo>
                  <a:lnTo>
                    <a:pt x="447" y="35585"/>
                  </a:lnTo>
                  <a:lnTo>
                    <a:pt x="286" y="34369"/>
                  </a:lnTo>
                  <a:lnTo>
                    <a:pt x="161" y="33130"/>
                  </a:lnTo>
                  <a:lnTo>
                    <a:pt x="71" y="31867"/>
                  </a:lnTo>
                  <a:lnTo>
                    <a:pt x="17" y="30581"/>
                  </a:lnTo>
                  <a:lnTo>
                    <a:pt x="0" y="29271"/>
                  </a:lnTo>
                  <a:lnTo>
                    <a:pt x="19" y="27938"/>
                  </a:lnTo>
                  <a:lnTo>
                    <a:pt x="76" y="26630"/>
                  </a:lnTo>
                  <a:lnTo>
                    <a:pt x="172" y="25349"/>
                  </a:lnTo>
                  <a:lnTo>
                    <a:pt x="306" y="24093"/>
                  </a:lnTo>
                  <a:lnTo>
                    <a:pt x="478" y="22864"/>
                  </a:lnTo>
                  <a:lnTo>
                    <a:pt x="689" y="21660"/>
                  </a:lnTo>
                  <a:lnTo>
                    <a:pt x="938" y="20483"/>
                  </a:lnTo>
                  <a:lnTo>
                    <a:pt x="1225" y="19331"/>
                  </a:lnTo>
                  <a:lnTo>
                    <a:pt x="1550" y="18205"/>
                  </a:lnTo>
                  <a:lnTo>
                    <a:pt x="1914" y="17105"/>
                  </a:lnTo>
                  <a:lnTo>
                    <a:pt x="2326" y="16035"/>
                  </a:lnTo>
                  <a:lnTo>
                    <a:pt x="2773" y="14998"/>
                  </a:lnTo>
                  <a:lnTo>
                    <a:pt x="3255" y="13995"/>
                  </a:lnTo>
                  <a:lnTo>
                    <a:pt x="3771" y="13025"/>
                  </a:lnTo>
                  <a:lnTo>
                    <a:pt x="4322" y="12088"/>
                  </a:lnTo>
                  <a:lnTo>
                    <a:pt x="4908" y="11184"/>
                  </a:lnTo>
                  <a:lnTo>
                    <a:pt x="5528" y="10314"/>
                  </a:lnTo>
                  <a:lnTo>
                    <a:pt x="6182" y="9478"/>
                  </a:lnTo>
                  <a:lnTo>
                    <a:pt x="6872" y="8674"/>
                  </a:lnTo>
                  <a:lnTo>
                    <a:pt x="7595" y="7904"/>
                  </a:lnTo>
                  <a:lnTo>
                    <a:pt x="8353" y="7156"/>
                  </a:lnTo>
                  <a:lnTo>
                    <a:pt x="9144" y="6444"/>
                  </a:lnTo>
                  <a:lnTo>
                    <a:pt x="9968" y="5768"/>
                  </a:lnTo>
                  <a:lnTo>
                    <a:pt x="10826" y="5128"/>
                  </a:lnTo>
                  <a:lnTo>
                    <a:pt x="11717" y="4523"/>
                  </a:lnTo>
                  <a:lnTo>
                    <a:pt x="12642" y="3954"/>
                  </a:lnTo>
                  <a:lnTo>
                    <a:pt x="13600" y="3421"/>
                  </a:lnTo>
                  <a:lnTo>
                    <a:pt x="14591" y="2924"/>
                  </a:lnTo>
                  <a:lnTo>
                    <a:pt x="15615" y="2463"/>
                  </a:lnTo>
                  <a:lnTo>
                    <a:pt x="16673" y="2037"/>
                  </a:lnTo>
                  <a:lnTo>
                    <a:pt x="17774" y="1650"/>
                  </a:lnTo>
                  <a:lnTo>
                    <a:pt x="18904" y="1304"/>
                  </a:lnTo>
                  <a:lnTo>
                    <a:pt x="20062" y="998"/>
                  </a:lnTo>
                  <a:lnTo>
                    <a:pt x="21248" y="733"/>
                  </a:lnTo>
                  <a:lnTo>
                    <a:pt x="22463" y="509"/>
                  </a:lnTo>
                  <a:lnTo>
                    <a:pt x="23706" y="326"/>
                  </a:lnTo>
                  <a:lnTo>
                    <a:pt x="24977" y="183"/>
                  </a:lnTo>
                  <a:lnTo>
                    <a:pt x="26277" y="81"/>
                  </a:lnTo>
                  <a:lnTo>
                    <a:pt x="27605" y="20"/>
                  </a:lnTo>
                  <a:lnTo>
                    <a:pt x="28962" y="0"/>
                  </a:lnTo>
                  <a:lnTo>
                    <a:pt x="31794" y="107"/>
                  </a:lnTo>
                  <a:lnTo>
                    <a:pt x="34485" y="429"/>
                  </a:lnTo>
                  <a:lnTo>
                    <a:pt x="37036" y="967"/>
                  </a:lnTo>
                  <a:lnTo>
                    <a:pt x="39446" y="1719"/>
                  </a:lnTo>
                  <a:lnTo>
                    <a:pt x="41714" y="2686"/>
                  </a:lnTo>
                  <a:lnTo>
                    <a:pt x="43842" y="3868"/>
                  </a:lnTo>
                  <a:lnTo>
                    <a:pt x="45830" y="5265"/>
                  </a:lnTo>
                  <a:lnTo>
                    <a:pt x="47676" y="6876"/>
                  </a:lnTo>
                  <a:lnTo>
                    <a:pt x="49382" y="8703"/>
                  </a:lnTo>
                  <a:lnTo>
                    <a:pt x="50947" y="10745"/>
                  </a:lnTo>
                  <a:lnTo>
                    <a:pt x="52366" y="13002"/>
                  </a:lnTo>
                  <a:lnTo>
                    <a:pt x="53637" y="15475"/>
                  </a:lnTo>
                  <a:lnTo>
                    <a:pt x="54758" y="18164"/>
                  </a:lnTo>
                  <a:lnTo>
                    <a:pt x="55729" y="21070"/>
                  </a:lnTo>
                  <a:lnTo>
                    <a:pt x="56551" y="24192"/>
                  </a:lnTo>
                  <a:lnTo>
                    <a:pt x="57223" y="27530"/>
                  </a:lnTo>
                  <a:lnTo>
                    <a:pt x="57746" y="31083"/>
                  </a:lnTo>
                  <a:lnTo>
                    <a:pt x="58120" y="34854"/>
                  </a:lnTo>
                  <a:lnTo>
                    <a:pt x="58344" y="38840"/>
                  </a:lnTo>
                  <a:close/>
                  <a:moveTo>
                    <a:pt x="46315" y="32297"/>
                  </a:moveTo>
                  <a:lnTo>
                    <a:pt x="46303" y="31339"/>
                  </a:lnTo>
                  <a:lnTo>
                    <a:pt x="46268" y="30392"/>
                  </a:lnTo>
                  <a:lnTo>
                    <a:pt x="46210" y="29457"/>
                  </a:lnTo>
                  <a:lnTo>
                    <a:pt x="46127" y="28532"/>
                  </a:lnTo>
                  <a:lnTo>
                    <a:pt x="46022" y="27619"/>
                  </a:lnTo>
                  <a:lnTo>
                    <a:pt x="45893" y="26717"/>
                  </a:lnTo>
                  <a:lnTo>
                    <a:pt x="45740" y="25826"/>
                  </a:lnTo>
                  <a:lnTo>
                    <a:pt x="45564" y="24946"/>
                  </a:lnTo>
                  <a:lnTo>
                    <a:pt x="45365" y="24077"/>
                  </a:lnTo>
                  <a:lnTo>
                    <a:pt x="45142" y="23219"/>
                  </a:lnTo>
                  <a:lnTo>
                    <a:pt x="44908" y="22378"/>
                  </a:lnTo>
                  <a:lnTo>
                    <a:pt x="44650" y="21559"/>
                  </a:lnTo>
                  <a:lnTo>
                    <a:pt x="44369" y="20762"/>
                  </a:lnTo>
                  <a:lnTo>
                    <a:pt x="44065" y="19988"/>
                  </a:lnTo>
                  <a:lnTo>
                    <a:pt x="43737" y="19236"/>
                  </a:lnTo>
                  <a:lnTo>
                    <a:pt x="43385" y="18506"/>
                  </a:lnTo>
                  <a:lnTo>
                    <a:pt x="43011" y="17798"/>
                  </a:lnTo>
                  <a:lnTo>
                    <a:pt x="42612" y="17113"/>
                  </a:lnTo>
                  <a:lnTo>
                    <a:pt x="42191" y="16450"/>
                  </a:lnTo>
                  <a:lnTo>
                    <a:pt x="41745" y="15809"/>
                  </a:lnTo>
                  <a:lnTo>
                    <a:pt x="41290" y="15192"/>
                  </a:lnTo>
                  <a:lnTo>
                    <a:pt x="40812" y="14603"/>
                  </a:lnTo>
                  <a:lnTo>
                    <a:pt x="40311" y="14041"/>
                  </a:lnTo>
                  <a:lnTo>
                    <a:pt x="39789" y="13506"/>
                  </a:lnTo>
                  <a:lnTo>
                    <a:pt x="39244" y="12999"/>
                  </a:lnTo>
                  <a:lnTo>
                    <a:pt x="38677" y="12518"/>
                  </a:lnTo>
                  <a:lnTo>
                    <a:pt x="38088" y="12065"/>
                  </a:lnTo>
                  <a:lnTo>
                    <a:pt x="37477" y="11639"/>
                  </a:lnTo>
                  <a:lnTo>
                    <a:pt x="36843" y="11240"/>
                  </a:lnTo>
                  <a:lnTo>
                    <a:pt x="36187" y="10868"/>
                  </a:lnTo>
                  <a:lnTo>
                    <a:pt x="35522" y="10516"/>
                  </a:lnTo>
                  <a:lnTo>
                    <a:pt x="34836" y="10201"/>
                  </a:lnTo>
                  <a:lnTo>
                    <a:pt x="34129" y="9923"/>
                  </a:lnTo>
                  <a:lnTo>
                    <a:pt x="33401" y="9683"/>
                  </a:lnTo>
                  <a:lnTo>
                    <a:pt x="32652" y="9479"/>
                  </a:lnTo>
                  <a:lnTo>
                    <a:pt x="31882" y="9312"/>
                  </a:lnTo>
                  <a:lnTo>
                    <a:pt x="31091" y="9182"/>
                  </a:lnTo>
                  <a:lnTo>
                    <a:pt x="30279" y="9090"/>
                  </a:lnTo>
                  <a:lnTo>
                    <a:pt x="29446" y="9034"/>
                  </a:lnTo>
                  <a:lnTo>
                    <a:pt x="28592" y="9016"/>
                  </a:lnTo>
                  <a:lnTo>
                    <a:pt x="27797" y="9030"/>
                  </a:lnTo>
                  <a:lnTo>
                    <a:pt x="27018" y="9072"/>
                  </a:lnTo>
                  <a:lnTo>
                    <a:pt x="26256" y="9143"/>
                  </a:lnTo>
                  <a:lnTo>
                    <a:pt x="25509" y="9243"/>
                  </a:lnTo>
                  <a:lnTo>
                    <a:pt x="24778" y="9371"/>
                  </a:lnTo>
                  <a:lnTo>
                    <a:pt x="24064" y="9527"/>
                  </a:lnTo>
                  <a:lnTo>
                    <a:pt x="23365" y="9712"/>
                  </a:lnTo>
                  <a:lnTo>
                    <a:pt x="22683" y="9925"/>
                  </a:lnTo>
                  <a:lnTo>
                    <a:pt x="22017" y="10166"/>
                  </a:lnTo>
                  <a:lnTo>
                    <a:pt x="21366" y="10436"/>
                  </a:lnTo>
                  <a:lnTo>
                    <a:pt x="20734" y="10732"/>
                  </a:lnTo>
                  <a:lnTo>
                    <a:pt x="20121" y="11053"/>
                  </a:lnTo>
                  <a:lnTo>
                    <a:pt x="19529" y="11399"/>
                  </a:lnTo>
                  <a:lnTo>
                    <a:pt x="18956" y="11770"/>
                  </a:lnTo>
                  <a:lnTo>
                    <a:pt x="18402" y="12165"/>
                  </a:lnTo>
                  <a:lnTo>
                    <a:pt x="17869" y="12585"/>
                  </a:lnTo>
                  <a:lnTo>
                    <a:pt x="17355" y="13030"/>
                  </a:lnTo>
                  <a:lnTo>
                    <a:pt x="16861" y="13499"/>
                  </a:lnTo>
                  <a:lnTo>
                    <a:pt x="16387" y="13993"/>
                  </a:lnTo>
                  <a:lnTo>
                    <a:pt x="15932" y="14512"/>
                  </a:lnTo>
                  <a:lnTo>
                    <a:pt x="15497" y="15042"/>
                  </a:lnTo>
                  <a:lnTo>
                    <a:pt x="15082" y="15596"/>
                  </a:lnTo>
                  <a:lnTo>
                    <a:pt x="14687" y="16174"/>
                  </a:lnTo>
                  <a:lnTo>
                    <a:pt x="14312" y="16774"/>
                  </a:lnTo>
                  <a:lnTo>
                    <a:pt x="13956" y="17399"/>
                  </a:lnTo>
                  <a:lnTo>
                    <a:pt x="13620" y="18047"/>
                  </a:lnTo>
                  <a:lnTo>
                    <a:pt x="13304" y="18718"/>
                  </a:lnTo>
                  <a:lnTo>
                    <a:pt x="13007" y="19413"/>
                  </a:lnTo>
                  <a:lnTo>
                    <a:pt x="12731" y="20131"/>
                  </a:lnTo>
                  <a:lnTo>
                    <a:pt x="12474" y="20872"/>
                  </a:lnTo>
                  <a:lnTo>
                    <a:pt x="12251" y="21634"/>
                  </a:lnTo>
                  <a:lnTo>
                    <a:pt x="12051" y="22414"/>
                  </a:lnTo>
                  <a:lnTo>
                    <a:pt x="11875" y="23210"/>
                  </a:lnTo>
                  <a:lnTo>
                    <a:pt x="11723" y="24024"/>
                  </a:lnTo>
                  <a:lnTo>
                    <a:pt x="11594" y="24856"/>
                  </a:lnTo>
                  <a:lnTo>
                    <a:pt x="11488" y="25704"/>
                  </a:lnTo>
                  <a:lnTo>
                    <a:pt x="11406" y="26570"/>
                  </a:lnTo>
                  <a:lnTo>
                    <a:pt x="11347" y="27453"/>
                  </a:lnTo>
                  <a:lnTo>
                    <a:pt x="11312" y="28353"/>
                  </a:lnTo>
                  <a:lnTo>
                    <a:pt x="11301" y="29271"/>
                  </a:lnTo>
                  <a:lnTo>
                    <a:pt x="11311" y="30142"/>
                  </a:lnTo>
                  <a:lnTo>
                    <a:pt x="11343" y="31000"/>
                  </a:lnTo>
                  <a:lnTo>
                    <a:pt x="11395" y="31846"/>
                  </a:lnTo>
                  <a:lnTo>
                    <a:pt x="11468" y="32680"/>
                  </a:lnTo>
                  <a:lnTo>
                    <a:pt x="11563" y="33501"/>
                  </a:lnTo>
                  <a:lnTo>
                    <a:pt x="11678" y="34310"/>
                  </a:lnTo>
                  <a:lnTo>
                    <a:pt x="11815" y="35107"/>
                  </a:lnTo>
                  <a:lnTo>
                    <a:pt x="11972" y="35891"/>
                  </a:lnTo>
                  <a:lnTo>
                    <a:pt x="12151" y="36663"/>
                  </a:lnTo>
                  <a:lnTo>
                    <a:pt x="12350" y="37423"/>
                  </a:lnTo>
                  <a:lnTo>
                    <a:pt x="12583" y="38166"/>
                  </a:lnTo>
                  <a:lnTo>
                    <a:pt x="12837" y="38890"/>
                  </a:lnTo>
                  <a:lnTo>
                    <a:pt x="13112" y="39594"/>
                  </a:lnTo>
                  <a:lnTo>
                    <a:pt x="13408" y="40278"/>
                  </a:lnTo>
                  <a:lnTo>
                    <a:pt x="13724" y="40943"/>
                  </a:lnTo>
                  <a:lnTo>
                    <a:pt x="14062" y="41587"/>
                  </a:lnTo>
                  <a:lnTo>
                    <a:pt x="14421" y="42212"/>
                  </a:lnTo>
                  <a:lnTo>
                    <a:pt x="14801" y="42817"/>
                  </a:lnTo>
                  <a:lnTo>
                    <a:pt x="15202" y="43403"/>
                  </a:lnTo>
                  <a:lnTo>
                    <a:pt x="15623" y="43968"/>
                  </a:lnTo>
                  <a:lnTo>
                    <a:pt x="16066" y="44501"/>
                  </a:lnTo>
                  <a:lnTo>
                    <a:pt x="16530" y="45011"/>
                  </a:lnTo>
                  <a:lnTo>
                    <a:pt x="17015" y="45499"/>
                  </a:lnTo>
                  <a:lnTo>
                    <a:pt x="17520" y="45964"/>
                  </a:lnTo>
                  <a:lnTo>
                    <a:pt x="18047" y="46408"/>
                  </a:lnTo>
                  <a:lnTo>
                    <a:pt x="18595" y="46829"/>
                  </a:lnTo>
                  <a:lnTo>
                    <a:pt x="19164" y="47228"/>
                  </a:lnTo>
                  <a:lnTo>
                    <a:pt x="19753" y="47605"/>
                  </a:lnTo>
                  <a:lnTo>
                    <a:pt x="20364" y="47959"/>
                  </a:lnTo>
                  <a:lnTo>
                    <a:pt x="20996" y="48291"/>
                  </a:lnTo>
                  <a:lnTo>
                    <a:pt x="21649" y="48585"/>
                  </a:lnTo>
                  <a:lnTo>
                    <a:pt x="22322" y="48847"/>
                  </a:lnTo>
                  <a:lnTo>
                    <a:pt x="23017" y="49079"/>
                  </a:lnTo>
                  <a:lnTo>
                    <a:pt x="23733" y="49279"/>
                  </a:lnTo>
                  <a:lnTo>
                    <a:pt x="24470" y="49449"/>
                  </a:lnTo>
                  <a:lnTo>
                    <a:pt x="25227" y="49588"/>
                  </a:lnTo>
                  <a:lnTo>
                    <a:pt x="26006" y="49696"/>
                  </a:lnTo>
                  <a:lnTo>
                    <a:pt x="26806" y="49773"/>
                  </a:lnTo>
                  <a:lnTo>
                    <a:pt x="27626" y="49820"/>
                  </a:lnTo>
                  <a:lnTo>
                    <a:pt x="28468" y="49835"/>
                  </a:lnTo>
                  <a:lnTo>
                    <a:pt x="29086" y="49825"/>
                  </a:lnTo>
                  <a:lnTo>
                    <a:pt x="29706" y="49793"/>
                  </a:lnTo>
                  <a:lnTo>
                    <a:pt x="30326" y="49741"/>
                  </a:lnTo>
                  <a:lnTo>
                    <a:pt x="30948" y="49667"/>
                  </a:lnTo>
                  <a:lnTo>
                    <a:pt x="31571" y="49573"/>
                  </a:lnTo>
                  <a:lnTo>
                    <a:pt x="32196" y="49457"/>
                  </a:lnTo>
                  <a:lnTo>
                    <a:pt x="32821" y="49321"/>
                  </a:lnTo>
                  <a:lnTo>
                    <a:pt x="33448" y="49163"/>
                  </a:lnTo>
                  <a:lnTo>
                    <a:pt x="34076" y="48985"/>
                  </a:lnTo>
                  <a:lnTo>
                    <a:pt x="34705" y="48785"/>
                  </a:lnTo>
                  <a:lnTo>
                    <a:pt x="35341" y="48564"/>
                  </a:lnTo>
                  <a:lnTo>
                    <a:pt x="35963" y="48321"/>
                  </a:lnTo>
                  <a:lnTo>
                    <a:pt x="36571" y="48055"/>
                  </a:lnTo>
                  <a:lnTo>
                    <a:pt x="37166" y="47768"/>
                  </a:lnTo>
                  <a:lnTo>
                    <a:pt x="37747" y="47458"/>
                  </a:lnTo>
                  <a:lnTo>
                    <a:pt x="38314" y="47125"/>
                  </a:lnTo>
                  <a:lnTo>
                    <a:pt x="38868" y="46771"/>
                  </a:lnTo>
                  <a:lnTo>
                    <a:pt x="39409" y="46394"/>
                  </a:lnTo>
                  <a:lnTo>
                    <a:pt x="39935" y="45995"/>
                  </a:lnTo>
                  <a:lnTo>
                    <a:pt x="40448" y="45574"/>
                  </a:lnTo>
                  <a:lnTo>
                    <a:pt x="40957" y="45131"/>
                  </a:lnTo>
                  <a:lnTo>
                    <a:pt x="41446" y="44665"/>
                  </a:lnTo>
                  <a:lnTo>
                    <a:pt x="41916" y="44177"/>
                  </a:lnTo>
                  <a:lnTo>
                    <a:pt x="42365" y="43667"/>
                  </a:lnTo>
                  <a:lnTo>
                    <a:pt x="42795" y="43135"/>
                  </a:lnTo>
                  <a:lnTo>
                    <a:pt x="43205" y="42580"/>
                  </a:lnTo>
                  <a:lnTo>
                    <a:pt x="43595" y="42003"/>
                  </a:lnTo>
                  <a:lnTo>
                    <a:pt x="43966" y="41404"/>
                  </a:lnTo>
                  <a:lnTo>
                    <a:pt x="44317" y="40783"/>
                  </a:lnTo>
                  <a:lnTo>
                    <a:pt x="44648" y="40140"/>
                  </a:lnTo>
                  <a:lnTo>
                    <a:pt x="44965" y="39461"/>
                  </a:lnTo>
                  <a:lnTo>
                    <a:pt x="45248" y="38759"/>
                  </a:lnTo>
                  <a:lnTo>
                    <a:pt x="45498" y="38033"/>
                  </a:lnTo>
                  <a:lnTo>
                    <a:pt x="45715" y="37284"/>
                  </a:lnTo>
                  <a:lnTo>
                    <a:pt x="45898" y="36512"/>
                  </a:lnTo>
                  <a:lnTo>
                    <a:pt x="46048" y="35716"/>
                  </a:lnTo>
                  <a:lnTo>
                    <a:pt x="46165" y="34896"/>
                  </a:lnTo>
                  <a:lnTo>
                    <a:pt x="46248" y="34053"/>
                  </a:lnTo>
                  <a:lnTo>
                    <a:pt x="46298" y="331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1285300" y="3606377"/>
              <a:ext cx="58419" cy="89543"/>
            </a:xfrm>
            <a:custGeom>
              <a:avLst/>
              <a:pathLst>
                <a:path w="58419" h="89543">
                  <a:moveTo>
                    <a:pt x="58419" y="43042"/>
                  </a:moveTo>
                  <a:lnTo>
                    <a:pt x="58397" y="45336"/>
                  </a:lnTo>
                  <a:lnTo>
                    <a:pt x="58330" y="47572"/>
                  </a:lnTo>
                  <a:lnTo>
                    <a:pt x="58219" y="49752"/>
                  </a:lnTo>
                  <a:lnTo>
                    <a:pt x="58063" y="51875"/>
                  </a:lnTo>
                  <a:lnTo>
                    <a:pt x="57863" y="53942"/>
                  </a:lnTo>
                  <a:lnTo>
                    <a:pt x="57619" y="55951"/>
                  </a:lnTo>
                  <a:lnTo>
                    <a:pt x="57330" y="57904"/>
                  </a:lnTo>
                  <a:lnTo>
                    <a:pt x="56996" y="59800"/>
                  </a:lnTo>
                  <a:lnTo>
                    <a:pt x="56618" y="61639"/>
                  </a:lnTo>
                  <a:lnTo>
                    <a:pt x="56196" y="63421"/>
                  </a:lnTo>
                  <a:lnTo>
                    <a:pt x="55744" y="65133"/>
                  </a:lnTo>
                  <a:lnTo>
                    <a:pt x="55255" y="66788"/>
                  </a:lnTo>
                  <a:lnTo>
                    <a:pt x="54727" y="68384"/>
                  </a:lnTo>
                  <a:lnTo>
                    <a:pt x="54160" y="69922"/>
                  </a:lnTo>
                  <a:lnTo>
                    <a:pt x="53556" y="71403"/>
                  </a:lnTo>
                  <a:lnTo>
                    <a:pt x="52913" y="72825"/>
                  </a:lnTo>
                  <a:lnTo>
                    <a:pt x="52232" y="74189"/>
                  </a:lnTo>
                  <a:lnTo>
                    <a:pt x="51512" y="75495"/>
                  </a:lnTo>
                  <a:lnTo>
                    <a:pt x="50755" y="76743"/>
                  </a:lnTo>
                  <a:lnTo>
                    <a:pt x="49959" y="77933"/>
                  </a:lnTo>
                  <a:lnTo>
                    <a:pt x="49126" y="79065"/>
                  </a:lnTo>
                  <a:lnTo>
                    <a:pt x="48257" y="80139"/>
                  </a:lnTo>
                  <a:lnTo>
                    <a:pt x="47352" y="81155"/>
                  </a:lnTo>
                  <a:lnTo>
                    <a:pt x="46411" y="82113"/>
                  </a:lnTo>
                  <a:lnTo>
                    <a:pt x="45435" y="83013"/>
                  </a:lnTo>
                  <a:lnTo>
                    <a:pt x="44423" y="83854"/>
                  </a:lnTo>
                  <a:lnTo>
                    <a:pt x="43375" y="84638"/>
                  </a:lnTo>
                  <a:lnTo>
                    <a:pt x="42291" y="85363"/>
                  </a:lnTo>
                  <a:lnTo>
                    <a:pt x="41172" y="86031"/>
                  </a:lnTo>
                  <a:lnTo>
                    <a:pt x="40016" y="86641"/>
                  </a:lnTo>
                  <a:lnTo>
                    <a:pt x="38840" y="87192"/>
                  </a:lnTo>
                  <a:lnTo>
                    <a:pt x="37635" y="87685"/>
                  </a:lnTo>
                  <a:lnTo>
                    <a:pt x="36400" y="88121"/>
                  </a:lnTo>
                  <a:lnTo>
                    <a:pt x="35135" y="88498"/>
                  </a:lnTo>
                  <a:lnTo>
                    <a:pt x="33841" y="88817"/>
                  </a:lnTo>
                  <a:lnTo>
                    <a:pt x="32517" y="89079"/>
                  </a:lnTo>
                  <a:lnTo>
                    <a:pt x="31163" y="89282"/>
                  </a:lnTo>
                  <a:lnTo>
                    <a:pt x="29780" y="89427"/>
                  </a:lnTo>
                  <a:lnTo>
                    <a:pt x="28367" y="89514"/>
                  </a:lnTo>
                  <a:lnTo>
                    <a:pt x="26924" y="89543"/>
                  </a:lnTo>
                  <a:lnTo>
                    <a:pt x="25934" y="89533"/>
                  </a:lnTo>
                  <a:lnTo>
                    <a:pt x="24963" y="89501"/>
                  </a:lnTo>
                  <a:lnTo>
                    <a:pt x="24012" y="89449"/>
                  </a:lnTo>
                  <a:lnTo>
                    <a:pt x="23081" y="89375"/>
                  </a:lnTo>
                  <a:lnTo>
                    <a:pt x="22169" y="89281"/>
                  </a:lnTo>
                  <a:lnTo>
                    <a:pt x="21278" y="89165"/>
                  </a:lnTo>
                  <a:lnTo>
                    <a:pt x="20406" y="89029"/>
                  </a:lnTo>
                  <a:lnTo>
                    <a:pt x="19553" y="88871"/>
                  </a:lnTo>
                  <a:lnTo>
                    <a:pt x="18721" y="88693"/>
                  </a:lnTo>
                  <a:lnTo>
                    <a:pt x="17908" y="88493"/>
                  </a:lnTo>
                  <a:lnTo>
                    <a:pt x="17114" y="88284"/>
                  </a:lnTo>
                  <a:lnTo>
                    <a:pt x="16337" y="88051"/>
                  </a:lnTo>
                  <a:lnTo>
                    <a:pt x="15578" y="87795"/>
                  </a:lnTo>
                  <a:lnTo>
                    <a:pt x="14835" y="87515"/>
                  </a:lnTo>
                  <a:lnTo>
                    <a:pt x="14110" y="87212"/>
                  </a:lnTo>
                  <a:lnTo>
                    <a:pt x="13403" y="86885"/>
                  </a:lnTo>
                  <a:lnTo>
                    <a:pt x="12712" y="86535"/>
                  </a:lnTo>
                  <a:lnTo>
                    <a:pt x="12039" y="86161"/>
                  </a:lnTo>
                  <a:lnTo>
                    <a:pt x="11383" y="85764"/>
                  </a:lnTo>
                  <a:lnTo>
                    <a:pt x="10745" y="85344"/>
                  </a:lnTo>
                  <a:lnTo>
                    <a:pt x="10124" y="84898"/>
                  </a:lnTo>
                  <a:lnTo>
                    <a:pt x="9522" y="84427"/>
                  </a:lnTo>
                  <a:lnTo>
                    <a:pt x="8938" y="83930"/>
                  </a:lnTo>
                  <a:lnTo>
                    <a:pt x="8373" y="83407"/>
                  </a:lnTo>
                  <a:lnTo>
                    <a:pt x="7827" y="82858"/>
                  </a:lnTo>
                  <a:lnTo>
                    <a:pt x="7299" y="82283"/>
                  </a:lnTo>
                  <a:lnTo>
                    <a:pt x="6789" y="81682"/>
                  </a:lnTo>
                  <a:lnTo>
                    <a:pt x="6298" y="81056"/>
                  </a:lnTo>
                  <a:lnTo>
                    <a:pt x="5826" y="80403"/>
                  </a:lnTo>
                  <a:lnTo>
                    <a:pt x="5372" y="79724"/>
                  </a:lnTo>
                  <a:lnTo>
                    <a:pt x="4936" y="79018"/>
                  </a:lnTo>
                  <a:lnTo>
                    <a:pt x="4517" y="78284"/>
                  </a:lnTo>
                  <a:lnTo>
                    <a:pt x="4116" y="77521"/>
                  </a:lnTo>
                  <a:lnTo>
                    <a:pt x="3732" y="76730"/>
                  </a:lnTo>
                  <a:lnTo>
                    <a:pt x="3365" y="75911"/>
                  </a:lnTo>
                  <a:lnTo>
                    <a:pt x="3016" y="75063"/>
                  </a:lnTo>
                  <a:lnTo>
                    <a:pt x="2683" y="74187"/>
                  </a:lnTo>
                  <a:lnTo>
                    <a:pt x="2368" y="73282"/>
                  </a:lnTo>
                  <a:lnTo>
                    <a:pt x="2071" y="72349"/>
                  </a:lnTo>
                  <a:lnTo>
                    <a:pt x="1790" y="71387"/>
                  </a:lnTo>
                  <a:lnTo>
                    <a:pt x="12412" y="69720"/>
                  </a:lnTo>
                  <a:lnTo>
                    <a:pt x="12777" y="70814"/>
                  </a:lnTo>
                  <a:lnTo>
                    <a:pt x="13180" y="71849"/>
                  </a:lnTo>
                  <a:lnTo>
                    <a:pt x="13622" y="72825"/>
                  </a:lnTo>
                  <a:lnTo>
                    <a:pt x="14102" y="73741"/>
                  </a:lnTo>
                  <a:lnTo>
                    <a:pt x="14620" y="74599"/>
                  </a:lnTo>
                  <a:lnTo>
                    <a:pt x="15176" y="75396"/>
                  </a:lnTo>
                  <a:lnTo>
                    <a:pt x="15771" y="76135"/>
                  </a:lnTo>
                  <a:lnTo>
                    <a:pt x="16404" y="76814"/>
                  </a:lnTo>
                  <a:lnTo>
                    <a:pt x="17075" y="77434"/>
                  </a:lnTo>
                  <a:lnTo>
                    <a:pt x="17785" y="77995"/>
                  </a:lnTo>
                  <a:lnTo>
                    <a:pt x="18545" y="78488"/>
                  </a:lnTo>
                  <a:lnTo>
                    <a:pt x="19343" y="78929"/>
                  </a:lnTo>
                  <a:lnTo>
                    <a:pt x="20180" y="79318"/>
                  </a:lnTo>
                  <a:lnTo>
                    <a:pt x="21055" y="79655"/>
                  </a:lnTo>
                  <a:lnTo>
                    <a:pt x="21969" y="79940"/>
                  </a:lnTo>
                  <a:lnTo>
                    <a:pt x="22920" y="80174"/>
                  </a:lnTo>
                  <a:lnTo>
                    <a:pt x="23910" y="80355"/>
                  </a:lnTo>
                  <a:lnTo>
                    <a:pt x="24938" y="80485"/>
                  </a:lnTo>
                  <a:lnTo>
                    <a:pt x="26005" y="80563"/>
                  </a:lnTo>
                  <a:lnTo>
                    <a:pt x="27110" y="80589"/>
                  </a:lnTo>
                  <a:lnTo>
                    <a:pt x="28003" y="80568"/>
                  </a:lnTo>
                  <a:lnTo>
                    <a:pt x="28881" y="80505"/>
                  </a:lnTo>
                  <a:lnTo>
                    <a:pt x="29742" y="80400"/>
                  </a:lnTo>
                  <a:lnTo>
                    <a:pt x="30588" y="80253"/>
                  </a:lnTo>
                  <a:lnTo>
                    <a:pt x="31417" y="80064"/>
                  </a:lnTo>
                  <a:lnTo>
                    <a:pt x="32230" y="79833"/>
                  </a:lnTo>
                  <a:lnTo>
                    <a:pt x="33027" y="79560"/>
                  </a:lnTo>
                  <a:lnTo>
                    <a:pt x="33809" y="79245"/>
                  </a:lnTo>
                  <a:lnTo>
                    <a:pt x="34574" y="78888"/>
                  </a:lnTo>
                  <a:lnTo>
                    <a:pt x="35323" y="78489"/>
                  </a:lnTo>
                  <a:lnTo>
                    <a:pt x="36065" y="78036"/>
                  </a:lnTo>
                  <a:lnTo>
                    <a:pt x="36783" y="77540"/>
                  </a:lnTo>
                  <a:lnTo>
                    <a:pt x="37477" y="77003"/>
                  </a:lnTo>
                  <a:lnTo>
                    <a:pt x="38149" y="76424"/>
                  </a:lnTo>
                  <a:lnTo>
                    <a:pt x="38797" y="75803"/>
                  </a:lnTo>
                  <a:lnTo>
                    <a:pt x="39421" y="75139"/>
                  </a:lnTo>
                  <a:lnTo>
                    <a:pt x="40022" y="74434"/>
                  </a:lnTo>
                  <a:lnTo>
                    <a:pt x="40599" y="73687"/>
                  </a:lnTo>
                  <a:lnTo>
                    <a:pt x="41153" y="72898"/>
                  </a:lnTo>
                  <a:lnTo>
                    <a:pt x="41684" y="72067"/>
                  </a:lnTo>
                  <a:lnTo>
                    <a:pt x="42203" y="71193"/>
                  </a:lnTo>
                  <a:lnTo>
                    <a:pt x="42699" y="70276"/>
                  </a:lnTo>
                  <a:lnTo>
                    <a:pt x="43171" y="69315"/>
                  </a:lnTo>
                  <a:lnTo>
                    <a:pt x="43620" y="68312"/>
                  </a:lnTo>
                  <a:lnTo>
                    <a:pt x="44046" y="67265"/>
                  </a:lnTo>
                  <a:lnTo>
                    <a:pt x="44448" y="66175"/>
                  </a:lnTo>
                  <a:lnTo>
                    <a:pt x="44826" y="65042"/>
                  </a:lnTo>
                  <a:lnTo>
                    <a:pt x="45181" y="63866"/>
                  </a:lnTo>
                  <a:lnTo>
                    <a:pt x="45513" y="62646"/>
                  </a:lnTo>
                  <a:lnTo>
                    <a:pt x="45821" y="61383"/>
                  </a:lnTo>
                  <a:lnTo>
                    <a:pt x="46104" y="60076"/>
                  </a:lnTo>
                  <a:lnTo>
                    <a:pt x="46360" y="58725"/>
                  </a:lnTo>
                  <a:lnTo>
                    <a:pt x="46588" y="57330"/>
                  </a:lnTo>
                  <a:lnTo>
                    <a:pt x="46789" y="55889"/>
                  </a:lnTo>
                  <a:lnTo>
                    <a:pt x="46964" y="54405"/>
                  </a:lnTo>
                  <a:lnTo>
                    <a:pt x="47111" y="52876"/>
                  </a:lnTo>
                  <a:lnTo>
                    <a:pt x="47230" y="51302"/>
                  </a:lnTo>
                  <a:lnTo>
                    <a:pt x="47323" y="49684"/>
                  </a:lnTo>
                  <a:lnTo>
                    <a:pt x="47388" y="48022"/>
                  </a:lnTo>
                  <a:lnTo>
                    <a:pt x="47427" y="46315"/>
                  </a:lnTo>
                  <a:lnTo>
                    <a:pt x="47157" y="46889"/>
                  </a:lnTo>
                  <a:lnTo>
                    <a:pt x="46868" y="47451"/>
                  </a:lnTo>
                  <a:lnTo>
                    <a:pt x="46560" y="48001"/>
                  </a:lnTo>
                  <a:lnTo>
                    <a:pt x="46231" y="48538"/>
                  </a:lnTo>
                  <a:lnTo>
                    <a:pt x="45883" y="49063"/>
                  </a:lnTo>
                  <a:lnTo>
                    <a:pt x="45515" y="49576"/>
                  </a:lnTo>
                  <a:lnTo>
                    <a:pt x="45127" y="50076"/>
                  </a:lnTo>
                  <a:lnTo>
                    <a:pt x="44719" y="50564"/>
                  </a:lnTo>
                  <a:lnTo>
                    <a:pt x="44292" y="51039"/>
                  </a:lnTo>
                  <a:lnTo>
                    <a:pt x="43845" y="51502"/>
                  </a:lnTo>
                  <a:lnTo>
                    <a:pt x="43394" y="51953"/>
                  </a:lnTo>
                  <a:lnTo>
                    <a:pt x="42929" y="52389"/>
                  </a:lnTo>
                  <a:lnTo>
                    <a:pt x="42450" y="52812"/>
                  </a:lnTo>
                  <a:lnTo>
                    <a:pt x="41958" y="53222"/>
                  </a:lnTo>
                  <a:lnTo>
                    <a:pt x="41452" y="53618"/>
                  </a:lnTo>
                  <a:lnTo>
                    <a:pt x="40933" y="54000"/>
                  </a:lnTo>
                  <a:lnTo>
                    <a:pt x="40400" y="54368"/>
                  </a:lnTo>
                  <a:lnTo>
                    <a:pt x="39853" y="54724"/>
                  </a:lnTo>
                  <a:lnTo>
                    <a:pt x="39293" y="55065"/>
                  </a:lnTo>
                  <a:lnTo>
                    <a:pt x="38719" y="55393"/>
                  </a:lnTo>
                  <a:lnTo>
                    <a:pt x="38146" y="55695"/>
                  </a:lnTo>
                  <a:lnTo>
                    <a:pt x="37563" y="55983"/>
                  </a:lnTo>
                  <a:lnTo>
                    <a:pt x="36970" y="56258"/>
                  </a:lnTo>
                  <a:lnTo>
                    <a:pt x="36368" y="56519"/>
                  </a:lnTo>
                  <a:lnTo>
                    <a:pt x="35755" y="56767"/>
                  </a:lnTo>
                  <a:lnTo>
                    <a:pt x="35133" y="57001"/>
                  </a:lnTo>
                  <a:lnTo>
                    <a:pt x="34500" y="57222"/>
                  </a:lnTo>
                  <a:lnTo>
                    <a:pt x="33858" y="57428"/>
                  </a:lnTo>
                  <a:lnTo>
                    <a:pt x="33206" y="57622"/>
                  </a:lnTo>
                  <a:lnTo>
                    <a:pt x="32544" y="57801"/>
                  </a:lnTo>
                  <a:lnTo>
                    <a:pt x="31876" y="57954"/>
                  </a:lnTo>
                  <a:lnTo>
                    <a:pt x="31208" y="58090"/>
                  </a:lnTo>
                  <a:lnTo>
                    <a:pt x="30538" y="58211"/>
                  </a:lnTo>
                  <a:lnTo>
                    <a:pt x="29866" y="58315"/>
                  </a:lnTo>
                  <a:lnTo>
                    <a:pt x="29194" y="58403"/>
                  </a:lnTo>
                  <a:lnTo>
                    <a:pt x="28520" y="58476"/>
                  </a:lnTo>
                  <a:lnTo>
                    <a:pt x="27845" y="58532"/>
                  </a:lnTo>
                  <a:lnTo>
                    <a:pt x="27169" y="58572"/>
                  </a:lnTo>
                  <a:lnTo>
                    <a:pt x="26491" y="58596"/>
                  </a:lnTo>
                  <a:lnTo>
                    <a:pt x="25813" y="58604"/>
                  </a:lnTo>
                  <a:lnTo>
                    <a:pt x="24638" y="58583"/>
                  </a:lnTo>
                  <a:lnTo>
                    <a:pt x="23486" y="58520"/>
                  </a:lnTo>
                  <a:lnTo>
                    <a:pt x="22356" y="58415"/>
                  </a:lnTo>
                  <a:lnTo>
                    <a:pt x="21248" y="58268"/>
                  </a:lnTo>
                  <a:lnTo>
                    <a:pt x="20162" y="58079"/>
                  </a:lnTo>
                  <a:lnTo>
                    <a:pt x="19099" y="57848"/>
                  </a:lnTo>
                  <a:lnTo>
                    <a:pt x="18058" y="57575"/>
                  </a:lnTo>
                  <a:lnTo>
                    <a:pt x="17039" y="57260"/>
                  </a:lnTo>
                  <a:lnTo>
                    <a:pt x="16042" y="56903"/>
                  </a:lnTo>
                  <a:lnTo>
                    <a:pt x="15068" y="56505"/>
                  </a:lnTo>
                  <a:lnTo>
                    <a:pt x="14131" y="56056"/>
                  </a:lnTo>
                  <a:lnTo>
                    <a:pt x="13222" y="55573"/>
                  </a:lnTo>
                  <a:lnTo>
                    <a:pt x="12342" y="55058"/>
                  </a:lnTo>
                  <a:lnTo>
                    <a:pt x="11491" y="54509"/>
                  </a:lnTo>
                  <a:lnTo>
                    <a:pt x="10668" y="53926"/>
                  </a:lnTo>
                  <a:lnTo>
                    <a:pt x="9873" y="53311"/>
                  </a:lnTo>
                  <a:lnTo>
                    <a:pt x="9106" y="52662"/>
                  </a:lnTo>
                  <a:lnTo>
                    <a:pt x="8368" y="51979"/>
                  </a:lnTo>
                  <a:lnTo>
                    <a:pt x="7659" y="51263"/>
                  </a:lnTo>
                  <a:lnTo>
                    <a:pt x="6978" y="50514"/>
                  </a:lnTo>
                  <a:lnTo>
                    <a:pt x="6326" y="49733"/>
                  </a:lnTo>
                  <a:lnTo>
                    <a:pt x="5703" y="48921"/>
                  </a:lnTo>
                  <a:lnTo>
                    <a:pt x="5110" y="48078"/>
                  </a:lnTo>
                  <a:lnTo>
                    <a:pt x="4547" y="47204"/>
                  </a:lnTo>
                  <a:lnTo>
                    <a:pt x="4014" y="46300"/>
                  </a:lnTo>
                  <a:lnTo>
                    <a:pt x="3510" y="45364"/>
                  </a:lnTo>
                  <a:lnTo>
                    <a:pt x="3035" y="44398"/>
                  </a:lnTo>
                  <a:lnTo>
                    <a:pt x="2591" y="43400"/>
                  </a:lnTo>
                  <a:lnTo>
                    <a:pt x="2176" y="42372"/>
                  </a:lnTo>
                  <a:lnTo>
                    <a:pt x="1790" y="41313"/>
                  </a:lnTo>
                  <a:lnTo>
                    <a:pt x="1450" y="40214"/>
                  </a:lnTo>
                  <a:lnTo>
                    <a:pt x="1146" y="39092"/>
                  </a:lnTo>
                  <a:lnTo>
                    <a:pt x="877" y="37947"/>
                  </a:lnTo>
                  <a:lnTo>
                    <a:pt x="644" y="36778"/>
                  </a:lnTo>
                  <a:lnTo>
                    <a:pt x="447" y="35585"/>
                  </a:lnTo>
                  <a:lnTo>
                    <a:pt x="286" y="34369"/>
                  </a:lnTo>
                  <a:lnTo>
                    <a:pt x="161" y="33130"/>
                  </a:lnTo>
                  <a:lnTo>
                    <a:pt x="71" y="31867"/>
                  </a:lnTo>
                  <a:lnTo>
                    <a:pt x="17" y="30581"/>
                  </a:lnTo>
                  <a:lnTo>
                    <a:pt x="0" y="29271"/>
                  </a:lnTo>
                  <a:lnTo>
                    <a:pt x="19" y="27938"/>
                  </a:lnTo>
                  <a:lnTo>
                    <a:pt x="76" y="26630"/>
                  </a:lnTo>
                  <a:lnTo>
                    <a:pt x="172" y="25349"/>
                  </a:lnTo>
                  <a:lnTo>
                    <a:pt x="306" y="24093"/>
                  </a:lnTo>
                  <a:lnTo>
                    <a:pt x="478" y="22864"/>
                  </a:lnTo>
                  <a:lnTo>
                    <a:pt x="689" y="21660"/>
                  </a:lnTo>
                  <a:lnTo>
                    <a:pt x="938" y="20483"/>
                  </a:lnTo>
                  <a:lnTo>
                    <a:pt x="1225" y="19331"/>
                  </a:lnTo>
                  <a:lnTo>
                    <a:pt x="1550" y="18205"/>
                  </a:lnTo>
                  <a:lnTo>
                    <a:pt x="1914" y="17105"/>
                  </a:lnTo>
                  <a:lnTo>
                    <a:pt x="2326" y="16035"/>
                  </a:lnTo>
                  <a:lnTo>
                    <a:pt x="2773" y="14998"/>
                  </a:lnTo>
                  <a:lnTo>
                    <a:pt x="3255" y="13995"/>
                  </a:lnTo>
                  <a:lnTo>
                    <a:pt x="3771" y="13025"/>
                  </a:lnTo>
                  <a:lnTo>
                    <a:pt x="4322" y="12088"/>
                  </a:lnTo>
                  <a:lnTo>
                    <a:pt x="4908" y="11184"/>
                  </a:lnTo>
                  <a:lnTo>
                    <a:pt x="5528" y="10314"/>
                  </a:lnTo>
                  <a:lnTo>
                    <a:pt x="6182" y="9478"/>
                  </a:lnTo>
                  <a:lnTo>
                    <a:pt x="6872" y="8674"/>
                  </a:lnTo>
                  <a:lnTo>
                    <a:pt x="7595" y="7904"/>
                  </a:lnTo>
                  <a:lnTo>
                    <a:pt x="8353" y="7156"/>
                  </a:lnTo>
                  <a:lnTo>
                    <a:pt x="9144" y="6444"/>
                  </a:lnTo>
                  <a:lnTo>
                    <a:pt x="9968" y="5768"/>
                  </a:lnTo>
                  <a:lnTo>
                    <a:pt x="10826" y="5128"/>
                  </a:lnTo>
                  <a:lnTo>
                    <a:pt x="11717" y="4523"/>
                  </a:lnTo>
                  <a:lnTo>
                    <a:pt x="12642" y="3954"/>
                  </a:lnTo>
                  <a:lnTo>
                    <a:pt x="13600" y="3421"/>
                  </a:lnTo>
                  <a:lnTo>
                    <a:pt x="14591" y="2924"/>
                  </a:lnTo>
                  <a:lnTo>
                    <a:pt x="15615" y="2463"/>
                  </a:lnTo>
                  <a:lnTo>
                    <a:pt x="16673" y="2037"/>
                  </a:lnTo>
                  <a:lnTo>
                    <a:pt x="17774" y="1650"/>
                  </a:lnTo>
                  <a:lnTo>
                    <a:pt x="18904" y="1304"/>
                  </a:lnTo>
                  <a:lnTo>
                    <a:pt x="20062" y="998"/>
                  </a:lnTo>
                  <a:lnTo>
                    <a:pt x="21248" y="733"/>
                  </a:lnTo>
                  <a:lnTo>
                    <a:pt x="22463" y="509"/>
                  </a:lnTo>
                  <a:lnTo>
                    <a:pt x="23706" y="326"/>
                  </a:lnTo>
                  <a:lnTo>
                    <a:pt x="24977" y="183"/>
                  </a:lnTo>
                  <a:lnTo>
                    <a:pt x="26277" y="81"/>
                  </a:lnTo>
                  <a:lnTo>
                    <a:pt x="27605" y="20"/>
                  </a:lnTo>
                  <a:lnTo>
                    <a:pt x="28962" y="0"/>
                  </a:lnTo>
                  <a:lnTo>
                    <a:pt x="31794" y="107"/>
                  </a:lnTo>
                  <a:lnTo>
                    <a:pt x="34485" y="429"/>
                  </a:lnTo>
                  <a:lnTo>
                    <a:pt x="37036" y="967"/>
                  </a:lnTo>
                  <a:lnTo>
                    <a:pt x="39446" y="1719"/>
                  </a:lnTo>
                  <a:lnTo>
                    <a:pt x="41714" y="2686"/>
                  </a:lnTo>
                  <a:lnTo>
                    <a:pt x="43842" y="3868"/>
                  </a:lnTo>
                  <a:lnTo>
                    <a:pt x="45830" y="5265"/>
                  </a:lnTo>
                  <a:lnTo>
                    <a:pt x="47676" y="6876"/>
                  </a:lnTo>
                  <a:lnTo>
                    <a:pt x="49382" y="8703"/>
                  </a:lnTo>
                  <a:lnTo>
                    <a:pt x="50947" y="10745"/>
                  </a:lnTo>
                  <a:lnTo>
                    <a:pt x="52366" y="13002"/>
                  </a:lnTo>
                  <a:lnTo>
                    <a:pt x="53637" y="15475"/>
                  </a:lnTo>
                  <a:lnTo>
                    <a:pt x="54758" y="18164"/>
                  </a:lnTo>
                  <a:lnTo>
                    <a:pt x="55729" y="21070"/>
                  </a:lnTo>
                  <a:lnTo>
                    <a:pt x="56551" y="24192"/>
                  </a:lnTo>
                  <a:lnTo>
                    <a:pt x="57223" y="27530"/>
                  </a:lnTo>
                  <a:lnTo>
                    <a:pt x="57746" y="31083"/>
                  </a:lnTo>
                  <a:lnTo>
                    <a:pt x="58120" y="34854"/>
                  </a:lnTo>
                  <a:lnTo>
                    <a:pt x="58344" y="38840"/>
                  </a:lnTo>
                  <a:close/>
                  <a:moveTo>
                    <a:pt x="46315" y="32297"/>
                  </a:moveTo>
                  <a:lnTo>
                    <a:pt x="46303" y="31339"/>
                  </a:lnTo>
                  <a:lnTo>
                    <a:pt x="46268" y="30392"/>
                  </a:lnTo>
                  <a:lnTo>
                    <a:pt x="46210" y="29457"/>
                  </a:lnTo>
                  <a:lnTo>
                    <a:pt x="46127" y="28532"/>
                  </a:lnTo>
                  <a:lnTo>
                    <a:pt x="46022" y="27619"/>
                  </a:lnTo>
                  <a:lnTo>
                    <a:pt x="45893" y="26717"/>
                  </a:lnTo>
                  <a:lnTo>
                    <a:pt x="45740" y="25826"/>
                  </a:lnTo>
                  <a:lnTo>
                    <a:pt x="45564" y="24946"/>
                  </a:lnTo>
                  <a:lnTo>
                    <a:pt x="45365" y="24077"/>
                  </a:lnTo>
                  <a:lnTo>
                    <a:pt x="45142" y="23219"/>
                  </a:lnTo>
                  <a:lnTo>
                    <a:pt x="44908" y="22378"/>
                  </a:lnTo>
                  <a:lnTo>
                    <a:pt x="44650" y="21559"/>
                  </a:lnTo>
                  <a:lnTo>
                    <a:pt x="44369" y="20762"/>
                  </a:lnTo>
                  <a:lnTo>
                    <a:pt x="44065" y="19988"/>
                  </a:lnTo>
                  <a:lnTo>
                    <a:pt x="43737" y="19236"/>
                  </a:lnTo>
                  <a:lnTo>
                    <a:pt x="43385" y="18506"/>
                  </a:lnTo>
                  <a:lnTo>
                    <a:pt x="43011" y="17798"/>
                  </a:lnTo>
                  <a:lnTo>
                    <a:pt x="42612" y="17113"/>
                  </a:lnTo>
                  <a:lnTo>
                    <a:pt x="42191" y="16450"/>
                  </a:lnTo>
                  <a:lnTo>
                    <a:pt x="41745" y="15809"/>
                  </a:lnTo>
                  <a:lnTo>
                    <a:pt x="41290" y="15192"/>
                  </a:lnTo>
                  <a:lnTo>
                    <a:pt x="40812" y="14603"/>
                  </a:lnTo>
                  <a:lnTo>
                    <a:pt x="40311" y="14041"/>
                  </a:lnTo>
                  <a:lnTo>
                    <a:pt x="39789" y="13506"/>
                  </a:lnTo>
                  <a:lnTo>
                    <a:pt x="39244" y="12999"/>
                  </a:lnTo>
                  <a:lnTo>
                    <a:pt x="38677" y="12518"/>
                  </a:lnTo>
                  <a:lnTo>
                    <a:pt x="38088" y="12065"/>
                  </a:lnTo>
                  <a:lnTo>
                    <a:pt x="37477" y="11639"/>
                  </a:lnTo>
                  <a:lnTo>
                    <a:pt x="36843" y="11240"/>
                  </a:lnTo>
                  <a:lnTo>
                    <a:pt x="36187" y="10868"/>
                  </a:lnTo>
                  <a:lnTo>
                    <a:pt x="35522" y="10516"/>
                  </a:lnTo>
                  <a:lnTo>
                    <a:pt x="34836" y="10201"/>
                  </a:lnTo>
                  <a:lnTo>
                    <a:pt x="34129" y="9923"/>
                  </a:lnTo>
                  <a:lnTo>
                    <a:pt x="33401" y="9683"/>
                  </a:lnTo>
                  <a:lnTo>
                    <a:pt x="32652" y="9479"/>
                  </a:lnTo>
                  <a:lnTo>
                    <a:pt x="31882" y="9312"/>
                  </a:lnTo>
                  <a:lnTo>
                    <a:pt x="31091" y="9182"/>
                  </a:lnTo>
                  <a:lnTo>
                    <a:pt x="30279" y="9090"/>
                  </a:lnTo>
                  <a:lnTo>
                    <a:pt x="29446" y="9034"/>
                  </a:lnTo>
                  <a:lnTo>
                    <a:pt x="28592" y="9016"/>
                  </a:lnTo>
                  <a:lnTo>
                    <a:pt x="27797" y="9030"/>
                  </a:lnTo>
                  <a:lnTo>
                    <a:pt x="27018" y="9072"/>
                  </a:lnTo>
                  <a:lnTo>
                    <a:pt x="26256" y="9143"/>
                  </a:lnTo>
                  <a:lnTo>
                    <a:pt x="25509" y="9243"/>
                  </a:lnTo>
                  <a:lnTo>
                    <a:pt x="24778" y="9371"/>
                  </a:lnTo>
                  <a:lnTo>
                    <a:pt x="24064" y="9527"/>
                  </a:lnTo>
                  <a:lnTo>
                    <a:pt x="23365" y="9712"/>
                  </a:lnTo>
                  <a:lnTo>
                    <a:pt x="22683" y="9925"/>
                  </a:lnTo>
                  <a:lnTo>
                    <a:pt x="22017" y="10166"/>
                  </a:lnTo>
                  <a:lnTo>
                    <a:pt x="21366" y="10436"/>
                  </a:lnTo>
                  <a:lnTo>
                    <a:pt x="20734" y="10732"/>
                  </a:lnTo>
                  <a:lnTo>
                    <a:pt x="20121" y="11053"/>
                  </a:lnTo>
                  <a:lnTo>
                    <a:pt x="19529" y="11399"/>
                  </a:lnTo>
                  <a:lnTo>
                    <a:pt x="18956" y="11770"/>
                  </a:lnTo>
                  <a:lnTo>
                    <a:pt x="18402" y="12165"/>
                  </a:lnTo>
                  <a:lnTo>
                    <a:pt x="17869" y="12585"/>
                  </a:lnTo>
                  <a:lnTo>
                    <a:pt x="17355" y="13030"/>
                  </a:lnTo>
                  <a:lnTo>
                    <a:pt x="16861" y="13499"/>
                  </a:lnTo>
                  <a:lnTo>
                    <a:pt x="16387" y="13993"/>
                  </a:lnTo>
                  <a:lnTo>
                    <a:pt x="15932" y="14512"/>
                  </a:lnTo>
                  <a:lnTo>
                    <a:pt x="15497" y="15042"/>
                  </a:lnTo>
                  <a:lnTo>
                    <a:pt x="15082" y="15596"/>
                  </a:lnTo>
                  <a:lnTo>
                    <a:pt x="14687" y="16174"/>
                  </a:lnTo>
                  <a:lnTo>
                    <a:pt x="14312" y="16774"/>
                  </a:lnTo>
                  <a:lnTo>
                    <a:pt x="13956" y="17399"/>
                  </a:lnTo>
                  <a:lnTo>
                    <a:pt x="13620" y="18047"/>
                  </a:lnTo>
                  <a:lnTo>
                    <a:pt x="13304" y="18718"/>
                  </a:lnTo>
                  <a:lnTo>
                    <a:pt x="13007" y="19413"/>
                  </a:lnTo>
                  <a:lnTo>
                    <a:pt x="12731" y="20131"/>
                  </a:lnTo>
                  <a:lnTo>
                    <a:pt x="12474" y="20872"/>
                  </a:lnTo>
                  <a:lnTo>
                    <a:pt x="12251" y="21634"/>
                  </a:lnTo>
                  <a:lnTo>
                    <a:pt x="12051" y="22414"/>
                  </a:lnTo>
                  <a:lnTo>
                    <a:pt x="11875" y="23210"/>
                  </a:lnTo>
                  <a:lnTo>
                    <a:pt x="11723" y="24024"/>
                  </a:lnTo>
                  <a:lnTo>
                    <a:pt x="11594" y="24856"/>
                  </a:lnTo>
                  <a:lnTo>
                    <a:pt x="11488" y="25704"/>
                  </a:lnTo>
                  <a:lnTo>
                    <a:pt x="11406" y="26570"/>
                  </a:lnTo>
                  <a:lnTo>
                    <a:pt x="11347" y="27453"/>
                  </a:lnTo>
                  <a:lnTo>
                    <a:pt x="11312" y="28353"/>
                  </a:lnTo>
                  <a:lnTo>
                    <a:pt x="11301" y="29271"/>
                  </a:lnTo>
                  <a:lnTo>
                    <a:pt x="11311" y="30142"/>
                  </a:lnTo>
                  <a:lnTo>
                    <a:pt x="11343" y="31000"/>
                  </a:lnTo>
                  <a:lnTo>
                    <a:pt x="11395" y="31846"/>
                  </a:lnTo>
                  <a:lnTo>
                    <a:pt x="11468" y="32680"/>
                  </a:lnTo>
                  <a:lnTo>
                    <a:pt x="11563" y="33501"/>
                  </a:lnTo>
                  <a:lnTo>
                    <a:pt x="11678" y="34310"/>
                  </a:lnTo>
                  <a:lnTo>
                    <a:pt x="11815" y="35107"/>
                  </a:lnTo>
                  <a:lnTo>
                    <a:pt x="11972" y="35891"/>
                  </a:lnTo>
                  <a:lnTo>
                    <a:pt x="12151" y="36663"/>
                  </a:lnTo>
                  <a:lnTo>
                    <a:pt x="12350" y="37423"/>
                  </a:lnTo>
                  <a:lnTo>
                    <a:pt x="12583" y="38166"/>
                  </a:lnTo>
                  <a:lnTo>
                    <a:pt x="12837" y="38890"/>
                  </a:lnTo>
                  <a:lnTo>
                    <a:pt x="13112" y="39594"/>
                  </a:lnTo>
                  <a:lnTo>
                    <a:pt x="13408" y="40278"/>
                  </a:lnTo>
                  <a:lnTo>
                    <a:pt x="13724" y="40943"/>
                  </a:lnTo>
                  <a:lnTo>
                    <a:pt x="14062" y="41587"/>
                  </a:lnTo>
                  <a:lnTo>
                    <a:pt x="14421" y="42212"/>
                  </a:lnTo>
                  <a:lnTo>
                    <a:pt x="14801" y="42817"/>
                  </a:lnTo>
                  <a:lnTo>
                    <a:pt x="15202" y="43403"/>
                  </a:lnTo>
                  <a:lnTo>
                    <a:pt x="15623" y="43968"/>
                  </a:lnTo>
                  <a:lnTo>
                    <a:pt x="16066" y="44501"/>
                  </a:lnTo>
                  <a:lnTo>
                    <a:pt x="16530" y="45011"/>
                  </a:lnTo>
                  <a:lnTo>
                    <a:pt x="17015" y="45499"/>
                  </a:lnTo>
                  <a:lnTo>
                    <a:pt x="17520" y="45964"/>
                  </a:lnTo>
                  <a:lnTo>
                    <a:pt x="18047" y="46408"/>
                  </a:lnTo>
                  <a:lnTo>
                    <a:pt x="18595" y="46829"/>
                  </a:lnTo>
                  <a:lnTo>
                    <a:pt x="19164" y="47228"/>
                  </a:lnTo>
                  <a:lnTo>
                    <a:pt x="19753" y="47605"/>
                  </a:lnTo>
                  <a:lnTo>
                    <a:pt x="20364" y="47959"/>
                  </a:lnTo>
                  <a:lnTo>
                    <a:pt x="20996" y="48291"/>
                  </a:lnTo>
                  <a:lnTo>
                    <a:pt x="21649" y="48585"/>
                  </a:lnTo>
                  <a:lnTo>
                    <a:pt x="22322" y="48847"/>
                  </a:lnTo>
                  <a:lnTo>
                    <a:pt x="23017" y="49079"/>
                  </a:lnTo>
                  <a:lnTo>
                    <a:pt x="23733" y="49279"/>
                  </a:lnTo>
                  <a:lnTo>
                    <a:pt x="24470" y="49449"/>
                  </a:lnTo>
                  <a:lnTo>
                    <a:pt x="25227" y="49588"/>
                  </a:lnTo>
                  <a:lnTo>
                    <a:pt x="26006" y="49696"/>
                  </a:lnTo>
                  <a:lnTo>
                    <a:pt x="26806" y="49773"/>
                  </a:lnTo>
                  <a:lnTo>
                    <a:pt x="27626" y="49820"/>
                  </a:lnTo>
                  <a:lnTo>
                    <a:pt x="28468" y="49835"/>
                  </a:lnTo>
                  <a:lnTo>
                    <a:pt x="29086" y="49825"/>
                  </a:lnTo>
                  <a:lnTo>
                    <a:pt x="29706" y="49793"/>
                  </a:lnTo>
                  <a:lnTo>
                    <a:pt x="30326" y="49741"/>
                  </a:lnTo>
                  <a:lnTo>
                    <a:pt x="30948" y="49667"/>
                  </a:lnTo>
                  <a:lnTo>
                    <a:pt x="31571" y="49573"/>
                  </a:lnTo>
                  <a:lnTo>
                    <a:pt x="32196" y="49457"/>
                  </a:lnTo>
                  <a:lnTo>
                    <a:pt x="32821" y="49321"/>
                  </a:lnTo>
                  <a:lnTo>
                    <a:pt x="33448" y="49163"/>
                  </a:lnTo>
                  <a:lnTo>
                    <a:pt x="34076" y="48985"/>
                  </a:lnTo>
                  <a:lnTo>
                    <a:pt x="34705" y="48785"/>
                  </a:lnTo>
                  <a:lnTo>
                    <a:pt x="35341" y="48564"/>
                  </a:lnTo>
                  <a:lnTo>
                    <a:pt x="35963" y="48321"/>
                  </a:lnTo>
                  <a:lnTo>
                    <a:pt x="36571" y="48055"/>
                  </a:lnTo>
                  <a:lnTo>
                    <a:pt x="37166" y="47768"/>
                  </a:lnTo>
                  <a:lnTo>
                    <a:pt x="37747" y="47458"/>
                  </a:lnTo>
                  <a:lnTo>
                    <a:pt x="38314" y="47125"/>
                  </a:lnTo>
                  <a:lnTo>
                    <a:pt x="38868" y="46771"/>
                  </a:lnTo>
                  <a:lnTo>
                    <a:pt x="39409" y="46394"/>
                  </a:lnTo>
                  <a:lnTo>
                    <a:pt x="39935" y="45995"/>
                  </a:lnTo>
                  <a:lnTo>
                    <a:pt x="40448" y="45574"/>
                  </a:lnTo>
                  <a:lnTo>
                    <a:pt x="40957" y="45131"/>
                  </a:lnTo>
                  <a:lnTo>
                    <a:pt x="41446" y="44665"/>
                  </a:lnTo>
                  <a:lnTo>
                    <a:pt x="41916" y="44177"/>
                  </a:lnTo>
                  <a:lnTo>
                    <a:pt x="42365" y="43667"/>
                  </a:lnTo>
                  <a:lnTo>
                    <a:pt x="42795" y="43135"/>
                  </a:lnTo>
                  <a:lnTo>
                    <a:pt x="43205" y="42580"/>
                  </a:lnTo>
                  <a:lnTo>
                    <a:pt x="43595" y="42003"/>
                  </a:lnTo>
                  <a:lnTo>
                    <a:pt x="43966" y="41404"/>
                  </a:lnTo>
                  <a:lnTo>
                    <a:pt x="44317" y="40783"/>
                  </a:lnTo>
                  <a:lnTo>
                    <a:pt x="44648" y="40140"/>
                  </a:lnTo>
                  <a:lnTo>
                    <a:pt x="44965" y="39461"/>
                  </a:lnTo>
                  <a:lnTo>
                    <a:pt x="45248" y="38759"/>
                  </a:lnTo>
                  <a:lnTo>
                    <a:pt x="45498" y="38033"/>
                  </a:lnTo>
                  <a:lnTo>
                    <a:pt x="45715" y="37284"/>
                  </a:lnTo>
                  <a:lnTo>
                    <a:pt x="45898" y="36512"/>
                  </a:lnTo>
                  <a:lnTo>
                    <a:pt x="46048" y="35716"/>
                  </a:lnTo>
                  <a:lnTo>
                    <a:pt x="46165" y="34896"/>
                  </a:lnTo>
                  <a:lnTo>
                    <a:pt x="46248" y="34053"/>
                  </a:lnTo>
                  <a:lnTo>
                    <a:pt x="46298" y="331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1354650" y="3606377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5243630" y="3565045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5315883" y="3638533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5344413" y="3563748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5416171" y="3563748"/>
              <a:ext cx="57616" cy="88308"/>
            </a:xfrm>
            <a:custGeom>
              <a:avLst/>
              <a:pathLst>
                <a:path w="57616" h="88308">
                  <a:moveTo>
                    <a:pt x="0" y="88308"/>
                  </a:moveTo>
                  <a:lnTo>
                    <a:pt x="0" y="80465"/>
                  </a:lnTo>
                  <a:lnTo>
                    <a:pt x="643" y="79037"/>
                  </a:lnTo>
                  <a:lnTo>
                    <a:pt x="1314" y="77644"/>
                  </a:lnTo>
                  <a:lnTo>
                    <a:pt x="2011" y="76286"/>
                  </a:lnTo>
                  <a:lnTo>
                    <a:pt x="2736" y="74962"/>
                  </a:lnTo>
                  <a:lnTo>
                    <a:pt x="3489" y="73672"/>
                  </a:lnTo>
                  <a:lnTo>
                    <a:pt x="4268" y="72417"/>
                  </a:lnTo>
                  <a:lnTo>
                    <a:pt x="5074" y="71197"/>
                  </a:lnTo>
                  <a:lnTo>
                    <a:pt x="5908" y="70011"/>
                  </a:lnTo>
                  <a:lnTo>
                    <a:pt x="6769" y="68860"/>
                  </a:lnTo>
                  <a:lnTo>
                    <a:pt x="7657" y="67744"/>
                  </a:lnTo>
                  <a:lnTo>
                    <a:pt x="8575" y="66643"/>
                  </a:lnTo>
                  <a:lnTo>
                    <a:pt x="9502" y="65565"/>
                  </a:lnTo>
                  <a:lnTo>
                    <a:pt x="10438" y="64509"/>
                  </a:lnTo>
                  <a:lnTo>
                    <a:pt x="11382" y="63475"/>
                  </a:lnTo>
                  <a:lnTo>
                    <a:pt x="12335" y="62464"/>
                  </a:lnTo>
                  <a:lnTo>
                    <a:pt x="13296" y="61475"/>
                  </a:lnTo>
                  <a:lnTo>
                    <a:pt x="14267" y="60507"/>
                  </a:lnTo>
                  <a:lnTo>
                    <a:pt x="15245" y="59563"/>
                  </a:lnTo>
                  <a:lnTo>
                    <a:pt x="16233" y="58640"/>
                  </a:lnTo>
                  <a:lnTo>
                    <a:pt x="17229" y="57740"/>
                  </a:lnTo>
                  <a:lnTo>
                    <a:pt x="18228" y="56845"/>
                  </a:lnTo>
                  <a:lnTo>
                    <a:pt x="19225" y="55964"/>
                  </a:lnTo>
                  <a:lnTo>
                    <a:pt x="20219" y="55096"/>
                  </a:lnTo>
                  <a:lnTo>
                    <a:pt x="21211" y="54242"/>
                  </a:lnTo>
                  <a:lnTo>
                    <a:pt x="22200" y="53401"/>
                  </a:lnTo>
                  <a:lnTo>
                    <a:pt x="23187" y="52575"/>
                  </a:lnTo>
                  <a:lnTo>
                    <a:pt x="24171" y="51761"/>
                  </a:lnTo>
                  <a:lnTo>
                    <a:pt x="25153" y="50961"/>
                  </a:lnTo>
                  <a:lnTo>
                    <a:pt x="26133" y="50175"/>
                  </a:lnTo>
                  <a:lnTo>
                    <a:pt x="27110" y="49403"/>
                  </a:lnTo>
                  <a:lnTo>
                    <a:pt x="28088" y="48637"/>
                  </a:lnTo>
                  <a:lnTo>
                    <a:pt x="29046" y="47871"/>
                  </a:lnTo>
                  <a:lnTo>
                    <a:pt x="29985" y="47106"/>
                  </a:lnTo>
                  <a:lnTo>
                    <a:pt x="30904" y="46340"/>
                  </a:lnTo>
                  <a:lnTo>
                    <a:pt x="31803" y="45574"/>
                  </a:lnTo>
                  <a:lnTo>
                    <a:pt x="32682" y="44808"/>
                  </a:lnTo>
                  <a:lnTo>
                    <a:pt x="33542" y="44043"/>
                  </a:lnTo>
                  <a:lnTo>
                    <a:pt x="34382" y="43277"/>
                  </a:lnTo>
                  <a:lnTo>
                    <a:pt x="35202" y="42511"/>
                  </a:lnTo>
                  <a:lnTo>
                    <a:pt x="36002" y="41745"/>
                  </a:lnTo>
                  <a:lnTo>
                    <a:pt x="36777" y="40976"/>
                  </a:lnTo>
                  <a:lnTo>
                    <a:pt x="37521" y="40199"/>
                  </a:lnTo>
                  <a:lnTo>
                    <a:pt x="38235" y="39415"/>
                  </a:lnTo>
                  <a:lnTo>
                    <a:pt x="38917" y="38623"/>
                  </a:lnTo>
                  <a:lnTo>
                    <a:pt x="39568" y="37824"/>
                  </a:lnTo>
                  <a:lnTo>
                    <a:pt x="40189" y="37017"/>
                  </a:lnTo>
                  <a:lnTo>
                    <a:pt x="40779" y="36203"/>
                  </a:lnTo>
                  <a:lnTo>
                    <a:pt x="41338" y="35382"/>
                  </a:lnTo>
                  <a:lnTo>
                    <a:pt x="41866" y="34553"/>
                  </a:lnTo>
                  <a:lnTo>
                    <a:pt x="42363" y="33717"/>
                  </a:lnTo>
                  <a:lnTo>
                    <a:pt x="42832" y="32866"/>
                  </a:lnTo>
                  <a:lnTo>
                    <a:pt x="43252" y="31993"/>
                  </a:lnTo>
                  <a:lnTo>
                    <a:pt x="43623" y="31098"/>
                  </a:lnTo>
                  <a:lnTo>
                    <a:pt x="43944" y="30180"/>
                  </a:lnTo>
                  <a:lnTo>
                    <a:pt x="44215" y="29240"/>
                  </a:lnTo>
                  <a:lnTo>
                    <a:pt x="44438" y="28278"/>
                  </a:lnTo>
                  <a:lnTo>
                    <a:pt x="44611" y="27294"/>
                  </a:lnTo>
                  <a:lnTo>
                    <a:pt x="44734" y="26287"/>
                  </a:lnTo>
                  <a:lnTo>
                    <a:pt x="44808" y="25258"/>
                  </a:lnTo>
                  <a:lnTo>
                    <a:pt x="44833" y="24207"/>
                  </a:lnTo>
                  <a:lnTo>
                    <a:pt x="44822" y="23475"/>
                  </a:lnTo>
                  <a:lnTo>
                    <a:pt x="44789" y="22762"/>
                  </a:lnTo>
                  <a:lnTo>
                    <a:pt x="44733" y="22067"/>
                  </a:lnTo>
                  <a:lnTo>
                    <a:pt x="44655" y="21391"/>
                  </a:lnTo>
                  <a:lnTo>
                    <a:pt x="44555" y="20733"/>
                  </a:lnTo>
                  <a:lnTo>
                    <a:pt x="44433" y="20094"/>
                  </a:lnTo>
                  <a:lnTo>
                    <a:pt x="44288" y="19474"/>
                  </a:lnTo>
                  <a:lnTo>
                    <a:pt x="44122" y="18872"/>
                  </a:lnTo>
                  <a:lnTo>
                    <a:pt x="43933" y="18288"/>
                  </a:lnTo>
                  <a:lnTo>
                    <a:pt x="43721" y="17723"/>
                  </a:lnTo>
                  <a:lnTo>
                    <a:pt x="43489" y="17164"/>
                  </a:lnTo>
                  <a:lnTo>
                    <a:pt x="43237" y="16624"/>
                  </a:lnTo>
                  <a:lnTo>
                    <a:pt x="42966" y="16102"/>
                  </a:lnTo>
                  <a:lnTo>
                    <a:pt x="42674" y="15599"/>
                  </a:lnTo>
                  <a:lnTo>
                    <a:pt x="42363" y="15114"/>
                  </a:lnTo>
                  <a:lnTo>
                    <a:pt x="42032" y="14648"/>
                  </a:lnTo>
                  <a:lnTo>
                    <a:pt x="41681" y="14200"/>
                  </a:lnTo>
                  <a:lnTo>
                    <a:pt x="41311" y="13771"/>
                  </a:lnTo>
                  <a:lnTo>
                    <a:pt x="40920" y="13360"/>
                  </a:lnTo>
                  <a:lnTo>
                    <a:pt x="40510" y="12968"/>
                  </a:lnTo>
                  <a:lnTo>
                    <a:pt x="40082" y="12595"/>
                  </a:lnTo>
                  <a:lnTo>
                    <a:pt x="39636" y="12242"/>
                  </a:lnTo>
                  <a:lnTo>
                    <a:pt x="39173" y="11908"/>
                  </a:lnTo>
                  <a:lnTo>
                    <a:pt x="38692" y="11594"/>
                  </a:lnTo>
                  <a:lnTo>
                    <a:pt x="38194" y="11301"/>
                  </a:lnTo>
                  <a:lnTo>
                    <a:pt x="37679" y="11026"/>
                  </a:lnTo>
                  <a:lnTo>
                    <a:pt x="37147" y="10772"/>
                  </a:lnTo>
                  <a:lnTo>
                    <a:pt x="36597" y="10537"/>
                  </a:lnTo>
                  <a:lnTo>
                    <a:pt x="36031" y="10322"/>
                  </a:lnTo>
                  <a:lnTo>
                    <a:pt x="35446" y="10127"/>
                  </a:lnTo>
                  <a:lnTo>
                    <a:pt x="34859" y="9939"/>
                  </a:lnTo>
                  <a:lnTo>
                    <a:pt x="34258" y="9771"/>
                  </a:lnTo>
                  <a:lnTo>
                    <a:pt x="33644" y="9623"/>
                  </a:lnTo>
                  <a:lnTo>
                    <a:pt x="33016" y="9495"/>
                  </a:lnTo>
                  <a:lnTo>
                    <a:pt x="32374" y="9386"/>
                  </a:lnTo>
                  <a:lnTo>
                    <a:pt x="31719" y="9297"/>
                  </a:lnTo>
                  <a:lnTo>
                    <a:pt x="31050" y="9228"/>
                  </a:lnTo>
                  <a:lnTo>
                    <a:pt x="30368" y="9179"/>
                  </a:lnTo>
                  <a:lnTo>
                    <a:pt x="29672" y="9149"/>
                  </a:lnTo>
                  <a:lnTo>
                    <a:pt x="28962" y="9139"/>
                  </a:lnTo>
                  <a:lnTo>
                    <a:pt x="28299" y="9148"/>
                  </a:lnTo>
                  <a:lnTo>
                    <a:pt x="27643" y="9176"/>
                  </a:lnTo>
                  <a:lnTo>
                    <a:pt x="26995" y="9222"/>
                  </a:lnTo>
                  <a:lnTo>
                    <a:pt x="26354" y="9287"/>
                  </a:lnTo>
                  <a:lnTo>
                    <a:pt x="25720" y="9371"/>
                  </a:lnTo>
                  <a:lnTo>
                    <a:pt x="25094" y="9473"/>
                  </a:lnTo>
                  <a:lnTo>
                    <a:pt x="24475" y="9593"/>
                  </a:lnTo>
                  <a:lnTo>
                    <a:pt x="23864" y="9732"/>
                  </a:lnTo>
                  <a:lnTo>
                    <a:pt x="23260" y="9889"/>
                  </a:lnTo>
                  <a:lnTo>
                    <a:pt x="22663" y="10065"/>
                  </a:lnTo>
                  <a:lnTo>
                    <a:pt x="22089" y="10260"/>
                  </a:lnTo>
                  <a:lnTo>
                    <a:pt x="21527" y="10473"/>
                  </a:lnTo>
                  <a:lnTo>
                    <a:pt x="20977" y="10705"/>
                  </a:lnTo>
                  <a:lnTo>
                    <a:pt x="20440" y="10955"/>
                  </a:lnTo>
                  <a:lnTo>
                    <a:pt x="19915" y="11223"/>
                  </a:lnTo>
                  <a:lnTo>
                    <a:pt x="19403" y="11510"/>
                  </a:lnTo>
                  <a:lnTo>
                    <a:pt x="18902" y="11816"/>
                  </a:lnTo>
                  <a:lnTo>
                    <a:pt x="18415" y="12140"/>
                  </a:lnTo>
                  <a:lnTo>
                    <a:pt x="17939" y="12483"/>
                  </a:lnTo>
                  <a:lnTo>
                    <a:pt x="17476" y="12844"/>
                  </a:lnTo>
                  <a:lnTo>
                    <a:pt x="17027" y="13224"/>
                  </a:lnTo>
                  <a:lnTo>
                    <a:pt x="16594" y="13622"/>
                  </a:lnTo>
                  <a:lnTo>
                    <a:pt x="16177" y="14039"/>
                  </a:lnTo>
                  <a:lnTo>
                    <a:pt x="15776" y="14475"/>
                  </a:lnTo>
                  <a:lnTo>
                    <a:pt x="15392" y="14929"/>
                  </a:lnTo>
                  <a:lnTo>
                    <a:pt x="15023" y="15401"/>
                  </a:lnTo>
                  <a:lnTo>
                    <a:pt x="14670" y="15892"/>
                  </a:lnTo>
                  <a:lnTo>
                    <a:pt x="14334" y="16401"/>
                  </a:lnTo>
                  <a:lnTo>
                    <a:pt x="14013" y="16929"/>
                  </a:lnTo>
                  <a:lnTo>
                    <a:pt x="13709" y="17476"/>
                  </a:lnTo>
                  <a:lnTo>
                    <a:pt x="13435" y="18029"/>
                  </a:lnTo>
                  <a:lnTo>
                    <a:pt x="13180" y="18600"/>
                  </a:lnTo>
                  <a:lnTo>
                    <a:pt x="12946" y="19190"/>
                  </a:lnTo>
                  <a:lnTo>
                    <a:pt x="12731" y="19798"/>
                  </a:lnTo>
                  <a:lnTo>
                    <a:pt x="12536" y="20425"/>
                  </a:lnTo>
                  <a:lnTo>
                    <a:pt x="12360" y="21070"/>
                  </a:lnTo>
                  <a:lnTo>
                    <a:pt x="12205" y="21734"/>
                  </a:lnTo>
                  <a:lnTo>
                    <a:pt x="12069" y="22416"/>
                  </a:lnTo>
                  <a:lnTo>
                    <a:pt x="11953" y="23117"/>
                  </a:lnTo>
                  <a:lnTo>
                    <a:pt x="11856" y="23837"/>
                  </a:lnTo>
                  <a:lnTo>
                    <a:pt x="494" y="22787"/>
                  </a:lnTo>
                  <a:lnTo>
                    <a:pt x="620" y="21854"/>
                  </a:lnTo>
                  <a:lnTo>
                    <a:pt x="775" y="20932"/>
                  </a:lnTo>
                  <a:lnTo>
                    <a:pt x="960" y="20021"/>
                  </a:lnTo>
                  <a:lnTo>
                    <a:pt x="1175" y="19121"/>
                  </a:lnTo>
                  <a:lnTo>
                    <a:pt x="1420" y="18232"/>
                  </a:lnTo>
                  <a:lnTo>
                    <a:pt x="1694" y="17355"/>
                  </a:lnTo>
                  <a:lnTo>
                    <a:pt x="1998" y="16488"/>
                  </a:lnTo>
                  <a:lnTo>
                    <a:pt x="2331" y="15633"/>
                  </a:lnTo>
                  <a:lnTo>
                    <a:pt x="2694" y="14789"/>
                  </a:lnTo>
                  <a:lnTo>
                    <a:pt x="3087" y="13956"/>
                  </a:lnTo>
                  <a:lnTo>
                    <a:pt x="3510" y="13139"/>
                  </a:lnTo>
                  <a:lnTo>
                    <a:pt x="3964" y="12343"/>
                  </a:lnTo>
                  <a:lnTo>
                    <a:pt x="4449" y="11568"/>
                  </a:lnTo>
                  <a:lnTo>
                    <a:pt x="4965" y="10814"/>
                  </a:lnTo>
                  <a:lnTo>
                    <a:pt x="5511" y="10081"/>
                  </a:lnTo>
                  <a:lnTo>
                    <a:pt x="6088" y="9369"/>
                  </a:lnTo>
                  <a:lnTo>
                    <a:pt x="6697" y="8678"/>
                  </a:lnTo>
                  <a:lnTo>
                    <a:pt x="7336" y="8008"/>
                  </a:lnTo>
                  <a:lnTo>
                    <a:pt x="8006" y="7359"/>
                  </a:lnTo>
                  <a:lnTo>
                    <a:pt x="8707" y="6731"/>
                  </a:lnTo>
                  <a:lnTo>
                    <a:pt x="9437" y="6114"/>
                  </a:lnTo>
                  <a:lnTo>
                    <a:pt x="10196" y="5525"/>
                  </a:lnTo>
                  <a:lnTo>
                    <a:pt x="10984" y="4963"/>
                  </a:lnTo>
                  <a:lnTo>
                    <a:pt x="11799" y="4429"/>
                  </a:lnTo>
                  <a:lnTo>
                    <a:pt x="12644" y="3921"/>
                  </a:lnTo>
                  <a:lnTo>
                    <a:pt x="13516" y="3440"/>
                  </a:lnTo>
                  <a:lnTo>
                    <a:pt x="14417" y="2987"/>
                  </a:lnTo>
                  <a:lnTo>
                    <a:pt x="15347" y="2561"/>
                  </a:lnTo>
                  <a:lnTo>
                    <a:pt x="16304" y="2162"/>
                  </a:lnTo>
                  <a:lnTo>
                    <a:pt x="17291" y="1790"/>
                  </a:lnTo>
                  <a:lnTo>
                    <a:pt x="18319" y="1450"/>
                  </a:lnTo>
                  <a:lnTo>
                    <a:pt x="19378" y="1146"/>
                  </a:lnTo>
                  <a:lnTo>
                    <a:pt x="20468" y="877"/>
                  </a:lnTo>
                  <a:lnTo>
                    <a:pt x="21589" y="644"/>
                  </a:lnTo>
                  <a:lnTo>
                    <a:pt x="22740" y="447"/>
                  </a:lnTo>
                  <a:lnTo>
                    <a:pt x="23923" y="286"/>
                  </a:lnTo>
                  <a:lnTo>
                    <a:pt x="25137" y="161"/>
                  </a:lnTo>
                  <a:lnTo>
                    <a:pt x="26381" y="71"/>
                  </a:lnTo>
                  <a:lnTo>
                    <a:pt x="27656" y="17"/>
                  </a:lnTo>
                  <a:lnTo>
                    <a:pt x="28962" y="0"/>
                  </a:lnTo>
                  <a:lnTo>
                    <a:pt x="30245" y="15"/>
                  </a:lnTo>
                  <a:lnTo>
                    <a:pt x="31499" y="61"/>
                  </a:lnTo>
                  <a:lnTo>
                    <a:pt x="32725" y="138"/>
                  </a:lnTo>
                  <a:lnTo>
                    <a:pt x="33922" y="247"/>
                  </a:lnTo>
                  <a:lnTo>
                    <a:pt x="35091" y="385"/>
                  </a:lnTo>
                  <a:lnTo>
                    <a:pt x="36232" y="555"/>
                  </a:lnTo>
                  <a:lnTo>
                    <a:pt x="37344" y="756"/>
                  </a:lnTo>
                  <a:lnTo>
                    <a:pt x="38428" y="988"/>
                  </a:lnTo>
                  <a:lnTo>
                    <a:pt x="39483" y="1250"/>
                  </a:lnTo>
                  <a:lnTo>
                    <a:pt x="40510" y="1543"/>
                  </a:lnTo>
                  <a:lnTo>
                    <a:pt x="41507" y="1867"/>
                  </a:lnTo>
                  <a:lnTo>
                    <a:pt x="42472" y="2220"/>
                  </a:lnTo>
                  <a:lnTo>
                    <a:pt x="43404" y="2603"/>
                  </a:lnTo>
                  <a:lnTo>
                    <a:pt x="44304" y="3016"/>
                  </a:lnTo>
                  <a:lnTo>
                    <a:pt x="45173" y="3458"/>
                  </a:lnTo>
                  <a:lnTo>
                    <a:pt x="46009" y="3930"/>
                  </a:lnTo>
                  <a:lnTo>
                    <a:pt x="46813" y="4431"/>
                  </a:lnTo>
                  <a:lnTo>
                    <a:pt x="47585" y="4962"/>
                  </a:lnTo>
                  <a:lnTo>
                    <a:pt x="48325" y="5523"/>
                  </a:lnTo>
                  <a:lnTo>
                    <a:pt x="49032" y="6113"/>
                  </a:lnTo>
                  <a:lnTo>
                    <a:pt x="49720" y="6733"/>
                  </a:lnTo>
                  <a:lnTo>
                    <a:pt x="50374" y="7380"/>
                  </a:lnTo>
                  <a:lnTo>
                    <a:pt x="50994" y="8057"/>
                  </a:lnTo>
                  <a:lnTo>
                    <a:pt x="51582" y="8761"/>
                  </a:lnTo>
                  <a:lnTo>
                    <a:pt x="52135" y="9494"/>
                  </a:lnTo>
                  <a:lnTo>
                    <a:pt x="52656" y="10256"/>
                  </a:lnTo>
                  <a:lnTo>
                    <a:pt x="53143" y="11045"/>
                  </a:lnTo>
                  <a:lnTo>
                    <a:pt x="53597" y="11864"/>
                  </a:lnTo>
                  <a:lnTo>
                    <a:pt x="54018" y="12710"/>
                  </a:lnTo>
                  <a:lnTo>
                    <a:pt x="54405" y="13585"/>
                  </a:lnTo>
                  <a:lnTo>
                    <a:pt x="54757" y="14488"/>
                  </a:lnTo>
                  <a:lnTo>
                    <a:pt x="55072" y="15418"/>
                  </a:lnTo>
                  <a:lnTo>
                    <a:pt x="55350" y="16375"/>
                  </a:lnTo>
                  <a:lnTo>
                    <a:pt x="55591" y="17360"/>
                  </a:lnTo>
                  <a:lnTo>
                    <a:pt x="55794" y="18371"/>
                  </a:lnTo>
                  <a:lnTo>
                    <a:pt x="55961" y="19410"/>
                  </a:lnTo>
                  <a:lnTo>
                    <a:pt x="56091" y="20476"/>
                  </a:lnTo>
                  <a:lnTo>
                    <a:pt x="56183" y="21569"/>
                  </a:lnTo>
                  <a:lnTo>
                    <a:pt x="56239" y="22689"/>
                  </a:lnTo>
                  <a:lnTo>
                    <a:pt x="56258" y="23837"/>
                  </a:lnTo>
                  <a:lnTo>
                    <a:pt x="56241" y="24709"/>
                  </a:lnTo>
                  <a:lnTo>
                    <a:pt x="56193" y="25573"/>
                  </a:lnTo>
                  <a:lnTo>
                    <a:pt x="56113" y="26428"/>
                  </a:lnTo>
                  <a:lnTo>
                    <a:pt x="56001" y="27275"/>
                  </a:lnTo>
                  <a:lnTo>
                    <a:pt x="55856" y="28113"/>
                  </a:lnTo>
                  <a:lnTo>
                    <a:pt x="55680" y="28942"/>
                  </a:lnTo>
                  <a:lnTo>
                    <a:pt x="55471" y="29763"/>
                  </a:lnTo>
                  <a:lnTo>
                    <a:pt x="55230" y="30575"/>
                  </a:lnTo>
                  <a:lnTo>
                    <a:pt x="54957" y="31379"/>
                  </a:lnTo>
                  <a:lnTo>
                    <a:pt x="54652" y="32173"/>
                  </a:lnTo>
                  <a:lnTo>
                    <a:pt x="54332" y="32960"/>
                  </a:lnTo>
                  <a:lnTo>
                    <a:pt x="53990" y="33739"/>
                  </a:lnTo>
                  <a:lnTo>
                    <a:pt x="53626" y="34511"/>
                  </a:lnTo>
                  <a:lnTo>
                    <a:pt x="53239" y="35276"/>
                  </a:lnTo>
                  <a:lnTo>
                    <a:pt x="52830" y="36033"/>
                  </a:lnTo>
                  <a:lnTo>
                    <a:pt x="52399" y="36783"/>
                  </a:lnTo>
                  <a:lnTo>
                    <a:pt x="51946" y="37525"/>
                  </a:lnTo>
                  <a:lnTo>
                    <a:pt x="51470" y="38260"/>
                  </a:lnTo>
                  <a:lnTo>
                    <a:pt x="50973" y="38987"/>
                  </a:lnTo>
                  <a:lnTo>
                    <a:pt x="50453" y="39707"/>
                  </a:lnTo>
                  <a:lnTo>
                    <a:pt x="49925" y="40421"/>
                  </a:lnTo>
                  <a:lnTo>
                    <a:pt x="49381" y="41130"/>
                  </a:lnTo>
                  <a:lnTo>
                    <a:pt x="48819" y="41834"/>
                  </a:lnTo>
                  <a:lnTo>
                    <a:pt x="48239" y="42533"/>
                  </a:lnTo>
                  <a:lnTo>
                    <a:pt x="47643" y="43227"/>
                  </a:lnTo>
                  <a:lnTo>
                    <a:pt x="47029" y="43917"/>
                  </a:lnTo>
                  <a:lnTo>
                    <a:pt x="46398" y="44601"/>
                  </a:lnTo>
                  <a:lnTo>
                    <a:pt x="45749" y="45280"/>
                  </a:lnTo>
                  <a:lnTo>
                    <a:pt x="45084" y="45954"/>
                  </a:lnTo>
                  <a:lnTo>
                    <a:pt x="44401" y="46624"/>
                  </a:lnTo>
                  <a:lnTo>
                    <a:pt x="43706" y="47290"/>
                  </a:lnTo>
                  <a:lnTo>
                    <a:pt x="43005" y="47953"/>
                  </a:lnTo>
                  <a:lnTo>
                    <a:pt x="42298" y="48614"/>
                  </a:lnTo>
                  <a:lnTo>
                    <a:pt x="41585" y="49272"/>
                  </a:lnTo>
                  <a:lnTo>
                    <a:pt x="40865" y="49928"/>
                  </a:lnTo>
                  <a:lnTo>
                    <a:pt x="40140" y="50581"/>
                  </a:lnTo>
                  <a:lnTo>
                    <a:pt x="39408" y="51232"/>
                  </a:lnTo>
                  <a:lnTo>
                    <a:pt x="38670" y="51880"/>
                  </a:lnTo>
                  <a:lnTo>
                    <a:pt x="37926" y="52526"/>
                  </a:lnTo>
                  <a:lnTo>
                    <a:pt x="37175" y="53170"/>
                  </a:lnTo>
                  <a:lnTo>
                    <a:pt x="36421" y="53800"/>
                  </a:lnTo>
                  <a:lnTo>
                    <a:pt x="35666" y="54430"/>
                  </a:lnTo>
                  <a:lnTo>
                    <a:pt x="34910" y="55060"/>
                  </a:lnTo>
                  <a:lnTo>
                    <a:pt x="34152" y="55689"/>
                  </a:lnTo>
                  <a:lnTo>
                    <a:pt x="33393" y="56319"/>
                  </a:lnTo>
                  <a:lnTo>
                    <a:pt x="32633" y="56949"/>
                  </a:lnTo>
                  <a:lnTo>
                    <a:pt x="31871" y="57579"/>
                  </a:lnTo>
                  <a:lnTo>
                    <a:pt x="31109" y="58209"/>
                  </a:lnTo>
                  <a:lnTo>
                    <a:pt x="30345" y="58839"/>
                  </a:lnTo>
                  <a:lnTo>
                    <a:pt x="29580" y="59469"/>
                  </a:lnTo>
                  <a:lnTo>
                    <a:pt x="28818" y="60087"/>
                  </a:lnTo>
                  <a:lnTo>
                    <a:pt x="28066" y="60706"/>
                  </a:lnTo>
                  <a:lnTo>
                    <a:pt x="27321" y="61327"/>
                  </a:lnTo>
                  <a:lnTo>
                    <a:pt x="26586" y="61949"/>
                  </a:lnTo>
                  <a:lnTo>
                    <a:pt x="25859" y="62572"/>
                  </a:lnTo>
                  <a:lnTo>
                    <a:pt x="25141" y="63196"/>
                  </a:lnTo>
                  <a:lnTo>
                    <a:pt x="24431" y="63822"/>
                  </a:lnTo>
                  <a:lnTo>
                    <a:pt x="23730" y="64449"/>
                  </a:lnTo>
                  <a:lnTo>
                    <a:pt x="23038" y="65077"/>
                  </a:lnTo>
                  <a:lnTo>
                    <a:pt x="22355" y="65706"/>
                  </a:lnTo>
                  <a:lnTo>
                    <a:pt x="21694" y="66337"/>
                  </a:lnTo>
                  <a:lnTo>
                    <a:pt x="21048" y="66971"/>
                  </a:lnTo>
                  <a:lnTo>
                    <a:pt x="20415" y="67607"/>
                  </a:lnTo>
                  <a:lnTo>
                    <a:pt x="19795" y="68245"/>
                  </a:lnTo>
                  <a:lnTo>
                    <a:pt x="19190" y="68886"/>
                  </a:lnTo>
                  <a:lnTo>
                    <a:pt x="18597" y="69530"/>
                  </a:lnTo>
                  <a:lnTo>
                    <a:pt x="18019" y="70176"/>
                  </a:lnTo>
                  <a:lnTo>
                    <a:pt x="17454" y="70824"/>
                  </a:lnTo>
                  <a:lnTo>
                    <a:pt x="16902" y="71475"/>
                  </a:lnTo>
                  <a:lnTo>
                    <a:pt x="16364" y="72128"/>
                  </a:lnTo>
                  <a:lnTo>
                    <a:pt x="15845" y="72774"/>
                  </a:lnTo>
                  <a:lnTo>
                    <a:pt x="15349" y="73425"/>
                  </a:lnTo>
                  <a:lnTo>
                    <a:pt x="14877" y="74083"/>
                  </a:lnTo>
                  <a:lnTo>
                    <a:pt x="14428" y="74747"/>
                  </a:lnTo>
                  <a:lnTo>
                    <a:pt x="14002" y="75417"/>
                  </a:lnTo>
                  <a:lnTo>
                    <a:pt x="13600" y="76093"/>
                  </a:lnTo>
                  <a:lnTo>
                    <a:pt x="13222" y="76775"/>
                  </a:lnTo>
                  <a:lnTo>
                    <a:pt x="12867" y="77464"/>
                  </a:lnTo>
                  <a:lnTo>
                    <a:pt x="12535" y="78159"/>
                  </a:lnTo>
                  <a:lnTo>
                    <a:pt x="12227" y="78860"/>
                  </a:lnTo>
                  <a:lnTo>
                    <a:pt x="57616" y="78860"/>
                  </a:lnTo>
                  <a:lnTo>
                    <a:pt x="57616" y="88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5489782" y="3565045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5560120" y="3565045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2443112" y="3605349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515364" y="3678836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2543895" y="3604052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614233" y="3604052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684571" y="3604052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2756329" y="3604052"/>
              <a:ext cx="57616" cy="88308"/>
            </a:xfrm>
            <a:custGeom>
              <a:avLst/>
              <a:pathLst>
                <a:path w="57616" h="88308">
                  <a:moveTo>
                    <a:pt x="0" y="88308"/>
                  </a:moveTo>
                  <a:lnTo>
                    <a:pt x="0" y="80465"/>
                  </a:lnTo>
                  <a:lnTo>
                    <a:pt x="643" y="79037"/>
                  </a:lnTo>
                  <a:lnTo>
                    <a:pt x="1314" y="77644"/>
                  </a:lnTo>
                  <a:lnTo>
                    <a:pt x="2011" y="76286"/>
                  </a:lnTo>
                  <a:lnTo>
                    <a:pt x="2736" y="74962"/>
                  </a:lnTo>
                  <a:lnTo>
                    <a:pt x="3489" y="73672"/>
                  </a:lnTo>
                  <a:lnTo>
                    <a:pt x="4268" y="72417"/>
                  </a:lnTo>
                  <a:lnTo>
                    <a:pt x="5074" y="71197"/>
                  </a:lnTo>
                  <a:lnTo>
                    <a:pt x="5908" y="70011"/>
                  </a:lnTo>
                  <a:lnTo>
                    <a:pt x="6769" y="68860"/>
                  </a:lnTo>
                  <a:lnTo>
                    <a:pt x="7657" y="67744"/>
                  </a:lnTo>
                  <a:lnTo>
                    <a:pt x="8575" y="66643"/>
                  </a:lnTo>
                  <a:lnTo>
                    <a:pt x="9502" y="65565"/>
                  </a:lnTo>
                  <a:lnTo>
                    <a:pt x="10438" y="64509"/>
                  </a:lnTo>
                  <a:lnTo>
                    <a:pt x="11382" y="63475"/>
                  </a:lnTo>
                  <a:lnTo>
                    <a:pt x="12335" y="62464"/>
                  </a:lnTo>
                  <a:lnTo>
                    <a:pt x="13296" y="61475"/>
                  </a:lnTo>
                  <a:lnTo>
                    <a:pt x="14267" y="60507"/>
                  </a:lnTo>
                  <a:lnTo>
                    <a:pt x="15245" y="59563"/>
                  </a:lnTo>
                  <a:lnTo>
                    <a:pt x="16233" y="58640"/>
                  </a:lnTo>
                  <a:lnTo>
                    <a:pt x="17229" y="57740"/>
                  </a:lnTo>
                  <a:lnTo>
                    <a:pt x="18228" y="56845"/>
                  </a:lnTo>
                  <a:lnTo>
                    <a:pt x="19225" y="55964"/>
                  </a:lnTo>
                  <a:lnTo>
                    <a:pt x="20219" y="55096"/>
                  </a:lnTo>
                  <a:lnTo>
                    <a:pt x="21211" y="54242"/>
                  </a:lnTo>
                  <a:lnTo>
                    <a:pt x="22200" y="53401"/>
                  </a:lnTo>
                  <a:lnTo>
                    <a:pt x="23187" y="52575"/>
                  </a:lnTo>
                  <a:lnTo>
                    <a:pt x="24171" y="51761"/>
                  </a:lnTo>
                  <a:lnTo>
                    <a:pt x="25153" y="50961"/>
                  </a:lnTo>
                  <a:lnTo>
                    <a:pt x="26133" y="50175"/>
                  </a:lnTo>
                  <a:lnTo>
                    <a:pt x="27110" y="49403"/>
                  </a:lnTo>
                  <a:lnTo>
                    <a:pt x="28088" y="48637"/>
                  </a:lnTo>
                  <a:lnTo>
                    <a:pt x="29046" y="47871"/>
                  </a:lnTo>
                  <a:lnTo>
                    <a:pt x="29985" y="47106"/>
                  </a:lnTo>
                  <a:lnTo>
                    <a:pt x="30904" y="46340"/>
                  </a:lnTo>
                  <a:lnTo>
                    <a:pt x="31803" y="45574"/>
                  </a:lnTo>
                  <a:lnTo>
                    <a:pt x="32682" y="44808"/>
                  </a:lnTo>
                  <a:lnTo>
                    <a:pt x="33542" y="44043"/>
                  </a:lnTo>
                  <a:lnTo>
                    <a:pt x="34382" y="43277"/>
                  </a:lnTo>
                  <a:lnTo>
                    <a:pt x="35202" y="42511"/>
                  </a:lnTo>
                  <a:lnTo>
                    <a:pt x="36002" y="41745"/>
                  </a:lnTo>
                  <a:lnTo>
                    <a:pt x="36777" y="40976"/>
                  </a:lnTo>
                  <a:lnTo>
                    <a:pt x="37521" y="40199"/>
                  </a:lnTo>
                  <a:lnTo>
                    <a:pt x="38235" y="39415"/>
                  </a:lnTo>
                  <a:lnTo>
                    <a:pt x="38917" y="38623"/>
                  </a:lnTo>
                  <a:lnTo>
                    <a:pt x="39568" y="37824"/>
                  </a:lnTo>
                  <a:lnTo>
                    <a:pt x="40189" y="37017"/>
                  </a:lnTo>
                  <a:lnTo>
                    <a:pt x="40779" y="36203"/>
                  </a:lnTo>
                  <a:lnTo>
                    <a:pt x="41338" y="35382"/>
                  </a:lnTo>
                  <a:lnTo>
                    <a:pt x="41866" y="34553"/>
                  </a:lnTo>
                  <a:lnTo>
                    <a:pt x="42363" y="33717"/>
                  </a:lnTo>
                  <a:lnTo>
                    <a:pt x="42832" y="32866"/>
                  </a:lnTo>
                  <a:lnTo>
                    <a:pt x="43252" y="31993"/>
                  </a:lnTo>
                  <a:lnTo>
                    <a:pt x="43623" y="31098"/>
                  </a:lnTo>
                  <a:lnTo>
                    <a:pt x="43944" y="30180"/>
                  </a:lnTo>
                  <a:lnTo>
                    <a:pt x="44215" y="29240"/>
                  </a:lnTo>
                  <a:lnTo>
                    <a:pt x="44438" y="28278"/>
                  </a:lnTo>
                  <a:lnTo>
                    <a:pt x="44611" y="27294"/>
                  </a:lnTo>
                  <a:lnTo>
                    <a:pt x="44734" y="26287"/>
                  </a:lnTo>
                  <a:lnTo>
                    <a:pt x="44808" y="25258"/>
                  </a:lnTo>
                  <a:lnTo>
                    <a:pt x="44833" y="24207"/>
                  </a:lnTo>
                  <a:lnTo>
                    <a:pt x="44822" y="23475"/>
                  </a:lnTo>
                  <a:lnTo>
                    <a:pt x="44789" y="22762"/>
                  </a:lnTo>
                  <a:lnTo>
                    <a:pt x="44733" y="22067"/>
                  </a:lnTo>
                  <a:lnTo>
                    <a:pt x="44655" y="21391"/>
                  </a:lnTo>
                  <a:lnTo>
                    <a:pt x="44555" y="20733"/>
                  </a:lnTo>
                  <a:lnTo>
                    <a:pt x="44433" y="20094"/>
                  </a:lnTo>
                  <a:lnTo>
                    <a:pt x="44288" y="19474"/>
                  </a:lnTo>
                  <a:lnTo>
                    <a:pt x="44122" y="18872"/>
                  </a:lnTo>
                  <a:lnTo>
                    <a:pt x="43933" y="18288"/>
                  </a:lnTo>
                  <a:lnTo>
                    <a:pt x="43721" y="17723"/>
                  </a:lnTo>
                  <a:lnTo>
                    <a:pt x="43489" y="17164"/>
                  </a:lnTo>
                  <a:lnTo>
                    <a:pt x="43237" y="16624"/>
                  </a:lnTo>
                  <a:lnTo>
                    <a:pt x="42966" y="16102"/>
                  </a:lnTo>
                  <a:lnTo>
                    <a:pt x="42674" y="15599"/>
                  </a:lnTo>
                  <a:lnTo>
                    <a:pt x="42363" y="15114"/>
                  </a:lnTo>
                  <a:lnTo>
                    <a:pt x="42032" y="14648"/>
                  </a:lnTo>
                  <a:lnTo>
                    <a:pt x="41681" y="14200"/>
                  </a:lnTo>
                  <a:lnTo>
                    <a:pt x="41311" y="13771"/>
                  </a:lnTo>
                  <a:lnTo>
                    <a:pt x="40920" y="13360"/>
                  </a:lnTo>
                  <a:lnTo>
                    <a:pt x="40510" y="12968"/>
                  </a:lnTo>
                  <a:lnTo>
                    <a:pt x="40082" y="12595"/>
                  </a:lnTo>
                  <a:lnTo>
                    <a:pt x="39636" y="12242"/>
                  </a:lnTo>
                  <a:lnTo>
                    <a:pt x="39173" y="11908"/>
                  </a:lnTo>
                  <a:lnTo>
                    <a:pt x="38692" y="11594"/>
                  </a:lnTo>
                  <a:lnTo>
                    <a:pt x="38194" y="11301"/>
                  </a:lnTo>
                  <a:lnTo>
                    <a:pt x="37679" y="11026"/>
                  </a:lnTo>
                  <a:lnTo>
                    <a:pt x="37147" y="10772"/>
                  </a:lnTo>
                  <a:lnTo>
                    <a:pt x="36597" y="10537"/>
                  </a:lnTo>
                  <a:lnTo>
                    <a:pt x="36031" y="10322"/>
                  </a:lnTo>
                  <a:lnTo>
                    <a:pt x="35446" y="10127"/>
                  </a:lnTo>
                  <a:lnTo>
                    <a:pt x="34859" y="9939"/>
                  </a:lnTo>
                  <a:lnTo>
                    <a:pt x="34258" y="9771"/>
                  </a:lnTo>
                  <a:lnTo>
                    <a:pt x="33644" y="9623"/>
                  </a:lnTo>
                  <a:lnTo>
                    <a:pt x="33016" y="9495"/>
                  </a:lnTo>
                  <a:lnTo>
                    <a:pt x="32374" y="9386"/>
                  </a:lnTo>
                  <a:lnTo>
                    <a:pt x="31719" y="9297"/>
                  </a:lnTo>
                  <a:lnTo>
                    <a:pt x="31050" y="9228"/>
                  </a:lnTo>
                  <a:lnTo>
                    <a:pt x="30368" y="9179"/>
                  </a:lnTo>
                  <a:lnTo>
                    <a:pt x="29672" y="9149"/>
                  </a:lnTo>
                  <a:lnTo>
                    <a:pt x="28962" y="9139"/>
                  </a:lnTo>
                  <a:lnTo>
                    <a:pt x="28299" y="9148"/>
                  </a:lnTo>
                  <a:lnTo>
                    <a:pt x="27643" y="9176"/>
                  </a:lnTo>
                  <a:lnTo>
                    <a:pt x="26995" y="9222"/>
                  </a:lnTo>
                  <a:lnTo>
                    <a:pt x="26354" y="9287"/>
                  </a:lnTo>
                  <a:lnTo>
                    <a:pt x="25720" y="9371"/>
                  </a:lnTo>
                  <a:lnTo>
                    <a:pt x="25094" y="9473"/>
                  </a:lnTo>
                  <a:lnTo>
                    <a:pt x="24475" y="9593"/>
                  </a:lnTo>
                  <a:lnTo>
                    <a:pt x="23864" y="9732"/>
                  </a:lnTo>
                  <a:lnTo>
                    <a:pt x="23260" y="9889"/>
                  </a:lnTo>
                  <a:lnTo>
                    <a:pt x="22663" y="10065"/>
                  </a:lnTo>
                  <a:lnTo>
                    <a:pt x="22089" y="10260"/>
                  </a:lnTo>
                  <a:lnTo>
                    <a:pt x="21527" y="10473"/>
                  </a:lnTo>
                  <a:lnTo>
                    <a:pt x="20977" y="10705"/>
                  </a:lnTo>
                  <a:lnTo>
                    <a:pt x="20440" y="10955"/>
                  </a:lnTo>
                  <a:lnTo>
                    <a:pt x="19915" y="11223"/>
                  </a:lnTo>
                  <a:lnTo>
                    <a:pt x="19403" y="11510"/>
                  </a:lnTo>
                  <a:lnTo>
                    <a:pt x="18902" y="11816"/>
                  </a:lnTo>
                  <a:lnTo>
                    <a:pt x="18415" y="12140"/>
                  </a:lnTo>
                  <a:lnTo>
                    <a:pt x="17939" y="12483"/>
                  </a:lnTo>
                  <a:lnTo>
                    <a:pt x="17476" y="12844"/>
                  </a:lnTo>
                  <a:lnTo>
                    <a:pt x="17027" y="13224"/>
                  </a:lnTo>
                  <a:lnTo>
                    <a:pt x="16594" y="13622"/>
                  </a:lnTo>
                  <a:lnTo>
                    <a:pt x="16177" y="14039"/>
                  </a:lnTo>
                  <a:lnTo>
                    <a:pt x="15776" y="14475"/>
                  </a:lnTo>
                  <a:lnTo>
                    <a:pt x="15392" y="14929"/>
                  </a:lnTo>
                  <a:lnTo>
                    <a:pt x="15023" y="15401"/>
                  </a:lnTo>
                  <a:lnTo>
                    <a:pt x="14670" y="15892"/>
                  </a:lnTo>
                  <a:lnTo>
                    <a:pt x="14334" y="16401"/>
                  </a:lnTo>
                  <a:lnTo>
                    <a:pt x="14013" y="16929"/>
                  </a:lnTo>
                  <a:lnTo>
                    <a:pt x="13709" y="17476"/>
                  </a:lnTo>
                  <a:lnTo>
                    <a:pt x="13435" y="18029"/>
                  </a:lnTo>
                  <a:lnTo>
                    <a:pt x="13180" y="18600"/>
                  </a:lnTo>
                  <a:lnTo>
                    <a:pt x="12946" y="19190"/>
                  </a:lnTo>
                  <a:lnTo>
                    <a:pt x="12731" y="19798"/>
                  </a:lnTo>
                  <a:lnTo>
                    <a:pt x="12536" y="20425"/>
                  </a:lnTo>
                  <a:lnTo>
                    <a:pt x="12360" y="21070"/>
                  </a:lnTo>
                  <a:lnTo>
                    <a:pt x="12205" y="21734"/>
                  </a:lnTo>
                  <a:lnTo>
                    <a:pt x="12069" y="22416"/>
                  </a:lnTo>
                  <a:lnTo>
                    <a:pt x="11953" y="23117"/>
                  </a:lnTo>
                  <a:lnTo>
                    <a:pt x="11856" y="23837"/>
                  </a:lnTo>
                  <a:lnTo>
                    <a:pt x="494" y="22787"/>
                  </a:lnTo>
                  <a:lnTo>
                    <a:pt x="620" y="21854"/>
                  </a:lnTo>
                  <a:lnTo>
                    <a:pt x="775" y="20932"/>
                  </a:lnTo>
                  <a:lnTo>
                    <a:pt x="960" y="20021"/>
                  </a:lnTo>
                  <a:lnTo>
                    <a:pt x="1175" y="19121"/>
                  </a:lnTo>
                  <a:lnTo>
                    <a:pt x="1420" y="18232"/>
                  </a:lnTo>
                  <a:lnTo>
                    <a:pt x="1694" y="17355"/>
                  </a:lnTo>
                  <a:lnTo>
                    <a:pt x="1998" y="16488"/>
                  </a:lnTo>
                  <a:lnTo>
                    <a:pt x="2331" y="15633"/>
                  </a:lnTo>
                  <a:lnTo>
                    <a:pt x="2694" y="14789"/>
                  </a:lnTo>
                  <a:lnTo>
                    <a:pt x="3087" y="13956"/>
                  </a:lnTo>
                  <a:lnTo>
                    <a:pt x="3510" y="13139"/>
                  </a:lnTo>
                  <a:lnTo>
                    <a:pt x="3964" y="12343"/>
                  </a:lnTo>
                  <a:lnTo>
                    <a:pt x="4449" y="11568"/>
                  </a:lnTo>
                  <a:lnTo>
                    <a:pt x="4965" y="10814"/>
                  </a:lnTo>
                  <a:lnTo>
                    <a:pt x="5511" y="10081"/>
                  </a:lnTo>
                  <a:lnTo>
                    <a:pt x="6088" y="9369"/>
                  </a:lnTo>
                  <a:lnTo>
                    <a:pt x="6697" y="8678"/>
                  </a:lnTo>
                  <a:lnTo>
                    <a:pt x="7336" y="8008"/>
                  </a:lnTo>
                  <a:lnTo>
                    <a:pt x="8006" y="7359"/>
                  </a:lnTo>
                  <a:lnTo>
                    <a:pt x="8707" y="6731"/>
                  </a:lnTo>
                  <a:lnTo>
                    <a:pt x="9437" y="6114"/>
                  </a:lnTo>
                  <a:lnTo>
                    <a:pt x="10196" y="5525"/>
                  </a:lnTo>
                  <a:lnTo>
                    <a:pt x="10984" y="4963"/>
                  </a:lnTo>
                  <a:lnTo>
                    <a:pt x="11799" y="4429"/>
                  </a:lnTo>
                  <a:lnTo>
                    <a:pt x="12644" y="3921"/>
                  </a:lnTo>
                  <a:lnTo>
                    <a:pt x="13516" y="3440"/>
                  </a:lnTo>
                  <a:lnTo>
                    <a:pt x="14417" y="2987"/>
                  </a:lnTo>
                  <a:lnTo>
                    <a:pt x="15347" y="2561"/>
                  </a:lnTo>
                  <a:lnTo>
                    <a:pt x="16304" y="2162"/>
                  </a:lnTo>
                  <a:lnTo>
                    <a:pt x="17291" y="1790"/>
                  </a:lnTo>
                  <a:lnTo>
                    <a:pt x="18319" y="1450"/>
                  </a:lnTo>
                  <a:lnTo>
                    <a:pt x="19378" y="1146"/>
                  </a:lnTo>
                  <a:lnTo>
                    <a:pt x="20468" y="877"/>
                  </a:lnTo>
                  <a:lnTo>
                    <a:pt x="21589" y="644"/>
                  </a:lnTo>
                  <a:lnTo>
                    <a:pt x="22740" y="447"/>
                  </a:lnTo>
                  <a:lnTo>
                    <a:pt x="23923" y="286"/>
                  </a:lnTo>
                  <a:lnTo>
                    <a:pt x="25137" y="161"/>
                  </a:lnTo>
                  <a:lnTo>
                    <a:pt x="26381" y="71"/>
                  </a:lnTo>
                  <a:lnTo>
                    <a:pt x="27656" y="17"/>
                  </a:lnTo>
                  <a:lnTo>
                    <a:pt x="28962" y="0"/>
                  </a:lnTo>
                  <a:lnTo>
                    <a:pt x="30245" y="15"/>
                  </a:lnTo>
                  <a:lnTo>
                    <a:pt x="31499" y="61"/>
                  </a:lnTo>
                  <a:lnTo>
                    <a:pt x="32725" y="138"/>
                  </a:lnTo>
                  <a:lnTo>
                    <a:pt x="33922" y="247"/>
                  </a:lnTo>
                  <a:lnTo>
                    <a:pt x="35091" y="385"/>
                  </a:lnTo>
                  <a:lnTo>
                    <a:pt x="36232" y="555"/>
                  </a:lnTo>
                  <a:lnTo>
                    <a:pt x="37344" y="756"/>
                  </a:lnTo>
                  <a:lnTo>
                    <a:pt x="38428" y="988"/>
                  </a:lnTo>
                  <a:lnTo>
                    <a:pt x="39483" y="1250"/>
                  </a:lnTo>
                  <a:lnTo>
                    <a:pt x="40510" y="1543"/>
                  </a:lnTo>
                  <a:lnTo>
                    <a:pt x="41507" y="1867"/>
                  </a:lnTo>
                  <a:lnTo>
                    <a:pt x="42472" y="2220"/>
                  </a:lnTo>
                  <a:lnTo>
                    <a:pt x="43404" y="2603"/>
                  </a:lnTo>
                  <a:lnTo>
                    <a:pt x="44304" y="3016"/>
                  </a:lnTo>
                  <a:lnTo>
                    <a:pt x="45173" y="3458"/>
                  </a:lnTo>
                  <a:lnTo>
                    <a:pt x="46009" y="3930"/>
                  </a:lnTo>
                  <a:lnTo>
                    <a:pt x="46813" y="4431"/>
                  </a:lnTo>
                  <a:lnTo>
                    <a:pt x="47585" y="4962"/>
                  </a:lnTo>
                  <a:lnTo>
                    <a:pt x="48325" y="5523"/>
                  </a:lnTo>
                  <a:lnTo>
                    <a:pt x="49032" y="6113"/>
                  </a:lnTo>
                  <a:lnTo>
                    <a:pt x="49720" y="6733"/>
                  </a:lnTo>
                  <a:lnTo>
                    <a:pt x="50374" y="7380"/>
                  </a:lnTo>
                  <a:lnTo>
                    <a:pt x="50994" y="8057"/>
                  </a:lnTo>
                  <a:lnTo>
                    <a:pt x="51582" y="8761"/>
                  </a:lnTo>
                  <a:lnTo>
                    <a:pt x="52135" y="9494"/>
                  </a:lnTo>
                  <a:lnTo>
                    <a:pt x="52656" y="10256"/>
                  </a:lnTo>
                  <a:lnTo>
                    <a:pt x="53143" y="11045"/>
                  </a:lnTo>
                  <a:lnTo>
                    <a:pt x="53597" y="11864"/>
                  </a:lnTo>
                  <a:lnTo>
                    <a:pt x="54018" y="12710"/>
                  </a:lnTo>
                  <a:lnTo>
                    <a:pt x="54405" y="13585"/>
                  </a:lnTo>
                  <a:lnTo>
                    <a:pt x="54757" y="14488"/>
                  </a:lnTo>
                  <a:lnTo>
                    <a:pt x="55072" y="15418"/>
                  </a:lnTo>
                  <a:lnTo>
                    <a:pt x="55350" y="16375"/>
                  </a:lnTo>
                  <a:lnTo>
                    <a:pt x="55591" y="17360"/>
                  </a:lnTo>
                  <a:lnTo>
                    <a:pt x="55794" y="18371"/>
                  </a:lnTo>
                  <a:lnTo>
                    <a:pt x="55961" y="19410"/>
                  </a:lnTo>
                  <a:lnTo>
                    <a:pt x="56091" y="20476"/>
                  </a:lnTo>
                  <a:lnTo>
                    <a:pt x="56183" y="21569"/>
                  </a:lnTo>
                  <a:lnTo>
                    <a:pt x="56239" y="22689"/>
                  </a:lnTo>
                  <a:lnTo>
                    <a:pt x="56258" y="23837"/>
                  </a:lnTo>
                  <a:lnTo>
                    <a:pt x="56241" y="24709"/>
                  </a:lnTo>
                  <a:lnTo>
                    <a:pt x="56193" y="25573"/>
                  </a:lnTo>
                  <a:lnTo>
                    <a:pt x="56113" y="26428"/>
                  </a:lnTo>
                  <a:lnTo>
                    <a:pt x="56001" y="27275"/>
                  </a:lnTo>
                  <a:lnTo>
                    <a:pt x="55856" y="28113"/>
                  </a:lnTo>
                  <a:lnTo>
                    <a:pt x="55680" y="28942"/>
                  </a:lnTo>
                  <a:lnTo>
                    <a:pt x="55471" y="29763"/>
                  </a:lnTo>
                  <a:lnTo>
                    <a:pt x="55230" y="30575"/>
                  </a:lnTo>
                  <a:lnTo>
                    <a:pt x="54957" y="31379"/>
                  </a:lnTo>
                  <a:lnTo>
                    <a:pt x="54652" y="32173"/>
                  </a:lnTo>
                  <a:lnTo>
                    <a:pt x="54332" y="32960"/>
                  </a:lnTo>
                  <a:lnTo>
                    <a:pt x="53990" y="33739"/>
                  </a:lnTo>
                  <a:lnTo>
                    <a:pt x="53626" y="34511"/>
                  </a:lnTo>
                  <a:lnTo>
                    <a:pt x="53239" y="35276"/>
                  </a:lnTo>
                  <a:lnTo>
                    <a:pt x="52830" y="36033"/>
                  </a:lnTo>
                  <a:lnTo>
                    <a:pt x="52399" y="36783"/>
                  </a:lnTo>
                  <a:lnTo>
                    <a:pt x="51946" y="37525"/>
                  </a:lnTo>
                  <a:lnTo>
                    <a:pt x="51470" y="38260"/>
                  </a:lnTo>
                  <a:lnTo>
                    <a:pt x="50973" y="38987"/>
                  </a:lnTo>
                  <a:lnTo>
                    <a:pt x="50453" y="39707"/>
                  </a:lnTo>
                  <a:lnTo>
                    <a:pt x="49925" y="40421"/>
                  </a:lnTo>
                  <a:lnTo>
                    <a:pt x="49381" y="41130"/>
                  </a:lnTo>
                  <a:lnTo>
                    <a:pt x="48819" y="41834"/>
                  </a:lnTo>
                  <a:lnTo>
                    <a:pt x="48239" y="42533"/>
                  </a:lnTo>
                  <a:lnTo>
                    <a:pt x="47643" y="43227"/>
                  </a:lnTo>
                  <a:lnTo>
                    <a:pt x="47029" y="43917"/>
                  </a:lnTo>
                  <a:lnTo>
                    <a:pt x="46398" y="44601"/>
                  </a:lnTo>
                  <a:lnTo>
                    <a:pt x="45749" y="45280"/>
                  </a:lnTo>
                  <a:lnTo>
                    <a:pt x="45084" y="45954"/>
                  </a:lnTo>
                  <a:lnTo>
                    <a:pt x="44401" y="46624"/>
                  </a:lnTo>
                  <a:lnTo>
                    <a:pt x="43706" y="47290"/>
                  </a:lnTo>
                  <a:lnTo>
                    <a:pt x="43005" y="47953"/>
                  </a:lnTo>
                  <a:lnTo>
                    <a:pt x="42298" y="48614"/>
                  </a:lnTo>
                  <a:lnTo>
                    <a:pt x="41585" y="49272"/>
                  </a:lnTo>
                  <a:lnTo>
                    <a:pt x="40865" y="49928"/>
                  </a:lnTo>
                  <a:lnTo>
                    <a:pt x="40140" y="50581"/>
                  </a:lnTo>
                  <a:lnTo>
                    <a:pt x="39408" y="51232"/>
                  </a:lnTo>
                  <a:lnTo>
                    <a:pt x="38670" y="51880"/>
                  </a:lnTo>
                  <a:lnTo>
                    <a:pt x="37926" y="52526"/>
                  </a:lnTo>
                  <a:lnTo>
                    <a:pt x="37175" y="53170"/>
                  </a:lnTo>
                  <a:lnTo>
                    <a:pt x="36421" y="53800"/>
                  </a:lnTo>
                  <a:lnTo>
                    <a:pt x="35666" y="54430"/>
                  </a:lnTo>
                  <a:lnTo>
                    <a:pt x="34910" y="55060"/>
                  </a:lnTo>
                  <a:lnTo>
                    <a:pt x="34152" y="55689"/>
                  </a:lnTo>
                  <a:lnTo>
                    <a:pt x="33393" y="56319"/>
                  </a:lnTo>
                  <a:lnTo>
                    <a:pt x="32633" y="56949"/>
                  </a:lnTo>
                  <a:lnTo>
                    <a:pt x="31871" y="57579"/>
                  </a:lnTo>
                  <a:lnTo>
                    <a:pt x="31109" y="58209"/>
                  </a:lnTo>
                  <a:lnTo>
                    <a:pt x="30345" y="58839"/>
                  </a:lnTo>
                  <a:lnTo>
                    <a:pt x="29580" y="59469"/>
                  </a:lnTo>
                  <a:lnTo>
                    <a:pt x="28818" y="60087"/>
                  </a:lnTo>
                  <a:lnTo>
                    <a:pt x="28066" y="60706"/>
                  </a:lnTo>
                  <a:lnTo>
                    <a:pt x="27321" y="61327"/>
                  </a:lnTo>
                  <a:lnTo>
                    <a:pt x="26586" y="61949"/>
                  </a:lnTo>
                  <a:lnTo>
                    <a:pt x="25859" y="62572"/>
                  </a:lnTo>
                  <a:lnTo>
                    <a:pt x="25141" y="63196"/>
                  </a:lnTo>
                  <a:lnTo>
                    <a:pt x="24431" y="63822"/>
                  </a:lnTo>
                  <a:lnTo>
                    <a:pt x="23730" y="64449"/>
                  </a:lnTo>
                  <a:lnTo>
                    <a:pt x="23038" y="65077"/>
                  </a:lnTo>
                  <a:lnTo>
                    <a:pt x="22355" y="65706"/>
                  </a:lnTo>
                  <a:lnTo>
                    <a:pt x="21694" y="66337"/>
                  </a:lnTo>
                  <a:lnTo>
                    <a:pt x="21048" y="66971"/>
                  </a:lnTo>
                  <a:lnTo>
                    <a:pt x="20415" y="67607"/>
                  </a:lnTo>
                  <a:lnTo>
                    <a:pt x="19795" y="68245"/>
                  </a:lnTo>
                  <a:lnTo>
                    <a:pt x="19190" y="68886"/>
                  </a:lnTo>
                  <a:lnTo>
                    <a:pt x="18597" y="69530"/>
                  </a:lnTo>
                  <a:lnTo>
                    <a:pt x="18019" y="70176"/>
                  </a:lnTo>
                  <a:lnTo>
                    <a:pt x="17454" y="70824"/>
                  </a:lnTo>
                  <a:lnTo>
                    <a:pt x="16902" y="71475"/>
                  </a:lnTo>
                  <a:lnTo>
                    <a:pt x="16364" y="72128"/>
                  </a:lnTo>
                  <a:lnTo>
                    <a:pt x="15845" y="72774"/>
                  </a:lnTo>
                  <a:lnTo>
                    <a:pt x="15349" y="73425"/>
                  </a:lnTo>
                  <a:lnTo>
                    <a:pt x="14877" y="74083"/>
                  </a:lnTo>
                  <a:lnTo>
                    <a:pt x="14428" y="74747"/>
                  </a:lnTo>
                  <a:lnTo>
                    <a:pt x="14002" y="75417"/>
                  </a:lnTo>
                  <a:lnTo>
                    <a:pt x="13600" y="76093"/>
                  </a:lnTo>
                  <a:lnTo>
                    <a:pt x="13222" y="76775"/>
                  </a:lnTo>
                  <a:lnTo>
                    <a:pt x="12867" y="77464"/>
                  </a:lnTo>
                  <a:lnTo>
                    <a:pt x="12535" y="78159"/>
                  </a:lnTo>
                  <a:lnTo>
                    <a:pt x="12227" y="78860"/>
                  </a:lnTo>
                  <a:lnTo>
                    <a:pt x="57616" y="78860"/>
                  </a:lnTo>
                  <a:lnTo>
                    <a:pt x="57616" y="88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8040875" y="210203"/>
              <a:ext cx="57616" cy="88308"/>
            </a:xfrm>
            <a:custGeom>
              <a:avLst/>
              <a:pathLst>
                <a:path w="57616" h="88308">
                  <a:moveTo>
                    <a:pt x="0" y="88308"/>
                  </a:moveTo>
                  <a:lnTo>
                    <a:pt x="0" y="80465"/>
                  </a:lnTo>
                  <a:lnTo>
                    <a:pt x="643" y="79037"/>
                  </a:lnTo>
                  <a:lnTo>
                    <a:pt x="1314" y="77644"/>
                  </a:lnTo>
                  <a:lnTo>
                    <a:pt x="2011" y="76286"/>
                  </a:lnTo>
                  <a:lnTo>
                    <a:pt x="2736" y="74962"/>
                  </a:lnTo>
                  <a:lnTo>
                    <a:pt x="3489" y="73672"/>
                  </a:lnTo>
                  <a:lnTo>
                    <a:pt x="4268" y="72417"/>
                  </a:lnTo>
                  <a:lnTo>
                    <a:pt x="5074" y="71197"/>
                  </a:lnTo>
                  <a:lnTo>
                    <a:pt x="5908" y="70011"/>
                  </a:lnTo>
                  <a:lnTo>
                    <a:pt x="6769" y="68860"/>
                  </a:lnTo>
                  <a:lnTo>
                    <a:pt x="7657" y="67744"/>
                  </a:lnTo>
                  <a:lnTo>
                    <a:pt x="8575" y="66643"/>
                  </a:lnTo>
                  <a:lnTo>
                    <a:pt x="9502" y="65565"/>
                  </a:lnTo>
                  <a:lnTo>
                    <a:pt x="10438" y="64509"/>
                  </a:lnTo>
                  <a:lnTo>
                    <a:pt x="11382" y="63475"/>
                  </a:lnTo>
                  <a:lnTo>
                    <a:pt x="12335" y="62464"/>
                  </a:lnTo>
                  <a:lnTo>
                    <a:pt x="13296" y="61475"/>
                  </a:lnTo>
                  <a:lnTo>
                    <a:pt x="14267" y="60507"/>
                  </a:lnTo>
                  <a:lnTo>
                    <a:pt x="15245" y="59563"/>
                  </a:lnTo>
                  <a:lnTo>
                    <a:pt x="16233" y="58640"/>
                  </a:lnTo>
                  <a:lnTo>
                    <a:pt x="17229" y="57740"/>
                  </a:lnTo>
                  <a:lnTo>
                    <a:pt x="18228" y="56845"/>
                  </a:lnTo>
                  <a:lnTo>
                    <a:pt x="19225" y="55964"/>
                  </a:lnTo>
                  <a:lnTo>
                    <a:pt x="20219" y="55096"/>
                  </a:lnTo>
                  <a:lnTo>
                    <a:pt x="21211" y="54242"/>
                  </a:lnTo>
                  <a:lnTo>
                    <a:pt x="22200" y="53401"/>
                  </a:lnTo>
                  <a:lnTo>
                    <a:pt x="23187" y="52575"/>
                  </a:lnTo>
                  <a:lnTo>
                    <a:pt x="24171" y="51761"/>
                  </a:lnTo>
                  <a:lnTo>
                    <a:pt x="25153" y="50961"/>
                  </a:lnTo>
                  <a:lnTo>
                    <a:pt x="26133" y="50175"/>
                  </a:lnTo>
                  <a:lnTo>
                    <a:pt x="27110" y="49403"/>
                  </a:lnTo>
                  <a:lnTo>
                    <a:pt x="28088" y="48637"/>
                  </a:lnTo>
                  <a:lnTo>
                    <a:pt x="29046" y="47871"/>
                  </a:lnTo>
                  <a:lnTo>
                    <a:pt x="29985" y="47106"/>
                  </a:lnTo>
                  <a:lnTo>
                    <a:pt x="30904" y="46340"/>
                  </a:lnTo>
                  <a:lnTo>
                    <a:pt x="31803" y="45574"/>
                  </a:lnTo>
                  <a:lnTo>
                    <a:pt x="32682" y="44808"/>
                  </a:lnTo>
                  <a:lnTo>
                    <a:pt x="33542" y="44043"/>
                  </a:lnTo>
                  <a:lnTo>
                    <a:pt x="34382" y="43277"/>
                  </a:lnTo>
                  <a:lnTo>
                    <a:pt x="35202" y="42511"/>
                  </a:lnTo>
                  <a:lnTo>
                    <a:pt x="36002" y="41745"/>
                  </a:lnTo>
                  <a:lnTo>
                    <a:pt x="36777" y="40976"/>
                  </a:lnTo>
                  <a:lnTo>
                    <a:pt x="37521" y="40199"/>
                  </a:lnTo>
                  <a:lnTo>
                    <a:pt x="38235" y="39415"/>
                  </a:lnTo>
                  <a:lnTo>
                    <a:pt x="38917" y="38623"/>
                  </a:lnTo>
                  <a:lnTo>
                    <a:pt x="39568" y="37824"/>
                  </a:lnTo>
                  <a:lnTo>
                    <a:pt x="40189" y="37017"/>
                  </a:lnTo>
                  <a:lnTo>
                    <a:pt x="40779" y="36203"/>
                  </a:lnTo>
                  <a:lnTo>
                    <a:pt x="41338" y="35382"/>
                  </a:lnTo>
                  <a:lnTo>
                    <a:pt x="41866" y="34553"/>
                  </a:lnTo>
                  <a:lnTo>
                    <a:pt x="42363" y="33717"/>
                  </a:lnTo>
                  <a:lnTo>
                    <a:pt x="42832" y="32866"/>
                  </a:lnTo>
                  <a:lnTo>
                    <a:pt x="43252" y="31993"/>
                  </a:lnTo>
                  <a:lnTo>
                    <a:pt x="43623" y="31098"/>
                  </a:lnTo>
                  <a:lnTo>
                    <a:pt x="43944" y="30180"/>
                  </a:lnTo>
                  <a:lnTo>
                    <a:pt x="44215" y="29240"/>
                  </a:lnTo>
                  <a:lnTo>
                    <a:pt x="44438" y="28278"/>
                  </a:lnTo>
                  <a:lnTo>
                    <a:pt x="44611" y="27294"/>
                  </a:lnTo>
                  <a:lnTo>
                    <a:pt x="44734" y="26287"/>
                  </a:lnTo>
                  <a:lnTo>
                    <a:pt x="44808" y="25258"/>
                  </a:lnTo>
                  <a:lnTo>
                    <a:pt x="44833" y="24207"/>
                  </a:lnTo>
                  <a:lnTo>
                    <a:pt x="44822" y="23475"/>
                  </a:lnTo>
                  <a:lnTo>
                    <a:pt x="44789" y="22762"/>
                  </a:lnTo>
                  <a:lnTo>
                    <a:pt x="44733" y="22067"/>
                  </a:lnTo>
                  <a:lnTo>
                    <a:pt x="44655" y="21391"/>
                  </a:lnTo>
                  <a:lnTo>
                    <a:pt x="44555" y="20733"/>
                  </a:lnTo>
                  <a:lnTo>
                    <a:pt x="44433" y="20094"/>
                  </a:lnTo>
                  <a:lnTo>
                    <a:pt x="44288" y="19474"/>
                  </a:lnTo>
                  <a:lnTo>
                    <a:pt x="44122" y="18872"/>
                  </a:lnTo>
                  <a:lnTo>
                    <a:pt x="43933" y="18288"/>
                  </a:lnTo>
                  <a:lnTo>
                    <a:pt x="43721" y="17723"/>
                  </a:lnTo>
                  <a:lnTo>
                    <a:pt x="43489" y="17164"/>
                  </a:lnTo>
                  <a:lnTo>
                    <a:pt x="43237" y="16624"/>
                  </a:lnTo>
                  <a:lnTo>
                    <a:pt x="42966" y="16102"/>
                  </a:lnTo>
                  <a:lnTo>
                    <a:pt x="42674" y="15599"/>
                  </a:lnTo>
                  <a:lnTo>
                    <a:pt x="42363" y="15114"/>
                  </a:lnTo>
                  <a:lnTo>
                    <a:pt x="42032" y="14648"/>
                  </a:lnTo>
                  <a:lnTo>
                    <a:pt x="41681" y="14200"/>
                  </a:lnTo>
                  <a:lnTo>
                    <a:pt x="41311" y="13771"/>
                  </a:lnTo>
                  <a:lnTo>
                    <a:pt x="40920" y="13360"/>
                  </a:lnTo>
                  <a:lnTo>
                    <a:pt x="40510" y="12968"/>
                  </a:lnTo>
                  <a:lnTo>
                    <a:pt x="40082" y="12595"/>
                  </a:lnTo>
                  <a:lnTo>
                    <a:pt x="39636" y="12242"/>
                  </a:lnTo>
                  <a:lnTo>
                    <a:pt x="39173" y="11908"/>
                  </a:lnTo>
                  <a:lnTo>
                    <a:pt x="38692" y="11594"/>
                  </a:lnTo>
                  <a:lnTo>
                    <a:pt x="38194" y="11301"/>
                  </a:lnTo>
                  <a:lnTo>
                    <a:pt x="37679" y="11026"/>
                  </a:lnTo>
                  <a:lnTo>
                    <a:pt x="37147" y="10772"/>
                  </a:lnTo>
                  <a:lnTo>
                    <a:pt x="36597" y="10537"/>
                  </a:lnTo>
                  <a:lnTo>
                    <a:pt x="36031" y="10322"/>
                  </a:lnTo>
                  <a:lnTo>
                    <a:pt x="35446" y="10127"/>
                  </a:lnTo>
                  <a:lnTo>
                    <a:pt x="34859" y="9939"/>
                  </a:lnTo>
                  <a:lnTo>
                    <a:pt x="34258" y="9771"/>
                  </a:lnTo>
                  <a:lnTo>
                    <a:pt x="33644" y="9623"/>
                  </a:lnTo>
                  <a:lnTo>
                    <a:pt x="33016" y="9495"/>
                  </a:lnTo>
                  <a:lnTo>
                    <a:pt x="32374" y="9386"/>
                  </a:lnTo>
                  <a:lnTo>
                    <a:pt x="31719" y="9297"/>
                  </a:lnTo>
                  <a:lnTo>
                    <a:pt x="31050" y="9228"/>
                  </a:lnTo>
                  <a:lnTo>
                    <a:pt x="30368" y="9179"/>
                  </a:lnTo>
                  <a:lnTo>
                    <a:pt x="29672" y="9149"/>
                  </a:lnTo>
                  <a:lnTo>
                    <a:pt x="28962" y="9139"/>
                  </a:lnTo>
                  <a:lnTo>
                    <a:pt x="28299" y="9148"/>
                  </a:lnTo>
                  <a:lnTo>
                    <a:pt x="27643" y="9176"/>
                  </a:lnTo>
                  <a:lnTo>
                    <a:pt x="26995" y="9222"/>
                  </a:lnTo>
                  <a:lnTo>
                    <a:pt x="26354" y="9287"/>
                  </a:lnTo>
                  <a:lnTo>
                    <a:pt x="25720" y="9371"/>
                  </a:lnTo>
                  <a:lnTo>
                    <a:pt x="25094" y="9473"/>
                  </a:lnTo>
                  <a:lnTo>
                    <a:pt x="24475" y="9593"/>
                  </a:lnTo>
                  <a:lnTo>
                    <a:pt x="23864" y="9732"/>
                  </a:lnTo>
                  <a:lnTo>
                    <a:pt x="23260" y="9889"/>
                  </a:lnTo>
                  <a:lnTo>
                    <a:pt x="22663" y="10065"/>
                  </a:lnTo>
                  <a:lnTo>
                    <a:pt x="22089" y="10260"/>
                  </a:lnTo>
                  <a:lnTo>
                    <a:pt x="21527" y="10473"/>
                  </a:lnTo>
                  <a:lnTo>
                    <a:pt x="20977" y="10705"/>
                  </a:lnTo>
                  <a:lnTo>
                    <a:pt x="20440" y="10955"/>
                  </a:lnTo>
                  <a:lnTo>
                    <a:pt x="19915" y="11223"/>
                  </a:lnTo>
                  <a:lnTo>
                    <a:pt x="19403" y="11510"/>
                  </a:lnTo>
                  <a:lnTo>
                    <a:pt x="18902" y="11816"/>
                  </a:lnTo>
                  <a:lnTo>
                    <a:pt x="18415" y="12140"/>
                  </a:lnTo>
                  <a:lnTo>
                    <a:pt x="17939" y="12483"/>
                  </a:lnTo>
                  <a:lnTo>
                    <a:pt x="17476" y="12844"/>
                  </a:lnTo>
                  <a:lnTo>
                    <a:pt x="17027" y="13224"/>
                  </a:lnTo>
                  <a:lnTo>
                    <a:pt x="16594" y="13622"/>
                  </a:lnTo>
                  <a:lnTo>
                    <a:pt x="16177" y="14039"/>
                  </a:lnTo>
                  <a:lnTo>
                    <a:pt x="15776" y="14475"/>
                  </a:lnTo>
                  <a:lnTo>
                    <a:pt x="15392" y="14929"/>
                  </a:lnTo>
                  <a:lnTo>
                    <a:pt x="15023" y="15401"/>
                  </a:lnTo>
                  <a:lnTo>
                    <a:pt x="14670" y="15892"/>
                  </a:lnTo>
                  <a:lnTo>
                    <a:pt x="14334" y="16401"/>
                  </a:lnTo>
                  <a:lnTo>
                    <a:pt x="14013" y="16929"/>
                  </a:lnTo>
                  <a:lnTo>
                    <a:pt x="13709" y="17476"/>
                  </a:lnTo>
                  <a:lnTo>
                    <a:pt x="13435" y="18029"/>
                  </a:lnTo>
                  <a:lnTo>
                    <a:pt x="13180" y="18600"/>
                  </a:lnTo>
                  <a:lnTo>
                    <a:pt x="12946" y="19190"/>
                  </a:lnTo>
                  <a:lnTo>
                    <a:pt x="12731" y="19798"/>
                  </a:lnTo>
                  <a:lnTo>
                    <a:pt x="12536" y="20425"/>
                  </a:lnTo>
                  <a:lnTo>
                    <a:pt x="12360" y="21070"/>
                  </a:lnTo>
                  <a:lnTo>
                    <a:pt x="12205" y="21734"/>
                  </a:lnTo>
                  <a:lnTo>
                    <a:pt x="12069" y="22416"/>
                  </a:lnTo>
                  <a:lnTo>
                    <a:pt x="11953" y="23117"/>
                  </a:lnTo>
                  <a:lnTo>
                    <a:pt x="11856" y="23837"/>
                  </a:lnTo>
                  <a:lnTo>
                    <a:pt x="494" y="22787"/>
                  </a:lnTo>
                  <a:lnTo>
                    <a:pt x="620" y="21854"/>
                  </a:lnTo>
                  <a:lnTo>
                    <a:pt x="775" y="20932"/>
                  </a:lnTo>
                  <a:lnTo>
                    <a:pt x="960" y="20021"/>
                  </a:lnTo>
                  <a:lnTo>
                    <a:pt x="1175" y="19121"/>
                  </a:lnTo>
                  <a:lnTo>
                    <a:pt x="1420" y="18232"/>
                  </a:lnTo>
                  <a:lnTo>
                    <a:pt x="1694" y="17355"/>
                  </a:lnTo>
                  <a:lnTo>
                    <a:pt x="1998" y="16488"/>
                  </a:lnTo>
                  <a:lnTo>
                    <a:pt x="2331" y="15633"/>
                  </a:lnTo>
                  <a:lnTo>
                    <a:pt x="2694" y="14789"/>
                  </a:lnTo>
                  <a:lnTo>
                    <a:pt x="3087" y="13956"/>
                  </a:lnTo>
                  <a:lnTo>
                    <a:pt x="3510" y="13139"/>
                  </a:lnTo>
                  <a:lnTo>
                    <a:pt x="3964" y="12343"/>
                  </a:lnTo>
                  <a:lnTo>
                    <a:pt x="4449" y="11568"/>
                  </a:lnTo>
                  <a:lnTo>
                    <a:pt x="4965" y="10814"/>
                  </a:lnTo>
                  <a:lnTo>
                    <a:pt x="5511" y="10081"/>
                  </a:lnTo>
                  <a:lnTo>
                    <a:pt x="6088" y="9369"/>
                  </a:lnTo>
                  <a:lnTo>
                    <a:pt x="6697" y="8678"/>
                  </a:lnTo>
                  <a:lnTo>
                    <a:pt x="7336" y="8008"/>
                  </a:lnTo>
                  <a:lnTo>
                    <a:pt x="8006" y="7359"/>
                  </a:lnTo>
                  <a:lnTo>
                    <a:pt x="8707" y="6731"/>
                  </a:lnTo>
                  <a:lnTo>
                    <a:pt x="9437" y="6114"/>
                  </a:lnTo>
                  <a:lnTo>
                    <a:pt x="10196" y="5525"/>
                  </a:lnTo>
                  <a:lnTo>
                    <a:pt x="10984" y="4963"/>
                  </a:lnTo>
                  <a:lnTo>
                    <a:pt x="11799" y="4429"/>
                  </a:lnTo>
                  <a:lnTo>
                    <a:pt x="12644" y="3921"/>
                  </a:lnTo>
                  <a:lnTo>
                    <a:pt x="13516" y="3440"/>
                  </a:lnTo>
                  <a:lnTo>
                    <a:pt x="14417" y="2987"/>
                  </a:lnTo>
                  <a:lnTo>
                    <a:pt x="15347" y="2561"/>
                  </a:lnTo>
                  <a:lnTo>
                    <a:pt x="16304" y="2162"/>
                  </a:lnTo>
                  <a:lnTo>
                    <a:pt x="17291" y="1790"/>
                  </a:lnTo>
                  <a:lnTo>
                    <a:pt x="18319" y="1450"/>
                  </a:lnTo>
                  <a:lnTo>
                    <a:pt x="19378" y="1146"/>
                  </a:lnTo>
                  <a:lnTo>
                    <a:pt x="20468" y="877"/>
                  </a:lnTo>
                  <a:lnTo>
                    <a:pt x="21589" y="644"/>
                  </a:lnTo>
                  <a:lnTo>
                    <a:pt x="22740" y="447"/>
                  </a:lnTo>
                  <a:lnTo>
                    <a:pt x="23923" y="286"/>
                  </a:lnTo>
                  <a:lnTo>
                    <a:pt x="25137" y="161"/>
                  </a:lnTo>
                  <a:lnTo>
                    <a:pt x="26381" y="71"/>
                  </a:lnTo>
                  <a:lnTo>
                    <a:pt x="27656" y="17"/>
                  </a:lnTo>
                  <a:lnTo>
                    <a:pt x="28962" y="0"/>
                  </a:lnTo>
                  <a:lnTo>
                    <a:pt x="30245" y="15"/>
                  </a:lnTo>
                  <a:lnTo>
                    <a:pt x="31499" y="61"/>
                  </a:lnTo>
                  <a:lnTo>
                    <a:pt x="32725" y="138"/>
                  </a:lnTo>
                  <a:lnTo>
                    <a:pt x="33922" y="247"/>
                  </a:lnTo>
                  <a:lnTo>
                    <a:pt x="35091" y="385"/>
                  </a:lnTo>
                  <a:lnTo>
                    <a:pt x="36232" y="555"/>
                  </a:lnTo>
                  <a:lnTo>
                    <a:pt x="37344" y="756"/>
                  </a:lnTo>
                  <a:lnTo>
                    <a:pt x="38428" y="988"/>
                  </a:lnTo>
                  <a:lnTo>
                    <a:pt x="39483" y="1250"/>
                  </a:lnTo>
                  <a:lnTo>
                    <a:pt x="40510" y="1543"/>
                  </a:lnTo>
                  <a:lnTo>
                    <a:pt x="41507" y="1867"/>
                  </a:lnTo>
                  <a:lnTo>
                    <a:pt x="42472" y="2220"/>
                  </a:lnTo>
                  <a:lnTo>
                    <a:pt x="43404" y="2603"/>
                  </a:lnTo>
                  <a:lnTo>
                    <a:pt x="44304" y="3016"/>
                  </a:lnTo>
                  <a:lnTo>
                    <a:pt x="45173" y="3458"/>
                  </a:lnTo>
                  <a:lnTo>
                    <a:pt x="46009" y="3930"/>
                  </a:lnTo>
                  <a:lnTo>
                    <a:pt x="46813" y="4431"/>
                  </a:lnTo>
                  <a:lnTo>
                    <a:pt x="47585" y="4962"/>
                  </a:lnTo>
                  <a:lnTo>
                    <a:pt x="48325" y="5523"/>
                  </a:lnTo>
                  <a:lnTo>
                    <a:pt x="49032" y="6113"/>
                  </a:lnTo>
                  <a:lnTo>
                    <a:pt x="49720" y="6733"/>
                  </a:lnTo>
                  <a:lnTo>
                    <a:pt x="50374" y="7380"/>
                  </a:lnTo>
                  <a:lnTo>
                    <a:pt x="50994" y="8057"/>
                  </a:lnTo>
                  <a:lnTo>
                    <a:pt x="51582" y="8761"/>
                  </a:lnTo>
                  <a:lnTo>
                    <a:pt x="52135" y="9494"/>
                  </a:lnTo>
                  <a:lnTo>
                    <a:pt x="52656" y="10256"/>
                  </a:lnTo>
                  <a:lnTo>
                    <a:pt x="53143" y="11045"/>
                  </a:lnTo>
                  <a:lnTo>
                    <a:pt x="53597" y="11864"/>
                  </a:lnTo>
                  <a:lnTo>
                    <a:pt x="54018" y="12710"/>
                  </a:lnTo>
                  <a:lnTo>
                    <a:pt x="54405" y="13585"/>
                  </a:lnTo>
                  <a:lnTo>
                    <a:pt x="54757" y="14488"/>
                  </a:lnTo>
                  <a:lnTo>
                    <a:pt x="55072" y="15418"/>
                  </a:lnTo>
                  <a:lnTo>
                    <a:pt x="55350" y="16375"/>
                  </a:lnTo>
                  <a:lnTo>
                    <a:pt x="55591" y="17360"/>
                  </a:lnTo>
                  <a:lnTo>
                    <a:pt x="55794" y="18371"/>
                  </a:lnTo>
                  <a:lnTo>
                    <a:pt x="55961" y="19410"/>
                  </a:lnTo>
                  <a:lnTo>
                    <a:pt x="56091" y="20476"/>
                  </a:lnTo>
                  <a:lnTo>
                    <a:pt x="56183" y="21569"/>
                  </a:lnTo>
                  <a:lnTo>
                    <a:pt x="56239" y="22689"/>
                  </a:lnTo>
                  <a:lnTo>
                    <a:pt x="56258" y="23837"/>
                  </a:lnTo>
                  <a:lnTo>
                    <a:pt x="56241" y="24709"/>
                  </a:lnTo>
                  <a:lnTo>
                    <a:pt x="56193" y="25573"/>
                  </a:lnTo>
                  <a:lnTo>
                    <a:pt x="56113" y="26428"/>
                  </a:lnTo>
                  <a:lnTo>
                    <a:pt x="56001" y="27275"/>
                  </a:lnTo>
                  <a:lnTo>
                    <a:pt x="55856" y="28113"/>
                  </a:lnTo>
                  <a:lnTo>
                    <a:pt x="55680" y="28942"/>
                  </a:lnTo>
                  <a:lnTo>
                    <a:pt x="55471" y="29763"/>
                  </a:lnTo>
                  <a:lnTo>
                    <a:pt x="55230" y="30575"/>
                  </a:lnTo>
                  <a:lnTo>
                    <a:pt x="54957" y="31379"/>
                  </a:lnTo>
                  <a:lnTo>
                    <a:pt x="54652" y="32173"/>
                  </a:lnTo>
                  <a:lnTo>
                    <a:pt x="54332" y="32960"/>
                  </a:lnTo>
                  <a:lnTo>
                    <a:pt x="53990" y="33739"/>
                  </a:lnTo>
                  <a:lnTo>
                    <a:pt x="53626" y="34511"/>
                  </a:lnTo>
                  <a:lnTo>
                    <a:pt x="53239" y="35276"/>
                  </a:lnTo>
                  <a:lnTo>
                    <a:pt x="52830" y="36033"/>
                  </a:lnTo>
                  <a:lnTo>
                    <a:pt x="52399" y="36783"/>
                  </a:lnTo>
                  <a:lnTo>
                    <a:pt x="51946" y="37525"/>
                  </a:lnTo>
                  <a:lnTo>
                    <a:pt x="51470" y="38260"/>
                  </a:lnTo>
                  <a:lnTo>
                    <a:pt x="50973" y="38987"/>
                  </a:lnTo>
                  <a:lnTo>
                    <a:pt x="50453" y="39707"/>
                  </a:lnTo>
                  <a:lnTo>
                    <a:pt x="49925" y="40421"/>
                  </a:lnTo>
                  <a:lnTo>
                    <a:pt x="49381" y="41130"/>
                  </a:lnTo>
                  <a:lnTo>
                    <a:pt x="48819" y="41834"/>
                  </a:lnTo>
                  <a:lnTo>
                    <a:pt x="48239" y="42533"/>
                  </a:lnTo>
                  <a:lnTo>
                    <a:pt x="47643" y="43227"/>
                  </a:lnTo>
                  <a:lnTo>
                    <a:pt x="47029" y="43917"/>
                  </a:lnTo>
                  <a:lnTo>
                    <a:pt x="46398" y="44601"/>
                  </a:lnTo>
                  <a:lnTo>
                    <a:pt x="45749" y="45280"/>
                  </a:lnTo>
                  <a:lnTo>
                    <a:pt x="45084" y="45954"/>
                  </a:lnTo>
                  <a:lnTo>
                    <a:pt x="44401" y="46624"/>
                  </a:lnTo>
                  <a:lnTo>
                    <a:pt x="43706" y="47290"/>
                  </a:lnTo>
                  <a:lnTo>
                    <a:pt x="43005" y="47953"/>
                  </a:lnTo>
                  <a:lnTo>
                    <a:pt x="42298" y="48614"/>
                  </a:lnTo>
                  <a:lnTo>
                    <a:pt x="41585" y="49272"/>
                  </a:lnTo>
                  <a:lnTo>
                    <a:pt x="40865" y="49928"/>
                  </a:lnTo>
                  <a:lnTo>
                    <a:pt x="40140" y="50581"/>
                  </a:lnTo>
                  <a:lnTo>
                    <a:pt x="39408" y="51232"/>
                  </a:lnTo>
                  <a:lnTo>
                    <a:pt x="38670" y="51880"/>
                  </a:lnTo>
                  <a:lnTo>
                    <a:pt x="37926" y="52526"/>
                  </a:lnTo>
                  <a:lnTo>
                    <a:pt x="37175" y="53170"/>
                  </a:lnTo>
                  <a:lnTo>
                    <a:pt x="36421" y="53800"/>
                  </a:lnTo>
                  <a:lnTo>
                    <a:pt x="35666" y="54430"/>
                  </a:lnTo>
                  <a:lnTo>
                    <a:pt x="34910" y="55060"/>
                  </a:lnTo>
                  <a:lnTo>
                    <a:pt x="34152" y="55689"/>
                  </a:lnTo>
                  <a:lnTo>
                    <a:pt x="33393" y="56319"/>
                  </a:lnTo>
                  <a:lnTo>
                    <a:pt x="32633" y="56949"/>
                  </a:lnTo>
                  <a:lnTo>
                    <a:pt x="31871" y="57579"/>
                  </a:lnTo>
                  <a:lnTo>
                    <a:pt x="31109" y="58209"/>
                  </a:lnTo>
                  <a:lnTo>
                    <a:pt x="30345" y="58839"/>
                  </a:lnTo>
                  <a:lnTo>
                    <a:pt x="29580" y="59469"/>
                  </a:lnTo>
                  <a:lnTo>
                    <a:pt x="28818" y="60087"/>
                  </a:lnTo>
                  <a:lnTo>
                    <a:pt x="28066" y="60706"/>
                  </a:lnTo>
                  <a:lnTo>
                    <a:pt x="27321" y="61327"/>
                  </a:lnTo>
                  <a:lnTo>
                    <a:pt x="26586" y="61949"/>
                  </a:lnTo>
                  <a:lnTo>
                    <a:pt x="25859" y="62572"/>
                  </a:lnTo>
                  <a:lnTo>
                    <a:pt x="25141" y="63196"/>
                  </a:lnTo>
                  <a:lnTo>
                    <a:pt x="24431" y="63822"/>
                  </a:lnTo>
                  <a:lnTo>
                    <a:pt x="23730" y="64449"/>
                  </a:lnTo>
                  <a:lnTo>
                    <a:pt x="23038" y="65077"/>
                  </a:lnTo>
                  <a:lnTo>
                    <a:pt x="22355" y="65706"/>
                  </a:lnTo>
                  <a:lnTo>
                    <a:pt x="21694" y="66337"/>
                  </a:lnTo>
                  <a:lnTo>
                    <a:pt x="21048" y="66971"/>
                  </a:lnTo>
                  <a:lnTo>
                    <a:pt x="20415" y="67607"/>
                  </a:lnTo>
                  <a:lnTo>
                    <a:pt x="19795" y="68245"/>
                  </a:lnTo>
                  <a:lnTo>
                    <a:pt x="19190" y="68886"/>
                  </a:lnTo>
                  <a:lnTo>
                    <a:pt x="18597" y="69530"/>
                  </a:lnTo>
                  <a:lnTo>
                    <a:pt x="18019" y="70176"/>
                  </a:lnTo>
                  <a:lnTo>
                    <a:pt x="17454" y="70824"/>
                  </a:lnTo>
                  <a:lnTo>
                    <a:pt x="16902" y="71475"/>
                  </a:lnTo>
                  <a:lnTo>
                    <a:pt x="16364" y="72128"/>
                  </a:lnTo>
                  <a:lnTo>
                    <a:pt x="15845" y="72774"/>
                  </a:lnTo>
                  <a:lnTo>
                    <a:pt x="15349" y="73425"/>
                  </a:lnTo>
                  <a:lnTo>
                    <a:pt x="14877" y="74083"/>
                  </a:lnTo>
                  <a:lnTo>
                    <a:pt x="14428" y="74747"/>
                  </a:lnTo>
                  <a:lnTo>
                    <a:pt x="14002" y="75417"/>
                  </a:lnTo>
                  <a:lnTo>
                    <a:pt x="13600" y="76093"/>
                  </a:lnTo>
                  <a:lnTo>
                    <a:pt x="13222" y="76775"/>
                  </a:lnTo>
                  <a:lnTo>
                    <a:pt x="12867" y="77464"/>
                  </a:lnTo>
                  <a:lnTo>
                    <a:pt x="12535" y="78159"/>
                  </a:lnTo>
                  <a:lnTo>
                    <a:pt x="12227" y="78860"/>
                  </a:lnTo>
                  <a:lnTo>
                    <a:pt x="57616" y="78860"/>
                  </a:lnTo>
                  <a:lnTo>
                    <a:pt x="57616" y="88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8116401" y="284987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8146475" y="211500"/>
              <a:ext cx="57493" cy="87011"/>
            </a:xfrm>
            <a:custGeom>
              <a:avLst/>
              <a:pathLst>
                <a:path w="57493" h="87011">
                  <a:moveTo>
                    <a:pt x="57493" y="9016"/>
                  </a:moveTo>
                  <a:lnTo>
                    <a:pt x="56194" y="11009"/>
                  </a:lnTo>
                  <a:lnTo>
                    <a:pt x="54916" y="12988"/>
                  </a:lnTo>
                  <a:lnTo>
                    <a:pt x="53660" y="14951"/>
                  </a:lnTo>
                  <a:lnTo>
                    <a:pt x="52424" y="16900"/>
                  </a:lnTo>
                  <a:lnTo>
                    <a:pt x="51209" y="18835"/>
                  </a:lnTo>
                  <a:lnTo>
                    <a:pt x="50015" y="20754"/>
                  </a:lnTo>
                  <a:lnTo>
                    <a:pt x="48843" y="22658"/>
                  </a:lnTo>
                  <a:lnTo>
                    <a:pt x="47691" y="24548"/>
                  </a:lnTo>
                  <a:lnTo>
                    <a:pt x="46560" y="26423"/>
                  </a:lnTo>
                  <a:lnTo>
                    <a:pt x="45451" y="28283"/>
                  </a:lnTo>
                  <a:lnTo>
                    <a:pt x="44367" y="30125"/>
                  </a:lnTo>
                  <a:lnTo>
                    <a:pt x="43314" y="31971"/>
                  </a:lnTo>
                  <a:lnTo>
                    <a:pt x="42292" y="33820"/>
                  </a:lnTo>
                  <a:lnTo>
                    <a:pt x="41301" y="35674"/>
                  </a:lnTo>
                  <a:lnTo>
                    <a:pt x="40340" y="37531"/>
                  </a:lnTo>
                  <a:lnTo>
                    <a:pt x="39411" y="39391"/>
                  </a:lnTo>
                  <a:lnTo>
                    <a:pt x="38512" y="41256"/>
                  </a:lnTo>
                  <a:lnTo>
                    <a:pt x="37645" y="43124"/>
                  </a:lnTo>
                  <a:lnTo>
                    <a:pt x="36808" y="44995"/>
                  </a:lnTo>
                  <a:lnTo>
                    <a:pt x="36002" y="46871"/>
                  </a:lnTo>
                  <a:lnTo>
                    <a:pt x="35229" y="48741"/>
                  </a:lnTo>
                  <a:lnTo>
                    <a:pt x="34490" y="50623"/>
                  </a:lnTo>
                  <a:lnTo>
                    <a:pt x="33786" y="52516"/>
                  </a:lnTo>
                  <a:lnTo>
                    <a:pt x="33117" y="54420"/>
                  </a:lnTo>
                  <a:lnTo>
                    <a:pt x="32482" y="56335"/>
                  </a:lnTo>
                  <a:lnTo>
                    <a:pt x="31882" y="58261"/>
                  </a:lnTo>
                  <a:lnTo>
                    <a:pt x="31316" y="60198"/>
                  </a:lnTo>
                  <a:lnTo>
                    <a:pt x="30785" y="62146"/>
                  </a:lnTo>
                  <a:lnTo>
                    <a:pt x="30289" y="64106"/>
                  </a:lnTo>
                  <a:lnTo>
                    <a:pt x="29827" y="66076"/>
                  </a:lnTo>
                  <a:lnTo>
                    <a:pt x="29416" y="68053"/>
                  </a:lnTo>
                  <a:lnTo>
                    <a:pt x="29049" y="70056"/>
                  </a:lnTo>
                  <a:lnTo>
                    <a:pt x="28724" y="72085"/>
                  </a:lnTo>
                  <a:lnTo>
                    <a:pt x="28443" y="74139"/>
                  </a:lnTo>
                  <a:lnTo>
                    <a:pt x="28206" y="76220"/>
                  </a:lnTo>
                  <a:lnTo>
                    <a:pt x="28011" y="78326"/>
                  </a:lnTo>
                  <a:lnTo>
                    <a:pt x="27860" y="80458"/>
                  </a:lnTo>
                  <a:lnTo>
                    <a:pt x="27752" y="82617"/>
                  </a:lnTo>
                  <a:lnTo>
                    <a:pt x="27687" y="84801"/>
                  </a:lnTo>
                  <a:lnTo>
                    <a:pt x="27665" y="87011"/>
                  </a:lnTo>
                  <a:lnTo>
                    <a:pt x="16056" y="87011"/>
                  </a:lnTo>
                  <a:lnTo>
                    <a:pt x="16080" y="84928"/>
                  </a:lnTo>
                  <a:lnTo>
                    <a:pt x="16154" y="82854"/>
                  </a:lnTo>
                  <a:lnTo>
                    <a:pt x="16278" y="80788"/>
                  </a:lnTo>
                  <a:lnTo>
                    <a:pt x="16451" y="78731"/>
                  </a:lnTo>
                  <a:lnTo>
                    <a:pt x="16673" y="76683"/>
                  </a:lnTo>
                  <a:lnTo>
                    <a:pt x="16945" y="74643"/>
                  </a:lnTo>
                  <a:lnTo>
                    <a:pt x="17266" y="72612"/>
                  </a:lnTo>
                  <a:lnTo>
                    <a:pt x="17636" y="70589"/>
                  </a:lnTo>
                  <a:lnTo>
                    <a:pt x="18056" y="68576"/>
                  </a:lnTo>
                  <a:lnTo>
                    <a:pt x="18526" y="66570"/>
                  </a:lnTo>
                  <a:lnTo>
                    <a:pt x="19037" y="64562"/>
                  </a:lnTo>
                  <a:lnTo>
                    <a:pt x="19583" y="62561"/>
                  </a:lnTo>
                  <a:lnTo>
                    <a:pt x="20163" y="60570"/>
                  </a:lnTo>
                  <a:lnTo>
                    <a:pt x="20779" y="58587"/>
                  </a:lnTo>
                  <a:lnTo>
                    <a:pt x="21428" y="56613"/>
                  </a:lnTo>
                  <a:lnTo>
                    <a:pt x="22112" y="54647"/>
                  </a:lnTo>
                  <a:lnTo>
                    <a:pt x="22831" y="52690"/>
                  </a:lnTo>
                  <a:lnTo>
                    <a:pt x="23585" y="50742"/>
                  </a:lnTo>
                  <a:lnTo>
                    <a:pt x="24373" y="48802"/>
                  </a:lnTo>
                  <a:lnTo>
                    <a:pt x="25195" y="46871"/>
                  </a:lnTo>
                  <a:lnTo>
                    <a:pt x="26049" y="44936"/>
                  </a:lnTo>
                  <a:lnTo>
                    <a:pt x="26929" y="43008"/>
                  </a:lnTo>
                  <a:lnTo>
                    <a:pt x="27837" y="41087"/>
                  </a:lnTo>
                  <a:lnTo>
                    <a:pt x="28772" y="39174"/>
                  </a:lnTo>
                  <a:lnTo>
                    <a:pt x="29734" y="37268"/>
                  </a:lnTo>
                  <a:lnTo>
                    <a:pt x="30723" y="35370"/>
                  </a:lnTo>
                  <a:lnTo>
                    <a:pt x="31740" y="33479"/>
                  </a:lnTo>
                  <a:lnTo>
                    <a:pt x="32784" y="31595"/>
                  </a:lnTo>
                  <a:lnTo>
                    <a:pt x="33854" y="29719"/>
                  </a:lnTo>
                  <a:lnTo>
                    <a:pt x="34952" y="27851"/>
                  </a:lnTo>
                  <a:lnTo>
                    <a:pt x="36071" y="25988"/>
                  </a:lnTo>
                  <a:lnTo>
                    <a:pt x="37203" y="24131"/>
                  </a:lnTo>
                  <a:lnTo>
                    <a:pt x="38348" y="22278"/>
                  </a:lnTo>
                  <a:lnTo>
                    <a:pt x="39507" y="20430"/>
                  </a:lnTo>
                  <a:lnTo>
                    <a:pt x="40680" y="18587"/>
                  </a:lnTo>
                  <a:lnTo>
                    <a:pt x="41866" y="16750"/>
                  </a:lnTo>
                  <a:lnTo>
                    <a:pt x="43066" y="14917"/>
                  </a:lnTo>
                  <a:lnTo>
                    <a:pt x="44280" y="13089"/>
                  </a:lnTo>
                  <a:lnTo>
                    <a:pt x="45507" y="11266"/>
                  </a:lnTo>
                  <a:lnTo>
                    <a:pt x="46747" y="9448"/>
                  </a:lnTo>
                  <a:lnTo>
                    <a:pt x="0" y="9448"/>
                  </a:lnTo>
                  <a:lnTo>
                    <a:pt x="0" y="0"/>
                  </a:lnTo>
                  <a:lnTo>
                    <a:pt x="5749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8216751" y="210203"/>
              <a:ext cx="58357" cy="89543"/>
            </a:xfrm>
            <a:custGeom>
              <a:avLst/>
              <a:pathLst>
                <a:path w="58357" h="89543">
                  <a:moveTo>
                    <a:pt x="58357" y="59839"/>
                  </a:moveTo>
                  <a:lnTo>
                    <a:pt x="58339" y="61138"/>
                  </a:lnTo>
                  <a:lnTo>
                    <a:pt x="58283" y="62416"/>
                  </a:lnTo>
                  <a:lnTo>
                    <a:pt x="58190" y="63672"/>
                  </a:lnTo>
                  <a:lnTo>
                    <a:pt x="58061" y="64908"/>
                  </a:lnTo>
                  <a:lnTo>
                    <a:pt x="57894" y="66123"/>
                  </a:lnTo>
                  <a:lnTo>
                    <a:pt x="57690" y="67316"/>
                  </a:lnTo>
                  <a:lnTo>
                    <a:pt x="57449" y="68489"/>
                  </a:lnTo>
                  <a:lnTo>
                    <a:pt x="57171" y="69641"/>
                  </a:lnTo>
                  <a:lnTo>
                    <a:pt x="56857" y="70772"/>
                  </a:lnTo>
                  <a:lnTo>
                    <a:pt x="56505" y="71881"/>
                  </a:lnTo>
                  <a:lnTo>
                    <a:pt x="56128" y="72953"/>
                  </a:lnTo>
                  <a:lnTo>
                    <a:pt x="55717" y="73996"/>
                  </a:lnTo>
                  <a:lnTo>
                    <a:pt x="55269" y="75009"/>
                  </a:lnTo>
                  <a:lnTo>
                    <a:pt x="54785" y="75992"/>
                  </a:lnTo>
                  <a:lnTo>
                    <a:pt x="54266" y="76945"/>
                  </a:lnTo>
                  <a:lnTo>
                    <a:pt x="53711" y="77869"/>
                  </a:lnTo>
                  <a:lnTo>
                    <a:pt x="53120" y="78763"/>
                  </a:lnTo>
                  <a:lnTo>
                    <a:pt x="52493" y="79628"/>
                  </a:lnTo>
                  <a:lnTo>
                    <a:pt x="51830" y="80463"/>
                  </a:lnTo>
                  <a:lnTo>
                    <a:pt x="51132" y="81268"/>
                  </a:lnTo>
                  <a:lnTo>
                    <a:pt x="50411" y="82029"/>
                  </a:lnTo>
                  <a:lnTo>
                    <a:pt x="49655" y="82757"/>
                  </a:lnTo>
                  <a:lnTo>
                    <a:pt x="48864" y="83452"/>
                  </a:lnTo>
                  <a:lnTo>
                    <a:pt x="48039" y="84114"/>
                  </a:lnTo>
                  <a:lnTo>
                    <a:pt x="47180" y="84742"/>
                  </a:lnTo>
                  <a:lnTo>
                    <a:pt x="46285" y="85336"/>
                  </a:lnTo>
                  <a:lnTo>
                    <a:pt x="45357" y="85898"/>
                  </a:lnTo>
                  <a:lnTo>
                    <a:pt x="44393" y="86426"/>
                  </a:lnTo>
                  <a:lnTo>
                    <a:pt x="43395" y="86920"/>
                  </a:lnTo>
                  <a:lnTo>
                    <a:pt x="42363" y="87382"/>
                  </a:lnTo>
                  <a:lnTo>
                    <a:pt x="41297" y="87792"/>
                  </a:lnTo>
                  <a:lnTo>
                    <a:pt x="40199" y="88160"/>
                  </a:lnTo>
                  <a:lnTo>
                    <a:pt x="39069" y="88484"/>
                  </a:lnTo>
                  <a:lnTo>
                    <a:pt x="37907" y="88765"/>
                  </a:lnTo>
                  <a:lnTo>
                    <a:pt x="36712" y="89003"/>
                  </a:lnTo>
                  <a:lnTo>
                    <a:pt x="35486" y="89197"/>
                  </a:lnTo>
                  <a:lnTo>
                    <a:pt x="34227" y="89348"/>
                  </a:lnTo>
                  <a:lnTo>
                    <a:pt x="32937" y="89457"/>
                  </a:lnTo>
                  <a:lnTo>
                    <a:pt x="31614" y="89521"/>
                  </a:lnTo>
                  <a:lnTo>
                    <a:pt x="30259" y="89543"/>
                  </a:lnTo>
                  <a:lnTo>
                    <a:pt x="28759" y="89514"/>
                  </a:lnTo>
                  <a:lnTo>
                    <a:pt x="27297" y="89427"/>
                  </a:lnTo>
                  <a:lnTo>
                    <a:pt x="25874" y="89282"/>
                  </a:lnTo>
                  <a:lnTo>
                    <a:pt x="24489" y="89079"/>
                  </a:lnTo>
                  <a:lnTo>
                    <a:pt x="23142" y="88817"/>
                  </a:lnTo>
                  <a:lnTo>
                    <a:pt x="21833" y="88498"/>
                  </a:lnTo>
                  <a:lnTo>
                    <a:pt x="20563" y="88121"/>
                  </a:lnTo>
                  <a:lnTo>
                    <a:pt x="19331" y="87685"/>
                  </a:lnTo>
                  <a:lnTo>
                    <a:pt x="18137" y="87192"/>
                  </a:lnTo>
                  <a:lnTo>
                    <a:pt x="16982" y="86641"/>
                  </a:lnTo>
                  <a:lnTo>
                    <a:pt x="15865" y="86035"/>
                  </a:lnTo>
                  <a:lnTo>
                    <a:pt x="14786" y="85378"/>
                  </a:lnTo>
                  <a:lnTo>
                    <a:pt x="13745" y="84671"/>
                  </a:lnTo>
                  <a:lnTo>
                    <a:pt x="12743" y="83914"/>
                  </a:lnTo>
                  <a:lnTo>
                    <a:pt x="11779" y="83105"/>
                  </a:lnTo>
                  <a:lnTo>
                    <a:pt x="10853" y="82246"/>
                  </a:lnTo>
                  <a:lnTo>
                    <a:pt x="9966" y="81337"/>
                  </a:lnTo>
                  <a:lnTo>
                    <a:pt x="9117" y="80376"/>
                  </a:lnTo>
                  <a:lnTo>
                    <a:pt x="8306" y="79365"/>
                  </a:lnTo>
                  <a:lnTo>
                    <a:pt x="7534" y="78304"/>
                  </a:lnTo>
                  <a:lnTo>
                    <a:pt x="6799" y="77180"/>
                  </a:lnTo>
                  <a:lnTo>
                    <a:pt x="6101" y="76009"/>
                  </a:lnTo>
                  <a:lnTo>
                    <a:pt x="5440" y="74789"/>
                  </a:lnTo>
                  <a:lnTo>
                    <a:pt x="4816" y="73522"/>
                  </a:lnTo>
                  <a:lnTo>
                    <a:pt x="4230" y="72206"/>
                  </a:lnTo>
                  <a:lnTo>
                    <a:pt x="3680" y="70841"/>
                  </a:lnTo>
                  <a:lnTo>
                    <a:pt x="3167" y="69429"/>
                  </a:lnTo>
                  <a:lnTo>
                    <a:pt x="2692" y="67969"/>
                  </a:lnTo>
                  <a:lnTo>
                    <a:pt x="2254" y="66460"/>
                  </a:lnTo>
                  <a:lnTo>
                    <a:pt x="1852" y="64903"/>
                  </a:lnTo>
                  <a:lnTo>
                    <a:pt x="1500" y="63288"/>
                  </a:lnTo>
                  <a:lnTo>
                    <a:pt x="1185" y="61630"/>
                  </a:lnTo>
                  <a:lnTo>
                    <a:pt x="907" y="59929"/>
                  </a:lnTo>
                  <a:lnTo>
                    <a:pt x="666" y="58184"/>
                  </a:lnTo>
                  <a:lnTo>
                    <a:pt x="463" y="56396"/>
                  </a:lnTo>
                  <a:lnTo>
                    <a:pt x="296" y="54565"/>
                  </a:lnTo>
                  <a:lnTo>
                    <a:pt x="166" y="52691"/>
                  </a:lnTo>
                  <a:lnTo>
                    <a:pt x="74" y="50774"/>
                  </a:lnTo>
                  <a:lnTo>
                    <a:pt x="18" y="48813"/>
                  </a:lnTo>
                  <a:lnTo>
                    <a:pt x="0" y="46809"/>
                  </a:lnTo>
                  <a:lnTo>
                    <a:pt x="20" y="44516"/>
                  </a:lnTo>
                  <a:lnTo>
                    <a:pt x="83" y="42279"/>
                  </a:lnTo>
                  <a:lnTo>
                    <a:pt x="188" y="40099"/>
                  </a:lnTo>
                  <a:lnTo>
                    <a:pt x="335" y="37976"/>
                  </a:lnTo>
                  <a:lnTo>
                    <a:pt x="524" y="35910"/>
                  </a:lnTo>
                  <a:lnTo>
                    <a:pt x="755" y="33900"/>
                  </a:lnTo>
                  <a:lnTo>
                    <a:pt x="1028" y="31947"/>
                  </a:lnTo>
                  <a:lnTo>
                    <a:pt x="1343" y="30052"/>
                  </a:lnTo>
                  <a:lnTo>
                    <a:pt x="1700" y="28213"/>
                  </a:lnTo>
                  <a:lnTo>
                    <a:pt x="2099" y="26430"/>
                  </a:lnTo>
                  <a:lnTo>
                    <a:pt x="2550" y="24705"/>
                  </a:lnTo>
                  <a:lnTo>
                    <a:pt x="3038" y="23039"/>
                  </a:lnTo>
                  <a:lnTo>
                    <a:pt x="3563" y="21430"/>
                  </a:lnTo>
                  <a:lnTo>
                    <a:pt x="4125" y="19879"/>
                  </a:lnTo>
                  <a:lnTo>
                    <a:pt x="4724" y="18387"/>
                  </a:lnTo>
                  <a:lnTo>
                    <a:pt x="5360" y="16952"/>
                  </a:lnTo>
                  <a:lnTo>
                    <a:pt x="6033" y="15576"/>
                  </a:lnTo>
                  <a:lnTo>
                    <a:pt x="6743" y="14257"/>
                  </a:lnTo>
                  <a:lnTo>
                    <a:pt x="7490" y="12997"/>
                  </a:lnTo>
                  <a:lnTo>
                    <a:pt x="8275" y="11795"/>
                  </a:lnTo>
                  <a:lnTo>
                    <a:pt x="9095" y="10650"/>
                  </a:lnTo>
                  <a:lnTo>
                    <a:pt x="9949" y="9564"/>
                  </a:lnTo>
                  <a:lnTo>
                    <a:pt x="10839" y="8536"/>
                  </a:lnTo>
                  <a:lnTo>
                    <a:pt x="11762" y="7566"/>
                  </a:lnTo>
                  <a:lnTo>
                    <a:pt x="12721" y="6654"/>
                  </a:lnTo>
                  <a:lnTo>
                    <a:pt x="13714" y="5799"/>
                  </a:lnTo>
                  <a:lnTo>
                    <a:pt x="14741" y="5003"/>
                  </a:lnTo>
                  <a:lnTo>
                    <a:pt x="15804" y="4265"/>
                  </a:lnTo>
                  <a:lnTo>
                    <a:pt x="16900" y="3586"/>
                  </a:lnTo>
                  <a:lnTo>
                    <a:pt x="18032" y="2964"/>
                  </a:lnTo>
                  <a:lnTo>
                    <a:pt x="19208" y="2401"/>
                  </a:lnTo>
                  <a:lnTo>
                    <a:pt x="20413" y="1897"/>
                  </a:lnTo>
                  <a:lnTo>
                    <a:pt x="21648" y="1452"/>
                  </a:lnTo>
                  <a:lnTo>
                    <a:pt x="22913" y="1067"/>
                  </a:lnTo>
                  <a:lnTo>
                    <a:pt x="24207" y="741"/>
                  </a:lnTo>
                  <a:lnTo>
                    <a:pt x="25531" y="474"/>
                  </a:lnTo>
                  <a:lnTo>
                    <a:pt x="26885" y="266"/>
                  </a:lnTo>
                  <a:lnTo>
                    <a:pt x="28268" y="118"/>
                  </a:lnTo>
                  <a:lnTo>
                    <a:pt x="29681" y="29"/>
                  </a:lnTo>
                  <a:lnTo>
                    <a:pt x="31124" y="0"/>
                  </a:lnTo>
                  <a:lnTo>
                    <a:pt x="32007" y="9"/>
                  </a:lnTo>
                  <a:lnTo>
                    <a:pt x="32880" y="37"/>
                  </a:lnTo>
                  <a:lnTo>
                    <a:pt x="33741" y="83"/>
                  </a:lnTo>
                  <a:lnTo>
                    <a:pt x="34592" y="148"/>
                  </a:lnTo>
                  <a:lnTo>
                    <a:pt x="35431" y="231"/>
                  </a:lnTo>
                  <a:lnTo>
                    <a:pt x="36259" y="333"/>
                  </a:lnTo>
                  <a:lnTo>
                    <a:pt x="37076" y="453"/>
                  </a:lnTo>
                  <a:lnTo>
                    <a:pt x="37882" y="592"/>
                  </a:lnTo>
                  <a:lnTo>
                    <a:pt x="38677" y="750"/>
                  </a:lnTo>
                  <a:lnTo>
                    <a:pt x="39460" y="926"/>
                  </a:lnTo>
                  <a:lnTo>
                    <a:pt x="40231" y="1123"/>
                  </a:lnTo>
                  <a:lnTo>
                    <a:pt x="40987" y="1343"/>
                  </a:lnTo>
                  <a:lnTo>
                    <a:pt x="41728" y="1587"/>
                  </a:lnTo>
                  <a:lnTo>
                    <a:pt x="42454" y="1855"/>
                  </a:lnTo>
                  <a:lnTo>
                    <a:pt x="43166" y="2145"/>
                  </a:lnTo>
                  <a:lnTo>
                    <a:pt x="43862" y="2460"/>
                  </a:lnTo>
                  <a:lnTo>
                    <a:pt x="44544" y="2798"/>
                  </a:lnTo>
                  <a:lnTo>
                    <a:pt x="45211" y="3159"/>
                  </a:lnTo>
                  <a:lnTo>
                    <a:pt x="45863" y="3544"/>
                  </a:lnTo>
                  <a:lnTo>
                    <a:pt x="46500" y="3952"/>
                  </a:lnTo>
                  <a:lnTo>
                    <a:pt x="47135" y="4373"/>
                  </a:lnTo>
                  <a:lnTo>
                    <a:pt x="47753" y="4821"/>
                  </a:lnTo>
                  <a:lnTo>
                    <a:pt x="48355" y="5297"/>
                  </a:lnTo>
                  <a:lnTo>
                    <a:pt x="48941" y="5799"/>
                  </a:lnTo>
                  <a:lnTo>
                    <a:pt x="49511" y="6329"/>
                  </a:lnTo>
                  <a:lnTo>
                    <a:pt x="50065" y="6886"/>
                  </a:lnTo>
                  <a:lnTo>
                    <a:pt x="50603" y="7471"/>
                  </a:lnTo>
                  <a:lnTo>
                    <a:pt x="51125" y="8082"/>
                  </a:lnTo>
                  <a:lnTo>
                    <a:pt x="51630" y="8720"/>
                  </a:lnTo>
                  <a:lnTo>
                    <a:pt x="52120" y="9386"/>
                  </a:lnTo>
                  <a:lnTo>
                    <a:pt x="52592" y="10081"/>
                  </a:lnTo>
                  <a:lnTo>
                    <a:pt x="53044" y="10806"/>
                  </a:lnTo>
                  <a:lnTo>
                    <a:pt x="53476" y="11563"/>
                  </a:lnTo>
                  <a:lnTo>
                    <a:pt x="53889" y="12350"/>
                  </a:lnTo>
                  <a:lnTo>
                    <a:pt x="54281" y="13169"/>
                  </a:lnTo>
                  <a:lnTo>
                    <a:pt x="54654" y="14018"/>
                  </a:lnTo>
                  <a:lnTo>
                    <a:pt x="55008" y="14898"/>
                  </a:lnTo>
                  <a:lnTo>
                    <a:pt x="55341" y="15809"/>
                  </a:lnTo>
                  <a:lnTo>
                    <a:pt x="55655" y="16750"/>
                  </a:lnTo>
                  <a:lnTo>
                    <a:pt x="55949" y="17723"/>
                  </a:lnTo>
                  <a:lnTo>
                    <a:pt x="45327" y="19637"/>
                  </a:lnTo>
                  <a:lnTo>
                    <a:pt x="44960" y="18545"/>
                  </a:lnTo>
                  <a:lnTo>
                    <a:pt x="44551" y="17515"/>
                  </a:lnTo>
                  <a:lnTo>
                    <a:pt x="44101" y="16549"/>
                  </a:lnTo>
                  <a:lnTo>
                    <a:pt x="43608" y="15646"/>
                  </a:lnTo>
                  <a:lnTo>
                    <a:pt x="43073" y="14805"/>
                  </a:lnTo>
                  <a:lnTo>
                    <a:pt x="42496" y="14028"/>
                  </a:lnTo>
                  <a:lnTo>
                    <a:pt x="41877" y="13313"/>
                  </a:lnTo>
                  <a:lnTo>
                    <a:pt x="41217" y="12662"/>
                  </a:lnTo>
                  <a:lnTo>
                    <a:pt x="40514" y="12073"/>
                  </a:lnTo>
                  <a:lnTo>
                    <a:pt x="39769" y="11548"/>
                  </a:lnTo>
                  <a:lnTo>
                    <a:pt x="39003" y="11066"/>
                  </a:lnTo>
                  <a:lnTo>
                    <a:pt x="38213" y="10636"/>
                  </a:lnTo>
                  <a:lnTo>
                    <a:pt x="37398" y="10256"/>
                  </a:lnTo>
                  <a:lnTo>
                    <a:pt x="36558" y="9927"/>
                  </a:lnTo>
                  <a:lnTo>
                    <a:pt x="35693" y="9649"/>
                  </a:lnTo>
                  <a:lnTo>
                    <a:pt x="34804" y="9421"/>
                  </a:lnTo>
                  <a:lnTo>
                    <a:pt x="33890" y="9243"/>
                  </a:lnTo>
                  <a:lnTo>
                    <a:pt x="32952" y="9117"/>
                  </a:lnTo>
                  <a:lnTo>
                    <a:pt x="31988" y="9041"/>
                  </a:lnTo>
                  <a:lnTo>
                    <a:pt x="31000" y="9016"/>
                  </a:lnTo>
                  <a:lnTo>
                    <a:pt x="30095" y="9037"/>
                  </a:lnTo>
                  <a:lnTo>
                    <a:pt x="29207" y="9102"/>
                  </a:lnTo>
                  <a:lnTo>
                    <a:pt x="28336" y="9210"/>
                  </a:lnTo>
                  <a:lnTo>
                    <a:pt x="27483" y="9361"/>
                  </a:lnTo>
                  <a:lnTo>
                    <a:pt x="26646" y="9556"/>
                  </a:lnTo>
                  <a:lnTo>
                    <a:pt x="25828" y="9794"/>
                  </a:lnTo>
                  <a:lnTo>
                    <a:pt x="25026" y="10075"/>
                  </a:lnTo>
                  <a:lnTo>
                    <a:pt x="24242" y="10399"/>
                  </a:lnTo>
                  <a:lnTo>
                    <a:pt x="23475" y="10766"/>
                  </a:lnTo>
                  <a:lnTo>
                    <a:pt x="22725" y="11177"/>
                  </a:lnTo>
                  <a:lnTo>
                    <a:pt x="21995" y="11631"/>
                  </a:lnTo>
                  <a:lnTo>
                    <a:pt x="21287" y="12128"/>
                  </a:lnTo>
                  <a:lnTo>
                    <a:pt x="20602" y="12668"/>
                  </a:lnTo>
                  <a:lnTo>
                    <a:pt x="19939" y="13252"/>
                  </a:lnTo>
                  <a:lnTo>
                    <a:pt x="19298" y="13879"/>
                  </a:lnTo>
                  <a:lnTo>
                    <a:pt x="18679" y="14549"/>
                  </a:lnTo>
                  <a:lnTo>
                    <a:pt x="18082" y="15262"/>
                  </a:lnTo>
                  <a:lnTo>
                    <a:pt x="17508" y="16019"/>
                  </a:lnTo>
                  <a:lnTo>
                    <a:pt x="16956" y="16818"/>
                  </a:lnTo>
                  <a:lnTo>
                    <a:pt x="16426" y="17661"/>
                  </a:lnTo>
                  <a:lnTo>
                    <a:pt x="15919" y="18536"/>
                  </a:lnTo>
                  <a:lnTo>
                    <a:pt x="15436" y="19455"/>
                  </a:lnTo>
                  <a:lnTo>
                    <a:pt x="14975" y="20418"/>
                  </a:lnTo>
                  <a:lnTo>
                    <a:pt x="14539" y="21426"/>
                  </a:lnTo>
                  <a:lnTo>
                    <a:pt x="14126" y="22478"/>
                  </a:lnTo>
                  <a:lnTo>
                    <a:pt x="13736" y="23575"/>
                  </a:lnTo>
                  <a:lnTo>
                    <a:pt x="13370" y="24716"/>
                  </a:lnTo>
                  <a:lnTo>
                    <a:pt x="13027" y="25902"/>
                  </a:lnTo>
                  <a:lnTo>
                    <a:pt x="12708" y="27132"/>
                  </a:lnTo>
                  <a:lnTo>
                    <a:pt x="12412" y="28406"/>
                  </a:lnTo>
                  <a:lnTo>
                    <a:pt x="12154" y="29725"/>
                  </a:lnTo>
                  <a:lnTo>
                    <a:pt x="11923" y="31087"/>
                  </a:lnTo>
                  <a:lnTo>
                    <a:pt x="11719" y="32491"/>
                  </a:lnTo>
                  <a:lnTo>
                    <a:pt x="11543" y="33940"/>
                  </a:lnTo>
                  <a:lnTo>
                    <a:pt x="11393" y="35431"/>
                  </a:lnTo>
                  <a:lnTo>
                    <a:pt x="11271" y="36966"/>
                  </a:lnTo>
                  <a:lnTo>
                    <a:pt x="11176" y="38543"/>
                  </a:lnTo>
                  <a:lnTo>
                    <a:pt x="11108" y="40164"/>
                  </a:lnTo>
                  <a:lnTo>
                    <a:pt x="11067" y="41829"/>
                  </a:lnTo>
                  <a:lnTo>
                    <a:pt x="11053" y="43536"/>
                  </a:lnTo>
                  <a:lnTo>
                    <a:pt x="11683" y="42439"/>
                  </a:lnTo>
                  <a:lnTo>
                    <a:pt x="12363" y="41397"/>
                  </a:lnTo>
                  <a:lnTo>
                    <a:pt x="13091" y="40409"/>
                  </a:lnTo>
                  <a:lnTo>
                    <a:pt x="13869" y="39475"/>
                  </a:lnTo>
                  <a:lnTo>
                    <a:pt x="14697" y="38596"/>
                  </a:lnTo>
                  <a:lnTo>
                    <a:pt x="15574" y="37771"/>
                  </a:lnTo>
                  <a:lnTo>
                    <a:pt x="16500" y="37000"/>
                  </a:lnTo>
                  <a:lnTo>
                    <a:pt x="17476" y="36284"/>
                  </a:lnTo>
                  <a:lnTo>
                    <a:pt x="18501" y="35622"/>
                  </a:lnTo>
                  <a:lnTo>
                    <a:pt x="19576" y="35014"/>
                  </a:lnTo>
                  <a:lnTo>
                    <a:pt x="20691" y="34451"/>
                  </a:lnTo>
                  <a:lnTo>
                    <a:pt x="21838" y="33947"/>
                  </a:lnTo>
                  <a:lnTo>
                    <a:pt x="23018" y="33502"/>
                  </a:lnTo>
                  <a:lnTo>
                    <a:pt x="24229" y="33117"/>
                  </a:lnTo>
                  <a:lnTo>
                    <a:pt x="25473" y="32791"/>
                  </a:lnTo>
                  <a:lnTo>
                    <a:pt x="26749" y="32524"/>
                  </a:lnTo>
                  <a:lnTo>
                    <a:pt x="28057" y="32317"/>
                  </a:lnTo>
                  <a:lnTo>
                    <a:pt x="29397" y="32168"/>
                  </a:lnTo>
                  <a:lnTo>
                    <a:pt x="30769" y="32080"/>
                  </a:lnTo>
                  <a:lnTo>
                    <a:pt x="32173" y="32050"/>
                  </a:lnTo>
                  <a:lnTo>
                    <a:pt x="33348" y="32069"/>
                  </a:lnTo>
                  <a:lnTo>
                    <a:pt x="34500" y="32126"/>
                  </a:lnTo>
                  <a:lnTo>
                    <a:pt x="35630" y="32222"/>
                  </a:lnTo>
                  <a:lnTo>
                    <a:pt x="36738" y="32356"/>
                  </a:lnTo>
                  <a:lnTo>
                    <a:pt x="37824" y="32528"/>
                  </a:lnTo>
                  <a:lnTo>
                    <a:pt x="38887" y="32739"/>
                  </a:lnTo>
                  <a:lnTo>
                    <a:pt x="39928" y="32988"/>
                  </a:lnTo>
                  <a:lnTo>
                    <a:pt x="40947" y="33275"/>
                  </a:lnTo>
                  <a:lnTo>
                    <a:pt x="41944" y="33601"/>
                  </a:lnTo>
                  <a:lnTo>
                    <a:pt x="42919" y="33964"/>
                  </a:lnTo>
                  <a:lnTo>
                    <a:pt x="43868" y="34364"/>
                  </a:lnTo>
                  <a:lnTo>
                    <a:pt x="44789" y="34799"/>
                  </a:lnTo>
                  <a:lnTo>
                    <a:pt x="45681" y="35269"/>
                  </a:lnTo>
                  <a:lnTo>
                    <a:pt x="46545" y="35772"/>
                  </a:lnTo>
                  <a:lnTo>
                    <a:pt x="47380" y="36311"/>
                  </a:lnTo>
                  <a:lnTo>
                    <a:pt x="48187" y="36884"/>
                  </a:lnTo>
                  <a:lnTo>
                    <a:pt x="48966" y="37492"/>
                  </a:lnTo>
                  <a:lnTo>
                    <a:pt x="49717" y="38134"/>
                  </a:lnTo>
                  <a:lnTo>
                    <a:pt x="50438" y="38811"/>
                  </a:lnTo>
                  <a:lnTo>
                    <a:pt x="51132" y="39522"/>
                  </a:lnTo>
                  <a:lnTo>
                    <a:pt x="51808" y="40255"/>
                  </a:lnTo>
                  <a:lnTo>
                    <a:pt x="52451" y="41019"/>
                  </a:lnTo>
                  <a:lnTo>
                    <a:pt x="53062" y="41816"/>
                  </a:lnTo>
                  <a:lnTo>
                    <a:pt x="53642" y="42644"/>
                  </a:lnTo>
                  <a:lnTo>
                    <a:pt x="54189" y="43505"/>
                  </a:lnTo>
                  <a:lnTo>
                    <a:pt x="54704" y="44398"/>
                  </a:lnTo>
                  <a:lnTo>
                    <a:pt x="55187" y="45323"/>
                  </a:lnTo>
                  <a:lnTo>
                    <a:pt x="55638" y="46281"/>
                  </a:lnTo>
                  <a:lnTo>
                    <a:pt x="56056" y="47270"/>
                  </a:lnTo>
                  <a:lnTo>
                    <a:pt x="56443" y="48291"/>
                  </a:lnTo>
                  <a:lnTo>
                    <a:pt x="56807" y="49329"/>
                  </a:lnTo>
                  <a:lnTo>
                    <a:pt x="57132" y="50393"/>
                  </a:lnTo>
                  <a:lnTo>
                    <a:pt x="57419" y="51483"/>
                  </a:lnTo>
                  <a:lnTo>
                    <a:pt x="57668" y="52599"/>
                  </a:lnTo>
                  <a:lnTo>
                    <a:pt x="57879" y="53741"/>
                  </a:lnTo>
                  <a:lnTo>
                    <a:pt x="58051" y="54909"/>
                  </a:lnTo>
                  <a:lnTo>
                    <a:pt x="58185" y="56103"/>
                  </a:lnTo>
                  <a:lnTo>
                    <a:pt x="58281" y="57322"/>
                  </a:lnTo>
                  <a:lnTo>
                    <a:pt x="58338" y="58568"/>
                  </a:lnTo>
                  <a:close/>
                  <a:moveTo>
                    <a:pt x="47056" y="60333"/>
                  </a:moveTo>
                  <a:lnTo>
                    <a:pt x="47045" y="59440"/>
                  </a:lnTo>
                  <a:lnTo>
                    <a:pt x="47012" y="58565"/>
                  </a:lnTo>
                  <a:lnTo>
                    <a:pt x="46956" y="57706"/>
                  </a:lnTo>
                  <a:lnTo>
                    <a:pt x="46878" y="56865"/>
                  </a:lnTo>
                  <a:lnTo>
                    <a:pt x="46778" y="56041"/>
                  </a:lnTo>
                  <a:lnTo>
                    <a:pt x="46656" y="55235"/>
                  </a:lnTo>
                  <a:lnTo>
                    <a:pt x="46511" y="54446"/>
                  </a:lnTo>
                  <a:lnTo>
                    <a:pt x="46345" y="53674"/>
                  </a:lnTo>
                  <a:lnTo>
                    <a:pt x="46156" y="52919"/>
                  </a:lnTo>
                  <a:lnTo>
                    <a:pt x="45945" y="52182"/>
                  </a:lnTo>
                  <a:lnTo>
                    <a:pt x="45711" y="51464"/>
                  </a:lnTo>
                  <a:lnTo>
                    <a:pt x="45455" y="50769"/>
                  </a:lnTo>
                  <a:lnTo>
                    <a:pt x="45178" y="50096"/>
                  </a:lnTo>
                  <a:lnTo>
                    <a:pt x="44877" y="49445"/>
                  </a:lnTo>
                  <a:lnTo>
                    <a:pt x="44555" y="48816"/>
                  </a:lnTo>
                  <a:lnTo>
                    <a:pt x="44211" y="48210"/>
                  </a:lnTo>
                  <a:lnTo>
                    <a:pt x="43844" y="47626"/>
                  </a:lnTo>
                  <a:lnTo>
                    <a:pt x="43455" y="47064"/>
                  </a:lnTo>
                  <a:lnTo>
                    <a:pt x="43043" y="46524"/>
                  </a:lnTo>
                  <a:lnTo>
                    <a:pt x="42610" y="46006"/>
                  </a:lnTo>
                  <a:lnTo>
                    <a:pt x="42155" y="45500"/>
                  </a:lnTo>
                  <a:lnTo>
                    <a:pt x="41679" y="45018"/>
                  </a:lnTo>
                  <a:lnTo>
                    <a:pt x="41181" y="44561"/>
                  </a:lnTo>
                  <a:lnTo>
                    <a:pt x="40663" y="44129"/>
                  </a:lnTo>
                  <a:lnTo>
                    <a:pt x="40124" y="43721"/>
                  </a:lnTo>
                  <a:lnTo>
                    <a:pt x="39564" y="43339"/>
                  </a:lnTo>
                  <a:lnTo>
                    <a:pt x="38983" y="42980"/>
                  </a:lnTo>
                  <a:lnTo>
                    <a:pt x="38381" y="42647"/>
                  </a:lnTo>
                  <a:lnTo>
                    <a:pt x="37758" y="42338"/>
                  </a:lnTo>
                  <a:lnTo>
                    <a:pt x="37114" y="42054"/>
                  </a:lnTo>
                  <a:lnTo>
                    <a:pt x="36449" y="41784"/>
                  </a:lnTo>
                  <a:lnTo>
                    <a:pt x="35763" y="41543"/>
                  </a:lnTo>
                  <a:lnTo>
                    <a:pt x="35055" y="41330"/>
                  </a:lnTo>
                  <a:lnTo>
                    <a:pt x="34327" y="41145"/>
                  </a:lnTo>
                  <a:lnTo>
                    <a:pt x="33578" y="40989"/>
                  </a:lnTo>
                  <a:lnTo>
                    <a:pt x="32808" y="40861"/>
                  </a:lnTo>
                  <a:lnTo>
                    <a:pt x="32017" y="40762"/>
                  </a:lnTo>
                  <a:lnTo>
                    <a:pt x="31205" y="40691"/>
                  </a:lnTo>
                  <a:lnTo>
                    <a:pt x="30372" y="40648"/>
                  </a:lnTo>
                  <a:lnTo>
                    <a:pt x="29518" y="40634"/>
                  </a:lnTo>
                  <a:lnTo>
                    <a:pt x="28912" y="40643"/>
                  </a:lnTo>
                  <a:lnTo>
                    <a:pt x="28305" y="40671"/>
                  </a:lnTo>
                  <a:lnTo>
                    <a:pt x="27697" y="40717"/>
                  </a:lnTo>
                  <a:lnTo>
                    <a:pt x="27087" y="40782"/>
                  </a:lnTo>
                  <a:lnTo>
                    <a:pt x="26477" y="40865"/>
                  </a:lnTo>
                  <a:lnTo>
                    <a:pt x="25865" y="40967"/>
                  </a:lnTo>
                  <a:lnTo>
                    <a:pt x="25251" y="41088"/>
                  </a:lnTo>
                  <a:lnTo>
                    <a:pt x="24637" y="41227"/>
                  </a:lnTo>
                  <a:lnTo>
                    <a:pt x="24021" y="41384"/>
                  </a:lnTo>
                  <a:lnTo>
                    <a:pt x="23404" y="41560"/>
                  </a:lnTo>
                  <a:lnTo>
                    <a:pt x="22792" y="41745"/>
                  </a:lnTo>
                  <a:lnTo>
                    <a:pt x="22191" y="41953"/>
                  </a:lnTo>
                  <a:lnTo>
                    <a:pt x="21602" y="42184"/>
                  </a:lnTo>
                  <a:lnTo>
                    <a:pt x="21023" y="42439"/>
                  </a:lnTo>
                  <a:lnTo>
                    <a:pt x="20456" y="42718"/>
                  </a:lnTo>
                  <a:lnTo>
                    <a:pt x="19899" y="43020"/>
                  </a:lnTo>
                  <a:lnTo>
                    <a:pt x="19354" y="43345"/>
                  </a:lnTo>
                  <a:lnTo>
                    <a:pt x="18820" y="43694"/>
                  </a:lnTo>
                  <a:lnTo>
                    <a:pt x="18297" y="44067"/>
                  </a:lnTo>
                  <a:lnTo>
                    <a:pt x="17785" y="44462"/>
                  </a:lnTo>
                  <a:lnTo>
                    <a:pt x="17299" y="44871"/>
                  </a:lnTo>
                  <a:lnTo>
                    <a:pt x="16831" y="45305"/>
                  </a:lnTo>
                  <a:lnTo>
                    <a:pt x="16380" y="45765"/>
                  </a:lnTo>
                  <a:lnTo>
                    <a:pt x="15947" y="46251"/>
                  </a:lnTo>
                  <a:lnTo>
                    <a:pt x="15531" y="46763"/>
                  </a:lnTo>
                  <a:lnTo>
                    <a:pt x="15132" y="47301"/>
                  </a:lnTo>
                  <a:lnTo>
                    <a:pt x="14750" y="47865"/>
                  </a:lnTo>
                  <a:lnTo>
                    <a:pt x="14386" y="48454"/>
                  </a:lnTo>
                  <a:lnTo>
                    <a:pt x="14039" y="49070"/>
                  </a:lnTo>
                  <a:lnTo>
                    <a:pt x="13709" y="49712"/>
                  </a:lnTo>
                  <a:lnTo>
                    <a:pt x="13416" y="50380"/>
                  </a:lnTo>
                  <a:lnTo>
                    <a:pt x="13153" y="51078"/>
                  </a:lnTo>
                  <a:lnTo>
                    <a:pt x="12922" y="51803"/>
                  </a:lnTo>
                  <a:lnTo>
                    <a:pt x="12721" y="52557"/>
                  </a:lnTo>
                  <a:lnTo>
                    <a:pt x="12551" y="53340"/>
                  </a:lnTo>
                  <a:lnTo>
                    <a:pt x="12412" y="54150"/>
                  </a:lnTo>
                  <a:lnTo>
                    <a:pt x="12304" y="54990"/>
                  </a:lnTo>
                  <a:lnTo>
                    <a:pt x="12227" y="55857"/>
                  </a:lnTo>
                  <a:lnTo>
                    <a:pt x="12181" y="56753"/>
                  </a:lnTo>
                  <a:lnTo>
                    <a:pt x="12165" y="57678"/>
                  </a:lnTo>
                  <a:lnTo>
                    <a:pt x="12177" y="58635"/>
                  </a:lnTo>
                  <a:lnTo>
                    <a:pt x="12214" y="59580"/>
                  </a:lnTo>
                  <a:lnTo>
                    <a:pt x="12276" y="60512"/>
                  </a:lnTo>
                  <a:lnTo>
                    <a:pt x="12363" y="61433"/>
                  </a:lnTo>
                  <a:lnTo>
                    <a:pt x="12474" y="62340"/>
                  </a:lnTo>
                  <a:lnTo>
                    <a:pt x="12610" y="63236"/>
                  </a:lnTo>
                  <a:lnTo>
                    <a:pt x="12770" y="64119"/>
                  </a:lnTo>
                  <a:lnTo>
                    <a:pt x="12956" y="64990"/>
                  </a:lnTo>
                  <a:lnTo>
                    <a:pt x="13165" y="65848"/>
                  </a:lnTo>
                  <a:lnTo>
                    <a:pt x="13400" y="66694"/>
                  </a:lnTo>
                  <a:lnTo>
                    <a:pt x="13658" y="67511"/>
                  </a:lnTo>
                  <a:lnTo>
                    <a:pt x="13936" y="68307"/>
                  </a:lnTo>
                  <a:lnTo>
                    <a:pt x="14236" y="69082"/>
                  </a:lnTo>
                  <a:lnTo>
                    <a:pt x="14556" y="69836"/>
                  </a:lnTo>
                  <a:lnTo>
                    <a:pt x="14898" y="70569"/>
                  </a:lnTo>
                  <a:lnTo>
                    <a:pt x="15260" y="71281"/>
                  </a:lnTo>
                  <a:lnTo>
                    <a:pt x="15644" y="71972"/>
                  </a:lnTo>
                  <a:lnTo>
                    <a:pt x="16048" y="72642"/>
                  </a:lnTo>
                  <a:lnTo>
                    <a:pt x="16474" y="73291"/>
                  </a:lnTo>
                  <a:lnTo>
                    <a:pt x="16920" y="73919"/>
                  </a:lnTo>
                  <a:lnTo>
                    <a:pt x="17399" y="74524"/>
                  </a:lnTo>
                  <a:lnTo>
                    <a:pt x="17896" y="75102"/>
                  </a:lnTo>
                  <a:lnTo>
                    <a:pt x="18411" y="75655"/>
                  </a:lnTo>
                  <a:lnTo>
                    <a:pt x="18946" y="76182"/>
                  </a:lnTo>
                  <a:lnTo>
                    <a:pt x="19498" y="76683"/>
                  </a:lnTo>
                  <a:lnTo>
                    <a:pt x="20070" y="77158"/>
                  </a:lnTo>
                  <a:lnTo>
                    <a:pt x="20659" y="77607"/>
                  </a:lnTo>
                  <a:lnTo>
                    <a:pt x="21268" y="78030"/>
                  </a:lnTo>
                  <a:lnTo>
                    <a:pt x="21894" y="78427"/>
                  </a:lnTo>
                  <a:lnTo>
                    <a:pt x="22540" y="78798"/>
                  </a:lnTo>
                  <a:lnTo>
                    <a:pt x="23202" y="79138"/>
                  </a:lnTo>
                  <a:lnTo>
                    <a:pt x="23881" y="79443"/>
                  </a:lnTo>
                  <a:lnTo>
                    <a:pt x="24576" y="79711"/>
                  </a:lnTo>
                  <a:lnTo>
                    <a:pt x="25287" y="79944"/>
                  </a:lnTo>
                  <a:lnTo>
                    <a:pt x="26013" y="80141"/>
                  </a:lnTo>
                  <a:lnTo>
                    <a:pt x="26756" y="80302"/>
                  </a:lnTo>
                  <a:lnTo>
                    <a:pt x="27515" y="80427"/>
                  </a:lnTo>
                  <a:lnTo>
                    <a:pt x="28290" y="80517"/>
                  </a:lnTo>
                  <a:lnTo>
                    <a:pt x="29081" y="80571"/>
                  </a:lnTo>
                  <a:lnTo>
                    <a:pt x="29889" y="80589"/>
                  </a:lnTo>
                  <a:lnTo>
                    <a:pt x="30683" y="80575"/>
                  </a:lnTo>
                  <a:lnTo>
                    <a:pt x="31460" y="80534"/>
                  </a:lnTo>
                  <a:lnTo>
                    <a:pt x="32219" y="80466"/>
                  </a:lnTo>
                  <a:lnTo>
                    <a:pt x="32961" y="80371"/>
                  </a:lnTo>
                  <a:lnTo>
                    <a:pt x="33686" y="80249"/>
                  </a:lnTo>
                  <a:lnTo>
                    <a:pt x="34394" y="80100"/>
                  </a:lnTo>
                  <a:lnTo>
                    <a:pt x="35085" y="79923"/>
                  </a:lnTo>
                  <a:lnTo>
                    <a:pt x="35758" y="79719"/>
                  </a:lnTo>
                  <a:lnTo>
                    <a:pt x="36413" y="79488"/>
                  </a:lnTo>
                  <a:lnTo>
                    <a:pt x="37052" y="79230"/>
                  </a:lnTo>
                  <a:lnTo>
                    <a:pt x="37684" y="78934"/>
                  </a:lnTo>
                  <a:lnTo>
                    <a:pt x="38297" y="78615"/>
                  </a:lnTo>
                  <a:lnTo>
                    <a:pt x="38890" y="78272"/>
                  </a:lnTo>
                  <a:lnTo>
                    <a:pt x="39463" y="77906"/>
                  </a:lnTo>
                  <a:lnTo>
                    <a:pt x="40016" y="77516"/>
                  </a:lnTo>
                  <a:lnTo>
                    <a:pt x="40550" y="77103"/>
                  </a:lnTo>
                  <a:lnTo>
                    <a:pt x="41064" y="76667"/>
                  </a:lnTo>
                  <a:lnTo>
                    <a:pt x="41558" y="76207"/>
                  </a:lnTo>
                  <a:lnTo>
                    <a:pt x="42032" y="75723"/>
                  </a:lnTo>
                  <a:lnTo>
                    <a:pt x="42486" y="75216"/>
                  </a:lnTo>
                  <a:lnTo>
                    <a:pt x="42920" y="74674"/>
                  </a:lnTo>
                  <a:lnTo>
                    <a:pt x="43334" y="74109"/>
                  </a:lnTo>
                  <a:lnTo>
                    <a:pt x="43726" y="73523"/>
                  </a:lnTo>
                  <a:lnTo>
                    <a:pt x="44097" y="72914"/>
                  </a:lnTo>
                  <a:lnTo>
                    <a:pt x="44447" y="72283"/>
                  </a:lnTo>
                  <a:lnTo>
                    <a:pt x="44776" y="71629"/>
                  </a:lnTo>
                  <a:lnTo>
                    <a:pt x="45084" y="70954"/>
                  </a:lnTo>
                  <a:lnTo>
                    <a:pt x="45372" y="70256"/>
                  </a:lnTo>
                  <a:lnTo>
                    <a:pt x="45638" y="69536"/>
                  </a:lnTo>
                  <a:lnTo>
                    <a:pt x="45883" y="68794"/>
                  </a:lnTo>
                  <a:lnTo>
                    <a:pt x="46106" y="68031"/>
                  </a:lnTo>
                  <a:lnTo>
                    <a:pt x="46305" y="67250"/>
                  </a:lnTo>
                  <a:lnTo>
                    <a:pt x="46481" y="66450"/>
                  </a:lnTo>
                  <a:lnTo>
                    <a:pt x="46634" y="65632"/>
                  </a:lnTo>
                  <a:lnTo>
                    <a:pt x="46763" y="64795"/>
                  </a:lnTo>
                  <a:lnTo>
                    <a:pt x="46868" y="63940"/>
                  </a:lnTo>
                  <a:lnTo>
                    <a:pt x="46951" y="63066"/>
                  </a:lnTo>
                  <a:lnTo>
                    <a:pt x="47009" y="62174"/>
                  </a:lnTo>
                  <a:lnTo>
                    <a:pt x="47044" y="612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8285607" y="210203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8357489" y="211500"/>
              <a:ext cx="57493" cy="87011"/>
            </a:xfrm>
            <a:custGeom>
              <a:avLst/>
              <a:pathLst>
                <a:path w="57493" h="87011">
                  <a:moveTo>
                    <a:pt x="57493" y="9016"/>
                  </a:moveTo>
                  <a:lnTo>
                    <a:pt x="56194" y="11009"/>
                  </a:lnTo>
                  <a:lnTo>
                    <a:pt x="54916" y="12988"/>
                  </a:lnTo>
                  <a:lnTo>
                    <a:pt x="53660" y="14951"/>
                  </a:lnTo>
                  <a:lnTo>
                    <a:pt x="52424" y="16900"/>
                  </a:lnTo>
                  <a:lnTo>
                    <a:pt x="51209" y="18835"/>
                  </a:lnTo>
                  <a:lnTo>
                    <a:pt x="50015" y="20754"/>
                  </a:lnTo>
                  <a:lnTo>
                    <a:pt x="48843" y="22658"/>
                  </a:lnTo>
                  <a:lnTo>
                    <a:pt x="47691" y="24548"/>
                  </a:lnTo>
                  <a:lnTo>
                    <a:pt x="46560" y="26423"/>
                  </a:lnTo>
                  <a:lnTo>
                    <a:pt x="45451" y="28283"/>
                  </a:lnTo>
                  <a:lnTo>
                    <a:pt x="44367" y="30125"/>
                  </a:lnTo>
                  <a:lnTo>
                    <a:pt x="43314" y="31971"/>
                  </a:lnTo>
                  <a:lnTo>
                    <a:pt x="42292" y="33820"/>
                  </a:lnTo>
                  <a:lnTo>
                    <a:pt x="41301" y="35674"/>
                  </a:lnTo>
                  <a:lnTo>
                    <a:pt x="40340" y="37531"/>
                  </a:lnTo>
                  <a:lnTo>
                    <a:pt x="39411" y="39391"/>
                  </a:lnTo>
                  <a:lnTo>
                    <a:pt x="38512" y="41256"/>
                  </a:lnTo>
                  <a:lnTo>
                    <a:pt x="37645" y="43124"/>
                  </a:lnTo>
                  <a:lnTo>
                    <a:pt x="36808" y="44995"/>
                  </a:lnTo>
                  <a:lnTo>
                    <a:pt x="36002" y="46871"/>
                  </a:lnTo>
                  <a:lnTo>
                    <a:pt x="35229" y="48741"/>
                  </a:lnTo>
                  <a:lnTo>
                    <a:pt x="34490" y="50623"/>
                  </a:lnTo>
                  <a:lnTo>
                    <a:pt x="33786" y="52516"/>
                  </a:lnTo>
                  <a:lnTo>
                    <a:pt x="33117" y="54420"/>
                  </a:lnTo>
                  <a:lnTo>
                    <a:pt x="32482" y="56335"/>
                  </a:lnTo>
                  <a:lnTo>
                    <a:pt x="31882" y="58261"/>
                  </a:lnTo>
                  <a:lnTo>
                    <a:pt x="31316" y="60198"/>
                  </a:lnTo>
                  <a:lnTo>
                    <a:pt x="30785" y="62146"/>
                  </a:lnTo>
                  <a:lnTo>
                    <a:pt x="30289" y="64106"/>
                  </a:lnTo>
                  <a:lnTo>
                    <a:pt x="29827" y="66076"/>
                  </a:lnTo>
                  <a:lnTo>
                    <a:pt x="29416" y="68053"/>
                  </a:lnTo>
                  <a:lnTo>
                    <a:pt x="29049" y="70056"/>
                  </a:lnTo>
                  <a:lnTo>
                    <a:pt x="28724" y="72085"/>
                  </a:lnTo>
                  <a:lnTo>
                    <a:pt x="28443" y="74139"/>
                  </a:lnTo>
                  <a:lnTo>
                    <a:pt x="28206" y="76220"/>
                  </a:lnTo>
                  <a:lnTo>
                    <a:pt x="28011" y="78326"/>
                  </a:lnTo>
                  <a:lnTo>
                    <a:pt x="27860" y="80458"/>
                  </a:lnTo>
                  <a:lnTo>
                    <a:pt x="27752" y="82617"/>
                  </a:lnTo>
                  <a:lnTo>
                    <a:pt x="27687" y="84801"/>
                  </a:lnTo>
                  <a:lnTo>
                    <a:pt x="27665" y="87011"/>
                  </a:lnTo>
                  <a:lnTo>
                    <a:pt x="16056" y="87011"/>
                  </a:lnTo>
                  <a:lnTo>
                    <a:pt x="16080" y="84928"/>
                  </a:lnTo>
                  <a:lnTo>
                    <a:pt x="16154" y="82854"/>
                  </a:lnTo>
                  <a:lnTo>
                    <a:pt x="16278" y="80788"/>
                  </a:lnTo>
                  <a:lnTo>
                    <a:pt x="16451" y="78731"/>
                  </a:lnTo>
                  <a:lnTo>
                    <a:pt x="16673" y="76683"/>
                  </a:lnTo>
                  <a:lnTo>
                    <a:pt x="16945" y="74643"/>
                  </a:lnTo>
                  <a:lnTo>
                    <a:pt x="17266" y="72612"/>
                  </a:lnTo>
                  <a:lnTo>
                    <a:pt x="17636" y="70589"/>
                  </a:lnTo>
                  <a:lnTo>
                    <a:pt x="18056" y="68576"/>
                  </a:lnTo>
                  <a:lnTo>
                    <a:pt x="18526" y="66570"/>
                  </a:lnTo>
                  <a:lnTo>
                    <a:pt x="19037" y="64562"/>
                  </a:lnTo>
                  <a:lnTo>
                    <a:pt x="19583" y="62561"/>
                  </a:lnTo>
                  <a:lnTo>
                    <a:pt x="20163" y="60570"/>
                  </a:lnTo>
                  <a:lnTo>
                    <a:pt x="20779" y="58587"/>
                  </a:lnTo>
                  <a:lnTo>
                    <a:pt x="21428" y="56613"/>
                  </a:lnTo>
                  <a:lnTo>
                    <a:pt x="22112" y="54647"/>
                  </a:lnTo>
                  <a:lnTo>
                    <a:pt x="22831" y="52690"/>
                  </a:lnTo>
                  <a:lnTo>
                    <a:pt x="23585" y="50742"/>
                  </a:lnTo>
                  <a:lnTo>
                    <a:pt x="24373" y="48802"/>
                  </a:lnTo>
                  <a:lnTo>
                    <a:pt x="25195" y="46871"/>
                  </a:lnTo>
                  <a:lnTo>
                    <a:pt x="26049" y="44936"/>
                  </a:lnTo>
                  <a:lnTo>
                    <a:pt x="26929" y="43008"/>
                  </a:lnTo>
                  <a:lnTo>
                    <a:pt x="27837" y="41087"/>
                  </a:lnTo>
                  <a:lnTo>
                    <a:pt x="28772" y="39174"/>
                  </a:lnTo>
                  <a:lnTo>
                    <a:pt x="29734" y="37268"/>
                  </a:lnTo>
                  <a:lnTo>
                    <a:pt x="30723" y="35370"/>
                  </a:lnTo>
                  <a:lnTo>
                    <a:pt x="31740" y="33479"/>
                  </a:lnTo>
                  <a:lnTo>
                    <a:pt x="32784" y="31595"/>
                  </a:lnTo>
                  <a:lnTo>
                    <a:pt x="33854" y="29719"/>
                  </a:lnTo>
                  <a:lnTo>
                    <a:pt x="34952" y="27851"/>
                  </a:lnTo>
                  <a:lnTo>
                    <a:pt x="36071" y="25988"/>
                  </a:lnTo>
                  <a:lnTo>
                    <a:pt x="37203" y="24131"/>
                  </a:lnTo>
                  <a:lnTo>
                    <a:pt x="38348" y="22278"/>
                  </a:lnTo>
                  <a:lnTo>
                    <a:pt x="39507" y="20430"/>
                  </a:lnTo>
                  <a:lnTo>
                    <a:pt x="40680" y="18587"/>
                  </a:lnTo>
                  <a:lnTo>
                    <a:pt x="41866" y="16750"/>
                  </a:lnTo>
                  <a:lnTo>
                    <a:pt x="43066" y="14917"/>
                  </a:lnTo>
                  <a:lnTo>
                    <a:pt x="44280" y="13089"/>
                  </a:lnTo>
                  <a:lnTo>
                    <a:pt x="45507" y="11266"/>
                  </a:lnTo>
                  <a:lnTo>
                    <a:pt x="46747" y="9448"/>
                  </a:lnTo>
                  <a:lnTo>
                    <a:pt x="0" y="9448"/>
                  </a:lnTo>
                  <a:lnTo>
                    <a:pt x="0" y="0"/>
                  </a:lnTo>
                  <a:lnTo>
                    <a:pt x="5749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6643889" y="3224351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6716142" y="3297839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6749365" y="3224351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6815998" y="3223054"/>
              <a:ext cx="58419" cy="89543"/>
            </a:xfrm>
            <a:custGeom>
              <a:avLst/>
              <a:pathLst>
                <a:path w="58419" h="89543">
                  <a:moveTo>
                    <a:pt x="58419" y="43042"/>
                  </a:moveTo>
                  <a:lnTo>
                    <a:pt x="58397" y="45336"/>
                  </a:lnTo>
                  <a:lnTo>
                    <a:pt x="58330" y="47572"/>
                  </a:lnTo>
                  <a:lnTo>
                    <a:pt x="58219" y="49752"/>
                  </a:lnTo>
                  <a:lnTo>
                    <a:pt x="58063" y="51875"/>
                  </a:lnTo>
                  <a:lnTo>
                    <a:pt x="57863" y="53942"/>
                  </a:lnTo>
                  <a:lnTo>
                    <a:pt x="57619" y="55951"/>
                  </a:lnTo>
                  <a:lnTo>
                    <a:pt x="57330" y="57904"/>
                  </a:lnTo>
                  <a:lnTo>
                    <a:pt x="56996" y="59800"/>
                  </a:lnTo>
                  <a:lnTo>
                    <a:pt x="56618" y="61639"/>
                  </a:lnTo>
                  <a:lnTo>
                    <a:pt x="56196" y="63421"/>
                  </a:lnTo>
                  <a:lnTo>
                    <a:pt x="55744" y="65133"/>
                  </a:lnTo>
                  <a:lnTo>
                    <a:pt x="55255" y="66788"/>
                  </a:lnTo>
                  <a:lnTo>
                    <a:pt x="54727" y="68384"/>
                  </a:lnTo>
                  <a:lnTo>
                    <a:pt x="54160" y="69922"/>
                  </a:lnTo>
                  <a:lnTo>
                    <a:pt x="53556" y="71403"/>
                  </a:lnTo>
                  <a:lnTo>
                    <a:pt x="52913" y="72825"/>
                  </a:lnTo>
                  <a:lnTo>
                    <a:pt x="52232" y="74189"/>
                  </a:lnTo>
                  <a:lnTo>
                    <a:pt x="51512" y="75495"/>
                  </a:lnTo>
                  <a:lnTo>
                    <a:pt x="50755" y="76743"/>
                  </a:lnTo>
                  <a:lnTo>
                    <a:pt x="49959" y="77933"/>
                  </a:lnTo>
                  <a:lnTo>
                    <a:pt x="49126" y="79065"/>
                  </a:lnTo>
                  <a:lnTo>
                    <a:pt x="48257" y="80139"/>
                  </a:lnTo>
                  <a:lnTo>
                    <a:pt x="47352" y="81155"/>
                  </a:lnTo>
                  <a:lnTo>
                    <a:pt x="46411" y="82113"/>
                  </a:lnTo>
                  <a:lnTo>
                    <a:pt x="45435" y="83013"/>
                  </a:lnTo>
                  <a:lnTo>
                    <a:pt x="44423" y="83854"/>
                  </a:lnTo>
                  <a:lnTo>
                    <a:pt x="43375" y="84638"/>
                  </a:lnTo>
                  <a:lnTo>
                    <a:pt x="42291" y="85363"/>
                  </a:lnTo>
                  <a:lnTo>
                    <a:pt x="41172" y="86031"/>
                  </a:lnTo>
                  <a:lnTo>
                    <a:pt x="40016" y="86641"/>
                  </a:lnTo>
                  <a:lnTo>
                    <a:pt x="38840" y="87192"/>
                  </a:lnTo>
                  <a:lnTo>
                    <a:pt x="37635" y="87685"/>
                  </a:lnTo>
                  <a:lnTo>
                    <a:pt x="36400" y="88121"/>
                  </a:lnTo>
                  <a:lnTo>
                    <a:pt x="35135" y="88498"/>
                  </a:lnTo>
                  <a:lnTo>
                    <a:pt x="33841" y="88817"/>
                  </a:lnTo>
                  <a:lnTo>
                    <a:pt x="32517" y="89079"/>
                  </a:lnTo>
                  <a:lnTo>
                    <a:pt x="31163" y="89282"/>
                  </a:lnTo>
                  <a:lnTo>
                    <a:pt x="29780" y="89427"/>
                  </a:lnTo>
                  <a:lnTo>
                    <a:pt x="28367" y="89514"/>
                  </a:lnTo>
                  <a:lnTo>
                    <a:pt x="26924" y="89543"/>
                  </a:lnTo>
                  <a:lnTo>
                    <a:pt x="25934" y="89533"/>
                  </a:lnTo>
                  <a:lnTo>
                    <a:pt x="24963" y="89501"/>
                  </a:lnTo>
                  <a:lnTo>
                    <a:pt x="24012" y="89449"/>
                  </a:lnTo>
                  <a:lnTo>
                    <a:pt x="23081" y="89375"/>
                  </a:lnTo>
                  <a:lnTo>
                    <a:pt x="22169" y="89281"/>
                  </a:lnTo>
                  <a:lnTo>
                    <a:pt x="21278" y="89165"/>
                  </a:lnTo>
                  <a:lnTo>
                    <a:pt x="20406" y="89029"/>
                  </a:lnTo>
                  <a:lnTo>
                    <a:pt x="19553" y="88871"/>
                  </a:lnTo>
                  <a:lnTo>
                    <a:pt x="18721" y="88693"/>
                  </a:lnTo>
                  <a:lnTo>
                    <a:pt x="17908" y="88493"/>
                  </a:lnTo>
                  <a:lnTo>
                    <a:pt x="17114" y="88284"/>
                  </a:lnTo>
                  <a:lnTo>
                    <a:pt x="16337" y="88051"/>
                  </a:lnTo>
                  <a:lnTo>
                    <a:pt x="15578" y="87795"/>
                  </a:lnTo>
                  <a:lnTo>
                    <a:pt x="14835" y="87515"/>
                  </a:lnTo>
                  <a:lnTo>
                    <a:pt x="14110" y="87212"/>
                  </a:lnTo>
                  <a:lnTo>
                    <a:pt x="13403" y="86885"/>
                  </a:lnTo>
                  <a:lnTo>
                    <a:pt x="12712" y="86535"/>
                  </a:lnTo>
                  <a:lnTo>
                    <a:pt x="12039" y="86161"/>
                  </a:lnTo>
                  <a:lnTo>
                    <a:pt x="11383" y="85764"/>
                  </a:lnTo>
                  <a:lnTo>
                    <a:pt x="10745" y="85344"/>
                  </a:lnTo>
                  <a:lnTo>
                    <a:pt x="10124" y="84898"/>
                  </a:lnTo>
                  <a:lnTo>
                    <a:pt x="9522" y="84427"/>
                  </a:lnTo>
                  <a:lnTo>
                    <a:pt x="8938" y="83930"/>
                  </a:lnTo>
                  <a:lnTo>
                    <a:pt x="8373" y="83407"/>
                  </a:lnTo>
                  <a:lnTo>
                    <a:pt x="7827" y="82858"/>
                  </a:lnTo>
                  <a:lnTo>
                    <a:pt x="7299" y="82283"/>
                  </a:lnTo>
                  <a:lnTo>
                    <a:pt x="6789" y="81682"/>
                  </a:lnTo>
                  <a:lnTo>
                    <a:pt x="6298" y="81056"/>
                  </a:lnTo>
                  <a:lnTo>
                    <a:pt x="5826" y="80403"/>
                  </a:lnTo>
                  <a:lnTo>
                    <a:pt x="5372" y="79724"/>
                  </a:lnTo>
                  <a:lnTo>
                    <a:pt x="4936" y="79018"/>
                  </a:lnTo>
                  <a:lnTo>
                    <a:pt x="4517" y="78284"/>
                  </a:lnTo>
                  <a:lnTo>
                    <a:pt x="4116" y="77521"/>
                  </a:lnTo>
                  <a:lnTo>
                    <a:pt x="3732" y="76730"/>
                  </a:lnTo>
                  <a:lnTo>
                    <a:pt x="3365" y="75911"/>
                  </a:lnTo>
                  <a:lnTo>
                    <a:pt x="3016" y="75063"/>
                  </a:lnTo>
                  <a:lnTo>
                    <a:pt x="2683" y="74187"/>
                  </a:lnTo>
                  <a:lnTo>
                    <a:pt x="2368" y="73282"/>
                  </a:lnTo>
                  <a:lnTo>
                    <a:pt x="2071" y="72349"/>
                  </a:lnTo>
                  <a:lnTo>
                    <a:pt x="1790" y="71387"/>
                  </a:lnTo>
                  <a:lnTo>
                    <a:pt x="12412" y="69720"/>
                  </a:lnTo>
                  <a:lnTo>
                    <a:pt x="12777" y="70814"/>
                  </a:lnTo>
                  <a:lnTo>
                    <a:pt x="13180" y="71849"/>
                  </a:lnTo>
                  <a:lnTo>
                    <a:pt x="13622" y="72825"/>
                  </a:lnTo>
                  <a:lnTo>
                    <a:pt x="14102" y="73741"/>
                  </a:lnTo>
                  <a:lnTo>
                    <a:pt x="14620" y="74599"/>
                  </a:lnTo>
                  <a:lnTo>
                    <a:pt x="15176" y="75396"/>
                  </a:lnTo>
                  <a:lnTo>
                    <a:pt x="15771" y="76135"/>
                  </a:lnTo>
                  <a:lnTo>
                    <a:pt x="16404" y="76814"/>
                  </a:lnTo>
                  <a:lnTo>
                    <a:pt x="17075" y="77434"/>
                  </a:lnTo>
                  <a:lnTo>
                    <a:pt x="17785" y="77995"/>
                  </a:lnTo>
                  <a:lnTo>
                    <a:pt x="18545" y="78488"/>
                  </a:lnTo>
                  <a:lnTo>
                    <a:pt x="19343" y="78929"/>
                  </a:lnTo>
                  <a:lnTo>
                    <a:pt x="20180" y="79318"/>
                  </a:lnTo>
                  <a:lnTo>
                    <a:pt x="21055" y="79655"/>
                  </a:lnTo>
                  <a:lnTo>
                    <a:pt x="21969" y="79940"/>
                  </a:lnTo>
                  <a:lnTo>
                    <a:pt x="22920" y="80174"/>
                  </a:lnTo>
                  <a:lnTo>
                    <a:pt x="23910" y="80355"/>
                  </a:lnTo>
                  <a:lnTo>
                    <a:pt x="24938" y="80485"/>
                  </a:lnTo>
                  <a:lnTo>
                    <a:pt x="26005" y="80563"/>
                  </a:lnTo>
                  <a:lnTo>
                    <a:pt x="27110" y="80589"/>
                  </a:lnTo>
                  <a:lnTo>
                    <a:pt x="28003" y="80568"/>
                  </a:lnTo>
                  <a:lnTo>
                    <a:pt x="28881" y="80505"/>
                  </a:lnTo>
                  <a:lnTo>
                    <a:pt x="29742" y="80400"/>
                  </a:lnTo>
                  <a:lnTo>
                    <a:pt x="30588" y="80253"/>
                  </a:lnTo>
                  <a:lnTo>
                    <a:pt x="31417" y="80064"/>
                  </a:lnTo>
                  <a:lnTo>
                    <a:pt x="32230" y="79833"/>
                  </a:lnTo>
                  <a:lnTo>
                    <a:pt x="33027" y="79560"/>
                  </a:lnTo>
                  <a:lnTo>
                    <a:pt x="33809" y="79245"/>
                  </a:lnTo>
                  <a:lnTo>
                    <a:pt x="34574" y="78888"/>
                  </a:lnTo>
                  <a:lnTo>
                    <a:pt x="35323" y="78489"/>
                  </a:lnTo>
                  <a:lnTo>
                    <a:pt x="36065" y="78036"/>
                  </a:lnTo>
                  <a:lnTo>
                    <a:pt x="36783" y="77540"/>
                  </a:lnTo>
                  <a:lnTo>
                    <a:pt x="37477" y="77003"/>
                  </a:lnTo>
                  <a:lnTo>
                    <a:pt x="38149" y="76424"/>
                  </a:lnTo>
                  <a:lnTo>
                    <a:pt x="38797" y="75803"/>
                  </a:lnTo>
                  <a:lnTo>
                    <a:pt x="39421" y="75139"/>
                  </a:lnTo>
                  <a:lnTo>
                    <a:pt x="40022" y="74434"/>
                  </a:lnTo>
                  <a:lnTo>
                    <a:pt x="40599" y="73687"/>
                  </a:lnTo>
                  <a:lnTo>
                    <a:pt x="41153" y="72898"/>
                  </a:lnTo>
                  <a:lnTo>
                    <a:pt x="41684" y="72067"/>
                  </a:lnTo>
                  <a:lnTo>
                    <a:pt x="42203" y="71193"/>
                  </a:lnTo>
                  <a:lnTo>
                    <a:pt x="42699" y="70276"/>
                  </a:lnTo>
                  <a:lnTo>
                    <a:pt x="43171" y="69315"/>
                  </a:lnTo>
                  <a:lnTo>
                    <a:pt x="43620" y="68312"/>
                  </a:lnTo>
                  <a:lnTo>
                    <a:pt x="44046" y="67265"/>
                  </a:lnTo>
                  <a:lnTo>
                    <a:pt x="44448" y="66175"/>
                  </a:lnTo>
                  <a:lnTo>
                    <a:pt x="44826" y="65042"/>
                  </a:lnTo>
                  <a:lnTo>
                    <a:pt x="45181" y="63866"/>
                  </a:lnTo>
                  <a:lnTo>
                    <a:pt x="45513" y="62646"/>
                  </a:lnTo>
                  <a:lnTo>
                    <a:pt x="45821" y="61383"/>
                  </a:lnTo>
                  <a:lnTo>
                    <a:pt x="46104" y="60076"/>
                  </a:lnTo>
                  <a:lnTo>
                    <a:pt x="46360" y="58725"/>
                  </a:lnTo>
                  <a:lnTo>
                    <a:pt x="46588" y="57330"/>
                  </a:lnTo>
                  <a:lnTo>
                    <a:pt x="46789" y="55889"/>
                  </a:lnTo>
                  <a:lnTo>
                    <a:pt x="46964" y="54405"/>
                  </a:lnTo>
                  <a:lnTo>
                    <a:pt x="47111" y="52876"/>
                  </a:lnTo>
                  <a:lnTo>
                    <a:pt x="47230" y="51302"/>
                  </a:lnTo>
                  <a:lnTo>
                    <a:pt x="47323" y="49684"/>
                  </a:lnTo>
                  <a:lnTo>
                    <a:pt x="47388" y="48022"/>
                  </a:lnTo>
                  <a:lnTo>
                    <a:pt x="47427" y="46315"/>
                  </a:lnTo>
                  <a:lnTo>
                    <a:pt x="47157" y="46889"/>
                  </a:lnTo>
                  <a:lnTo>
                    <a:pt x="46868" y="47451"/>
                  </a:lnTo>
                  <a:lnTo>
                    <a:pt x="46560" y="48001"/>
                  </a:lnTo>
                  <a:lnTo>
                    <a:pt x="46231" y="48538"/>
                  </a:lnTo>
                  <a:lnTo>
                    <a:pt x="45883" y="49063"/>
                  </a:lnTo>
                  <a:lnTo>
                    <a:pt x="45515" y="49576"/>
                  </a:lnTo>
                  <a:lnTo>
                    <a:pt x="45127" y="50076"/>
                  </a:lnTo>
                  <a:lnTo>
                    <a:pt x="44719" y="50564"/>
                  </a:lnTo>
                  <a:lnTo>
                    <a:pt x="44292" y="51039"/>
                  </a:lnTo>
                  <a:lnTo>
                    <a:pt x="43845" y="51502"/>
                  </a:lnTo>
                  <a:lnTo>
                    <a:pt x="43394" y="51953"/>
                  </a:lnTo>
                  <a:lnTo>
                    <a:pt x="42929" y="52389"/>
                  </a:lnTo>
                  <a:lnTo>
                    <a:pt x="42450" y="52812"/>
                  </a:lnTo>
                  <a:lnTo>
                    <a:pt x="41958" y="53222"/>
                  </a:lnTo>
                  <a:lnTo>
                    <a:pt x="41452" y="53618"/>
                  </a:lnTo>
                  <a:lnTo>
                    <a:pt x="40933" y="54000"/>
                  </a:lnTo>
                  <a:lnTo>
                    <a:pt x="40400" y="54368"/>
                  </a:lnTo>
                  <a:lnTo>
                    <a:pt x="39853" y="54724"/>
                  </a:lnTo>
                  <a:lnTo>
                    <a:pt x="39293" y="55065"/>
                  </a:lnTo>
                  <a:lnTo>
                    <a:pt x="38719" y="55393"/>
                  </a:lnTo>
                  <a:lnTo>
                    <a:pt x="38146" y="55695"/>
                  </a:lnTo>
                  <a:lnTo>
                    <a:pt x="37563" y="55983"/>
                  </a:lnTo>
                  <a:lnTo>
                    <a:pt x="36970" y="56258"/>
                  </a:lnTo>
                  <a:lnTo>
                    <a:pt x="36368" y="56519"/>
                  </a:lnTo>
                  <a:lnTo>
                    <a:pt x="35755" y="56767"/>
                  </a:lnTo>
                  <a:lnTo>
                    <a:pt x="35133" y="57001"/>
                  </a:lnTo>
                  <a:lnTo>
                    <a:pt x="34500" y="57222"/>
                  </a:lnTo>
                  <a:lnTo>
                    <a:pt x="33858" y="57428"/>
                  </a:lnTo>
                  <a:lnTo>
                    <a:pt x="33206" y="57622"/>
                  </a:lnTo>
                  <a:lnTo>
                    <a:pt x="32544" y="57801"/>
                  </a:lnTo>
                  <a:lnTo>
                    <a:pt x="31876" y="57954"/>
                  </a:lnTo>
                  <a:lnTo>
                    <a:pt x="31208" y="58090"/>
                  </a:lnTo>
                  <a:lnTo>
                    <a:pt x="30538" y="58211"/>
                  </a:lnTo>
                  <a:lnTo>
                    <a:pt x="29866" y="58315"/>
                  </a:lnTo>
                  <a:lnTo>
                    <a:pt x="29194" y="58403"/>
                  </a:lnTo>
                  <a:lnTo>
                    <a:pt x="28520" y="58476"/>
                  </a:lnTo>
                  <a:lnTo>
                    <a:pt x="27845" y="58532"/>
                  </a:lnTo>
                  <a:lnTo>
                    <a:pt x="27169" y="58572"/>
                  </a:lnTo>
                  <a:lnTo>
                    <a:pt x="26491" y="58596"/>
                  </a:lnTo>
                  <a:lnTo>
                    <a:pt x="25813" y="58604"/>
                  </a:lnTo>
                  <a:lnTo>
                    <a:pt x="24638" y="58583"/>
                  </a:lnTo>
                  <a:lnTo>
                    <a:pt x="23486" y="58520"/>
                  </a:lnTo>
                  <a:lnTo>
                    <a:pt x="22356" y="58415"/>
                  </a:lnTo>
                  <a:lnTo>
                    <a:pt x="21248" y="58268"/>
                  </a:lnTo>
                  <a:lnTo>
                    <a:pt x="20162" y="58079"/>
                  </a:lnTo>
                  <a:lnTo>
                    <a:pt x="19099" y="57848"/>
                  </a:lnTo>
                  <a:lnTo>
                    <a:pt x="18058" y="57575"/>
                  </a:lnTo>
                  <a:lnTo>
                    <a:pt x="17039" y="57260"/>
                  </a:lnTo>
                  <a:lnTo>
                    <a:pt x="16042" y="56903"/>
                  </a:lnTo>
                  <a:lnTo>
                    <a:pt x="15068" y="56505"/>
                  </a:lnTo>
                  <a:lnTo>
                    <a:pt x="14131" y="56056"/>
                  </a:lnTo>
                  <a:lnTo>
                    <a:pt x="13222" y="55573"/>
                  </a:lnTo>
                  <a:lnTo>
                    <a:pt x="12342" y="55058"/>
                  </a:lnTo>
                  <a:lnTo>
                    <a:pt x="11491" y="54509"/>
                  </a:lnTo>
                  <a:lnTo>
                    <a:pt x="10668" y="53926"/>
                  </a:lnTo>
                  <a:lnTo>
                    <a:pt x="9873" y="53311"/>
                  </a:lnTo>
                  <a:lnTo>
                    <a:pt x="9106" y="52662"/>
                  </a:lnTo>
                  <a:lnTo>
                    <a:pt x="8368" y="51979"/>
                  </a:lnTo>
                  <a:lnTo>
                    <a:pt x="7659" y="51263"/>
                  </a:lnTo>
                  <a:lnTo>
                    <a:pt x="6978" y="50514"/>
                  </a:lnTo>
                  <a:lnTo>
                    <a:pt x="6326" y="49733"/>
                  </a:lnTo>
                  <a:lnTo>
                    <a:pt x="5703" y="48921"/>
                  </a:lnTo>
                  <a:lnTo>
                    <a:pt x="5110" y="48078"/>
                  </a:lnTo>
                  <a:lnTo>
                    <a:pt x="4547" y="47204"/>
                  </a:lnTo>
                  <a:lnTo>
                    <a:pt x="4014" y="46300"/>
                  </a:lnTo>
                  <a:lnTo>
                    <a:pt x="3510" y="45364"/>
                  </a:lnTo>
                  <a:lnTo>
                    <a:pt x="3035" y="44398"/>
                  </a:lnTo>
                  <a:lnTo>
                    <a:pt x="2591" y="43400"/>
                  </a:lnTo>
                  <a:lnTo>
                    <a:pt x="2176" y="42372"/>
                  </a:lnTo>
                  <a:lnTo>
                    <a:pt x="1790" y="41313"/>
                  </a:lnTo>
                  <a:lnTo>
                    <a:pt x="1450" y="40214"/>
                  </a:lnTo>
                  <a:lnTo>
                    <a:pt x="1146" y="39092"/>
                  </a:lnTo>
                  <a:lnTo>
                    <a:pt x="877" y="37947"/>
                  </a:lnTo>
                  <a:lnTo>
                    <a:pt x="644" y="36778"/>
                  </a:lnTo>
                  <a:lnTo>
                    <a:pt x="447" y="35585"/>
                  </a:lnTo>
                  <a:lnTo>
                    <a:pt x="286" y="34369"/>
                  </a:lnTo>
                  <a:lnTo>
                    <a:pt x="161" y="33130"/>
                  </a:lnTo>
                  <a:lnTo>
                    <a:pt x="71" y="31867"/>
                  </a:lnTo>
                  <a:lnTo>
                    <a:pt x="17" y="30581"/>
                  </a:lnTo>
                  <a:lnTo>
                    <a:pt x="0" y="29271"/>
                  </a:lnTo>
                  <a:lnTo>
                    <a:pt x="19" y="27938"/>
                  </a:lnTo>
                  <a:lnTo>
                    <a:pt x="76" y="26630"/>
                  </a:lnTo>
                  <a:lnTo>
                    <a:pt x="172" y="25349"/>
                  </a:lnTo>
                  <a:lnTo>
                    <a:pt x="306" y="24093"/>
                  </a:lnTo>
                  <a:lnTo>
                    <a:pt x="478" y="22864"/>
                  </a:lnTo>
                  <a:lnTo>
                    <a:pt x="689" y="21660"/>
                  </a:lnTo>
                  <a:lnTo>
                    <a:pt x="938" y="20483"/>
                  </a:lnTo>
                  <a:lnTo>
                    <a:pt x="1225" y="19331"/>
                  </a:lnTo>
                  <a:lnTo>
                    <a:pt x="1550" y="18205"/>
                  </a:lnTo>
                  <a:lnTo>
                    <a:pt x="1914" y="17105"/>
                  </a:lnTo>
                  <a:lnTo>
                    <a:pt x="2326" y="16035"/>
                  </a:lnTo>
                  <a:lnTo>
                    <a:pt x="2773" y="14998"/>
                  </a:lnTo>
                  <a:lnTo>
                    <a:pt x="3255" y="13995"/>
                  </a:lnTo>
                  <a:lnTo>
                    <a:pt x="3771" y="13025"/>
                  </a:lnTo>
                  <a:lnTo>
                    <a:pt x="4322" y="12088"/>
                  </a:lnTo>
                  <a:lnTo>
                    <a:pt x="4908" y="11184"/>
                  </a:lnTo>
                  <a:lnTo>
                    <a:pt x="5528" y="10314"/>
                  </a:lnTo>
                  <a:lnTo>
                    <a:pt x="6182" y="9478"/>
                  </a:lnTo>
                  <a:lnTo>
                    <a:pt x="6872" y="8674"/>
                  </a:lnTo>
                  <a:lnTo>
                    <a:pt x="7595" y="7904"/>
                  </a:lnTo>
                  <a:lnTo>
                    <a:pt x="8353" y="7156"/>
                  </a:lnTo>
                  <a:lnTo>
                    <a:pt x="9144" y="6444"/>
                  </a:lnTo>
                  <a:lnTo>
                    <a:pt x="9968" y="5768"/>
                  </a:lnTo>
                  <a:lnTo>
                    <a:pt x="10826" y="5128"/>
                  </a:lnTo>
                  <a:lnTo>
                    <a:pt x="11717" y="4523"/>
                  </a:lnTo>
                  <a:lnTo>
                    <a:pt x="12642" y="3954"/>
                  </a:lnTo>
                  <a:lnTo>
                    <a:pt x="13600" y="3421"/>
                  </a:lnTo>
                  <a:lnTo>
                    <a:pt x="14591" y="2924"/>
                  </a:lnTo>
                  <a:lnTo>
                    <a:pt x="15615" y="2463"/>
                  </a:lnTo>
                  <a:lnTo>
                    <a:pt x="16673" y="2037"/>
                  </a:lnTo>
                  <a:lnTo>
                    <a:pt x="17774" y="1650"/>
                  </a:lnTo>
                  <a:lnTo>
                    <a:pt x="18904" y="1304"/>
                  </a:lnTo>
                  <a:lnTo>
                    <a:pt x="20062" y="998"/>
                  </a:lnTo>
                  <a:lnTo>
                    <a:pt x="21248" y="733"/>
                  </a:lnTo>
                  <a:lnTo>
                    <a:pt x="22463" y="509"/>
                  </a:lnTo>
                  <a:lnTo>
                    <a:pt x="23706" y="326"/>
                  </a:lnTo>
                  <a:lnTo>
                    <a:pt x="24977" y="183"/>
                  </a:lnTo>
                  <a:lnTo>
                    <a:pt x="26277" y="81"/>
                  </a:lnTo>
                  <a:lnTo>
                    <a:pt x="27605" y="20"/>
                  </a:lnTo>
                  <a:lnTo>
                    <a:pt x="28962" y="0"/>
                  </a:lnTo>
                  <a:lnTo>
                    <a:pt x="31794" y="107"/>
                  </a:lnTo>
                  <a:lnTo>
                    <a:pt x="34485" y="429"/>
                  </a:lnTo>
                  <a:lnTo>
                    <a:pt x="37036" y="967"/>
                  </a:lnTo>
                  <a:lnTo>
                    <a:pt x="39446" y="1719"/>
                  </a:lnTo>
                  <a:lnTo>
                    <a:pt x="41714" y="2686"/>
                  </a:lnTo>
                  <a:lnTo>
                    <a:pt x="43842" y="3868"/>
                  </a:lnTo>
                  <a:lnTo>
                    <a:pt x="45830" y="5265"/>
                  </a:lnTo>
                  <a:lnTo>
                    <a:pt x="47676" y="6876"/>
                  </a:lnTo>
                  <a:lnTo>
                    <a:pt x="49382" y="8703"/>
                  </a:lnTo>
                  <a:lnTo>
                    <a:pt x="50947" y="10745"/>
                  </a:lnTo>
                  <a:lnTo>
                    <a:pt x="52366" y="13002"/>
                  </a:lnTo>
                  <a:lnTo>
                    <a:pt x="53637" y="15475"/>
                  </a:lnTo>
                  <a:lnTo>
                    <a:pt x="54758" y="18164"/>
                  </a:lnTo>
                  <a:lnTo>
                    <a:pt x="55729" y="21070"/>
                  </a:lnTo>
                  <a:lnTo>
                    <a:pt x="56551" y="24192"/>
                  </a:lnTo>
                  <a:lnTo>
                    <a:pt x="57223" y="27530"/>
                  </a:lnTo>
                  <a:lnTo>
                    <a:pt x="57746" y="31083"/>
                  </a:lnTo>
                  <a:lnTo>
                    <a:pt x="58120" y="34854"/>
                  </a:lnTo>
                  <a:lnTo>
                    <a:pt x="58344" y="38840"/>
                  </a:lnTo>
                  <a:close/>
                  <a:moveTo>
                    <a:pt x="46315" y="32297"/>
                  </a:moveTo>
                  <a:lnTo>
                    <a:pt x="46303" y="31339"/>
                  </a:lnTo>
                  <a:lnTo>
                    <a:pt x="46268" y="30392"/>
                  </a:lnTo>
                  <a:lnTo>
                    <a:pt x="46210" y="29457"/>
                  </a:lnTo>
                  <a:lnTo>
                    <a:pt x="46127" y="28532"/>
                  </a:lnTo>
                  <a:lnTo>
                    <a:pt x="46022" y="27619"/>
                  </a:lnTo>
                  <a:lnTo>
                    <a:pt x="45893" y="26717"/>
                  </a:lnTo>
                  <a:lnTo>
                    <a:pt x="45740" y="25826"/>
                  </a:lnTo>
                  <a:lnTo>
                    <a:pt x="45564" y="24946"/>
                  </a:lnTo>
                  <a:lnTo>
                    <a:pt x="45365" y="24077"/>
                  </a:lnTo>
                  <a:lnTo>
                    <a:pt x="45142" y="23219"/>
                  </a:lnTo>
                  <a:lnTo>
                    <a:pt x="44908" y="22378"/>
                  </a:lnTo>
                  <a:lnTo>
                    <a:pt x="44650" y="21559"/>
                  </a:lnTo>
                  <a:lnTo>
                    <a:pt x="44369" y="20762"/>
                  </a:lnTo>
                  <a:lnTo>
                    <a:pt x="44065" y="19988"/>
                  </a:lnTo>
                  <a:lnTo>
                    <a:pt x="43737" y="19236"/>
                  </a:lnTo>
                  <a:lnTo>
                    <a:pt x="43385" y="18506"/>
                  </a:lnTo>
                  <a:lnTo>
                    <a:pt x="43011" y="17798"/>
                  </a:lnTo>
                  <a:lnTo>
                    <a:pt x="42612" y="17113"/>
                  </a:lnTo>
                  <a:lnTo>
                    <a:pt x="42191" y="16450"/>
                  </a:lnTo>
                  <a:lnTo>
                    <a:pt x="41745" y="15809"/>
                  </a:lnTo>
                  <a:lnTo>
                    <a:pt x="41290" y="15192"/>
                  </a:lnTo>
                  <a:lnTo>
                    <a:pt x="40812" y="14603"/>
                  </a:lnTo>
                  <a:lnTo>
                    <a:pt x="40311" y="14041"/>
                  </a:lnTo>
                  <a:lnTo>
                    <a:pt x="39789" y="13506"/>
                  </a:lnTo>
                  <a:lnTo>
                    <a:pt x="39244" y="12999"/>
                  </a:lnTo>
                  <a:lnTo>
                    <a:pt x="38677" y="12518"/>
                  </a:lnTo>
                  <a:lnTo>
                    <a:pt x="38088" y="12065"/>
                  </a:lnTo>
                  <a:lnTo>
                    <a:pt x="37477" y="11639"/>
                  </a:lnTo>
                  <a:lnTo>
                    <a:pt x="36843" y="11240"/>
                  </a:lnTo>
                  <a:lnTo>
                    <a:pt x="36187" y="10868"/>
                  </a:lnTo>
                  <a:lnTo>
                    <a:pt x="35522" y="10516"/>
                  </a:lnTo>
                  <a:lnTo>
                    <a:pt x="34836" y="10201"/>
                  </a:lnTo>
                  <a:lnTo>
                    <a:pt x="34129" y="9923"/>
                  </a:lnTo>
                  <a:lnTo>
                    <a:pt x="33401" y="9683"/>
                  </a:lnTo>
                  <a:lnTo>
                    <a:pt x="32652" y="9479"/>
                  </a:lnTo>
                  <a:lnTo>
                    <a:pt x="31882" y="9312"/>
                  </a:lnTo>
                  <a:lnTo>
                    <a:pt x="31091" y="9182"/>
                  </a:lnTo>
                  <a:lnTo>
                    <a:pt x="30279" y="9090"/>
                  </a:lnTo>
                  <a:lnTo>
                    <a:pt x="29446" y="9034"/>
                  </a:lnTo>
                  <a:lnTo>
                    <a:pt x="28592" y="9016"/>
                  </a:lnTo>
                  <a:lnTo>
                    <a:pt x="27797" y="9030"/>
                  </a:lnTo>
                  <a:lnTo>
                    <a:pt x="27018" y="9072"/>
                  </a:lnTo>
                  <a:lnTo>
                    <a:pt x="26256" y="9143"/>
                  </a:lnTo>
                  <a:lnTo>
                    <a:pt x="25509" y="9243"/>
                  </a:lnTo>
                  <a:lnTo>
                    <a:pt x="24778" y="9371"/>
                  </a:lnTo>
                  <a:lnTo>
                    <a:pt x="24064" y="9527"/>
                  </a:lnTo>
                  <a:lnTo>
                    <a:pt x="23365" y="9712"/>
                  </a:lnTo>
                  <a:lnTo>
                    <a:pt x="22683" y="9925"/>
                  </a:lnTo>
                  <a:lnTo>
                    <a:pt x="22017" y="10166"/>
                  </a:lnTo>
                  <a:lnTo>
                    <a:pt x="21366" y="10436"/>
                  </a:lnTo>
                  <a:lnTo>
                    <a:pt x="20734" y="10732"/>
                  </a:lnTo>
                  <a:lnTo>
                    <a:pt x="20121" y="11053"/>
                  </a:lnTo>
                  <a:lnTo>
                    <a:pt x="19529" y="11399"/>
                  </a:lnTo>
                  <a:lnTo>
                    <a:pt x="18956" y="11770"/>
                  </a:lnTo>
                  <a:lnTo>
                    <a:pt x="18402" y="12165"/>
                  </a:lnTo>
                  <a:lnTo>
                    <a:pt x="17869" y="12585"/>
                  </a:lnTo>
                  <a:lnTo>
                    <a:pt x="17355" y="13030"/>
                  </a:lnTo>
                  <a:lnTo>
                    <a:pt x="16861" y="13499"/>
                  </a:lnTo>
                  <a:lnTo>
                    <a:pt x="16387" y="13993"/>
                  </a:lnTo>
                  <a:lnTo>
                    <a:pt x="15932" y="14512"/>
                  </a:lnTo>
                  <a:lnTo>
                    <a:pt x="15497" y="15042"/>
                  </a:lnTo>
                  <a:lnTo>
                    <a:pt x="15082" y="15596"/>
                  </a:lnTo>
                  <a:lnTo>
                    <a:pt x="14687" y="16174"/>
                  </a:lnTo>
                  <a:lnTo>
                    <a:pt x="14312" y="16774"/>
                  </a:lnTo>
                  <a:lnTo>
                    <a:pt x="13956" y="17399"/>
                  </a:lnTo>
                  <a:lnTo>
                    <a:pt x="13620" y="18047"/>
                  </a:lnTo>
                  <a:lnTo>
                    <a:pt x="13304" y="18718"/>
                  </a:lnTo>
                  <a:lnTo>
                    <a:pt x="13007" y="19413"/>
                  </a:lnTo>
                  <a:lnTo>
                    <a:pt x="12731" y="20131"/>
                  </a:lnTo>
                  <a:lnTo>
                    <a:pt x="12474" y="20872"/>
                  </a:lnTo>
                  <a:lnTo>
                    <a:pt x="12251" y="21634"/>
                  </a:lnTo>
                  <a:lnTo>
                    <a:pt x="12051" y="22414"/>
                  </a:lnTo>
                  <a:lnTo>
                    <a:pt x="11875" y="23210"/>
                  </a:lnTo>
                  <a:lnTo>
                    <a:pt x="11723" y="24024"/>
                  </a:lnTo>
                  <a:lnTo>
                    <a:pt x="11594" y="24856"/>
                  </a:lnTo>
                  <a:lnTo>
                    <a:pt x="11488" y="25704"/>
                  </a:lnTo>
                  <a:lnTo>
                    <a:pt x="11406" y="26570"/>
                  </a:lnTo>
                  <a:lnTo>
                    <a:pt x="11347" y="27453"/>
                  </a:lnTo>
                  <a:lnTo>
                    <a:pt x="11312" y="28353"/>
                  </a:lnTo>
                  <a:lnTo>
                    <a:pt x="11301" y="29271"/>
                  </a:lnTo>
                  <a:lnTo>
                    <a:pt x="11311" y="30142"/>
                  </a:lnTo>
                  <a:lnTo>
                    <a:pt x="11343" y="31000"/>
                  </a:lnTo>
                  <a:lnTo>
                    <a:pt x="11395" y="31846"/>
                  </a:lnTo>
                  <a:lnTo>
                    <a:pt x="11468" y="32680"/>
                  </a:lnTo>
                  <a:lnTo>
                    <a:pt x="11563" y="33501"/>
                  </a:lnTo>
                  <a:lnTo>
                    <a:pt x="11678" y="34310"/>
                  </a:lnTo>
                  <a:lnTo>
                    <a:pt x="11815" y="35107"/>
                  </a:lnTo>
                  <a:lnTo>
                    <a:pt x="11972" y="35891"/>
                  </a:lnTo>
                  <a:lnTo>
                    <a:pt x="12151" y="36663"/>
                  </a:lnTo>
                  <a:lnTo>
                    <a:pt x="12350" y="37423"/>
                  </a:lnTo>
                  <a:lnTo>
                    <a:pt x="12583" y="38166"/>
                  </a:lnTo>
                  <a:lnTo>
                    <a:pt x="12837" y="38890"/>
                  </a:lnTo>
                  <a:lnTo>
                    <a:pt x="13112" y="39594"/>
                  </a:lnTo>
                  <a:lnTo>
                    <a:pt x="13408" y="40278"/>
                  </a:lnTo>
                  <a:lnTo>
                    <a:pt x="13724" y="40943"/>
                  </a:lnTo>
                  <a:lnTo>
                    <a:pt x="14062" y="41587"/>
                  </a:lnTo>
                  <a:lnTo>
                    <a:pt x="14421" y="42212"/>
                  </a:lnTo>
                  <a:lnTo>
                    <a:pt x="14801" y="42817"/>
                  </a:lnTo>
                  <a:lnTo>
                    <a:pt x="15202" y="43403"/>
                  </a:lnTo>
                  <a:lnTo>
                    <a:pt x="15623" y="43968"/>
                  </a:lnTo>
                  <a:lnTo>
                    <a:pt x="16066" y="44501"/>
                  </a:lnTo>
                  <a:lnTo>
                    <a:pt x="16530" y="45011"/>
                  </a:lnTo>
                  <a:lnTo>
                    <a:pt x="17015" y="45499"/>
                  </a:lnTo>
                  <a:lnTo>
                    <a:pt x="17520" y="45964"/>
                  </a:lnTo>
                  <a:lnTo>
                    <a:pt x="18047" y="46408"/>
                  </a:lnTo>
                  <a:lnTo>
                    <a:pt x="18595" y="46829"/>
                  </a:lnTo>
                  <a:lnTo>
                    <a:pt x="19164" y="47228"/>
                  </a:lnTo>
                  <a:lnTo>
                    <a:pt x="19753" y="47605"/>
                  </a:lnTo>
                  <a:lnTo>
                    <a:pt x="20364" y="47959"/>
                  </a:lnTo>
                  <a:lnTo>
                    <a:pt x="20996" y="48291"/>
                  </a:lnTo>
                  <a:lnTo>
                    <a:pt x="21649" y="48585"/>
                  </a:lnTo>
                  <a:lnTo>
                    <a:pt x="22322" y="48847"/>
                  </a:lnTo>
                  <a:lnTo>
                    <a:pt x="23017" y="49079"/>
                  </a:lnTo>
                  <a:lnTo>
                    <a:pt x="23733" y="49279"/>
                  </a:lnTo>
                  <a:lnTo>
                    <a:pt x="24470" y="49449"/>
                  </a:lnTo>
                  <a:lnTo>
                    <a:pt x="25227" y="49588"/>
                  </a:lnTo>
                  <a:lnTo>
                    <a:pt x="26006" y="49696"/>
                  </a:lnTo>
                  <a:lnTo>
                    <a:pt x="26806" y="49773"/>
                  </a:lnTo>
                  <a:lnTo>
                    <a:pt x="27626" y="49820"/>
                  </a:lnTo>
                  <a:lnTo>
                    <a:pt x="28468" y="49835"/>
                  </a:lnTo>
                  <a:lnTo>
                    <a:pt x="29086" y="49825"/>
                  </a:lnTo>
                  <a:lnTo>
                    <a:pt x="29706" y="49793"/>
                  </a:lnTo>
                  <a:lnTo>
                    <a:pt x="30326" y="49741"/>
                  </a:lnTo>
                  <a:lnTo>
                    <a:pt x="30948" y="49667"/>
                  </a:lnTo>
                  <a:lnTo>
                    <a:pt x="31571" y="49573"/>
                  </a:lnTo>
                  <a:lnTo>
                    <a:pt x="32196" y="49457"/>
                  </a:lnTo>
                  <a:lnTo>
                    <a:pt x="32821" y="49321"/>
                  </a:lnTo>
                  <a:lnTo>
                    <a:pt x="33448" y="49163"/>
                  </a:lnTo>
                  <a:lnTo>
                    <a:pt x="34076" y="48985"/>
                  </a:lnTo>
                  <a:lnTo>
                    <a:pt x="34705" y="48785"/>
                  </a:lnTo>
                  <a:lnTo>
                    <a:pt x="35341" y="48564"/>
                  </a:lnTo>
                  <a:lnTo>
                    <a:pt x="35963" y="48321"/>
                  </a:lnTo>
                  <a:lnTo>
                    <a:pt x="36571" y="48055"/>
                  </a:lnTo>
                  <a:lnTo>
                    <a:pt x="37166" y="47768"/>
                  </a:lnTo>
                  <a:lnTo>
                    <a:pt x="37747" y="47458"/>
                  </a:lnTo>
                  <a:lnTo>
                    <a:pt x="38314" y="47125"/>
                  </a:lnTo>
                  <a:lnTo>
                    <a:pt x="38868" y="46771"/>
                  </a:lnTo>
                  <a:lnTo>
                    <a:pt x="39409" y="46394"/>
                  </a:lnTo>
                  <a:lnTo>
                    <a:pt x="39935" y="45995"/>
                  </a:lnTo>
                  <a:lnTo>
                    <a:pt x="40448" y="45574"/>
                  </a:lnTo>
                  <a:lnTo>
                    <a:pt x="40957" y="45131"/>
                  </a:lnTo>
                  <a:lnTo>
                    <a:pt x="41446" y="44665"/>
                  </a:lnTo>
                  <a:lnTo>
                    <a:pt x="41916" y="44177"/>
                  </a:lnTo>
                  <a:lnTo>
                    <a:pt x="42365" y="43667"/>
                  </a:lnTo>
                  <a:lnTo>
                    <a:pt x="42795" y="43135"/>
                  </a:lnTo>
                  <a:lnTo>
                    <a:pt x="43205" y="42580"/>
                  </a:lnTo>
                  <a:lnTo>
                    <a:pt x="43595" y="42003"/>
                  </a:lnTo>
                  <a:lnTo>
                    <a:pt x="43966" y="41404"/>
                  </a:lnTo>
                  <a:lnTo>
                    <a:pt x="44317" y="40783"/>
                  </a:lnTo>
                  <a:lnTo>
                    <a:pt x="44648" y="40140"/>
                  </a:lnTo>
                  <a:lnTo>
                    <a:pt x="44965" y="39461"/>
                  </a:lnTo>
                  <a:lnTo>
                    <a:pt x="45248" y="38759"/>
                  </a:lnTo>
                  <a:lnTo>
                    <a:pt x="45498" y="38033"/>
                  </a:lnTo>
                  <a:lnTo>
                    <a:pt x="45715" y="37284"/>
                  </a:lnTo>
                  <a:lnTo>
                    <a:pt x="45898" y="36512"/>
                  </a:lnTo>
                  <a:lnTo>
                    <a:pt x="46048" y="35716"/>
                  </a:lnTo>
                  <a:lnTo>
                    <a:pt x="46165" y="34896"/>
                  </a:lnTo>
                  <a:lnTo>
                    <a:pt x="46248" y="34053"/>
                  </a:lnTo>
                  <a:lnTo>
                    <a:pt x="46298" y="331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6886892" y="3224351"/>
              <a:ext cx="57493" cy="87011"/>
            </a:xfrm>
            <a:custGeom>
              <a:avLst/>
              <a:pathLst>
                <a:path w="57493" h="87011">
                  <a:moveTo>
                    <a:pt x="57493" y="9016"/>
                  </a:moveTo>
                  <a:lnTo>
                    <a:pt x="56194" y="11009"/>
                  </a:lnTo>
                  <a:lnTo>
                    <a:pt x="54916" y="12988"/>
                  </a:lnTo>
                  <a:lnTo>
                    <a:pt x="53660" y="14951"/>
                  </a:lnTo>
                  <a:lnTo>
                    <a:pt x="52424" y="16900"/>
                  </a:lnTo>
                  <a:lnTo>
                    <a:pt x="51209" y="18835"/>
                  </a:lnTo>
                  <a:lnTo>
                    <a:pt x="50015" y="20754"/>
                  </a:lnTo>
                  <a:lnTo>
                    <a:pt x="48843" y="22658"/>
                  </a:lnTo>
                  <a:lnTo>
                    <a:pt x="47691" y="24548"/>
                  </a:lnTo>
                  <a:lnTo>
                    <a:pt x="46560" y="26423"/>
                  </a:lnTo>
                  <a:lnTo>
                    <a:pt x="45451" y="28283"/>
                  </a:lnTo>
                  <a:lnTo>
                    <a:pt x="44367" y="30125"/>
                  </a:lnTo>
                  <a:lnTo>
                    <a:pt x="43314" y="31971"/>
                  </a:lnTo>
                  <a:lnTo>
                    <a:pt x="42292" y="33820"/>
                  </a:lnTo>
                  <a:lnTo>
                    <a:pt x="41301" y="35674"/>
                  </a:lnTo>
                  <a:lnTo>
                    <a:pt x="40340" y="37531"/>
                  </a:lnTo>
                  <a:lnTo>
                    <a:pt x="39411" y="39391"/>
                  </a:lnTo>
                  <a:lnTo>
                    <a:pt x="38512" y="41256"/>
                  </a:lnTo>
                  <a:lnTo>
                    <a:pt x="37645" y="43124"/>
                  </a:lnTo>
                  <a:lnTo>
                    <a:pt x="36808" y="44995"/>
                  </a:lnTo>
                  <a:lnTo>
                    <a:pt x="36002" y="46871"/>
                  </a:lnTo>
                  <a:lnTo>
                    <a:pt x="35229" y="48741"/>
                  </a:lnTo>
                  <a:lnTo>
                    <a:pt x="34490" y="50623"/>
                  </a:lnTo>
                  <a:lnTo>
                    <a:pt x="33786" y="52516"/>
                  </a:lnTo>
                  <a:lnTo>
                    <a:pt x="33117" y="54420"/>
                  </a:lnTo>
                  <a:lnTo>
                    <a:pt x="32482" y="56335"/>
                  </a:lnTo>
                  <a:lnTo>
                    <a:pt x="31882" y="58261"/>
                  </a:lnTo>
                  <a:lnTo>
                    <a:pt x="31316" y="60198"/>
                  </a:lnTo>
                  <a:lnTo>
                    <a:pt x="30785" y="62146"/>
                  </a:lnTo>
                  <a:lnTo>
                    <a:pt x="30289" y="64106"/>
                  </a:lnTo>
                  <a:lnTo>
                    <a:pt x="29827" y="66076"/>
                  </a:lnTo>
                  <a:lnTo>
                    <a:pt x="29416" y="68053"/>
                  </a:lnTo>
                  <a:lnTo>
                    <a:pt x="29049" y="70056"/>
                  </a:lnTo>
                  <a:lnTo>
                    <a:pt x="28724" y="72085"/>
                  </a:lnTo>
                  <a:lnTo>
                    <a:pt x="28443" y="74139"/>
                  </a:lnTo>
                  <a:lnTo>
                    <a:pt x="28206" y="76220"/>
                  </a:lnTo>
                  <a:lnTo>
                    <a:pt x="28011" y="78326"/>
                  </a:lnTo>
                  <a:lnTo>
                    <a:pt x="27860" y="80458"/>
                  </a:lnTo>
                  <a:lnTo>
                    <a:pt x="27752" y="82617"/>
                  </a:lnTo>
                  <a:lnTo>
                    <a:pt x="27687" y="84801"/>
                  </a:lnTo>
                  <a:lnTo>
                    <a:pt x="27665" y="87011"/>
                  </a:lnTo>
                  <a:lnTo>
                    <a:pt x="16056" y="87011"/>
                  </a:lnTo>
                  <a:lnTo>
                    <a:pt x="16080" y="84928"/>
                  </a:lnTo>
                  <a:lnTo>
                    <a:pt x="16154" y="82854"/>
                  </a:lnTo>
                  <a:lnTo>
                    <a:pt x="16278" y="80788"/>
                  </a:lnTo>
                  <a:lnTo>
                    <a:pt x="16451" y="78731"/>
                  </a:lnTo>
                  <a:lnTo>
                    <a:pt x="16673" y="76683"/>
                  </a:lnTo>
                  <a:lnTo>
                    <a:pt x="16945" y="74643"/>
                  </a:lnTo>
                  <a:lnTo>
                    <a:pt x="17266" y="72612"/>
                  </a:lnTo>
                  <a:lnTo>
                    <a:pt x="17636" y="70589"/>
                  </a:lnTo>
                  <a:lnTo>
                    <a:pt x="18056" y="68576"/>
                  </a:lnTo>
                  <a:lnTo>
                    <a:pt x="18526" y="66570"/>
                  </a:lnTo>
                  <a:lnTo>
                    <a:pt x="19037" y="64562"/>
                  </a:lnTo>
                  <a:lnTo>
                    <a:pt x="19583" y="62561"/>
                  </a:lnTo>
                  <a:lnTo>
                    <a:pt x="20163" y="60570"/>
                  </a:lnTo>
                  <a:lnTo>
                    <a:pt x="20779" y="58587"/>
                  </a:lnTo>
                  <a:lnTo>
                    <a:pt x="21428" y="56613"/>
                  </a:lnTo>
                  <a:lnTo>
                    <a:pt x="22112" y="54647"/>
                  </a:lnTo>
                  <a:lnTo>
                    <a:pt x="22831" y="52690"/>
                  </a:lnTo>
                  <a:lnTo>
                    <a:pt x="23585" y="50742"/>
                  </a:lnTo>
                  <a:lnTo>
                    <a:pt x="24373" y="48802"/>
                  </a:lnTo>
                  <a:lnTo>
                    <a:pt x="25195" y="46871"/>
                  </a:lnTo>
                  <a:lnTo>
                    <a:pt x="26049" y="44936"/>
                  </a:lnTo>
                  <a:lnTo>
                    <a:pt x="26929" y="43008"/>
                  </a:lnTo>
                  <a:lnTo>
                    <a:pt x="27837" y="41087"/>
                  </a:lnTo>
                  <a:lnTo>
                    <a:pt x="28772" y="39174"/>
                  </a:lnTo>
                  <a:lnTo>
                    <a:pt x="29734" y="37268"/>
                  </a:lnTo>
                  <a:lnTo>
                    <a:pt x="30723" y="35370"/>
                  </a:lnTo>
                  <a:lnTo>
                    <a:pt x="31740" y="33479"/>
                  </a:lnTo>
                  <a:lnTo>
                    <a:pt x="32784" y="31595"/>
                  </a:lnTo>
                  <a:lnTo>
                    <a:pt x="33854" y="29719"/>
                  </a:lnTo>
                  <a:lnTo>
                    <a:pt x="34952" y="27851"/>
                  </a:lnTo>
                  <a:lnTo>
                    <a:pt x="36071" y="25988"/>
                  </a:lnTo>
                  <a:lnTo>
                    <a:pt x="37203" y="24131"/>
                  </a:lnTo>
                  <a:lnTo>
                    <a:pt x="38348" y="22278"/>
                  </a:lnTo>
                  <a:lnTo>
                    <a:pt x="39507" y="20430"/>
                  </a:lnTo>
                  <a:lnTo>
                    <a:pt x="40680" y="18587"/>
                  </a:lnTo>
                  <a:lnTo>
                    <a:pt x="41866" y="16750"/>
                  </a:lnTo>
                  <a:lnTo>
                    <a:pt x="43066" y="14917"/>
                  </a:lnTo>
                  <a:lnTo>
                    <a:pt x="44280" y="13089"/>
                  </a:lnTo>
                  <a:lnTo>
                    <a:pt x="45507" y="11266"/>
                  </a:lnTo>
                  <a:lnTo>
                    <a:pt x="46747" y="9448"/>
                  </a:lnTo>
                  <a:lnTo>
                    <a:pt x="0" y="9448"/>
                  </a:lnTo>
                  <a:lnTo>
                    <a:pt x="0" y="0"/>
                  </a:lnTo>
                  <a:lnTo>
                    <a:pt x="5749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6956242" y="3223054"/>
              <a:ext cx="59345" cy="89543"/>
            </a:xfrm>
            <a:custGeom>
              <a:avLst/>
              <a:pathLst>
                <a:path w="59345" h="89543">
                  <a:moveTo>
                    <a:pt x="59345" y="64039"/>
                  </a:moveTo>
                  <a:lnTo>
                    <a:pt x="59327" y="65141"/>
                  </a:lnTo>
                  <a:lnTo>
                    <a:pt x="59274" y="66227"/>
                  </a:lnTo>
                  <a:lnTo>
                    <a:pt x="59184" y="67295"/>
                  </a:lnTo>
                  <a:lnTo>
                    <a:pt x="59059" y="68347"/>
                  </a:lnTo>
                  <a:lnTo>
                    <a:pt x="58898" y="69380"/>
                  </a:lnTo>
                  <a:lnTo>
                    <a:pt x="58701" y="70397"/>
                  </a:lnTo>
                  <a:lnTo>
                    <a:pt x="58468" y="71396"/>
                  </a:lnTo>
                  <a:lnTo>
                    <a:pt x="58199" y="72378"/>
                  </a:lnTo>
                  <a:lnTo>
                    <a:pt x="57895" y="73342"/>
                  </a:lnTo>
                  <a:lnTo>
                    <a:pt x="57554" y="74290"/>
                  </a:lnTo>
                  <a:lnTo>
                    <a:pt x="57189" y="75204"/>
                  </a:lnTo>
                  <a:lnTo>
                    <a:pt x="56786" y="76093"/>
                  </a:lnTo>
                  <a:lnTo>
                    <a:pt x="56345" y="76958"/>
                  </a:lnTo>
                  <a:lnTo>
                    <a:pt x="55865" y="77797"/>
                  </a:lnTo>
                  <a:lnTo>
                    <a:pt x="55347" y="78613"/>
                  </a:lnTo>
                  <a:lnTo>
                    <a:pt x="54790" y="79403"/>
                  </a:lnTo>
                  <a:lnTo>
                    <a:pt x="54196" y="80169"/>
                  </a:lnTo>
                  <a:lnTo>
                    <a:pt x="53563" y="80910"/>
                  </a:lnTo>
                  <a:lnTo>
                    <a:pt x="52891" y="81626"/>
                  </a:lnTo>
                  <a:lnTo>
                    <a:pt x="52182" y="82318"/>
                  </a:lnTo>
                  <a:lnTo>
                    <a:pt x="51445" y="82982"/>
                  </a:lnTo>
                  <a:lnTo>
                    <a:pt x="50668" y="83617"/>
                  </a:lnTo>
                  <a:lnTo>
                    <a:pt x="49849" y="84222"/>
                  </a:lnTo>
                  <a:lnTo>
                    <a:pt x="48990" y="84798"/>
                  </a:lnTo>
                  <a:lnTo>
                    <a:pt x="48091" y="85344"/>
                  </a:lnTo>
                  <a:lnTo>
                    <a:pt x="47150" y="85860"/>
                  </a:lnTo>
                  <a:lnTo>
                    <a:pt x="46169" y="86347"/>
                  </a:lnTo>
                  <a:lnTo>
                    <a:pt x="45147" y="86804"/>
                  </a:lnTo>
                  <a:lnTo>
                    <a:pt x="44084" y="87231"/>
                  </a:lnTo>
                  <a:lnTo>
                    <a:pt x="42980" y="87629"/>
                  </a:lnTo>
                  <a:lnTo>
                    <a:pt x="41836" y="87992"/>
                  </a:lnTo>
                  <a:lnTo>
                    <a:pt x="40651" y="88318"/>
                  </a:lnTo>
                  <a:lnTo>
                    <a:pt x="39425" y="88605"/>
                  </a:lnTo>
                  <a:lnTo>
                    <a:pt x="38159" y="88854"/>
                  </a:lnTo>
                  <a:lnTo>
                    <a:pt x="36851" y="89064"/>
                  </a:lnTo>
                  <a:lnTo>
                    <a:pt x="35503" y="89237"/>
                  </a:lnTo>
                  <a:lnTo>
                    <a:pt x="34114" y="89371"/>
                  </a:lnTo>
                  <a:lnTo>
                    <a:pt x="32685" y="89466"/>
                  </a:lnTo>
                  <a:lnTo>
                    <a:pt x="31214" y="89524"/>
                  </a:lnTo>
                  <a:lnTo>
                    <a:pt x="29703" y="89543"/>
                  </a:lnTo>
                  <a:lnTo>
                    <a:pt x="28192" y="89524"/>
                  </a:lnTo>
                  <a:lnTo>
                    <a:pt x="26722" y="89466"/>
                  </a:lnTo>
                  <a:lnTo>
                    <a:pt x="25292" y="89371"/>
                  </a:lnTo>
                  <a:lnTo>
                    <a:pt x="23903" y="89237"/>
                  </a:lnTo>
                  <a:lnTo>
                    <a:pt x="22555" y="89064"/>
                  </a:lnTo>
                  <a:lnTo>
                    <a:pt x="21248" y="88854"/>
                  </a:lnTo>
                  <a:lnTo>
                    <a:pt x="19981" y="88605"/>
                  </a:lnTo>
                  <a:lnTo>
                    <a:pt x="18755" y="88318"/>
                  </a:lnTo>
                  <a:lnTo>
                    <a:pt x="17570" y="87992"/>
                  </a:lnTo>
                  <a:lnTo>
                    <a:pt x="16426" y="87629"/>
                  </a:lnTo>
                  <a:lnTo>
                    <a:pt x="15333" y="87232"/>
                  </a:lnTo>
                  <a:lnTo>
                    <a:pt x="14277" y="86806"/>
                  </a:lnTo>
                  <a:lnTo>
                    <a:pt x="13258" y="86352"/>
                  </a:lnTo>
                  <a:lnTo>
                    <a:pt x="12276" y="85870"/>
                  </a:lnTo>
                  <a:lnTo>
                    <a:pt x="11331" y="85359"/>
                  </a:lnTo>
                  <a:lnTo>
                    <a:pt x="10424" y="84820"/>
                  </a:lnTo>
                  <a:lnTo>
                    <a:pt x="9553" y="84253"/>
                  </a:lnTo>
                  <a:lnTo>
                    <a:pt x="8719" y="83657"/>
                  </a:lnTo>
                  <a:lnTo>
                    <a:pt x="7923" y="83032"/>
                  </a:lnTo>
                  <a:lnTo>
                    <a:pt x="7163" y="82380"/>
                  </a:lnTo>
                  <a:lnTo>
                    <a:pt x="6453" y="81688"/>
                  </a:lnTo>
                  <a:lnTo>
                    <a:pt x="5780" y="80972"/>
                  </a:lnTo>
                  <a:lnTo>
                    <a:pt x="5144" y="80230"/>
                  </a:lnTo>
                  <a:lnTo>
                    <a:pt x="4545" y="79465"/>
                  </a:lnTo>
                  <a:lnTo>
                    <a:pt x="3983" y="78674"/>
                  </a:lnTo>
                  <a:lnTo>
                    <a:pt x="3458" y="77859"/>
                  </a:lnTo>
                  <a:lnTo>
                    <a:pt x="2970" y="77019"/>
                  </a:lnTo>
                  <a:lnTo>
                    <a:pt x="2519" y="76155"/>
                  </a:lnTo>
                  <a:lnTo>
                    <a:pt x="2105" y="75265"/>
                  </a:lnTo>
                  <a:lnTo>
                    <a:pt x="1729" y="74351"/>
                  </a:lnTo>
                  <a:lnTo>
                    <a:pt x="1400" y="73405"/>
                  </a:lnTo>
                  <a:lnTo>
                    <a:pt x="1106" y="72442"/>
                  </a:lnTo>
                  <a:lnTo>
                    <a:pt x="847" y="71463"/>
                  </a:lnTo>
                  <a:lnTo>
                    <a:pt x="622" y="70468"/>
                  </a:lnTo>
                  <a:lnTo>
                    <a:pt x="432" y="69457"/>
                  </a:lnTo>
                  <a:lnTo>
                    <a:pt x="276" y="68431"/>
                  </a:lnTo>
                  <a:lnTo>
                    <a:pt x="155" y="67387"/>
                  </a:lnTo>
                  <a:lnTo>
                    <a:pt x="69" y="66328"/>
                  </a:lnTo>
                  <a:lnTo>
                    <a:pt x="17" y="65253"/>
                  </a:lnTo>
                  <a:lnTo>
                    <a:pt x="0" y="64162"/>
                  </a:lnTo>
                  <a:lnTo>
                    <a:pt x="14" y="63222"/>
                  </a:lnTo>
                  <a:lnTo>
                    <a:pt x="56" y="62302"/>
                  </a:lnTo>
                  <a:lnTo>
                    <a:pt x="127" y="61404"/>
                  </a:lnTo>
                  <a:lnTo>
                    <a:pt x="227" y="60526"/>
                  </a:lnTo>
                  <a:lnTo>
                    <a:pt x="355" y="59669"/>
                  </a:lnTo>
                  <a:lnTo>
                    <a:pt x="511" y="58834"/>
                  </a:lnTo>
                  <a:lnTo>
                    <a:pt x="695" y="58019"/>
                  </a:lnTo>
                  <a:lnTo>
                    <a:pt x="909" y="57226"/>
                  </a:lnTo>
                  <a:lnTo>
                    <a:pt x="1150" y="56453"/>
                  </a:lnTo>
                  <a:lnTo>
                    <a:pt x="1420" y="55702"/>
                  </a:lnTo>
                  <a:lnTo>
                    <a:pt x="1726" y="54971"/>
                  </a:lnTo>
                  <a:lnTo>
                    <a:pt x="2050" y="54262"/>
                  </a:lnTo>
                  <a:lnTo>
                    <a:pt x="2392" y="53573"/>
                  </a:lnTo>
                  <a:lnTo>
                    <a:pt x="2754" y="52906"/>
                  </a:lnTo>
                  <a:lnTo>
                    <a:pt x="3134" y="52259"/>
                  </a:lnTo>
                  <a:lnTo>
                    <a:pt x="3532" y="51633"/>
                  </a:lnTo>
                  <a:lnTo>
                    <a:pt x="3949" y="51029"/>
                  </a:lnTo>
                  <a:lnTo>
                    <a:pt x="4384" y="50445"/>
                  </a:lnTo>
                  <a:lnTo>
                    <a:pt x="4838" y="49883"/>
                  </a:lnTo>
                  <a:lnTo>
                    <a:pt x="5310" y="49341"/>
                  </a:lnTo>
                  <a:lnTo>
                    <a:pt x="5811" y="48809"/>
                  </a:lnTo>
                  <a:lnTo>
                    <a:pt x="6323" y="48299"/>
                  </a:lnTo>
                  <a:lnTo>
                    <a:pt x="6848" y="47811"/>
                  </a:lnTo>
                  <a:lnTo>
                    <a:pt x="7385" y="47345"/>
                  </a:lnTo>
                  <a:lnTo>
                    <a:pt x="7935" y="46902"/>
                  </a:lnTo>
                  <a:lnTo>
                    <a:pt x="8497" y="46481"/>
                  </a:lnTo>
                  <a:lnTo>
                    <a:pt x="9071" y="46082"/>
                  </a:lnTo>
                  <a:lnTo>
                    <a:pt x="9658" y="45705"/>
                  </a:lnTo>
                  <a:lnTo>
                    <a:pt x="10257" y="45351"/>
                  </a:lnTo>
                  <a:lnTo>
                    <a:pt x="10868" y="45018"/>
                  </a:lnTo>
                  <a:lnTo>
                    <a:pt x="11500" y="44696"/>
                  </a:lnTo>
                  <a:lnTo>
                    <a:pt x="12135" y="44396"/>
                  </a:lnTo>
                  <a:lnTo>
                    <a:pt x="12775" y="44118"/>
                  </a:lnTo>
                  <a:lnTo>
                    <a:pt x="13417" y="43862"/>
                  </a:lnTo>
                  <a:lnTo>
                    <a:pt x="14064" y="43629"/>
                  </a:lnTo>
                  <a:lnTo>
                    <a:pt x="14714" y="43418"/>
                  </a:lnTo>
                  <a:lnTo>
                    <a:pt x="15368" y="43229"/>
                  </a:lnTo>
                  <a:lnTo>
                    <a:pt x="16026" y="43062"/>
                  </a:lnTo>
                  <a:lnTo>
                    <a:pt x="16687" y="42917"/>
                  </a:lnTo>
                  <a:lnTo>
                    <a:pt x="17352" y="42795"/>
                  </a:lnTo>
                  <a:lnTo>
                    <a:pt x="17352" y="42548"/>
                  </a:lnTo>
                  <a:lnTo>
                    <a:pt x="16631" y="42365"/>
                  </a:lnTo>
                  <a:lnTo>
                    <a:pt x="15925" y="42160"/>
                  </a:lnTo>
                  <a:lnTo>
                    <a:pt x="15233" y="41935"/>
                  </a:lnTo>
                  <a:lnTo>
                    <a:pt x="14556" y="41688"/>
                  </a:lnTo>
                  <a:lnTo>
                    <a:pt x="13894" y="41421"/>
                  </a:lnTo>
                  <a:lnTo>
                    <a:pt x="13247" y="41133"/>
                  </a:lnTo>
                  <a:lnTo>
                    <a:pt x="12615" y="40823"/>
                  </a:lnTo>
                  <a:lnTo>
                    <a:pt x="11997" y="40493"/>
                  </a:lnTo>
                  <a:lnTo>
                    <a:pt x="11394" y="40142"/>
                  </a:lnTo>
                  <a:lnTo>
                    <a:pt x="10806" y="39769"/>
                  </a:lnTo>
                  <a:lnTo>
                    <a:pt x="10247" y="39379"/>
                  </a:lnTo>
                  <a:lnTo>
                    <a:pt x="9705" y="38974"/>
                  </a:lnTo>
                  <a:lnTo>
                    <a:pt x="9180" y="38554"/>
                  </a:lnTo>
                  <a:lnTo>
                    <a:pt x="8672" y="38119"/>
                  </a:lnTo>
                  <a:lnTo>
                    <a:pt x="8182" y="37670"/>
                  </a:lnTo>
                  <a:lnTo>
                    <a:pt x="7709" y="37205"/>
                  </a:lnTo>
                  <a:lnTo>
                    <a:pt x="7253" y="36726"/>
                  </a:lnTo>
                  <a:lnTo>
                    <a:pt x="6815" y="36232"/>
                  </a:lnTo>
                  <a:lnTo>
                    <a:pt x="6394" y="35723"/>
                  </a:lnTo>
                  <a:lnTo>
                    <a:pt x="5990" y="35199"/>
                  </a:lnTo>
                  <a:lnTo>
                    <a:pt x="5615" y="34650"/>
                  </a:lnTo>
                  <a:lnTo>
                    <a:pt x="5258" y="34090"/>
                  </a:lnTo>
                  <a:lnTo>
                    <a:pt x="4919" y="33519"/>
                  </a:lnTo>
                  <a:lnTo>
                    <a:pt x="4596" y="32937"/>
                  </a:lnTo>
                  <a:lnTo>
                    <a:pt x="4291" y="32343"/>
                  </a:lnTo>
                  <a:lnTo>
                    <a:pt x="4004" y="31739"/>
                  </a:lnTo>
                  <a:lnTo>
                    <a:pt x="3733" y="31123"/>
                  </a:lnTo>
                  <a:lnTo>
                    <a:pt x="3480" y="30496"/>
                  </a:lnTo>
                  <a:lnTo>
                    <a:pt x="3244" y="29858"/>
                  </a:lnTo>
                  <a:lnTo>
                    <a:pt x="3025" y="29209"/>
                  </a:lnTo>
                  <a:lnTo>
                    <a:pt x="2838" y="28551"/>
                  </a:lnTo>
                  <a:lnTo>
                    <a:pt x="2670" y="27885"/>
                  </a:lnTo>
                  <a:lnTo>
                    <a:pt x="2522" y="27212"/>
                  </a:lnTo>
                  <a:lnTo>
                    <a:pt x="2393" y="26532"/>
                  </a:lnTo>
                  <a:lnTo>
                    <a:pt x="2284" y="25844"/>
                  </a:lnTo>
                  <a:lnTo>
                    <a:pt x="2195" y="25148"/>
                  </a:lnTo>
                  <a:lnTo>
                    <a:pt x="2126" y="24445"/>
                  </a:lnTo>
                  <a:lnTo>
                    <a:pt x="2077" y="23735"/>
                  </a:lnTo>
                  <a:lnTo>
                    <a:pt x="2047" y="23018"/>
                  </a:lnTo>
                  <a:lnTo>
                    <a:pt x="2037" y="22293"/>
                  </a:lnTo>
                  <a:lnTo>
                    <a:pt x="2055" y="21384"/>
                  </a:lnTo>
                  <a:lnTo>
                    <a:pt x="2107" y="20487"/>
                  </a:lnTo>
                  <a:lnTo>
                    <a:pt x="2193" y="19601"/>
                  </a:lnTo>
                  <a:lnTo>
                    <a:pt x="2314" y="18726"/>
                  </a:lnTo>
                  <a:lnTo>
                    <a:pt x="2470" y="17862"/>
                  </a:lnTo>
                  <a:lnTo>
                    <a:pt x="2660" y="17009"/>
                  </a:lnTo>
                  <a:lnTo>
                    <a:pt x="2885" y="16167"/>
                  </a:lnTo>
                  <a:lnTo>
                    <a:pt x="3144" y="15337"/>
                  </a:lnTo>
                  <a:lnTo>
                    <a:pt x="3438" y="14517"/>
                  </a:lnTo>
                  <a:lnTo>
                    <a:pt x="3767" y="13709"/>
                  </a:lnTo>
                  <a:lnTo>
                    <a:pt x="4141" y="12904"/>
                  </a:lnTo>
                  <a:lnTo>
                    <a:pt x="4550" y="12121"/>
                  </a:lnTo>
                  <a:lnTo>
                    <a:pt x="4991" y="11358"/>
                  </a:lnTo>
                  <a:lnTo>
                    <a:pt x="5466" y="10616"/>
                  </a:lnTo>
                  <a:lnTo>
                    <a:pt x="5974" y="9896"/>
                  </a:lnTo>
                  <a:lnTo>
                    <a:pt x="6516" y="9196"/>
                  </a:lnTo>
                  <a:lnTo>
                    <a:pt x="7091" y="8517"/>
                  </a:lnTo>
                  <a:lnTo>
                    <a:pt x="7699" y="7860"/>
                  </a:lnTo>
                  <a:lnTo>
                    <a:pt x="8341" y="7223"/>
                  </a:lnTo>
                  <a:lnTo>
                    <a:pt x="9016" y="6607"/>
                  </a:lnTo>
                  <a:lnTo>
                    <a:pt x="9724" y="6003"/>
                  </a:lnTo>
                  <a:lnTo>
                    <a:pt x="10466" y="5426"/>
                  </a:lnTo>
                  <a:lnTo>
                    <a:pt x="11241" y="4877"/>
                  </a:lnTo>
                  <a:lnTo>
                    <a:pt x="12049" y="4354"/>
                  </a:lnTo>
                  <a:lnTo>
                    <a:pt x="12891" y="3859"/>
                  </a:lnTo>
                  <a:lnTo>
                    <a:pt x="13766" y="3391"/>
                  </a:lnTo>
                  <a:lnTo>
                    <a:pt x="14674" y="2950"/>
                  </a:lnTo>
                  <a:lnTo>
                    <a:pt x="15616" y="2536"/>
                  </a:lnTo>
                  <a:lnTo>
                    <a:pt x="16591" y="2150"/>
                  </a:lnTo>
                  <a:lnTo>
                    <a:pt x="17599" y="1790"/>
                  </a:lnTo>
                  <a:lnTo>
                    <a:pt x="18641" y="1450"/>
                  </a:lnTo>
                  <a:lnTo>
                    <a:pt x="19714" y="1146"/>
                  </a:lnTo>
                  <a:lnTo>
                    <a:pt x="20819" y="877"/>
                  </a:lnTo>
                  <a:lnTo>
                    <a:pt x="21957" y="644"/>
                  </a:lnTo>
                  <a:lnTo>
                    <a:pt x="23126" y="447"/>
                  </a:lnTo>
                  <a:lnTo>
                    <a:pt x="24328" y="286"/>
                  </a:lnTo>
                  <a:lnTo>
                    <a:pt x="25562" y="161"/>
                  </a:lnTo>
                  <a:lnTo>
                    <a:pt x="26828" y="71"/>
                  </a:lnTo>
                  <a:lnTo>
                    <a:pt x="28126" y="17"/>
                  </a:lnTo>
                  <a:lnTo>
                    <a:pt x="29456" y="0"/>
                  </a:lnTo>
                  <a:lnTo>
                    <a:pt x="30857" y="17"/>
                  </a:lnTo>
                  <a:lnTo>
                    <a:pt x="32220" y="71"/>
                  </a:lnTo>
                  <a:lnTo>
                    <a:pt x="33545" y="161"/>
                  </a:lnTo>
                  <a:lnTo>
                    <a:pt x="34831" y="286"/>
                  </a:lnTo>
                  <a:lnTo>
                    <a:pt x="36079" y="447"/>
                  </a:lnTo>
                  <a:lnTo>
                    <a:pt x="37289" y="644"/>
                  </a:lnTo>
                  <a:lnTo>
                    <a:pt x="38461" y="877"/>
                  </a:lnTo>
                  <a:lnTo>
                    <a:pt x="39594" y="1146"/>
                  </a:lnTo>
                  <a:lnTo>
                    <a:pt x="40689" y="1450"/>
                  </a:lnTo>
                  <a:lnTo>
                    <a:pt x="41745" y="1790"/>
                  </a:lnTo>
                  <a:lnTo>
                    <a:pt x="42777" y="2162"/>
                  </a:lnTo>
                  <a:lnTo>
                    <a:pt x="43771" y="2559"/>
                  </a:lnTo>
                  <a:lnTo>
                    <a:pt x="44728" y="2982"/>
                  </a:lnTo>
                  <a:lnTo>
                    <a:pt x="45648" y="3431"/>
                  </a:lnTo>
                  <a:lnTo>
                    <a:pt x="46531" y="3905"/>
                  </a:lnTo>
                  <a:lnTo>
                    <a:pt x="47377" y="4406"/>
                  </a:lnTo>
                  <a:lnTo>
                    <a:pt x="48186" y="4933"/>
                  </a:lnTo>
                  <a:lnTo>
                    <a:pt x="48958" y="5486"/>
                  </a:lnTo>
                  <a:lnTo>
                    <a:pt x="49693" y="6064"/>
                  </a:lnTo>
                  <a:lnTo>
                    <a:pt x="50391" y="6669"/>
                  </a:lnTo>
                  <a:lnTo>
                    <a:pt x="51065" y="7285"/>
                  </a:lnTo>
                  <a:lnTo>
                    <a:pt x="51703" y="7921"/>
                  </a:lnTo>
                  <a:lnTo>
                    <a:pt x="52305" y="8579"/>
                  </a:lnTo>
                  <a:lnTo>
                    <a:pt x="52871" y="9258"/>
                  </a:lnTo>
                  <a:lnTo>
                    <a:pt x="53401" y="9957"/>
                  </a:lnTo>
                  <a:lnTo>
                    <a:pt x="53896" y="10678"/>
                  </a:lnTo>
                  <a:lnTo>
                    <a:pt x="54355" y="11420"/>
                  </a:lnTo>
                  <a:lnTo>
                    <a:pt x="54778" y="12182"/>
                  </a:lnTo>
                  <a:lnTo>
                    <a:pt x="55165" y="12966"/>
                  </a:lnTo>
                  <a:lnTo>
                    <a:pt x="55516" y="13771"/>
                  </a:lnTo>
                  <a:lnTo>
                    <a:pt x="55833" y="14591"/>
                  </a:lnTo>
                  <a:lnTo>
                    <a:pt x="56117" y="15421"/>
                  </a:lnTo>
                  <a:lnTo>
                    <a:pt x="56367" y="16261"/>
                  </a:lnTo>
                  <a:lnTo>
                    <a:pt x="56584" y="17110"/>
                  </a:lnTo>
                  <a:lnTo>
                    <a:pt x="56767" y="17970"/>
                  </a:lnTo>
                  <a:lnTo>
                    <a:pt x="56917" y="18839"/>
                  </a:lnTo>
                  <a:lnTo>
                    <a:pt x="57034" y="19719"/>
                  </a:lnTo>
                  <a:lnTo>
                    <a:pt x="57117" y="20608"/>
                  </a:lnTo>
                  <a:lnTo>
                    <a:pt x="57167" y="21507"/>
                  </a:lnTo>
                  <a:lnTo>
                    <a:pt x="57184" y="22416"/>
                  </a:lnTo>
                  <a:lnTo>
                    <a:pt x="57173" y="23130"/>
                  </a:lnTo>
                  <a:lnTo>
                    <a:pt x="57142" y="23837"/>
                  </a:lnTo>
                  <a:lnTo>
                    <a:pt x="57089" y="24538"/>
                  </a:lnTo>
                  <a:lnTo>
                    <a:pt x="57016" y="25232"/>
                  </a:lnTo>
                  <a:lnTo>
                    <a:pt x="56921" y="25921"/>
                  </a:lnTo>
                  <a:lnTo>
                    <a:pt x="56806" y="26603"/>
                  </a:lnTo>
                  <a:lnTo>
                    <a:pt x="56669" y="27279"/>
                  </a:lnTo>
                  <a:lnTo>
                    <a:pt x="56512" y="27949"/>
                  </a:lnTo>
                  <a:lnTo>
                    <a:pt x="56333" y="28613"/>
                  </a:lnTo>
                  <a:lnTo>
                    <a:pt x="56134" y="29271"/>
                  </a:lnTo>
                  <a:lnTo>
                    <a:pt x="55927" y="29920"/>
                  </a:lnTo>
                  <a:lnTo>
                    <a:pt x="55699" y="30558"/>
                  </a:lnTo>
                  <a:lnTo>
                    <a:pt x="55452" y="31185"/>
                  </a:lnTo>
                  <a:lnTo>
                    <a:pt x="55185" y="31800"/>
                  </a:lnTo>
                  <a:lnTo>
                    <a:pt x="54899" y="32405"/>
                  </a:lnTo>
                  <a:lnTo>
                    <a:pt x="54593" y="32998"/>
                  </a:lnTo>
                  <a:lnTo>
                    <a:pt x="54267" y="33581"/>
                  </a:lnTo>
                  <a:lnTo>
                    <a:pt x="53921" y="34152"/>
                  </a:lnTo>
                  <a:lnTo>
                    <a:pt x="53555" y="34712"/>
                  </a:lnTo>
                  <a:lnTo>
                    <a:pt x="53170" y="35261"/>
                  </a:lnTo>
                  <a:lnTo>
                    <a:pt x="52777" y="35785"/>
                  </a:lnTo>
                  <a:lnTo>
                    <a:pt x="52365" y="36294"/>
                  </a:lnTo>
                  <a:lnTo>
                    <a:pt x="51932" y="36788"/>
                  </a:lnTo>
                  <a:lnTo>
                    <a:pt x="51480" y="37267"/>
                  </a:lnTo>
                  <a:lnTo>
                    <a:pt x="51008" y="37731"/>
                  </a:lnTo>
                  <a:lnTo>
                    <a:pt x="50517" y="38181"/>
                  </a:lnTo>
                  <a:lnTo>
                    <a:pt x="50006" y="38616"/>
                  </a:lnTo>
                  <a:lnTo>
                    <a:pt x="49474" y="39036"/>
                  </a:lnTo>
                  <a:lnTo>
                    <a:pt x="48924" y="39441"/>
                  </a:lnTo>
                  <a:lnTo>
                    <a:pt x="48353" y="39831"/>
                  </a:lnTo>
                  <a:lnTo>
                    <a:pt x="47776" y="40190"/>
                  </a:lnTo>
                  <a:lnTo>
                    <a:pt x="47180" y="40528"/>
                  </a:lnTo>
                  <a:lnTo>
                    <a:pt x="46565" y="40842"/>
                  </a:lnTo>
                  <a:lnTo>
                    <a:pt x="45932" y="41135"/>
                  </a:lnTo>
                  <a:lnTo>
                    <a:pt x="45281" y="41406"/>
                  </a:lnTo>
                  <a:lnTo>
                    <a:pt x="44611" y="41654"/>
                  </a:lnTo>
                  <a:lnTo>
                    <a:pt x="43922" y="41880"/>
                  </a:lnTo>
                  <a:lnTo>
                    <a:pt x="43215" y="42084"/>
                  </a:lnTo>
                  <a:lnTo>
                    <a:pt x="42489" y="42265"/>
                  </a:lnTo>
                  <a:lnTo>
                    <a:pt x="41745" y="42425"/>
                  </a:lnTo>
                  <a:lnTo>
                    <a:pt x="41745" y="42672"/>
                  </a:lnTo>
                  <a:lnTo>
                    <a:pt x="42493" y="42806"/>
                  </a:lnTo>
                  <a:lnTo>
                    <a:pt x="43230" y="42961"/>
                  </a:lnTo>
                  <a:lnTo>
                    <a:pt x="43955" y="43137"/>
                  </a:lnTo>
                  <a:lnTo>
                    <a:pt x="44670" y="43334"/>
                  </a:lnTo>
                  <a:lnTo>
                    <a:pt x="45373" y="43552"/>
                  </a:lnTo>
                  <a:lnTo>
                    <a:pt x="46066" y="43791"/>
                  </a:lnTo>
                  <a:lnTo>
                    <a:pt x="46747" y="44051"/>
                  </a:lnTo>
                  <a:lnTo>
                    <a:pt x="47417" y="44332"/>
                  </a:lnTo>
                  <a:lnTo>
                    <a:pt x="48076" y="44634"/>
                  </a:lnTo>
                  <a:lnTo>
                    <a:pt x="48724" y="44957"/>
                  </a:lnTo>
                  <a:lnTo>
                    <a:pt x="49357" y="45289"/>
                  </a:lnTo>
                  <a:lnTo>
                    <a:pt x="49973" y="45643"/>
                  </a:lnTo>
                  <a:lnTo>
                    <a:pt x="50572" y="46020"/>
                  </a:lnTo>
                  <a:lnTo>
                    <a:pt x="51154" y="46419"/>
                  </a:lnTo>
                  <a:lnTo>
                    <a:pt x="51719" y="46840"/>
                  </a:lnTo>
                  <a:lnTo>
                    <a:pt x="52266" y="47283"/>
                  </a:lnTo>
                  <a:lnTo>
                    <a:pt x="52796" y="47749"/>
                  </a:lnTo>
                  <a:lnTo>
                    <a:pt x="53308" y="48237"/>
                  </a:lnTo>
                  <a:lnTo>
                    <a:pt x="53803" y="48747"/>
                  </a:lnTo>
                  <a:lnTo>
                    <a:pt x="54281" y="49279"/>
                  </a:lnTo>
                  <a:lnTo>
                    <a:pt x="54741" y="49821"/>
                  </a:lnTo>
                  <a:lnTo>
                    <a:pt x="55181" y="50383"/>
                  </a:lnTo>
                  <a:lnTo>
                    <a:pt x="55600" y="50967"/>
                  </a:lnTo>
                  <a:lnTo>
                    <a:pt x="56001" y="51572"/>
                  </a:lnTo>
                  <a:lnTo>
                    <a:pt x="56381" y="52197"/>
                  </a:lnTo>
                  <a:lnTo>
                    <a:pt x="56742" y="52844"/>
                  </a:lnTo>
                  <a:lnTo>
                    <a:pt x="57083" y="53511"/>
                  </a:lnTo>
                  <a:lnTo>
                    <a:pt x="57404" y="54200"/>
                  </a:lnTo>
                  <a:lnTo>
                    <a:pt x="57705" y="54909"/>
                  </a:lnTo>
                  <a:lnTo>
                    <a:pt x="57987" y="55640"/>
                  </a:lnTo>
                  <a:lnTo>
                    <a:pt x="58245" y="56391"/>
                  </a:lnTo>
                  <a:lnTo>
                    <a:pt x="58476" y="57162"/>
                  </a:lnTo>
                  <a:lnTo>
                    <a:pt x="58680" y="57952"/>
                  </a:lnTo>
                  <a:lnTo>
                    <a:pt x="58856" y="58762"/>
                  </a:lnTo>
                  <a:lnTo>
                    <a:pt x="59006" y="59592"/>
                  </a:lnTo>
                  <a:lnTo>
                    <a:pt x="59128" y="60442"/>
                  </a:lnTo>
                  <a:lnTo>
                    <a:pt x="59223" y="61311"/>
                  </a:lnTo>
                  <a:lnTo>
                    <a:pt x="59291" y="62201"/>
                  </a:lnTo>
                  <a:lnTo>
                    <a:pt x="59332" y="63110"/>
                  </a:lnTo>
                  <a:close/>
                  <a:moveTo>
                    <a:pt x="45636" y="23034"/>
                  </a:moveTo>
                  <a:lnTo>
                    <a:pt x="45627" y="22385"/>
                  </a:lnTo>
                  <a:lnTo>
                    <a:pt x="45601" y="21747"/>
                  </a:lnTo>
                  <a:lnTo>
                    <a:pt x="45558" y="21120"/>
                  </a:lnTo>
                  <a:lnTo>
                    <a:pt x="45497" y="20504"/>
                  </a:lnTo>
                  <a:lnTo>
                    <a:pt x="45420" y="19900"/>
                  </a:lnTo>
                  <a:lnTo>
                    <a:pt x="45325" y="19306"/>
                  </a:lnTo>
                  <a:lnTo>
                    <a:pt x="45212" y="18724"/>
                  </a:lnTo>
                  <a:lnTo>
                    <a:pt x="45082" y="18153"/>
                  </a:lnTo>
                  <a:lnTo>
                    <a:pt x="44936" y="17593"/>
                  </a:lnTo>
                  <a:lnTo>
                    <a:pt x="44771" y="17044"/>
                  </a:lnTo>
                  <a:lnTo>
                    <a:pt x="44600" y="16508"/>
                  </a:lnTo>
                  <a:lnTo>
                    <a:pt x="44406" y="15989"/>
                  </a:lnTo>
                  <a:lnTo>
                    <a:pt x="44190" y="15486"/>
                  </a:lnTo>
                  <a:lnTo>
                    <a:pt x="43951" y="14998"/>
                  </a:lnTo>
                  <a:lnTo>
                    <a:pt x="43691" y="14527"/>
                  </a:lnTo>
                  <a:lnTo>
                    <a:pt x="43408" y="14072"/>
                  </a:lnTo>
                  <a:lnTo>
                    <a:pt x="43103" y="13633"/>
                  </a:lnTo>
                  <a:lnTo>
                    <a:pt x="42775" y="13210"/>
                  </a:lnTo>
                  <a:lnTo>
                    <a:pt x="42426" y="12803"/>
                  </a:lnTo>
                  <a:lnTo>
                    <a:pt x="42054" y="12412"/>
                  </a:lnTo>
                  <a:lnTo>
                    <a:pt x="41659" y="12026"/>
                  </a:lnTo>
                  <a:lnTo>
                    <a:pt x="41241" y="11659"/>
                  </a:lnTo>
                  <a:lnTo>
                    <a:pt x="40800" y="11310"/>
                  </a:lnTo>
                  <a:lnTo>
                    <a:pt x="40335" y="10979"/>
                  </a:lnTo>
                  <a:lnTo>
                    <a:pt x="39846" y="10668"/>
                  </a:lnTo>
                  <a:lnTo>
                    <a:pt x="39334" y="10374"/>
                  </a:lnTo>
                  <a:lnTo>
                    <a:pt x="38799" y="10099"/>
                  </a:lnTo>
                  <a:lnTo>
                    <a:pt x="38240" y="9843"/>
                  </a:lnTo>
                  <a:lnTo>
                    <a:pt x="37658" y="9605"/>
                  </a:lnTo>
                  <a:lnTo>
                    <a:pt x="37052" y="9386"/>
                  </a:lnTo>
                  <a:lnTo>
                    <a:pt x="36420" y="9175"/>
                  </a:lnTo>
                  <a:lnTo>
                    <a:pt x="35760" y="8986"/>
                  </a:lnTo>
                  <a:lnTo>
                    <a:pt x="35072" y="8819"/>
                  </a:lnTo>
                  <a:lnTo>
                    <a:pt x="34355" y="8675"/>
                  </a:lnTo>
                  <a:lnTo>
                    <a:pt x="33609" y="8552"/>
                  </a:lnTo>
                  <a:lnTo>
                    <a:pt x="32835" y="8452"/>
                  </a:lnTo>
                  <a:lnTo>
                    <a:pt x="32033" y="8375"/>
                  </a:lnTo>
                  <a:lnTo>
                    <a:pt x="31203" y="8319"/>
                  </a:lnTo>
                  <a:lnTo>
                    <a:pt x="30344" y="8286"/>
                  </a:lnTo>
                  <a:lnTo>
                    <a:pt x="29456" y="8275"/>
                  </a:lnTo>
                  <a:lnTo>
                    <a:pt x="28593" y="8286"/>
                  </a:lnTo>
                  <a:lnTo>
                    <a:pt x="27757" y="8319"/>
                  </a:lnTo>
                  <a:lnTo>
                    <a:pt x="26948" y="8375"/>
                  </a:lnTo>
                  <a:lnTo>
                    <a:pt x="26166" y="8452"/>
                  </a:lnTo>
                  <a:lnTo>
                    <a:pt x="25411" y="8552"/>
                  </a:lnTo>
                  <a:lnTo>
                    <a:pt x="24684" y="8675"/>
                  </a:lnTo>
                  <a:lnTo>
                    <a:pt x="23984" y="8819"/>
                  </a:lnTo>
                  <a:lnTo>
                    <a:pt x="23310" y="8986"/>
                  </a:lnTo>
                  <a:lnTo>
                    <a:pt x="22665" y="9175"/>
                  </a:lnTo>
                  <a:lnTo>
                    <a:pt x="22046" y="9386"/>
                  </a:lnTo>
                  <a:lnTo>
                    <a:pt x="21451" y="9605"/>
                  </a:lnTo>
                  <a:lnTo>
                    <a:pt x="20877" y="9843"/>
                  </a:lnTo>
                  <a:lnTo>
                    <a:pt x="20325" y="10099"/>
                  </a:lnTo>
                  <a:lnTo>
                    <a:pt x="19793" y="10374"/>
                  </a:lnTo>
                  <a:lnTo>
                    <a:pt x="19282" y="10668"/>
                  </a:lnTo>
                  <a:lnTo>
                    <a:pt x="18793" y="10979"/>
                  </a:lnTo>
                  <a:lnTo>
                    <a:pt x="18324" y="11310"/>
                  </a:lnTo>
                  <a:lnTo>
                    <a:pt x="17876" y="11659"/>
                  </a:lnTo>
                  <a:lnTo>
                    <a:pt x="17449" y="12026"/>
                  </a:lnTo>
                  <a:lnTo>
                    <a:pt x="17044" y="12412"/>
                  </a:lnTo>
                  <a:lnTo>
                    <a:pt x="16671" y="12803"/>
                  </a:lnTo>
                  <a:lnTo>
                    <a:pt x="16320" y="13210"/>
                  </a:lnTo>
                  <a:lnTo>
                    <a:pt x="15990" y="13633"/>
                  </a:lnTo>
                  <a:lnTo>
                    <a:pt x="15680" y="14072"/>
                  </a:lnTo>
                  <a:lnTo>
                    <a:pt x="15392" y="14527"/>
                  </a:lnTo>
                  <a:lnTo>
                    <a:pt x="15124" y="14998"/>
                  </a:lnTo>
                  <a:lnTo>
                    <a:pt x="14878" y="15486"/>
                  </a:lnTo>
                  <a:lnTo>
                    <a:pt x="14653" y="15989"/>
                  </a:lnTo>
                  <a:lnTo>
                    <a:pt x="14448" y="16508"/>
                  </a:lnTo>
                  <a:lnTo>
                    <a:pt x="14265" y="17044"/>
                  </a:lnTo>
                  <a:lnTo>
                    <a:pt x="14100" y="17593"/>
                  </a:lnTo>
                  <a:lnTo>
                    <a:pt x="13953" y="18153"/>
                  </a:lnTo>
                  <a:lnTo>
                    <a:pt x="13824" y="18724"/>
                  </a:lnTo>
                  <a:lnTo>
                    <a:pt x="13711" y="19306"/>
                  </a:lnTo>
                  <a:lnTo>
                    <a:pt x="13616" y="19900"/>
                  </a:lnTo>
                  <a:lnTo>
                    <a:pt x="13538" y="20504"/>
                  </a:lnTo>
                  <a:lnTo>
                    <a:pt x="13478" y="21120"/>
                  </a:lnTo>
                  <a:lnTo>
                    <a:pt x="13435" y="21747"/>
                  </a:lnTo>
                  <a:lnTo>
                    <a:pt x="13409" y="22385"/>
                  </a:lnTo>
                  <a:lnTo>
                    <a:pt x="13400" y="23034"/>
                  </a:lnTo>
                  <a:lnTo>
                    <a:pt x="13407" y="23554"/>
                  </a:lnTo>
                  <a:lnTo>
                    <a:pt x="13427" y="24076"/>
                  </a:lnTo>
                  <a:lnTo>
                    <a:pt x="13461" y="24601"/>
                  </a:lnTo>
                  <a:lnTo>
                    <a:pt x="13509" y="25128"/>
                  </a:lnTo>
                  <a:lnTo>
                    <a:pt x="13570" y="25658"/>
                  </a:lnTo>
                  <a:lnTo>
                    <a:pt x="13645" y="26191"/>
                  </a:lnTo>
                  <a:lnTo>
                    <a:pt x="13733" y="26725"/>
                  </a:lnTo>
                  <a:lnTo>
                    <a:pt x="13835" y="27263"/>
                  </a:lnTo>
                  <a:lnTo>
                    <a:pt x="13950" y="27802"/>
                  </a:lnTo>
                  <a:lnTo>
                    <a:pt x="14079" y="28345"/>
                  </a:lnTo>
                  <a:lnTo>
                    <a:pt x="14226" y="28883"/>
                  </a:lnTo>
                  <a:lnTo>
                    <a:pt x="14396" y="29412"/>
                  </a:lnTo>
                  <a:lnTo>
                    <a:pt x="14587" y="29931"/>
                  </a:lnTo>
                  <a:lnTo>
                    <a:pt x="14801" y="30439"/>
                  </a:lnTo>
                  <a:lnTo>
                    <a:pt x="15037" y="30938"/>
                  </a:lnTo>
                  <a:lnTo>
                    <a:pt x="15295" y="31427"/>
                  </a:lnTo>
                  <a:lnTo>
                    <a:pt x="15575" y="31907"/>
                  </a:lnTo>
                  <a:lnTo>
                    <a:pt x="15878" y="32376"/>
                  </a:lnTo>
                  <a:lnTo>
                    <a:pt x="16203" y="32835"/>
                  </a:lnTo>
                  <a:lnTo>
                    <a:pt x="16550" y="33285"/>
                  </a:lnTo>
                  <a:lnTo>
                    <a:pt x="16921" y="33722"/>
                  </a:lnTo>
                  <a:lnTo>
                    <a:pt x="17320" y="34142"/>
                  </a:lnTo>
                  <a:lnTo>
                    <a:pt x="17746" y="34547"/>
                  </a:lnTo>
                  <a:lnTo>
                    <a:pt x="18200" y="34935"/>
                  </a:lnTo>
                  <a:lnTo>
                    <a:pt x="18680" y="35307"/>
                  </a:lnTo>
                  <a:lnTo>
                    <a:pt x="19188" y="35664"/>
                  </a:lnTo>
                  <a:lnTo>
                    <a:pt x="19723" y="36004"/>
                  </a:lnTo>
                  <a:lnTo>
                    <a:pt x="20285" y="36328"/>
                  </a:lnTo>
                  <a:lnTo>
                    <a:pt x="20874" y="36636"/>
                  </a:lnTo>
                  <a:lnTo>
                    <a:pt x="21490" y="36928"/>
                  </a:lnTo>
                  <a:lnTo>
                    <a:pt x="22138" y="37198"/>
                  </a:lnTo>
                  <a:lnTo>
                    <a:pt x="22821" y="37440"/>
                  </a:lnTo>
                  <a:lnTo>
                    <a:pt x="23541" y="37653"/>
                  </a:lnTo>
                  <a:lnTo>
                    <a:pt x="24296" y="37838"/>
                  </a:lnTo>
                  <a:lnTo>
                    <a:pt x="25087" y="37994"/>
                  </a:lnTo>
                  <a:lnTo>
                    <a:pt x="25914" y="38122"/>
                  </a:lnTo>
                  <a:lnTo>
                    <a:pt x="26777" y="38221"/>
                  </a:lnTo>
                  <a:lnTo>
                    <a:pt x="27675" y="38292"/>
                  </a:lnTo>
                  <a:lnTo>
                    <a:pt x="28610" y="38335"/>
                  </a:lnTo>
                  <a:lnTo>
                    <a:pt x="29580" y="38349"/>
                  </a:lnTo>
                  <a:lnTo>
                    <a:pt x="30609" y="38335"/>
                  </a:lnTo>
                  <a:lnTo>
                    <a:pt x="31595" y="38292"/>
                  </a:lnTo>
                  <a:lnTo>
                    <a:pt x="32540" y="38221"/>
                  </a:lnTo>
                  <a:lnTo>
                    <a:pt x="33443" y="38122"/>
                  </a:lnTo>
                  <a:lnTo>
                    <a:pt x="34304" y="37994"/>
                  </a:lnTo>
                  <a:lnTo>
                    <a:pt x="35123" y="37838"/>
                  </a:lnTo>
                  <a:lnTo>
                    <a:pt x="35900" y="37653"/>
                  </a:lnTo>
                  <a:lnTo>
                    <a:pt x="36635" y="37440"/>
                  </a:lnTo>
                  <a:lnTo>
                    <a:pt x="37327" y="37198"/>
                  </a:lnTo>
                  <a:lnTo>
                    <a:pt x="37978" y="36928"/>
                  </a:lnTo>
                  <a:lnTo>
                    <a:pt x="38605" y="36636"/>
                  </a:lnTo>
                  <a:lnTo>
                    <a:pt x="39201" y="36328"/>
                  </a:lnTo>
                  <a:lnTo>
                    <a:pt x="39766" y="36004"/>
                  </a:lnTo>
                  <a:lnTo>
                    <a:pt x="40300" y="35664"/>
                  </a:lnTo>
                  <a:lnTo>
                    <a:pt x="40804" y="35307"/>
                  </a:lnTo>
                  <a:lnTo>
                    <a:pt x="41276" y="34935"/>
                  </a:lnTo>
                  <a:lnTo>
                    <a:pt x="41718" y="34547"/>
                  </a:lnTo>
                  <a:lnTo>
                    <a:pt x="42128" y="34142"/>
                  </a:lnTo>
                  <a:lnTo>
                    <a:pt x="42508" y="33722"/>
                  </a:lnTo>
                  <a:lnTo>
                    <a:pt x="42857" y="33285"/>
                  </a:lnTo>
                  <a:lnTo>
                    <a:pt x="43190" y="32835"/>
                  </a:lnTo>
                  <a:lnTo>
                    <a:pt x="43499" y="32376"/>
                  </a:lnTo>
                  <a:lnTo>
                    <a:pt x="43783" y="31907"/>
                  </a:lnTo>
                  <a:lnTo>
                    <a:pt x="44043" y="31427"/>
                  </a:lnTo>
                  <a:lnTo>
                    <a:pt x="44277" y="30938"/>
                  </a:lnTo>
                  <a:lnTo>
                    <a:pt x="44487" y="30439"/>
                  </a:lnTo>
                  <a:lnTo>
                    <a:pt x="44672" y="29931"/>
                  </a:lnTo>
                  <a:lnTo>
                    <a:pt x="44833" y="29412"/>
                  </a:lnTo>
                  <a:lnTo>
                    <a:pt x="44969" y="28883"/>
                  </a:lnTo>
                  <a:lnTo>
                    <a:pt x="45080" y="28345"/>
                  </a:lnTo>
                  <a:lnTo>
                    <a:pt x="45186" y="27802"/>
                  </a:lnTo>
                  <a:lnTo>
                    <a:pt x="45280" y="27263"/>
                  </a:lnTo>
                  <a:lnTo>
                    <a:pt x="45363" y="26725"/>
                  </a:lnTo>
                  <a:lnTo>
                    <a:pt x="45436" y="26191"/>
                  </a:lnTo>
                  <a:lnTo>
                    <a:pt x="45497" y="25658"/>
                  </a:lnTo>
                  <a:lnTo>
                    <a:pt x="45547" y="25128"/>
                  </a:lnTo>
                  <a:lnTo>
                    <a:pt x="45586" y="24601"/>
                  </a:lnTo>
                  <a:lnTo>
                    <a:pt x="45614" y="24076"/>
                  </a:lnTo>
                  <a:lnTo>
                    <a:pt x="45630" y="23554"/>
                  </a:lnTo>
                  <a:close/>
                  <a:moveTo>
                    <a:pt x="47797" y="62989"/>
                  </a:moveTo>
                  <a:lnTo>
                    <a:pt x="47789" y="62361"/>
                  </a:lnTo>
                  <a:lnTo>
                    <a:pt x="47763" y="61739"/>
                  </a:lnTo>
                  <a:lnTo>
                    <a:pt x="47719" y="61121"/>
                  </a:lnTo>
                  <a:lnTo>
                    <a:pt x="47659" y="60509"/>
                  </a:lnTo>
                  <a:lnTo>
                    <a:pt x="47581" y="59901"/>
                  </a:lnTo>
                  <a:lnTo>
                    <a:pt x="47486" y="59298"/>
                  </a:lnTo>
                  <a:lnTo>
                    <a:pt x="47374" y="58701"/>
                  </a:lnTo>
                  <a:lnTo>
                    <a:pt x="47244" y="58108"/>
                  </a:lnTo>
                  <a:lnTo>
                    <a:pt x="47097" y="57520"/>
                  </a:lnTo>
                  <a:lnTo>
                    <a:pt x="46933" y="56937"/>
                  </a:lnTo>
                  <a:lnTo>
                    <a:pt x="46747" y="56351"/>
                  </a:lnTo>
                  <a:lnTo>
                    <a:pt x="46537" y="55781"/>
                  </a:lnTo>
                  <a:lnTo>
                    <a:pt x="46303" y="55225"/>
                  </a:lnTo>
                  <a:lnTo>
                    <a:pt x="46043" y="54684"/>
                  </a:lnTo>
                  <a:lnTo>
                    <a:pt x="45759" y="54158"/>
                  </a:lnTo>
                  <a:lnTo>
                    <a:pt x="45451" y="53647"/>
                  </a:lnTo>
                  <a:lnTo>
                    <a:pt x="45117" y="53150"/>
                  </a:lnTo>
                  <a:lnTo>
                    <a:pt x="44759" y="52668"/>
                  </a:lnTo>
                  <a:lnTo>
                    <a:pt x="44376" y="52202"/>
                  </a:lnTo>
                  <a:lnTo>
                    <a:pt x="43968" y="51749"/>
                  </a:lnTo>
                  <a:lnTo>
                    <a:pt x="43534" y="51302"/>
                  </a:lnTo>
                  <a:lnTo>
                    <a:pt x="43069" y="50873"/>
                  </a:lnTo>
                  <a:lnTo>
                    <a:pt x="42575" y="50462"/>
                  </a:lnTo>
                  <a:lnTo>
                    <a:pt x="42052" y="50070"/>
                  </a:lnTo>
                  <a:lnTo>
                    <a:pt x="41498" y="49696"/>
                  </a:lnTo>
                  <a:lnTo>
                    <a:pt x="40915" y="49341"/>
                  </a:lnTo>
                  <a:lnTo>
                    <a:pt x="40303" y="49005"/>
                  </a:lnTo>
                  <a:lnTo>
                    <a:pt x="39660" y="48686"/>
                  </a:lnTo>
                  <a:lnTo>
                    <a:pt x="38989" y="48387"/>
                  </a:lnTo>
                  <a:lnTo>
                    <a:pt x="38287" y="48106"/>
                  </a:lnTo>
                  <a:lnTo>
                    <a:pt x="37565" y="47836"/>
                  </a:lnTo>
                  <a:lnTo>
                    <a:pt x="36807" y="47595"/>
                  </a:lnTo>
                  <a:lnTo>
                    <a:pt x="36014" y="47382"/>
                  </a:lnTo>
                  <a:lnTo>
                    <a:pt x="35185" y="47197"/>
                  </a:lnTo>
                  <a:lnTo>
                    <a:pt x="34319" y="47041"/>
                  </a:lnTo>
                  <a:lnTo>
                    <a:pt x="33418" y="46913"/>
                  </a:lnTo>
                  <a:lnTo>
                    <a:pt x="32482" y="46813"/>
                  </a:lnTo>
                  <a:lnTo>
                    <a:pt x="31509" y="46742"/>
                  </a:lnTo>
                  <a:lnTo>
                    <a:pt x="30500" y="46700"/>
                  </a:lnTo>
                  <a:lnTo>
                    <a:pt x="29456" y="46686"/>
                  </a:lnTo>
                  <a:lnTo>
                    <a:pt x="28495" y="46700"/>
                  </a:lnTo>
                  <a:lnTo>
                    <a:pt x="27562" y="46742"/>
                  </a:lnTo>
                  <a:lnTo>
                    <a:pt x="26657" y="46813"/>
                  </a:lnTo>
                  <a:lnTo>
                    <a:pt x="25781" y="46913"/>
                  </a:lnTo>
                  <a:lnTo>
                    <a:pt x="24933" y="47041"/>
                  </a:lnTo>
                  <a:lnTo>
                    <a:pt x="24113" y="47197"/>
                  </a:lnTo>
                  <a:lnTo>
                    <a:pt x="23322" y="47382"/>
                  </a:lnTo>
                  <a:lnTo>
                    <a:pt x="22560" y="47595"/>
                  </a:lnTo>
                  <a:lnTo>
                    <a:pt x="21825" y="47836"/>
                  </a:lnTo>
                  <a:lnTo>
                    <a:pt x="21119" y="48106"/>
                  </a:lnTo>
                  <a:lnTo>
                    <a:pt x="20452" y="48387"/>
                  </a:lnTo>
                  <a:lnTo>
                    <a:pt x="19810" y="48686"/>
                  </a:lnTo>
                  <a:lnTo>
                    <a:pt x="19193" y="49005"/>
                  </a:lnTo>
                  <a:lnTo>
                    <a:pt x="18600" y="49341"/>
                  </a:lnTo>
                  <a:lnTo>
                    <a:pt x="18032" y="49696"/>
                  </a:lnTo>
                  <a:lnTo>
                    <a:pt x="17488" y="50070"/>
                  </a:lnTo>
                  <a:lnTo>
                    <a:pt x="16970" y="50462"/>
                  </a:lnTo>
                  <a:lnTo>
                    <a:pt x="16476" y="50873"/>
                  </a:lnTo>
                  <a:lnTo>
                    <a:pt x="16006" y="51302"/>
                  </a:lnTo>
                  <a:lnTo>
                    <a:pt x="15562" y="51749"/>
                  </a:lnTo>
                  <a:lnTo>
                    <a:pt x="15153" y="52214"/>
                  </a:lnTo>
                  <a:lnTo>
                    <a:pt x="14766" y="52693"/>
                  </a:lnTo>
                  <a:lnTo>
                    <a:pt x="14402" y="53187"/>
                  </a:lnTo>
                  <a:lnTo>
                    <a:pt x="14060" y="53696"/>
                  </a:lnTo>
                  <a:lnTo>
                    <a:pt x="13740" y="54220"/>
                  </a:lnTo>
                  <a:lnTo>
                    <a:pt x="13442" y="54758"/>
                  </a:lnTo>
                  <a:lnTo>
                    <a:pt x="13167" y="55311"/>
                  </a:lnTo>
                  <a:lnTo>
                    <a:pt x="12914" y="55880"/>
                  </a:lnTo>
                  <a:lnTo>
                    <a:pt x="12683" y="56463"/>
                  </a:lnTo>
                  <a:lnTo>
                    <a:pt x="12474" y="57060"/>
                  </a:lnTo>
                  <a:lnTo>
                    <a:pt x="12286" y="57656"/>
                  </a:lnTo>
                  <a:lnTo>
                    <a:pt x="12118" y="58256"/>
                  </a:lnTo>
                  <a:lnTo>
                    <a:pt x="11970" y="58861"/>
                  </a:lnTo>
                  <a:lnTo>
                    <a:pt x="11841" y="59471"/>
                  </a:lnTo>
                  <a:lnTo>
                    <a:pt x="11733" y="60086"/>
                  </a:lnTo>
                  <a:lnTo>
                    <a:pt x="11644" y="60706"/>
                  </a:lnTo>
                  <a:lnTo>
                    <a:pt x="11575" y="61331"/>
                  </a:lnTo>
                  <a:lnTo>
                    <a:pt x="11525" y="61961"/>
                  </a:lnTo>
                  <a:lnTo>
                    <a:pt x="11496" y="62596"/>
                  </a:lnTo>
                  <a:lnTo>
                    <a:pt x="11486" y="63236"/>
                  </a:lnTo>
                  <a:lnTo>
                    <a:pt x="11496" y="64032"/>
                  </a:lnTo>
                  <a:lnTo>
                    <a:pt x="11525" y="64814"/>
                  </a:lnTo>
                  <a:lnTo>
                    <a:pt x="11575" y="65583"/>
                  </a:lnTo>
                  <a:lnTo>
                    <a:pt x="11644" y="66338"/>
                  </a:lnTo>
                  <a:lnTo>
                    <a:pt x="11733" y="67080"/>
                  </a:lnTo>
                  <a:lnTo>
                    <a:pt x="11841" y="67808"/>
                  </a:lnTo>
                  <a:lnTo>
                    <a:pt x="11970" y="68523"/>
                  </a:lnTo>
                  <a:lnTo>
                    <a:pt x="12118" y="69223"/>
                  </a:lnTo>
                  <a:lnTo>
                    <a:pt x="12286" y="69911"/>
                  </a:lnTo>
                  <a:lnTo>
                    <a:pt x="12474" y="70584"/>
                  </a:lnTo>
                  <a:lnTo>
                    <a:pt x="12683" y="71230"/>
                  </a:lnTo>
                  <a:lnTo>
                    <a:pt x="12916" y="71859"/>
                  </a:lnTo>
                  <a:lnTo>
                    <a:pt x="13172" y="72470"/>
                  </a:lnTo>
                  <a:lnTo>
                    <a:pt x="13452" y="73065"/>
                  </a:lnTo>
                  <a:lnTo>
                    <a:pt x="13755" y="73641"/>
                  </a:lnTo>
                  <a:lnTo>
                    <a:pt x="14082" y="74201"/>
                  </a:lnTo>
                  <a:lnTo>
                    <a:pt x="14432" y="74743"/>
                  </a:lnTo>
                  <a:lnTo>
                    <a:pt x="14806" y="75268"/>
                  </a:lnTo>
                  <a:lnTo>
                    <a:pt x="15203" y="75776"/>
                  </a:lnTo>
                  <a:lnTo>
                    <a:pt x="15623" y="76266"/>
                  </a:lnTo>
                  <a:lnTo>
                    <a:pt x="16069" y="76725"/>
                  </a:lnTo>
                  <a:lnTo>
                    <a:pt x="16542" y="77163"/>
                  </a:lnTo>
                  <a:lnTo>
                    <a:pt x="17042" y="77579"/>
                  </a:lnTo>
                  <a:lnTo>
                    <a:pt x="17570" y="77975"/>
                  </a:lnTo>
                  <a:lnTo>
                    <a:pt x="18124" y="78350"/>
                  </a:lnTo>
                  <a:lnTo>
                    <a:pt x="18706" y="78704"/>
                  </a:lnTo>
                  <a:lnTo>
                    <a:pt x="19315" y="79037"/>
                  </a:lnTo>
                  <a:lnTo>
                    <a:pt x="19951" y="79349"/>
                  </a:lnTo>
                  <a:lnTo>
                    <a:pt x="20614" y="79640"/>
                  </a:lnTo>
                  <a:lnTo>
                    <a:pt x="21305" y="79909"/>
                  </a:lnTo>
                  <a:lnTo>
                    <a:pt x="22024" y="80156"/>
                  </a:lnTo>
                  <a:lnTo>
                    <a:pt x="22772" y="80376"/>
                  </a:lnTo>
                  <a:lnTo>
                    <a:pt x="23550" y="80571"/>
                  </a:lnTo>
                  <a:lnTo>
                    <a:pt x="24358" y="80739"/>
                  </a:lnTo>
                  <a:lnTo>
                    <a:pt x="25195" y="80882"/>
                  </a:lnTo>
                  <a:lnTo>
                    <a:pt x="26062" y="80999"/>
                  </a:lnTo>
                  <a:lnTo>
                    <a:pt x="26959" y="81089"/>
                  </a:lnTo>
                  <a:lnTo>
                    <a:pt x="27885" y="81154"/>
                  </a:lnTo>
                  <a:lnTo>
                    <a:pt x="28841" y="81193"/>
                  </a:lnTo>
                  <a:lnTo>
                    <a:pt x="29827" y="81206"/>
                  </a:lnTo>
                  <a:lnTo>
                    <a:pt x="30823" y="81193"/>
                  </a:lnTo>
                  <a:lnTo>
                    <a:pt x="31788" y="81154"/>
                  </a:lnTo>
                  <a:lnTo>
                    <a:pt x="32721" y="81089"/>
                  </a:lnTo>
                  <a:lnTo>
                    <a:pt x="33621" y="80999"/>
                  </a:lnTo>
                  <a:lnTo>
                    <a:pt x="34489" y="80882"/>
                  </a:lnTo>
                  <a:lnTo>
                    <a:pt x="35325" y="80739"/>
                  </a:lnTo>
                  <a:lnTo>
                    <a:pt x="36129" y="80571"/>
                  </a:lnTo>
                  <a:lnTo>
                    <a:pt x="36901" y="80376"/>
                  </a:lnTo>
                  <a:lnTo>
                    <a:pt x="37641" y="80156"/>
                  </a:lnTo>
                  <a:lnTo>
                    <a:pt x="38349" y="79909"/>
                  </a:lnTo>
                  <a:lnTo>
                    <a:pt x="39027" y="79640"/>
                  </a:lnTo>
                  <a:lnTo>
                    <a:pt x="39678" y="79349"/>
                  </a:lnTo>
                  <a:lnTo>
                    <a:pt x="40301" y="79037"/>
                  </a:lnTo>
                  <a:lnTo>
                    <a:pt x="40898" y="78704"/>
                  </a:lnTo>
                  <a:lnTo>
                    <a:pt x="41467" y="78350"/>
                  </a:lnTo>
                  <a:lnTo>
                    <a:pt x="42010" y="77975"/>
                  </a:lnTo>
                  <a:lnTo>
                    <a:pt x="42525" y="77579"/>
                  </a:lnTo>
                  <a:lnTo>
                    <a:pt x="43013" y="77163"/>
                  </a:lnTo>
                  <a:lnTo>
                    <a:pt x="43473" y="76725"/>
                  </a:lnTo>
                  <a:lnTo>
                    <a:pt x="43907" y="76266"/>
                  </a:lnTo>
                  <a:lnTo>
                    <a:pt x="44314" y="75775"/>
                  </a:lnTo>
                  <a:lnTo>
                    <a:pt x="44697" y="75265"/>
                  </a:lnTo>
                  <a:lnTo>
                    <a:pt x="45055" y="74737"/>
                  </a:lnTo>
                  <a:lnTo>
                    <a:pt x="45389" y="74191"/>
                  </a:lnTo>
                  <a:lnTo>
                    <a:pt x="45698" y="73626"/>
                  </a:lnTo>
                  <a:lnTo>
                    <a:pt x="45982" y="73042"/>
                  </a:lnTo>
                  <a:lnTo>
                    <a:pt x="46241" y="72440"/>
                  </a:lnTo>
                  <a:lnTo>
                    <a:pt x="46476" y="71820"/>
                  </a:lnTo>
                  <a:lnTo>
                    <a:pt x="46686" y="71180"/>
                  </a:lnTo>
                  <a:lnTo>
                    <a:pt x="46871" y="70523"/>
                  </a:lnTo>
                  <a:lnTo>
                    <a:pt x="47047" y="69836"/>
                  </a:lnTo>
                  <a:lnTo>
                    <a:pt x="47204" y="69135"/>
                  </a:lnTo>
                  <a:lnTo>
                    <a:pt x="47343" y="68418"/>
                  </a:lnTo>
                  <a:lnTo>
                    <a:pt x="47464" y="67687"/>
                  </a:lnTo>
                  <a:lnTo>
                    <a:pt x="47566" y="66941"/>
                  </a:lnTo>
                  <a:lnTo>
                    <a:pt x="47649" y="66180"/>
                  </a:lnTo>
                  <a:lnTo>
                    <a:pt x="47714" y="65405"/>
                  </a:lnTo>
                  <a:lnTo>
                    <a:pt x="47760" y="64614"/>
                  </a:lnTo>
                  <a:lnTo>
                    <a:pt x="47788" y="638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255110" y="5620879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259635" y="3694314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256480" y="1765248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812040" y="6377314"/>
              <a:ext cx="71645" cy="95086"/>
            </a:xfrm>
            <a:custGeom>
              <a:avLst/>
              <a:pathLst>
                <a:path w="71645" h="95086">
                  <a:moveTo>
                    <a:pt x="63731" y="7739"/>
                  </a:moveTo>
                  <a:lnTo>
                    <a:pt x="64488" y="8521"/>
                  </a:lnTo>
                  <a:lnTo>
                    <a:pt x="65208" y="9320"/>
                  </a:lnTo>
                  <a:lnTo>
                    <a:pt x="65892" y="10134"/>
                  </a:lnTo>
                  <a:lnTo>
                    <a:pt x="66540" y="10965"/>
                  </a:lnTo>
                  <a:lnTo>
                    <a:pt x="67151" y="11811"/>
                  </a:lnTo>
                  <a:lnTo>
                    <a:pt x="67727" y="12674"/>
                  </a:lnTo>
                  <a:lnTo>
                    <a:pt x="68266" y="13552"/>
                  </a:lnTo>
                  <a:lnTo>
                    <a:pt x="68769" y="14447"/>
                  </a:lnTo>
                  <a:lnTo>
                    <a:pt x="69236" y="15357"/>
                  </a:lnTo>
                  <a:lnTo>
                    <a:pt x="69667" y="16284"/>
                  </a:lnTo>
                  <a:lnTo>
                    <a:pt x="70058" y="17206"/>
                  </a:lnTo>
                  <a:lnTo>
                    <a:pt x="70406" y="18138"/>
                  </a:lnTo>
                  <a:lnTo>
                    <a:pt x="70711" y="19079"/>
                  </a:lnTo>
                  <a:lnTo>
                    <a:pt x="70973" y="20029"/>
                  </a:lnTo>
                  <a:lnTo>
                    <a:pt x="71193" y="20988"/>
                  </a:lnTo>
                  <a:lnTo>
                    <a:pt x="71369" y="21957"/>
                  </a:lnTo>
                  <a:lnTo>
                    <a:pt x="71502" y="22935"/>
                  </a:lnTo>
                  <a:lnTo>
                    <a:pt x="71593" y="23922"/>
                  </a:lnTo>
                  <a:lnTo>
                    <a:pt x="71640" y="24918"/>
                  </a:lnTo>
                  <a:lnTo>
                    <a:pt x="71645" y="25924"/>
                  </a:lnTo>
                  <a:lnTo>
                    <a:pt x="71605" y="26920"/>
                  </a:lnTo>
                  <a:lnTo>
                    <a:pt x="71519" y="27922"/>
                  </a:lnTo>
                  <a:lnTo>
                    <a:pt x="71386" y="28931"/>
                  </a:lnTo>
                  <a:lnTo>
                    <a:pt x="71207" y="29945"/>
                  </a:lnTo>
                  <a:lnTo>
                    <a:pt x="70982" y="30965"/>
                  </a:lnTo>
                  <a:lnTo>
                    <a:pt x="70711" y="31990"/>
                  </a:lnTo>
                  <a:lnTo>
                    <a:pt x="70393" y="33022"/>
                  </a:lnTo>
                  <a:lnTo>
                    <a:pt x="70029" y="34060"/>
                  </a:lnTo>
                  <a:lnTo>
                    <a:pt x="69618" y="35103"/>
                  </a:lnTo>
                  <a:lnTo>
                    <a:pt x="69162" y="36153"/>
                  </a:lnTo>
                  <a:lnTo>
                    <a:pt x="68655" y="37203"/>
                  </a:lnTo>
                  <a:lnTo>
                    <a:pt x="68094" y="38251"/>
                  </a:lnTo>
                  <a:lnTo>
                    <a:pt x="67479" y="39295"/>
                  </a:lnTo>
                  <a:lnTo>
                    <a:pt x="66811" y="40335"/>
                  </a:lnTo>
                  <a:lnTo>
                    <a:pt x="66089" y="41373"/>
                  </a:lnTo>
                  <a:lnTo>
                    <a:pt x="65312" y="42406"/>
                  </a:lnTo>
                  <a:lnTo>
                    <a:pt x="64482" y="43437"/>
                  </a:lnTo>
                  <a:lnTo>
                    <a:pt x="63598" y="44464"/>
                  </a:lnTo>
                  <a:lnTo>
                    <a:pt x="62660" y="45488"/>
                  </a:lnTo>
                  <a:lnTo>
                    <a:pt x="61669" y="46508"/>
                  </a:lnTo>
                  <a:lnTo>
                    <a:pt x="44241" y="63935"/>
                  </a:lnTo>
                  <a:lnTo>
                    <a:pt x="67351" y="87046"/>
                  </a:lnTo>
                  <a:lnTo>
                    <a:pt x="59311" y="95086"/>
                  </a:lnTo>
                  <a:lnTo>
                    <a:pt x="0" y="35774"/>
                  </a:lnTo>
                  <a:lnTo>
                    <a:pt x="24962" y="10812"/>
                  </a:lnTo>
                  <a:lnTo>
                    <a:pt x="26014" y="9786"/>
                  </a:lnTo>
                  <a:lnTo>
                    <a:pt x="27065" y="8813"/>
                  </a:lnTo>
                  <a:lnTo>
                    <a:pt x="28115" y="7893"/>
                  </a:lnTo>
                  <a:lnTo>
                    <a:pt x="29165" y="7026"/>
                  </a:lnTo>
                  <a:lnTo>
                    <a:pt x="30213" y="6213"/>
                  </a:lnTo>
                  <a:lnTo>
                    <a:pt x="31261" y="5452"/>
                  </a:lnTo>
                  <a:lnTo>
                    <a:pt x="32308" y="4744"/>
                  </a:lnTo>
                  <a:lnTo>
                    <a:pt x="33354" y="4090"/>
                  </a:lnTo>
                  <a:lnTo>
                    <a:pt x="34399" y="3488"/>
                  </a:lnTo>
                  <a:lnTo>
                    <a:pt x="35443" y="2940"/>
                  </a:lnTo>
                  <a:lnTo>
                    <a:pt x="36477" y="2433"/>
                  </a:lnTo>
                  <a:lnTo>
                    <a:pt x="37506" y="1975"/>
                  </a:lnTo>
                  <a:lnTo>
                    <a:pt x="38531" y="1565"/>
                  </a:lnTo>
                  <a:lnTo>
                    <a:pt x="39552" y="1202"/>
                  </a:lnTo>
                  <a:lnTo>
                    <a:pt x="40569" y="888"/>
                  </a:lnTo>
                  <a:lnTo>
                    <a:pt x="41581" y="621"/>
                  </a:lnTo>
                  <a:lnTo>
                    <a:pt x="42589" y="403"/>
                  </a:lnTo>
                  <a:lnTo>
                    <a:pt x="43593" y="232"/>
                  </a:lnTo>
                  <a:lnTo>
                    <a:pt x="44593" y="110"/>
                  </a:lnTo>
                  <a:lnTo>
                    <a:pt x="45588" y="35"/>
                  </a:lnTo>
                  <a:lnTo>
                    <a:pt x="46570" y="0"/>
                  </a:lnTo>
                  <a:lnTo>
                    <a:pt x="47547" y="10"/>
                  </a:lnTo>
                  <a:lnTo>
                    <a:pt x="48517" y="67"/>
                  </a:lnTo>
                  <a:lnTo>
                    <a:pt x="49481" y="170"/>
                  </a:lnTo>
                  <a:lnTo>
                    <a:pt x="50440" y="319"/>
                  </a:lnTo>
                  <a:lnTo>
                    <a:pt x="51392" y="515"/>
                  </a:lnTo>
                  <a:lnTo>
                    <a:pt x="52339" y="757"/>
                  </a:lnTo>
                  <a:lnTo>
                    <a:pt x="53280" y="1046"/>
                  </a:lnTo>
                  <a:lnTo>
                    <a:pt x="54215" y="1380"/>
                  </a:lnTo>
                  <a:lnTo>
                    <a:pt x="55144" y="1761"/>
                  </a:lnTo>
                  <a:lnTo>
                    <a:pt x="56056" y="2177"/>
                  </a:lnTo>
                  <a:lnTo>
                    <a:pt x="56956" y="2633"/>
                  </a:lnTo>
                  <a:lnTo>
                    <a:pt x="57844" y="3130"/>
                  </a:lnTo>
                  <a:lnTo>
                    <a:pt x="58720" y="3667"/>
                  </a:lnTo>
                  <a:lnTo>
                    <a:pt x="59585" y="4245"/>
                  </a:lnTo>
                  <a:lnTo>
                    <a:pt x="60438" y="4863"/>
                  </a:lnTo>
                  <a:lnTo>
                    <a:pt x="61279" y="5521"/>
                  </a:lnTo>
                  <a:lnTo>
                    <a:pt x="62108" y="6220"/>
                  </a:lnTo>
                  <a:lnTo>
                    <a:pt x="62926" y="6959"/>
                  </a:lnTo>
                  <a:close/>
                  <a:moveTo>
                    <a:pt x="55733" y="15905"/>
                  </a:moveTo>
                  <a:lnTo>
                    <a:pt x="54598" y="14839"/>
                  </a:lnTo>
                  <a:lnTo>
                    <a:pt x="53448" y="13896"/>
                  </a:lnTo>
                  <a:lnTo>
                    <a:pt x="52284" y="13078"/>
                  </a:lnTo>
                  <a:lnTo>
                    <a:pt x="51106" y="12383"/>
                  </a:lnTo>
                  <a:lnTo>
                    <a:pt x="49914" y="11811"/>
                  </a:lnTo>
                  <a:lnTo>
                    <a:pt x="48707" y="11364"/>
                  </a:lnTo>
                  <a:lnTo>
                    <a:pt x="47486" y="11040"/>
                  </a:lnTo>
                  <a:lnTo>
                    <a:pt x="46250" y="10840"/>
                  </a:lnTo>
                  <a:lnTo>
                    <a:pt x="45000" y="10764"/>
                  </a:lnTo>
                  <a:lnTo>
                    <a:pt x="43736" y="10812"/>
                  </a:lnTo>
                  <a:lnTo>
                    <a:pt x="42451" y="10977"/>
                  </a:lnTo>
                  <a:lnTo>
                    <a:pt x="41157" y="11270"/>
                  </a:lnTo>
                  <a:lnTo>
                    <a:pt x="39852" y="11691"/>
                  </a:lnTo>
                  <a:lnTo>
                    <a:pt x="38537" y="12239"/>
                  </a:lnTo>
                  <a:lnTo>
                    <a:pt x="37211" y="12916"/>
                  </a:lnTo>
                  <a:lnTo>
                    <a:pt x="35876" y="13721"/>
                  </a:lnTo>
                  <a:lnTo>
                    <a:pt x="34531" y="14654"/>
                  </a:lnTo>
                  <a:lnTo>
                    <a:pt x="33175" y="15715"/>
                  </a:lnTo>
                  <a:lnTo>
                    <a:pt x="31810" y="16904"/>
                  </a:lnTo>
                  <a:lnTo>
                    <a:pt x="30434" y="18220"/>
                  </a:lnTo>
                  <a:lnTo>
                    <a:pt x="14480" y="34174"/>
                  </a:lnTo>
                  <a:lnTo>
                    <a:pt x="37885" y="57579"/>
                  </a:lnTo>
                  <a:lnTo>
                    <a:pt x="54176" y="41288"/>
                  </a:lnTo>
                  <a:lnTo>
                    <a:pt x="55497" y="39906"/>
                  </a:lnTo>
                  <a:lnTo>
                    <a:pt x="56683" y="38535"/>
                  </a:lnTo>
                  <a:lnTo>
                    <a:pt x="57733" y="37178"/>
                  </a:lnTo>
                  <a:lnTo>
                    <a:pt x="58648" y="35833"/>
                  </a:lnTo>
                  <a:lnTo>
                    <a:pt x="59427" y="34501"/>
                  </a:lnTo>
                  <a:lnTo>
                    <a:pt x="60071" y="33181"/>
                  </a:lnTo>
                  <a:lnTo>
                    <a:pt x="60579" y="31874"/>
                  </a:lnTo>
                  <a:lnTo>
                    <a:pt x="60951" y="30579"/>
                  </a:lnTo>
                  <a:lnTo>
                    <a:pt x="61188" y="29298"/>
                  </a:lnTo>
                  <a:lnTo>
                    <a:pt x="61290" y="28028"/>
                  </a:lnTo>
                  <a:lnTo>
                    <a:pt x="61272" y="26763"/>
                  </a:lnTo>
                  <a:lnTo>
                    <a:pt x="61135" y="25509"/>
                  </a:lnTo>
                  <a:lnTo>
                    <a:pt x="60878" y="24268"/>
                  </a:lnTo>
                  <a:lnTo>
                    <a:pt x="60502" y="23038"/>
                  </a:lnTo>
                  <a:lnTo>
                    <a:pt x="60006" y="21819"/>
                  </a:lnTo>
                  <a:lnTo>
                    <a:pt x="59390" y="20613"/>
                  </a:lnTo>
                  <a:lnTo>
                    <a:pt x="58655" y="19418"/>
                  </a:lnTo>
                  <a:lnTo>
                    <a:pt x="57801" y="18235"/>
                  </a:lnTo>
                  <a:lnTo>
                    <a:pt x="56827" y="170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890010" y="6341904"/>
              <a:ext cx="65837" cy="66215"/>
            </a:xfrm>
            <a:custGeom>
              <a:avLst/>
              <a:pathLst>
                <a:path w="65837" h="66215">
                  <a:moveTo>
                    <a:pt x="53281" y="12924"/>
                  </a:moveTo>
                  <a:lnTo>
                    <a:pt x="55559" y="15307"/>
                  </a:lnTo>
                  <a:lnTo>
                    <a:pt x="57609" y="17673"/>
                  </a:lnTo>
                  <a:lnTo>
                    <a:pt x="59431" y="20022"/>
                  </a:lnTo>
                  <a:lnTo>
                    <a:pt x="61027" y="22354"/>
                  </a:lnTo>
                  <a:lnTo>
                    <a:pt x="62395" y="24669"/>
                  </a:lnTo>
                  <a:lnTo>
                    <a:pt x="63536" y="26967"/>
                  </a:lnTo>
                  <a:lnTo>
                    <a:pt x="64449" y="29249"/>
                  </a:lnTo>
                  <a:lnTo>
                    <a:pt x="65135" y="31513"/>
                  </a:lnTo>
                  <a:lnTo>
                    <a:pt x="65594" y="33761"/>
                  </a:lnTo>
                  <a:lnTo>
                    <a:pt x="65825" y="35992"/>
                  </a:lnTo>
                  <a:lnTo>
                    <a:pt x="65837" y="38204"/>
                  </a:lnTo>
                  <a:lnTo>
                    <a:pt x="65637" y="40394"/>
                  </a:lnTo>
                  <a:lnTo>
                    <a:pt x="65224" y="42562"/>
                  </a:lnTo>
                  <a:lnTo>
                    <a:pt x="64600" y="44708"/>
                  </a:lnTo>
                  <a:lnTo>
                    <a:pt x="63763" y="46832"/>
                  </a:lnTo>
                  <a:lnTo>
                    <a:pt x="62714" y="48934"/>
                  </a:lnTo>
                  <a:lnTo>
                    <a:pt x="61453" y="51014"/>
                  </a:lnTo>
                  <a:lnTo>
                    <a:pt x="59979" y="53073"/>
                  </a:lnTo>
                  <a:lnTo>
                    <a:pt x="58294" y="55109"/>
                  </a:lnTo>
                  <a:lnTo>
                    <a:pt x="56396" y="57124"/>
                  </a:lnTo>
                  <a:lnTo>
                    <a:pt x="55441" y="58051"/>
                  </a:lnTo>
                  <a:lnTo>
                    <a:pt x="54477" y="58929"/>
                  </a:lnTo>
                  <a:lnTo>
                    <a:pt x="53504" y="59758"/>
                  </a:lnTo>
                  <a:lnTo>
                    <a:pt x="52523" y="60539"/>
                  </a:lnTo>
                  <a:lnTo>
                    <a:pt x="51534" y="61270"/>
                  </a:lnTo>
                  <a:lnTo>
                    <a:pt x="50537" y="61953"/>
                  </a:lnTo>
                  <a:lnTo>
                    <a:pt x="49531" y="62587"/>
                  </a:lnTo>
                  <a:lnTo>
                    <a:pt x="48516" y="63172"/>
                  </a:lnTo>
                  <a:lnTo>
                    <a:pt x="47493" y="63709"/>
                  </a:lnTo>
                  <a:lnTo>
                    <a:pt x="46462" y="64196"/>
                  </a:lnTo>
                  <a:lnTo>
                    <a:pt x="45422" y="64633"/>
                  </a:lnTo>
                  <a:lnTo>
                    <a:pt x="44376" y="65016"/>
                  </a:lnTo>
                  <a:lnTo>
                    <a:pt x="43321" y="65346"/>
                  </a:lnTo>
                  <a:lnTo>
                    <a:pt x="42259" y="65624"/>
                  </a:lnTo>
                  <a:lnTo>
                    <a:pt x="41189" y="65848"/>
                  </a:lnTo>
                  <a:lnTo>
                    <a:pt x="40112" y="66020"/>
                  </a:lnTo>
                  <a:lnTo>
                    <a:pt x="39027" y="66138"/>
                  </a:lnTo>
                  <a:lnTo>
                    <a:pt x="37935" y="66203"/>
                  </a:lnTo>
                  <a:lnTo>
                    <a:pt x="36835" y="66215"/>
                  </a:lnTo>
                  <a:lnTo>
                    <a:pt x="35728" y="66174"/>
                  </a:lnTo>
                  <a:lnTo>
                    <a:pt x="34622" y="66072"/>
                  </a:lnTo>
                  <a:lnTo>
                    <a:pt x="33510" y="65917"/>
                  </a:lnTo>
                  <a:lnTo>
                    <a:pt x="32392" y="65708"/>
                  </a:lnTo>
                  <a:lnTo>
                    <a:pt x="31269" y="65447"/>
                  </a:lnTo>
                  <a:lnTo>
                    <a:pt x="30139" y="65133"/>
                  </a:lnTo>
                  <a:lnTo>
                    <a:pt x="29004" y="64765"/>
                  </a:lnTo>
                  <a:lnTo>
                    <a:pt x="27863" y="64345"/>
                  </a:lnTo>
                  <a:lnTo>
                    <a:pt x="26716" y="63871"/>
                  </a:lnTo>
                  <a:lnTo>
                    <a:pt x="25563" y="63344"/>
                  </a:lnTo>
                  <a:lnTo>
                    <a:pt x="24404" y="62765"/>
                  </a:lnTo>
                  <a:lnTo>
                    <a:pt x="23240" y="62113"/>
                  </a:lnTo>
                  <a:lnTo>
                    <a:pt x="22072" y="61403"/>
                  </a:lnTo>
                  <a:lnTo>
                    <a:pt x="20900" y="60634"/>
                  </a:lnTo>
                  <a:lnTo>
                    <a:pt x="19723" y="59808"/>
                  </a:lnTo>
                  <a:lnTo>
                    <a:pt x="18542" y="58924"/>
                  </a:lnTo>
                  <a:lnTo>
                    <a:pt x="17357" y="57981"/>
                  </a:lnTo>
                  <a:lnTo>
                    <a:pt x="16168" y="56980"/>
                  </a:lnTo>
                  <a:lnTo>
                    <a:pt x="14975" y="55922"/>
                  </a:lnTo>
                  <a:lnTo>
                    <a:pt x="13777" y="54805"/>
                  </a:lnTo>
                  <a:lnTo>
                    <a:pt x="12575" y="53630"/>
                  </a:lnTo>
                  <a:lnTo>
                    <a:pt x="8301" y="48947"/>
                  </a:lnTo>
                  <a:lnTo>
                    <a:pt x="4906" y="44327"/>
                  </a:lnTo>
                  <a:lnTo>
                    <a:pt x="2390" y="39770"/>
                  </a:lnTo>
                  <a:lnTo>
                    <a:pt x="755" y="35277"/>
                  </a:lnTo>
                  <a:lnTo>
                    <a:pt x="0" y="30846"/>
                  </a:lnTo>
                  <a:lnTo>
                    <a:pt x="124" y="26479"/>
                  </a:lnTo>
                  <a:lnTo>
                    <a:pt x="1128" y="22175"/>
                  </a:lnTo>
                  <a:lnTo>
                    <a:pt x="3011" y="17934"/>
                  </a:lnTo>
                  <a:lnTo>
                    <a:pt x="5775" y="13756"/>
                  </a:lnTo>
                  <a:lnTo>
                    <a:pt x="9418" y="9641"/>
                  </a:lnTo>
                  <a:lnTo>
                    <a:pt x="10479" y="8610"/>
                  </a:lnTo>
                  <a:lnTo>
                    <a:pt x="11540" y="7637"/>
                  </a:lnTo>
                  <a:lnTo>
                    <a:pt x="12601" y="6724"/>
                  </a:lnTo>
                  <a:lnTo>
                    <a:pt x="13661" y="5869"/>
                  </a:lnTo>
                  <a:lnTo>
                    <a:pt x="14722" y="5074"/>
                  </a:lnTo>
                  <a:lnTo>
                    <a:pt x="15783" y="4337"/>
                  </a:lnTo>
                  <a:lnTo>
                    <a:pt x="16844" y="3659"/>
                  </a:lnTo>
                  <a:lnTo>
                    <a:pt x="17905" y="3040"/>
                  </a:lnTo>
                  <a:lnTo>
                    <a:pt x="18965" y="2481"/>
                  </a:lnTo>
                  <a:lnTo>
                    <a:pt x="20026" y="1980"/>
                  </a:lnTo>
                  <a:lnTo>
                    <a:pt x="21096" y="1529"/>
                  </a:lnTo>
                  <a:lnTo>
                    <a:pt x="22166" y="1136"/>
                  </a:lnTo>
                  <a:lnTo>
                    <a:pt x="23238" y="801"/>
                  </a:lnTo>
                  <a:lnTo>
                    <a:pt x="24310" y="525"/>
                  </a:lnTo>
                  <a:lnTo>
                    <a:pt x="25383" y="306"/>
                  </a:lnTo>
                  <a:lnTo>
                    <a:pt x="26457" y="146"/>
                  </a:lnTo>
                  <a:lnTo>
                    <a:pt x="27531" y="44"/>
                  </a:lnTo>
                  <a:lnTo>
                    <a:pt x="28607" y="0"/>
                  </a:lnTo>
                  <a:lnTo>
                    <a:pt x="29683" y="13"/>
                  </a:lnTo>
                  <a:lnTo>
                    <a:pt x="30760" y="85"/>
                  </a:lnTo>
                  <a:lnTo>
                    <a:pt x="31848" y="206"/>
                  </a:lnTo>
                  <a:lnTo>
                    <a:pt x="32939" y="382"/>
                  </a:lnTo>
                  <a:lnTo>
                    <a:pt x="34034" y="613"/>
                  </a:lnTo>
                  <a:lnTo>
                    <a:pt x="35132" y="900"/>
                  </a:lnTo>
                  <a:lnTo>
                    <a:pt x="36233" y="1243"/>
                  </a:lnTo>
                  <a:lnTo>
                    <a:pt x="37337" y="1641"/>
                  </a:lnTo>
                  <a:lnTo>
                    <a:pt x="38445" y="2095"/>
                  </a:lnTo>
                  <a:lnTo>
                    <a:pt x="39557" y="2604"/>
                  </a:lnTo>
                  <a:lnTo>
                    <a:pt x="40671" y="3169"/>
                  </a:lnTo>
                  <a:lnTo>
                    <a:pt x="41789" y="3790"/>
                  </a:lnTo>
                  <a:lnTo>
                    <a:pt x="42912" y="4465"/>
                  </a:lnTo>
                  <a:lnTo>
                    <a:pt x="44041" y="5192"/>
                  </a:lnTo>
                  <a:lnTo>
                    <a:pt x="45175" y="5973"/>
                  </a:lnTo>
                  <a:lnTo>
                    <a:pt x="46315" y="6807"/>
                  </a:lnTo>
                  <a:lnTo>
                    <a:pt x="47462" y="7694"/>
                  </a:lnTo>
                  <a:lnTo>
                    <a:pt x="48614" y="8634"/>
                  </a:lnTo>
                  <a:lnTo>
                    <a:pt x="49772" y="9627"/>
                  </a:lnTo>
                  <a:lnTo>
                    <a:pt x="50936" y="10673"/>
                  </a:lnTo>
                  <a:lnTo>
                    <a:pt x="52105" y="11772"/>
                  </a:lnTo>
                  <a:close/>
                  <a:moveTo>
                    <a:pt x="45325" y="20880"/>
                  </a:moveTo>
                  <a:lnTo>
                    <a:pt x="44275" y="19846"/>
                  </a:lnTo>
                  <a:lnTo>
                    <a:pt x="43244" y="18866"/>
                  </a:lnTo>
                  <a:lnTo>
                    <a:pt x="42234" y="17940"/>
                  </a:lnTo>
                  <a:lnTo>
                    <a:pt x="41244" y="17068"/>
                  </a:lnTo>
                  <a:lnTo>
                    <a:pt x="40274" y="16250"/>
                  </a:lnTo>
                  <a:lnTo>
                    <a:pt x="39324" y="15485"/>
                  </a:lnTo>
                  <a:lnTo>
                    <a:pt x="38395" y="14775"/>
                  </a:lnTo>
                  <a:lnTo>
                    <a:pt x="37485" y="14118"/>
                  </a:lnTo>
                  <a:lnTo>
                    <a:pt x="36596" y="13515"/>
                  </a:lnTo>
                  <a:lnTo>
                    <a:pt x="35728" y="12966"/>
                  </a:lnTo>
                  <a:lnTo>
                    <a:pt x="34883" y="12458"/>
                  </a:lnTo>
                  <a:lnTo>
                    <a:pt x="34051" y="11993"/>
                  </a:lnTo>
                  <a:lnTo>
                    <a:pt x="33230" y="11572"/>
                  </a:lnTo>
                  <a:lnTo>
                    <a:pt x="32421" y="11195"/>
                  </a:lnTo>
                  <a:lnTo>
                    <a:pt x="31623" y="10862"/>
                  </a:lnTo>
                  <a:lnTo>
                    <a:pt x="30838" y="10572"/>
                  </a:lnTo>
                  <a:lnTo>
                    <a:pt x="30064" y="10326"/>
                  </a:lnTo>
                  <a:lnTo>
                    <a:pt x="29302" y="10124"/>
                  </a:lnTo>
                  <a:lnTo>
                    <a:pt x="28552" y="9966"/>
                  </a:lnTo>
                  <a:lnTo>
                    <a:pt x="27814" y="9851"/>
                  </a:lnTo>
                  <a:lnTo>
                    <a:pt x="27095" y="9770"/>
                  </a:lnTo>
                  <a:lnTo>
                    <a:pt x="26388" y="9728"/>
                  </a:lnTo>
                  <a:lnTo>
                    <a:pt x="25691" y="9726"/>
                  </a:lnTo>
                  <a:lnTo>
                    <a:pt x="25005" y="9764"/>
                  </a:lnTo>
                  <a:lnTo>
                    <a:pt x="24330" y="9841"/>
                  </a:lnTo>
                  <a:lnTo>
                    <a:pt x="23667" y="9957"/>
                  </a:lnTo>
                  <a:lnTo>
                    <a:pt x="23014" y="10114"/>
                  </a:lnTo>
                  <a:lnTo>
                    <a:pt x="22372" y="10309"/>
                  </a:lnTo>
                  <a:lnTo>
                    <a:pt x="21741" y="10545"/>
                  </a:lnTo>
                  <a:lnTo>
                    <a:pt x="21121" y="10820"/>
                  </a:lnTo>
                  <a:lnTo>
                    <a:pt x="20500" y="11120"/>
                  </a:lnTo>
                  <a:lnTo>
                    <a:pt x="19885" y="11449"/>
                  </a:lnTo>
                  <a:lnTo>
                    <a:pt x="19274" y="11807"/>
                  </a:lnTo>
                  <a:lnTo>
                    <a:pt x="18669" y="12194"/>
                  </a:lnTo>
                  <a:lnTo>
                    <a:pt x="18069" y="12609"/>
                  </a:lnTo>
                  <a:lnTo>
                    <a:pt x="17474" y="13052"/>
                  </a:lnTo>
                  <a:lnTo>
                    <a:pt x="16883" y="13525"/>
                  </a:lnTo>
                  <a:lnTo>
                    <a:pt x="16298" y="14026"/>
                  </a:lnTo>
                  <a:lnTo>
                    <a:pt x="15718" y="14555"/>
                  </a:lnTo>
                  <a:lnTo>
                    <a:pt x="15143" y="15113"/>
                  </a:lnTo>
                  <a:lnTo>
                    <a:pt x="14577" y="15698"/>
                  </a:lnTo>
                  <a:lnTo>
                    <a:pt x="14039" y="16289"/>
                  </a:lnTo>
                  <a:lnTo>
                    <a:pt x="13529" y="16886"/>
                  </a:lnTo>
                  <a:lnTo>
                    <a:pt x="13049" y="17491"/>
                  </a:lnTo>
                  <a:lnTo>
                    <a:pt x="12596" y="18102"/>
                  </a:lnTo>
                  <a:lnTo>
                    <a:pt x="12173" y="18720"/>
                  </a:lnTo>
                  <a:lnTo>
                    <a:pt x="11778" y="19345"/>
                  </a:lnTo>
                  <a:lnTo>
                    <a:pt x="11412" y="19976"/>
                  </a:lnTo>
                  <a:lnTo>
                    <a:pt x="11074" y="20614"/>
                  </a:lnTo>
                  <a:lnTo>
                    <a:pt x="10765" y="21259"/>
                  </a:lnTo>
                  <a:lnTo>
                    <a:pt x="10490" y="21896"/>
                  </a:lnTo>
                  <a:lnTo>
                    <a:pt x="10253" y="22546"/>
                  </a:lnTo>
                  <a:lnTo>
                    <a:pt x="10056" y="23206"/>
                  </a:lnTo>
                  <a:lnTo>
                    <a:pt x="9896" y="23879"/>
                  </a:lnTo>
                  <a:lnTo>
                    <a:pt x="9776" y="24564"/>
                  </a:lnTo>
                  <a:lnTo>
                    <a:pt x="9694" y="25260"/>
                  </a:lnTo>
                  <a:lnTo>
                    <a:pt x="9651" y="25968"/>
                  </a:lnTo>
                  <a:lnTo>
                    <a:pt x="9647" y="26688"/>
                  </a:lnTo>
                  <a:lnTo>
                    <a:pt x="9682" y="27419"/>
                  </a:lnTo>
                  <a:lnTo>
                    <a:pt x="9755" y="28163"/>
                  </a:lnTo>
                  <a:lnTo>
                    <a:pt x="9861" y="28910"/>
                  </a:lnTo>
                  <a:lnTo>
                    <a:pt x="10009" y="29670"/>
                  </a:lnTo>
                  <a:lnTo>
                    <a:pt x="10201" y="30442"/>
                  </a:lnTo>
                  <a:lnTo>
                    <a:pt x="10435" y="31227"/>
                  </a:lnTo>
                  <a:lnTo>
                    <a:pt x="10713" y="32025"/>
                  </a:lnTo>
                  <a:lnTo>
                    <a:pt x="11033" y="32835"/>
                  </a:lnTo>
                  <a:lnTo>
                    <a:pt x="11396" y="33658"/>
                  </a:lnTo>
                  <a:lnTo>
                    <a:pt x="11803" y="34494"/>
                  </a:lnTo>
                  <a:lnTo>
                    <a:pt x="12252" y="35342"/>
                  </a:lnTo>
                  <a:lnTo>
                    <a:pt x="12744" y="36203"/>
                  </a:lnTo>
                  <a:lnTo>
                    <a:pt x="13291" y="37070"/>
                  </a:lnTo>
                  <a:lnTo>
                    <a:pt x="13890" y="37956"/>
                  </a:lnTo>
                  <a:lnTo>
                    <a:pt x="14541" y="38859"/>
                  </a:lnTo>
                  <a:lnTo>
                    <a:pt x="15243" y="39779"/>
                  </a:lnTo>
                  <a:lnTo>
                    <a:pt x="15996" y="40718"/>
                  </a:lnTo>
                  <a:lnTo>
                    <a:pt x="16800" y="41674"/>
                  </a:lnTo>
                  <a:lnTo>
                    <a:pt x="17656" y="42647"/>
                  </a:lnTo>
                  <a:lnTo>
                    <a:pt x="18563" y="43638"/>
                  </a:lnTo>
                  <a:lnTo>
                    <a:pt x="19521" y="44648"/>
                  </a:lnTo>
                  <a:lnTo>
                    <a:pt x="20531" y="45674"/>
                  </a:lnTo>
                  <a:lnTo>
                    <a:pt x="21583" y="46708"/>
                  </a:lnTo>
                  <a:lnTo>
                    <a:pt x="22618" y="47686"/>
                  </a:lnTo>
                  <a:lnTo>
                    <a:pt x="23634" y="48610"/>
                  </a:lnTo>
                  <a:lnTo>
                    <a:pt x="24633" y="49480"/>
                  </a:lnTo>
                  <a:lnTo>
                    <a:pt x="25614" y="50294"/>
                  </a:lnTo>
                  <a:lnTo>
                    <a:pt x="26578" y="51054"/>
                  </a:lnTo>
                  <a:lnTo>
                    <a:pt x="27524" y="51759"/>
                  </a:lnTo>
                  <a:lnTo>
                    <a:pt x="28452" y="52409"/>
                  </a:lnTo>
                  <a:lnTo>
                    <a:pt x="29362" y="53005"/>
                  </a:lnTo>
                  <a:lnTo>
                    <a:pt x="30255" y="53546"/>
                  </a:lnTo>
                  <a:lnTo>
                    <a:pt x="31124" y="54030"/>
                  </a:lnTo>
                  <a:lnTo>
                    <a:pt x="31978" y="54474"/>
                  </a:lnTo>
                  <a:lnTo>
                    <a:pt x="32818" y="54876"/>
                  </a:lnTo>
                  <a:lnTo>
                    <a:pt x="33643" y="55236"/>
                  </a:lnTo>
                  <a:lnTo>
                    <a:pt x="34454" y="55556"/>
                  </a:lnTo>
                  <a:lnTo>
                    <a:pt x="35251" y="55834"/>
                  </a:lnTo>
                  <a:lnTo>
                    <a:pt x="36034" y="56071"/>
                  </a:lnTo>
                  <a:lnTo>
                    <a:pt x="36802" y="56267"/>
                  </a:lnTo>
                  <a:lnTo>
                    <a:pt x="37556" y="56421"/>
                  </a:lnTo>
                  <a:lnTo>
                    <a:pt x="38295" y="56535"/>
                  </a:lnTo>
                  <a:lnTo>
                    <a:pt x="39030" y="56601"/>
                  </a:lnTo>
                  <a:lnTo>
                    <a:pt x="39750" y="56632"/>
                  </a:lnTo>
                  <a:lnTo>
                    <a:pt x="40457" y="56628"/>
                  </a:lnTo>
                  <a:lnTo>
                    <a:pt x="41151" y="56589"/>
                  </a:lnTo>
                  <a:lnTo>
                    <a:pt x="41831" y="56514"/>
                  </a:lnTo>
                  <a:lnTo>
                    <a:pt x="42498" y="56403"/>
                  </a:lnTo>
                  <a:lnTo>
                    <a:pt x="43151" y="56258"/>
                  </a:lnTo>
                  <a:lnTo>
                    <a:pt x="43791" y="56077"/>
                  </a:lnTo>
                  <a:lnTo>
                    <a:pt x="44418" y="55860"/>
                  </a:lnTo>
                  <a:lnTo>
                    <a:pt x="45031" y="55609"/>
                  </a:lnTo>
                  <a:lnTo>
                    <a:pt x="45641" y="55319"/>
                  </a:lnTo>
                  <a:lnTo>
                    <a:pt x="46241" y="55004"/>
                  </a:lnTo>
                  <a:lnTo>
                    <a:pt x="46833" y="54665"/>
                  </a:lnTo>
                  <a:lnTo>
                    <a:pt x="47415" y="54302"/>
                  </a:lnTo>
                  <a:lnTo>
                    <a:pt x="47988" y="53914"/>
                  </a:lnTo>
                  <a:lnTo>
                    <a:pt x="48551" y="53502"/>
                  </a:lnTo>
                  <a:lnTo>
                    <a:pt x="49106" y="53066"/>
                  </a:lnTo>
                  <a:lnTo>
                    <a:pt x="49651" y="52605"/>
                  </a:lnTo>
                  <a:lnTo>
                    <a:pt x="50187" y="52119"/>
                  </a:lnTo>
                  <a:lnTo>
                    <a:pt x="50713" y="51610"/>
                  </a:lnTo>
                  <a:lnTo>
                    <a:pt x="51281" y="51026"/>
                  </a:lnTo>
                  <a:lnTo>
                    <a:pt x="51821" y="50438"/>
                  </a:lnTo>
                  <a:lnTo>
                    <a:pt x="52335" y="49844"/>
                  </a:lnTo>
                  <a:lnTo>
                    <a:pt x="52822" y="49246"/>
                  </a:lnTo>
                  <a:lnTo>
                    <a:pt x="53281" y="48642"/>
                  </a:lnTo>
                  <a:lnTo>
                    <a:pt x="53714" y="48033"/>
                  </a:lnTo>
                  <a:lnTo>
                    <a:pt x="54120" y="47419"/>
                  </a:lnTo>
                  <a:lnTo>
                    <a:pt x="54499" y="46801"/>
                  </a:lnTo>
                  <a:lnTo>
                    <a:pt x="54850" y="46177"/>
                  </a:lnTo>
                  <a:lnTo>
                    <a:pt x="55175" y="45548"/>
                  </a:lnTo>
                  <a:lnTo>
                    <a:pt x="55459" y="44903"/>
                  </a:lnTo>
                  <a:lnTo>
                    <a:pt x="55704" y="44248"/>
                  </a:lnTo>
                  <a:lnTo>
                    <a:pt x="55910" y="43583"/>
                  </a:lnTo>
                  <a:lnTo>
                    <a:pt x="56078" y="42908"/>
                  </a:lnTo>
                  <a:lnTo>
                    <a:pt x="56207" y="42222"/>
                  </a:lnTo>
                  <a:lnTo>
                    <a:pt x="56297" y="41527"/>
                  </a:lnTo>
                  <a:lnTo>
                    <a:pt x="56348" y="40821"/>
                  </a:lnTo>
                  <a:lnTo>
                    <a:pt x="56361" y="40106"/>
                  </a:lnTo>
                  <a:lnTo>
                    <a:pt x="56335" y="39380"/>
                  </a:lnTo>
                  <a:lnTo>
                    <a:pt x="56270" y="38644"/>
                  </a:lnTo>
                  <a:lnTo>
                    <a:pt x="56164" y="37897"/>
                  </a:lnTo>
                  <a:lnTo>
                    <a:pt x="56014" y="37136"/>
                  </a:lnTo>
                  <a:lnTo>
                    <a:pt x="55820" y="36361"/>
                  </a:lnTo>
                  <a:lnTo>
                    <a:pt x="55583" y="35573"/>
                  </a:lnTo>
                  <a:lnTo>
                    <a:pt x="55302" y="34772"/>
                  </a:lnTo>
                  <a:lnTo>
                    <a:pt x="54977" y="33957"/>
                  </a:lnTo>
                  <a:lnTo>
                    <a:pt x="54608" y="33128"/>
                  </a:lnTo>
                  <a:lnTo>
                    <a:pt x="54195" y="32286"/>
                  </a:lnTo>
                  <a:lnTo>
                    <a:pt x="53739" y="31431"/>
                  </a:lnTo>
                  <a:lnTo>
                    <a:pt x="53239" y="30562"/>
                  </a:lnTo>
                  <a:lnTo>
                    <a:pt x="52690" y="29677"/>
                  </a:lnTo>
                  <a:lnTo>
                    <a:pt x="52087" y="28774"/>
                  </a:lnTo>
                  <a:lnTo>
                    <a:pt x="51431" y="27852"/>
                  </a:lnTo>
                  <a:lnTo>
                    <a:pt x="50720" y="26912"/>
                  </a:lnTo>
                  <a:lnTo>
                    <a:pt x="49956" y="25953"/>
                  </a:lnTo>
                  <a:lnTo>
                    <a:pt x="49137" y="24975"/>
                  </a:lnTo>
                  <a:lnTo>
                    <a:pt x="48265" y="23979"/>
                  </a:lnTo>
                  <a:lnTo>
                    <a:pt x="47339" y="22965"/>
                  </a:lnTo>
                  <a:lnTo>
                    <a:pt x="46359" y="2193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913068" y="6298169"/>
              <a:ext cx="70045" cy="70045"/>
            </a:xfrm>
            <a:custGeom>
              <a:avLst/>
              <a:pathLst>
                <a:path w="70045" h="70045">
                  <a:moveTo>
                    <a:pt x="62468" y="70045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943545" y="6266387"/>
              <a:ext cx="76877" cy="103090"/>
            </a:xfrm>
            <a:custGeom>
              <a:avLst/>
              <a:pathLst>
                <a:path w="76877" h="103090">
                  <a:moveTo>
                    <a:pt x="70761" y="63058"/>
                  </a:moveTo>
                  <a:lnTo>
                    <a:pt x="71257" y="64195"/>
                  </a:lnTo>
                  <a:lnTo>
                    <a:pt x="71734" y="65317"/>
                  </a:lnTo>
                  <a:lnTo>
                    <a:pt x="72193" y="66424"/>
                  </a:lnTo>
                  <a:lnTo>
                    <a:pt x="72633" y="67516"/>
                  </a:lnTo>
                  <a:lnTo>
                    <a:pt x="73055" y="68593"/>
                  </a:lnTo>
                  <a:lnTo>
                    <a:pt x="73459" y="69655"/>
                  </a:lnTo>
                  <a:lnTo>
                    <a:pt x="73843" y="70701"/>
                  </a:lnTo>
                  <a:lnTo>
                    <a:pt x="74210" y="71733"/>
                  </a:lnTo>
                  <a:lnTo>
                    <a:pt x="74557" y="72749"/>
                  </a:lnTo>
                  <a:lnTo>
                    <a:pt x="74886" y="73750"/>
                  </a:lnTo>
                  <a:lnTo>
                    <a:pt x="75209" y="74737"/>
                  </a:lnTo>
                  <a:lnTo>
                    <a:pt x="75503" y="75713"/>
                  </a:lnTo>
                  <a:lnTo>
                    <a:pt x="75768" y="76677"/>
                  </a:lnTo>
                  <a:lnTo>
                    <a:pt x="76004" y="77629"/>
                  </a:lnTo>
                  <a:lnTo>
                    <a:pt x="76212" y="78570"/>
                  </a:lnTo>
                  <a:lnTo>
                    <a:pt x="76392" y="79498"/>
                  </a:lnTo>
                  <a:lnTo>
                    <a:pt x="76542" y="80415"/>
                  </a:lnTo>
                  <a:lnTo>
                    <a:pt x="76665" y="81320"/>
                  </a:lnTo>
                  <a:lnTo>
                    <a:pt x="76758" y="82213"/>
                  </a:lnTo>
                  <a:lnTo>
                    <a:pt x="76823" y="83095"/>
                  </a:lnTo>
                  <a:lnTo>
                    <a:pt x="76866" y="83972"/>
                  </a:lnTo>
                  <a:lnTo>
                    <a:pt x="76877" y="84836"/>
                  </a:lnTo>
                  <a:lnTo>
                    <a:pt x="76856" y="85686"/>
                  </a:lnTo>
                  <a:lnTo>
                    <a:pt x="76803" y="86523"/>
                  </a:lnTo>
                  <a:lnTo>
                    <a:pt x="76718" y="87347"/>
                  </a:lnTo>
                  <a:lnTo>
                    <a:pt x="76601" y="88156"/>
                  </a:lnTo>
                  <a:lnTo>
                    <a:pt x="76452" y="88953"/>
                  </a:lnTo>
                  <a:lnTo>
                    <a:pt x="76270" y="89736"/>
                  </a:lnTo>
                  <a:lnTo>
                    <a:pt x="76057" y="90505"/>
                  </a:lnTo>
                  <a:lnTo>
                    <a:pt x="75813" y="91261"/>
                  </a:lnTo>
                  <a:lnTo>
                    <a:pt x="75540" y="92014"/>
                  </a:lnTo>
                  <a:lnTo>
                    <a:pt x="75227" y="92757"/>
                  </a:lnTo>
                  <a:lnTo>
                    <a:pt x="74873" y="93489"/>
                  </a:lnTo>
                  <a:lnTo>
                    <a:pt x="74479" y="94211"/>
                  </a:lnTo>
                  <a:lnTo>
                    <a:pt x="74045" y="94924"/>
                  </a:lnTo>
                  <a:lnTo>
                    <a:pt x="73570" y="95626"/>
                  </a:lnTo>
                  <a:lnTo>
                    <a:pt x="73054" y="96318"/>
                  </a:lnTo>
                  <a:lnTo>
                    <a:pt x="72499" y="97000"/>
                  </a:lnTo>
                  <a:lnTo>
                    <a:pt x="71903" y="97672"/>
                  </a:lnTo>
                  <a:lnTo>
                    <a:pt x="71266" y="98333"/>
                  </a:lnTo>
                  <a:lnTo>
                    <a:pt x="70981" y="98617"/>
                  </a:lnTo>
                  <a:lnTo>
                    <a:pt x="70699" y="98894"/>
                  </a:lnTo>
                  <a:lnTo>
                    <a:pt x="70419" y="99166"/>
                  </a:lnTo>
                  <a:lnTo>
                    <a:pt x="70141" y="99431"/>
                  </a:lnTo>
                  <a:lnTo>
                    <a:pt x="69867" y="99691"/>
                  </a:lnTo>
                  <a:lnTo>
                    <a:pt x="69594" y="99945"/>
                  </a:lnTo>
                  <a:lnTo>
                    <a:pt x="69324" y="100193"/>
                  </a:lnTo>
                  <a:lnTo>
                    <a:pt x="69057" y="100435"/>
                  </a:lnTo>
                  <a:lnTo>
                    <a:pt x="68792" y="100671"/>
                  </a:lnTo>
                  <a:lnTo>
                    <a:pt x="68530" y="100901"/>
                  </a:lnTo>
                  <a:lnTo>
                    <a:pt x="68266" y="101128"/>
                  </a:lnTo>
                  <a:lnTo>
                    <a:pt x="67995" y="101352"/>
                  </a:lnTo>
                  <a:lnTo>
                    <a:pt x="67717" y="101575"/>
                  </a:lnTo>
                  <a:lnTo>
                    <a:pt x="67432" y="101797"/>
                  </a:lnTo>
                  <a:lnTo>
                    <a:pt x="67141" y="102017"/>
                  </a:lnTo>
                  <a:lnTo>
                    <a:pt x="66843" y="102235"/>
                  </a:lnTo>
                  <a:lnTo>
                    <a:pt x="66538" y="102451"/>
                  </a:lnTo>
                  <a:lnTo>
                    <a:pt x="66227" y="102666"/>
                  </a:lnTo>
                  <a:lnTo>
                    <a:pt x="65908" y="102879"/>
                  </a:lnTo>
                  <a:lnTo>
                    <a:pt x="65583" y="103090"/>
                  </a:lnTo>
                  <a:lnTo>
                    <a:pt x="59901" y="97407"/>
                  </a:lnTo>
                  <a:lnTo>
                    <a:pt x="60087" y="97270"/>
                  </a:lnTo>
                  <a:lnTo>
                    <a:pt x="60276" y="97126"/>
                  </a:lnTo>
                  <a:lnTo>
                    <a:pt x="60468" y="96977"/>
                  </a:lnTo>
                  <a:lnTo>
                    <a:pt x="60662" y="96821"/>
                  </a:lnTo>
                  <a:lnTo>
                    <a:pt x="60858" y="96660"/>
                  </a:lnTo>
                  <a:lnTo>
                    <a:pt x="61057" y="96493"/>
                  </a:lnTo>
                  <a:lnTo>
                    <a:pt x="61259" y="96320"/>
                  </a:lnTo>
                  <a:lnTo>
                    <a:pt x="61463" y="96141"/>
                  </a:lnTo>
                  <a:lnTo>
                    <a:pt x="61670" y="95956"/>
                  </a:lnTo>
                  <a:lnTo>
                    <a:pt x="61879" y="95766"/>
                  </a:lnTo>
                  <a:lnTo>
                    <a:pt x="62094" y="95582"/>
                  </a:lnTo>
                  <a:lnTo>
                    <a:pt x="62302" y="95403"/>
                  </a:lnTo>
                  <a:lnTo>
                    <a:pt x="62502" y="95229"/>
                  </a:lnTo>
                  <a:lnTo>
                    <a:pt x="62694" y="95058"/>
                  </a:lnTo>
                  <a:lnTo>
                    <a:pt x="62879" y="94892"/>
                  </a:lnTo>
                  <a:lnTo>
                    <a:pt x="63056" y="94730"/>
                  </a:lnTo>
                  <a:lnTo>
                    <a:pt x="63226" y="94572"/>
                  </a:lnTo>
                  <a:lnTo>
                    <a:pt x="63388" y="94418"/>
                  </a:lnTo>
                  <a:lnTo>
                    <a:pt x="63542" y="94269"/>
                  </a:lnTo>
                  <a:lnTo>
                    <a:pt x="63689" y="94124"/>
                  </a:lnTo>
                  <a:lnTo>
                    <a:pt x="64325" y="93439"/>
                  </a:lnTo>
                  <a:lnTo>
                    <a:pt x="64901" y="92713"/>
                  </a:lnTo>
                  <a:lnTo>
                    <a:pt x="65419" y="91947"/>
                  </a:lnTo>
                  <a:lnTo>
                    <a:pt x="65878" y="91140"/>
                  </a:lnTo>
                  <a:lnTo>
                    <a:pt x="66278" y="90293"/>
                  </a:lnTo>
                  <a:lnTo>
                    <a:pt x="66619" y="89406"/>
                  </a:lnTo>
                  <a:lnTo>
                    <a:pt x="66901" y="88478"/>
                  </a:lnTo>
                  <a:lnTo>
                    <a:pt x="67124" y="87510"/>
                  </a:lnTo>
                  <a:lnTo>
                    <a:pt x="67288" y="86501"/>
                  </a:lnTo>
                  <a:lnTo>
                    <a:pt x="67394" y="85452"/>
                  </a:lnTo>
                  <a:lnTo>
                    <a:pt x="67433" y="84361"/>
                  </a:lnTo>
                  <a:lnTo>
                    <a:pt x="67399" y="83225"/>
                  </a:lnTo>
                  <a:lnTo>
                    <a:pt x="67291" y="82044"/>
                  </a:lnTo>
                  <a:lnTo>
                    <a:pt x="67111" y="80818"/>
                  </a:lnTo>
                  <a:lnTo>
                    <a:pt x="66857" y="79548"/>
                  </a:lnTo>
                  <a:lnTo>
                    <a:pt x="66530" y="78234"/>
                  </a:lnTo>
                  <a:lnTo>
                    <a:pt x="66129" y="76875"/>
                  </a:lnTo>
                  <a:lnTo>
                    <a:pt x="65656" y="75471"/>
                  </a:lnTo>
                  <a:lnTo>
                    <a:pt x="65109" y="74022"/>
                  </a:lnTo>
                  <a:lnTo>
                    <a:pt x="64489" y="72529"/>
                  </a:lnTo>
                  <a:lnTo>
                    <a:pt x="63394" y="70003"/>
                  </a:lnTo>
                  <a:lnTo>
                    <a:pt x="0" y="42726"/>
                  </a:lnTo>
                  <a:lnTo>
                    <a:pt x="8082" y="34644"/>
                  </a:lnTo>
                  <a:lnTo>
                    <a:pt x="42852" y="50219"/>
                  </a:lnTo>
                  <a:lnTo>
                    <a:pt x="43173" y="50367"/>
                  </a:lnTo>
                  <a:lnTo>
                    <a:pt x="43514" y="50527"/>
                  </a:lnTo>
                  <a:lnTo>
                    <a:pt x="43874" y="50697"/>
                  </a:lnTo>
                  <a:lnTo>
                    <a:pt x="44253" y="50879"/>
                  </a:lnTo>
                  <a:lnTo>
                    <a:pt x="44652" y="51071"/>
                  </a:lnTo>
                  <a:lnTo>
                    <a:pt x="45070" y="51275"/>
                  </a:lnTo>
                  <a:lnTo>
                    <a:pt x="45507" y="51489"/>
                  </a:lnTo>
                  <a:lnTo>
                    <a:pt x="45964" y="51714"/>
                  </a:lnTo>
                  <a:lnTo>
                    <a:pt x="46440" y="51950"/>
                  </a:lnTo>
                  <a:lnTo>
                    <a:pt x="46935" y="52197"/>
                  </a:lnTo>
                  <a:lnTo>
                    <a:pt x="47449" y="52442"/>
                  </a:lnTo>
                  <a:lnTo>
                    <a:pt x="47961" y="52687"/>
                  </a:lnTo>
                  <a:lnTo>
                    <a:pt x="48472" y="52933"/>
                  </a:lnTo>
                  <a:lnTo>
                    <a:pt x="48983" y="53181"/>
                  </a:lnTo>
                  <a:lnTo>
                    <a:pt x="49493" y="53429"/>
                  </a:lnTo>
                  <a:lnTo>
                    <a:pt x="50002" y="53677"/>
                  </a:lnTo>
                  <a:lnTo>
                    <a:pt x="50510" y="53927"/>
                  </a:lnTo>
                  <a:lnTo>
                    <a:pt x="51017" y="54177"/>
                  </a:lnTo>
                  <a:lnTo>
                    <a:pt x="51523" y="54429"/>
                  </a:lnTo>
                  <a:lnTo>
                    <a:pt x="52029" y="54681"/>
                  </a:lnTo>
                  <a:lnTo>
                    <a:pt x="52537" y="54923"/>
                  </a:lnTo>
                  <a:lnTo>
                    <a:pt x="53034" y="55161"/>
                  </a:lnTo>
                  <a:lnTo>
                    <a:pt x="53520" y="55394"/>
                  </a:lnTo>
                  <a:lnTo>
                    <a:pt x="53996" y="55624"/>
                  </a:lnTo>
                  <a:lnTo>
                    <a:pt x="54460" y="55849"/>
                  </a:lnTo>
                  <a:lnTo>
                    <a:pt x="54913" y="56070"/>
                  </a:lnTo>
                  <a:lnTo>
                    <a:pt x="55356" y="56287"/>
                  </a:lnTo>
                  <a:lnTo>
                    <a:pt x="55787" y="56499"/>
                  </a:lnTo>
                  <a:lnTo>
                    <a:pt x="56208" y="56708"/>
                  </a:lnTo>
                  <a:lnTo>
                    <a:pt x="56617" y="56912"/>
                  </a:lnTo>
                  <a:lnTo>
                    <a:pt x="57006" y="57107"/>
                  </a:lnTo>
                  <a:lnTo>
                    <a:pt x="57363" y="57287"/>
                  </a:lnTo>
                  <a:lnTo>
                    <a:pt x="57689" y="57454"/>
                  </a:lnTo>
                  <a:lnTo>
                    <a:pt x="57984" y="57606"/>
                  </a:lnTo>
                  <a:lnTo>
                    <a:pt x="58248" y="57743"/>
                  </a:lnTo>
                  <a:lnTo>
                    <a:pt x="58481" y="57867"/>
                  </a:lnTo>
                  <a:lnTo>
                    <a:pt x="58683" y="57976"/>
                  </a:lnTo>
                  <a:lnTo>
                    <a:pt x="58853" y="58070"/>
                  </a:lnTo>
                  <a:lnTo>
                    <a:pt x="59101" y="58217"/>
                  </a:lnTo>
                  <a:lnTo>
                    <a:pt x="59028" y="58087"/>
                  </a:lnTo>
                  <a:lnTo>
                    <a:pt x="58944" y="57932"/>
                  </a:lnTo>
                  <a:lnTo>
                    <a:pt x="58850" y="57753"/>
                  </a:lnTo>
                  <a:lnTo>
                    <a:pt x="58744" y="57550"/>
                  </a:lnTo>
                  <a:lnTo>
                    <a:pt x="58627" y="57322"/>
                  </a:lnTo>
                  <a:lnTo>
                    <a:pt x="58500" y="57070"/>
                  </a:lnTo>
                  <a:lnTo>
                    <a:pt x="58361" y="56794"/>
                  </a:lnTo>
                  <a:lnTo>
                    <a:pt x="58212" y="56493"/>
                  </a:lnTo>
                  <a:lnTo>
                    <a:pt x="58051" y="56167"/>
                  </a:lnTo>
                  <a:lnTo>
                    <a:pt x="57880" y="55817"/>
                  </a:lnTo>
                  <a:lnTo>
                    <a:pt x="57701" y="55435"/>
                  </a:lnTo>
                  <a:lnTo>
                    <a:pt x="57518" y="55045"/>
                  </a:lnTo>
                  <a:lnTo>
                    <a:pt x="57331" y="54647"/>
                  </a:lnTo>
                  <a:lnTo>
                    <a:pt x="57139" y="54241"/>
                  </a:lnTo>
                  <a:lnTo>
                    <a:pt x="56943" y="53828"/>
                  </a:lnTo>
                  <a:lnTo>
                    <a:pt x="56743" y="53408"/>
                  </a:lnTo>
                  <a:lnTo>
                    <a:pt x="56539" y="52980"/>
                  </a:lnTo>
                  <a:lnTo>
                    <a:pt x="56331" y="52544"/>
                  </a:lnTo>
                  <a:lnTo>
                    <a:pt x="56118" y="52101"/>
                  </a:lnTo>
                  <a:lnTo>
                    <a:pt x="55902" y="51650"/>
                  </a:lnTo>
                  <a:lnTo>
                    <a:pt x="55691" y="51187"/>
                  </a:lnTo>
                  <a:lnTo>
                    <a:pt x="55479" y="50722"/>
                  </a:lnTo>
                  <a:lnTo>
                    <a:pt x="55266" y="50257"/>
                  </a:lnTo>
                  <a:lnTo>
                    <a:pt x="55053" y="49791"/>
                  </a:lnTo>
                  <a:lnTo>
                    <a:pt x="54839" y="49324"/>
                  </a:lnTo>
                  <a:lnTo>
                    <a:pt x="54624" y="48857"/>
                  </a:lnTo>
                  <a:lnTo>
                    <a:pt x="54408" y="48388"/>
                  </a:lnTo>
                  <a:lnTo>
                    <a:pt x="54191" y="47919"/>
                  </a:lnTo>
                  <a:lnTo>
                    <a:pt x="53973" y="47449"/>
                  </a:lnTo>
                  <a:lnTo>
                    <a:pt x="53755" y="46977"/>
                  </a:lnTo>
                  <a:lnTo>
                    <a:pt x="53538" y="46513"/>
                  </a:lnTo>
                  <a:lnTo>
                    <a:pt x="53327" y="46061"/>
                  </a:lnTo>
                  <a:lnTo>
                    <a:pt x="53121" y="45624"/>
                  </a:lnTo>
                  <a:lnTo>
                    <a:pt x="52920" y="45199"/>
                  </a:lnTo>
                  <a:lnTo>
                    <a:pt x="52723" y="44789"/>
                  </a:lnTo>
                  <a:lnTo>
                    <a:pt x="52532" y="44391"/>
                  </a:lnTo>
                  <a:lnTo>
                    <a:pt x="52346" y="44007"/>
                  </a:lnTo>
                  <a:lnTo>
                    <a:pt x="52165" y="43637"/>
                  </a:lnTo>
                  <a:lnTo>
                    <a:pt x="51989" y="43280"/>
                  </a:lnTo>
                  <a:lnTo>
                    <a:pt x="51818" y="42936"/>
                  </a:lnTo>
                  <a:lnTo>
                    <a:pt x="34728" y="7998"/>
                  </a:lnTo>
                  <a:lnTo>
                    <a:pt x="42726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992164" y="6230214"/>
              <a:ext cx="82169" cy="75574"/>
            </a:xfrm>
            <a:custGeom>
              <a:avLst/>
              <a:pathLst>
                <a:path w="82169" h="75574">
                  <a:moveTo>
                    <a:pt x="74550" y="46823"/>
                  </a:moveTo>
                  <a:lnTo>
                    <a:pt x="45673" y="17946"/>
                  </a:lnTo>
                  <a:lnTo>
                    <a:pt x="45013" y="17297"/>
                  </a:lnTo>
                  <a:lnTo>
                    <a:pt x="44366" y="16680"/>
                  </a:lnTo>
                  <a:lnTo>
                    <a:pt x="43730" y="16095"/>
                  </a:lnTo>
                  <a:lnTo>
                    <a:pt x="43106" y="15541"/>
                  </a:lnTo>
                  <a:lnTo>
                    <a:pt x="42494" y="15020"/>
                  </a:lnTo>
                  <a:lnTo>
                    <a:pt x="41894" y="14531"/>
                  </a:lnTo>
                  <a:lnTo>
                    <a:pt x="41306" y="14074"/>
                  </a:lnTo>
                  <a:lnTo>
                    <a:pt x="40729" y="13649"/>
                  </a:lnTo>
                  <a:lnTo>
                    <a:pt x="40164" y="13256"/>
                  </a:lnTo>
                  <a:lnTo>
                    <a:pt x="39611" y="12894"/>
                  </a:lnTo>
                  <a:lnTo>
                    <a:pt x="39075" y="12556"/>
                  </a:lnTo>
                  <a:lnTo>
                    <a:pt x="38543" y="12248"/>
                  </a:lnTo>
                  <a:lnTo>
                    <a:pt x="38017" y="11970"/>
                  </a:lnTo>
                  <a:lnTo>
                    <a:pt x="37496" y="11723"/>
                  </a:lnTo>
                  <a:lnTo>
                    <a:pt x="36980" y="11505"/>
                  </a:lnTo>
                  <a:lnTo>
                    <a:pt x="36469" y="11318"/>
                  </a:lnTo>
                  <a:lnTo>
                    <a:pt x="35963" y="11162"/>
                  </a:lnTo>
                  <a:lnTo>
                    <a:pt x="35462" y="11036"/>
                  </a:lnTo>
                  <a:lnTo>
                    <a:pt x="34966" y="10940"/>
                  </a:lnTo>
                  <a:lnTo>
                    <a:pt x="34475" y="10874"/>
                  </a:lnTo>
                  <a:lnTo>
                    <a:pt x="33980" y="10831"/>
                  </a:lnTo>
                  <a:lnTo>
                    <a:pt x="33487" y="10818"/>
                  </a:lnTo>
                  <a:lnTo>
                    <a:pt x="32996" y="10837"/>
                  </a:lnTo>
                  <a:lnTo>
                    <a:pt x="32509" y="10887"/>
                  </a:lnTo>
                  <a:lnTo>
                    <a:pt x="32023" y="10969"/>
                  </a:lnTo>
                  <a:lnTo>
                    <a:pt x="31540" y="11081"/>
                  </a:lnTo>
                  <a:lnTo>
                    <a:pt x="31060" y="11225"/>
                  </a:lnTo>
                  <a:lnTo>
                    <a:pt x="30582" y="11399"/>
                  </a:lnTo>
                  <a:lnTo>
                    <a:pt x="30107" y="11605"/>
                  </a:lnTo>
                  <a:lnTo>
                    <a:pt x="29634" y="11842"/>
                  </a:lnTo>
                  <a:lnTo>
                    <a:pt x="29160" y="12093"/>
                  </a:lnTo>
                  <a:lnTo>
                    <a:pt x="28680" y="12372"/>
                  </a:lnTo>
                  <a:lnTo>
                    <a:pt x="28193" y="12682"/>
                  </a:lnTo>
                  <a:lnTo>
                    <a:pt x="27701" y="13021"/>
                  </a:lnTo>
                  <a:lnTo>
                    <a:pt x="27203" y="13389"/>
                  </a:lnTo>
                  <a:lnTo>
                    <a:pt x="26699" y="13787"/>
                  </a:lnTo>
                  <a:lnTo>
                    <a:pt x="26190" y="14214"/>
                  </a:lnTo>
                  <a:lnTo>
                    <a:pt x="25674" y="14671"/>
                  </a:lnTo>
                  <a:lnTo>
                    <a:pt x="25152" y="15157"/>
                  </a:lnTo>
                  <a:lnTo>
                    <a:pt x="24625" y="15673"/>
                  </a:lnTo>
                  <a:lnTo>
                    <a:pt x="24101" y="16216"/>
                  </a:lnTo>
                  <a:lnTo>
                    <a:pt x="23606" y="16769"/>
                  </a:lnTo>
                  <a:lnTo>
                    <a:pt x="23141" y="17331"/>
                  </a:lnTo>
                  <a:lnTo>
                    <a:pt x="22706" y="17902"/>
                  </a:lnTo>
                  <a:lnTo>
                    <a:pt x="22299" y="18483"/>
                  </a:lnTo>
                  <a:lnTo>
                    <a:pt x="21923" y="19072"/>
                  </a:lnTo>
                  <a:lnTo>
                    <a:pt x="21575" y="19671"/>
                  </a:lnTo>
                  <a:lnTo>
                    <a:pt x="21257" y="20280"/>
                  </a:lnTo>
                  <a:lnTo>
                    <a:pt x="20969" y="20897"/>
                  </a:lnTo>
                  <a:lnTo>
                    <a:pt x="20710" y="21524"/>
                  </a:lnTo>
                  <a:lnTo>
                    <a:pt x="20481" y="22141"/>
                  </a:lnTo>
                  <a:lnTo>
                    <a:pt x="20281" y="22765"/>
                  </a:lnTo>
                  <a:lnTo>
                    <a:pt x="20110" y="23394"/>
                  </a:lnTo>
                  <a:lnTo>
                    <a:pt x="19969" y="24029"/>
                  </a:lnTo>
                  <a:lnTo>
                    <a:pt x="19858" y="24671"/>
                  </a:lnTo>
                  <a:lnTo>
                    <a:pt x="19776" y="25318"/>
                  </a:lnTo>
                  <a:lnTo>
                    <a:pt x="19723" y="25970"/>
                  </a:lnTo>
                  <a:lnTo>
                    <a:pt x="19700" y="26629"/>
                  </a:lnTo>
                  <a:lnTo>
                    <a:pt x="19706" y="27294"/>
                  </a:lnTo>
                  <a:lnTo>
                    <a:pt x="19742" y="27964"/>
                  </a:lnTo>
                  <a:lnTo>
                    <a:pt x="19808" y="28623"/>
                  </a:lnTo>
                  <a:lnTo>
                    <a:pt x="19905" y="29286"/>
                  </a:lnTo>
                  <a:lnTo>
                    <a:pt x="20034" y="29953"/>
                  </a:lnTo>
                  <a:lnTo>
                    <a:pt x="20193" y="30625"/>
                  </a:lnTo>
                  <a:lnTo>
                    <a:pt x="20384" y="31300"/>
                  </a:lnTo>
                  <a:lnTo>
                    <a:pt x="20606" y="31980"/>
                  </a:lnTo>
                  <a:lnTo>
                    <a:pt x="20859" y="32664"/>
                  </a:lnTo>
                  <a:lnTo>
                    <a:pt x="21143" y="33353"/>
                  </a:lnTo>
                  <a:lnTo>
                    <a:pt x="21458" y="34045"/>
                  </a:lnTo>
                  <a:lnTo>
                    <a:pt x="21805" y="34742"/>
                  </a:lnTo>
                  <a:lnTo>
                    <a:pt x="22175" y="35432"/>
                  </a:lnTo>
                  <a:lnTo>
                    <a:pt x="22578" y="36121"/>
                  </a:lnTo>
                  <a:lnTo>
                    <a:pt x="23013" y="36809"/>
                  </a:lnTo>
                  <a:lnTo>
                    <a:pt x="23482" y="37496"/>
                  </a:lnTo>
                  <a:lnTo>
                    <a:pt x="23983" y="38183"/>
                  </a:lnTo>
                  <a:lnTo>
                    <a:pt x="24517" y="38869"/>
                  </a:lnTo>
                  <a:lnTo>
                    <a:pt x="25084" y="39554"/>
                  </a:lnTo>
                  <a:lnTo>
                    <a:pt x="25684" y="40238"/>
                  </a:lnTo>
                  <a:lnTo>
                    <a:pt x="26317" y="40921"/>
                  </a:lnTo>
                  <a:lnTo>
                    <a:pt x="26982" y="41603"/>
                  </a:lnTo>
                  <a:lnTo>
                    <a:pt x="53376" y="67997"/>
                  </a:lnTo>
                  <a:lnTo>
                    <a:pt x="45799" y="75574"/>
                  </a:lnTo>
                  <a:lnTo>
                    <a:pt x="9976" y="39751"/>
                  </a:lnTo>
                  <a:lnTo>
                    <a:pt x="9688" y="39464"/>
                  </a:lnTo>
                  <a:lnTo>
                    <a:pt x="9397" y="39175"/>
                  </a:lnTo>
                  <a:lnTo>
                    <a:pt x="9102" y="38885"/>
                  </a:lnTo>
                  <a:lnTo>
                    <a:pt x="8804" y="38593"/>
                  </a:lnTo>
                  <a:lnTo>
                    <a:pt x="8503" y="38299"/>
                  </a:lnTo>
                  <a:lnTo>
                    <a:pt x="8198" y="38003"/>
                  </a:lnTo>
                  <a:lnTo>
                    <a:pt x="7890" y="37706"/>
                  </a:lnTo>
                  <a:lnTo>
                    <a:pt x="7578" y="37407"/>
                  </a:lnTo>
                  <a:lnTo>
                    <a:pt x="7263" y="37107"/>
                  </a:lnTo>
                  <a:lnTo>
                    <a:pt x="6945" y="36804"/>
                  </a:lnTo>
                  <a:lnTo>
                    <a:pt x="6627" y="36487"/>
                  </a:lnTo>
                  <a:lnTo>
                    <a:pt x="6312" y="36175"/>
                  </a:lnTo>
                  <a:lnTo>
                    <a:pt x="6001" y="35867"/>
                  </a:lnTo>
                  <a:lnTo>
                    <a:pt x="5692" y="35565"/>
                  </a:lnTo>
                  <a:lnTo>
                    <a:pt x="5388" y="35268"/>
                  </a:lnTo>
                  <a:lnTo>
                    <a:pt x="5086" y="34976"/>
                  </a:lnTo>
                  <a:lnTo>
                    <a:pt x="4788" y="34689"/>
                  </a:lnTo>
                  <a:lnTo>
                    <a:pt x="4494" y="34407"/>
                  </a:lnTo>
                  <a:lnTo>
                    <a:pt x="4202" y="34130"/>
                  </a:lnTo>
                  <a:lnTo>
                    <a:pt x="3914" y="33858"/>
                  </a:lnTo>
                  <a:lnTo>
                    <a:pt x="3624" y="33584"/>
                  </a:lnTo>
                  <a:lnTo>
                    <a:pt x="3342" y="33319"/>
                  </a:lnTo>
                  <a:lnTo>
                    <a:pt x="3068" y="33062"/>
                  </a:lnTo>
                  <a:lnTo>
                    <a:pt x="2803" y="32814"/>
                  </a:lnTo>
                  <a:lnTo>
                    <a:pt x="2546" y="32574"/>
                  </a:lnTo>
                  <a:lnTo>
                    <a:pt x="2298" y="32342"/>
                  </a:lnTo>
                  <a:lnTo>
                    <a:pt x="2058" y="32119"/>
                  </a:lnTo>
                  <a:lnTo>
                    <a:pt x="1826" y="31905"/>
                  </a:lnTo>
                  <a:lnTo>
                    <a:pt x="1603" y="31698"/>
                  </a:lnTo>
                  <a:lnTo>
                    <a:pt x="1389" y="31500"/>
                  </a:lnTo>
                  <a:lnTo>
                    <a:pt x="1185" y="31314"/>
                  </a:lnTo>
                  <a:lnTo>
                    <a:pt x="996" y="31142"/>
                  </a:lnTo>
                  <a:lnTo>
                    <a:pt x="822" y="30984"/>
                  </a:lnTo>
                  <a:lnTo>
                    <a:pt x="661" y="30840"/>
                  </a:lnTo>
                  <a:lnTo>
                    <a:pt x="515" y="30711"/>
                  </a:lnTo>
                  <a:lnTo>
                    <a:pt x="0" y="30280"/>
                  </a:lnTo>
                  <a:lnTo>
                    <a:pt x="7587" y="23471"/>
                  </a:lnTo>
                  <a:lnTo>
                    <a:pt x="7716" y="23583"/>
                  </a:lnTo>
                  <a:lnTo>
                    <a:pt x="7860" y="23710"/>
                  </a:lnTo>
                  <a:lnTo>
                    <a:pt x="8018" y="23851"/>
                  </a:lnTo>
                  <a:lnTo>
                    <a:pt x="8190" y="24006"/>
                  </a:lnTo>
                  <a:lnTo>
                    <a:pt x="8376" y="24176"/>
                  </a:lnTo>
                  <a:lnTo>
                    <a:pt x="8573" y="24356"/>
                  </a:lnTo>
                  <a:lnTo>
                    <a:pt x="8775" y="24541"/>
                  </a:lnTo>
                  <a:lnTo>
                    <a:pt x="8984" y="24733"/>
                  </a:lnTo>
                  <a:lnTo>
                    <a:pt x="9198" y="24930"/>
                  </a:lnTo>
                  <a:lnTo>
                    <a:pt x="9418" y="25134"/>
                  </a:lnTo>
                  <a:lnTo>
                    <a:pt x="9644" y="25343"/>
                  </a:lnTo>
                  <a:lnTo>
                    <a:pt x="9876" y="25558"/>
                  </a:lnTo>
                  <a:lnTo>
                    <a:pt x="10114" y="25779"/>
                  </a:lnTo>
                  <a:lnTo>
                    <a:pt x="10358" y="26006"/>
                  </a:lnTo>
                  <a:lnTo>
                    <a:pt x="10607" y="26239"/>
                  </a:lnTo>
                  <a:lnTo>
                    <a:pt x="10860" y="26459"/>
                  </a:lnTo>
                  <a:lnTo>
                    <a:pt x="11114" y="26681"/>
                  </a:lnTo>
                  <a:lnTo>
                    <a:pt x="11369" y="26907"/>
                  </a:lnTo>
                  <a:lnTo>
                    <a:pt x="11624" y="27134"/>
                  </a:lnTo>
                  <a:lnTo>
                    <a:pt x="11881" y="27365"/>
                  </a:lnTo>
                  <a:lnTo>
                    <a:pt x="12138" y="27597"/>
                  </a:lnTo>
                  <a:lnTo>
                    <a:pt x="12396" y="27833"/>
                  </a:lnTo>
                  <a:lnTo>
                    <a:pt x="12655" y="28071"/>
                  </a:lnTo>
                  <a:lnTo>
                    <a:pt x="12915" y="28311"/>
                  </a:lnTo>
                  <a:lnTo>
                    <a:pt x="13175" y="28554"/>
                  </a:lnTo>
                  <a:lnTo>
                    <a:pt x="13424" y="28786"/>
                  </a:lnTo>
                  <a:lnTo>
                    <a:pt x="13664" y="29012"/>
                  </a:lnTo>
                  <a:lnTo>
                    <a:pt x="13895" y="29231"/>
                  </a:lnTo>
                  <a:lnTo>
                    <a:pt x="14118" y="29443"/>
                  </a:lnTo>
                  <a:lnTo>
                    <a:pt x="14333" y="29648"/>
                  </a:lnTo>
                  <a:lnTo>
                    <a:pt x="14539" y="29847"/>
                  </a:lnTo>
                  <a:lnTo>
                    <a:pt x="14737" y="30039"/>
                  </a:lnTo>
                  <a:lnTo>
                    <a:pt x="14926" y="30224"/>
                  </a:lnTo>
                  <a:lnTo>
                    <a:pt x="15107" y="30403"/>
                  </a:lnTo>
                  <a:lnTo>
                    <a:pt x="15406" y="30448"/>
                  </a:lnTo>
                  <a:lnTo>
                    <a:pt x="15235" y="29835"/>
                  </a:lnTo>
                  <a:lnTo>
                    <a:pt x="15076" y="29226"/>
                  </a:lnTo>
                  <a:lnTo>
                    <a:pt x="14929" y="28619"/>
                  </a:lnTo>
                  <a:lnTo>
                    <a:pt x="14793" y="28017"/>
                  </a:lnTo>
                  <a:lnTo>
                    <a:pt x="14670" y="27417"/>
                  </a:lnTo>
                  <a:lnTo>
                    <a:pt x="14558" y="26821"/>
                  </a:lnTo>
                  <a:lnTo>
                    <a:pt x="14457" y="26228"/>
                  </a:lnTo>
                  <a:lnTo>
                    <a:pt x="14369" y="25639"/>
                  </a:lnTo>
                  <a:lnTo>
                    <a:pt x="14292" y="25053"/>
                  </a:lnTo>
                  <a:lnTo>
                    <a:pt x="14228" y="24471"/>
                  </a:lnTo>
                  <a:lnTo>
                    <a:pt x="14178" y="23890"/>
                  </a:lnTo>
                  <a:lnTo>
                    <a:pt x="14147" y="23312"/>
                  </a:lnTo>
                  <a:lnTo>
                    <a:pt x="14134" y="22735"/>
                  </a:lnTo>
                  <a:lnTo>
                    <a:pt x="14140" y="22160"/>
                  </a:lnTo>
                  <a:lnTo>
                    <a:pt x="14164" y="21587"/>
                  </a:lnTo>
                  <a:lnTo>
                    <a:pt x="14207" y="21015"/>
                  </a:lnTo>
                  <a:lnTo>
                    <a:pt x="14269" y="20445"/>
                  </a:lnTo>
                  <a:lnTo>
                    <a:pt x="14349" y="19877"/>
                  </a:lnTo>
                  <a:lnTo>
                    <a:pt x="14447" y="19311"/>
                  </a:lnTo>
                  <a:lnTo>
                    <a:pt x="14564" y="18746"/>
                  </a:lnTo>
                  <a:lnTo>
                    <a:pt x="14693" y="18174"/>
                  </a:lnTo>
                  <a:lnTo>
                    <a:pt x="14842" y="17602"/>
                  </a:lnTo>
                  <a:lnTo>
                    <a:pt x="15013" y="17032"/>
                  </a:lnTo>
                  <a:lnTo>
                    <a:pt x="15204" y="16462"/>
                  </a:lnTo>
                  <a:lnTo>
                    <a:pt x="15417" y="15894"/>
                  </a:lnTo>
                  <a:lnTo>
                    <a:pt x="15650" y="15326"/>
                  </a:lnTo>
                  <a:lnTo>
                    <a:pt x="15905" y="14759"/>
                  </a:lnTo>
                  <a:lnTo>
                    <a:pt x="16181" y="14193"/>
                  </a:lnTo>
                  <a:lnTo>
                    <a:pt x="16478" y="13627"/>
                  </a:lnTo>
                  <a:lnTo>
                    <a:pt x="16795" y="13063"/>
                  </a:lnTo>
                  <a:lnTo>
                    <a:pt x="17129" y="12489"/>
                  </a:lnTo>
                  <a:lnTo>
                    <a:pt x="17489" y="11914"/>
                  </a:lnTo>
                  <a:lnTo>
                    <a:pt x="17876" y="11338"/>
                  </a:lnTo>
                  <a:lnTo>
                    <a:pt x="18291" y="10759"/>
                  </a:lnTo>
                  <a:lnTo>
                    <a:pt x="18732" y="10179"/>
                  </a:lnTo>
                  <a:lnTo>
                    <a:pt x="19200" y="9598"/>
                  </a:lnTo>
                  <a:lnTo>
                    <a:pt x="19695" y="9014"/>
                  </a:lnTo>
                  <a:lnTo>
                    <a:pt x="20217" y="8429"/>
                  </a:lnTo>
                  <a:lnTo>
                    <a:pt x="20766" y="7842"/>
                  </a:lnTo>
                  <a:lnTo>
                    <a:pt x="21342" y="7254"/>
                  </a:lnTo>
                  <a:lnTo>
                    <a:pt x="22098" y="6516"/>
                  </a:lnTo>
                  <a:lnTo>
                    <a:pt x="22852" y="5817"/>
                  </a:lnTo>
                  <a:lnTo>
                    <a:pt x="23603" y="5159"/>
                  </a:lnTo>
                  <a:lnTo>
                    <a:pt x="24352" y="4539"/>
                  </a:lnTo>
                  <a:lnTo>
                    <a:pt x="25099" y="3960"/>
                  </a:lnTo>
                  <a:lnTo>
                    <a:pt x="25842" y="3420"/>
                  </a:lnTo>
                  <a:lnTo>
                    <a:pt x="26584" y="2919"/>
                  </a:lnTo>
                  <a:lnTo>
                    <a:pt x="27322" y="2458"/>
                  </a:lnTo>
                  <a:lnTo>
                    <a:pt x="28059" y="2037"/>
                  </a:lnTo>
                  <a:lnTo>
                    <a:pt x="28792" y="1655"/>
                  </a:lnTo>
                  <a:lnTo>
                    <a:pt x="29525" y="1313"/>
                  </a:lnTo>
                  <a:lnTo>
                    <a:pt x="30259" y="1010"/>
                  </a:lnTo>
                  <a:lnTo>
                    <a:pt x="30994" y="747"/>
                  </a:lnTo>
                  <a:lnTo>
                    <a:pt x="31729" y="524"/>
                  </a:lnTo>
                  <a:lnTo>
                    <a:pt x="32465" y="340"/>
                  </a:lnTo>
                  <a:lnTo>
                    <a:pt x="33202" y="195"/>
                  </a:lnTo>
                  <a:lnTo>
                    <a:pt x="33940" y="90"/>
                  </a:lnTo>
                  <a:lnTo>
                    <a:pt x="34679" y="25"/>
                  </a:lnTo>
                  <a:lnTo>
                    <a:pt x="35419" y="0"/>
                  </a:lnTo>
                  <a:lnTo>
                    <a:pt x="36159" y="13"/>
                  </a:lnTo>
                  <a:lnTo>
                    <a:pt x="36902" y="68"/>
                  </a:lnTo>
                  <a:lnTo>
                    <a:pt x="37648" y="165"/>
                  </a:lnTo>
                  <a:lnTo>
                    <a:pt x="38397" y="304"/>
                  </a:lnTo>
                  <a:lnTo>
                    <a:pt x="39149" y="485"/>
                  </a:lnTo>
                  <a:lnTo>
                    <a:pt x="39906" y="708"/>
                  </a:lnTo>
                  <a:lnTo>
                    <a:pt x="40665" y="973"/>
                  </a:lnTo>
                  <a:lnTo>
                    <a:pt x="41428" y="1280"/>
                  </a:lnTo>
                  <a:lnTo>
                    <a:pt x="42194" y="1630"/>
                  </a:lnTo>
                  <a:lnTo>
                    <a:pt x="42963" y="2021"/>
                  </a:lnTo>
                  <a:lnTo>
                    <a:pt x="43736" y="2455"/>
                  </a:lnTo>
                  <a:lnTo>
                    <a:pt x="44514" y="2913"/>
                  </a:lnTo>
                  <a:lnTo>
                    <a:pt x="45299" y="3411"/>
                  </a:lnTo>
                  <a:lnTo>
                    <a:pt x="46090" y="3950"/>
                  </a:lnTo>
                  <a:lnTo>
                    <a:pt x="46888" y="4529"/>
                  </a:lnTo>
                  <a:lnTo>
                    <a:pt x="47693" y="5149"/>
                  </a:lnTo>
                  <a:lnTo>
                    <a:pt x="48505" y="5809"/>
                  </a:lnTo>
                  <a:lnTo>
                    <a:pt x="49323" y="6509"/>
                  </a:lnTo>
                  <a:lnTo>
                    <a:pt x="50148" y="7250"/>
                  </a:lnTo>
                  <a:lnTo>
                    <a:pt x="50980" y="8032"/>
                  </a:lnTo>
                  <a:lnTo>
                    <a:pt x="51818" y="8853"/>
                  </a:lnTo>
                  <a:lnTo>
                    <a:pt x="82169" y="3920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1048161" y="6183753"/>
              <a:ext cx="65837" cy="66215"/>
            </a:xfrm>
            <a:custGeom>
              <a:avLst/>
              <a:pathLst>
                <a:path w="65837" h="66215">
                  <a:moveTo>
                    <a:pt x="53281" y="12924"/>
                  </a:moveTo>
                  <a:lnTo>
                    <a:pt x="55559" y="15307"/>
                  </a:lnTo>
                  <a:lnTo>
                    <a:pt x="57609" y="17673"/>
                  </a:lnTo>
                  <a:lnTo>
                    <a:pt x="59431" y="20022"/>
                  </a:lnTo>
                  <a:lnTo>
                    <a:pt x="61027" y="22354"/>
                  </a:lnTo>
                  <a:lnTo>
                    <a:pt x="62395" y="24669"/>
                  </a:lnTo>
                  <a:lnTo>
                    <a:pt x="63536" y="26967"/>
                  </a:lnTo>
                  <a:lnTo>
                    <a:pt x="64449" y="29249"/>
                  </a:lnTo>
                  <a:lnTo>
                    <a:pt x="65135" y="31513"/>
                  </a:lnTo>
                  <a:lnTo>
                    <a:pt x="65594" y="33761"/>
                  </a:lnTo>
                  <a:lnTo>
                    <a:pt x="65825" y="35992"/>
                  </a:lnTo>
                  <a:lnTo>
                    <a:pt x="65837" y="38204"/>
                  </a:lnTo>
                  <a:lnTo>
                    <a:pt x="65637" y="40394"/>
                  </a:lnTo>
                  <a:lnTo>
                    <a:pt x="65224" y="42562"/>
                  </a:lnTo>
                  <a:lnTo>
                    <a:pt x="64600" y="44708"/>
                  </a:lnTo>
                  <a:lnTo>
                    <a:pt x="63763" y="46832"/>
                  </a:lnTo>
                  <a:lnTo>
                    <a:pt x="62714" y="48934"/>
                  </a:lnTo>
                  <a:lnTo>
                    <a:pt x="61453" y="51014"/>
                  </a:lnTo>
                  <a:lnTo>
                    <a:pt x="59979" y="53073"/>
                  </a:lnTo>
                  <a:lnTo>
                    <a:pt x="58294" y="55109"/>
                  </a:lnTo>
                  <a:lnTo>
                    <a:pt x="56396" y="57124"/>
                  </a:lnTo>
                  <a:lnTo>
                    <a:pt x="55441" y="58051"/>
                  </a:lnTo>
                  <a:lnTo>
                    <a:pt x="54477" y="58929"/>
                  </a:lnTo>
                  <a:lnTo>
                    <a:pt x="53504" y="59758"/>
                  </a:lnTo>
                  <a:lnTo>
                    <a:pt x="52523" y="60539"/>
                  </a:lnTo>
                  <a:lnTo>
                    <a:pt x="51534" y="61270"/>
                  </a:lnTo>
                  <a:lnTo>
                    <a:pt x="50537" y="61953"/>
                  </a:lnTo>
                  <a:lnTo>
                    <a:pt x="49531" y="62587"/>
                  </a:lnTo>
                  <a:lnTo>
                    <a:pt x="48516" y="63172"/>
                  </a:lnTo>
                  <a:lnTo>
                    <a:pt x="47493" y="63709"/>
                  </a:lnTo>
                  <a:lnTo>
                    <a:pt x="46462" y="64196"/>
                  </a:lnTo>
                  <a:lnTo>
                    <a:pt x="45422" y="64633"/>
                  </a:lnTo>
                  <a:lnTo>
                    <a:pt x="44376" y="65016"/>
                  </a:lnTo>
                  <a:lnTo>
                    <a:pt x="43321" y="65346"/>
                  </a:lnTo>
                  <a:lnTo>
                    <a:pt x="42259" y="65624"/>
                  </a:lnTo>
                  <a:lnTo>
                    <a:pt x="41189" y="65848"/>
                  </a:lnTo>
                  <a:lnTo>
                    <a:pt x="40112" y="66020"/>
                  </a:lnTo>
                  <a:lnTo>
                    <a:pt x="39027" y="66138"/>
                  </a:lnTo>
                  <a:lnTo>
                    <a:pt x="37935" y="66203"/>
                  </a:lnTo>
                  <a:lnTo>
                    <a:pt x="36835" y="66215"/>
                  </a:lnTo>
                  <a:lnTo>
                    <a:pt x="35728" y="66174"/>
                  </a:lnTo>
                  <a:lnTo>
                    <a:pt x="34622" y="66072"/>
                  </a:lnTo>
                  <a:lnTo>
                    <a:pt x="33510" y="65917"/>
                  </a:lnTo>
                  <a:lnTo>
                    <a:pt x="32392" y="65708"/>
                  </a:lnTo>
                  <a:lnTo>
                    <a:pt x="31269" y="65447"/>
                  </a:lnTo>
                  <a:lnTo>
                    <a:pt x="30139" y="65133"/>
                  </a:lnTo>
                  <a:lnTo>
                    <a:pt x="29004" y="64765"/>
                  </a:lnTo>
                  <a:lnTo>
                    <a:pt x="27863" y="64345"/>
                  </a:lnTo>
                  <a:lnTo>
                    <a:pt x="26716" y="63871"/>
                  </a:lnTo>
                  <a:lnTo>
                    <a:pt x="25563" y="63344"/>
                  </a:lnTo>
                  <a:lnTo>
                    <a:pt x="24404" y="62765"/>
                  </a:lnTo>
                  <a:lnTo>
                    <a:pt x="23240" y="62113"/>
                  </a:lnTo>
                  <a:lnTo>
                    <a:pt x="22072" y="61403"/>
                  </a:lnTo>
                  <a:lnTo>
                    <a:pt x="20900" y="60634"/>
                  </a:lnTo>
                  <a:lnTo>
                    <a:pt x="19723" y="59808"/>
                  </a:lnTo>
                  <a:lnTo>
                    <a:pt x="18542" y="58924"/>
                  </a:lnTo>
                  <a:lnTo>
                    <a:pt x="17357" y="57981"/>
                  </a:lnTo>
                  <a:lnTo>
                    <a:pt x="16168" y="56980"/>
                  </a:lnTo>
                  <a:lnTo>
                    <a:pt x="14975" y="55922"/>
                  </a:lnTo>
                  <a:lnTo>
                    <a:pt x="13777" y="54805"/>
                  </a:lnTo>
                  <a:lnTo>
                    <a:pt x="12575" y="53630"/>
                  </a:lnTo>
                  <a:lnTo>
                    <a:pt x="8301" y="48947"/>
                  </a:lnTo>
                  <a:lnTo>
                    <a:pt x="4906" y="44327"/>
                  </a:lnTo>
                  <a:lnTo>
                    <a:pt x="2390" y="39770"/>
                  </a:lnTo>
                  <a:lnTo>
                    <a:pt x="755" y="35277"/>
                  </a:lnTo>
                  <a:lnTo>
                    <a:pt x="0" y="30846"/>
                  </a:lnTo>
                  <a:lnTo>
                    <a:pt x="124" y="26479"/>
                  </a:lnTo>
                  <a:lnTo>
                    <a:pt x="1128" y="22175"/>
                  </a:lnTo>
                  <a:lnTo>
                    <a:pt x="3011" y="17934"/>
                  </a:lnTo>
                  <a:lnTo>
                    <a:pt x="5775" y="13756"/>
                  </a:lnTo>
                  <a:lnTo>
                    <a:pt x="9418" y="9641"/>
                  </a:lnTo>
                  <a:lnTo>
                    <a:pt x="10479" y="8610"/>
                  </a:lnTo>
                  <a:lnTo>
                    <a:pt x="11540" y="7637"/>
                  </a:lnTo>
                  <a:lnTo>
                    <a:pt x="12601" y="6724"/>
                  </a:lnTo>
                  <a:lnTo>
                    <a:pt x="13661" y="5869"/>
                  </a:lnTo>
                  <a:lnTo>
                    <a:pt x="14722" y="5074"/>
                  </a:lnTo>
                  <a:lnTo>
                    <a:pt x="15783" y="4337"/>
                  </a:lnTo>
                  <a:lnTo>
                    <a:pt x="16844" y="3659"/>
                  </a:lnTo>
                  <a:lnTo>
                    <a:pt x="17905" y="3040"/>
                  </a:lnTo>
                  <a:lnTo>
                    <a:pt x="18965" y="2481"/>
                  </a:lnTo>
                  <a:lnTo>
                    <a:pt x="20026" y="1980"/>
                  </a:lnTo>
                  <a:lnTo>
                    <a:pt x="21096" y="1529"/>
                  </a:lnTo>
                  <a:lnTo>
                    <a:pt x="22166" y="1136"/>
                  </a:lnTo>
                  <a:lnTo>
                    <a:pt x="23238" y="801"/>
                  </a:lnTo>
                  <a:lnTo>
                    <a:pt x="24310" y="525"/>
                  </a:lnTo>
                  <a:lnTo>
                    <a:pt x="25383" y="306"/>
                  </a:lnTo>
                  <a:lnTo>
                    <a:pt x="26457" y="146"/>
                  </a:lnTo>
                  <a:lnTo>
                    <a:pt x="27531" y="44"/>
                  </a:lnTo>
                  <a:lnTo>
                    <a:pt x="28607" y="0"/>
                  </a:lnTo>
                  <a:lnTo>
                    <a:pt x="29683" y="13"/>
                  </a:lnTo>
                  <a:lnTo>
                    <a:pt x="30760" y="85"/>
                  </a:lnTo>
                  <a:lnTo>
                    <a:pt x="31848" y="206"/>
                  </a:lnTo>
                  <a:lnTo>
                    <a:pt x="32939" y="382"/>
                  </a:lnTo>
                  <a:lnTo>
                    <a:pt x="34034" y="613"/>
                  </a:lnTo>
                  <a:lnTo>
                    <a:pt x="35132" y="900"/>
                  </a:lnTo>
                  <a:lnTo>
                    <a:pt x="36233" y="1243"/>
                  </a:lnTo>
                  <a:lnTo>
                    <a:pt x="37337" y="1641"/>
                  </a:lnTo>
                  <a:lnTo>
                    <a:pt x="38445" y="2095"/>
                  </a:lnTo>
                  <a:lnTo>
                    <a:pt x="39557" y="2604"/>
                  </a:lnTo>
                  <a:lnTo>
                    <a:pt x="40671" y="3169"/>
                  </a:lnTo>
                  <a:lnTo>
                    <a:pt x="41789" y="3790"/>
                  </a:lnTo>
                  <a:lnTo>
                    <a:pt x="42912" y="4465"/>
                  </a:lnTo>
                  <a:lnTo>
                    <a:pt x="44041" y="5192"/>
                  </a:lnTo>
                  <a:lnTo>
                    <a:pt x="45175" y="5973"/>
                  </a:lnTo>
                  <a:lnTo>
                    <a:pt x="46315" y="6807"/>
                  </a:lnTo>
                  <a:lnTo>
                    <a:pt x="47462" y="7694"/>
                  </a:lnTo>
                  <a:lnTo>
                    <a:pt x="48614" y="8634"/>
                  </a:lnTo>
                  <a:lnTo>
                    <a:pt x="49772" y="9627"/>
                  </a:lnTo>
                  <a:lnTo>
                    <a:pt x="50936" y="10673"/>
                  </a:lnTo>
                  <a:lnTo>
                    <a:pt x="52105" y="11772"/>
                  </a:lnTo>
                  <a:close/>
                  <a:moveTo>
                    <a:pt x="45325" y="20880"/>
                  </a:moveTo>
                  <a:lnTo>
                    <a:pt x="44275" y="19846"/>
                  </a:lnTo>
                  <a:lnTo>
                    <a:pt x="43244" y="18866"/>
                  </a:lnTo>
                  <a:lnTo>
                    <a:pt x="42234" y="17940"/>
                  </a:lnTo>
                  <a:lnTo>
                    <a:pt x="41244" y="17068"/>
                  </a:lnTo>
                  <a:lnTo>
                    <a:pt x="40274" y="16250"/>
                  </a:lnTo>
                  <a:lnTo>
                    <a:pt x="39324" y="15485"/>
                  </a:lnTo>
                  <a:lnTo>
                    <a:pt x="38395" y="14775"/>
                  </a:lnTo>
                  <a:lnTo>
                    <a:pt x="37485" y="14118"/>
                  </a:lnTo>
                  <a:lnTo>
                    <a:pt x="36596" y="13515"/>
                  </a:lnTo>
                  <a:lnTo>
                    <a:pt x="35728" y="12966"/>
                  </a:lnTo>
                  <a:lnTo>
                    <a:pt x="34883" y="12458"/>
                  </a:lnTo>
                  <a:lnTo>
                    <a:pt x="34051" y="11993"/>
                  </a:lnTo>
                  <a:lnTo>
                    <a:pt x="33230" y="11572"/>
                  </a:lnTo>
                  <a:lnTo>
                    <a:pt x="32421" y="11195"/>
                  </a:lnTo>
                  <a:lnTo>
                    <a:pt x="31623" y="10862"/>
                  </a:lnTo>
                  <a:lnTo>
                    <a:pt x="30838" y="10572"/>
                  </a:lnTo>
                  <a:lnTo>
                    <a:pt x="30064" y="10326"/>
                  </a:lnTo>
                  <a:lnTo>
                    <a:pt x="29302" y="10124"/>
                  </a:lnTo>
                  <a:lnTo>
                    <a:pt x="28552" y="9966"/>
                  </a:lnTo>
                  <a:lnTo>
                    <a:pt x="27814" y="9851"/>
                  </a:lnTo>
                  <a:lnTo>
                    <a:pt x="27095" y="9770"/>
                  </a:lnTo>
                  <a:lnTo>
                    <a:pt x="26388" y="9728"/>
                  </a:lnTo>
                  <a:lnTo>
                    <a:pt x="25691" y="9726"/>
                  </a:lnTo>
                  <a:lnTo>
                    <a:pt x="25005" y="9764"/>
                  </a:lnTo>
                  <a:lnTo>
                    <a:pt x="24330" y="9841"/>
                  </a:lnTo>
                  <a:lnTo>
                    <a:pt x="23667" y="9957"/>
                  </a:lnTo>
                  <a:lnTo>
                    <a:pt x="23014" y="10114"/>
                  </a:lnTo>
                  <a:lnTo>
                    <a:pt x="22372" y="10309"/>
                  </a:lnTo>
                  <a:lnTo>
                    <a:pt x="21741" y="10545"/>
                  </a:lnTo>
                  <a:lnTo>
                    <a:pt x="21121" y="10820"/>
                  </a:lnTo>
                  <a:lnTo>
                    <a:pt x="20500" y="11120"/>
                  </a:lnTo>
                  <a:lnTo>
                    <a:pt x="19885" y="11449"/>
                  </a:lnTo>
                  <a:lnTo>
                    <a:pt x="19274" y="11807"/>
                  </a:lnTo>
                  <a:lnTo>
                    <a:pt x="18669" y="12194"/>
                  </a:lnTo>
                  <a:lnTo>
                    <a:pt x="18069" y="12609"/>
                  </a:lnTo>
                  <a:lnTo>
                    <a:pt x="17474" y="13052"/>
                  </a:lnTo>
                  <a:lnTo>
                    <a:pt x="16883" y="13525"/>
                  </a:lnTo>
                  <a:lnTo>
                    <a:pt x="16298" y="14026"/>
                  </a:lnTo>
                  <a:lnTo>
                    <a:pt x="15718" y="14555"/>
                  </a:lnTo>
                  <a:lnTo>
                    <a:pt x="15143" y="15113"/>
                  </a:lnTo>
                  <a:lnTo>
                    <a:pt x="14577" y="15698"/>
                  </a:lnTo>
                  <a:lnTo>
                    <a:pt x="14039" y="16289"/>
                  </a:lnTo>
                  <a:lnTo>
                    <a:pt x="13529" y="16886"/>
                  </a:lnTo>
                  <a:lnTo>
                    <a:pt x="13049" y="17491"/>
                  </a:lnTo>
                  <a:lnTo>
                    <a:pt x="12596" y="18102"/>
                  </a:lnTo>
                  <a:lnTo>
                    <a:pt x="12173" y="18720"/>
                  </a:lnTo>
                  <a:lnTo>
                    <a:pt x="11778" y="19345"/>
                  </a:lnTo>
                  <a:lnTo>
                    <a:pt x="11412" y="19976"/>
                  </a:lnTo>
                  <a:lnTo>
                    <a:pt x="11074" y="20614"/>
                  </a:lnTo>
                  <a:lnTo>
                    <a:pt x="10765" y="21259"/>
                  </a:lnTo>
                  <a:lnTo>
                    <a:pt x="10490" y="21896"/>
                  </a:lnTo>
                  <a:lnTo>
                    <a:pt x="10253" y="22546"/>
                  </a:lnTo>
                  <a:lnTo>
                    <a:pt x="10056" y="23206"/>
                  </a:lnTo>
                  <a:lnTo>
                    <a:pt x="9896" y="23879"/>
                  </a:lnTo>
                  <a:lnTo>
                    <a:pt x="9776" y="24564"/>
                  </a:lnTo>
                  <a:lnTo>
                    <a:pt x="9694" y="25260"/>
                  </a:lnTo>
                  <a:lnTo>
                    <a:pt x="9651" y="25968"/>
                  </a:lnTo>
                  <a:lnTo>
                    <a:pt x="9647" y="26688"/>
                  </a:lnTo>
                  <a:lnTo>
                    <a:pt x="9682" y="27419"/>
                  </a:lnTo>
                  <a:lnTo>
                    <a:pt x="9755" y="28163"/>
                  </a:lnTo>
                  <a:lnTo>
                    <a:pt x="9861" y="28910"/>
                  </a:lnTo>
                  <a:lnTo>
                    <a:pt x="10009" y="29670"/>
                  </a:lnTo>
                  <a:lnTo>
                    <a:pt x="10201" y="30442"/>
                  </a:lnTo>
                  <a:lnTo>
                    <a:pt x="10435" y="31227"/>
                  </a:lnTo>
                  <a:lnTo>
                    <a:pt x="10713" y="32025"/>
                  </a:lnTo>
                  <a:lnTo>
                    <a:pt x="11033" y="32835"/>
                  </a:lnTo>
                  <a:lnTo>
                    <a:pt x="11396" y="33658"/>
                  </a:lnTo>
                  <a:lnTo>
                    <a:pt x="11803" y="34494"/>
                  </a:lnTo>
                  <a:lnTo>
                    <a:pt x="12252" y="35342"/>
                  </a:lnTo>
                  <a:lnTo>
                    <a:pt x="12744" y="36203"/>
                  </a:lnTo>
                  <a:lnTo>
                    <a:pt x="13291" y="37070"/>
                  </a:lnTo>
                  <a:lnTo>
                    <a:pt x="13890" y="37956"/>
                  </a:lnTo>
                  <a:lnTo>
                    <a:pt x="14541" y="38859"/>
                  </a:lnTo>
                  <a:lnTo>
                    <a:pt x="15243" y="39779"/>
                  </a:lnTo>
                  <a:lnTo>
                    <a:pt x="15996" y="40718"/>
                  </a:lnTo>
                  <a:lnTo>
                    <a:pt x="16800" y="41674"/>
                  </a:lnTo>
                  <a:lnTo>
                    <a:pt x="17656" y="42647"/>
                  </a:lnTo>
                  <a:lnTo>
                    <a:pt x="18563" y="43638"/>
                  </a:lnTo>
                  <a:lnTo>
                    <a:pt x="19521" y="44648"/>
                  </a:lnTo>
                  <a:lnTo>
                    <a:pt x="20531" y="45674"/>
                  </a:lnTo>
                  <a:lnTo>
                    <a:pt x="21583" y="46708"/>
                  </a:lnTo>
                  <a:lnTo>
                    <a:pt x="22618" y="47686"/>
                  </a:lnTo>
                  <a:lnTo>
                    <a:pt x="23634" y="48610"/>
                  </a:lnTo>
                  <a:lnTo>
                    <a:pt x="24633" y="49480"/>
                  </a:lnTo>
                  <a:lnTo>
                    <a:pt x="25614" y="50294"/>
                  </a:lnTo>
                  <a:lnTo>
                    <a:pt x="26578" y="51054"/>
                  </a:lnTo>
                  <a:lnTo>
                    <a:pt x="27524" y="51759"/>
                  </a:lnTo>
                  <a:lnTo>
                    <a:pt x="28452" y="52409"/>
                  </a:lnTo>
                  <a:lnTo>
                    <a:pt x="29362" y="53005"/>
                  </a:lnTo>
                  <a:lnTo>
                    <a:pt x="30255" y="53546"/>
                  </a:lnTo>
                  <a:lnTo>
                    <a:pt x="31124" y="54030"/>
                  </a:lnTo>
                  <a:lnTo>
                    <a:pt x="31978" y="54474"/>
                  </a:lnTo>
                  <a:lnTo>
                    <a:pt x="32818" y="54876"/>
                  </a:lnTo>
                  <a:lnTo>
                    <a:pt x="33643" y="55236"/>
                  </a:lnTo>
                  <a:lnTo>
                    <a:pt x="34454" y="55556"/>
                  </a:lnTo>
                  <a:lnTo>
                    <a:pt x="35251" y="55834"/>
                  </a:lnTo>
                  <a:lnTo>
                    <a:pt x="36034" y="56071"/>
                  </a:lnTo>
                  <a:lnTo>
                    <a:pt x="36802" y="56267"/>
                  </a:lnTo>
                  <a:lnTo>
                    <a:pt x="37556" y="56421"/>
                  </a:lnTo>
                  <a:lnTo>
                    <a:pt x="38295" y="56535"/>
                  </a:lnTo>
                  <a:lnTo>
                    <a:pt x="39030" y="56601"/>
                  </a:lnTo>
                  <a:lnTo>
                    <a:pt x="39750" y="56632"/>
                  </a:lnTo>
                  <a:lnTo>
                    <a:pt x="40457" y="56628"/>
                  </a:lnTo>
                  <a:lnTo>
                    <a:pt x="41151" y="56589"/>
                  </a:lnTo>
                  <a:lnTo>
                    <a:pt x="41831" y="56514"/>
                  </a:lnTo>
                  <a:lnTo>
                    <a:pt x="42498" y="56403"/>
                  </a:lnTo>
                  <a:lnTo>
                    <a:pt x="43151" y="56258"/>
                  </a:lnTo>
                  <a:lnTo>
                    <a:pt x="43791" y="56077"/>
                  </a:lnTo>
                  <a:lnTo>
                    <a:pt x="44418" y="55860"/>
                  </a:lnTo>
                  <a:lnTo>
                    <a:pt x="45031" y="55609"/>
                  </a:lnTo>
                  <a:lnTo>
                    <a:pt x="45641" y="55319"/>
                  </a:lnTo>
                  <a:lnTo>
                    <a:pt x="46241" y="55004"/>
                  </a:lnTo>
                  <a:lnTo>
                    <a:pt x="46833" y="54665"/>
                  </a:lnTo>
                  <a:lnTo>
                    <a:pt x="47415" y="54302"/>
                  </a:lnTo>
                  <a:lnTo>
                    <a:pt x="47988" y="53914"/>
                  </a:lnTo>
                  <a:lnTo>
                    <a:pt x="48551" y="53502"/>
                  </a:lnTo>
                  <a:lnTo>
                    <a:pt x="49106" y="53066"/>
                  </a:lnTo>
                  <a:lnTo>
                    <a:pt x="49651" y="52605"/>
                  </a:lnTo>
                  <a:lnTo>
                    <a:pt x="50187" y="52119"/>
                  </a:lnTo>
                  <a:lnTo>
                    <a:pt x="50713" y="51610"/>
                  </a:lnTo>
                  <a:lnTo>
                    <a:pt x="51281" y="51026"/>
                  </a:lnTo>
                  <a:lnTo>
                    <a:pt x="51821" y="50438"/>
                  </a:lnTo>
                  <a:lnTo>
                    <a:pt x="52335" y="49844"/>
                  </a:lnTo>
                  <a:lnTo>
                    <a:pt x="52822" y="49246"/>
                  </a:lnTo>
                  <a:lnTo>
                    <a:pt x="53281" y="48642"/>
                  </a:lnTo>
                  <a:lnTo>
                    <a:pt x="53714" y="48033"/>
                  </a:lnTo>
                  <a:lnTo>
                    <a:pt x="54120" y="47419"/>
                  </a:lnTo>
                  <a:lnTo>
                    <a:pt x="54499" y="46801"/>
                  </a:lnTo>
                  <a:lnTo>
                    <a:pt x="54850" y="46177"/>
                  </a:lnTo>
                  <a:lnTo>
                    <a:pt x="55175" y="45548"/>
                  </a:lnTo>
                  <a:lnTo>
                    <a:pt x="55459" y="44903"/>
                  </a:lnTo>
                  <a:lnTo>
                    <a:pt x="55704" y="44248"/>
                  </a:lnTo>
                  <a:lnTo>
                    <a:pt x="55910" y="43583"/>
                  </a:lnTo>
                  <a:lnTo>
                    <a:pt x="56078" y="42908"/>
                  </a:lnTo>
                  <a:lnTo>
                    <a:pt x="56207" y="42222"/>
                  </a:lnTo>
                  <a:lnTo>
                    <a:pt x="56297" y="41527"/>
                  </a:lnTo>
                  <a:lnTo>
                    <a:pt x="56348" y="40821"/>
                  </a:lnTo>
                  <a:lnTo>
                    <a:pt x="56361" y="40106"/>
                  </a:lnTo>
                  <a:lnTo>
                    <a:pt x="56335" y="39380"/>
                  </a:lnTo>
                  <a:lnTo>
                    <a:pt x="56270" y="38644"/>
                  </a:lnTo>
                  <a:lnTo>
                    <a:pt x="56164" y="37897"/>
                  </a:lnTo>
                  <a:lnTo>
                    <a:pt x="56014" y="37136"/>
                  </a:lnTo>
                  <a:lnTo>
                    <a:pt x="55820" y="36361"/>
                  </a:lnTo>
                  <a:lnTo>
                    <a:pt x="55583" y="35573"/>
                  </a:lnTo>
                  <a:lnTo>
                    <a:pt x="55302" y="34772"/>
                  </a:lnTo>
                  <a:lnTo>
                    <a:pt x="54977" y="33957"/>
                  </a:lnTo>
                  <a:lnTo>
                    <a:pt x="54608" y="33128"/>
                  </a:lnTo>
                  <a:lnTo>
                    <a:pt x="54195" y="32286"/>
                  </a:lnTo>
                  <a:lnTo>
                    <a:pt x="53739" y="31431"/>
                  </a:lnTo>
                  <a:lnTo>
                    <a:pt x="53239" y="30562"/>
                  </a:lnTo>
                  <a:lnTo>
                    <a:pt x="52690" y="29677"/>
                  </a:lnTo>
                  <a:lnTo>
                    <a:pt x="52087" y="28774"/>
                  </a:lnTo>
                  <a:lnTo>
                    <a:pt x="51431" y="27852"/>
                  </a:lnTo>
                  <a:lnTo>
                    <a:pt x="50720" y="26912"/>
                  </a:lnTo>
                  <a:lnTo>
                    <a:pt x="49956" y="25953"/>
                  </a:lnTo>
                  <a:lnTo>
                    <a:pt x="49137" y="24975"/>
                  </a:lnTo>
                  <a:lnTo>
                    <a:pt x="48265" y="23979"/>
                  </a:lnTo>
                  <a:lnTo>
                    <a:pt x="47339" y="22965"/>
                  </a:lnTo>
                  <a:lnTo>
                    <a:pt x="46359" y="2193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1088057" y="6110200"/>
              <a:ext cx="105952" cy="99695"/>
            </a:xfrm>
            <a:custGeom>
              <a:avLst/>
              <a:pathLst>
                <a:path w="105952" h="99695">
                  <a:moveTo>
                    <a:pt x="72150" y="73344"/>
                  </a:moveTo>
                  <a:lnTo>
                    <a:pt x="43273" y="44467"/>
                  </a:lnTo>
                  <a:lnTo>
                    <a:pt x="42615" y="43817"/>
                  </a:lnTo>
                  <a:lnTo>
                    <a:pt x="41970" y="43197"/>
                  </a:lnTo>
                  <a:lnTo>
                    <a:pt x="41338" y="42608"/>
                  </a:lnTo>
                  <a:lnTo>
                    <a:pt x="40720" y="42049"/>
                  </a:lnTo>
                  <a:lnTo>
                    <a:pt x="40116" y="41520"/>
                  </a:lnTo>
                  <a:lnTo>
                    <a:pt x="39525" y="41022"/>
                  </a:lnTo>
                  <a:lnTo>
                    <a:pt x="38947" y="40554"/>
                  </a:lnTo>
                  <a:lnTo>
                    <a:pt x="38383" y="40116"/>
                  </a:lnTo>
                  <a:lnTo>
                    <a:pt x="37833" y="39709"/>
                  </a:lnTo>
                  <a:lnTo>
                    <a:pt x="37296" y="39331"/>
                  </a:lnTo>
                  <a:lnTo>
                    <a:pt x="36768" y="38984"/>
                  </a:lnTo>
                  <a:lnTo>
                    <a:pt x="36247" y="38666"/>
                  </a:lnTo>
                  <a:lnTo>
                    <a:pt x="35731" y="38378"/>
                  </a:lnTo>
                  <a:lnTo>
                    <a:pt x="35221" y="38119"/>
                  </a:lnTo>
                  <a:lnTo>
                    <a:pt x="34717" y="37890"/>
                  </a:lnTo>
                  <a:lnTo>
                    <a:pt x="34219" y="37690"/>
                  </a:lnTo>
                  <a:lnTo>
                    <a:pt x="33727" y="37519"/>
                  </a:lnTo>
                  <a:lnTo>
                    <a:pt x="33241" y="37378"/>
                  </a:lnTo>
                  <a:lnTo>
                    <a:pt x="32761" y="37267"/>
                  </a:lnTo>
                  <a:lnTo>
                    <a:pt x="32286" y="37184"/>
                  </a:lnTo>
                  <a:lnTo>
                    <a:pt x="31817" y="37115"/>
                  </a:lnTo>
                  <a:lnTo>
                    <a:pt x="31352" y="37075"/>
                  </a:lnTo>
                  <a:lnTo>
                    <a:pt x="30891" y="37065"/>
                  </a:lnTo>
                  <a:lnTo>
                    <a:pt x="30434" y="37083"/>
                  </a:lnTo>
                  <a:lnTo>
                    <a:pt x="29982" y="37132"/>
                  </a:lnTo>
                  <a:lnTo>
                    <a:pt x="29533" y="37210"/>
                  </a:lnTo>
                  <a:lnTo>
                    <a:pt x="29089" y="37317"/>
                  </a:lnTo>
                  <a:lnTo>
                    <a:pt x="28649" y="37454"/>
                  </a:lnTo>
                  <a:lnTo>
                    <a:pt x="28214" y="37620"/>
                  </a:lnTo>
                  <a:lnTo>
                    <a:pt x="27782" y="37816"/>
                  </a:lnTo>
                  <a:lnTo>
                    <a:pt x="27343" y="38031"/>
                  </a:lnTo>
                  <a:lnTo>
                    <a:pt x="26902" y="38272"/>
                  </a:lnTo>
                  <a:lnTo>
                    <a:pt x="26457" y="38540"/>
                  </a:lnTo>
                  <a:lnTo>
                    <a:pt x="26011" y="38833"/>
                  </a:lnTo>
                  <a:lnTo>
                    <a:pt x="25562" y="39152"/>
                  </a:lnTo>
                  <a:lnTo>
                    <a:pt x="25110" y="39498"/>
                  </a:lnTo>
                  <a:lnTo>
                    <a:pt x="24656" y="39870"/>
                  </a:lnTo>
                  <a:lnTo>
                    <a:pt x="24199" y="40268"/>
                  </a:lnTo>
                  <a:lnTo>
                    <a:pt x="23740" y="40691"/>
                  </a:lnTo>
                  <a:lnTo>
                    <a:pt x="23278" y="41141"/>
                  </a:lnTo>
                  <a:lnTo>
                    <a:pt x="22812" y="41626"/>
                  </a:lnTo>
                  <a:lnTo>
                    <a:pt x="22375" y="42121"/>
                  </a:lnTo>
                  <a:lnTo>
                    <a:pt x="21967" y="42627"/>
                  </a:lnTo>
                  <a:lnTo>
                    <a:pt x="21587" y="43142"/>
                  </a:lnTo>
                  <a:lnTo>
                    <a:pt x="21236" y="43667"/>
                  </a:lnTo>
                  <a:lnTo>
                    <a:pt x="20914" y="44203"/>
                  </a:lnTo>
                  <a:lnTo>
                    <a:pt x="20620" y="44748"/>
                  </a:lnTo>
                  <a:lnTo>
                    <a:pt x="20355" y="45304"/>
                  </a:lnTo>
                  <a:lnTo>
                    <a:pt x="20118" y="45870"/>
                  </a:lnTo>
                  <a:lnTo>
                    <a:pt x="19910" y="46445"/>
                  </a:lnTo>
                  <a:lnTo>
                    <a:pt x="19723" y="47021"/>
                  </a:lnTo>
                  <a:lnTo>
                    <a:pt x="19564" y="47604"/>
                  </a:lnTo>
                  <a:lnTo>
                    <a:pt x="19433" y="48193"/>
                  </a:lnTo>
                  <a:lnTo>
                    <a:pt x="19331" y="48789"/>
                  </a:lnTo>
                  <a:lnTo>
                    <a:pt x="19258" y="49392"/>
                  </a:lnTo>
                  <a:lnTo>
                    <a:pt x="19213" y="50002"/>
                  </a:lnTo>
                  <a:lnTo>
                    <a:pt x="19197" y="50618"/>
                  </a:lnTo>
                  <a:lnTo>
                    <a:pt x="19210" y="51241"/>
                  </a:lnTo>
                  <a:lnTo>
                    <a:pt x="19251" y="51871"/>
                  </a:lnTo>
                  <a:lnTo>
                    <a:pt x="19321" y="52507"/>
                  </a:lnTo>
                  <a:lnTo>
                    <a:pt x="19420" y="53133"/>
                  </a:lnTo>
                  <a:lnTo>
                    <a:pt x="19548" y="53765"/>
                  </a:lnTo>
                  <a:lnTo>
                    <a:pt x="19706" y="54403"/>
                  </a:lnTo>
                  <a:lnTo>
                    <a:pt x="19894" y="55046"/>
                  </a:lnTo>
                  <a:lnTo>
                    <a:pt x="20110" y="55696"/>
                  </a:lnTo>
                  <a:lnTo>
                    <a:pt x="20357" y="56351"/>
                  </a:lnTo>
                  <a:lnTo>
                    <a:pt x="20632" y="57012"/>
                  </a:lnTo>
                  <a:lnTo>
                    <a:pt x="20938" y="57680"/>
                  </a:lnTo>
                  <a:lnTo>
                    <a:pt x="21272" y="58353"/>
                  </a:lnTo>
                  <a:lnTo>
                    <a:pt x="21636" y="59032"/>
                  </a:lnTo>
                  <a:lnTo>
                    <a:pt x="22030" y="59698"/>
                  </a:lnTo>
                  <a:lnTo>
                    <a:pt x="22455" y="60365"/>
                  </a:lnTo>
                  <a:lnTo>
                    <a:pt x="22909" y="61035"/>
                  </a:lnTo>
                  <a:lnTo>
                    <a:pt x="23394" y="61706"/>
                  </a:lnTo>
                  <a:lnTo>
                    <a:pt x="23909" y="62378"/>
                  </a:lnTo>
                  <a:lnTo>
                    <a:pt x="24455" y="63053"/>
                  </a:lnTo>
                  <a:lnTo>
                    <a:pt x="25031" y="63729"/>
                  </a:lnTo>
                  <a:lnTo>
                    <a:pt x="25637" y="64406"/>
                  </a:lnTo>
                  <a:lnTo>
                    <a:pt x="26273" y="65086"/>
                  </a:lnTo>
                  <a:lnTo>
                    <a:pt x="26940" y="65767"/>
                  </a:lnTo>
                  <a:lnTo>
                    <a:pt x="53334" y="92161"/>
                  </a:lnTo>
                  <a:lnTo>
                    <a:pt x="45799" y="99695"/>
                  </a:lnTo>
                  <a:lnTo>
                    <a:pt x="9976" y="63873"/>
                  </a:lnTo>
                  <a:lnTo>
                    <a:pt x="9688" y="63586"/>
                  </a:lnTo>
                  <a:lnTo>
                    <a:pt x="9397" y="63297"/>
                  </a:lnTo>
                  <a:lnTo>
                    <a:pt x="9102" y="63006"/>
                  </a:lnTo>
                  <a:lnTo>
                    <a:pt x="8804" y="62714"/>
                  </a:lnTo>
                  <a:lnTo>
                    <a:pt x="8503" y="62420"/>
                  </a:lnTo>
                  <a:lnTo>
                    <a:pt x="8198" y="62125"/>
                  </a:lnTo>
                  <a:lnTo>
                    <a:pt x="7890" y="61828"/>
                  </a:lnTo>
                  <a:lnTo>
                    <a:pt x="7578" y="61529"/>
                  </a:lnTo>
                  <a:lnTo>
                    <a:pt x="7263" y="61228"/>
                  </a:lnTo>
                  <a:lnTo>
                    <a:pt x="6945" y="60926"/>
                  </a:lnTo>
                  <a:lnTo>
                    <a:pt x="6627" y="60609"/>
                  </a:lnTo>
                  <a:lnTo>
                    <a:pt x="6312" y="60296"/>
                  </a:lnTo>
                  <a:lnTo>
                    <a:pt x="6001" y="59989"/>
                  </a:lnTo>
                  <a:lnTo>
                    <a:pt x="5692" y="59687"/>
                  </a:lnTo>
                  <a:lnTo>
                    <a:pt x="5388" y="59390"/>
                  </a:lnTo>
                  <a:lnTo>
                    <a:pt x="5086" y="59097"/>
                  </a:lnTo>
                  <a:lnTo>
                    <a:pt x="4788" y="58810"/>
                  </a:lnTo>
                  <a:lnTo>
                    <a:pt x="4494" y="58528"/>
                  </a:lnTo>
                  <a:lnTo>
                    <a:pt x="4202" y="58251"/>
                  </a:lnTo>
                  <a:lnTo>
                    <a:pt x="3914" y="57979"/>
                  </a:lnTo>
                  <a:lnTo>
                    <a:pt x="3624" y="57706"/>
                  </a:lnTo>
                  <a:lnTo>
                    <a:pt x="3342" y="57441"/>
                  </a:lnTo>
                  <a:lnTo>
                    <a:pt x="3068" y="57184"/>
                  </a:lnTo>
                  <a:lnTo>
                    <a:pt x="2803" y="56935"/>
                  </a:lnTo>
                  <a:lnTo>
                    <a:pt x="2546" y="56696"/>
                  </a:lnTo>
                  <a:lnTo>
                    <a:pt x="2298" y="56464"/>
                  </a:lnTo>
                  <a:lnTo>
                    <a:pt x="2058" y="56241"/>
                  </a:lnTo>
                  <a:lnTo>
                    <a:pt x="1826" y="56026"/>
                  </a:lnTo>
                  <a:lnTo>
                    <a:pt x="1603" y="55820"/>
                  </a:lnTo>
                  <a:lnTo>
                    <a:pt x="1389" y="55622"/>
                  </a:lnTo>
                  <a:lnTo>
                    <a:pt x="1185" y="55436"/>
                  </a:lnTo>
                  <a:lnTo>
                    <a:pt x="996" y="55263"/>
                  </a:lnTo>
                  <a:lnTo>
                    <a:pt x="822" y="55106"/>
                  </a:lnTo>
                  <a:lnTo>
                    <a:pt x="661" y="54962"/>
                  </a:lnTo>
                  <a:lnTo>
                    <a:pt x="515" y="54833"/>
                  </a:lnTo>
                  <a:lnTo>
                    <a:pt x="0" y="54401"/>
                  </a:lnTo>
                  <a:lnTo>
                    <a:pt x="7587" y="47592"/>
                  </a:lnTo>
                  <a:lnTo>
                    <a:pt x="7716" y="47705"/>
                  </a:lnTo>
                  <a:lnTo>
                    <a:pt x="7860" y="47832"/>
                  </a:lnTo>
                  <a:lnTo>
                    <a:pt x="8018" y="47973"/>
                  </a:lnTo>
                  <a:lnTo>
                    <a:pt x="8190" y="48128"/>
                  </a:lnTo>
                  <a:lnTo>
                    <a:pt x="8376" y="48298"/>
                  </a:lnTo>
                  <a:lnTo>
                    <a:pt x="8573" y="48477"/>
                  </a:lnTo>
                  <a:lnTo>
                    <a:pt x="8775" y="48663"/>
                  </a:lnTo>
                  <a:lnTo>
                    <a:pt x="8984" y="48854"/>
                  </a:lnTo>
                  <a:lnTo>
                    <a:pt x="9198" y="49052"/>
                  </a:lnTo>
                  <a:lnTo>
                    <a:pt x="9418" y="49255"/>
                  </a:lnTo>
                  <a:lnTo>
                    <a:pt x="9644" y="49464"/>
                  </a:lnTo>
                  <a:lnTo>
                    <a:pt x="9876" y="49680"/>
                  </a:lnTo>
                  <a:lnTo>
                    <a:pt x="10114" y="49901"/>
                  </a:lnTo>
                  <a:lnTo>
                    <a:pt x="10358" y="50127"/>
                  </a:lnTo>
                  <a:lnTo>
                    <a:pt x="10607" y="50360"/>
                  </a:lnTo>
                  <a:lnTo>
                    <a:pt x="10860" y="50580"/>
                  </a:lnTo>
                  <a:lnTo>
                    <a:pt x="11114" y="50803"/>
                  </a:lnTo>
                  <a:lnTo>
                    <a:pt x="11369" y="51028"/>
                  </a:lnTo>
                  <a:lnTo>
                    <a:pt x="11624" y="51256"/>
                  </a:lnTo>
                  <a:lnTo>
                    <a:pt x="11881" y="51486"/>
                  </a:lnTo>
                  <a:lnTo>
                    <a:pt x="12138" y="51719"/>
                  </a:lnTo>
                  <a:lnTo>
                    <a:pt x="12396" y="51954"/>
                  </a:lnTo>
                  <a:lnTo>
                    <a:pt x="12655" y="52192"/>
                  </a:lnTo>
                  <a:lnTo>
                    <a:pt x="12915" y="52433"/>
                  </a:lnTo>
                  <a:lnTo>
                    <a:pt x="13175" y="52675"/>
                  </a:lnTo>
                  <a:lnTo>
                    <a:pt x="13424" y="52908"/>
                  </a:lnTo>
                  <a:lnTo>
                    <a:pt x="13664" y="53133"/>
                  </a:lnTo>
                  <a:lnTo>
                    <a:pt x="13895" y="53352"/>
                  </a:lnTo>
                  <a:lnTo>
                    <a:pt x="14118" y="53564"/>
                  </a:lnTo>
                  <a:lnTo>
                    <a:pt x="14333" y="53770"/>
                  </a:lnTo>
                  <a:lnTo>
                    <a:pt x="14539" y="53969"/>
                  </a:lnTo>
                  <a:lnTo>
                    <a:pt x="14737" y="54161"/>
                  </a:lnTo>
                  <a:lnTo>
                    <a:pt x="14926" y="54346"/>
                  </a:lnTo>
                  <a:lnTo>
                    <a:pt x="15107" y="54524"/>
                  </a:lnTo>
                  <a:lnTo>
                    <a:pt x="15406" y="54570"/>
                  </a:lnTo>
                  <a:lnTo>
                    <a:pt x="15218" y="53974"/>
                  </a:lnTo>
                  <a:lnTo>
                    <a:pt x="15041" y="53383"/>
                  </a:lnTo>
                  <a:lnTo>
                    <a:pt x="14875" y="52795"/>
                  </a:lnTo>
                  <a:lnTo>
                    <a:pt x="14719" y="52212"/>
                  </a:lnTo>
                  <a:lnTo>
                    <a:pt x="14575" y="51634"/>
                  </a:lnTo>
                  <a:lnTo>
                    <a:pt x="14441" y="51059"/>
                  </a:lnTo>
                  <a:lnTo>
                    <a:pt x="14319" y="50489"/>
                  </a:lnTo>
                  <a:lnTo>
                    <a:pt x="14207" y="49922"/>
                  </a:lnTo>
                  <a:lnTo>
                    <a:pt x="14107" y="49360"/>
                  </a:lnTo>
                  <a:lnTo>
                    <a:pt x="14017" y="48803"/>
                  </a:lnTo>
                  <a:lnTo>
                    <a:pt x="13942" y="48248"/>
                  </a:lnTo>
                  <a:lnTo>
                    <a:pt x="13884" y="47696"/>
                  </a:lnTo>
                  <a:lnTo>
                    <a:pt x="13844" y="47147"/>
                  </a:lnTo>
                  <a:lnTo>
                    <a:pt x="13822" y="46600"/>
                  </a:lnTo>
                  <a:lnTo>
                    <a:pt x="13817" y="46056"/>
                  </a:lnTo>
                  <a:lnTo>
                    <a:pt x="13830" y="45514"/>
                  </a:lnTo>
                  <a:lnTo>
                    <a:pt x="13861" y="44975"/>
                  </a:lnTo>
                  <a:lnTo>
                    <a:pt x="13909" y="44438"/>
                  </a:lnTo>
                  <a:lnTo>
                    <a:pt x="13975" y="43904"/>
                  </a:lnTo>
                  <a:lnTo>
                    <a:pt x="14059" y="43372"/>
                  </a:lnTo>
                  <a:lnTo>
                    <a:pt x="14162" y="42826"/>
                  </a:lnTo>
                  <a:lnTo>
                    <a:pt x="14283" y="42283"/>
                  </a:lnTo>
                  <a:lnTo>
                    <a:pt x="14424" y="41742"/>
                  </a:lnTo>
                  <a:lnTo>
                    <a:pt x="14585" y="41204"/>
                  </a:lnTo>
                  <a:lnTo>
                    <a:pt x="14764" y="40668"/>
                  </a:lnTo>
                  <a:lnTo>
                    <a:pt x="14963" y="40135"/>
                  </a:lnTo>
                  <a:lnTo>
                    <a:pt x="15182" y="39604"/>
                  </a:lnTo>
                  <a:lnTo>
                    <a:pt x="15420" y="39075"/>
                  </a:lnTo>
                  <a:lnTo>
                    <a:pt x="15677" y="38550"/>
                  </a:lnTo>
                  <a:lnTo>
                    <a:pt x="15953" y="38026"/>
                  </a:lnTo>
                  <a:lnTo>
                    <a:pt x="16252" y="37488"/>
                  </a:lnTo>
                  <a:lnTo>
                    <a:pt x="16576" y="36949"/>
                  </a:lnTo>
                  <a:lnTo>
                    <a:pt x="16926" y="36410"/>
                  </a:lnTo>
                  <a:lnTo>
                    <a:pt x="17301" y="35871"/>
                  </a:lnTo>
                  <a:lnTo>
                    <a:pt x="17700" y="35332"/>
                  </a:lnTo>
                  <a:lnTo>
                    <a:pt x="18126" y="34794"/>
                  </a:lnTo>
                  <a:lnTo>
                    <a:pt x="18576" y="34255"/>
                  </a:lnTo>
                  <a:lnTo>
                    <a:pt x="19052" y="33716"/>
                  </a:lnTo>
                  <a:lnTo>
                    <a:pt x="19553" y="33177"/>
                  </a:lnTo>
                  <a:lnTo>
                    <a:pt x="20079" y="32638"/>
                  </a:lnTo>
                  <a:lnTo>
                    <a:pt x="21113" y="31645"/>
                  </a:lnTo>
                  <a:lnTo>
                    <a:pt x="22145" y="30737"/>
                  </a:lnTo>
                  <a:lnTo>
                    <a:pt x="23174" y="29914"/>
                  </a:lnTo>
                  <a:lnTo>
                    <a:pt x="24201" y="29176"/>
                  </a:lnTo>
                  <a:lnTo>
                    <a:pt x="25225" y="28523"/>
                  </a:lnTo>
                  <a:lnTo>
                    <a:pt x="26247" y="27956"/>
                  </a:lnTo>
                  <a:lnTo>
                    <a:pt x="27266" y="27473"/>
                  </a:lnTo>
                  <a:lnTo>
                    <a:pt x="28282" y="27075"/>
                  </a:lnTo>
                  <a:lnTo>
                    <a:pt x="29296" y="26762"/>
                  </a:lnTo>
                  <a:lnTo>
                    <a:pt x="30308" y="26534"/>
                  </a:lnTo>
                  <a:lnTo>
                    <a:pt x="31332" y="26384"/>
                  </a:lnTo>
                  <a:lnTo>
                    <a:pt x="32369" y="26319"/>
                  </a:lnTo>
                  <a:lnTo>
                    <a:pt x="33417" y="26340"/>
                  </a:lnTo>
                  <a:lnTo>
                    <a:pt x="34477" y="26447"/>
                  </a:lnTo>
                  <a:lnTo>
                    <a:pt x="35549" y="26640"/>
                  </a:lnTo>
                  <a:lnTo>
                    <a:pt x="36632" y="26918"/>
                  </a:lnTo>
                  <a:lnTo>
                    <a:pt x="37728" y="27283"/>
                  </a:lnTo>
                  <a:lnTo>
                    <a:pt x="38835" y="27733"/>
                  </a:lnTo>
                  <a:lnTo>
                    <a:pt x="39954" y="28270"/>
                  </a:lnTo>
                  <a:lnTo>
                    <a:pt x="41210" y="28766"/>
                  </a:lnTo>
                  <a:lnTo>
                    <a:pt x="41023" y="28169"/>
                  </a:lnTo>
                  <a:lnTo>
                    <a:pt x="40848" y="27575"/>
                  </a:lnTo>
                  <a:lnTo>
                    <a:pt x="40686" y="26984"/>
                  </a:lnTo>
                  <a:lnTo>
                    <a:pt x="40537" y="26395"/>
                  </a:lnTo>
                  <a:lnTo>
                    <a:pt x="40400" y="25808"/>
                  </a:lnTo>
                  <a:lnTo>
                    <a:pt x="40276" y="25224"/>
                  </a:lnTo>
                  <a:lnTo>
                    <a:pt x="40164" y="24643"/>
                  </a:lnTo>
                  <a:lnTo>
                    <a:pt x="40065" y="24064"/>
                  </a:lnTo>
                  <a:lnTo>
                    <a:pt x="39979" y="23488"/>
                  </a:lnTo>
                  <a:lnTo>
                    <a:pt x="39906" y="22914"/>
                  </a:lnTo>
                  <a:lnTo>
                    <a:pt x="39847" y="22343"/>
                  </a:lnTo>
                  <a:lnTo>
                    <a:pt x="39808" y="21773"/>
                  </a:lnTo>
                  <a:lnTo>
                    <a:pt x="39787" y="21204"/>
                  </a:lnTo>
                  <a:lnTo>
                    <a:pt x="39784" y="20638"/>
                  </a:lnTo>
                  <a:lnTo>
                    <a:pt x="39800" y="20073"/>
                  </a:lnTo>
                  <a:lnTo>
                    <a:pt x="39835" y="19510"/>
                  </a:lnTo>
                  <a:lnTo>
                    <a:pt x="39888" y="18948"/>
                  </a:lnTo>
                  <a:lnTo>
                    <a:pt x="39959" y="18388"/>
                  </a:lnTo>
                  <a:lnTo>
                    <a:pt x="40049" y="17830"/>
                  </a:lnTo>
                  <a:lnTo>
                    <a:pt x="40158" y="17274"/>
                  </a:lnTo>
                  <a:lnTo>
                    <a:pt x="40277" y="16711"/>
                  </a:lnTo>
                  <a:lnTo>
                    <a:pt x="40416" y="16150"/>
                  </a:lnTo>
                  <a:lnTo>
                    <a:pt x="40574" y="15593"/>
                  </a:lnTo>
                  <a:lnTo>
                    <a:pt x="40751" y="15038"/>
                  </a:lnTo>
                  <a:lnTo>
                    <a:pt x="40947" y="14485"/>
                  </a:lnTo>
                  <a:lnTo>
                    <a:pt x="41163" y="13935"/>
                  </a:lnTo>
                  <a:lnTo>
                    <a:pt x="41399" y="13387"/>
                  </a:lnTo>
                  <a:lnTo>
                    <a:pt x="41653" y="12842"/>
                  </a:lnTo>
                  <a:lnTo>
                    <a:pt x="41927" y="12299"/>
                  </a:lnTo>
                  <a:lnTo>
                    <a:pt x="42221" y="11759"/>
                  </a:lnTo>
                  <a:lnTo>
                    <a:pt x="42528" y="11212"/>
                  </a:lnTo>
                  <a:lnTo>
                    <a:pt x="42859" y="10666"/>
                  </a:lnTo>
                  <a:lnTo>
                    <a:pt x="43215" y="10121"/>
                  </a:lnTo>
                  <a:lnTo>
                    <a:pt x="43595" y="9577"/>
                  </a:lnTo>
                  <a:lnTo>
                    <a:pt x="43999" y="9033"/>
                  </a:lnTo>
                  <a:lnTo>
                    <a:pt x="44428" y="8491"/>
                  </a:lnTo>
                  <a:lnTo>
                    <a:pt x="44882" y="7949"/>
                  </a:lnTo>
                  <a:lnTo>
                    <a:pt x="45359" y="7408"/>
                  </a:lnTo>
                  <a:lnTo>
                    <a:pt x="45862" y="6868"/>
                  </a:lnTo>
                  <a:lnTo>
                    <a:pt x="46388" y="6329"/>
                  </a:lnTo>
                  <a:lnTo>
                    <a:pt x="47078" y="5657"/>
                  </a:lnTo>
                  <a:lnTo>
                    <a:pt x="47767" y="5024"/>
                  </a:lnTo>
                  <a:lnTo>
                    <a:pt x="48455" y="4428"/>
                  </a:lnTo>
                  <a:lnTo>
                    <a:pt x="49143" y="3871"/>
                  </a:lnTo>
                  <a:lnTo>
                    <a:pt x="49829" y="3351"/>
                  </a:lnTo>
                  <a:lnTo>
                    <a:pt x="50515" y="2869"/>
                  </a:lnTo>
                  <a:lnTo>
                    <a:pt x="51200" y="2425"/>
                  </a:lnTo>
                  <a:lnTo>
                    <a:pt x="51884" y="2018"/>
                  </a:lnTo>
                  <a:lnTo>
                    <a:pt x="52567" y="1650"/>
                  </a:lnTo>
                  <a:lnTo>
                    <a:pt x="53250" y="1320"/>
                  </a:lnTo>
                  <a:lnTo>
                    <a:pt x="53941" y="1019"/>
                  </a:lnTo>
                  <a:lnTo>
                    <a:pt x="54634" y="757"/>
                  </a:lnTo>
                  <a:lnTo>
                    <a:pt x="55328" y="534"/>
                  </a:lnTo>
                  <a:lnTo>
                    <a:pt x="56025" y="350"/>
                  </a:lnTo>
                  <a:lnTo>
                    <a:pt x="56722" y="204"/>
                  </a:lnTo>
                  <a:lnTo>
                    <a:pt x="57422" y="97"/>
                  </a:lnTo>
                  <a:lnTo>
                    <a:pt x="58123" y="29"/>
                  </a:lnTo>
                  <a:lnTo>
                    <a:pt x="58826" y="0"/>
                  </a:lnTo>
                  <a:lnTo>
                    <a:pt x="59531" y="9"/>
                  </a:lnTo>
                  <a:lnTo>
                    <a:pt x="60237" y="57"/>
                  </a:lnTo>
                  <a:lnTo>
                    <a:pt x="60948" y="144"/>
                  </a:lnTo>
                  <a:lnTo>
                    <a:pt x="61664" y="271"/>
                  </a:lnTo>
                  <a:lnTo>
                    <a:pt x="62385" y="437"/>
                  </a:lnTo>
                  <a:lnTo>
                    <a:pt x="63113" y="643"/>
                  </a:lnTo>
                  <a:lnTo>
                    <a:pt x="63847" y="888"/>
                  </a:lnTo>
                  <a:lnTo>
                    <a:pt x="64587" y="1173"/>
                  </a:lnTo>
                  <a:lnTo>
                    <a:pt x="65332" y="1498"/>
                  </a:lnTo>
                  <a:lnTo>
                    <a:pt x="66084" y="1862"/>
                  </a:lnTo>
                  <a:lnTo>
                    <a:pt x="66841" y="2265"/>
                  </a:lnTo>
                  <a:lnTo>
                    <a:pt x="67604" y="2709"/>
                  </a:lnTo>
                  <a:lnTo>
                    <a:pt x="68366" y="3183"/>
                  </a:lnTo>
                  <a:lnTo>
                    <a:pt x="69136" y="3695"/>
                  </a:lnTo>
                  <a:lnTo>
                    <a:pt x="69915" y="4247"/>
                  </a:lnTo>
                  <a:lnTo>
                    <a:pt x="70702" y="4837"/>
                  </a:lnTo>
                  <a:lnTo>
                    <a:pt x="71498" y="5466"/>
                  </a:lnTo>
                  <a:lnTo>
                    <a:pt x="72302" y="6134"/>
                  </a:lnTo>
                  <a:lnTo>
                    <a:pt x="73114" y="6840"/>
                  </a:lnTo>
                  <a:lnTo>
                    <a:pt x="73935" y="7585"/>
                  </a:lnTo>
                  <a:lnTo>
                    <a:pt x="74764" y="8369"/>
                  </a:lnTo>
                  <a:lnTo>
                    <a:pt x="75602" y="9191"/>
                  </a:lnTo>
                  <a:lnTo>
                    <a:pt x="105952" y="39542"/>
                  </a:lnTo>
                  <a:lnTo>
                    <a:pt x="98460" y="47035"/>
                  </a:lnTo>
                  <a:lnTo>
                    <a:pt x="69582" y="18158"/>
                  </a:lnTo>
                  <a:lnTo>
                    <a:pt x="68924" y="17508"/>
                  </a:lnTo>
                  <a:lnTo>
                    <a:pt x="68279" y="16888"/>
                  </a:lnTo>
                  <a:lnTo>
                    <a:pt x="67648" y="16299"/>
                  </a:lnTo>
                  <a:lnTo>
                    <a:pt x="67030" y="15740"/>
                  </a:lnTo>
                  <a:lnTo>
                    <a:pt x="66425" y="15211"/>
                  </a:lnTo>
                  <a:lnTo>
                    <a:pt x="65834" y="14713"/>
                  </a:lnTo>
                  <a:lnTo>
                    <a:pt x="65257" y="14244"/>
                  </a:lnTo>
                  <a:lnTo>
                    <a:pt x="64693" y="13807"/>
                  </a:lnTo>
                  <a:lnTo>
                    <a:pt x="64142" y="13399"/>
                  </a:lnTo>
                  <a:lnTo>
                    <a:pt x="63605" y="13022"/>
                  </a:lnTo>
                  <a:lnTo>
                    <a:pt x="63078" y="12675"/>
                  </a:lnTo>
                  <a:lnTo>
                    <a:pt x="62556" y="12357"/>
                  </a:lnTo>
                  <a:lnTo>
                    <a:pt x="62040" y="12069"/>
                  </a:lnTo>
                  <a:lnTo>
                    <a:pt x="61531" y="11810"/>
                  </a:lnTo>
                  <a:lnTo>
                    <a:pt x="61027" y="11580"/>
                  </a:lnTo>
                  <a:lnTo>
                    <a:pt x="60529" y="11380"/>
                  </a:lnTo>
                  <a:lnTo>
                    <a:pt x="60037" y="11210"/>
                  </a:lnTo>
                  <a:lnTo>
                    <a:pt x="59550" y="11069"/>
                  </a:lnTo>
                  <a:lnTo>
                    <a:pt x="59070" y="10957"/>
                  </a:lnTo>
                  <a:lnTo>
                    <a:pt x="58596" y="10875"/>
                  </a:lnTo>
                  <a:lnTo>
                    <a:pt x="58126" y="10806"/>
                  </a:lnTo>
                  <a:lnTo>
                    <a:pt x="57661" y="10766"/>
                  </a:lnTo>
                  <a:lnTo>
                    <a:pt x="57200" y="10755"/>
                  </a:lnTo>
                  <a:lnTo>
                    <a:pt x="56743" y="10774"/>
                  </a:lnTo>
                  <a:lnTo>
                    <a:pt x="56291" y="10823"/>
                  </a:lnTo>
                  <a:lnTo>
                    <a:pt x="55843" y="10900"/>
                  </a:lnTo>
                  <a:lnTo>
                    <a:pt x="55399" y="11008"/>
                  </a:lnTo>
                  <a:lnTo>
                    <a:pt x="54959" y="11145"/>
                  </a:lnTo>
                  <a:lnTo>
                    <a:pt x="54523" y="11311"/>
                  </a:lnTo>
                  <a:lnTo>
                    <a:pt x="54092" y="11507"/>
                  </a:lnTo>
                  <a:lnTo>
                    <a:pt x="53652" y="11722"/>
                  </a:lnTo>
                  <a:lnTo>
                    <a:pt x="53211" y="11963"/>
                  </a:lnTo>
                  <a:lnTo>
                    <a:pt x="52767" y="12230"/>
                  </a:lnTo>
                  <a:lnTo>
                    <a:pt x="52320" y="12524"/>
                  </a:lnTo>
                  <a:lnTo>
                    <a:pt x="51871" y="12843"/>
                  </a:lnTo>
                  <a:lnTo>
                    <a:pt x="51419" y="13189"/>
                  </a:lnTo>
                  <a:lnTo>
                    <a:pt x="50965" y="13560"/>
                  </a:lnTo>
                  <a:lnTo>
                    <a:pt x="50508" y="13958"/>
                  </a:lnTo>
                  <a:lnTo>
                    <a:pt x="50049" y="14382"/>
                  </a:lnTo>
                  <a:lnTo>
                    <a:pt x="49587" y="14832"/>
                  </a:lnTo>
                  <a:lnTo>
                    <a:pt x="49121" y="15317"/>
                  </a:lnTo>
                  <a:lnTo>
                    <a:pt x="48683" y="15810"/>
                  </a:lnTo>
                  <a:lnTo>
                    <a:pt x="48273" y="16313"/>
                  </a:lnTo>
                  <a:lnTo>
                    <a:pt x="47890" y="16826"/>
                  </a:lnTo>
                  <a:lnTo>
                    <a:pt x="47535" y="17347"/>
                  </a:lnTo>
                  <a:lnTo>
                    <a:pt x="47208" y="17878"/>
                  </a:lnTo>
                  <a:lnTo>
                    <a:pt x="46909" y="18418"/>
                  </a:lnTo>
                  <a:lnTo>
                    <a:pt x="46637" y="18967"/>
                  </a:lnTo>
                  <a:lnTo>
                    <a:pt x="46394" y="19526"/>
                  </a:lnTo>
                  <a:lnTo>
                    <a:pt x="46178" y="20094"/>
                  </a:lnTo>
                  <a:lnTo>
                    <a:pt x="45981" y="20661"/>
                  </a:lnTo>
                  <a:lnTo>
                    <a:pt x="45814" y="21236"/>
                  </a:lnTo>
                  <a:lnTo>
                    <a:pt x="45675" y="21816"/>
                  </a:lnTo>
                  <a:lnTo>
                    <a:pt x="45565" y="22404"/>
                  </a:lnTo>
                  <a:lnTo>
                    <a:pt x="45483" y="22998"/>
                  </a:lnTo>
                  <a:lnTo>
                    <a:pt x="45430" y="23600"/>
                  </a:lnTo>
                  <a:lnTo>
                    <a:pt x="45406" y="24207"/>
                  </a:lnTo>
                  <a:lnTo>
                    <a:pt x="45410" y="24822"/>
                  </a:lnTo>
                  <a:lnTo>
                    <a:pt x="45443" y="25443"/>
                  </a:lnTo>
                  <a:lnTo>
                    <a:pt x="45504" y="26071"/>
                  </a:lnTo>
                  <a:lnTo>
                    <a:pt x="45603" y="26697"/>
                  </a:lnTo>
                  <a:lnTo>
                    <a:pt x="45731" y="27329"/>
                  </a:lnTo>
                  <a:lnTo>
                    <a:pt x="45889" y="27967"/>
                  </a:lnTo>
                  <a:lnTo>
                    <a:pt x="46077" y="28611"/>
                  </a:lnTo>
                  <a:lnTo>
                    <a:pt x="46293" y="29260"/>
                  </a:lnTo>
                  <a:lnTo>
                    <a:pt x="46540" y="29916"/>
                  </a:lnTo>
                  <a:lnTo>
                    <a:pt x="46815" y="30577"/>
                  </a:lnTo>
                  <a:lnTo>
                    <a:pt x="47121" y="31244"/>
                  </a:lnTo>
                  <a:lnTo>
                    <a:pt x="47455" y="31917"/>
                  </a:lnTo>
                  <a:lnTo>
                    <a:pt x="47819" y="32596"/>
                  </a:lnTo>
                  <a:lnTo>
                    <a:pt x="48222" y="33271"/>
                  </a:lnTo>
                  <a:lnTo>
                    <a:pt x="48656" y="33948"/>
                  </a:lnTo>
                  <a:lnTo>
                    <a:pt x="49121" y="34628"/>
                  </a:lnTo>
                  <a:lnTo>
                    <a:pt x="49618" y="35310"/>
                  </a:lnTo>
                  <a:lnTo>
                    <a:pt x="50145" y="35995"/>
                  </a:lnTo>
                  <a:lnTo>
                    <a:pt x="50704" y="36683"/>
                  </a:lnTo>
                  <a:lnTo>
                    <a:pt x="51293" y="37373"/>
                  </a:lnTo>
                  <a:lnTo>
                    <a:pt x="51914" y="38065"/>
                  </a:lnTo>
                  <a:lnTo>
                    <a:pt x="52566" y="38760"/>
                  </a:lnTo>
                  <a:lnTo>
                    <a:pt x="53250" y="39458"/>
                  </a:lnTo>
                  <a:lnTo>
                    <a:pt x="79643" y="65851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1142991" y="6068246"/>
              <a:ext cx="70045" cy="70045"/>
            </a:xfrm>
            <a:custGeom>
              <a:avLst/>
              <a:pathLst>
                <a:path w="70045" h="70045">
                  <a:moveTo>
                    <a:pt x="7240" y="14817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14817" y="7240"/>
                  </a:lnTo>
                  <a:close/>
                  <a:moveTo>
                    <a:pt x="62468" y="70045"/>
                  </a:moveTo>
                  <a:lnTo>
                    <a:pt x="16922" y="24499"/>
                  </a:lnTo>
                  <a:lnTo>
                    <a:pt x="24499" y="16922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1186358" y="6045594"/>
              <a:ext cx="80181" cy="69420"/>
            </a:xfrm>
            <a:custGeom>
              <a:avLst/>
              <a:pathLst>
                <a:path w="80181" h="69420">
                  <a:moveTo>
                    <a:pt x="50757" y="62726"/>
                  </a:moveTo>
                  <a:lnTo>
                    <a:pt x="49382" y="64028"/>
                  </a:lnTo>
                  <a:lnTo>
                    <a:pt x="48004" y="65190"/>
                  </a:lnTo>
                  <a:lnTo>
                    <a:pt x="46621" y="66211"/>
                  </a:lnTo>
                  <a:lnTo>
                    <a:pt x="45234" y="67091"/>
                  </a:lnTo>
                  <a:lnTo>
                    <a:pt x="43843" y="67830"/>
                  </a:lnTo>
                  <a:lnTo>
                    <a:pt x="42447" y="68429"/>
                  </a:lnTo>
                  <a:lnTo>
                    <a:pt x="41048" y="68888"/>
                  </a:lnTo>
                  <a:lnTo>
                    <a:pt x="39644" y="69206"/>
                  </a:lnTo>
                  <a:lnTo>
                    <a:pt x="38236" y="69383"/>
                  </a:lnTo>
                  <a:lnTo>
                    <a:pt x="36823" y="69420"/>
                  </a:lnTo>
                  <a:lnTo>
                    <a:pt x="35417" y="69324"/>
                  </a:lnTo>
                  <a:lnTo>
                    <a:pt x="34025" y="69106"/>
                  </a:lnTo>
                  <a:lnTo>
                    <a:pt x="32648" y="68765"/>
                  </a:lnTo>
                  <a:lnTo>
                    <a:pt x="31287" y="68302"/>
                  </a:lnTo>
                  <a:lnTo>
                    <a:pt x="29941" y="67715"/>
                  </a:lnTo>
                  <a:lnTo>
                    <a:pt x="28610" y="67005"/>
                  </a:lnTo>
                  <a:lnTo>
                    <a:pt x="27294" y="66172"/>
                  </a:lnTo>
                  <a:lnTo>
                    <a:pt x="25993" y="65217"/>
                  </a:lnTo>
                  <a:lnTo>
                    <a:pt x="24708" y="64138"/>
                  </a:lnTo>
                  <a:lnTo>
                    <a:pt x="23437" y="62937"/>
                  </a:lnTo>
                  <a:lnTo>
                    <a:pt x="22570" y="62036"/>
                  </a:lnTo>
                  <a:lnTo>
                    <a:pt x="21768" y="61134"/>
                  </a:lnTo>
                  <a:lnTo>
                    <a:pt x="21034" y="60231"/>
                  </a:lnTo>
                  <a:lnTo>
                    <a:pt x="20366" y="59327"/>
                  </a:lnTo>
                  <a:lnTo>
                    <a:pt x="19764" y="58422"/>
                  </a:lnTo>
                  <a:lnTo>
                    <a:pt x="19229" y="57517"/>
                  </a:lnTo>
                  <a:lnTo>
                    <a:pt x="18761" y="56610"/>
                  </a:lnTo>
                  <a:lnTo>
                    <a:pt x="18359" y="55703"/>
                  </a:lnTo>
                  <a:lnTo>
                    <a:pt x="18023" y="54795"/>
                  </a:lnTo>
                  <a:lnTo>
                    <a:pt x="17754" y="53887"/>
                  </a:lnTo>
                  <a:lnTo>
                    <a:pt x="17541" y="52963"/>
                  </a:lnTo>
                  <a:lnTo>
                    <a:pt x="17374" y="52044"/>
                  </a:lnTo>
                  <a:lnTo>
                    <a:pt x="17252" y="51131"/>
                  </a:lnTo>
                  <a:lnTo>
                    <a:pt x="17175" y="50223"/>
                  </a:lnTo>
                  <a:lnTo>
                    <a:pt x="17144" y="49319"/>
                  </a:lnTo>
                  <a:lnTo>
                    <a:pt x="17158" y="48421"/>
                  </a:lnTo>
                  <a:lnTo>
                    <a:pt x="17218" y="47528"/>
                  </a:lnTo>
                  <a:lnTo>
                    <a:pt x="17323" y="46639"/>
                  </a:lnTo>
                  <a:lnTo>
                    <a:pt x="17474" y="45756"/>
                  </a:lnTo>
                  <a:lnTo>
                    <a:pt x="17670" y="44878"/>
                  </a:lnTo>
                  <a:lnTo>
                    <a:pt x="17915" y="43997"/>
                  </a:lnTo>
                  <a:lnTo>
                    <a:pt x="18195" y="43120"/>
                  </a:lnTo>
                  <a:lnTo>
                    <a:pt x="18511" y="42249"/>
                  </a:lnTo>
                  <a:lnTo>
                    <a:pt x="18862" y="41383"/>
                  </a:lnTo>
                  <a:lnTo>
                    <a:pt x="19249" y="40521"/>
                  </a:lnTo>
                  <a:lnTo>
                    <a:pt x="19670" y="39665"/>
                  </a:lnTo>
                  <a:lnTo>
                    <a:pt x="20128" y="38814"/>
                  </a:lnTo>
                  <a:lnTo>
                    <a:pt x="20620" y="37968"/>
                  </a:lnTo>
                  <a:lnTo>
                    <a:pt x="21148" y="37127"/>
                  </a:lnTo>
                  <a:lnTo>
                    <a:pt x="21711" y="36291"/>
                  </a:lnTo>
                  <a:lnTo>
                    <a:pt x="22299" y="35462"/>
                  </a:lnTo>
                  <a:lnTo>
                    <a:pt x="22900" y="34641"/>
                  </a:lnTo>
                  <a:lnTo>
                    <a:pt x="23515" y="33828"/>
                  </a:lnTo>
                  <a:lnTo>
                    <a:pt x="24143" y="33024"/>
                  </a:lnTo>
                  <a:lnTo>
                    <a:pt x="24784" y="32229"/>
                  </a:lnTo>
                  <a:lnTo>
                    <a:pt x="25439" y="31441"/>
                  </a:lnTo>
                  <a:lnTo>
                    <a:pt x="26108" y="30663"/>
                  </a:lnTo>
                  <a:lnTo>
                    <a:pt x="26790" y="29892"/>
                  </a:lnTo>
                  <a:lnTo>
                    <a:pt x="27485" y="29130"/>
                  </a:lnTo>
                  <a:lnTo>
                    <a:pt x="28194" y="28377"/>
                  </a:lnTo>
                  <a:lnTo>
                    <a:pt x="38255" y="17980"/>
                  </a:lnTo>
                  <a:lnTo>
                    <a:pt x="35771" y="15496"/>
                  </a:lnTo>
                  <a:lnTo>
                    <a:pt x="35209" y="14946"/>
                  </a:lnTo>
                  <a:lnTo>
                    <a:pt x="34653" y="14425"/>
                  </a:lnTo>
                  <a:lnTo>
                    <a:pt x="34101" y="13933"/>
                  </a:lnTo>
                  <a:lnTo>
                    <a:pt x="33555" y="13469"/>
                  </a:lnTo>
                  <a:lnTo>
                    <a:pt x="33014" y="13033"/>
                  </a:lnTo>
                  <a:lnTo>
                    <a:pt x="32477" y="12627"/>
                  </a:lnTo>
                  <a:lnTo>
                    <a:pt x="31946" y="12249"/>
                  </a:lnTo>
                  <a:lnTo>
                    <a:pt x="31420" y="11899"/>
                  </a:lnTo>
                  <a:lnTo>
                    <a:pt x="30899" y="11579"/>
                  </a:lnTo>
                  <a:lnTo>
                    <a:pt x="30383" y="11286"/>
                  </a:lnTo>
                  <a:lnTo>
                    <a:pt x="29870" y="11022"/>
                  </a:lnTo>
                  <a:lnTo>
                    <a:pt x="29361" y="10786"/>
                  </a:lnTo>
                  <a:lnTo>
                    <a:pt x="28853" y="10578"/>
                  </a:lnTo>
                  <a:lnTo>
                    <a:pt x="28349" y="10397"/>
                  </a:lnTo>
                  <a:lnTo>
                    <a:pt x="27847" y="10245"/>
                  </a:lnTo>
                  <a:lnTo>
                    <a:pt x="27347" y="10120"/>
                  </a:lnTo>
                  <a:lnTo>
                    <a:pt x="26850" y="10022"/>
                  </a:lnTo>
                  <a:lnTo>
                    <a:pt x="26355" y="9953"/>
                  </a:lnTo>
                  <a:lnTo>
                    <a:pt x="25863" y="9911"/>
                  </a:lnTo>
                  <a:lnTo>
                    <a:pt x="25373" y="9897"/>
                  </a:lnTo>
                  <a:lnTo>
                    <a:pt x="24886" y="9910"/>
                  </a:lnTo>
                  <a:lnTo>
                    <a:pt x="24399" y="9949"/>
                  </a:lnTo>
                  <a:lnTo>
                    <a:pt x="23912" y="10015"/>
                  </a:lnTo>
                  <a:lnTo>
                    <a:pt x="23427" y="10106"/>
                  </a:lnTo>
                  <a:lnTo>
                    <a:pt x="22943" y="10224"/>
                  </a:lnTo>
                  <a:lnTo>
                    <a:pt x="22459" y="10367"/>
                  </a:lnTo>
                  <a:lnTo>
                    <a:pt x="21976" y="10537"/>
                  </a:lnTo>
                  <a:lnTo>
                    <a:pt x="21494" y="10732"/>
                  </a:lnTo>
                  <a:lnTo>
                    <a:pt x="21013" y="10954"/>
                  </a:lnTo>
                  <a:lnTo>
                    <a:pt x="20533" y="11202"/>
                  </a:lnTo>
                  <a:lnTo>
                    <a:pt x="20052" y="11459"/>
                  </a:lnTo>
                  <a:lnTo>
                    <a:pt x="19569" y="11741"/>
                  </a:lnTo>
                  <a:lnTo>
                    <a:pt x="19085" y="12048"/>
                  </a:lnTo>
                  <a:lnTo>
                    <a:pt x="18600" y="12381"/>
                  </a:lnTo>
                  <a:lnTo>
                    <a:pt x="18112" y="12739"/>
                  </a:lnTo>
                  <a:lnTo>
                    <a:pt x="17623" y="13122"/>
                  </a:lnTo>
                  <a:lnTo>
                    <a:pt x="17132" y="13530"/>
                  </a:lnTo>
                  <a:lnTo>
                    <a:pt x="16640" y="13964"/>
                  </a:lnTo>
                  <a:lnTo>
                    <a:pt x="16145" y="14422"/>
                  </a:lnTo>
                  <a:lnTo>
                    <a:pt x="15650" y="14907"/>
                  </a:lnTo>
                  <a:lnTo>
                    <a:pt x="15219" y="15344"/>
                  </a:lnTo>
                  <a:lnTo>
                    <a:pt x="14804" y="15779"/>
                  </a:lnTo>
                  <a:lnTo>
                    <a:pt x="14404" y="16212"/>
                  </a:lnTo>
                  <a:lnTo>
                    <a:pt x="14020" y="16644"/>
                  </a:lnTo>
                  <a:lnTo>
                    <a:pt x="13650" y="17074"/>
                  </a:lnTo>
                  <a:lnTo>
                    <a:pt x="13296" y="17503"/>
                  </a:lnTo>
                  <a:lnTo>
                    <a:pt x="12956" y="17930"/>
                  </a:lnTo>
                  <a:lnTo>
                    <a:pt x="12632" y="18355"/>
                  </a:lnTo>
                  <a:lnTo>
                    <a:pt x="12323" y="18778"/>
                  </a:lnTo>
                  <a:lnTo>
                    <a:pt x="12029" y="19200"/>
                  </a:lnTo>
                  <a:lnTo>
                    <a:pt x="11745" y="19614"/>
                  </a:lnTo>
                  <a:lnTo>
                    <a:pt x="11480" y="20029"/>
                  </a:lnTo>
                  <a:lnTo>
                    <a:pt x="11236" y="20445"/>
                  </a:lnTo>
                  <a:lnTo>
                    <a:pt x="11012" y="20864"/>
                  </a:lnTo>
                  <a:lnTo>
                    <a:pt x="10809" y="21284"/>
                  </a:lnTo>
                  <a:lnTo>
                    <a:pt x="10625" y="21706"/>
                  </a:lnTo>
                  <a:lnTo>
                    <a:pt x="10462" y="22129"/>
                  </a:lnTo>
                  <a:lnTo>
                    <a:pt x="10319" y="22554"/>
                  </a:lnTo>
                  <a:lnTo>
                    <a:pt x="10196" y="22981"/>
                  </a:lnTo>
                  <a:lnTo>
                    <a:pt x="10093" y="23410"/>
                  </a:lnTo>
                  <a:lnTo>
                    <a:pt x="10003" y="23832"/>
                  </a:lnTo>
                  <a:lnTo>
                    <a:pt x="9936" y="24257"/>
                  </a:lnTo>
                  <a:lnTo>
                    <a:pt x="9892" y="24684"/>
                  </a:lnTo>
                  <a:lnTo>
                    <a:pt x="9871" y="25114"/>
                  </a:lnTo>
                  <a:lnTo>
                    <a:pt x="9872" y="25546"/>
                  </a:lnTo>
                  <a:lnTo>
                    <a:pt x="9896" y="25981"/>
                  </a:lnTo>
                  <a:lnTo>
                    <a:pt x="9943" y="26418"/>
                  </a:lnTo>
                  <a:lnTo>
                    <a:pt x="10012" y="26858"/>
                  </a:lnTo>
                  <a:lnTo>
                    <a:pt x="10104" y="27301"/>
                  </a:lnTo>
                  <a:lnTo>
                    <a:pt x="10219" y="27746"/>
                  </a:lnTo>
                  <a:lnTo>
                    <a:pt x="10350" y="28185"/>
                  </a:lnTo>
                  <a:lnTo>
                    <a:pt x="10507" y="28630"/>
                  </a:lnTo>
                  <a:lnTo>
                    <a:pt x="10690" y="29078"/>
                  </a:lnTo>
                  <a:lnTo>
                    <a:pt x="10900" y="29530"/>
                  </a:lnTo>
                  <a:lnTo>
                    <a:pt x="11135" y="29987"/>
                  </a:lnTo>
                  <a:lnTo>
                    <a:pt x="11396" y="30448"/>
                  </a:lnTo>
                  <a:lnTo>
                    <a:pt x="11684" y="30913"/>
                  </a:lnTo>
                  <a:lnTo>
                    <a:pt x="11997" y="31383"/>
                  </a:lnTo>
                  <a:lnTo>
                    <a:pt x="12337" y="31856"/>
                  </a:lnTo>
                  <a:lnTo>
                    <a:pt x="12703" y="32334"/>
                  </a:lnTo>
                  <a:lnTo>
                    <a:pt x="4073" y="39532"/>
                  </a:lnTo>
                  <a:lnTo>
                    <a:pt x="3631" y="38906"/>
                  </a:lnTo>
                  <a:lnTo>
                    <a:pt x="3213" y="38274"/>
                  </a:lnTo>
                  <a:lnTo>
                    <a:pt x="2819" y="37637"/>
                  </a:lnTo>
                  <a:lnTo>
                    <a:pt x="2450" y="36993"/>
                  </a:lnTo>
                  <a:lnTo>
                    <a:pt x="2106" y="36343"/>
                  </a:lnTo>
                  <a:lnTo>
                    <a:pt x="1785" y="35688"/>
                  </a:lnTo>
                  <a:lnTo>
                    <a:pt x="1489" y="35027"/>
                  </a:lnTo>
                  <a:lnTo>
                    <a:pt x="1218" y="34360"/>
                  </a:lnTo>
                  <a:lnTo>
                    <a:pt x="971" y="33686"/>
                  </a:lnTo>
                  <a:lnTo>
                    <a:pt x="748" y="33007"/>
                  </a:lnTo>
                  <a:lnTo>
                    <a:pt x="545" y="32314"/>
                  </a:lnTo>
                  <a:lnTo>
                    <a:pt x="374" y="31613"/>
                  </a:lnTo>
                  <a:lnTo>
                    <a:pt x="235" y="30906"/>
                  </a:lnTo>
                  <a:lnTo>
                    <a:pt x="128" y="30192"/>
                  </a:lnTo>
                  <a:lnTo>
                    <a:pt x="53" y="29471"/>
                  </a:lnTo>
                  <a:lnTo>
                    <a:pt x="10" y="28744"/>
                  </a:lnTo>
                  <a:lnTo>
                    <a:pt x="0" y="28010"/>
                  </a:lnTo>
                  <a:lnTo>
                    <a:pt x="21" y="27269"/>
                  </a:lnTo>
                  <a:lnTo>
                    <a:pt x="74" y="26521"/>
                  </a:lnTo>
                  <a:lnTo>
                    <a:pt x="159" y="25767"/>
                  </a:lnTo>
                  <a:lnTo>
                    <a:pt x="286" y="24998"/>
                  </a:lnTo>
                  <a:lnTo>
                    <a:pt x="450" y="24223"/>
                  </a:lnTo>
                  <a:lnTo>
                    <a:pt x="650" y="23442"/>
                  </a:lnTo>
                  <a:lnTo>
                    <a:pt x="886" y="22655"/>
                  </a:lnTo>
                  <a:lnTo>
                    <a:pt x="1158" y="21863"/>
                  </a:lnTo>
                  <a:lnTo>
                    <a:pt x="1467" y="21064"/>
                  </a:lnTo>
                  <a:lnTo>
                    <a:pt x="1812" y="20260"/>
                  </a:lnTo>
                  <a:lnTo>
                    <a:pt x="2193" y="19449"/>
                  </a:lnTo>
                  <a:lnTo>
                    <a:pt x="2610" y="18633"/>
                  </a:lnTo>
                  <a:lnTo>
                    <a:pt x="3063" y="17811"/>
                  </a:lnTo>
                  <a:lnTo>
                    <a:pt x="3557" y="16965"/>
                  </a:lnTo>
                  <a:lnTo>
                    <a:pt x="4097" y="16111"/>
                  </a:lnTo>
                  <a:lnTo>
                    <a:pt x="4682" y="15248"/>
                  </a:lnTo>
                  <a:lnTo>
                    <a:pt x="5313" y="14376"/>
                  </a:lnTo>
                  <a:lnTo>
                    <a:pt x="5989" y="13496"/>
                  </a:lnTo>
                  <a:lnTo>
                    <a:pt x="6710" y="12608"/>
                  </a:lnTo>
                  <a:lnTo>
                    <a:pt x="7477" y="11712"/>
                  </a:lnTo>
                  <a:lnTo>
                    <a:pt x="8290" y="10807"/>
                  </a:lnTo>
                  <a:lnTo>
                    <a:pt x="9148" y="9893"/>
                  </a:lnTo>
                  <a:lnTo>
                    <a:pt x="10051" y="8971"/>
                  </a:lnTo>
                  <a:lnTo>
                    <a:pt x="11765" y="7336"/>
                  </a:lnTo>
                  <a:lnTo>
                    <a:pt x="13474" y="5865"/>
                  </a:lnTo>
                  <a:lnTo>
                    <a:pt x="15177" y="4558"/>
                  </a:lnTo>
                  <a:lnTo>
                    <a:pt x="16874" y="3415"/>
                  </a:lnTo>
                  <a:lnTo>
                    <a:pt x="18565" y="2436"/>
                  </a:lnTo>
                  <a:lnTo>
                    <a:pt x="20250" y="1621"/>
                  </a:lnTo>
                  <a:lnTo>
                    <a:pt x="21929" y="971"/>
                  </a:lnTo>
                  <a:lnTo>
                    <a:pt x="23602" y="485"/>
                  </a:lnTo>
                  <a:lnTo>
                    <a:pt x="25270" y="163"/>
                  </a:lnTo>
                  <a:lnTo>
                    <a:pt x="26931" y="5"/>
                  </a:lnTo>
                  <a:lnTo>
                    <a:pt x="28573" y="0"/>
                  </a:lnTo>
                  <a:lnTo>
                    <a:pt x="30199" y="151"/>
                  </a:lnTo>
                  <a:lnTo>
                    <a:pt x="31809" y="461"/>
                  </a:lnTo>
                  <a:lnTo>
                    <a:pt x="33404" y="928"/>
                  </a:lnTo>
                  <a:lnTo>
                    <a:pt x="34982" y="1552"/>
                  </a:lnTo>
                  <a:lnTo>
                    <a:pt x="36544" y="2334"/>
                  </a:lnTo>
                  <a:lnTo>
                    <a:pt x="38090" y="3273"/>
                  </a:lnTo>
                  <a:lnTo>
                    <a:pt x="39620" y="4369"/>
                  </a:lnTo>
                  <a:lnTo>
                    <a:pt x="41134" y="5623"/>
                  </a:lnTo>
                  <a:lnTo>
                    <a:pt x="42632" y="7035"/>
                  </a:lnTo>
                  <a:lnTo>
                    <a:pt x="62249" y="26651"/>
                  </a:lnTo>
                  <a:lnTo>
                    <a:pt x="62915" y="27299"/>
                  </a:lnTo>
                  <a:lnTo>
                    <a:pt x="63565" y="27897"/>
                  </a:lnTo>
                  <a:lnTo>
                    <a:pt x="64201" y="28444"/>
                  </a:lnTo>
                  <a:lnTo>
                    <a:pt x="64822" y="28941"/>
                  </a:lnTo>
                  <a:lnTo>
                    <a:pt x="65427" y="29387"/>
                  </a:lnTo>
                  <a:lnTo>
                    <a:pt x="66017" y="29783"/>
                  </a:lnTo>
                  <a:lnTo>
                    <a:pt x="66592" y="30128"/>
                  </a:lnTo>
                  <a:lnTo>
                    <a:pt x="67152" y="30423"/>
                  </a:lnTo>
                  <a:lnTo>
                    <a:pt x="67697" y="30667"/>
                  </a:lnTo>
                  <a:lnTo>
                    <a:pt x="68226" y="30861"/>
                  </a:lnTo>
                  <a:lnTo>
                    <a:pt x="68739" y="30988"/>
                  </a:lnTo>
                  <a:lnTo>
                    <a:pt x="69250" y="31049"/>
                  </a:lnTo>
                  <a:lnTo>
                    <a:pt x="69759" y="31045"/>
                  </a:lnTo>
                  <a:lnTo>
                    <a:pt x="70267" y="30975"/>
                  </a:lnTo>
                  <a:lnTo>
                    <a:pt x="70773" y="30840"/>
                  </a:lnTo>
                  <a:lnTo>
                    <a:pt x="71277" y="30638"/>
                  </a:lnTo>
                  <a:lnTo>
                    <a:pt x="71780" y="30371"/>
                  </a:lnTo>
                  <a:lnTo>
                    <a:pt x="72281" y="30039"/>
                  </a:lnTo>
                  <a:lnTo>
                    <a:pt x="72780" y="29641"/>
                  </a:lnTo>
                  <a:lnTo>
                    <a:pt x="73278" y="29177"/>
                  </a:lnTo>
                  <a:lnTo>
                    <a:pt x="73403" y="29050"/>
                  </a:lnTo>
                  <a:lnTo>
                    <a:pt x="73527" y="28921"/>
                  </a:lnTo>
                  <a:lnTo>
                    <a:pt x="73649" y="28790"/>
                  </a:lnTo>
                  <a:lnTo>
                    <a:pt x="73769" y="28658"/>
                  </a:lnTo>
                  <a:lnTo>
                    <a:pt x="73888" y="28524"/>
                  </a:lnTo>
                  <a:lnTo>
                    <a:pt x="74005" y="28389"/>
                  </a:lnTo>
                  <a:lnTo>
                    <a:pt x="74120" y="28252"/>
                  </a:lnTo>
                  <a:lnTo>
                    <a:pt x="74234" y="28113"/>
                  </a:lnTo>
                  <a:lnTo>
                    <a:pt x="74346" y="27972"/>
                  </a:lnTo>
                  <a:lnTo>
                    <a:pt x="74456" y="27830"/>
                  </a:lnTo>
                  <a:lnTo>
                    <a:pt x="74565" y="27687"/>
                  </a:lnTo>
                  <a:lnTo>
                    <a:pt x="74672" y="27543"/>
                  </a:lnTo>
                  <a:lnTo>
                    <a:pt x="74777" y="27400"/>
                  </a:lnTo>
                  <a:lnTo>
                    <a:pt x="74881" y="27257"/>
                  </a:lnTo>
                  <a:lnTo>
                    <a:pt x="74982" y="27114"/>
                  </a:lnTo>
                  <a:lnTo>
                    <a:pt x="75083" y="26971"/>
                  </a:lnTo>
                  <a:lnTo>
                    <a:pt x="75181" y="26828"/>
                  </a:lnTo>
                  <a:lnTo>
                    <a:pt x="75278" y="26685"/>
                  </a:lnTo>
                  <a:lnTo>
                    <a:pt x="75373" y="26542"/>
                  </a:lnTo>
                  <a:lnTo>
                    <a:pt x="75466" y="26399"/>
                  </a:lnTo>
                  <a:lnTo>
                    <a:pt x="80181" y="31113"/>
                  </a:lnTo>
                  <a:lnTo>
                    <a:pt x="79961" y="31465"/>
                  </a:lnTo>
                  <a:lnTo>
                    <a:pt x="79737" y="31814"/>
                  </a:lnTo>
                  <a:lnTo>
                    <a:pt x="79509" y="32159"/>
                  </a:lnTo>
                  <a:lnTo>
                    <a:pt x="79279" y="32501"/>
                  </a:lnTo>
                  <a:lnTo>
                    <a:pt x="79045" y="32839"/>
                  </a:lnTo>
                  <a:lnTo>
                    <a:pt x="78807" y="33174"/>
                  </a:lnTo>
                  <a:lnTo>
                    <a:pt x="78566" y="33506"/>
                  </a:lnTo>
                  <a:lnTo>
                    <a:pt x="78322" y="33834"/>
                  </a:lnTo>
                  <a:lnTo>
                    <a:pt x="78075" y="34159"/>
                  </a:lnTo>
                  <a:lnTo>
                    <a:pt x="77824" y="34481"/>
                  </a:lnTo>
                  <a:lnTo>
                    <a:pt x="77576" y="34793"/>
                  </a:lnTo>
                  <a:lnTo>
                    <a:pt x="77320" y="35105"/>
                  </a:lnTo>
                  <a:lnTo>
                    <a:pt x="77057" y="35419"/>
                  </a:lnTo>
                  <a:lnTo>
                    <a:pt x="76787" y="35733"/>
                  </a:lnTo>
                  <a:lnTo>
                    <a:pt x="76508" y="36049"/>
                  </a:lnTo>
                  <a:lnTo>
                    <a:pt x="76223" y="36365"/>
                  </a:lnTo>
                  <a:lnTo>
                    <a:pt x="75929" y="36682"/>
                  </a:lnTo>
                  <a:lnTo>
                    <a:pt x="75628" y="37000"/>
                  </a:lnTo>
                  <a:lnTo>
                    <a:pt x="75320" y="37318"/>
                  </a:lnTo>
                  <a:lnTo>
                    <a:pt x="75003" y="37638"/>
                  </a:lnTo>
                  <a:lnTo>
                    <a:pt x="74574" y="38056"/>
                  </a:lnTo>
                  <a:lnTo>
                    <a:pt x="74146" y="38451"/>
                  </a:lnTo>
                  <a:lnTo>
                    <a:pt x="73719" y="38824"/>
                  </a:lnTo>
                  <a:lnTo>
                    <a:pt x="73293" y="39173"/>
                  </a:lnTo>
                  <a:lnTo>
                    <a:pt x="72867" y="39501"/>
                  </a:lnTo>
                  <a:lnTo>
                    <a:pt x="72442" y="39805"/>
                  </a:lnTo>
                  <a:lnTo>
                    <a:pt x="72018" y="40087"/>
                  </a:lnTo>
                  <a:lnTo>
                    <a:pt x="71595" y="40345"/>
                  </a:lnTo>
                  <a:lnTo>
                    <a:pt x="71173" y="40582"/>
                  </a:lnTo>
                  <a:lnTo>
                    <a:pt x="70752" y="40795"/>
                  </a:lnTo>
                  <a:lnTo>
                    <a:pt x="70331" y="40969"/>
                  </a:lnTo>
                  <a:lnTo>
                    <a:pt x="69910" y="41122"/>
                  </a:lnTo>
                  <a:lnTo>
                    <a:pt x="69489" y="41252"/>
                  </a:lnTo>
                  <a:lnTo>
                    <a:pt x="69068" y="41361"/>
                  </a:lnTo>
                  <a:lnTo>
                    <a:pt x="68647" y="41447"/>
                  </a:lnTo>
                  <a:lnTo>
                    <a:pt x="68226" y="41512"/>
                  </a:lnTo>
                  <a:lnTo>
                    <a:pt x="67805" y="41555"/>
                  </a:lnTo>
                  <a:lnTo>
                    <a:pt x="67384" y="41576"/>
                  </a:lnTo>
                  <a:lnTo>
                    <a:pt x="66963" y="41575"/>
                  </a:lnTo>
                  <a:lnTo>
                    <a:pt x="66542" y="41553"/>
                  </a:lnTo>
                  <a:lnTo>
                    <a:pt x="66113" y="41501"/>
                  </a:lnTo>
                  <a:lnTo>
                    <a:pt x="65682" y="41430"/>
                  </a:lnTo>
                  <a:lnTo>
                    <a:pt x="65250" y="41339"/>
                  </a:lnTo>
                  <a:lnTo>
                    <a:pt x="64818" y="41229"/>
                  </a:lnTo>
                  <a:lnTo>
                    <a:pt x="64385" y="41100"/>
                  </a:lnTo>
                  <a:lnTo>
                    <a:pt x="63951" y="40952"/>
                  </a:lnTo>
                  <a:lnTo>
                    <a:pt x="63516" y="40784"/>
                  </a:lnTo>
                  <a:lnTo>
                    <a:pt x="63080" y="40596"/>
                  </a:lnTo>
                  <a:lnTo>
                    <a:pt x="62644" y="40390"/>
                  </a:lnTo>
                  <a:lnTo>
                    <a:pt x="62207" y="40164"/>
                  </a:lnTo>
                  <a:lnTo>
                    <a:pt x="61759" y="39910"/>
                  </a:lnTo>
                  <a:lnTo>
                    <a:pt x="61307" y="39638"/>
                  </a:lnTo>
                  <a:lnTo>
                    <a:pt x="60853" y="39348"/>
                  </a:lnTo>
                  <a:lnTo>
                    <a:pt x="60395" y="39039"/>
                  </a:lnTo>
                  <a:lnTo>
                    <a:pt x="59933" y="38711"/>
                  </a:lnTo>
                  <a:lnTo>
                    <a:pt x="59469" y="38365"/>
                  </a:lnTo>
                  <a:lnTo>
                    <a:pt x="59001" y="38001"/>
                  </a:lnTo>
                  <a:lnTo>
                    <a:pt x="58529" y="37618"/>
                  </a:lnTo>
                  <a:lnTo>
                    <a:pt x="58054" y="37216"/>
                  </a:lnTo>
                  <a:lnTo>
                    <a:pt x="57576" y="36796"/>
                  </a:lnTo>
                  <a:lnTo>
                    <a:pt x="57324" y="37049"/>
                  </a:lnTo>
                  <a:lnTo>
                    <a:pt x="57510" y="37729"/>
                  </a:lnTo>
                  <a:lnTo>
                    <a:pt x="57684" y="38406"/>
                  </a:lnTo>
                  <a:lnTo>
                    <a:pt x="57844" y="39079"/>
                  </a:lnTo>
                  <a:lnTo>
                    <a:pt x="57990" y="39749"/>
                  </a:lnTo>
                  <a:lnTo>
                    <a:pt x="58123" y="40416"/>
                  </a:lnTo>
                  <a:lnTo>
                    <a:pt x="58243" y="41080"/>
                  </a:lnTo>
                  <a:lnTo>
                    <a:pt x="58349" y="41740"/>
                  </a:lnTo>
                  <a:lnTo>
                    <a:pt x="58442" y="42396"/>
                  </a:lnTo>
                  <a:lnTo>
                    <a:pt x="58521" y="43050"/>
                  </a:lnTo>
                  <a:lnTo>
                    <a:pt x="58586" y="43700"/>
                  </a:lnTo>
                  <a:lnTo>
                    <a:pt x="58644" y="44339"/>
                  </a:lnTo>
                  <a:lnTo>
                    <a:pt x="58681" y="44979"/>
                  </a:lnTo>
                  <a:lnTo>
                    <a:pt x="58698" y="45619"/>
                  </a:lnTo>
                  <a:lnTo>
                    <a:pt x="58694" y="46259"/>
                  </a:lnTo>
                  <a:lnTo>
                    <a:pt x="58671" y="46899"/>
                  </a:lnTo>
                  <a:lnTo>
                    <a:pt x="58627" y="47539"/>
                  </a:lnTo>
                  <a:lnTo>
                    <a:pt x="58563" y="48178"/>
                  </a:lnTo>
                  <a:lnTo>
                    <a:pt x="58479" y="48818"/>
                  </a:lnTo>
                  <a:lnTo>
                    <a:pt x="58374" y="49458"/>
                  </a:lnTo>
                  <a:lnTo>
                    <a:pt x="58250" y="50098"/>
                  </a:lnTo>
                  <a:lnTo>
                    <a:pt x="58096" y="50729"/>
                  </a:lnTo>
                  <a:lnTo>
                    <a:pt x="57920" y="51361"/>
                  </a:lnTo>
                  <a:lnTo>
                    <a:pt x="57722" y="51992"/>
                  </a:lnTo>
                  <a:lnTo>
                    <a:pt x="57502" y="52624"/>
                  </a:lnTo>
                  <a:lnTo>
                    <a:pt x="57260" y="53255"/>
                  </a:lnTo>
                  <a:lnTo>
                    <a:pt x="56997" y="53887"/>
                  </a:lnTo>
                  <a:lnTo>
                    <a:pt x="56712" y="54518"/>
                  </a:lnTo>
                  <a:lnTo>
                    <a:pt x="56404" y="55149"/>
                  </a:lnTo>
                  <a:lnTo>
                    <a:pt x="56075" y="55781"/>
                  </a:lnTo>
                  <a:lnTo>
                    <a:pt x="55724" y="56412"/>
                  </a:lnTo>
                  <a:lnTo>
                    <a:pt x="55356" y="57036"/>
                  </a:lnTo>
                  <a:lnTo>
                    <a:pt x="54960" y="57662"/>
                  </a:lnTo>
                  <a:lnTo>
                    <a:pt x="54534" y="58289"/>
                  </a:lnTo>
                  <a:lnTo>
                    <a:pt x="54081" y="58918"/>
                  </a:lnTo>
                  <a:lnTo>
                    <a:pt x="53598" y="59548"/>
                  </a:lnTo>
                  <a:lnTo>
                    <a:pt x="53087" y="60181"/>
                  </a:lnTo>
                  <a:lnTo>
                    <a:pt x="52547" y="60814"/>
                  </a:lnTo>
                  <a:lnTo>
                    <a:pt x="51979" y="61450"/>
                  </a:lnTo>
                  <a:lnTo>
                    <a:pt x="51382" y="62087"/>
                  </a:lnTo>
                  <a:close/>
                  <a:moveTo>
                    <a:pt x="46800" y="55318"/>
                  </a:moveTo>
                  <a:lnTo>
                    <a:pt x="47502" y="54590"/>
                  </a:lnTo>
                  <a:lnTo>
                    <a:pt x="48159" y="53855"/>
                  </a:lnTo>
                  <a:lnTo>
                    <a:pt x="48771" y="53112"/>
                  </a:lnTo>
                  <a:lnTo>
                    <a:pt x="49339" y="52361"/>
                  </a:lnTo>
                  <a:lnTo>
                    <a:pt x="49862" y="51603"/>
                  </a:lnTo>
                  <a:lnTo>
                    <a:pt x="50341" y="50837"/>
                  </a:lnTo>
                  <a:lnTo>
                    <a:pt x="50775" y="50064"/>
                  </a:lnTo>
                  <a:lnTo>
                    <a:pt x="51164" y="49283"/>
                  </a:lnTo>
                  <a:lnTo>
                    <a:pt x="51509" y="48495"/>
                  </a:lnTo>
                  <a:lnTo>
                    <a:pt x="51809" y="47699"/>
                  </a:lnTo>
                  <a:lnTo>
                    <a:pt x="52070" y="46884"/>
                  </a:lnTo>
                  <a:lnTo>
                    <a:pt x="52297" y="46075"/>
                  </a:lnTo>
                  <a:lnTo>
                    <a:pt x="52491" y="45271"/>
                  </a:lnTo>
                  <a:lnTo>
                    <a:pt x="52651" y="44472"/>
                  </a:lnTo>
                  <a:lnTo>
                    <a:pt x="52777" y="43678"/>
                  </a:lnTo>
                  <a:lnTo>
                    <a:pt x="52870" y="42890"/>
                  </a:lnTo>
                  <a:lnTo>
                    <a:pt x="52929" y="42106"/>
                  </a:lnTo>
                  <a:lnTo>
                    <a:pt x="52954" y="41327"/>
                  </a:lnTo>
                  <a:lnTo>
                    <a:pt x="52946" y="40553"/>
                  </a:lnTo>
                  <a:lnTo>
                    <a:pt x="52904" y="39785"/>
                  </a:lnTo>
                  <a:lnTo>
                    <a:pt x="52840" y="39016"/>
                  </a:lnTo>
                  <a:lnTo>
                    <a:pt x="52750" y="38257"/>
                  </a:lnTo>
                  <a:lnTo>
                    <a:pt x="52635" y="37510"/>
                  </a:lnTo>
                  <a:lnTo>
                    <a:pt x="52493" y="36774"/>
                  </a:lnTo>
                  <a:lnTo>
                    <a:pt x="52325" y="36049"/>
                  </a:lnTo>
                  <a:lnTo>
                    <a:pt x="52131" y="35334"/>
                  </a:lnTo>
                  <a:lnTo>
                    <a:pt x="51911" y="34631"/>
                  </a:lnTo>
                  <a:lnTo>
                    <a:pt x="51664" y="33939"/>
                  </a:lnTo>
                  <a:lnTo>
                    <a:pt x="51392" y="33257"/>
                  </a:lnTo>
                  <a:lnTo>
                    <a:pt x="51094" y="32586"/>
                  </a:lnTo>
                  <a:lnTo>
                    <a:pt x="50775" y="31932"/>
                  </a:lnTo>
                  <a:lnTo>
                    <a:pt x="50444" y="31300"/>
                  </a:lnTo>
                  <a:lnTo>
                    <a:pt x="50098" y="30690"/>
                  </a:lnTo>
                  <a:lnTo>
                    <a:pt x="49740" y="30101"/>
                  </a:lnTo>
                  <a:lnTo>
                    <a:pt x="49368" y="29535"/>
                  </a:lnTo>
                  <a:lnTo>
                    <a:pt x="48982" y="28990"/>
                  </a:lnTo>
                  <a:lnTo>
                    <a:pt x="48583" y="28467"/>
                  </a:lnTo>
                  <a:lnTo>
                    <a:pt x="48170" y="27966"/>
                  </a:lnTo>
                  <a:lnTo>
                    <a:pt x="47744" y="27487"/>
                  </a:lnTo>
                  <a:lnTo>
                    <a:pt x="47305" y="27030"/>
                  </a:lnTo>
                  <a:lnTo>
                    <a:pt x="43559" y="23283"/>
                  </a:lnTo>
                  <a:lnTo>
                    <a:pt x="35434" y="31745"/>
                  </a:lnTo>
                  <a:lnTo>
                    <a:pt x="34893" y="32309"/>
                  </a:lnTo>
                  <a:lnTo>
                    <a:pt x="34363" y="32876"/>
                  </a:lnTo>
                  <a:lnTo>
                    <a:pt x="33846" y="33444"/>
                  </a:lnTo>
                  <a:lnTo>
                    <a:pt x="33340" y="34014"/>
                  </a:lnTo>
                  <a:lnTo>
                    <a:pt x="32845" y="34586"/>
                  </a:lnTo>
                  <a:lnTo>
                    <a:pt x="32363" y="35159"/>
                  </a:lnTo>
                  <a:lnTo>
                    <a:pt x="31892" y="35734"/>
                  </a:lnTo>
                  <a:lnTo>
                    <a:pt x="31433" y="36311"/>
                  </a:lnTo>
                  <a:lnTo>
                    <a:pt x="30986" y="36889"/>
                  </a:lnTo>
                  <a:lnTo>
                    <a:pt x="30551" y="37469"/>
                  </a:lnTo>
                  <a:lnTo>
                    <a:pt x="30135" y="38035"/>
                  </a:lnTo>
                  <a:lnTo>
                    <a:pt x="29745" y="38603"/>
                  </a:lnTo>
                  <a:lnTo>
                    <a:pt x="29381" y="39173"/>
                  </a:lnTo>
                  <a:lnTo>
                    <a:pt x="29042" y="39746"/>
                  </a:lnTo>
                  <a:lnTo>
                    <a:pt x="28731" y="40321"/>
                  </a:lnTo>
                  <a:lnTo>
                    <a:pt x="28445" y="40899"/>
                  </a:lnTo>
                  <a:lnTo>
                    <a:pt x="28185" y="41480"/>
                  </a:lnTo>
                  <a:lnTo>
                    <a:pt x="27951" y="42063"/>
                  </a:lnTo>
                  <a:lnTo>
                    <a:pt x="27744" y="42648"/>
                  </a:lnTo>
                  <a:lnTo>
                    <a:pt x="27562" y="43236"/>
                  </a:lnTo>
                  <a:lnTo>
                    <a:pt x="27410" y="43827"/>
                  </a:lnTo>
                  <a:lnTo>
                    <a:pt x="27290" y="44419"/>
                  </a:lnTo>
                  <a:lnTo>
                    <a:pt x="27201" y="45012"/>
                  </a:lnTo>
                  <a:lnTo>
                    <a:pt x="27145" y="45607"/>
                  </a:lnTo>
                  <a:lnTo>
                    <a:pt x="27120" y="46204"/>
                  </a:lnTo>
                  <a:lnTo>
                    <a:pt x="27128" y="46803"/>
                  </a:lnTo>
                  <a:lnTo>
                    <a:pt x="27168" y="47403"/>
                  </a:lnTo>
                  <a:lnTo>
                    <a:pt x="27239" y="48005"/>
                  </a:lnTo>
                  <a:lnTo>
                    <a:pt x="27343" y="48609"/>
                  </a:lnTo>
                  <a:lnTo>
                    <a:pt x="27478" y="49214"/>
                  </a:lnTo>
                  <a:lnTo>
                    <a:pt x="27661" y="49813"/>
                  </a:lnTo>
                  <a:lnTo>
                    <a:pt x="27889" y="50413"/>
                  </a:lnTo>
                  <a:lnTo>
                    <a:pt x="28163" y="51015"/>
                  </a:lnTo>
                  <a:lnTo>
                    <a:pt x="28482" y="51618"/>
                  </a:lnTo>
                  <a:lnTo>
                    <a:pt x="28846" y="52224"/>
                  </a:lnTo>
                  <a:lnTo>
                    <a:pt x="29256" y="52831"/>
                  </a:lnTo>
                  <a:lnTo>
                    <a:pt x="29712" y="53439"/>
                  </a:lnTo>
                  <a:lnTo>
                    <a:pt x="30213" y="54050"/>
                  </a:lnTo>
                  <a:lnTo>
                    <a:pt x="30759" y="54662"/>
                  </a:lnTo>
                  <a:lnTo>
                    <a:pt x="31351" y="55276"/>
                  </a:lnTo>
                  <a:lnTo>
                    <a:pt x="32095" y="55980"/>
                  </a:lnTo>
                  <a:lnTo>
                    <a:pt x="32845" y="56611"/>
                  </a:lnTo>
                  <a:lnTo>
                    <a:pt x="33600" y="57169"/>
                  </a:lnTo>
                  <a:lnTo>
                    <a:pt x="34362" y="57653"/>
                  </a:lnTo>
                  <a:lnTo>
                    <a:pt x="35129" y="58064"/>
                  </a:lnTo>
                  <a:lnTo>
                    <a:pt x="35902" y="58402"/>
                  </a:lnTo>
                  <a:lnTo>
                    <a:pt x="36681" y="58667"/>
                  </a:lnTo>
                  <a:lnTo>
                    <a:pt x="37467" y="58859"/>
                  </a:lnTo>
                  <a:lnTo>
                    <a:pt x="38257" y="58977"/>
                  </a:lnTo>
                  <a:lnTo>
                    <a:pt x="39054" y="59022"/>
                  </a:lnTo>
                  <a:lnTo>
                    <a:pt x="39859" y="58985"/>
                  </a:lnTo>
                  <a:lnTo>
                    <a:pt x="40657" y="58874"/>
                  </a:lnTo>
                  <a:lnTo>
                    <a:pt x="41449" y="58689"/>
                  </a:lnTo>
                  <a:lnTo>
                    <a:pt x="42233" y="58429"/>
                  </a:lnTo>
                  <a:lnTo>
                    <a:pt x="43011" y="58096"/>
                  </a:lnTo>
                  <a:lnTo>
                    <a:pt x="43782" y="57689"/>
                  </a:lnTo>
                  <a:lnTo>
                    <a:pt x="44547" y="57207"/>
                  </a:lnTo>
                  <a:lnTo>
                    <a:pt x="45305" y="56651"/>
                  </a:lnTo>
                  <a:lnTo>
                    <a:pt x="46056" y="5602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1210132" y="6001105"/>
              <a:ext cx="70045" cy="70045"/>
            </a:xfrm>
            <a:custGeom>
              <a:avLst/>
              <a:pathLst>
                <a:path w="70045" h="70045">
                  <a:moveTo>
                    <a:pt x="62468" y="70045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2449625" y="6146269"/>
              <a:ext cx="91604" cy="88325"/>
            </a:xfrm>
            <a:custGeom>
              <a:avLst/>
              <a:pathLst>
                <a:path w="91604" h="88325">
                  <a:moveTo>
                    <a:pt x="14612" y="73645"/>
                  </a:moveTo>
                  <a:lnTo>
                    <a:pt x="13255" y="72251"/>
                  </a:lnTo>
                  <a:lnTo>
                    <a:pt x="11962" y="70847"/>
                  </a:lnTo>
                  <a:lnTo>
                    <a:pt x="10733" y="69432"/>
                  </a:lnTo>
                  <a:lnTo>
                    <a:pt x="9568" y="68008"/>
                  </a:lnTo>
                  <a:lnTo>
                    <a:pt x="8466" y="66573"/>
                  </a:lnTo>
                  <a:lnTo>
                    <a:pt x="7429" y="65128"/>
                  </a:lnTo>
                  <a:lnTo>
                    <a:pt x="6456" y="63674"/>
                  </a:lnTo>
                  <a:lnTo>
                    <a:pt x="5547" y="62209"/>
                  </a:lnTo>
                  <a:lnTo>
                    <a:pt x="4702" y="60734"/>
                  </a:lnTo>
                  <a:lnTo>
                    <a:pt x="3920" y="59249"/>
                  </a:lnTo>
                  <a:lnTo>
                    <a:pt x="3214" y="57749"/>
                  </a:lnTo>
                  <a:lnTo>
                    <a:pt x="2578" y="56246"/>
                  </a:lnTo>
                  <a:lnTo>
                    <a:pt x="2012" y="54741"/>
                  </a:lnTo>
                  <a:lnTo>
                    <a:pt x="1516" y="53234"/>
                  </a:lnTo>
                  <a:lnTo>
                    <a:pt x="1089" y="51724"/>
                  </a:lnTo>
                  <a:lnTo>
                    <a:pt x="733" y="50212"/>
                  </a:lnTo>
                  <a:lnTo>
                    <a:pt x="446" y="48697"/>
                  </a:lnTo>
                  <a:lnTo>
                    <a:pt x="229" y="47179"/>
                  </a:lnTo>
                  <a:lnTo>
                    <a:pt x="82" y="45659"/>
                  </a:lnTo>
                  <a:lnTo>
                    <a:pt x="5" y="44136"/>
                  </a:lnTo>
                  <a:lnTo>
                    <a:pt x="0" y="42597"/>
                  </a:lnTo>
                  <a:lnTo>
                    <a:pt x="66" y="41058"/>
                  </a:lnTo>
                  <a:lnTo>
                    <a:pt x="205" y="39522"/>
                  </a:lnTo>
                  <a:lnTo>
                    <a:pt x="416" y="37987"/>
                  </a:lnTo>
                  <a:lnTo>
                    <a:pt x="700" y="36454"/>
                  </a:lnTo>
                  <a:lnTo>
                    <a:pt x="1056" y="34923"/>
                  </a:lnTo>
                  <a:lnTo>
                    <a:pt x="1485" y="33393"/>
                  </a:lnTo>
                  <a:lnTo>
                    <a:pt x="1986" y="31865"/>
                  </a:lnTo>
                  <a:lnTo>
                    <a:pt x="2559" y="30339"/>
                  </a:lnTo>
                  <a:lnTo>
                    <a:pt x="3205" y="28814"/>
                  </a:lnTo>
                  <a:lnTo>
                    <a:pt x="3917" y="27285"/>
                  </a:lnTo>
                  <a:lnTo>
                    <a:pt x="4708" y="25765"/>
                  </a:lnTo>
                  <a:lnTo>
                    <a:pt x="5578" y="24251"/>
                  </a:lnTo>
                  <a:lnTo>
                    <a:pt x="6525" y="22746"/>
                  </a:lnTo>
                  <a:lnTo>
                    <a:pt x="7551" y="21247"/>
                  </a:lnTo>
                  <a:lnTo>
                    <a:pt x="8655" y="19757"/>
                  </a:lnTo>
                  <a:lnTo>
                    <a:pt x="9838" y="18274"/>
                  </a:lnTo>
                  <a:lnTo>
                    <a:pt x="11098" y="16798"/>
                  </a:lnTo>
                  <a:lnTo>
                    <a:pt x="12437" y="15330"/>
                  </a:lnTo>
                  <a:lnTo>
                    <a:pt x="13855" y="13870"/>
                  </a:lnTo>
                  <a:lnTo>
                    <a:pt x="14945" y="12799"/>
                  </a:lnTo>
                  <a:lnTo>
                    <a:pt x="16028" y="11774"/>
                  </a:lnTo>
                  <a:lnTo>
                    <a:pt x="17104" y="10795"/>
                  </a:lnTo>
                  <a:lnTo>
                    <a:pt x="18172" y="9863"/>
                  </a:lnTo>
                  <a:lnTo>
                    <a:pt x="19232" y="8977"/>
                  </a:lnTo>
                  <a:lnTo>
                    <a:pt x="20285" y="8137"/>
                  </a:lnTo>
                  <a:lnTo>
                    <a:pt x="21330" y="7343"/>
                  </a:lnTo>
                  <a:lnTo>
                    <a:pt x="22368" y="6596"/>
                  </a:lnTo>
                  <a:lnTo>
                    <a:pt x="23398" y="5895"/>
                  </a:lnTo>
                  <a:lnTo>
                    <a:pt x="24420" y="5241"/>
                  </a:lnTo>
                  <a:lnTo>
                    <a:pt x="25437" y="4629"/>
                  </a:lnTo>
                  <a:lnTo>
                    <a:pt x="26448" y="4055"/>
                  </a:lnTo>
                  <a:lnTo>
                    <a:pt x="27454" y="3521"/>
                  </a:lnTo>
                  <a:lnTo>
                    <a:pt x="28455" y="3025"/>
                  </a:lnTo>
                  <a:lnTo>
                    <a:pt x="29451" y="2568"/>
                  </a:lnTo>
                  <a:lnTo>
                    <a:pt x="30442" y="2149"/>
                  </a:lnTo>
                  <a:lnTo>
                    <a:pt x="31428" y="1770"/>
                  </a:lnTo>
                  <a:lnTo>
                    <a:pt x="32408" y="1429"/>
                  </a:lnTo>
                  <a:lnTo>
                    <a:pt x="33384" y="1126"/>
                  </a:lnTo>
                  <a:lnTo>
                    <a:pt x="34355" y="863"/>
                  </a:lnTo>
                  <a:lnTo>
                    <a:pt x="35322" y="636"/>
                  </a:lnTo>
                  <a:lnTo>
                    <a:pt x="36286" y="444"/>
                  </a:lnTo>
                  <a:lnTo>
                    <a:pt x="37248" y="286"/>
                  </a:lnTo>
                  <a:lnTo>
                    <a:pt x="38207" y="162"/>
                  </a:lnTo>
                  <a:lnTo>
                    <a:pt x="39164" y="74"/>
                  </a:lnTo>
                  <a:lnTo>
                    <a:pt x="40119" y="19"/>
                  </a:lnTo>
                  <a:lnTo>
                    <a:pt x="41070" y="0"/>
                  </a:lnTo>
                  <a:lnTo>
                    <a:pt x="42020" y="14"/>
                  </a:lnTo>
                  <a:lnTo>
                    <a:pt x="42966" y="63"/>
                  </a:lnTo>
                  <a:lnTo>
                    <a:pt x="43910" y="147"/>
                  </a:lnTo>
                  <a:lnTo>
                    <a:pt x="44845" y="253"/>
                  </a:lnTo>
                  <a:lnTo>
                    <a:pt x="45781" y="385"/>
                  </a:lnTo>
                  <a:lnTo>
                    <a:pt x="46718" y="543"/>
                  </a:lnTo>
                  <a:lnTo>
                    <a:pt x="47655" y="726"/>
                  </a:lnTo>
                  <a:lnTo>
                    <a:pt x="48593" y="937"/>
                  </a:lnTo>
                  <a:lnTo>
                    <a:pt x="49533" y="1173"/>
                  </a:lnTo>
                  <a:lnTo>
                    <a:pt x="50473" y="1435"/>
                  </a:lnTo>
                  <a:lnTo>
                    <a:pt x="51413" y="1723"/>
                  </a:lnTo>
                  <a:lnTo>
                    <a:pt x="52355" y="2038"/>
                  </a:lnTo>
                  <a:lnTo>
                    <a:pt x="53298" y="2378"/>
                  </a:lnTo>
                  <a:lnTo>
                    <a:pt x="47909" y="12313"/>
                  </a:lnTo>
                  <a:lnTo>
                    <a:pt x="47252" y="12103"/>
                  </a:lnTo>
                  <a:lnTo>
                    <a:pt x="46594" y="11910"/>
                  </a:lnTo>
                  <a:lnTo>
                    <a:pt x="45936" y="11736"/>
                  </a:lnTo>
                  <a:lnTo>
                    <a:pt x="45276" y="11579"/>
                  </a:lnTo>
                  <a:lnTo>
                    <a:pt x="44616" y="11439"/>
                  </a:lnTo>
                  <a:lnTo>
                    <a:pt x="43954" y="11318"/>
                  </a:lnTo>
                  <a:lnTo>
                    <a:pt x="43292" y="11214"/>
                  </a:lnTo>
                  <a:lnTo>
                    <a:pt x="42629" y="11127"/>
                  </a:lnTo>
                  <a:lnTo>
                    <a:pt x="41965" y="11059"/>
                  </a:lnTo>
                  <a:lnTo>
                    <a:pt x="41301" y="11008"/>
                  </a:lnTo>
                  <a:lnTo>
                    <a:pt x="40634" y="10961"/>
                  </a:lnTo>
                  <a:lnTo>
                    <a:pt x="39965" y="10939"/>
                  </a:lnTo>
                  <a:lnTo>
                    <a:pt x="39294" y="10941"/>
                  </a:lnTo>
                  <a:lnTo>
                    <a:pt x="38620" y="10967"/>
                  </a:lnTo>
                  <a:lnTo>
                    <a:pt x="37943" y="11018"/>
                  </a:lnTo>
                  <a:lnTo>
                    <a:pt x="37264" y="11094"/>
                  </a:lnTo>
                  <a:lnTo>
                    <a:pt x="36583" y="11193"/>
                  </a:lnTo>
                  <a:lnTo>
                    <a:pt x="35899" y="11318"/>
                  </a:lnTo>
                  <a:lnTo>
                    <a:pt x="35212" y="11466"/>
                  </a:lnTo>
                  <a:lnTo>
                    <a:pt x="34523" y="11639"/>
                  </a:lnTo>
                  <a:lnTo>
                    <a:pt x="33832" y="11837"/>
                  </a:lnTo>
                  <a:lnTo>
                    <a:pt x="33137" y="12062"/>
                  </a:lnTo>
                  <a:lnTo>
                    <a:pt x="32441" y="12312"/>
                  </a:lnTo>
                  <a:lnTo>
                    <a:pt x="31742" y="12589"/>
                  </a:lnTo>
                  <a:lnTo>
                    <a:pt x="31040" y="12891"/>
                  </a:lnTo>
                  <a:lnTo>
                    <a:pt x="30336" y="13220"/>
                  </a:lnTo>
                  <a:lnTo>
                    <a:pt x="29629" y="13575"/>
                  </a:lnTo>
                  <a:lnTo>
                    <a:pt x="28920" y="13956"/>
                  </a:lnTo>
                  <a:lnTo>
                    <a:pt x="28208" y="14363"/>
                  </a:lnTo>
                  <a:lnTo>
                    <a:pt x="27493" y="14796"/>
                  </a:lnTo>
                  <a:lnTo>
                    <a:pt x="26777" y="15241"/>
                  </a:lnTo>
                  <a:lnTo>
                    <a:pt x="26057" y="15717"/>
                  </a:lnTo>
                  <a:lnTo>
                    <a:pt x="25335" y="16225"/>
                  </a:lnTo>
                  <a:lnTo>
                    <a:pt x="24611" y="16763"/>
                  </a:lnTo>
                  <a:lnTo>
                    <a:pt x="23884" y="17333"/>
                  </a:lnTo>
                  <a:lnTo>
                    <a:pt x="23154" y="17933"/>
                  </a:lnTo>
                  <a:lnTo>
                    <a:pt x="22422" y="18565"/>
                  </a:lnTo>
                  <a:lnTo>
                    <a:pt x="21688" y="19228"/>
                  </a:lnTo>
                  <a:lnTo>
                    <a:pt x="20951" y="19922"/>
                  </a:lnTo>
                  <a:lnTo>
                    <a:pt x="20211" y="20647"/>
                  </a:lnTo>
                  <a:lnTo>
                    <a:pt x="19164" y="21728"/>
                  </a:lnTo>
                  <a:lnTo>
                    <a:pt x="18179" y="22815"/>
                  </a:lnTo>
                  <a:lnTo>
                    <a:pt x="17255" y="23907"/>
                  </a:lnTo>
                  <a:lnTo>
                    <a:pt x="16392" y="25005"/>
                  </a:lnTo>
                  <a:lnTo>
                    <a:pt x="15591" y="26109"/>
                  </a:lnTo>
                  <a:lnTo>
                    <a:pt x="14851" y="27219"/>
                  </a:lnTo>
                  <a:lnTo>
                    <a:pt x="14173" y="28335"/>
                  </a:lnTo>
                  <a:lnTo>
                    <a:pt x="13557" y="29457"/>
                  </a:lnTo>
                  <a:lnTo>
                    <a:pt x="13001" y="30585"/>
                  </a:lnTo>
                  <a:lnTo>
                    <a:pt x="12508" y="31718"/>
                  </a:lnTo>
                  <a:lnTo>
                    <a:pt x="12081" y="32847"/>
                  </a:lnTo>
                  <a:lnTo>
                    <a:pt x="11709" y="33978"/>
                  </a:lnTo>
                  <a:lnTo>
                    <a:pt x="11394" y="35110"/>
                  </a:lnTo>
                  <a:lnTo>
                    <a:pt x="11134" y="36245"/>
                  </a:lnTo>
                  <a:lnTo>
                    <a:pt x="10929" y="37380"/>
                  </a:lnTo>
                  <a:lnTo>
                    <a:pt x="10780" y="38518"/>
                  </a:lnTo>
                  <a:lnTo>
                    <a:pt x="10687" y="39657"/>
                  </a:lnTo>
                  <a:lnTo>
                    <a:pt x="10649" y="40798"/>
                  </a:lnTo>
                  <a:lnTo>
                    <a:pt x="10666" y="41940"/>
                  </a:lnTo>
                  <a:lnTo>
                    <a:pt x="10740" y="43084"/>
                  </a:lnTo>
                  <a:lnTo>
                    <a:pt x="10866" y="44229"/>
                  </a:lnTo>
                  <a:lnTo>
                    <a:pt x="11044" y="45372"/>
                  </a:lnTo>
                  <a:lnTo>
                    <a:pt x="11274" y="46515"/>
                  </a:lnTo>
                  <a:lnTo>
                    <a:pt x="11555" y="47657"/>
                  </a:lnTo>
                  <a:lnTo>
                    <a:pt x="11887" y="48798"/>
                  </a:lnTo>
                  <a:lnTo>
                    <a:pt x="12270" y="49939"/>
                  </a:lnTo>
                  <a:lnTo>
                    <a:pt x="12705" y="51078"/>
                  </a:lnTo>
                  <a:lnTo>
                    <a:pt x="13191" y="52217"/>
                  </a:lnTo>
                  <a:lnTo>
                    <a:pt x="13729" y="53355"/>
                  </a:lnTo>
                  <a:lnTo>
                    <a:pt x="14318" y="54492"/>
                  </a:lnTo>
                  <a:lnTo>
                    <a:pt x="14963" y="55617"/>
                  </a:lnTo>
                  <a:lnTo>
                    <a:pt x="15653" y="56736"/>
                  </a:lnTo>
                  <a:lnTo>
                    <a:pt x="16387" y="57850"/>
                  </a:lnTo>
                  <a:lnTo>
                    <a:pt x="17167" y="58957"/>
                  </a:lnTo>
                  <a:lnTo>
                    <a:pt x="17990" y="60059"/>
                  </a:lnTo>
                  <a:lnTo>
                    <a:pt x="18859" y="61155"/>
                  </a:lnTo>
                  <a:lnTo>
                    <a:pt x="19772" y="62244"/>
                  </a:lnTo>
                  <a:lnTo>
                    <a:pt x="20730" y="63328"/>
                  </a:lnTo>
                  <a:lnTo>
                    <a:pt x="21732" y="64406"/>
                  </a:lnTo>
                  <a:lnTo>
                    <a:pt x="22779" y="65479"/>
                  </a:lnTo>
                  <a:lnTo>
                    <a:pt x="23853" y="66525"/>
                  </a:lnTo>
                  <a:lnTo>
                    <a:pt x="24937" y="67526"/>
                  </a:lnTo>
                  <a:lnTo>
                    <a:pt x="26032" y="68482"/>
                  </a:lnTo>
                  <a:lnTo>
                    <a:pt x="27136" y="69392"/>
                  </a:lnTo>
                  <a:lnTo>
                    <a:pt x="28251" y="70256"/>
                  </a:lnTo>
                  <a:lnTo>
                    <a:pt x="29376" y="71076"/>
                  </a:lnTo>
                  <a:lnTo>
                    <a:pt x="30511" y="71849"/>
                  </a:lnTo>
                  <a:lnTo>
                    <a:pt x="31656" y="72578"/>
                  </a:lnTo>
                  <a:lnTo>
                    <a:pt x="32811" y="73260"/>
                  </a:lnTo>
                  <a:lnTo>
                    <a:pt x="33976" y="73898"/>
                  </a:lnTo>
                  <a:lnTo>
                    <a:pt x="35140" y="74479"/>
                  </a:lnTo>
                  <a:lnTo>
                    <a:pt x="36306" y="75009"/>
                  </a:lnTo>
                  <a:lnTo>
                    <a:pt x="37477" y="75489"/>
                  </a:lnTo>
                  <a:lnTo>
                    <a:pt x="38650" y="75918"/>
                  </a:lnTo>
                  <a:lnTo>
                    <a:pt x="39827" y="76297"/>
                  </a:lnTo>
                  <a:lnTo>
                    <a:pt x="41008" y="76625"/>
                  </a:lnTo>
                  <a:lnTo>
                    <a:pt x="42191" y="76903"/>
                  </a:lnTo>
                  <a:lnTo>
                    <a:pt x="43378" y="77130"/>
                  </a:lnTo>
                  <a:lnTo>
                    <a:pt x="44569" y="77307"/>
                  </a:lnTo>
                  <a:lnTo>
                    <a:pt x="45763" y="77434"/>
                  </a:lnTo>
                  <a:lnTo>
                    <a:pt x="46949" y="77499"/>
                  </a:lnTo>
                  <a:lnTo>
                    <a:pt x="48133" y="77511"/>
                  </a:lnTo>
                  <a:lnTo>
                    <a:pt x="49316" y="77469"/>
                  </a:lnTo>
                  <a:lnTo>
                    <a:pt x="50497" y="77373"/>
                  </a:lnTo>
                  <a:lnTo>
                    <a:pt x="51677" y="77223"/>
                  </a:lnTo>
                  <a:lnTo>
                    <a:pt x="52855" y="77019"/>
                  </a:lnTo>
                  <a:lnTo>
                    <a:pt x="54031" y="76762"/>
                  </a:lnTo>
                  <a:lnTo>
                    <a:pt x="55205" y="76450"/>
                  </a:lnTo>
                  <a:lnTo>
                    <a:pt x="56378" y="76085"/>
                  </a:lnTo>
                  <a:lnTo>
                    <a:pt x="57549" y="75666"/>
                  </a:lnTo>
                  <a:lnTo>
                    <a:pt x="58714" y="75172"/>
                  </a:lnTo>
                  <a:lnTo>
                    <a:pt x="59869" y="74618"/>
                  </a:lnTo>
                  <a:lnTo>
                    <a:pt x="61014" y="74004"/>
                  </a:lnTo>
                  <a:lnTo>
                    <a:pt x="62149" y="73328"/>
                  </a:lnTo>
                  <a:lnTo>
                    <a:pt x="63274" y="72593"/>
                  </a:lnTo>
                  <a:lnTo>
                    <a:pt x="64389" y="71796"/>
                  </a:lnTo>
                  <a:lnTo>
                    <a:pt x="65493" y="70939"/>
                  </a:lnTo>
                  <a:lnTo>
                    <a:pt x="66588" y="70022"/>
                  </a:lnTo>
                  <a:lnTo>
                    <a:pt x="67672" y="69043"/>
                  </a:lnTo>
                  <a:lnTo>
                    <a:pt x="68746" y="68004"/>
                  </a:lnTo>
                  <a:lnTo>
                    <a:pt x="69434" y="67305"/>
                  </a:lnTo>
                  <a:lnTo>
                    <a:pt x="70099" y="66605"/>
                  </a:lnTo>
                  <a:lnTo>
                    <a:pt x="70740" y="65904"/>
                  </a:lnTo>
                  <a:lnTo>
                    <a:pt x="71360" y="65202"/>
                  </a:lnTo>
                  <a:lnTo>
                    <a:pt x="71956" y="64500"/>
                  </a:lnTo>
                  <a:lnTo>
                    <a:pt x="72530" y="63797"/>
                  </a:lnTo>
                  <a:lnTo>
                    <a:pt x="73081" y="63092"/>
                  </a:lnTo>
                  <a:lnTo>
                    <a:pt x="73609" y="62387"/>
                  </a:lnTo>
                  <a:lnTo>
                    <a:pt x="74115" y="61681"/>
                  </a:lnTo>
                  <a:lnTo>
                    <a:pt x="74598" y="60974"/>
                  </a:lnTo>
                  <a:lnTo>
                    <a:pt x="75060" y="60270"/>
                  </a:lnTo>
                  <a:lnTo>
                    <a:pt x="75504" y="59570"/>
                  </a:lnTo>
                  <a:lnTo>
                    <a:pt x="75929" y="58876"/>
                  </a:lnTo>
                  <a:lnTo>
                    <a:pt x="76335" y="58186"/>
                  </a:lnTo>
                  <a:lnTo>
                    <a:pt x="76723" y="57502"/>
                  </a:lnTo>
                  <a:lnTo>
                    <a:pt x="77093" y="56822"/>
                  </a:lnTo>
                  <a:lnTo>
                    <a:pt x="77444" y="56148"/>
                  </a:lnTo>
                  <a:lnTo>
                    <a:pt x="77777" y="55479"/>
                  </a:lnTo>
                  <a:lnTo>
                    <a:pt x="78091" y="54814"/>
                  </a:lnTo>
                  <a:lnTo>
                    <a:pt x="78386" y="54155"/>
                  </a:lnTo>
                  <a:lnTo>
                    <a:pt x="78665" y="53486"/>
                  </a:lnTo>
                  <a:lnTo>
                    <a:pt x="78928" y="52825"/>
                  </a:lnTo>
                  <a:lnTo>
                    <a:pt x="79177" y="52172"/>
                  </a:lnTo>
                  <a:lnTo>
                    <a:pt x="79410" y="51528"/>
                  </a:lnTo>
                  <a:lnTo>
                    <a:pt x="79628" y="50893"/>
                  </a:lnTo>
                  <a:lnTo>
                    <a:pt x="79831" y="50266"/>
                  </a:lnTo>
                  <a:lnTo>
                    <a:pt x="80019" y="49647"/>
                  </a:lnTo>
                  <a:lnTo>
                    <a:pt x="80191" y="49036"/>
                  </a:lnTo>
                  <a:lnTo>
                    <a:pt x="80349" y="48434"/>
                  </a:lnTo>
                  <a:lnTo>
                    <a:pt x="80491" y="47841"/>
                  </a:lnTo>
                  <a:lnTo>
                    <a:pt x="80611" y="47249"/>
                  </a:lnTo>
                  <a:lnTo>
                    <a:pt x="80720" y="46669"/>
                  </a:lnTo>
                  <a:lnTo>
                    <a:pt x="80817" y="46101"/>
                  </a:lnTo>
                  <a:lnTo>
                    <a:pt x="80902" y="45544"/>
                  </a:lnTo>
                  <a:lnTo>
                    <a:pt x="80975" y="44999"/>
                  </a:lnTo>
                  <a:lnTo>
                    <a:pt x="81036" y="44467"/>
                  </a:lnTo>
                  <a:lnTo>
                    <a:pt x="81086" y="43945"/>
                  </a:lnTo>
                  <a:lnTo>
                    <a:pt x="81124" y="43436"/>
                  </a:lnTo>
                  <a:lnTo>
                    <a:pt x="81150" y="42938"/>
                  </a:lnTo>
                  <a:lnTo>
                    <a:pt x="81164" y="42453"/>
                  </a:lnTo>
                  <a:lnTo>
                    <a:pt x="70472" y="31761"/>
                  </a:lnTo>
                  <a:lnTo>
                    <a:pt x="52750" y="49483"/>
                  </a:lnTo>
                  <a:lnTo>
                    <a:pt x="46015" y="42747"/>
                  </a:lnTo>
                  <a:lnTo>
                    <a:pt x="71146" y="17617"/>
                  </a:lnTo>
                  <a:lnTo>
                    <a:pt x="91604" y="38075"/>
                  </a:lnTo>
                  <a:lnTo>
                    <a:pt x="91604" y="38880"/>
                  </a:lnTo>
                  <a:lnTo>
                    <a:pt x="91585" y="39696"/>
                  </a:lnTo>
                  <a:lnTo>
                    <a:pt x="91550" y="40523"/>
                  </a:lnTo>
                  <a:lnTo>
                    <a:pt x="91496" y="41362"/>
                  </a:lnTo>
                  <a:lnTo>
                    <a:pt x="91425" y="42211"/>
                  </a:lnTo>
                  <a:lnTo>
                    <a:pt x="91336" y="43071"/>
                  </a:lnTo>
                  <a:lnTo>
                    <a:pt x="91230" y="43942"/>
                  </a:lnTo>
                  <a:lnTo>
                    <a:pt x="91106" y="44823"/>
                  </a:lnTo>
                  <a:lnTo>
                    <a:pt x="90964" y="45716"/>
                  </a:lnTo>
                  <a:lnTo>
                    <a:pt x="90804" y="46620"/>
                  </a:lnTo>
                  <a:lnTo>
                    <a:pt x="90625" y="47515"/>
                  </a:lnTo>
                  <a:lnTo>
                    <a:pt x="90424" y="48415"/>
                  </a:lnTo>
                  <a:lnTo>
                    <a:pt x="90201" y="49320"/>
                  </a:lnTo>
                  <a:lnTo>
                    <a:pt x="89956" y="50230"/>
                  </a:lnTo>
                  <a:lnTo>
                    <a:pt x="89689" y="51145"/>
                  </a:lnTo>
                  <a:lnTo>
                    <a:pt x="89400" y="52065"/>
                  </a:lnTo>
                  <a:lnTo>
                    <a:pt x="89089" y="52991"/>
                  </a:lnTo>
                  <a:lnTo>
                    <a:pt x="88757" y="53921"/>
                  </a:lnTo>
                  <a:lnTo>
                    <a:pt x="88402" y="54856"/>
                  </a:lnTo>
                  <a:lnTo>
                    <a:pt x="88026" y="55797"/>
                  </a:lnTo>
                  <a:lnTo>
                    <a:pt x="87626" y="56740"/>
                  </a:lnTo>
                  <a:lnTo>
                    <a:pt x="87203" y="57684"/>
                  </a:lnTo>
                  <a:lnTo>
                    <a:pt x="86754" y="58629"/>
                  </a:lnTo>
                  <a:lnTo>
                    <a:pt x="86282" y="59575"/>
                  </a:lnTo>
                  <a:lnTo>
                    <a:pt x="85784" y="60522"/>
                  </a:lnTo>
                  <a:lnTo>
                    <a:pt x="85263" y="61469"/>
                  </a:lnTo>
                  <a:lnTo>
                    <a:pt x="84717" y="62418"/>
                  </a:lnTo>
                  <a:lnTo>
                    <a:pt x="84146" y="63367"/>
                  </a:lnTo>
                  <a:lnTo>
                    <a:pt x="83552" y="64317"/>
                  </a:lnTo>
                  <a:lnTo>
                    <a:pt x="82932" y="65268"/>
                  </a:lnTo>
                  <a:lnTo>
                    <a:pt x="82288" y="66217"/>
                  </a:lnTo>
                  <a:lnTo>
                    <a:pt x="81616" y="67161"/>
                  </a:lnTo>
                  <a:lnTo>
                    <a:pt x="80917" y="68099"/>
                  </a:lnTo>
                  <a:lnTo>
                    <a:pt x="80191" y="69033"/>
                  </a:lnTo>
                  <a:lnTo>
                    <a:pt x="79439" y="69962"/>
                  </a:lnTo>
                  <a:lnTo>
                    <a:pt x="78659" y="70885"/>
                  </a:lnTo>
                  <a:lnTo>
                    <a:pt x="77852" y="71804"/>
                  </a:lnTo>
                  <a:lnTo>
                    <a:pt x="77019" y="72717"/>
                  </a:lnTo>
                  <a:lnTo>
                    <a:pt x="76159" y="73626"/>
                  </a:lnTo>
                  <a:lnTo>
                    <a:pt x="75271" y="74529"/>
                  </a:lnTo>
                  <a:lnTo>
                    <a:pt x="73769" y="75986"/>
                  </a:lnTo>
                  <a:lnTo>
                    <a:pt x="72259" y="77359"/>
                  </a:lnTo>
                  <a:lnTo>
                    <a:pt x="70741" y="78650"/>
                  </a:lnTo>
                  <a:lnTo>
                    <a:pt x="69216" y="79857"/>
                  </a:lnTo>
                  <a:lnTo>
                    <a:pt x="67684" y="80980"/>
                  </a:lnTo>
                  <a:lnTo>
                    <a:pt x="66143" y="82020"/>
                  </a:lnTo>
                  <a:lnTo>
                    <a:pt x="64595" y="82977"/>
                  </a:lnTo>
                  <a:lnTo>
                    <a:pt x="63040" y="83851"/>
                  </a:lnTo>
                  <a:lnTo>
                    <a:pt x="61477" y="84641"/>
                  </a:lnTo>
                  <a:lnTo>
                    <a:pt x="59907" y="85347"/>
                  </a:lnTo>
                  <a:lnTo>
                    <a:pt x="58325" y="85968"/>
                  </a:lnTo>
                  <a:lnTo>
                    <a:pt x="56744" y="86516"/>
                  </a:lnTo>
                  <a:lnTo>
                    <a:pt x="55166" y="86992"/>
                  </a:lnTo>
                  <a:lnTo>
                    <a:pt x="53589" y="87395"/>
                  </a:lnTo>
                  <a:lnTo>
                    <a:pt x="52014" y="87726"/>
                  </a:lnTo>
                  <a:lnTo>
                    <a:pt x="50440" y="87984"/>
                  </a:lnTo>
                  <a:lnTo>
                    <a:pt x="48868" y="88170"/>
                  </a:lnTo>
                  <a:lnTo>
                    <a:pt x="47298" y="88284"/>
                  </a:lnTo>
                  <a:lnTo>
                    <a:pt x="45730" y="88325"/>
                  </a:lnTo>
                  <a:lnTo>
                    <a:pt x="44163" y="88294"/>
                  </a:lnTo>
                  <a:lnTo>
                    <a:pt x="42600" y="88177"/>
                  </a:lnTo>
                  <a:lnTo>
                    <a:pt x="41043" y="87993"/>
                  </a:lnTo>
                  <a:lnTo>
                    <a:pt x="39492" y="87742"/>
                  </a:lnTo>
                  <a:lnTo>
                    <a:pt x="37946" y="87425"/>
                  </a:lnTo>
                  <a:lnTo>
                    <a:pt x="36407" y="87042"/>
                  </a:lnTo>
                  <a:lnTo>
                    <a:pt x="34873" y="86592"/>
                  </a:lnTo>
                  <a:lnTo>
                    <a:pt x="33346" y="86075"/>
                  </a:lnTo>
                  <a:lnTo>
                    <a:pt x="31824" y="85492"/>
                  </a:lnTo>
                  <a:lnTo>
                    <a:pt x="30308" y="84843"/>
                  </a:lnTo>
                  <a:lnTo>
                    <a:pt x="28798" y="84127"/>
                  </a:lnTo>
                  <a:lnTo>
                    <a:pt x="27308" y="83340"/>
                  </a:lnTo>
                  <a:lnTo>
                    <a:pt x="25833" y="82495"/>
                  </a:lnTo>
                  <a:lnTo>
                    <a:pt x="24375" y="81592"/>
                  </a:lnTo>
                  <a:lnTo>
                    <a:pt x="22932" y="80631"/>
                  </a:lnTo>
                  <a:lnTo>
                    <a:pt x="21505" y="79612"/>
                  </a:lnTo>
                  <a:lnTo>
                    <a:pt x="20095" y="78535"/>
                  </a:lnTo>
                  <a:lnTo>
                    <a:pt x="18700" y="77399"/>
                  </a:lnTo>
                  <a:lnTo>
                    <a:pt x="17322" y="76206"/>
                  </a:lnTo>
                  <a:lnTo>
                    <a:pt x="15959" y="7495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2521950" y="6094303"/>
              <a:ext cx="92272" cy="92650"/>
            </a:xfrm>
            <a:custGeom>
              <a:avLst/>
              <a:pathLst>
                <a:path w="92272" h="92650">
                  <a:moveTo>
                    <a:pt x="84063" y="43694"/>
                  </a:moveTo>
                  <a:lnTo>
                    <a:pt x="59943" y="33128"/>
                  </a:lnTo>
                  <a:lnTo>
                    <a:pt x="32918" y="60153"/>
                  </a:lnTo>
                  <a:lnTo>
                    <a:pt x="43441" y="84316"/>
                  </a:lnTo>
                  <a:lnTo>
                    <a:pt x="35107" y="92650"/>
                  </a:lnTo>
                  <a:lnTo>
                    <a:pt x="0" y="9134"/>
                  </a:lnTo>
                  <a:lnTo>
                    <a:pt x="9134" y="0"/>
                  </a:lnTo>
                  <a:lnTo>
                    <a:pt x="92272" y="35486"/>
                  </a:lnTo>
                  <a:close/>
                  <a:moveTo>
                    <a:pt x="24078" y="17301"/>
                  </a:moveTo>
                  <a:lnTo>
                    <a:pt x="23606" y="17098"/>
                  </a:lnTo>
                  <a:lnTo>
                    <a:pt x="23135" y="16893"/>
                  </a:lnTo>
                  <a:lnTo>
                    <a:pt x="22663" y="16687"/>
                  </a:lnTo>
                  <a:lnTo>
                    <a:pt x="22192" y="16479"/>
                  </a:lnTo>
                  <a:lnTo>
                    <a:pt x="21720" y="16269"/>
                  </a:lnTo>
                  <a:lnTo>
                    <a:pt x="21249" y="16058"/>
                  </a:lnTo>
                  <a:lnTo>
                    <a:pt x="20778" y="15845"/>
                  </a:lnTo>
                  <a:lnTo>
                    <a:pt x="20306" y="15630"/>
                  </a:lnTo>
                  <a:lnTo>
                    <a:pt x="19835" y="15414"/>
                  </a:lnTo>
                  <a:lnTo>
                    <a:pt x="19363" y="15196"/>
                  </a:lnTo>
                  <a:lnTo>
                    <a:pt x="18905" y="14971"/>
                  </a:lnTo>
                  <a:lnTo>
                    <a:pt x="18456" y="14750"/>
                  </a:lnTo>
                  <a:lnTo>
                    <a:pt x="18016" y="14533"/>
                  </a:lnTo>
                  <a:lnTo>
                    <a:pt x="17585" y="14320"/>
                  </a:lnTo>
                  <a:lnTo>
                    <a:pt x="17164" y="14112"/>
                  </a:lnTo>
                  <a:lnTo>
                    <a:pt x="16752" y="13908"/>
                  </a:lnTo>
                  <a:lnTo>
                    <a:pt x="16349" y="13708"/>
                  </a:lnTo>
                  <a:lnTo>
                    <a:pt x="15955" y="13512"/>
                  </a:lnTo>
                  <a:lnTo>
                    <a:pt x="15571" y="13320"/>
                  </a:lnTo>
                  <a:lnTo>
                    <a:pt x="15196" y="13133"/>
                  </a:lnTo>
                  <a:lnTo>
                    <a:pt x="14823" y="12943"/>
                  </a:lnTo>
                  <a:lnTo>
                    <a:pt x="14463" y="12761"/>
                  </a:lnTo>
                  <a:lnTo>
                    <a:pt x="14116" y="12586"/>
                  </a:lnTo>
                  <a:lnTo>
                    <a:pt x="13781" y="12419"/>
                  </a:lnTo>
                  <a:lnTo>
                    <a:pt x="13459" y="12260"/>
                  </a:lnTo>
                  <a:lnTo>
                    <a:pt x="13150" y="12108"/>
                  </a:lnTo>
                  <a:lnTo>
                    <a:pt x="12853" y="11963"/>
                  </a:lnTo>
                  <a:lnTo>
                    <a:pt x="12569" y="11826"/>
                  </a:lnTo>
                  <a:lnTo>
                    <a:pt x="12298" y="11697"/>
                  </a:lnTo>
                  <a:lnTo>
                    <a:pt x="12039" y="11576"/>
                  </a:lnTo>
                  <a:lnTo>
                    <a:pt x="11796" y="11446"/>
                  </a:lnTo>
                  <a:lnTo>
                    <a:pt x="11574" y="11326"/>
                  </a:lnTo>
                  <a:lnTo>
                    <a:pt x="11372" y="11217"/>
                  </a:lnTo>
                  <a:lnTo>
                    <a:pt x="11190" y="11118"/>
                  </a:lnTo>
                  <a:lnTo>
                    <a:pt x="11028" y="11028"/>
                  </a:lnTo>
                  <a:lnTo>
                    <a:pt x="10712" y="11124"/>
                  </a:lnTo>
                  <a:lnTo>
                    <a:pt x="10786" y="11270"/>
                  </a:lnTo>
                  <a:lnTo>
                    <a:pt x="10872" y="11436"/>
                  </a:lnTo>
                  <a:lnTo>
                    <a:pt x="10968" y="11621"/>
                  </a:lnTo>
                  <a:lnTo>
                    <a:pt x="11076" y="11825"/>
                  </a:lnTo>
                  <a:lnTo>
                    <a:pt x="11194" y="12048"/>
                  </a:lnTo>
                  <a:lnTo>
                    <a:pt x="11323" y="12291"/>
                  </a:lnTo>
                  <a:lnTo>
                    <a:pt x="11460" y="12551"/>
                  </a:lnTo>
                  <a:lnTo>
                    <a:pt x="11603" y="12823"/>
                  </a:lnTo>
                  <a:lnTo>
                    <a:pt x="11750" y="13110"/>
                  </a:lnTo>
                  <a:lnTo>
                    <a:pt x="11902" y="13409"/>
                  </a:lnTo>
                  <a:lnTo>
                    <a:pt x="12060" y="13722"/>
                  </a:lnTo>
                  <a:lnTo>
                    <a:pt x="12222" y="14049"/>
                  </a:lnTo>
                  <a:lnTo>
                    <a:pt x="12390" y="14389"/>
                  </a:lnTo>
                  <a:lnTo>
                    <a:pt x="12562" y="14743"/>
                  </a:lnTo>
                  <a:lnTo>
                    <a:pt x="12740" y="15110"/>
                  </a:lnTo>
                  <a:lnTo>
                    <a:pt x="12923" y="15490"/>
                  </a:lnTo>
                  <a:lnTo>
                    <a:pt x="13118" y="15874"/>
                  </a:lnTo>
                  <a:lnTo>
                    <a:pt x="13315" y="16267"/>
                  </a:lnTo>
                  <a:lnTo>
                    <a:pt x="13515" y="16669"/>
                  </a:lnTo>
                  <a:lnTo>
                    <a:pt x="13717" y="17080"/>
                  </a:lnTo>
                  <a:lnTo>
                    <a:pt x="13922" y="17500"/>
                  </a:lnTo>
                  <a:lnTo>
                    <a:pt x="14130" y="17930"/>
                  </a:lnTo>
                  <a:lnTo>
                    <a:pt x="14340" y="18369"/>
                  </a:lnTo>
                  <a:lnTo>
                    <a:pt x="14553" y="18818"/>
                  </a:lnTo>
                  <a:lnTo>
                    <a:pt x="14768" y="19275"/>
                  </a:lnTo>
                  <a:lnTo>
                    <a:pt x="14985" y="19742"/>
                  </a:lnTo>
                  <a:lnTo>
                    <a:pt x="15212" y="20205"/>
                  </a:lnTo>
                  <a:lnTo>
                    <a:pt x="15437" y="20668"/>
                  </a:lnTo>
                  <a:lnTo>
                    <a:pt x="15660" y="21131"/>
                  </a:lnTo>
                  <a:lnTo>
                    <a:pt x="15881" y="21594"/>
                  </a:lnTo>
                  <a:lnTo>
                    <a:pt x="16101" y="22057"/>
                  </a:lnTo>
                  <a:lnTo>
                    <a:pt x="16319" y="22520"/>
                  </a:lnTo>
                  <a:lnTo>
                    <a:pt x="16535" y="22983"/>
                  </a:lnTo>
                  <a:lnTo>
                    <a:pt x="16750" y="23446"/>
                  </a:lnTo>
                  <a:lnTo>
                    <a:pt x="16963" y="23909"/>
                  </a:lnTo>
                  <a:lnTo>
                    <a:pt x="17174" y="24372"/>
                  </a:lnTo>
                  <a:lnTo>
                    <a:pt x="29087" y="51440"/>
                  </a:lnTo>
                  <a:lnTo>
                    <a:pt x="51271" y="2925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2562150" y="6005567"/>
              <a:ext cx="116981" cy="116981"/>
            </a:xfrm>
            <a:custGeom>
              <a:avLst/>
              <a:pathLst>
                <a:path w="116981" h="116981">
                  <a:moveTo>
                    <a:pt x="109741" y="66552"/>
                  </a:moveTo>
                  <a:lnTo>
                    <a:pt x="70172" y="26982"/>
                  </a:lnTo>
                  <a:lnTo>
                    <a:pt x="69742" y="26552"/>
                  </a:lnTo>
                  <a:lnTo>
                    <a:pt x="69311" y="26119"/>
                  </a:lnTo>
                  <a:lnTo>
                    <a:pt x="68880" y="25683"/>
                  </a:lnTo>
                  <a:lnTo>
                    <a:pt x="68448" y="25245"/>
                  </a:lnTo>
                  <a:lnTo>
                    <a:pt x="68014" y="24804"/>
                  </a:lnTo>
                  <a:lnTo>
                    <a:pt x="67580" y="24361"/>
                  </a:lnTo>
                  <a:lnTo>
                    <a:pt x="67146" y="23915"/>
                  </a:lnTo>
                  <a:lnTo>
                    <a:pt x="66710" y="23467"/>
                  </a:lnTo>
                  <a:lnTo>
                    <a:pt x="66273" y="23016"/>
                  </a:lnTo>
                  <a:lnTo>
                    <a:pt x="65836" y="22562"/>
                  </a:lnTo>
                  <a:lnTo>
                    <a:pt x="65402" y="22111"/>
                  </a:lnTo>
                  <a:lnTo>
                    <a:pt x="64977" y="21667"/>
                  </a:lnTo>
                  <a:lnTo>
                    <a:pt x="64561" y="21229"/>
                  </a:lnTo>
                  <a:lnTo>
                    <a:pt x="64152" y="20798"/>
                  </a:lnTo>
                  <a:lnTo>
                    <a:pt x="63752" y="20373"/>
                  </a:lnTo>
                  <a:lnTo>
                    <a:pt x="63361" y="19956"/>
                  </a:lnTo>
                  <a:lnTo>
                    <a:pt x="62978" y="19545"/>
                  </a:lnTo>
                  <a:lnTo>
                    <a:pt x="62603" y="19141"/>
                  </a:lnTo>
                  <a:lnTo>
                    <a:pt x="62237" y="18744"/>
                  </a:lnTo>
                  <a:lnTo>
                    <a:pt x="61879" y="18353"/>
                  </a:lnTo>
                  <a:lnTo>
                    <a:pt x="61468" y="17908"/>
                  </a:lnTo>
                  <a:lnTo>
                    <a:pt x="61061" y="17464"/>
                  </a:lnTo>
                  <a:lnTo>
                    <a:pt x="60657" y="17022"/>
                  </a:lnTo>
                  <a:lnTo>
                    <a:pt x="60256" y="16582"/>
                  </a:lnTo>
                  <a:lnTo>
                    <a:pt x="59859" y="16143"/>
                  </a:lnTo>
                  <a:lnTo>
                    <a:pt x="59465" y="15706"/>
                  </a:lnTo>
                  <a:lnTo>
                    <a:pt x="59074" y="15271"/>
                  </a:lnTo>
                  <a:lnTo>
                    <a:pt x="58687" y="14837"/>
                  </a:lnTo>
                  <a:lnTo>
                    <a:pt x="58303" y="14405"/>
                  </a:lnTo>
                  <a:lnTo>
                    <a:pt x="57922" y="13975"/>
                  </a:lnTo>
                  <a:lnTo>
                    <a:pt x="58233" y="14522"/>
                  </a:lnTo>
                  <a:lnTo>
                    <a:pt x="58542" y="15069"/>
                  </a:lnTo>
                  <a:lnTo>
                    <a:pt x="58849" y="15617"/>
                  </a:lnTo>
                  <a:lnTo>
                    <a:pt x="59155" y="16164"/>
                  </a:lnTo>
                  <a:lnTo>
                    <a:pt x="59459" y="16711"/>
                  </a:lnTo>
                  <a:lnTo>
                    <a:pt x="59761" y="17258"/>
                  </a:lnTo>
                  <a:lnTo>
                    <a:pt x="60061" y="17806"/>
                  </a:lnTo>
                  <a:lnTo>
                    <a:pt x="60360" y="18353"/>
                  </a:lnTo>
                  <a:lnTo>
                    <a:pt x="60657" y="18900"/>
                  </a:lnTo>
                  <a:lnTo>
                    <a:pt x="60953" y="19447"/>
                  </a:lnTo>
                  <a:lnTo>
                    <a:pt x="61207" y="19923"/>
                  </a:lnTo>
                  <a:lnTo>
                    <a:pt x="61463" y="20405"/>
                  </a:lnTo>
                  <a:lnTo>
                    <a:pt x="61722" y="20896"/>
                  </a:lnTo>
                  <a:lnTo>
                    <a:pt x="61983" y="21394"/>
                  </a:lnTo>
                  <a:lnTo>
                    <a:pt x="62247" y="21899"/>
                  </a:lnTo>
                  <a:lnTo>
                    <a:pt x="62514" y="22413"/>
                  </a:lnTo>
                  <a:lnTo>
                    <a:pt x="62783" y="22933"/>
                  </a:lnTo>
                  <a:lnTo>
                    <a:pt x="63054" y="23462"/>
                  </a:lnTo>
                  <a:lnTo>
                    <a:pt x="63328" y="23997"/>
                  </a:lnTo>
                  <a:lnTo>
                    <a:pt x="63605" y="24541"/>
                  </a:lnTo>
                  <a:lnTo>
                    <a:pt x="63879" y="25067"/>
                  </a:lnTo>
                  <a:lnTo>
                    <a:pt x="64145" y="25586"/>
                  </a:lnTo>
                  <a:lnTo>
                    <a:pt x="64404" y="26098"/>
                  </a:lnTo>
                  <a:lnTo>
                    <a:pt x="64656" y="26602"/>
                  </a:lnTo>
                  <a:lnTo>
                    <a:pt x="64899" y="27098"/>
                  </a:lnTo>
                  <a:lnTo>
                    <a:pt x="65136" y="27587"/>
                  </a:lnTo>
                  <a:lnTo>
                    <a:pt x="65364" y="28068"/>
                  </a:lnTo>
                  <a:lnTo>
                    <a:pt x="65585" y="28542"/>
                  </a:lnTo>
                  <a:lnTo>
                    <a:pt x="65799" y="29008"/>
                  </a:lnTo>
                  <a:lnTo>
                    <a:pt x="66004" y="29466"/>
                  </a:lnTo>
                  <a:lnTo>
                    <a:pt x="91093" y="85200"/>
                  </a:lnTo>
                  <a:lnTo>
                    <a:pt x="85452" y="90840"/>
                  </a:lnTo>
                  <a:lnTo>
                    <a:pt x="29508" y="65962"/>
                  </a:lnTo>
                  <a:lnTo>
                    <a:pt x="29329" y="65885"/>
                  </a:lnTo>
                  <a:lnTo>
                    <a:pt x="29144" y="65804"/>
                  </a:lnTo>
                  <a:lnTo>
                    <a:pt x="28955" y="65720"/>
                  </a:lnTo>
                  <a:lnTo>
                    <a:pt x="28760" y="65632"/>
                  </a:lnTo>
                  <a:lnTo>
                    <a:pt x="28561" y="65541"/>
                  </a:lnTo>
                  <a:lnTo>
                    <a:pt x="28356" y="65447"/>
                  </a:lnTo>
                  <a:lnTo>
                    <a:pt x="28147" y="65349"/>
                  </a:lnTo>
                  <a:lnTo>
                    <a:pt x="27932" y="65248"/>
                  </a:lnTo>
                  <a:lnTo>
                    <a:pt x="27712" y="65144"/>
                  </a:lnTo>
                  <a:lnTo>
                    <a:pt x="27488" y="65036"/>
                  </a:lnTo>
                  <a:lnTo>
                    <a:pt x="27267" y="64918"/>
                  </a:lnTo>
                  <a:lnTo>
                    <a:pt x="27043" y="64800"/>
                  </a:lnTo>
                  <a:lnTo>
                    <a:pt x="26816" y="64683"/>
                  </a:lnTo>
                  <a:lnTo>
                    <a:pt x="26585" y="64565"/>
                  </a:lnTo>
                  <a:lnTo>
                    <a:pt x="26351" y="64447"/>
                  </a:lnTo>
                  <a:lnTo>
                    <a:pt x="26114" y="64329"/>
                  </a:lnTo>
                  <a:lnTo>
                    <a:pt x="25873" y="64211"/>
                  </a:lnTo>
                  <a:lnTo>
                    <a:pt x="25629" y="64093"/>
                  </a:lnTo>
                  <a:lnTo>
                    <a:pt x="25381" y="63975"/>
                  </a:lnTo>
                  <a:lnTo>
                    <a:pt x="25130" y="63858"/>
                  </a:lnTo>
                  <a:lnTo>
                    <a:pt x="24877" y="63723"/>
                  </a:lnTo>
                  <a:lnTo>
                    <a:pt x="24623" y="63590"/>
                  </a:lnTo>
                  <a:lnTo>
                    <a:pt x="24369" y="63457"/>
                  </a:lnTo>
                  <a:lnTo>
                    <a:pt x="24113" y="63325"/>
                  </a:lnTo>
                  <a:lnTo>
                    <a:pt x="23857" y="63195"/>
                  </a:lnTo>
                  <a:lnTo>
                    <a:pt x="23600" y="63064"/>
                  </a:lnTo>
                  <a:lnTo>
                    <a:pt x="23342" y="62935"/>
                  </a:lnTo>
                  <a:lnTo>
                    <a:pt x="23083" y="62807"/>
                  </a:lnTo>
                  <a:lnTo>
                    <a:pt x="22823" y="62679"/>
                  </a:lnTo>
                  <a:lnTo>
                    <a:pt x="22562" y="62553"/>
                  </a:lnTo>
                  <a:lnTo>
                    <a:pt x="22302" y="62410"/>
                  </a:lnTo>
                  <a:lnTo>
                    <a:pt x="22042" y="62268"/>
                  </a:lnTo>
                  <a:lnTo>
                    <a:pt x="21783" y="62127"/>
                  </a:lnTo>
                  <a:lnTo>
                    <a:pt x="21525" y="61987"/>
                  </a:lnTo>
                  <a:lnTo>
                    <a:pt x="21268" y="61848"/>
                  </a:lnTo>
                  <a:lnTo>
                    <a:pt x="21012" y="61709"/>
                  </a:lnTo>
                  <a:lnTo>
                    <a:pt x="20756" y="61571"/>
                  </a:lnTo>
                  <a:lnTo>
                    <a:pt x="20501" y="61435"/>
                  </a:lnTo>
                  <a:lnTo>
                    <a:pt x="20248" y="61299"/>
                  </a:lnTo>
                  <a:lnTo>
                    <a:pt x="19995" y="61163"/>
                  </a:lnTo>
                  <a:lnTo>
                    <a:pt x="19404" y="60858"/>
                  </a:lnTo>
                  <a:lnTo>
                    <a:pt x="18811" y="60549"/>
                  </a:lnTo>
                  <a:lnTo>
                    <a:pt x="18215" y="60235"/>
                  </a:lnTo>
                  <a:lnTo>
                    <a:pt x="17617" y="59917"/>
                  </a:lnTo>
                  <a:lnTo>
                    <a:pt x="17016" y="59595"/>
                  </a:lnTo>
                  <a:lnTo>
                    <a:pt x="16413" y="59269"/>
                  </a:lnTo>
                  <a:lnTo>
                    <a:pt x="15807" y="58939"/>
                  </a:lnTo>
                  <a:lnTo>
                    <a:pt x="15199" y="58604"/>
                  </a:lnTo>
                  <a:lnTo>
                    <a:pt x="14588" y="58265"/>
                  </a:lnTo>
                  <a:lnTo>
                    <a:pt x="13975" y="57922"/>
                  </a:lnTo>
                  <a:lnTo>
                    <a:pt x="14455" y="58384"/>
                  </a:lnTo>
                  <a:lnTo>
                    <a:pt x="14935" y="58845"/>
                  </a:lnTo>
                  <a:lnTo>
                    <a:pt x="15415" y="59304"/>
                  </a:lnTo>
                  <a:lnTo>
                    <a:pt x="15895" y="59761"/>
                  </a:lnTo>
                  <a:lnTo>
                    <a:pt x="16374" y="60216"/>
                  </a:lnTo>
                  <a:lnTo>
                    <a:pt x="16854" y="60670"/>
                  </a:lnTo>
                  <a:lnTo>
                    <a:pt x="17334" y="61122"/>
                  </a:lnTo>
                  <a:lnTo>
                    <a:pt x="17814" y="61573"/>
                  </a:lnTo>
                  <a:lnTo>
                    <a:pt x="18294" y="62021"/>
                  </a:lnTo>
                  <a:lnTo>
                    <a:pt x="18774" y="62468"/>
                  </a:lnTo>
                  <a:lnTo>
                    <a:pt x="19188" y="62850"/>
                  </a:lnTo>
                  <a:lnTo>
                    <a:pt x="19606" y="63236"/>
                  </a:lnTo>
                  <a:lnTo>
                    <a:pt x="20027" y="63628"/>
                  </a:lnTo>
                  <a:lnTo>
                    <a:pt x="20451" y="64024"/>
                  </a:lnTo>
                  <a:lnTo>
                    <a:pt x="20879" y="64426"/>
                  </a:lnTo>
                  <a:lnTo>
                    <a:pt x="21310" y="64832"/>
                  </a:lnTo>
                  <a:lnTo>
                    <a:pt x="21744" y="65244"/>
                  </a:lnTo>
                  <a:lnTo>
                    <a:pt x="22182" y="65661"/>
                  </a:lnTo>
                  <a:lnTo>
                    <a:pt x="22623" y="66083"/>
                  </a:lnTo>
                  <a:lnTo>
                    <a:pt x="23068" y="66510"/>
                  </a:lnTo>
                  <a:lnTo>
                    <a:pt x="23500" y="66926"/>
                  </a:lnTo>
                  <a:lnTo>
                    <a:pt x="23921" y="67333"/>
                  </a:lnTo>
                  <a:lnTo>
                    <a:pt x="24332" y="67731"/>
                  </a:lnTo>
                  <a:lnTo>
                    <a:pt x="24731" y="68119"/>
                  </a:lnTo>
                  <a:lnTo>
                    <a:pt x="25120" y="68499"/>
                  </a:lnTo>
                  <a:lnTo>
                    <a:pt x="25497" y="68869"/>
                  </a:lnTo>
                  <a:lnTo>
                    <a:pt x="25864" y="69229"/>
                  </a:lnTo>
                  <a:lnTo>
                    <a:pt x="26220" y="69581"/>
                  </a:lnTo>
                  <a:lnTo>
                    <a:pt x="26564" y="69923"/>
                  </a:lnTo>
                  <a:lnTo>
                    <a:pt x="26898" y="70256"/>
                  </a:lnTo>
                  <a:lnTo>
                    <a:pt x="66467" y="109825"/>
                  </a:lnTo>
                  <a:lnTo>
                    <a:pt x="59311" y="116981"/>
                  </a:lnTo>
                  <a:lnTo>
                    <a:pt x="0" y="57670"/>
                  </a:lnTo>
                  <a:lnTo>
                    <a:pt x="10565" y="47104"/>
                  </a:lnTo>
                  <a:lnTo>
                    <a:pt x="67478" y="72445"/>
                  </a:lnTo>
                  <a:lnTo>
                    <a:pt x="67711" y="72558"/>
                  </a:lnTo>
                  <a:lnTo>
                    <a:pt x="67958" y="72679"/>
                  </a:lnTo>
                  <a:lnTo>
                    <a:pt x="68216" y="72807"/>
                  </a:lnTo>
                  <a:lnTo>
                    <a:pt x="68488" y="72943"/>
                  </a:lnTo>
                  <a:lnTo>
                    <a:pt x="68772" y="73087"/>
                  </a:lnTo>
                  <a:lnTo>
                    <a:pt x="69069" y="73238"/>
                  </a:lnTo>
                  <a:lnTo>
                    <a:pt x="69378" y="73397"/>
                  </a:lnTo>
                  <a:lnTo>
                    <a:pt x="69700" y="73563"/>
                  </a:lnTo>
                  <a:lnTo>
                    <a:pt x="70035" y="73737"/>
                  </a:lnTo>
                  <a:lnTo>
                    <a:pt x="70382" y="73918"/>
                  </a:lnTo>
                  <a:lnTo>
                    <a:pt x="70728" y="74096"/>
                  </a:lnTo>
                  <a:lnTo>
                    <a:pt x="71074" y="74277"/>
                  </a:lnTo>
                  <a:lnTo>
                    <a:pt x="71422" y="74460"/>
                  </a:lnTo>
                  <a:lnTo>
                    <a:pt x="71770" y="74646"/>
                  </a:lnTo>
                  <a:lnTo>
                    <a:pt x="72119" y="74834"/>
                  </a:lnTo>
                  <a:lnTo>
                    <a:pt x="72468" y="75024"/>
                  </a:lnTo>
                  <a:lnTo>
                    <a:pt x="72819" y="75218"/>
                  </a:lnTo>
                  <a:lnTo>
                    <a:pt x="73171" y="75413"/>
                  </a:lnTo>
                  <a:lnTo>
                    <a:pt x="73523" y="75612"/>
                  </a:lnTo>
                  <a:lnTo>
                    <a:pt x="73876" y="75813"/>
                  </a:lnTo>
                  <a:lnTo>
                    <a:pt x="74228" y="76014"/>
                  </a:lnTo>
                  <a:lnTo>
                    <a:pt x="74575" y="76215"/>
                  </a:lnTo>
                  <a:lnTo>
                    <a:pt x="74918" y="76415"/>
                  </a:lnTo>
                  <a:lnTo>
                    <a:pt x="75257" y="76614"/>
                  </a:lnTo>
                  <a:lnTo>
                    <a:pt x="75592" y="76812"/>
                  </a:lnTo>
                  <a:lnTo>
                    <a:pt x="75922" y="77010"/>
                  </a:lnTo>
                  <a:lnTo>
                    <a:pt x="76248" y="77206"/>
                  </a:lnTo>
                  <a:lnTo>
                    <a:pt x="76570" y="77402"/>
                  </a:lnTo>
                  <a:lnTo>
                    <a:pt x="76888" y="77597"/>
                  </a:lnTo>
                  <a:lnTo>
                    <a:pt x="77202" y="77791"/>
                  </a:lnTo>
                  <a:lnTo>
                    <a:pt x="77506" y="77964"/>
                  </a:lnTo>
                  <a:lnTo>
                    <a:pt x="77794" y="78131"/>
                  </a:lnTo>
                  <a:lnTo>
                    <a:pt x="78068" y="78291"/>
                  </a:lnTo>
                  <a:lnTo>
                    <a:pt x="78326" y="78444"/>
                  </a:lnTo>
                  <a:lnTo>
                    <a:pt x="78570" y="78591"/>
                  </a:lnTo>
                  <a:lnTo>
                    <a:pt x="78798" y="78731"/>
                  </a:lnTo>
                  <a:lnTo>
                    <a:pt x="79011" y="78864"/>
                  </a:lnTo>
                  <a:lnTo>
                    <a:pt x="79209" y="78990"/>
                  </a:lnTo>
                  <a:lnTo>
                    <a:pt x="79391" y="79109"/>
                  </a:lnTo>
                  <a:lnTo>
                    <a:pt x="79559" y="79222"/>
                  </a:lnTo>
                  <a:lnTo>
                    <a:pt x="79446" y="79054"/>
                  </a:lnTo>
                  <a:lnTo>
                    <a:pt x="79325" y="78870"/>
                  </a:lnTo>
                  <a:lnTo>
                    <a:pt x="79197" y="78670"/>
                  </a:lnTo>
                  <a:lnTo>
                    <a:pt x="79061" y="78454"/>
                  </a:lnTo>
                  <a:lnTo>
                    <a:pt x="78917" y="78222"/>
                  </a:lnTo>
                  <a:lnTo>
                    <a:pt x="78766" y="77975"/>
                  </a:lnTo>
                  <a:lnTo>
                    <a:pt x="78607" y="77711"/>
                  </a:lnTo>
                  <a:lnTo>
                    <a:pt x="78441" y="77431"/>
                  </a:lnTo>
                  <a:lnTo>
                    <a:pt x="78267" y="77135"/>
                  </a:lnTo>
                  <a:lnTo>
                    <a:pt x="78086" y="76823"/>
                  </a:lnTo>
                  <a:lnTo>
                    <a:pt x="77900" y="76501"/>
                  </a:lnTo>
                  <a:lnTo>
                    <a:pt x="77714" y="76175"/>
                  </a:lnTo>
                  <a:lnTo>
                    <a:pt x="77526" y="75844"/>
                  </a:lnTo>
                  <a:lnTo>
                    <a:pt x="77338" y="75509"/>
                  </a:lnTo>
                  <a:lnTo>
                    <a:pt x="77149" y="75171"/>
                  </a:lnTo>
                  <a:lnTo>
                    <a:pt x="76959" y="74827"/>
                  </a:lnTo>
                  <a:lnTo>
                    <a:pt x="76768" y="74480"/>
                  </a:lnTo>
                  <a:lnTo>
                    <a:pt x="76577" y="74129"/>
                  </a:lnTo>
                  <a:lnTo>
                    <a:pt x="76385" y="73773"/>
                  </a:lnTo>
                  <a:lnTo>
                    <a:pt x="76191" y="73413"/>
                  </a:lnTo>
                  <a:lnTo>
                    <a:pt x="76007" y="73044"/>
                  </a:lnTo>
                  <a:lnTo>
                    <a:pt x="75823" y="72677"/>
                  </a:lnTo>
                  <a:lnTo>
                    <a:pt x="75639" y="72313"/>
                  </a:lnTo>
                  <a:lnTo>
                    <a:pt x="75457" y="71952"/>
                  </a:lnTo>
                  <a:lnTo>
                    <a:pt x="75276" y="71592"/>
                  </a:lnTo>
                  <a:lnTo>
                    <a:pt x="75095" y="71236"/>
                  </a:lnTo>
                  <a:lnTo>
                    <a:pt x="74915" y="70882"/>
                  </a:lnTo>
                  <a:lnTo>
                    <a:pt x="74737" y="70530"/>
                  </a:lnTo>
                  <a:lnTo>
                    <a:pt x="74558" y="70181"/>
                  </a:lnTo>
                  <a:lnTo>
                    <a:pt x="74381" y="69835"/>
                  </a:lnTo>
                  <a:lnTo>
                    <a:pt x="74208" y="69495"/>
                  </a:lnTo>
                  <a:lnTo>
                    <a:pt x="74043" y="69167"/>
                  </a:lnTo>
                  <a:lnTo>
                    <a:pt x="73885" y="68849"/>
                  </a:lnTo>
                  <a:lnTo>
                    <a:pt x="73735" y="68542"/>
                  </a:lnTo>
                  <a:lnTo>
                    <a:pt x="73592" y="68246"/>
                  </a:lnTo>
                  <a:lnTo>
                    <a:pt x="73457" y="67961"/>
                  </a:lnTo>
                  <a:lnTo>
                    <a:pt x="73329" y="67687"/>
                  </a:lnTo>
                  <a:lnTo>
                    <a:pt x="73209" y="67424"/>
                  </a:lnTo>
                  <a:lnTo>
                    <a:pt x="73097" y="67172"/>
                  </a:lnTo>
                  <a:lnTo>
                    <a:pt x="72992" y="66930"/>
                  </a:lnTo>
                  <a:lnTo>
                    <a:pt x="47356" y="10313"/>
                  </a:lnTo>
                  <a:lnTo>
                    <a:pt x="57670" y="0"/>
                  </a:lnTo>
                  <a:lnTo>
                    <a:pt x="116981" y="59311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3873667" y="6123040"/>
              <a:ext cx="87873" cy="88040"/>
            </a:xfrm>
            <a:custGeom>
              <a:avLst/>
              <a:pathLst>
                <a:path w="87873" h="88040">
                  <a:moveTo>
                    <a:pt x="73293" y="14410"/>
                  </a:moveTo>
                  <a:lnTo>
                    <a:pt x="74649" y="15807"/>
                  </a:lnTo>
                  <a:lnTo>
                    <a:pt x="75940" y="17219"/>
                  </a:lnTo>
                  <a:lnTo>
                    <a:pt x="77165" y="18646"/>
                  </a:lnTo>
                  <a:lnTo>
                    <a:pt x="78324" y="20088"/>
                  </a:lnTo>
                  <a:lnTo>
                    <a:pt x="79418" y="21545"/>
                  </a:lnTo>
                  <a:lnTo>
                    <a:pt x="80446" y="23018"/>
                  </a:lnTo>
                  <a:lnTo>
                    <a:pt x="81408" y="24505"/>
                  </a:lnTo>
                  <a:lnTo>
                    <a:pt x="82305" y="26008"/>
                  </a:lnTo>
                  <a:lnTo>
                    <a:pt x="83136" y="27526"/>
                  </a:lnTo>
                  <a:lnTo>
                    <a:pt x="83901" y="29059"/>
                  </a:lnTo>
                  <a:lnTo>
                    <a:pt x="84607" y="30593"/>
                  </a:lnTo>
                  <a:lnTo>
                    <a:pt x="85245" y="32131"/>
                  </a:lnTo>
                  <a:lnTo>
                    <a:pt x="85813" y="33671"/>
                  </a:lnTo>
                  <a:lnTo>
                    <a:pt x="86312" y="35215"/>
                  </a:lnTo>
                  <a:lnTo>
                    <a:pt x="86742" y="36763"/>
                  </a:lnTo>
                  <a:lnTo>
                    <a:pt x="87104" y="38313"/>
                  </a:lnTo>
                  <a:lnTo>
                    <a:pt x="87396" y="39868"/>
                  </a:lnTo>
                  <a:lnTo>
                    <a:pt x="87619" y="41425"/>
                  </a:lnTo>
                  <a:lnTo>
                    <a:pt x="87773" y="42986"/>
                  </a:lnTo>
                  <a:lnTo>
                    <a:pt x="87858" y="44550"/>
                  </a:lnTo>
                  <a:lnTo>
                    <a:pt x="87873" y="46115"/>
                  </a:lnTo>
                  <a:lnTo>
                    <a:pt x="87818" y="47675"/>
                  </a:lnTo>
                  <a:lnTo>
                    <a:pt x="87691" y="49233"/>
                  </a:lnTo>
                  <a:lnTo>
                    <a:pt x="87494" y="50787"/>
                  </a:lnTo>
                  <a:lnTo>
                    <a:pt x="87227" y="52338"/>
                  </a:lnTo>
                  <a:lnTo>
                    <a:pt x="86888" y="53885"/>
                  </a:lnTo>
                  <a:lnTo>
                    <a:pt x="86479" y="55429"/>
                  </a:lnTo>
                  <a:lnTo>
                    <a:pt x="85999" y="56970"/>
                  </a:lnTo>
                  <a:lnTo>
                    <a:pt x="85448" y="58507"/>
                  </a:lnTo>
                  <a:lnTo>
                    <a:pt x="84827" y="60041"/>
                  </a:lnTo>
                  <a:lnTo>
                    <a:pt x="84134" y="61566"/>
                  </a:lnTo>
                  <a:lnTo>
                    <a:pt x="83367" y="63077"/>
                  </a:lnTo>
                  <a:lnTo>
                    <a:pt x="82527" y="64574"/>
                  </a:lnTo>
                  <a:lnTo>
                    <a:pt x="81614" y="66056"/>
                  </a:lnTo>
                  <a:lnTo>
                    <a:pt x="80628" y="67524"/>
                  </a:lnTo>
                  <a:lnTo>
                    <a:pt x="79569" y="68977"/>
                  </a:lnTo>
                  <a:lnTo>
                    <a:pt x="78436" y="70416"/>
                  </a:lnTo>
                  <a:lnTo>
                    <a:pt x="77230" y="71841"/>
                  </a:lnTo>
                  <a:lnTo>
                    <a:pt x="75951" y="73252"/>
                  </a:lnTo>
                  <a:lnTo>
                    <a:pt x="74598" y="74648"/>
                  </a:lnTo>
                  <a:lnTo>
                    <a:pt x="73129" y="76072"/>
                  </a:lnTo>
                  <a:lnTo>
                    <a:pt x="71650" y="77415"/>
                  </a:lnTo>
                  <a:lnTo>
                    <a:pt x="70162" y="78675"/>
                  </a:lnTo>
                  <a:lnTo>
                    <a:pt x="68664" y="79854"/>
                  </a:lnTo>
                  <a:lnTo>
                    <a:pt x="67158" y="80952"/>
                  </a:lnTo>
                  <a:lnTo>
                    <a:pt x="65642" y="81968"/>
                  </a:lnTo>
                  <a:lnTo>
                    <a:pt x="64117" y="82902"/>
                  </a:lnTo>
                  <a:lnTo>
                    <a:pt x="62582" y="83754"/>
                  </a:lnTo>
                  <a:lnTo>
                    <a:pt x="61039" y="84525"/>
                  </a:lnTo>
                  <a:lnTo>
                    <a:pt x="59486" y="85214"/>
                  </a:lnTo>
                  <a:lnTo>
                    <a:pt x="57921" y="85818"/>
                  </a:lnTo>
                  <a:lnTo>
                    <a:pt x="56357" y="86349"/>
                  </a:lnTo>
                  <a:lnTo>
                    <a:pt x="54796" y="86808"/>
                  </a:lnTo>
                  <a:lnTo>
                    <a:pt x="53236" y="87194"/>
                  </a:lnTo>
                  <a:lnTo>
                    <a:pt x="51677" y="87508"/>
                  </a:lnTo>
                  <a:lnTo>
                    <a:pt x="50121" y="87750"/>
                  </a:lnTo>
                  <a:lnTo>
                    <a:pt x="48566" y="87919"/>
                  </a:lnTo>
                  <a:lnTo>
                    <a:pt x="47012" y="88016"/>
                  </a:lnTo>
                  <a:lnTo>
                    <a:pt x="45461" y="88040"/>
                  </a:lnTo>
                  <a:lnTo>
                    <a:pt x="43911" y="87992"/>
                  </a:lnTo>
                  <a:lnTo>
                    <a:pt x="42356" y="87866"/>
                  </a:lnTo>
                  <a:lnTo>
                    <a:pt x="40808" y="87674"/>
                  </a:lnTo>
                  <a:lnTo>
                    <a:pt x="39265" y="87415"/>
                  </a:lnTo>
                  <a:lnTo>
                    <a:pt x="37728" y="87090"/>
                  </a:lnTo>
                  <a:lnTo>
                    <a:pt x="36197" y="86698"/>
                  </a:lnTo>
                  <a:lnTo>
                    <a:pt x="34672" y="86239"/>
                  </a:lnTo>
                  <a:lnTo>
                    <a:pt x="33153" y="85715"/>
                  </a:lnTo>
                  <a:lnTo>
                    <a:pt x="31639" y="85123"/>
                  </a:lnTo>
                  <a:lnTo>
                    <a:pt x="30132" y="84465"/>
                  </a:lnTo>
                  <a:lnTo>
                    <a:pt x="28630" y="83741"/>
                  </a:lnTo>
                  <a:lnTo>
                    <a:pt x="27140" y="82954"/>
                  </a:lnTo>
                  <a:lnTo>
                    <a:pt x="25665" y="82109"/>
                  </a:lnTo>
                  <a:lnTo>
                    <a:pt x="24207" y="81206"/>
                  </a:lnTo>
                  <a:lnTo>
                    <a:pt x="22764" y="80245"/>
                  </a:lnTo>
                  <a:lnTo>
                    <a:pt x="21337" y="79226"/>
                  </a:lnTo>
                  <a:lnTo>
                    <a:pt x="19927" y="78149"/>
                  </a:lnTo>
                  <a:lnTo>
                    <a:pt x="18532" y="77013"/>
                  </a:lnTo>
                  <a:lnTo>
                    <a:pt x="17154" y="75820"/>
                  </a:lnTo>
                  <a:lnTo>
                    <a:pt x="15791" y="74569"/>
                  </a:lnTo>
                  <a:lnTo>
                    <a:pt x="14444" y="73259"/>
                  </a:lnTo>
                  <a:lnTo>
                    <a:pt x="13088" y="71864"/>
                  </a:lnTo>
                  <a:lnTo>
                    <a:pt x="11797" y="70457"/>
                  </a:lnTo>
                  <a:lnTo>
                    <a:pt x="10572" y="69039"/>
                  </a:lnTo>
                  <a:lnTo>
                    <a:pt x="9413" y="67608"/>
                  </a:lnTo>
                  <a:lnTo>
                    <a:pt x="8320" y="66166"/>
                  </a:lnTo>
                  <a:lnTo>
                    <a:pt x="7292" y="64712"/>
                  </a:lnTo>
                  <a:lnTo>
                    <a:pt x="6329" y="63246"/>
                  </a:lnTo>
                  <a:lnTo>
                    <a:pt x="5433" y="61769"/>
                  </a:lnTo>
                  <a:lnTo>
                    <a:pt x="4602" y="60279"/>
                  </a:lnTo>
                  <a:lnTo>
                    <a:pt x="3836" y="58778"/>
                  </a:lnTo>
                  <a:lnTo>
                    <a:pt x="3139" y="57270"/>
                  </a:lnTo>
                  <a:lnTo>
                    <a:pt x="2511" y="55759"/>
                  </a:lnTo>
                  <a:lnTo>
                    <a:pt x="1954" y="54246"/>
                  </a:lnTo>
                  <a:lnTo>
                    <a:pt x="1466" y="52730"/>
                  </a:lnTo>
                  <a:lnTo>
                    <a:pt x="1048" y="51212"/>
                  </a:lnTo>
                  <a:lnTo>
                    <a:pt x="700" y="49691"/>
                  </a:lnTo>
                  <a:lnTo>
                    <a:pt x="421" y="48167"/>
                  </a:lnTo>
                  <a:lnTo>
                    <a:pt x="213" y="46642"/>
                  </a:lnTo>
                  <a:lnTo>
                    <a:pt x="74" y="45113"/>
                  </a:lnTo>
                  <a:lnTo>
                    <a:pt x="6" y="43582"/>
                  </a:lnTo>
                  <a:lnTo>
                    <a:pt x="0" y="42043"/>
                  </a:lnTo>
                  <a:lnTo>
                    <a:pt x="65" y="40506"/>
                  </a:lnTo>
                  <a:lnTo>
                    <a:pt x="202" y="38971"/>
                  </a:lnTo>
                  <a:lnTo>
                    <a:pt x="410" y="37440"/>
                  </a:lnTo>
                  <a:lnTo>
                    <a:pt x="690" y="35910"/>
                  </a:lnTo>
                  <a:lnTo>
                    <a:pt x="1041" y="34383"/>
                  </a:lnTo>
                  <a:lnTo>
                    <a:pt x="1464" y="32859"/>
                  </a:lnTo>
                  <a:lnTo>
                    <a:pt x="1959" y="31338"/>
                  </a:lnTo>
                  <a:lnTo>
                    <a:pt x="2525" y="29818"/>
                  </a:lnTo>
                  <a:lnTo>
                    <a:pt x="3163" y="28302"/>
                  </a:lnTo>
                  <a:lnTo>
                    <a:pt x="3874" y="26775"/>
                  </a:lnTo>
                  <a:lnTo>
                    <a:pt x="4660" y="25259"/>
                  </a:lnTo>
                  <a:lnTo>
                    <a:pt x="5521" y="23754"/>
                  </a:lnTo>
                  <a:lnTo>
                    <a:pt x="6456" y="22260"/>
                  </a:lnTo>
                  <a:lnTo>
                    <a:pt x="7467" y="20777"/>
                  </a:lnTo>
                  <a:lnTo>
                    <a:pt x="8553" y="19305"/>
                  </a:lnTo>
                  <a:lnTo>
                    <a:pt x="9713" y="17844"/>
                  </a:lnTo>
                  <a:lnTo>
                    <a:pt x="10949" y="16394"/>
                  </a:lnTo>
                  <a:lnTo>
                    <a:pt x="12259" y="14955"/>
                  </a:lnTo>
                  <a:lnTo>
                    <a:pt x="13645" y="13526"/>
                  </a:lnTo>
                  <a:lnTo>
                    <a:pt x="15064" y="12149"/>
                  </a:lnTo>
                  <a:lnTo>
                    <a:pt x="16495" y="10847"/>
                  </a:lnTo>
                  <a:lnTo>
                    <a:pt x="17937" y="9620"/>
                  </a:lnTo>
                  <a:lnTo>
                    <a:pt x="19390" y="8468"/>
                  </a:lnTo>
                  <a:lnTo>
                    <a:pt x="20853" y="7391"/>
                  </a:lnTo>
                  <a:lnTo>
                    <a:pt x="22328" y="6389"/>
                  </a:lnTo>
                  <a:lnTo>
                    <a:pt x="23813" y="5461"/>
                  </a:lnTo>
                  <a:lnTo>
                    <a:pt x="25310" y="4609"/>
                  </a:lnTo>
                  <a:lnTo>
                    <a:pt x="26817" y="3831"/>
                  </a:lnTo>
                  <a:lnTo>
                    <a:pt x="28336" y="3129"/>
                  </a:lnTo>
                  <a:lnTo>
                    <a:pt x="29868" y="2492"/>
                  </a:lnTo>
                  <a:lnTo>
                    <a:pt x="31400" y="1927"/>
                  </a:lnTo>
                  <a:lnTo>
                    <a:pt x="32932" y="1434"/>
                  </a:lnTo>
                  <a:lnTo>
                    <a:pt x="34465" y="1014"/>
                  </a:lnTo>
                  <a:lnTo>
                    <a:pt x="35997" y="666"/>
                  </a:lnTo>
                  <a:lnTo>
                    <a:pt x="37529" y="391"/>
                  </a:lnTo>
                  <a:lnTo>
                    <a:pt x="39062" y="188"/>
                  </a:lnTo>
                  <a:lnTo>
                    <a:pt x="40594" y="58"/>
                  </a:lnTo>
                  <a:lnTo>
                    <a:pt x="42126" y="0"/>
                  </a:lnTo>
                  <a:lnTo>
                    <a:pt x="43658" y="14"/>
                  </a:lnTo>
                  <a:lnTo>
                    <a:pt x="45197" y="90"/>
                  </a:lnTo>
                  <a:lnTo>
                    <a:pt x="46733" y="236"/>
                  </a:lnTo>
                  <a:lnTo>
                    <a:pt x="48265" y="451"/>
                  </a:lnTo>
                  <a:lnTo>
                    <a:pt x="49794" y="734"/>
                  </a:lnTo>
                  <a:lnTo>
                    <a:pt x="51320" y="1087"/>
                  </a:lnTo>
                  <a:lnTo>
                    <a:pt x="52842" y="1509"/>
                  </a:lnTo>
                  <a:lnTo>
                    <a:pt x="54360" y="2000"/>
                  </a:lnTo>
                  <a:lnTo>
                    <a:pt x="55876" y="2560"/>
                  </a:lnTo>
                  <a:lnTo>
                    <a:pt x="57388" y="3189"/>
                  </a:lnTo>
                  <a:lnTo>
                    <a:pt x="58897" y="3887"/>
                  </a:lnTo>
                  <a:lnTo>
                    <a:pt x="60397" y="4651"/>
                  </a:lnTo>
                  <a:lnTo>
                    <a:pt x="61884" y="5479"/>
                  </a:lnTo>
                  <a:lnTo>
                    <a:pt x="63357" y="6372"/>
                  </a:lnTo>
                  <a:lnTo>
                    <a:pt x="64817" y="7328"/>
                  </a:lnTo>
                  <a:lnTo>
                    <a:pt x="66263" y="8349"/>
                  </a:lnTo>
                  <a:lnTo>
                    <a:pt x="67696" y="9433"/>
                  </a:lnTo>
                  <a:lnTo>
                    <a:pt x="69116" y="10581"/>
                  </a:lnTo>
                  <a:lnTo>
                    <a:pt x="70522" y="11794"/>
                  </a:lnTo>
                  <a:lnTo>
                    <a:pt x="71914" y="13070"/>
                  </a:lnTo>
                  <a:close/>
                  <a:moveTo>
                    <a:pt x="65085" y="22619"/>
                  </a:moveTo>
                  <a:lnTo>
                    <a:pt x="64011" y="21573"/>
                  </a:lnTo>
                  <a:lnTo>
                    <a:pt x="62929" y="20575"/>
                  </a:lnTo>
                  <a:lnTo>
                    <a:pt x="61839" y="19623"/>
                  </a:lnTo>
                  <a:lnTo>
                    <a:pt x="60740" y="18719"/>
                  </a:lnTo>
                  <a:lnTo>
                    <a:pt x="59633" y="17862"/>
                  </a:lnTo>
                  <a:lnTo>
                    <a:pt x="58518" y="17052"/>
                  </a:lnTo>
                  <a:lnTo>
                    <a:pt x="57394" y="16289"/>
                  </a:lnTo>
                  <a:lnTo>
                    <a:pt x="56262" y="15574"/>
                  </a:lnTo>
                  <a:lnTo>
                    <a:pt x="55121" y="14905"/>
                  </a:lnTo>
                  <a:lnTo>
                    <a:pt x="53972" y="14284"/>
                  </a:lnTo>
                  <a:lnTo>
                    <a:pt x="52826" y="13704"/>
                  </a:lnTo>
                  <a:lnTo>
                    <a:pt x="51678" y="13176"/>
                  </a:lnTo>
                  <a:lnTo>
                    <a:pt x="50529" y="12700"/>
                  </a:lnTo>
                  <a:lnTo>
                    <a:pt x="49378" y="12277"/>
                  </a:lnTo>
                  <a:lnTo>
                    <a:pt x="48226" y="11906"/>
                  </a:lnTo>
                  <a:lnTo>
                    <a:pt x="47071" y="11587"/>
                  </a:lnTo>
                  <a:lnTo>
                    <a:pt x="45915" y="11320"/>
                  </a:lnTo>
                  <a:lnTo>
                    <a:pt x="44758" y="11105"/>
                  </a:lnTo>
                  <a:lnTo>
                    <a:pt x="43599" y="10943"/>
                  </a:lnTo>
                  <a:lnTo>
                    <a:pt x="42438" y="10832"/>
                  </a:lnTo>
                  <a:lnTo>
                    <a:pt x="41285" y="10767"/>
                  </a:lnTo>
                  <a:lnTo>
                    <a:pt x="40136" y="10756"/>
                  </a:lnTo>
                  <a:lnTo>
                    <a:pt x="38989" y="10801"/>
                  </a:lnTo>
                  <a:lnTo>
                    <a:pt x="37844" y="10900"/>
                  </a:lnTo>
                  <a:lnTo>
                    <a:pt x="36702" y="11053"/>
                  </a:lnTo>
                  <a:lnTo>
                    <a:pt x="35563" y="11262"/>
                  </a:lnTo>
                  <a:lnTo>
                    <a:pt x="34426" y="11525"/>
                  </a:lnTo>
                  <a:lnTo>
                    <a:pt x="33291" y="11842"/>
                  </a:lnTo>
                  <a:lnTo>
                    <a:pt x="32159" y="12215"/>
                  </a:lnTo>
                  <a:lnTo>
                    <a:pt x="31030" y="12642"/>
                  </a:lnTo>
                  <a:lnTo>
                    <a:pt x="29906" y="13126"/>
                  </a:lnTo>
                  <a:lnTo>
                    <a:pt x="28792" y="13668"/>
                  </a:lnTo>
                  <a:lnTo>
                    <a:pt x="27687" y="14268"/>
                  </a:lnTo>
                  <a:lnTo>
                    <a:pt x="26591" y="14926"/>
                  </a:lnTo>
                  <a:lnTo>
                    <a:pt x="25505" y="15642"/>
                  </a:lnTo>
                  <a:lnTo>
                    <a:pt x="24428" y="16416"/>
                  </a:lnTo>
                  <a:lnTo>
                    <a:pt x="23360" y="17248"/>
                  </a:lnTo>
                  <a:lnTo>
                    <a:pt x="22301" y="18138"/>
                  </a:lnTo>
                  <a:lnTo>
                    <a:pt x="21252" y="19087"/>
                  </a:lnTo>
                  <a:lnTo>
                    <a:pt x="20211" y="20093"/>
                  </a:lnTo>
                  <a:lnTo>
                    <a:pt x="19180" y="21158"/>
                  </a:lnTo>
                  <a:lnTo>
                    <a:pt x="18209" y="22230"/>
                  </a:lnTo>
                  <a:lnTo>
                    <a:pt x="17298" y="23310"/>
                  </a:lnTo>
                  <a:lnTo>
                    <a:pt x="16446" y="24397"/>
                  </a:lnTo>
                  <a:lnTo>
                    <a:pt x="15655" y="25492"/>
                  </a:lnTo>
                  <a:lnTo>
                    <a:pt x="14923" y="26594"/>
                  </a:lnTo>
                  <a:lnTo>
                    <a:pt x="14250" y="27704"/>
                  </a:lnTo>
                  <a:lnTo>
                    <a:pt x="13638" y="28822"/>
                  </a:lnTo>
                  <a:lnTo>
                    <a:pt x="13085" y="29947"/>
                  </a:lnTo>
                  <a:lnTo>
                    <a:pt x="12592" y="31080"/>
                  </a:lnTo>
                  <a:lnTo>
                    <a:pt x="12157" y="32218"/>
                  </a:lnTo>
                  <a:lnTo>
                    <a:pt x="11776" y="33358"/>
                  </a:lnTo>
                  <a:lnTo>
                    <a:pt x="11449" y="34501"/>
                  </a:lnTo>
                  <a:lnTo>
                    <a:pt x="11178" y="35646"/>
                  </a:lnTo>
                  <a:lnTo>
                    <a:pt x="10961" y="36794"/>
                  </a:lnTo>
                  <a:lnTo>
                    <a:pt x="10799" y="37945"/>
                  </a:lnTo>
                  <a:lnTo>
                    <a:pt x="10692" y="39098"/>
                  </a:lnTo>
                  <a:lnTo>
                    <a:pt x="10639" y="40253"/>
                  </a:lnTo>
                  <a:lnTo>
                    <a:pt x="10641" y="41411"/>
                  </a:lnTo>
                  <a:lnTo>
                    <a:pt x="10698" y="42572"/>
                  </a:lnTo>
                  <a:lnTo>
                    <a:pt x="10816" y="43725"/>
                  </a:lnTo>
                  <a:lnTo>
                    <a:pt x="10986" y="44877"/>
                  </a:lnTo>
                  <a:lnTo>
                    <a:pt x="11207" y="46028"/>
                  </a:lnTo>
                  <a:lnTo>
                    <a:pt x="11479" y="47179"/>
                  </a:lnTo>
                  <a:lnTo>
                    <a:pt x="11803" y="48328"/>
                  </a:lnTo>
                  <a:lnTo>
                    <a:pt x="12178" y="49477"/>
                  </a:lnTo>
                  <a:lnTo>
                    <a:pt x="12604" y="50625"/>
                  </a:lnTo>
                  <a:lnTo>
                    <a:pt x="13082" y="51772"/>
                  </a:lnTo>
                  <a:lnTo>
                    <a:pt x="13611" y="52918"/>
                  </a:lnTo>
                  <a:lnTo>
                    <a:pt x="14192" y="54064"/>
                  </a:lnTo>
                  <a:lnTo>
                    <a:pt x="14829" y="55197"/>
                  </a:lnTo>
                  <a:lnTo>
                    <a:pt x="15512" y="56323"/>
                  </a:lnTo>
                  <a:lnTo>
                    <a:pt x="16240" y="57443"/>
                  </a:lnTo>
                  <a:lnTo>
                    <a:pt x="17014" y="58556"/>
                  </a:lnTo>
                  <a:lnTo>
                    <a:pt x="17833" y="59662"/>
                  </a:lnTo>
                  <a:lnTo>
                    <a:pt x="18698" y="60762"/>
                  </a:lnTo>
                  <a:lnTo>
                    <a:pt x="19608" y="61855"/>
                  </a:lnTo>
                  <a:lnTo>
                    <a:pt x="20563" y="62941"/>
                  </a:lnTo>
                  <a:lnTo>
                    <a:pt x="21564" y="64020"/>
                  </a:lnTo>
                  <a:lnTo>
                    <a:pt x="22611" y="65093"/>
                  </a:lnTo>
                  <a:lnTo>
                    <a:pt x="23685" y="66140"/>
                  </a:lnTo>
                  <a:lnTo>
                    <a:pt x="24768" y="67142"/>
                  </a:lnTo>
                  <a:lnTo>
                    <a:pt x="25860" y="68099"/>
                  </a:lnTo>
                  <a:lnTo>
                    <a:pt x="26962" y="69012"/>
                  </a:lnTo>
                  <a:lnTo>
                    <a:pt x="28073" y="69881"/>
                  </a:lnTo>
                  <a:lnTo>
                    <a:pt x="29193" y="70705"/>
                  </a:lnTo>
                  <a:lnTo>
                    <a:pt x="30322" y="71484"/>
                  </a:lnTo>
                  <a:lnTo>
                    <a:pt x="31461" y="72218"/>
                  </a:lnTo>
                  <a:lnTo>
                    <a:pt x="32609" y="72908"/>
                  </a:lnTo>
                  <a:lnTo>
                    <a:pt x="33766" y="73554"/>
                  </a:lnTo>
                  <a:lnTo>
                    <a:pt x="34929" y="74135"/>
                  </a:lnTo>
                  <a:lnTo>
                    <a:pt x="36093" y="74668"/>
                  </a:lnTo>
                  <a:lnTo>
                    <a:pt x="37259" y="75152"/>
                  </a:lnTo>
                  <a:lnTo>
                    <a:pt x="38427" y="75588"/>
                  </a:lnTo>
                  <a:lnTo>
                    <a:pt x="39596" y="75974"/>
                  </a:lnTo>
                  <a:lnTo>
                    <a:pt x="40767" y="76312"/>
                  </a:lnTo>
                  <a:lnTo>
                    <a:pt x="41940" y="76601"/>
                  </a:lnTo>
                  <a:lnTo>
                    <a:pt x="43114" y="76840"/>
                  </a:lnTo>
                  <a:lnTo>
                    <a:pt x="44291" y="77032"/>
                  </a:lnTo>
                  <a:lnTo>
                    <a:pt x="45468" y="77174"/>
                  </a:lnTo>
                  <a:lnTo>
                    <a:pt x="46646" y="77248"/>
                  </a:lnTo>
                  <a:lnTo>
                    <a:pt x="47821" y="77270"/>
                  </a:lnTo>
                  <a:lnTo>
                    <a:pt x="48993" y="77238"/>
                  </a:lnTo>
                  <a:lnTo>
                    <a:pt x="50163" y="77154"/>
                  </a:lnTo>
                  <a:lnTo>
                    <a:pt x="51330" y="77016"/>
                  </a:lnTo>
                  <a:lnTo>
                    <a:pt x="52495" y="76825"/>
                  </a:lnTo>
                  <a:lnTo>
                    <a:pt x="53657" y="76582"/>
                  </a:lnTo>
                  <a:lnTo>
                    <a:pt x="54817" y="76285"/>
                  </a:lnTo>
                  <a:lnTo>
                    <a:pt x="55974" y="75935"/>
                  </a:lnTo>
                  <a:lnTo>
                    <a:pt x="57129" y="75532"/>
                  </a:lnTo>
                  <a:lnTo>
                    <a:pt x="58276" y="75056"/>
                  </a:lnTo>
                  <a:lnTo>
                    <a:pt x="59412" y="74522"/>
                  </a:lnTo>
                  <a:lnTo>
                    <a:pt x="60536" y="73928"/>
                  </a:lnTo>
                  <a:lnTo>
                    <a:pt x="61648" y="73276"/>
                  </a:lnTo>
                  <a:lnTo>
                    <a:pt x="62748" y="72564"/>
                  </a:lnTo>
                  <a:lnTo>
                    <a:pt x="63837" y="71794"/>
                  </a:lnTo>
                  <a:lnTo>
                    <a:pt x="64914" y="70965"/>
                  </a:lnTo>
                  <a:lnTo>
                    <a:pt x="65979" y="70077"/>
                  </a:lnTo>
                  <a:lnTo>
                    <a:pt x="67032" y="69130"/>
                  </a:lnTo>
                  <a:lnTo>
                    <a:pt x="68073" y="68123"/>
                  </a:lnTo>
                  <a:lnTo>
                    <a:pt x="69151" y="67010"/>
                  </a:lnTo>
                  <a:lnTo>
                    <a:pt x="70161" y="65891"/>
                  </a:lnTo>
                  <a:lnTo>
                    <a:pt x="71104" y="64767"/>
                  </a:lnTo>
                  <a:lnTo>
                    <a:pt x="71980" y="63638"/>
                  </a:lnTo>
                  <a:lnTo>
                    <a:pt x="72788" y="62504"/>
                  </a:lnTo>
                  <a:lnTo>
                    <a:pt x="73529" y="61365"/>
                  </a:lnTo>
                  <a:lnTo>
                    <a:pt x="74202" y="60221"/>
                  </a:lnTo>
                  <a:lnTo>
                    <a:pt x="74809" y="59071"/>
                  </a:lnTo>
                  <a:lnTo>
                    <a:pt x="75347" y="57917"/>
                  </a:lnTo>
                  <a:lnTo>
                    <a:pt x="75819" y="56758"/>
                  </a:lnTo>
                  <a:lnTo>
                    <a:pt x="76236" y="55588"/>
                  </a:lnTo>
                  <a:lnTo>
                    <a:pt x="76597" y="54421"/>
                  </a:lnTo>
                  <a:lnTo>
                    <a:pt x="76900" y="53255"/>
                  </a:lnTo>
                  <a:lnTo>
                    <a:pt x="77146" y="52090"/>
                  </a:lnTo>
                  <a:lnTo>
                    <a:pt x="77334" y="50928"/>
                  </a:lnTo>
                  <a:lnTo>
                    <a:pt x="77466" y="49767"/>
                  </a:lnTo>
                  <a:lnTo>
                    <a:pt x="77540" y="48607"/>
                  </a:lnTo>
                  <a:lnTo>
                    <a:pt x="77556" y="47450"/>
                  </a:lnTo>
                  <a:lnTo>
                    <a:pt x="77516" y="46294"/>
                  </a:lnTo>
                  <a:lnTo>
                    <a:pt x="77418" y="45140"/>
                  </a:lnTo>
                  <a:lnTo>
                    <a:pt x="77266" y="43971"/>
                  </a:lnTo>
                  <a:lnTo>
                    <a:pt x="77061" y="42806"/>
                  </a:lnTo>
                  <a:lnTo>
                    <a:pt x="76805" y="41644"/>
                  </a:lnTo>
                  <a:lnTo>
                    <a:pt x="76496" y="40486"/>
                  </a:lnTo>
                  <a:lnTo>
                    <a:pt x="76135" y="39330"/>
                  </a:lnTo>
                  <a:lnTo>
                    <a:pt x="75721" y="38179"/>
                  </a:lnTo>
                  <a:lnTo>
                    <a:pt x="75256" y="37030"/>
                  </a:lnTo>
                  <a:lnTo>
                    <a:pt x="74738" y="35885"/>
                  </a:lnTo>
                  <a:lnTo>
                    <a:pt x="74168" y="34744"/>
                  </a:lnTo>
                  <a:lnTo>
                    <a:pt x="73546" y="33606"/>
                  </a:lnTo>
                  <a:lnTo>
                    <a:pt x="72885" y="32465"/>
                  </a:lnTo>
                  <a:lnTo>
                    <a:pt x="72184" y="31334"/>
                  </a:lnTo>
                  <a:lnTo>
                    <a:pt x="71441" y="30212"/>
                  </a:lnTo>
                  <a:lnTo>
                    <a:pt x="70656" y="29100"/>
                  </a:lnTo>
                  <a:lnTo>
                    <a:pt x="69831" y="27996"/>
                  </a:lnTo>
                  <a:lnTo>
                    <a:pt x="68964" y="26902"/>
                  </a:lnTo>
                  <a:lnTo>
                    <a:pt x="68056" y="25818"/>
                  </a:lnTo>
                  <a:lnTo>
                    <a:pt x="67107" y="24742"/>
                  </a:lnTo>
                  <a:lnTo>
                    <a:pt x="66116" y="2367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3928776" y="6088831"/>
              <a:ext cx="97323" cy="67351"/>
            </a:xfrm>
            <a:custGeom>
              <a:avLst/>
              <a:pathLst>
                <a:path w="97323" h="67351">
                  <a:moveTo>
                    <a:pt x="59311" y="67351"/>
                  </a:moveTo>
                  <a:lnTo>
                    <a:pt x="0" y="8040"/>
                  </a:lnTo>
                  <a:lnTo>
                    <a:pt x="8040" y="0"/>
                  </a:lnTo>
                  <a:lnTo>
                    <a:pt x="60785" y="52744"/>
                  </a:lnTo>
                  <a:lnTo>
                    <a:pt x="90756" y="22773"/>
                  </a:lnTo>
                  <a:lnTo>
                    <a:pt x="97323" y="2934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3985109" y="6012828"/>
              <a:ext cx="87672" cy="88335"/>
            </a:xfrm>
            <a:custGeom>
              <a:avLst/>
              <a:pathLst>
                <a:path w="87672" h="88335">
                  <a:moveTo>
                    <a:pt x="81022" y="32560"/>
                  </a:moveTo>
                  <a:lnTo>
                    <a:pt x="81750" y="33318"/>
                  </a:lnTo>
                  <a:lnTo>
                    <a:pt x="82438" y="34094"/>
                  </a:lnTo>
                  <a:lnTo>
                    <a:pt x="83084" y="34887"/>
                  </a:lnTo>
                  <a:lnTo>
                    <a:pt x="83689" y="35699"/>
                  </a:lnTo>
                  <a:lnTo>
                    <a:pt x="84253" y="36527"/>
                  </a:lnTo>
                  <a:lnTo>
                    <a:pt x="84775" y="37374"/>
                  </a:lnTo>
                  <a:lnTo>
                    <a:pt x="85256" y="38238"/>
                  </a:lnTo>
                  <a:lnTo>
                    <a:pt x="85696" y="39120"/>
                  </a:lnTo>
                  <a:lnTo>
                    <a:pt x="86095" y="40020"/>
                  </a:lnTo>
                  <a:lnTo>
                    <a:pt x="86452" y="40937"/>
                  </a:lnTo>
                  <a:lnTo>
                    <a:pt x="86773" y="41862"/>
                  </a:lnTo>
                  <a:lnTo>
                    <a:pt x="87045" y="42802"/>
                  </a:lnTo>
                  <a:lnTo>
                    <a:pt x="87268" y="43758"/>
                  </a:lnTo>
                  <a:lnTo>
                    <a:pt x="87442" y="44729"/>
                  </a:lnTo>
                  <a:lnTo>
                    <a:pt x="87568" y="45715"/>
                  </a:lnTo>
                  <a:lnTo>
                    <a:pt x="87644" y="46716"/>
                  </a:lnTo>
                  <a:lnTo>
                    <a:pt x="87672" y="47732"/>
                  </a:lnTo>
                  <a:lnTo>
                    <a:pt x="87651" y="48763"/>
                  </a:lnTo>
                  <a:lnTo>
                    <a:pt x="87581" y="49810"/>
                  </a:lnTo>
                  <a:lnTo>
                    <a:pt x="87462" y="50871"/>
                  </a:lnTo>
                  <a:lnTo>
                    <a:pt x="87285" y="51938"/>
                  </a:lnTo>
                  <a:lnTo>
                    <a:pt x="87056" y="53018"/>
                  </a:lnTo>
                  <a:lnTo>
                    <a:pt x="86777" y="54110"/>
                  </a:lnTo>
                  <a:lnTo>
                    <a:pt x="86445" y="55215"/>
                  </a:lnTo>
                  <a:lnTo>
                    <a:pt x="86063" y="56333"/>
                  </a:lnTo>
                  <a:lnTo>
                    <a:pt x="85629" y="57463"/>
                  </a:lnTo>
                  <a:lnTo>
                    <a:pt x="85143" y="58606"/>
                  </a:lnTo>
                  <a:lnTo>
                    <a:pt x="84607" y="59762"/>
                  </a:lnTo>
                  <a:lnTo>
                    <a:pt x="84018" y="60930"/>
                  </a:lnTo>
                  <a:lnTo>
                    <a:pt x="83379" y="62111"/>
                  </a:lnTo>
                  <a:lnTo>
                    <a:pt x="82684" y="63285"/>
                  </a:lnTo>
                  <a:lnTo>
                    <a:pt x="81929" y="64470"/>
                  </a:lnTo>
                  <a:lnTo>
                    <a:pt x="81115" y="65663"/>
                  </a:lnTo>
                  <a:lnTo>
                    <a:pt x="80240" y="66866"/>
                  </a:lnTo>
                  <a:lnTo>
                    <a:pt x="79306" y="68078"/>
                  </a:lnTo>
                  <a:lnTo>
                    <a:pt x="78313" y="69299"/>
                  </a:lnTo>
                  <a:lnTo>
                    <a:pt x="77259" y="70529"/>
                  </a:lnTo>
                  <a:lnTo>
                    <a:pt x="76145" y="71769"/>
                  </a:lnTo>
                  <a:lnTo>
                    <a:pt x="74972" y="73018"/>
                  </a:lnTo>
                  <a:lnTo>
                    <a:pt x="73739" y="74276"/>
                  </a:lnTo>
                  <a:lnTo>
                    <a:pt x="71535" y="76403"/>
                  </a:lnTo>
                  <a:lnTo>
                    <a:pt x="69351" y="78354"/>
                  </a:lnTo>
                  <a:lnTo>
                    <a:pt x="67188" y="80131"/>
                  </a:lnTo>
                  <a:lnTo>
                    <a:pt x="65044" y="81732"/>
                  </a:lnTo>
                  <a:lnTo>
                    <a:pt x="62921" y="83158"/>
                  </a:lnTo>
                  <a:lnTo>
                    <a:pt x="60818" y="84409"/>
                  </a:lnTo>
                  <a:lnTo>
                    <a:pt x="58735" y="85485"/>
                  </a:lnTo>
                  <a:lnTo>
                    <a:pt x="56672" y="86386"/>
                  </a:lnTo>
                  <a:lnTo>
                    <a:pt x="54630" y="87112"/>
                  </a:lnTo>
                  <a:lnTo>
                    <a:pt x="52608" y="87662"/>
                  </a:lnTo>
                  <a:lnTo>
                    <a:pt x="50606" y="88046"/>
                  </a:lnTo>
                  <a:lnTo>
                    <a:pt x="48625" y="88270"/>
                  </a:lnTo>
                  <a:lnTo>
                    <a:pt x="46666" y="88335"/>
                  </a:lnTo>
                  <a:lnTo>
                    <a:pt x="44727" y="88241"/>
                  </a:lnTo>
                  <a:lnTo>
                    <a:pt x="42810" y="87988"/>
                  </a:lnTo>
                  <a:lnTo>
                    <a:pt x="40914" y="87576"/>
                  </a:lnTo>
                  <a:lnTo>
                    <a:pt x="39038" y="87005"/>
                  </a:lnTo>
                  <a:lnTo>
                    <a:pt x="37184" y="86275"/>
                  </a:lnTo>
                  <a:lnTo>
                    <a:pt x="35351" y="85385"/>
                  </a:lnTo>
                  <a:lnTo>
                    <a:pt x="33539" y="84337"/>
                  </a:lnTo>
                  <a:lnTo>
                    <a:pt x="39769" y="74992"/>
                  </a:lnTo>
                  <a:lnTo>
                    <a:pt x="40352" y="75326"/>
                  </a:lnTo>
                  <a:lnTo>
                    <a:pt x="40939" y="75640"/>
                  </a:lnTo>
                  <a:lnTo>
                    <a:pt x="41530" y="75932"/>
                  </a:lnTo>
                  <a:lnTo>
                    <a:pt x="42126" y="76204"/>
                  </a:lnTo>
                  <a:lnTo>
                    <a:pt x="42726" y="76454"/>
                  </a:lnTo>
                  <a:lnTo>
                    <a:pt x="43330" y="76684"/>
                  </a:lnTo>
                  <a:lnTo>
                    <a:pt x="43938" y="76892"/>
                  </a:lnTo>
                  <a:lnTo>
                    <a:pt x="44551" y="77080"/>
                  </a:lnTo>
                  <a:lnTo>
                    <a:pt x="45167" y="77246"/>
                  </a:lnTo>
                  <a:lnTo>
                    <a:pt x="45788" y="77391"/>
                  </a:lnTo>
                  <a:lnTo>
                    <a:pt x="46415" y="77512"/>
                  </a:lnTo>
                  <a:lnTo>
                    <a:pt x="47048" y="77607"/>
                  </a:lnTo>
                  <a:lnTo>
                    <a:pt x="47688" y="77674"/>
                  </a:lnTo>
                  <a:lnTo>
                    <a:pt x="48334" y="77714"/>
                  </a:lnTo>
                  <a:lnTo>
                    <a:pt x="48987" y="77728"/>
                  </a:lnTo>
                  <a:lnTo>
                    <a:pt x="49648" y="77714"/>
                  </a:lnTo>
                  <a:lnTo>
                    <a:pt x="50314" y="77674"/>
                  </a:lnTo>
                  <a:lnTo>
                    <a:pt x="50988" y="77607"/>
                  </a:lnTo>
                  <a:lnTo>
                    <a:pt x="51668" y="77512"/>
                  </a:lnTo>
                  <a:lnTo>
                    <a:pt x="52355" y="77391"/>
                  </a:lnTo>
                  <a:lnTo>
                    <a:pt x="53049" y="77224"/>
                  </a:lnTo>
                  <a:lnTo>
                    <a:pt x="53751" y="77026"/>
                  </a:lnTo>
                  <a:lnTo>
                    <a:pt x="54460" y="76796"/>
                  </a:lnTo>
                  <a:lnTo>
                    <a:pt x="55177" y="76536"/>
                  </a:lnTo>
                  <a:lnTo>
                    <a:pt x="55902" y="76244"/>
                  </a:lnTo>
                  <a:lnTo>
                    <a:pt x="56634" y="75921"/>
                  </a:lnTo>
                  <a:lnTo>
                    <a:pt x="57373" y="75567"/>
                  </a:lnTo>
                  <a:lnTo>
                    <a:pt x="58120" y="75182"/>
                  </a:lnTo>
                  <a:lnTo>
                    <a:pt x="58875" y="74766"/>
                  </a:lnTo>
                  <a:lnTo>
                    <a:pt x="59638" y="74318"/>
                  </a:lnTo>
                  <a:lnTo>
                    <a:pt x="60408" y="73835"/>
                  </a:lnTo>
                  <a:lnTo>
                    <a:pt x="61188" y="73313"/>
                  </a:lnTo>
                  <a:lnTo>
                    <a:pt x="61978" y="72751"/>
                  </a:lnTo>
                  <a:lnTo>
                    <a:pt x="62776" y="72149"/>
                  </a:lnTo>
                  <a:lnTo>
                    <a:pt x="63584" y="71508"/>
                  </a:lnTo>
                  <a:lnTo>
                    <a:pt x="64401" y="70828"/>
                  </a:lnTo>
                  <a:lnTo>
                    <a:pt x="65227" y="70107"/>
                  </a:lnTo>
                  <a:lnTo>
                    <a:pt x="66063" y="69348"/>
                  </a:lnTo>
                  <a:lnTo>
                    <a:pt x="66908" y="68548"/>
                  </a:lnTo>
                  <a:lnTo>
                    <a:pt x="67762" y="67709"/>
                  </a:lnTo>
                  <a:lnTo>
                    <a:pt x="68466" y="66994"/>
                  </a:lnTo>
                  <a:lnTo>
                    <a:pt x="69146" y="66278"/>
                  </a:lnTo>
                  <a:lnTo>
                    <a:pt x="69803" y="65562"/>
                  </a:lnTo>
                  <a:lnTo>
                    <a:pt x="70436" y="64847"/>
                  </a:lnTo>
                  <a:lnTo>
                    <a:pt x="71045" y="64131"/>
                  </a:lnTo>
                  <a:lnTo>
                    <a:pt x="71631" y="63416"/>
                  </a:lnTo>
                  <a:lnTo>
                    <a:pt x="72194" y="62700"/>
                  </a:lnTo>
                  <a:lnTo>
                    <a:pt x="72732" y="61984"/>
                  </a:lnTo>
                  <a:lnTo>
                    <a:pt x="73248" y="61269"/>
                  </a:lnTo>
                  <a:lnTo>
                    <a:pt x="73739" y="60553"/>
                  </a:lnTo>
                  <a:lnTo>
                    <a:pt x="74196" y="59831"/>
                  </a:lnTo>
                  <a:lnTo>
                    <a:pt x="74623" y="59113"/>
                  </a:lnTo>
                  <a:lnTo>
                    <a:pt x="75021" y="58400"/>
                  </a:lnTo>
                  <a:lnTo>
                    <a:pt x="75389" y="57691"/>
                  </a:lnTo>
                  <a:lnTo>
                    <a:pt x="75728" y="56986"/>
                  </a:lnTo>
                  <a:lnTo>
                    <a:pt x="76038" y="56285"/>
                  </a:lnTo>
                  <a:lnTo>
                    <a:pt x="76318" y="55588"/>
                  </a:lnTo>
                  <a:lnTo>
                    <a:pt x="76568" y="54896"/>
                  </a:lnTo>
                  <a:lnTo>
                    <a:pt x="76789" y="54207"/>
                  </a:lnTo>
                  <a:lnTo>
                    <a:pt x="76981" y="53523"/>
                  </a:lnTo>
                  <a:lnTo>
                    <a:pt x="77141" y="52844"/>
                  </a:lnTo>
                  <a:lnTo>
                    <a:pt x="77267" y="52169"/>
                  </a:lnTo>
                  <a:lnTo>
                    <a:pt x="77359" y="51500"/>
                  </a:lnTo>
                  <a:lnTo>
                    <a:pt x="77418" y="50836"/>
                  </a:lnTo>
                  <a:lnTo>
                    <a:pt x="77444" y="50177"/>
                  </a:lnTo>
                  <a:lnTo>
                    <a:pt x="77435" y="49523"/>
                  </a:lnTo>
                  <a:lnTo>
                    <a:pt x="77393" y="48873"/>
                  </a:lnTo>
                  <a:lnTo>
                    <a:pt x="77317" y="48229"/>
                  </a:lnTo>
                  <a:lnTo>
                    <a:pt x="77208" y="47590"/>
                  </a:lnTo>
                  <a:lnTo>
                    <a:pt x="77065" y="46956"/>
                  </a:lnTo>
                  <a:lnTo>
                    <a:pt x="76885" y="46313"/>
                  </a:lnTo>
                  <a:lnTo>
                    <a:pt x="76666" y="45678"/>
                  </a:lnTo>
                  <a:lnTo>
                    <a:pt x="76407" y="45053"/>
                  </a:lnTo>
                  <a:lnTo>
                    <a:pt x="76108" y="44437"/>
                  </a:lnTo>
                  <a:lnTo>
                    <a:pt x="75770" y="43831"/>
                  </a:lnTo>
                  <a:lnTo>
                    <a:pt x="75393" y="43234"/>
                  </a:lnTo>
                  <a:lnTo>
                    <a:pt x="74976" y="42645"/>
                  </a:lnTo>
                  <a:lnTo>
                    <a:pt x="74519" y="42067"/>
                  </a:lnTo>
                  <a:lnTo>
                    <a:pt x="74023" y="41497"/>
                  </a:lnTo>
                  <a:lnTo>
                    <a:pt x="73487" y="40937"/>
                  </a:lnTo>
                  <a:lnTo>
                    <a:pt x="72903" y="40380"/>
                  </a:lnTo>
                  <a:lnTo>
                    <a:pt x="72315" y="39873"/>
                  </a:lnTo>
                  <a:lnTo>
                    <a:pt x="71721" y="39414"/>
                  </a:lnTo>
                  <a:lnTo>
                    <a:pt x="71123" y="39004"/>
                  </a:lnTo>
                  <a:lnTo>
                    <a:pt x="70519" y="38643"/>
                  </a:lnTo>
                  <a:lnTo>
                    <a:pt x="69910" y="38330"/>
                  </a:lnTo>
                  <a:lnTo>
                    <a:pt x="69297" y="38067"/>
                  </a:lnTo>
                  <a:lnTo>
                    <a:pt x="68678" y="37852"/>
                  </a:lnTo>
                  <a:lnTo>
                    <a:pt x="68054" y="37686"/>
                  </a:lnTo>
                  <a:lnTo>
                    <a:pt x="67425" y="37569"/>
                  </a:lnTo>
                  <a:lnTo>
                    <a:pt x="66797" y="37485"/>
                  </a:lnTo>
                  <a:lnTo>
                    <a:pt x="66161" y="37436"/>
                  </a:lnTo>
                  <a:lnTo>
                    <a:pt x="65514" y="37421"/>
                  </a:lnTo>
                  <a:lnTo>
                    <a:pt x="64859" y="37441"/>
                  </a:lnTo>
                  <a:lnTo>
                    <a:pt x="64194" y="37496"/>
                  </a:lnTo>
                  <a:lnTo>
                    <a:pt x="63520" y="37584"/>
                  </a:lnTo>
                  <a:lnTo>
                    <a:pt x="62837" y="37708"/>
                  </a:lnTo>
                  <a:lnTo>
                    <a:pt x="62145" y="37866"/>
                  </a:lnTo>
                  <a:lnTo>
                    <a:pt x="61443" y="38058"/>
                  </a:lnTo>
                  <a:lnTo>
                    <a:pt x="60732" y="38285"/>
                  </a:lnTo>
                  <a:lnTo>
                    <a:pt x="60011" y="38542"/>
                  </a:lnTo>
                  <a:lnTo>
                    <a:pt x="59279" y="38825"/>
                  </a:lnTo>
                  <a:lnTo>
                    <a:pt x="58536" y="39135"/>
                  </a:lnTo>
                  <a:lnTo>
                    <a:pt x="57782" y="39470"/>
                  </a:lnTo>
                  <a:lnTo>
                    <a:pt x="57017" y="39832"/>
                  </a:lnTo>
                  <a:lnTo>
                    <a:pt x="56241" y="40220"/>
                  </a:lnTo>
                  <a:lnTo>
                    <a:pt x="55455" y="40633"/>
                  </a:lnTo>
                  <a:lnTo>
                    <a:pt x="54657" y="41073"/>
                  </a:lnTo>
                  <a:lnTo>
                    <a:pt x="53848" y="41539"/>
                  </a:lnTo>
                  <a:lnTo>
                    <a:pt x="53029" y="42031"/>
                  </a:lnTo>
                  <a:lnTo>
                    <a:pt x="52195" y="42542"/>
                  </a:lnTo>
                  <a:lnTo>
                    <a:pt x="51345" y="43065"/>
                  </a:lnTo>
                  <a:lnTo>
                    <a:pt x="50478" y="43600"/>
                  </a:lnTo>
                  <a:lnTo>
                    <a:pt x="49594" y="44146"/>
                  </a:lnTo>
                  <a:lnTo>
                    <a:pt x="48693" y="44704"/>
                  </a:lnTo>
                  <a:lnTo>
                    <a:pt x="47775" y="45274"/>
                  </a:lnTo>
                  <a:lnTo>
                    <a:pt x="46841" y="45856"/>
                  </a:lnTo>
                  <a:lnTo>
                    <a:pt x="45889" y="46450"/>
                  </a:lnTo>
                  <a:lnTo>
                    <a:pt x="44921" y="47055"/>
                  </a:lnTo>
                  <a:lnTo>
                    <a:pt x="43936" y="47672"/>
                  </a:lnTo>
                  <a:lnTo>
                    <a:pt x="43329" y="48059"/>
                  </a:lnTo>
                  <a:lnTo>
                    <a:pt x="42719" y="48445"/>
                  </a:lnTo>
                  <a:lnTo>
                    <a:pt x="42106" y="48830"/>
                  </a:lnTo>
                  <a:lnTo>
                    <a:pt x="41491" y="49214"/>
                  </a:lnTo>
                  <a:lnTo>
                    <a:pt x="40874" y="49598"/>
                  </a:lnTo>
                  <a:lnTo>
                    <a:pt x="40254" y="49981"/>
                  </a:lnTo>
                  <a:lnTo>
                    <a:pt x="39631" y="50362"/>
                  </a:lnTo>
                  <a:lnTo>
                    <a:pt x="39006" y="50743"/>
                  </a:lnTo>
                  <a:lnTo>
                    <a:pt x="38378" y="51123"/>
                  </a:lnTo>
                  <a:lnTo>
                    <a:pt x="37748" y="51503"/>
                  </a:lnTo>
                  <a:lnTo>
                    <a:pt x="37116" y="51861"/>
                  </a:lnTo>
                  <a:lnTo>
                    <a:pt x="36484" y="52212"/>
                  </a:lnTo>
                  <a:lnTo>
                    <a:pt x="35850" y="52555"/>
                  </a:lnTo>
                  <a:lnTo>
                    <a:pt x="35216" y="52890"/>
                  </a:lnTo>
                  <a:lnTo>
                    <a:pt x="34581" y="53218"/>
                  </a:lnTo>
                  <a:lnTo>
                    <a:pt x="33944" y="53538"/>
                  </a:lnTo>
                  <a:lnTo>
                    <a:pt x="33308" y="53851"/>
                  </a:lnTo>
                  <a:lnTo>
                    <a:pt x="32670" y="54156"/>
                  </a:lnTo>
                  <a:lnTo>
                    <a:pt x="32031" y="54454"/>
                  </a:lnTo>
                  <a:lnTo>
                    <a:pt x="31392" y="54744"/>
                  </a:lnTo>
                  <a:lnTo>
                    <a:pt x="30752" y="55008"/>
                  </a:lnTo>
                  <a:lnTo>
                    <a:pt x="30110" y="55261"/>
                  </a:lnTo>
                  <a:lnTo>
                    <a:pt x="29468" y="55503"/>
                  </a:lnTo>
                  <a:lnTo>
                    <a:pt x="28826" y="55734"/>
                  </a:lnTo>
                  <a:lnTo>
                    <a:pt x="28182" y="55954"/>
                  </a:lnTo>
                  <a:lnTo>
                    <a:pt x="27538" y="56163"/>
                  </a:lnTo>
                  <a:lnTo>
                    <a:pt x="26892" y="56362"/>
                  </a:lnTo>
                  <a:lnTo>
                    <a:pt x="26246" y="56549"/>
                  </a:lnTo>
                  <a:lnTo>
                    <a:pt x="25599" y="56725"/>
                  </a:lnTo>
                  <a:lnTo>
                    <a:pt x="24951" y="56891"/>
                  </a:lnTo>
                  <a:lnTo>
                    <a:pt x="24304" y="57041"/>
                  </a:lnTo>
                  <a:lnTo>
                    <a:pt x="23658" y="57170"/>
                  </a:lnTo>
                  <a:lnTo>
                    <a:pt x="23014" y="57280"/>
                  </a:lnTo>
                  <a:lnTo>
                    <a:pt x="22372" y="57369"/>
                  </a:lnTo>
                  <a:lnTo>
                    <a:pt x="21731" y="57438"/>
                  </a:lnTo>
                  <a:lnTo>
                    <a:pt x="21092" y="57487"/>
                  </a:lnTo>
                  <a:lnTo>
                    <a:pt x="20455" y="57516"/>
                  </a:lnTo>
                  <a:lnTo>
                    <a:pt x="19819" y="57524"/>
                  </a:lnTo>
                  <a:lnTo>
                    <a:pt x="19185" y="57512"/>
                  </a:lnTo>
                  <a:lnTo>
                    <a:pt x="18553" y="57480"/>
                  </a:lnTo>
                  <a:lnTo>
                    <a:pt x="17914" y="57418"/>
                  </a:lnTo>
                  <a:lnTo>
                    <a:pt x="17278" y="57334"/>
                  </a:lnTo>
                  <a:lnTo>
                    <a:pt x="16645" y="57226"/>
                  </a:lnTo>
                  <a:lnTo>
                    <a:pt x="16014" y="57096"/>
                  </a:lnTo>
                  <a:lnTo>
                    <a:pt x="15385" y="56943"/>
                  </a:lnTo>
                  <a:lnTo>
                    <a:pt x="14759" y="56768"/>
                  </a:lnTo>
                  <a:lnTo>
                    <a:pt x="14136" y="56570"/>
                  </a:lnTo>
                  <a:lnTo>
                    <a:pt x="13515" y="56349"/>
                  </a:lnTo>
                  <a:lnTo>
                    <a:pt x="12897" y="56105"/>
                  </a:lnTo>
                  <a:lnTo>
                    <a:pt x="12281" y="55838"/>
                  </a:lnTo>
                  <a:lnTo>
                    <a:pt x="11659" y="55537"/>
                  </a:lnTo>
                  <a:lnTo>
                    <a:pt x="11041" y="55205"/>
                  </a:lnTo>
                  <a:lnTo>
                    <a:pt x="10427" y="54843"/>
                  </a:lnTo>
                  <a:lnTo>
                    <a:pt x="9816" y="54451"/>
                  </a:lnTo>
                  <a:lnTo>
                    <a:pt x="9208" y="54028"/>
                  </a:lnTo>
                  <a:lnTo>
                    <a:pt x="8603" y="53575"/>
                  </a:lnTo>
                  <a:lnTo>
                    <a:pt x="8002" y="53092"/>
                  </a:lnTo>
                  <a:lnTo>
                    <a:pt x="7404" y="52579"/>
                  </a:lnTo>
                  <a:lnTo>
                    <a:pt x="6810" y="52035"/>
                  </a:lnTo>
                  <a:lnTo>
                    <a:pt x="6219" y="51461"/>
                  </a:lnTo>
                  <a:lnTo>
                    <a:pt x="5406" y="50614"/>
                  </a:lnTo>
                  <a:lnTo>
                    <a:pt x="4651" y="49758"/>
                  </a:lnTo>
                  <a:lnTo>
                    <a:pt x="3955" y="48893"/>
                  </a:lnTo>
                  <a:lnTo>
                    <a:pt x="3316" y="48019"/>
                  </a:lnTo>
                  <a:lnTo>
                    <a:pt x="2736" y="47135"/>
                  </a:lnTo>
                  <a:lnTo>
                    <a:pt x="2213" y="46242"/>
                  </a:lnTo>
                  <a:lnTo>
                    <a:pt x="1749" y="45340"/>
                  </a:lnTo>
                  <a:lnTo>
                    <a:pt x="1343" y="44429"/>
                  </a:lnTo>
                  <a:lnTo>
                    <a:pt x="995" y="43508"/>
                  </a:lnTo>
                  <a:lnTo>
                    <a:pt x="705" y="42579"/>
                  </a:lnTo>
                  <a:lnTo>
                    <a:pt x="468" y="41625"/>
                  </a:lnTo>
                  <a:lnTo>
                    <a:pt x="279" y="40667"/>
                  </a:lnTo>
                  <a:lnTo>
                    <a:pt x="138" y="39706"/>
                  </a:lnTo>
                  <a:lnTo>
                    <a:pt x="45" y="38739"/>
                  </a:lnTo>
                  <a:lnTo>
                    <a:pt x="0" y="37769"/>
                  </a:lnTo>
                  <a:lnTo>
                    <a:pt x="2" y="36795"/>
                  </a:lnTo>
                  <a:lnTo>
                    <a:pt x="53" y="35816"/>
                  </a:lnTo>
                  <a:lnTo>
                    <a:pt x="152" y="34833"/>
                  </a:lnTo>
                  <a:lnTo>
                    <a:pt x="299" y="33846"/>
                  </a:lnTo>
                  <a:lnTo>
                    <a:pt x="494" y="32855"/>
                  </a:lnTo>
                  <a:lnTo>
                    <a:pt x="734" y="31861"/>
                  </a:lnTo>
                  <a:lnTo>
                    <a:pt x="1018" y="30866"/>
                  </a:lnTo>
                  <a:lnTo>
                    <a:pt x="1344" y="29870"/>
                  </a:lnTo>
                  <a:lnTo>
                    <a:pt x="1713" y="28874"/>
                  </a:lnTo>
                  <a:lnTo>
                    <a:pt x="2125" y="27877"/>
                  </a:lnTo>
                  <a:lnTo>
                    <a:pt x="2580" y="26879"/>
                  </a:lnTo>
                  <a:lnTo>
                    <a:pt x="3078" y="25880"/>
                  </a:lnTo>
                  <a:lnTo>
                    <a:pt x="3619" y="24880"/>
                  </a:lnTo>
                  <a:lnTo>
                    <a:pt x="4203" y="23880"/>
                  </a:lnTo>
                  <a:lnTo>
                    <a:pt x="4830" y="22878"/>
                  </a:lnTo>
                  <a:lnTo>
                    <a:pt x="5494" y="21878"/>
                  </a:lnTo>
                  <a:lnTo>
                    <a:pt x="6189" y="20883"/>
                  </a:lnTo>
                  <a:lnTo>
                    <a:pt x="6915" y="19891"/>
                  </a:lnTo>
                  <a:lnTo>
                    <a:pt x="7672" y="18904"/>
                  </a:lnTo>
                  <a:lnTo>
                    <a:pt x="8461" y="17921"/>
                  </a:lnTo>
                  <a:lnTo>
                    <a:pt x="9280" y="16943"/>
                  </a:lnTo>
                  <a:lnTo>
                    <a:pt x="10131" y="15968"/>
                  </a:lnTo>
                  <a:lnTo>
                    <a:pt x="11013" y="14998"/>
                  </a:lnTo>
                  <a:lnTo>
                    <a:pt x="11926" y="14032"/>
                  </a:lnTo>
                  <a:lnTo>
                    <a:pt x="12870" y="13070"/>
                  </a:lnTo>
                  <a:lnTo>
                    <a:pt x="13966" y="11992"/>
                  </a:lnTo>
                  <a:lnTo>
                    <a:pt x="15047" y="10964"/>
                  </a:lnTo>
                  <a:lnTo>
                    <a:pt x="16114" y="9985"/>
                  </a:lnTo>
                  <a:lnTo>
                    <a:pt x="17167" y="9056"/>
                  </a:lnTo>
                  <a:lnTo>
                    <a:pt x="18206" y="8176"/>
                  </a:lnTo>
                  <a:lnTo>
                    <a:pt x="19230" y="7347"/>
                  </a:lnTo>
                  <a:lnTo>
                    <a:pt x="20240" y="6567"/>
                  </a:lnTo>
                  <a:lnTo>
                    <a:pt x="21235" y="5836"/>
                  </a:lnTo>
                  <a:lnTo>
                    <a:pt x="22216" y="5156"/>
                  </a:lnTo>
                  <a:lnTo>
                    <a:pt x="23183" y="4525"/>
                  </a:lnTo>
                  <a:lnTo>
                    <a:pt x="24131" y="3931"/>
                  </a:lnTo>
                  <a:lnTo>
                    <a:pt x="25073" y="3380"/>
                  </a:lnTo>
                  <a:lnTo>
                    <a:pt x="26007" y="2870"/>
                  </a:lnTo>
                  <a:lnTo>
                    <a:pt x="26935" y="2403"/>
                  </a:lnTo>
                  <a:lnTo>
                    <a:pt x="27856" y="1978"/>
                  </a:lnTo>
                  <a:lnTo>
                    <a:pt x="28770" y="1595"/>
                  </a:lnTo>
                  <a:lnTo>
                    <a:pt x="29678" y="1254"/>
                  </a:lnTo>
                  <a:lnTo>
                    <a:pt x="30579" y="955"/>
                  </a:lnTo>
                  <a:lnTo>
                    <a:pt x="31473" y="698"/>
                  </a:lnTo>
                  <a:lnTo>
                    <a:pt x="32360" y="484"/>
                  </a:lnTo>
                  <a:lnTo>
                    <a:pt x="33241" y="309"/>
                  </a:lnTo>
                  <a:lnTo>
                    <a:pt x="34118" y="174"/>
                  </a:lnTo>
                  <a:lnTo>
                    <a:pt x="34989" y="77"/>
                  </a:lnTo>
                  <a:lnTo>
                    <a:pt x="35856" y="19"/>
                  </a:lnTo>
                  <a:lnTo>
                    <a:pt x="36717" y="0"/>
                  </a:lnTo>
                  <a:lnTo>
                    <a:pt x="37573" y="19"/>
                  </a:lnTo>
                  <a:lnTo>
                    <a:pt x="38424" y="77"/>
                  </a:lnTo>
                  <a:lnTo>
                    <a:pt x="39270" y="174"/>
                  </a:lnTo>
                  <a:lnTo>
                    <a:pt x="40111" y="309"/>
                  </a:lnTo>
                  <a:lnTo>
                    <a:pt x="40947" y="484"/>
                  </a:lnTo>
                  <a:lnTo>
                    <a:pt x="41783" y="676"/>
                  </a:lnTo>
                  <a:lnTo>
                    <a:pt x="42621" y="898"/>
                  </a:lnTo>
                  <a:lnTo>
                    <a:pt x="43463" y="1150"/>
                  </a:lnTo>
                  <a:lnTo>
                    <a:pt x="44308" y="1433"/>
                  </a:lnTo>
                  <a:lnTo>
                    <a:pt x="45157" y="1746"/>
                  </a:lnTo>
                  <a:lnTo>
                    <a:pt x="46009" y="2090"/>
                  </a:lnTo>
                  <a:lnTo>
                    <a:pt x="46864" y="2464"/>
                  </a:lnTo>
                  <a:lnTo>
                    <a:pt x="47723" y="2868"/>
                  </a:lnTo>
                  <a:lnTo>
                    <a:pt x="48585" y="3302"/>
                  </a:lnTo>
                  <a:lnTo>
                    <a:pt x="49451" y="3767"/>
                  </a:lnTo>
                  <a:lnTo>
                    <a:pt x="42926" y="13070"/>
                  </a:lnTo>
                  <a:lnTo>
                    <a:pt x="42378" y="12769"/>
                  </a:lnTo>
                  <a:lnTo>
                    <a:pt x="41828" y="12487"/>
                  </a:lnTo>
                  <a:lnTo>
                    <a:pt x="41277" y="12226"/>
                  </a:lnTo>
                  <a:lnTo>
                    <a:pt x="40723" y="11986"/>
                  </a:lnTo>
                  <a:lnTo>
                    <a:pt x="40169" y="11765"/>
                  </a:lnTo>
                  <a:lnTo>
                    <a:pt x="39612" y="11565"/>
                  </a:lnTo>
                  <a:lnTo>
                    <a:pt x="39054" y="11385"/>
                  </a:lnTo>
                  <a:lnTo>
                    <a:pt x="38494" y="11225"/>
                  </a:lnTo>
                  <a:lnTo>
                    <a:pt x="37933" y="11085"/>
                  </a:lnTo>
                  <a:lnTo>
                    <a:pt x="37369" y="10965"/>
                  </a:lnTo>
                  <a:lnTo>
                    <a:pt x="36812" y="10860"/>
                  </a:lnTo>
                  <a:lnTo>
                    <a:pt x="36251" y="10780"/>
                  </a:lnTo>
                  <a:lnTo>
                    <a:pt x="35687" y="10725"/>
                  </a:lnTo>
                  <a:lnTo>
                    <a:pt x="35120" y="10696"/>
                  </a:lnTo>
                  <a:lnTo>
                    <a:pt x="34549" y="10692"/>
                  </a:lnTo>
                  <a:lnTo>
                    <a:pt x="33975" y="10713"/>
                  </a:lnTo>
                  <a:lnTo>
                    <a:pt x="33397" y="10759"/>
                  </a:lnTo>
                  <a:lnTo>
                    <a:pt x="32816" y="10831"/>
                  </a:lnTo>
                  <a:lnTo>
                    <a:pt x="32232" y="10927"/>
                  </a:lnTo>
                  <a:lnTo>
                    <a:pt x="31644" y="11049"/>
                  </a:lnTo>
                  <a:lnTo>
                    <a:pt x="31053" y="11198"/>
                  </a:lnTo>
                  <a:lnTo>
                    <a:pt x="30456" y="11373"/>
                  </a:lnTo>
                  <a:lnTo>
                    <a:pt x="29854" y="11575"/>
                  </a:lnTo>
                  <a:lnTo>
                    <a:pt x="29247" y="11804"/>
                  </a:lnTo>
                  <a:lnTo>
                    <a:pt x="28635" y="12060"/>
                  </a:lnTo>
                  <a:lnTo>
                    <a:pt x="28017" y="12343"/>
                  </a:lnTo>
                  <a:lnTo>
                    <a:pt x="27395" y="12652"/>
                  </a:lnTo>
                  <a:lnTo>
                    <a:pt x="26768" y="12989"/>
                  </a:lnTo>
                  <a:lnTo>
                    <a:pt x="26136" y="13353"/>
                  </a:lnTo>
                  <a:lnTo>
                    <a:pt x="25499" y="13744"/>
                  </a:lnTo>
                  <a:lnTo>
                    <a:pt x="24864" y="14154"/>
                  </a:lnTo>
                  <a:lnTo>
                    <a:pt x="24222" y="14596"/>
                  </a:lnTo>
                  <a:lnTo>
                    <a:pt x="23574" y="15067"/>
                  </a:lnTo>
                  <a:lnTo>
                    <a:pt x="22919" y="15569"/>
                  </a:lnTo>
                  <a:lnTo>
                    <a:pt x="22257" y="16101"/>
                  </a:lnTo>
                  <a:lnTo>
                    <a:pt x="21589" y="16663"/>
                  </a:lnTo>
                  <a:lnTo>
                    <a:pt x="20914" y="17256"/>
                  </a:lnTo>
                  <a:lnTo>
                    <a:pt x="20232" y="17879"/>
                  </a:lnTo>
                  <a:lnTo>
                    <a:pt x="19543" y="18532"/>
                  </a:lnTo>
                  <a:lnTo>
                    <a:pt x="18848" y="19216"/>
                  </a:lnTo>
                  <a:lnTo>
                    <a:pt x="18043" y="20035"/>
                  </a:lnTo>
                  <a:lnTo>
                    <a:pt x="17280" y="20844"/>
                  </a:lnTo>
                  <a:lnTo>
                    <a:pt x="16558" y="21642"/>
                  </a:lnTo>
                  <a:lnTo>
                    <a:pt x="15877" y="22429"/>
                  </a:lnTo>
                  <a:lnTo>
                    <a:pt x="15238" y="23204"/>
                  </a:lnTo>
                  <a:lnTo>
                    <a:pt x="14640" y="23969"/>
                  </a:lnTo>
                  <a:lnTo>
                    <a:pt x="14083" y="24723"/>
                  </a:lnTo>
                  <a:lnTo>
                    <a:pt x="13567" y="25466"/>
                  </a:lnTo>
                  <a:lnTo>
                    <a:pt x="13093" y="26198"/>
                  </a:lnTo>
                  <a:lnTo>
                    <a:pt x="12660" y="26919"/>
                  </a:lnTo>
                  <a:lnTo>
                    <a:pt x="12263" y="27613"/>
                  </a:lnTo>
                  <a:lnTo>
                    <a:pt x="11898" y="28297"/>
                  </a:lnTo>
                  <a:lnTo>
                    <a:pt x="11566" y="28970"/>
                  </a:lnTo>
                  <a:lnTo>
                    <a:pt x="11265" y="29634"/>
                  </a:lnTo>
                  <a:lnTo>
                    <a:pt x="10997" y="30287"/>
                  </a:lnTo>
                  <a:lnTo>
                    <a:pt x="10760" y="30930"/>
                  </a:lnTo>
                  <a:lnTo>
                    <a:pt x="10556" y="31563"/>
                  </a:lnTo>
                  <a:lnTo>
                    <a:pt x="10383" y="32186"/>
                  </a:lnTo>
                  <a:lnTo>
                    <a:pt x="10242" y="32799"/>
                  </a:lnTo>
                  <a:lnTo>
                    <a:pt x="10134" y="33402"/>
                  </a:lnTo>
                  <a:lnTo>
                    <a:pt x="10064" y="33987"/>
                  </a:lnTo>
                  <a:lnTo>
                    <a:pt x="10021" y="34562"/>
                  </a:lnTo>
                  <a:lnTo>
                    <a:pt x="10006" y="35128"/>
                  </a:lnTo>
                  <a:lnTo>
                    <a:pt x="10019" y="35685"/>
                  </a:lnTo>
                  <a:lnTo>
                    <a:pt x="10060" y="36233"/>
                  </a:lnTo>
                  <a:lnTo>
                    <a:pt x="10129" y="36771"/>
                  </a:lnTo>
                  <a:lnTo>
                    <a:pt x="10225" y="37300"/>
                  </a:lnTo>
                  <a:lnTo>
                    <a:pt x="10349" y="37820"/>
                  </a:lnTo>
                  <a:lnTo>
                    <a:pt x="10501" y="38331"/>
                  </a:lnTo>
                  <a:lnTo>
                    <a:pt x="10681" y="38832"/>
                  </a:lnTo>
                  <a:lnTo>
                    <a:pt x="10885" y="39308"/>
                  </a:lnTo>
                  <a:lnTo>
                    <a:pt x="11109" y="39775"/>
                  </a:lnTo>
                  <a:lnTo>
                    <a:pt x="11353" y="40234"/>
                  </a:lnTo>
                  <a:lnTo>
                    <a:pt x="11617" y="40684"/>
                  </a:lnTo>
                  <a:lnTo>
                    <a:pt x="11902" y="41126"/>
                  </a:lnTo>
                  <a:lnTo>
                    <a:pt x="12207" y="41560"/>
                  </a:lnTo>
                  <a:lnTo>
                    <a:pt x="12532" y="41985"/>
                  </a:lnTo>
                  <a:lnTo>
                    <a:pt x="12877" y="42402"/>
                  </a:lnTo>
                  <a:lnTo>
                    <a:pt x="13242" y="42810"/>
                  </a:lnTo>
                  <a:lnTo>
                    <a:pt x="13628" y="43210"/>
                  </a:lnTo>
                  <a:lnTo>
                    <a:pt x="14162" y="43718"/>
                  </a:lnTo>
                  <a:lnTo>
                    <a:pt x="14704" y="44182"/>
                  </a:lnTo>
                  <a:lnTo>
                    <a:pt x="15253" y="44600"/>
                  </a:lnTo>
                  <a:lnTo>
                    <a:pt x="15810" y="44975"/>
                  </a:lnTo>
                  <a:lnTo>
                    <a:pt x="16374" y="45304"/>
                  </a:lnTo>
                  <a:lnTo>
                    <a:pt x="16947" y="45589"/>
                  </a:lnTo>
                  <a:lnTo>
                    <a:pt x="17526" y="45830"/>
                  </a:lnTo>
                  <a:lnTo>
                    <a:pt x="18113" y="46025"/>
                  </a:lnTo>
                  <a:lnTo>
                    <a:pt x="18708" y="46176"/>
                  </a:lnTo>
                  <a:lnTo>
                    <a:pt x="19311" y="46283"/>
                  </a:lnTo>
                  <a:lnTo>
                    <a:pt x="19921" y="46336"/>
                  </a:lnTo>
                  <a:lnTo>
                    <a:pt x="20538" y="46359"/>
                  </a:lnTo>
                  <a:lnTo>
                    <a:pt x="21163" y="46352"/>
                  </a:lnTo>
                  <a:lnTo>
                    <a:pt x="21796" y="46317"/>
                  </a:lnTo>
                  <a:lnTo>
                    <a:pt x="22436" y="46251"/>
                  </a:lnTo>
                  <a:lnTo>
                    <a:pt x="23084" y="46157"/>
                  </a:lnTo>
                  <a:lnTo>
                    <a:pt x="23739" y="46032"/>
                  </a:lnTo>
                  <a:lnTo>
                    <a:pt x="24402" y="45879"/>
                  </a:lnTo>
                  <a:lnTo>
                    <a:pt x="25073" y="45696"/>
                  </a:lnTo>
                  <a:lnTo>
                    <a:pt x="25751" y="45483"/>
                  </a:lnTo>
                  <a:lnTo>
                    <a:pt x="26436" y="45245"/>
                  </a:lnTo>
                  <a:lnTo>
                    <a:pt x="27128" y="44985"/>
                  </a:lnTo>
                  <a:lnTo>
                    <a:pt x="27827" y="44703"/>
                  </a:lnTo>
                  <a:lnTo>
                    <a:pt x="28533" y="44399"/>
                  </a:lnTo>
                  <a:lnTo>
                    <a:pt x="29245" y="44073"/>
                  </a:lnTo>
                  <a:lnTo>
                    <a:pt x="29964" y="43725"/>
                  </a:lnTo>
                  <a:lnTo>
                    <a:pt x="30690" y="43356"/>
                  </a:lnTo>
                  <a:lnTo>
                    <a:pt x="31422" y="42964"/>
                  </a:lnTo>
                  <a:lnTo>
                    <a:pt x="32161" y="42551"/>
                  </a:lnTo>
                  <a:lnTo>
                    <a:pt x="32907" y="42115"/>
                  </a:lnTo>
                  <a:lnTo>
                    <a:pt x="33660" y="41666"/>
                  </a:lnTo>
                  <a:lnTo>
                    <a:pt x="34421" y="41208"/>
                  </a:lnTo>
                  <a:lnTo>
                    <a:pt x="35189" y="40743"/>
                  </a:lnTo>
                  <a:lnTo>
                    <a:pt x="35965" y="40270"/>
                  </a:lnTo>
                  <a:lnTo>
                    <a:pt x="36748" y="39790"/>
                  </a:lnTo>
                  <a:lnTo>
                    <a:pt x="37539" y="39302"/>
                  </a:lnTo>
                  <a:lnTo>
                    <a:pt x="38338" y="38806"/>
                  </a:lnTo>
                  <a:lnTo>
                    <a:pt x="39144" y="38303"/>
                  </a:lnTo>
                  <a:lnTo>
                    <a:pt x="39958" y="37793"/>
                  </a:lnTo>
                  <a:lnTo>
                    <a:pt x="40779" y="37275"/>
                  </a:lnTo>
                  <a:lnTo>
                    <a:pt x="41453" y="36854"/>
                  </a:lnTo>
                  <a:lnTo>
                    <a:pt x="42126" y="36436"/>
                  </a:lnTo>
                  <a:lnTo>
                    <a:pt x="42800" y="36019"/>
                  </a:lnTo>
                  <a:lnTo>
                    <a:pt x="43473" y="35604"/>
                  </a:lnTo>
                  <a:lnTo>
                    <a:pt x="44147" y="35191"/>
                  </a:lnTo>
                  <a:lnTo>
                    <a:pt x="44820" y="34779"/>
                  </a:lnTo>
                  <a:lnTo>
                    <a:pt x="45494" y="34369"/>
                  </a:lnTo>
                  <a:lnTo>
                    <a:pt x="46167" y="33961"/>
                  </a:lnTo>
                  <a:lnTo>
                    <a:pt x="46841" y="33554"/>
                  </a:lnTo>
                  <a:lnTo>
                    <a:pt x="47514" y="33149"/>
                  </a:lnTo>
                  <a:lnTo>
                    <a:pt x="48188" y="32734"/>
                  </a:lnTo>
                  <a:lnTo>
                    <a:pt x="48863" y="32329"/>
                  </a:lnTo>
                  <a:lnTo>
                    <a:pt x="49539" y="31936"/>
                  </a:lnTo>
                  <a:lnTo>
                    <a:pt x="50215" y="31553"/>
                  </a:lnTo>
                  <a:lnTo>
                    <a:pt x="50892" y="31181"/>
                  </a:lnTo>
                  <a:lnTo>
                    <a:pt x="51570" y="30821"/>
                  </a:lnTo>
                  <a:lnTo>
                    <a:pt x="52249" y="30471"/>
                  </a:lnTo>
                  <a:lnTo>
                    <a:pt x="52929" y="30132"/>
                  </a:lnTo>
                  <a:lnTo>
                    <a:pt x="53610" y="29804"/>
                  </a:lnTo>
                  <a:lnTo>
                    <a:pt x="54291" y="29487"/>
                  </a:lnTo>
                  <a:lnTo>
                    <a:pt x="54965" y="29174"/>
                  </a:lnTo>
                  <a:lnTo>
                    <a:pt x="55639" y="28874"/>
                  </a:lnTo>
                  <a:lnTo>
                    <a:pt x="56312" y="28588"/>
                  </a:lnTo>
                  <a:lnTo>
                    <a:pt x="56986" y="28315"/>
                  </a:lnTo>
                  <a:lnTo>
                    <a:pt x="57659" y="28056"/>
                  </a:lnTo>
                  <a:lnTo>
                    <a:pt x="58333" y="27810"/>
                  </a:lnTo>
                  <a:lnTo>
                    <a:pt x="59006" y="27578"/>
                  </a:lnTo>
                  <a:lnTo>
                    <a:pt x="59680" y="27359"/>
                  </a:lnTo>
                  <a:lnTo>
                    <a:pt x="60353" y="27153"/>
                  </a:lnTo>
                  <a:lnTo>
                    <a:pt x="61027" y="26961"/>
                  </a:lnTo>
                  <a:lnTo>
                    <a:pt x="61708" y="26779"/>
                  </a:lnTo>
                  <a:lnTo>
                    <a:pt x="62389" y="26620"/>
                  </a:lnTo>
                  <a:lnTo>
                    <a:pt x="63069" y="26483"/>
                  </a:lnTo>
                  <a:lnTo>
                    <a:pt x="63748" y="26369"/>
                  </a:lnTo>
                  <a:lnTo>
                    <a:pt x="64426" y="26277"/>
                  </a:lnTo>
                  <a:lnTo>
                    <a:pt x="65103" y="26209"/>
                  </a:lnTo>
                  <a:lnTo>
                    <a:pt x="65780" y="26163"/>
                  </a:lnTo>
                  <a:lnTo>
                    <a:pt x="66455" y="26140"/>
                  </a:lnTo>
                  <a:lnTo>
                    <a:pt x="67130" y="26139"/>
                  </a:lnTo>
                  <a:lnTo>
                    <a:pt x="67804" y="26162"/>
                  </a:lnTo>
                  <a:lnTo>
                    <a:pt x="68477" y="26209"/>
                  </a:lnTo>
                  <a:lnTo>
                    <a:pt x="69148" y="26283"/>
                  </a:lnTo>
                  <a:lnTo>
                    <a:pt x="69817" y="26384"/>
                  </a:lnTo>
                  <a:lnTo>
                    <a:pt x="70485" y="26512"/>
                  </a:lnTo>
                  <a:lnTo>
                    <a:pt x="71150" y="26667"/>
                  </a:lnTo>
                  <a:lnTo>
                    <a:pt x="71815" y="26849"/>
                  </a:lnTo>
                  <a:lnTo>
                    <a:pt x="72477" y="27057"/>
                  </a:lnTo>
                  <a:lnTo>
                    <a:pt x="73138" y="27293"/>
                  </a:lnTo>
                  <a:lnTo>
                    <a:pt x="73797" y="27556"/>
                  </a:lnTo>
                  <a:lnTo>
                    <a:pt x="74455" y="27845"/>
                  </a:lnTo>
                  <a:lnTo>
                    <a:pt x="75119" y="28158"/>
                  </a:lnTo>
                  <a:lnTo>
                    <a:pt x="75782" y="28505"/>
                  </a:lnTo>
                  <a:lnTo>
                    <a:pt x="76443" y="28888"/>
                  </a:lnTo>
                  <a:lnTo>
                    <a:pt x="77102" y="29307"/>
                  </a:lnTo>
                  <a:lnTo>
                    <a:pt x="77759" y="29761"/>
                  </a:lnTo>
                  <a:lnTo>
                    <a:pt x="78415" y="30250"/>
                  </a:lnTo>
                  <a:lnTo>
                    <a:pt x="79069" y="30774"/>
                  </a:lnTo>
                  <a:lnTo>
                    <a:pt x="79722" y="31334"/>
                  </a:lnTo>
                  <a:lnTo>
                    <a:pt x="80373" y="319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5209232" y="6177682"/>
              <a:ext cx="110499" cy="98303"/>
            </a:xfrm>
            <a:custGeom>
              <a:avLst/>
              <a:pathLst>
                <a:path w="110499" h="98303">
                  <a:moveTo>
                    <a:pt x="101238" y="56376"/>
                  </a:moveTo>
                  <a:lnTo>
                    <a:pt x="61206" y="47158"/>
                  </a:lnTo>
                  <a:lnTo>
                    <a:pt x="42726" y="65637"/>
                  </a:lnTo>
                  <a:lnTo>
                    <a:pt x="67351" y="90263"/>
                  </a:lnTo>
                  <a:lnTo>
                    <a:pt x="59311" y="98303"/>
                  </a:lnTo>
                  <a:lnTo>
                    <a:pt x="0" y="38991"/>
                  </a:lnTo>
                  <a:lnTo>
                    <a:pt x="27908" y="11082"/>
                  </a:lnTo>
                  <a:lnTo>
                    <a:pt x="28919" y="10096"/>
                  </a:lnTo>
                  <a:lnTo>
                    <a:pt x="29929" y="9156"/>
                  </a:lnTo>
                  <a:lnTo>
                    <a:pt x="30939" y="8264"/>
                  </a:lnTo>
                  <a:lnTo>
                    <a:pt x="31950" y="7418"/>
                  </a:lnTo>
                  <a:lnTo>
                    <a:pt x="32960" y="6620"/>
                  </a:lnTo>
                  <a:lnTo>
                    <a:pt x="33970" y="5869"/>
                  </a:lnTo>
                  <a:lnTo>
                    <a:pt x="34980" y="5165"/>
                  </a:lnTo>
                  <a:lnTo>
                    <a:pt x="35991" y="4509"/>
                  </a:lnTo>
                  <a:lnTo>
                    <a:pt x="37001" y="3899"/>
                  </a:lnTo>
                  <a:lnTo>
                    <a:pt x="38011" y="3337"/>
                  </a:lnTo>
                  <a:lnTo>
                    <a:pt x="39019" y="2804"/>
                  </a:lnTo>
                  <a:lnTo>
                    <a:pt x="40023" y="2318"/>
                  </a:lnTo>
                  <a:lnTo>
                    <a:pt x="41023" y="1878"/>
                  </a:lnTo>
                  <a:lnTo>
                    <a:pt x="42019" y="1485"/>
                  </a:lnTo>
                  <a:lnTo>
                    <a:pt x="43010" y="1137"/>
                  </a:lnTo>
                  <a:lnTo>
                    <a:pt x="43997" y="836"/>
                  </a:lnTo>
                  <a:lnTo>
                    <a:pt x="44980" y="582"/>
                  </a:lnTo>
                  <a:lnTo>
                    <a:pt x="45959" y="373"/>
                  </a:lnTo>
                  <a:lnTo>
                    <a:pt x="46933" y="211"/>
                  </a:lnTo>
                  <a:lnTo>
                    <a:pt x="47904" y="95"/>
                  </a:lnTo>
                  <a:lnTo>
                    <a:pt x="48869" y="25"/>
                  </a:lnTo>
                  <a:lnTo>
                    <a:pt x="49828" y="0"/>
                  </a:lnTo>
                  <a:lnTo>
                    <a:pt x="50782" y="18"/>
                  </a:lnTo>
                  <a:lnTo>
                    <a:pt x="51729" y="82"/>
                  </a:lnTo>
                  <a:lnTo>
                    <a:pt x="52671" y="190"/>
                  </a:lnTo>
                  <a:lnTo>
                    <a:pt x="53607" y="343"/>
                  </a:lnTo>
                  <a:lnTo>
                    <a:pt x="54536" y="540"/>
                  </a:lnTo>
                  <a:lnTo>
                    <a:pt x="55460" y="782"/>
                  </a:lnTo>
                  <a:lnTo>
                    <a:pt x="56379" y="1069"/>
                  </a:lnTo>
                  <a:lnTo>
                    <a:pt x="57291" y="1400"/>
                  </a:lnTo>
                  <a:lnTo>
                    <a:pt x="58194" y="1776"/>
                  </a:lnTo>
                  <a:lnTo>
                    <a:pt x="59086" y="2195"/>
                  </a:lnTo>
                  <a:lnTo>
                    <a:pt x="59965" y="2658"/>
                  </a:lnTo>
                  <a:lnTo>
                    <a:pt x="60833" y="3165"/>
                  </a:lnTo>
                  <a:lnTo>
                    <a:pt x="61690" y="3716"/>
                  </a:lnTo>
                  <a:lnTo>
                    <a:pt x="62534" y="4310"/>
                  </a:lnTo>
                  <a:lnTo>
                    <a:pt x="63367" y="4948"/>
                  </a:lnTo>
                  <a:lnTo>
                    <a:pt x="64188" y="5630"/>
                  </a:lnTo>
                  <a:lnTo>
                    <a:pt x="64997" y="6356"/>
                  </a:lnTo>
                  <a:lnTo>
                    <a:pt x="65794" y="7125"/>
                  </a:lnTo>
                  <a:lnTo>
                    <a:pt x="66349" y="7697"/>
                  </a:lnTo>
                  <a:lnTo>
                    <a:pt x="66885" y="8284"/>
                  </a:lnTo>
                  <a:lnTo>
                    <a:pt x="67403" y="8886"/>
                  </a:lnTo>
                  <a:lnTo>
                    <a:pt x="67902" y="9503"/>
                  </a:lnTo>
                  <a:lnTo>
                    <a:pt x="68383" y="10135"/>
                  </a:lnTo>
                  <a:lnTo>
                    <a:pt x="68845" y="10783"/>
                  </a:lnTo>
                  <a:lnTo>
                    <a:pt x="69289" y="11445"/>
                  </a:lnTo>
                  <a:lnTo>
                    <a:pt x="69714" y="12123"/>
                  </a:lnTo>
                  <a:lnTo>
                    <a:pt x="70120" y="12816"/>
                  </a:lnTo>
                  <a:lnTo>
                    <a:pt x="70509" y="13524"/>
                  </a:lnTo>
                  <a:lnTo>
                    <a:pt x="70882" y="14236"/>
                  </a:lnTo>
                  <a:lnTo>
                    <a:pt x="71226" y="14958"/>
                  </a:lnTo>
                  <a:lnTo>
                    <a:pt x="71542" y="15691"/>
                  </a:lnTo>
                  <a:lnTo>
                    <a:pt x="71829" y="16433"/>
                  </a:lnTo>
                  <a:lnTo>
                    <a:pt x="72087" y="17186"/>
                  </a:lnTo>
                  <a:lnTo>
                    <a:pt x="72317" y="17949"/>
                  </a:lnTo>
                  <a:lnTo>
                    <a:pt x="72518" y="18722"/>
                  </a:lnTo>
                  <a:lnTo>
                    <a:pt x="72691" y="19505"/>
                  </a:lnTo>
                  <a:lnTo>
                    <a:pt x="72835" y="20298"/>
                  </a:lnTo>
                  <a:lnTo>
                    <a:pt x="72950" y="21101"/>
                  </a:lnTo>
                  <a:lnTo>
                    <a:pt x="73035" y="21912"/>
                  </a:lnTo>
                  <a:lnTo>
                    <a:pt x="73088" y="22731"/>
                  </a:lnTo>
                  <a:lnTo>
                    <a:pt x="73109" y="23556"/>
                  </a:lnTo>
                  <a:lnTo>
                    <a:pt x="73098" y="24388"/>
                  </a:lnTo>
                  <a:lnTo>
                    <a:pt x="73055" y="25226"/>
                  </a:lnTo>
                  <a:lnTo>
                    <a:pt x="72980" y="26071"/>
                  </a:lnTo>
                  <a:lnTo>
                    <a:pt x="72873" y="26923"/>
                  </a:lnTo>
                  <a:lnTo>
                    <a:pt x="72735" y="27782"/>
                  </a:lnTo>
                  <a:lnTo>
                    <a:pt x="72564" y="28648"/>
                  </a:lnTo>
                  <a:lnTo>
                    <a:pt x="72361" y="29520"/>
                  </a:lnTo>
                  <a:lnTo>
                    <a:pt x="72121" y="30397"/>
                  </a:lnTo>
                  <a:lnTo>
                    <a:pt x="71840" y="31276"/>
                  </a:lnTo>
                  <a:lnTo>
                    <a:pt x="71518" y="32158"/>
                  </a:lnTo>
                  <a:lnTo>
                    <a:pt x="71155" y="33042"/>
                  </a:lnTo>
                  <a:lnTo>
                    <a:pt x="70751" y="33929"/>
                  </a:lnTo>
                  <a:lnTo>
                    <a:pt x="70305" y="34819"/>
                  </a:lnTo>
                  <a:lnTo>
                    <a:pt x="69818" y="35711"/>
                  </a:lnTo>
                  <a:lnTo>
                    <a:pt x="69289" y="36605"/>
                  </a:lnTo>
                  <a:lnTo>
                    <a:pt x="68720" y="37502"/>
                  </a:lnTo>
                  <a:lnTo>
                    <a:pt x="68109" y="38402"/>
                  </a:lnTo>
                  <a:lnTo>
                    <a:pt x="110499" y="47116"/>
                  </a:lnTo>
                  <a:close/>
                  <a:moveTo>
                    <a:pt x="57796" y="15292"/>
                  </a:moveTo>
                  <a:lnTo>
                    <a:pt x="57255" y="14769"/>
                  </a:lnTo>
                  <a:lnTo>
                    <a:pt x="56710" y="14280"/>
                  </a:lnTo>
                  <a:lnTo>
                    <a:pt x="56160" y="13823"/>
                  </a:lnTo>
                  <a:lnTo>
                    <a:pt x="55607" y="13399"/>
                  </a:lnTo>
                  <a:lnTo>
                    <a:pt x="55049" y="13008"/>
                  </a:lnTo>
                  <a:lnTo>
                    <a:pt x="54487" y="12650"/>
                  </a:lnTo>
                  <a:lnTo>
                    <a:pt x="53921" y="12324"/>
                  </a:lnTo>
                  <a:lnTo>
                    <a:pt x="53351" y="12032"/>
                  </a:lnTo>
                  <a:lnTo>
                    <a:pt x="52776" y="11772"/>
                  </a:lnTo>
                  <a:lnTo>
                    <a:pt x="52197" y="11545"/>
                  </a:lnTo>
                  <a:lnTo>
                    <a:pt x="51615" y="11350"/>
                  </a:lnTo>
                  <a:lnTo>
                    <a:pt x="51029" y="11185"/>
                  </a:lnTo>
                  <a:lnTo>
                    <a:pt x="50439" y="11050"/>
                  </a:lnTo>
                  <a:lnTo>
                    <a:pt x="49847" y="10946"/>
                  </a:lnTo>
                  <a:lnTo>
                    <a:pt x="49251" y="10872"/>
                  </a:lnTo>
                  <a:lnTo>
                    <a:pt x="48651" y="10828"/>
                  </a:lnTo>
                  <a:lnTo>
                    <a:pt x="48048" y="10815"/>
                  </a:lnTo>
                  <a:lnTo>
                    <a:pt x="47442" y="10831"/>
                  </a:lnTo>
                  <a:lnTo>
                    <a:pt x="46833" y="10879"/>
                  </a:lnTo>
                  <a:lnTo>
                    <a:pt x="46220" y="10956"/>
                  </a:lnTo>
                  <a:lnTo>
                    <a:pt x="45596" y="11055"/>
                  </a:lnTo>
                  <a:lnTo>
                    <a:pt x="44972" y="11183"/>
                  </a:lnTo>
                  <a:lnTo>
                    <a:pt x="44347" y="11341"/>
                  </a:lnTo>
                  <a:lnTo>
                    <a:pt x="43721" y="11528"/>
                  </a:lnTo>
                  <a:lnTo>
                    <a:pt x="43094" y="11745"/>
                  </a:lnTo>
                  <a:lnTo>
                    <a:pt x="42467" y="11992"/>
                  </a:lnTo>
                  <a:lnTo>
                    <a:pt x="41838" y="12267"/>
                  </a:lnTo>
                  <a:lnTo>
                    <a:pt x="41209" y="12572"/>
                  </a:lnTo>
                  <a:lnTo>
                    <a:pt x="40579" y="12907"/>
                  </a:lnTo>
                  <a:lnTo>
                    <a:pt x="39948" y="13271"/>
                  </a:lnTo>
                  <a:lnTo>
                    <a:pt x="39308" y="13655"/>
                  </a:lnTo>
                  <a:lnTo>
                    <a:pt x="38668" y="14066"/>
                  </a:lnTo>
                  <a:lnTo>
                    <a:pt x="38028" y="14504"/>
                  </a:lnTo>
                  <a:lnTo>
                    <a:pt x="37388" y="14968"/>
                  </a:lnTo>
                  <a:lnTo>
                    <a:pt x="36748" y="15460"/>
                  </a:lnTo>
                  <a:lnTo>
                    <a:pt x="36109" y="15979"/>
                  </a:lnTo>
                  <a:lnTo>
                    <a:pt x="35469" y="16524"/>
                  </a:lnTo>
                  <a:lnTo>
                    <a:pt x="34829" y="17097"/>
                  </a:lnTo>
                  <a:lnTo>
                    <a:pt x="34189" y="17696"/>
                  </a:lnTo>
                  <a:lnTo>
                    <a:pt x="33549" y="18323"/>
                  </a:lnTo>
                  <a:lnTo>
                    <a:pt x="14480" y="37392"/>
                  </a:lnTo>
                  <a:lnTo>
                    <a:pt x="36370" y="59281"/>
                  </a:lnTo>
                  <a:lnTo>
                    <a:pt x="55775" y="39875"/>
                  </a:lnTo>
                  <a:lnTo>
                    <a:pt x="56448" y="39186"/>
                  </a:lnTo>
                  <a:lnTo>
                    <a:pt x="57085" y="38498"/>
                  </a:lnTo>
                  <a:lnTo>
                    <a:pt x="57687" y="37812"/>
                  </a:lnTo>
                  <a:lnTo>
                    <a:pt x="58254" y="37127"/>
                  </a:lnTo>
                  <a:lnTo>
                    <a:pt x="58785" y="36444"/>
                  </a:lnTo>
                  <a:lnTo>
                    <a:pt x="59281" y="35763"/>
                  </a:lnTo>
                  <a:lnTo>
                    <a:pt x="59741" y="35084"/>
                  </a:lnTo>
                  <a:lnTo>
                    <a:pt x="60167" y="34406"/>
                  </a:lnTo>
                  <a:lnTo>
                    <a:pt x="60556" y="33730"/>
                  </a:lnTo>
                  <a:lnTo>
                    <a:pt x="60911" y="33056"/>
                  </a:lnTo>
                  <a:lnTo>
                    <a:pt x="61224" y="32377"/>
                  </a:lnTo>
                  <a:lnTo>
                    <a:pt x="61505" y="31704"/>
                  </a:lnTo>
                  <a:lnTo>
                    <a:pt x="61756" y="31037"/>
                  </a:lnTo>
                  <a:lnTo>
                    <a:pt x="61975" y="30375"/>
                  </a:lnTo>
                  <a:lnTo>
                    <a:pt x="62163" y="29720"/>
                  </a:lnTo>
                  <a:lnTo>
                    <a:pt x="62320" y="29070"/>
                  </a:lnTo>
                  <a:lnTo>
                    <a:pt x="62446" y="28427"/>
                  </a:lnTo>
                  <a:lnTo>
                    <a:pt x="62541" y="27789"/>
                  </a:lnTo>
                  <a:lnTo>
                    <a:pt x="62604" y="27157"/>
                  </a:lnTo>
                  <a:lnTo>
                    <a:pt x="62637" y="26531"/>
                  </a:lnTo>
                  <a:lnTo>
                    <a:pt x="62648" y="25903"/>
                  </a:lnTo>
                  <a:lnTo>
                    <a:pt x="62630" y="25282"/>
                  </a:lnTo>
                  <a:lnTo>
                    <a:pt x="62584" y="24667"/>
                  </a:lnTo>
                  <a:lnTo>
                    <a:pt x="62509" y="24059"/>
                  </a:lnTo>
                  <a:lnTo>
                    <a:pt x="62405" y="23458"/>
                  </a:lnTo>
                  <a:lnTo>
                    <a:pt x="62273" y="22864"/>
                  </a:lnTo>
                  <a:lnTo>
                    <a:pt x="62112" y="22276"/>
                  </a:lnTo>
                  <a:lnTo>
                    <a:pt x="61923" y="21695"/>
                  </a:lnTo>
                  <a:lnTo>
                    <a:pt x="61705" y="21121"/>
                  </a:lnTo>
                  <a:lnTo>
                    <a:pt x="61458" y="20554"/>
                  </a:lnTo>
                  <a:lnTo>
                    <a:pt x="61194" y="19986"/>
                  </a:lnTo>
                  <a:lnTo>
                    <a:pt x="60908" y="19427"/>
                  </a:lnTo>
                  <a:lnTo>
                    <a:pt x="60598" y="18878"/>
                  </a:lnTo>
                  <a:lnTo>
                    <a:pt x="60266" y="18338"/>
                  </a:lnTo>
                  <a:lnTo>
                    <a:pt x="59911" y="17807"/>
                  </a:lnTo>
                  <a:lnTo>
                    <a:pt x="59534" y="17285"/>
                  </a:lnTo>
                  <a:lnTo>
                    <a:pt x="59133" y="16773"/>
                  </a:lnTo>
                  <a:lnTo>
                    <a:pt x="58710" y="16270"/>
                  </a:lnTo>
                  <a:lnTo>
                    <a:pt x="58264" y="1577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5267029" y="6144986"/>
              <a:ext cx="70045" cy="70045"/>
            </a:xfrm>
            <a:custGeom>
              <a:avLst/>
              <a:pathLst>
                <a:path w="70045" h="70045">
                  <a:moveTo>
                    <a:pt x="7240" y="14817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14817" y="7240"/>
                  </a:lnTo>
                  <a:close/>
                  <a:moveTo>
                    <a:pt x="62468" y="70045"/>
                  </a:moveTo>
                  <a:lnTo>
                    <a:pt x="16922" y="24499"/>
                  </a:lnTo>
                  <a:lnTo>
                    <a:pt x="24499" y="16922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5309959" y="6097039"/>
              <a:ext cx="75314" cy="92253"/>
            </a:xfrm>
            <a:custGeom>
              <a:avLst/>
              <a:pathLst>
                <a:path w="75314" h="92253">
                  <a:moveTo>
                    <a:pt x="60160" y="62721"/>
                  </a:moveTo>
                  <a:lnTo>
                    <a:pt x="60576" y="64007"/>
                  </a:lnTo>
                  <a:lnTo>
                    <a:pt x="60914" y="65270"/>
                  </a:lnTo>
                  <a:lnTo>
                    <a:pt x="61175" y="66512"/>
                  </a:lnTo>
                  <a:lnTo>
                    <a:pt x="61359" y="67732"/>
                  </a:lnTo>
                  <a:lnTo>
                    <a:pt x="61465" y="68930"/>
                  </a:lnTo>
                  <a:lnTo>
                    <a:pt x="61493" y="70106"/>
                  </a:lnTo>
                  <a:lnTo>
                    <a:pt x="61445" y="71260"/>
                  </a:lnTo>
                  <a:lnTo>
                    <a:pt x="61318" y="72393"/>
                  </a:lnTo>
                  <a:lnTo>
                    <a:pt x="61115" y="73503"/>
                  </a:lnTo>
                  <a:lnTo>
                    <a:pt x="60833" y="74592"/>
                  </a:lnTo>
                  <a:lnTo>
                    <a:pt x="60486" y="75659"/>
                  </a:lnTo>
                  <a:lnTo>
                    <a:pt x="60067" y="76722"/>
                  </a:lnTo>
                  <a:lnTo>
                    <a:pt x="59577" y="77780"/>
                  </a:lnTo>
                  <a:lnTo>
                    <a:pt x="59015" y="78835"/>
                  </a:lnTo>
                  <a:lnTo>
                    <a:pt x="58381" y="79885"/>
                  </a:lnTo>
                  <a:lnTo>
                    <a:pt x="57676" y="80931"/>
                  </a:lnTo>
                  <a:lnTo>
                    <a:pt x="56900" y="81973"/>
                  </a:lnTo>
                  <a:lnTo>
                    <a:pt x="56051" y="83011"/>
                  </a:lnTo>
                  <a:lnTo>
                    <a:pt x="55132" y="84044"/>
                  </a:lnTo>
                  <a:lnTo>
                    <a:pt x="54140" y="85073"/>
                  </a:lnTo>
                  <a:lnTo>
                    <a:pt x="52402" y="86696"/>
                  </a:lnTo>
                  <a:lnTo>
                    <a:pt x="50638" y="88111"/>
                  </a:lnTo>
                  <a:lnTo>
                    <a:pt x="48849" y="89319"/>
                  </a:lnTo>
                  <a:lnTo>
                    <a:pt x="47035" y="90320"/>
                  </a:lnTo>
                  <a:lnTo>
                    <a:pt x="45195" y="91114"/>
                  </a:lnTo>
                  <a:lnTo>
                    <a:pt x="43330" y="91701"/>
                  </a:lnTo>
                  <a:lnTo>
                    <a:pt x="41440" y="92081"/>
                  </a:lnTo>
                  <a:lnTo>
                    <a:pt x="39525" y="92253"/>
                  </a:lnTo>
                  <a:lnTo>
                    <a:pt x="37584" y="92219"/>
                  </a:lnTo>
                  <a:lnTo>
                    <a:pt x="35619" y="91977"/>
                  </a:lnTo>
                  <a:lnTo>
                    <a:pt x="33629" y="91523"/>
                  </a:lnTo>
                  <a:lnTo>
                    <a:pt x="31601" y="90869"/>
                  </a:lnTo>
                  <a:lnTo>
                    <a:pt x="29534" y="90015"/>
                  </a:lnTo>
                  <a:lnTo>
                    <a:pt x="27429" y="88960"/>
                  </a:lnTo>
                  <a:lnTo>
                    <a:pt x="25284" y="87704"/>
                  </a:lnTo>
                  <a:lnTo>
                    <a:pt x="23101" y="86249"/>
                  </a:lnTo>
                  <a:lnTo>
                    <a:pt x="20879" y="84593"/>
                  </a:lnTo>
                  <a:lnTo>
                    <a:pt x="18619" y="82736"/>
                  </a:lnTo>
                  <a:lnTo>
                    <a:pt x="16320" y="80680"/>
                  </a:lnTo>
                  <a:lnTo>
                    <a:pt x="13982" y="78422"/>
                  </a:lnTo>
                  <a:lnTo>
                    <a:pt x="9622" y="73728"/>
                  </a:lnTo>
                  <a:lnTo>
                    <a:pt x="6075" y="69175"/>
                  </a:lnTo>
                  <a:lnTo>
                    <a:pt x="3338" y="64763"/>
                  </a:lnTo>
                  <a:lnTo>
                    <a:pt x="1414" y="60493"/>
                  </a:lnTo>
                  <a:lnTo>
                    <a:pt x="301" y="56365"/>
                  </a:lnTo>
                  <a:lnTo>
                    <a:pt x="0" y="52377"/>
                  </a:lnTo>
                  <a:lnTo>
                    <a:pt x="510" y="48532"/>
                  </a:lnTo>
                  <a:lnTo>
                    <a:pt x="1831" y="44827"/>
                  </a:lnTo>
                  <a:lnTo>
                    <a:pt x="3965" y="41264"/>
                  </a:lnTo>
                  <a:lnTo>
                    <a:pt x="6910" y="37843"/>
                  </a:lnTo>
                  <a:lnTo>
                    <a:pt x="7947" y="36844"/>
                  </a:lnTo>
                  <a:lnTo>
                    <a:pt x="8988" y="35917"/>
                  </a:lnTo>
                  <a:lnTo>
                    <a:pt x="10032" y="35062"/>
                  </a:lnTo>
                  <a:lnTo>
                    <a:pt x="11079" y="34280"/>
                  </a:lnTo>
                  <a:lnTo>
                    <a:pt x="12130" y="33570"/>
                  </a:lnTo>
                  <a:lnTo>
                    <a:pt x="13184" y="32933"/>
                  </a:lnTo>
                  <a:lnTo>
                    <a:pt x="14241" y="32368"/>
                  </a:lnTo>
                  <a:lnTo>
                    <a:pt x="15302" y="31875"/>
                  </a:lnTo>
                  <a:lnTo>
                    <a:pt x="16366" y="31455"/>
                  </a:lnTo>
                  <a:lnTo>
                    <a:pt x="17434" y="31108"/>
                  </a:lnTo>
                  <a:lnTo>
                    <a:pt x="18512" y="30832"/>
                  </a:lnTo>
                  <a:lnTo>
                    <a:pt x="19607" y="30628"/>
                  </a:lnTo>
                  <a:lnTo>
                    <a:pt x="20721" y="30495"/>
                  </a:lnTo>
                  <a:lnTo>
                    <a:pt x="21852" y="30434"/>
                  </a:lnTo>
                  <a:lnTo>
                    <a:pt x="23001" y="30445"/>
                  </a:lnTo>
                  <a:lnTo>
                    <a:pt x="24167" y="30527"/>
                  </a:lnTo>
                  <a:lnTo>
                    <a:pt x="25351" y="30680"/>
                  </a:lnTo>
                  <a:lnTo>
                    <a:pt x="26553" y="30906"/>
                  </a:lnTo>
                  <a:lnTo>
                    <a:pt x="27772" y="31202"/>
                  </a:lnTo>
                  <a:lnTo>
                    <a:pt x="28676" y="31082"/>
                  </a:lnTo>
                  <a:lnTo>
                    <a:pt x="28547" y="30960"/>
                  </a:lnTo>
                  <a:lnTo>
                    <a:pt x="28407" y="30830"/>
                  </a:lnTo>
                  <a:lnTo>
                    <a:pt x="28257" y="30691"/>
                  </a:lnTo>
                  <a:lnTo>
                    <a:pt x="28097" y="30544"/>
                  </a:lnTo>
                  <a:lnTo>
                    <a:pt x="27927" y="30388"/>
                  </a:lnTo>
                  <a:lnTo>
                    <a:pt x="27747" y="30224"/>
                  </a:lnTo>
                  <a:lnTo>
                    <a:pt x="27561" y="30038"/>
                  </a:lnTo>
                  <a:lnTo>
                    <a:pt x="27373" y="29853"/>
                  </a:lnTo>
                  <a:lnTo>
                    <a:pt x="27184" y="29668"/>
                  </a:lnTo>
                  <a:lnTo>
                    <a:pt x="26992" y="29483"/>
                  </a:lnTo>
                  <a:lnTo>
                    <a:pt x="26800" y="29298"/>
                  </a:lnTo>
                  <a:lnTo>
                    <a:pt x="26605" y="29112"/>
                  </a:lnTo>
                  <a:lnTo>
                    <a:pt x="26409" y="28927"/>
                  </a:lnTo>
                  <a:lnTo>
                    <a:pt x="26211" y="28742"/>
                  </a:lnTo>
                  <a:lnTo>
                    <a:pt x="26012" y="28557"/>
                  </a:lnTo>
                  <a:lnTo>
                    <a:pt x="25810" y="28371"/>
                  </a:lnTo>
                  <a:lnTo>
                    <a:pt x="25610" y="28171"/>
                  </a:lnTo>
                  <a:lnTo>
                    <a:pt x="25411" y="27972"/>
                  </a:lnTo>
                  <a:lnTo>
                    <a:pt x="25216" y="27777"/>
                  </a:lnTo>
                  <a:lnTo>
                    <a:pt x="25022" y="27583"/>
                  </a:lnTo>
                  <a:lnTo>
                    <a:pt x="24832" y="27393"/>
                  </a:lnTo>
                  <a:lnTo>
                    <a:pt x="24644" y="27205"/>
                  </a:lnTo>
                  <a:lnTo>
                    <a:pt x="24458" y="27019"/>
                  </a:lnTo>
                  <a:lnTo>
                    <a:pt x="24275" y="26836"/>
                  </a:lnTo>
                  <a:lnTo>
                    <a:pt x="24094" y="26655"/>
                  </a:lnTo>
                  <a:lnTo>
                    <a:pt x="23916" y="26477"/>
                  </a:lnTo>
                  <a:lnTo>
                    <a:pt x="23744" y="26305"/>
                  </a:lnTo>
                  <a:lnTo>
                    <a:pt x="23583" y="26144"/>
                  </a:lnTo>
                  <a:lnTo>
                    <a:pt x="23431" y="25992"/>
                  </a:lnTo>
                  <a:lnTo>
                    <a:pt x="23290" y="25851"/>
                  </a:lnTo>
                  <a:lnTo>
                    <a:pt x="22653" y="25214"/>
                  </a:lnTo>
                  <a:lnTo>
                    <a:pt x="5016" y="7577"/>
                  </a:lnTo>
                  <a:lnTo>
                    <a:pt x="12593" y="0"/>
                  </a:lnTo>
                  <a:lnTo>
                    <a:pt x="65674" y="53081"/>
                  </a:lnTo>
                  <a:lnTo>
                    <a:pt x="66001" y="53408"/>
                  </a:lnTo>
                  <a:lnTo>
                    <a:pt x="66326" y="53733"/>
                  </a:lnTo>
                  <a:lnTo>
                    <a:pt x="66648" y="54055"/>
                  </a:lnTo>
                  <a:lnTo>
                    <a:pt x="66968" y="54374"/>
                  </a:lnTo>
                  <a:lnTo>
                    <a:pt x="67284" y="54691"/>
                  </a:lnTo>
                  <a:lnTo>
                    <a:pt x="67599" y="55006"/>
                  </a:lnTo>
                  <a:lnTo>
                    <a:pt x="67911" y="55318"/>
                  </a:lnTo>
                  <a:lnTo>
                    <a:pt x="68220" y="55627"/>
                  </a:lnTo>
                  <a:lnTo>
                    <a:pt x="68527" y="55934"/>
                  </a:lnTo>
                  <a:lnTo>
                    <a:pt x="68831" y="56238"/>
                  </a:lnTo>
                  <a:lnTo>
                    <a:pt x="69140" y="56530"/>
                  </a:lnTo>
                  <a:lnTo>
                    <a:pt x="69444" y="56818"/>
                  </a:lnTo>
                  <a:lnTo>
                    <a:pt x="69743" y="57100"/>
                  </a:lnTo>
                  <a:lnTo>
                    <a:pt x="70037" y="57377"/>
                  </a:lnTo>
                  <a:lnTo>
                    <a:pt x="70326" y="57649"/>
                  </a:lnTo>
                  <a:lnTo>
                    <a:pt x="70610" y="57915"/>
                  </a:lnTo>
                  <a:lnTo>
                    <a:pt x="70888" y="58177"/>
                  </a:lnTo>
                  <a:lnTo>
                    <a:pt x="71162" y="58434"/>
                  </a:lnTo>
                  <a:lnTo>
                    <a:pt x="71430" y="58686"/>
                  </a:lnTo>
                  <a:lnTo>
                    <a:pt x="71694" y="58932"/>
                  </a:lnTo>
                  <a:lnTo>
                    <a:pt x="71952" y="59173"/>
                  </a:lnTo>
                  <a:lnTo>
                    <a:pt x="72202" y="59407"/>
                  </a:lnTo>
                  <a:lnTo>
                    <a:pt x="72447" y="59635"/>
                  </a:lnTo>
                  <a:lnTo>
                    <a:pt x="72684" y="59855"/>
                  </a:lnTo>
                  <a:lnTo>
                    <a:pt x="72915" y="60069"/>
                  </a:lnTo>
                  <a:lnTo>
                    <a:pt x="73139" y="60276"/>
                  </a:lnTo>
                  <a:lnTo>
                    <a:pt x="73356" y="60476"/>
                  </a:lnTo>
                  <a:lnTo>
                    <a:pt x="73566" y="60670"/>
                  </a:lnTo>
                  <a:lnTo>
                    <a:pt x="73770" y="60857"/>
                  </a:lnTo>
                  <a:lnTo>
                    <a:pt x="73967" y="61037"/>
                  </a:lnTo>
                  <a:lnTo>
                    <a:pt x="74147" y="61201"/>
                  </a:lnTo>
                  <a:lnTo>
                    <a:pt x="74317" y="61354"/>
                  </a:lnTo>
                  <a:lnTo>
                    <a:pt x="74477" y="61497"/>
                  </a:lnTo>
                  <a:lnTo>
                    <a:pt x="74627" y="61630"/>
                  </a:lnTo>
                  <a:lnTo>
                    <a:pt x="74767" y="61753"/>
                  </a:lnTo>
                  <a:lnTo>
                    <a:pt x="75314" y="62216"/>
                  </a:lnTo>
                  <a:lnTo>
                    <a:pt x="67616" y="69133"/>
                  </a:lnTo>
                  <a:lnTo>
                    <a:pt x="67484" y="69035"/>
                  </a:lnTo>
                  <a:lnTo>
                    <a:pt x="67346" y="68931"/>
                  </a:lnTo>
                  <a:lnTo>
                    <a:pt x="67202" y="68820"/>
                  </a:lnTo>
                  <a:lnTo>
                    <a:pt x="67050" y="68702"/>
                  </a:lnTo>
                  <a:lnTo>
                    <a:pt x="66892" y="68577"/>
                  </a:lnTo>
                  <a:lnTo>
                    <a:pt x="66727" y="68446"/>
                  </a:lnTo>
                  <a:lnTo>
                    <a:pt x="66556" y="68293"/>
                  </a:lnTo>
                  <a:lnTo>
                    <a:pt x="66380" y="68136"/>
                  </a:lnTo>
                  <a:lnTo>
                    <a:pt x="66199" y="67976"/>
                  </a:lnTo>
                  <a:lnTo>
                    <a:pt x="66013" y="67813"/>
                  </a:lnTo>
                  <a:lnTo>
                    <a:pt x="65822" y="67646"/>
                  </a:lnTo>
                  <a:lnTo>
                    <a:pt x="65626" y="67476"/>
                  </a:lnTo>
                  <a:lnTo>
                    <a:pt x="65424" y="67303"/>
                  </a:lnTo>
                  <a:lnTo>
                    <a:pt x="65218" y="67126"/>
                  </a:lnTo>
                  <a:lnTo>
                    <a:pt x="65007" y="66946"/>
                  </a:lnTo>
                  <a:lnTo>
                    <a:pt x="64790" y="66762"/>
                  </a:lnTo>
                  <a:lnTo>
                    <a:pt x="64579" y="66568"/>
                  </a:lnTo>
                  <a:lnTo>
                    <a:pt x="64366" y="66371"/>
                  </a:lnTo>
                  <a:lnTo>
                    <a:pt x="64151" y="66174"/>
                  </a:lnTo>
                  <a:lnTo>
                    <a:pt x="63935" y="65974"/>
                  </a:lnTo>
                  <a:lnTo>
                    <a:pt x="63717" y="65773"/>
                  </a:lnTo>
                  <a:lnTo>
                    <a:pt x="63497" y="65570"/>
                  </a:lnTo>
                  <a:lnTo>
                    <a:pt x="63276" y="65365"/>
                  </a:lnTo>
                  <a:lnTo>
                    <a:pt x="63053" y="65159"/>
                  </a:lnTo>
                  <a:lnTo>
                    <a:pt x="62828" y="64951"/>
                  </a:lnTo>
                  <a:lnTo>
                    <a:pt x="62601" y="64742"/>
                  </a:lnTo>
                  <a:lnTo>
                    <a:pt x="62367" y="64523"/>
                  </a:lnTo>
                  <a:lnTo>
                    <a:pt x="62133" y="64304"/>
                  </a:lnTo>
                  <a:lnTo>
                    <a:pt x="61902" y="64085"/>
                  </a:lnTo>
                  <a:lnTo>
                    <a:pt x="61672" y="63866"/>
                  </a:lnTo>
                  <a:lnTo>
                    <a:pt x="61444" y="63647"/>
                  </a:lnTo>
                  <a:lnTo>
                    <a:pt x="61217" y="63428"/>
                  </a:lnTo>
                  <a:lnTo>
                    <a:pt x="60993" y="63209"/>
                  </a:lnTo>
                  <a:lnTo>
                    <a:pt x="60769" y="62990"/>
                  </a:lnTo>
                  <a:lnTo>
                    <a:pt x="60548" y="62771"/>
                  </a:lnTo>
                  <a:lnTo>
                    <a:pt x="60328" y="62553"/>
                  </a:lnTo>
                  <a:close/>
                  <a:moveTo>
                    <a:pt x="21685" y="70214"/>
                  </a:moveTo>
                  <a:lnTo>
                    <a:pt x="22620" y="71137"/>
                  </a:lnTo>
                  <a:lnTo>
                    <a:pt x="23541" y="72022"/>
                  </a:lnTo>
                  <a:lnTo>
                    <a:pt x="24446" y="72868"/>
                  </a:lnTo>
                  <a:lnTo>
                    <a:pt x="25336" y="73676"/>
                  </a:lnTo>
                  <a:lnTo>
                    <a:pt x="26210" y="74444"/>
                  </a:lnTo>
                  <a:lnTo>
                    <a:pt x="27070" y="75174"/>
                  </a:lnTo>
                  <a:lnTo>
                    <a:pt x="27914" y="75866"/>
                  </a:lnTo>
                  <a:lnTo>
                    <a:pt x="28744" y="76518"/>
                  </a:lnTo>
                  <a:lnTo>
                    <a:pt x="29558" y="77132"/>
                  </a:lnTo>
                  <a:lnTo>
                    <a:pt x="30357" y="77707"/>
                  </a:lnTo>
                  <a:lnTo>
                    <a:pt x="31143" y="78243"/>
                  </a:lnTo>
                  <a:lnTo>
                    <a:pt x="31921" y="78742"/>
                  </a:lnTo>
                  <a:lnTo>
                    <a:pt x="32689" y="79203"/>
                  </a:lnTo>
                  <a:lnTo>
                    <a:pt x="33448" y="79626"/>
                  </a:lnTo>
                  <a:lnTo>
                    <a:pt x="34198" y="80011"/>
                  </a:lnTo>
                  <a:lnTo>
                    <a:pt x="34938" y="80359"/>
                  </a:lnTo>
                  <a:lnTo>
                    <a:pt x="35669" y="80668"/>
                  </a:lnTo>
                  <a:lnTo>
                    <a:pt x="36391" y="80940"/>
                  </a:lnTo>
                  <a:lnTo>
                    <a:pt x="37104" y="81173"/>
                  </a:lnTo>
                  <a:lnTo>
                    <a:pt x="37808" y="81369"/>
                  </a:lnTo>
                  <a:lnTo>
                    <a:pt x="38494" y="81519"/>
                  </a:lnTo>
                  <a:lnTo>
                    <a:pt x="39171" y="81632"/>
                  </a:lnTo>
                  <a:lnTo>
                    <a:pt x="39841" y="81707"/>
                  </a:lnTo>
                  <a:lnTo>
                    <a:pt x="40502" y="81746"/>
                  </a:lnTo>
                  <a:lnTo>
                    <a:pt x="41154" y="81748"/>
                  </a:lnTo>
                  <a:lnTo>
                    <a:pt x="41798" y="81713"/>
                  </a:lnTo>
                  <a:lnTo>
                    <a:pt x="42434" y="81640"/>
                  </a:lnTo>
                  <a:lnTo>
                    <a:pt x="43061" y="81531"/>
                  </a:lnTo>
                  <a:lnTo>
                    <a:pt x="43680" y="81384"/>
                  </a:lnTo>
                  <a:lnTo>
                    <a:pt x="44290" y="81201"/>
                  </a:lnTo>
                  <a:lnTo>
                    <a:pt x="44895" y="80980"/>
                  </a:lnTo>
                  <a:lnTo>
                    <a:pt x="45497" y="80721"/>
                  </a:lnTo>
                  <a:lnTo>
                    <a:pt x="46097" y="80424"/>
                  </a:lnTo>
                  <a:lnTo>
                    <a:pt x="46695" y="80089"/>
                  </a:lnTo>
                  <a:lnTo>
                    <a:pt x="47289" y="79717"/>
                  </a:lnTo>
                  <a:lnTo>
                    <a:pt x="47882" y="79306"/>
                  </a:lnTo>
                  <a:lnTo>
                    <a:pt x="48471" y="78858"/>
                  </a:lnTo>
                  <a:lnTo>
                    <a:pt x="49059" y="78372"/>
                  </a:lnTo>
                  <a:lnTo>
                    <a:pt x="49643" y="77848"/>
                  </a:lnTo>
                  <a:lnTo>
                    <a:pt x="50226" y="77286"/>
                  </a:lnTo>
                  <a:lnTo>
                    <a:pt x="50806" y="76686"/>
                  </a:lnTo>
                  <a:lnTo>
                    <a:pt x="51354" y="76080"/>
                  </a:lnTo>
                  <a:lnTo>
                    <a:pt x="51867" y="75470"/>
                  </a:lnTo>
                  <a:lnTo>
                    <a:pt x="52347" y="74854"/>
                  </a:lnTo>
                  <a:lnTo>
                    <a:pt x="52793" y="74234"/>
                  </a:lnTo>
                  <a:lnTo>
                    <a:pt x="53206" y="73608"/>
                  </a:lnTo>
                  <a:lnTo>
                    <a:pt x="53585" y="72978"/>
                  </a:lnTo>
                  <a:lnTo>
                    <a:pt x="53930" y="72342"/>
                  </a:lnTo>
                  <a:lnTo>
                    <a:pt x="54241" y="71702"/>
                  </a:lnTo>
                  <a:lnTo>
                    <a:pt x="54519" y="71056"/>
                  </a:lnTo>
                  <a:lnTo>
                    <a:pt x="54769" y="70395"/>
                  </a:lnTo>
                  <a:lnTo>
                    <a:pt x="54979" y="69727"/>
                  </a:lnTo>
                  <a:lnTo>
                    <a:pt x="55149" y="69052"/>
                  </a:lnTo>
                  <a:lnTo>
                    <a:pt x="55280" y="68368"/>
                  </a:lnTo>
                  <a:lnTo>
                    <a:pt x="55372" y="67678"/>
                  </a:lnTo>
                  <a:lnTo>
                    <a:pt x="55423" y="66979"/>
                  </a:lnTo>
                  <a:lnTo>
                    <a:pt x="55436" y="66273"/>
                  </a:lnTo>
                  <a:lnTo>
                    <a:pt x="55408" y="65560"/>
                  </a:lnTo>
                  <a:lnTo>
                    <a:pt x="55341" y="64839"/>
                  </a:lnTo>
                  <a:lnTo>
                    <a:pt x="55235" y="64110"/>
                  </a:lnTo>
                  <a:lnTo>
                    <a:pt x="55088" y="63355"/>
                  </a:lnTo>
                  <a:lnTo>
                    <a:pt x="54900" y="62590"/>
                  </a:lnTo>
                  <a:lnTo>
                    <a:pt x="54670" y="61813"/>
                  </a:lnTo>
                  <a:lnTo>
                    <a:pt x="54400" y="61025"/>
                  </a:lnTo>
                  <a:lnTo>
                    <a:pt x="54088" y="60227"/>
                  </a:lnTo>
                  <a:lnTo>
                    <a:pt x="53735" y="59417"/>
                  </a:lnTo>
                  <a:lnTo>
                    <a:pt x="53340" y="58597"/>
                  </a:lnTo>
                  <a:lnTo>
                    <a:pt x="52904" y="57766"/>
                  </a:lnTo>
                  <a:lnTo>
                    <a:pt x="52427" y="56923"/>
                  </a:lnTo>
                  <a:lnTo>
                    <a:pt x="51909" y="56070"/>
                  </a:lnTo>
                  <a:lnTo>
                    <a:pt x="51347" y="55204"/>
                  </a:lnTo>
                  <a:lnTo>
                    <a:pt x="50737" y="54322"/>
                  </a:lnTo>
                  <a:lnTo>
                    <a:pt x="50081" y="53426"/>
                  </a:lnTo>
                  <a:lnTo>
                    <a:pt x="49377" y="52514"/>
                  </a:lnTo>
                  <a:lnTo>
                    <a:pt x="48626" y="51587"/>
                  </a:lnTo>
                  <a:lnTo>
                    <a:pt x="47828" y="50645"/>
                  </a:lnTo>
                  <a:lnTo>
                    <a:pt x="46983" y="49688"/>
                  </a:lnTo>
                  <a:lnTo>
                    <a:pt x="46090" y="48715"/>
                  </a:lnTo>
                  <a:lnTo>
                    <a:pt x="45151" y="47728"/>
                  </a:lnTo>
                  <a:lnTo>
                    <a:pt x="44164" y="46725"/>
                  </a:lnTo>
                  <a:lnTo>
                    <a:pt x="43203" y="45780"/>
                  </a:lnTo>
                  <a:lnTo>
                    <a:pt x="42256" y="44881"/>
                  </a:lnTo>
                  <a:lnTo>
                    <a:pt x="41324" y="44029"/>
                  </a:lnTo>
                  <a:lnTo>
                    <a:pt x="40406" y="43223"/>
                  </a:lnTo>
                  <a:lnTo>
                    <a:pt x="39502" y="42463"/>
                  </a:lnTo>
                  <a:lnTo>
                    <a:pt x="38612" y="41749"/>
                  </a:lnTo>
                  <a:lnTo>
                    <a:pt x="37737" y="41082"/>
                  </a:lnTo>
                  <a:lnTo>
                    <a:pt x="36876" y="40461"/>
                  </a:lnTo>
                  <a:lnTo>
                    <a:pt x="36030" y="39887"/>
                  </a:lnTo>
                  <a:lnTo>
                    <a:pt x="35198" y="39358"/>
                  </a:lnTo>
                  <a:lnTo>
                    <a:pt x="34370" y="38865"/>
                  </a:lnTo>
                  <a:lnTo>
                    <a:pt x="33553" y="38414"/>
                  </a:lnTo>
                  <a:lnTo>
                    <a:pt x="32746" y="38003"/>
                  </a:lnTo>
                  <a:lnTo>
                    <a:pt x="31951" y="37634"/>
                  </a:lnTo>
                  <a:lnTo>
                    <a:pt x="31167" y="37306"/>
                  </a:lnTo>
                  <a:lnTo>
                    <a:pt x="30394" y="37019"/>
                  </a:lnTo>
                  <a:lnTo>
                    <a:pt x="29631" y="36774"/>
                  </a:lnTo>
                  <a:lnTo>
                    <a:pt x="28880" y="36570"/>
                  </a:lnTo>
                  <a:lnTo>
                    <a:pt x="28140" y="36407"/>
                  </a:lnTo>
                  <a:lnTo>
                    <a:pt x="27410" y="36285"/>
                  </a:lnTo>
                  <a:lnTo>
                    <a:pt x="26691" y="36203"/>
                  </a:lnTo>
                  <a:lnTo>
                    <a:pt x="25981" y="36159"/>
                  </a:lnTo>
                  <a:lnTo>
                    <a:pt x="25280" y="36153"/>
                  </a:lnTo>
                  <a:lnTo>
                    <a:pt x="24588" y="36184"/>
                  </a:lnTo>
                  <a:lnTo>
                    <a:pt x="23906" y="36254"/>
                  </a:lnTo>
                  <a:lnTo>
                    <a:pt x="23233" y="36361"/>
                  </a:lnTo>
                  <a:lnTo>
                    <a:pt x="22569" y="36506"/>
                  </a:lnTo>
                  <a:lnTo>
                    <a:pt x="21914" y="36689"/>
                  </a:lnTo>
                  <a:lnTo>
                    <a:pt x="21269" y="36910"/>
                  </a:lnTo>
                  <a:lnTo>
                    <a:pt x="20633" y="37169"/>
                  </a:lnTo>
                  <a:lnTo>
                    <a:pt x="20003" y="37447"/>
                  </a:lnTo>
                  <a:lnTo>
                    <a:pt x="19378" y="37757"/>
                  </a:lnTo>
                  <a:lnTo>
                    <a:pt x="18757" y="38100"/>
                  </a:lnTo>
                  <a:lnTo>
                    <a:pt x="18141" y="38476"/>
                  </a:lnTo>
                  <a:lnTo>
                    <a:pt x="17528" y="38885"/>
                  </a:lnTo>
                  <a:lnTo>
                    <a:pt x="16920" y="39326"/>
                  </a:lnTo>
                  <a:lnTo>
                    <a:pt x="16316" y="39801"/>
                  </a:lnTo>
                  <a:lnTo>
                    <a:pt x="15716" y="40308"/>
                  </a:lnTo>
                  <a:lnTo>
                    <a:pt x="15120" y="40848"/>
                  </a:lnTo>
                  <a:lnTo>
                    <a:pt x="14529" y="41421"/>
                  </a:lnTo>
                  <a:lnTo>
                    <a:pt x="13991" y="41979"/>
                  </a:lnTo>
                  <a:lnTo>
                    <a:pt x="13487" y="42541"/>
                  </a:lnTo>
                  <a:lnTo>
                    <a:pt x="13017" y="43107"/>
                  </a:lnTo>
                  <a:lnTo>
                    <a:pt x="12583" y="43677"/>
                  </a:lnTo>
                  <a:lnTo>
                    <a:pt x="12182" y="44252"/>
                  </a:lnTo>
                  <a:lnTo>
                    <a:pt x="11816" y="44831"/>
                  </a:lnTo>
                  <a:lnTo>
                    <a:pt x="11485" y="45414"/>
                  </a:lnTo>
                  <a:lnTo>
                    <a:pt x="11188" y="46001"/>
                  </a:lnTo>
                  <a:lnTo>
                    <a:pt x="10926" y="46592"/>
                  </a:lnTo>
                  <a:lnTo>
                    <a:pt x="10698" y="47188"/>
                  </a:lnTo>
                  <a:lnTo>
                    <a:pt x="10506" y="47791"/>
                  </a:lnTo>
                  <a:lnTo>
                    <a:pt x="10351" y="48404"/>
                  </a:lnTo>
                  <a:lnTo>
                    <a:pt x="10234" y="49027"/>
                  </a:lnTo>
                  <a:lnTo>
                    <a:pt x="10153" y="49660"/>
                  </a:lnTo>
                  <a:lnTo>
                    <a:pt x="10109" y="50303"/>
                  </a:lnTo>
                  <a:lnTo>
                    <a:pt x="10102" y="50956"/>
                  </a:lnTo>
                  <a:lnTo>
                    <a:pt x="10133" y="51620"/>
                  </a:lnTo>
                  <a:lnTo>
                    <a:pt x="10200" y="52293"/>
                  </a:lnTo>
                  <a:lnTo>
                    <a:pt x="10304" y="52977"/>
                  </a:lnTo>
                  <a:lnTo>
                    <a:pt x="10446" y="53671"/>
                  </a:lnTo>
                  <a:lnTo>
                    <a:pt x="10626" y="54376"/>
                  </a:lnTo>
                  <a:lnTo>
                    <a:pt x="10845" y="55093"/>
                  </a:lnTo>
                  <a:lnTo>
                    <a:pt x="11104" y="55824"/>
                  </a:lnTo>
                  <a:lnTo>
                    <a:pt x="11402" y="56567"/>
                  </a:lnTo>
                  <a:lnTo>
                    <a:pt x="11740" y="57322"/>
                  </a:lnTo>
                  <a:lnTo>
                    <a:pt x="12118" y="58091"/>
                  </a:lnTo>
                  <a:lnTo>
                    <a:pt x="12535" y="58871"/>
                  </a:lnTo>
                  <a:lnTo>
                    <a:pt x="12992" y="59665"/>
                  </a:lnTo>
                  <a:lnTo>
                    <a:pt x="13488" y="60471"/>
                  </a:lnTo>
                  <a:lnTo>
                    <a:pt x="14024" y="61290"/>
                  </a:lnTo>
                  <a:lnTo>
                    <a:pt x="14601" y="62106"/>
                  </a:lnTo>
                  <a:lnTo>
                    <a:pt x="15219" y="62940"/>
                  </a:lnTo>
                  <a:lnTo>
                    <a:pt x="15880" y="63790"/>
                  </a:lnTo>
                  <a:lnTo>
                    <a:pt x="16583" y="64657"/>
                  </a:lnTo>
                  <a:lnTo>
                    <a:pt x="17328" y="65541"/>
                  </a:lnTo>
                  <a:lnTo>
                    <a:pt x="18115" y="66442"/>
                  </a:lnTo>
                  <a:lnTo>
                    <a:pt x="18945" y="67360"/>
                  </a:lnTo>
                  <a:lnTo>
                    <a:pt x="19816" y="68294"/>
                  </a:lnTo>
                  <a:lnTo>
                    <a:pt x="20730" y="6924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5357949" y="6066187"/>
              <a:ext cx="83353" cy="91668"/>
            </a:xfrm>
            <a:custGeom>
              <a:avLst/>
              <a:pathLst>
                <a:path w="83353" h="91668">
                  <a:moveTo>
                    <a:pt x="73839" y="82334"/>
                  </a:moveTo>
                  <a:lnTo>
                    <a:pt x="73057" y="83100"/>
                  </a:lnTo>
                  <a:lnTo>
                    <a:pt x="72277" y="83832"/>
                  </a:lnTo>
                  <a:lnTo>
                    <a:pt x="71498" y="84531"/>
                  </a:lnTo>
                  <a:lnTo>
                    <a:pt x="70721" y="85196"/>
                  </a:lnTo>
                  <a:lnTo>
                    <a:pt x="69945" y="85828"/>
                  </a:lnTo>
                  <a:lnTo>
                    <a:pt x="69172" y="86425"/>
                  </a:lnTo>
                  <a:lnTo>
                    <a:pt x="68400" y="86990"/>
                  </a:lnTo>
                  <a:lnTo>
                    <a:pt x="67629" y="87520"/>
                  </a:lnTo>
                  <a:lnTo>
                    <a:pt x="66861" y="88017"/>
                  </a:lnTo>
                  <a:lnTo>
                    <a:pt x="66094" y="88480"/>
                  </a:lnTo>
                  <a:lnTo>
                    <a:pt x="65329" y="88910"/>
                  </a:lnTo>
                  <a:lnTo>
                    <a:pt x="64568" y="89308"/>
                  </a:lnTo>
                  <a:lnTo>
                    <a:pt x="63810" y="89674"/>
                  </a:lnTo>
                  <a:lnTo>
                    <a:pt x="63056" y="90009"/>
                  </a:lnTo>
                  <a:lnTo>
                    <a:pt x="62305" y="90311"/>
                  </a:lnTo>
                  <a:lnTo>
                    <a:pt x="61557" y="90581"/>
                  </a:lnTo>
                  <a:lnTo>
                    <a:pt x="60813" y="90819"/>
                  </a:lnTo>
                  <a:lnTo>
                    <a:pt x="60072" y="91026"/>
                  </a:lnTo>
                  <a:lnTo>
                    <a:pt x="59335" y="91200"/>
                  </a:lnTo>
                  <a:lnTo>
                    <a:pt x="58601" y="91342"/>
                  </a:lnTo>
                  <a:lnTo>
                    <a:pt x="57879" y="91463"/>
                  </a:lnTo>
                  <a:lnTo>
                    <a:pt x="57161" y="91556"/>
                  </a:lnTo>
                  <a:lnTo>
                    <a:pt x="56448" y="91621"/>
                  </a:lnTo>
                  <a:lnTo>
                    <a:pt x="55738" y="91659"/>
                  </a:lnTo>
                  <a:lnTo>
                    <a:pt x="55033" y="91668"/>
                  </a:lnTo>
                  <a:lnTo>
                    <a:pt x="54332" y="91650"/>
                  </a:lnTo>
                  <a:lnTo>
                    <a:pt x="53636" y="91604"/>
                  </a:lnTo>
                  <a:lnTo>
                    <a:pt x="52943" y="91531"/>
                  </a:lnTo>
                  <a:lnTo>
                    <a:pt x="52255" y="91429"/>
                  </a:lnTo>
                  <a:lnTo>
                    <a:pt x="51571" y="91300"/>
                  </a:lnTo>
                  <a:lnTo>
                    <a:pt x="50892" y="91145"/>
                  </a:lnTo>
                  <a:lnTo>
                    <a:pt x="50219" y="90965"/>
                  </a:lnTo>
                  <a:lnTo>
                    <a:pt x="49552" y="90761"/>
                  </a:lnTo>
                  <a:lnTo>
                    <a:pt x="48890" y="90532"/>
                  </a:lnTo>
                  <a:lnTo>
                    <a:pt x="48235" y="90279"/>
                  </a:lnTo>
                  <a:lnTo>
                    <a:pt x="47585" y="90002"/>
                  </a:lnTo>
                  <a:lnTo>
                    <a:pt x="46942" y="89700"/>
                  </a:lnTo>
                  <a:lnTo>
                    <a:pt x="46304" y="89374"/>
                  </a:lnTo>
                  <a:lnTo>
                    <a:pt x="45672" y="89023"/>
                  </a:lnTo>
                  <a:lnTo>
                    <a:pt x="45046" y="88648"/>
                  </a:lnTo>
                  <a:lnTo>
                    <a:pt x="51571" y="79934"/>
                  </a:lnTo>
                  <a:lnTo>
                    <a:pt x="52357" y="80381"/>
                  </a:lnTo>
                  <a:lnTo>
                    <a:pt x="53150" y="80763"/>
                  </a:lnTo>
                  <a:lnTo>
                    <a:pt x="53950" y="81079"/>
                  </a:lnTo>
                  <a:lnTo>
                    <a:pt x="54757" y="81329"/>
                  </a:lnTo>
                  <a:lnTo>
                    <a:pt x="55570" y="81513"/>
                  </a:lnTo>
                  <a:lnTo>
                    <a:pt x="56390" y="81632"/>
                  </a:lnTo>
                  <a:lnTo>
                    <a:pt x="57217" y="81685"/>
                  </a:lnTo>
                  <a:lnTo>
                    <a:pt x="58050" y="81672"/>
                  </a:lnTo>
                  <a:lnTo>
                    <a:pt x="58890" y="81594"/>
                  </a:lnTo>
                  <a:lnTo>
                    <a:pt x="59737" y="81450"/>
                  </a:lnTo>
                  <a:lnTo>
                    <a:pt x="60603" y="81240"/>
                  </a:lnTo>
                  <a:lnTo>
                    <a:pt x="61467" y="80963"/>
                  </a:lnTo>
                  <a:lnTo>
                    <a:pt x="62327" y="80620"/>
                  </a:lnTo>
                  <a:lnTo>
                    <a:pt x="63186" y="80211"/>
                  </a:lnTo>
                  <a:lnTo>
                    <a:pt x="64041" y="79734"/>
                  </a:lnTo>
                  <a:lnTo>
                    <a:pt x="64895" y="79192"/>
                  </a:lnTo>
                  <a:lnTo>
                    <a:pt x="65745" y="78583"/>
                  </a:lnTo>
                  <a:lnTo>
                    <a:pt x="66594" y="77907"/>
                  </a:lnTo>
                  <a:lnTo>
                    <a:pt x="67439" y="77165"/>
                  </a:lnTo>
                  <a:lnTo>
                    <a:pt x="68283" y="76356"/>
                  </a:lnTo>
                  <a:lnTo>
                    <a:pt x="68784" y="75840"/>
                  </a:lnTo>
                  <a:lnTo>
                    <a:pt x="69263" y="75319"/>
                  </a:lnTo>
                  <a:lnTo>
                    <a:pt x="69717" y="74793"/>
                  </a:lnTo>
                  <a:lnTo>
                    <a:pt x="70148" y="74262"/>
                  </a:lnTo>
                  <a:lnTo>
                    <a:pt x="70556" y="73725"/>
                  </a:lnTo>
                  <a:lnTo>
                    <a:pt x="70940" y="73184"/>
                  </a:lnTo>
                  <a:lnTo>
                    <a:pt x="71300" y="72638"/>
                  </a:lnTo>
                  <a:lnTo>
                    <a:pt x="71637" y="72086"/>
                  </a:lnTo>
                  <a:lnTo>
                    <a:pt x="71950" y="71530"/>
                  </a:lnTo>
                  <a:lnTo>
                    <a:pt x="72239" y="70968"/>
                  </a:lnTo>
                  <a:lnTo>
                    <a:pt x="72502" y="70402"/>
                  </a:lnTo>
                  <a:lnTo>
                    <a:pt x="72735" y="69830"/>
                  </a:lnTo>
                  <a:lnTo>
                    <a:pt x="72937" y="69253"/>
                  </a:lnTo>
                  <a:lnTo>
                    <a:pt x="73108" y="68672"/>
                  </a:lnTo>
                  <a:lnTo>
                    <a:pt x="73250" y="68085"/>
                  </a:lnTo>
                  <a:lnTo>
                    <a:pt x="73361" y="67493"/>
                  </a:lnTo>
                  <a:lnTo>
                    <a:pt x="73442" y="66896"/>
                  </a:lnTo>
                  <a:lnTo>
                    <a:pt x="73492" y="66294"/>
                  </a:lnTo>
                  <a:lnTo>
                    <a:pt x="73512" y="65687"/>
                  </a:lnTo>
                  <a:lnTo>
                    <a:pt x="73502" y="65075"/>
                  </a:lnTo>
                  <a:lnTo>
                    <a:pt x="73469" y="64466"/>
                  </a:lnTo>
                  <a:lnTo>
                    <a:pt x="73403" y="63851"/>
                  </a:lnTo>
                  <a:lnTo>
                    <a:pt x="73304" y="63230"/>
                  </a:lnTo>
                  <a:lnTo>
                    <a:pt x="73172" y="62603"/>
                  </a:lnTo>
                  <a:lnTo>
                    <a:pt x="73008" y="61970"/>
                  </a:lnTo>
                  <a:lnTo>
                    <a:pt x="72810" y="61332"/>
                  </a:lnTo>
                  <a:lnTo>
                    <a:pt x="72580" y="60687"/>
                  </a:lnTo>
                  <a:lnTo>
                    <a:pt x="72317" y="60037"/>
                  </a:lnTo>
                  <a:lnTo>
                    <a:pt x="72021" y="59381"/>
                  </a:lnTo>
                  <a:lnTo>
                    <a:pt x="71692" y="58719"/>
                  </a:lnTo>
                  <a:lnTo>
                    <a:pt x="71328" y="58051"/>
                  </a:lnTo>
                  <a:lnTo>
                    <a:pt x="70926" y="57377"/>
                  </a:lnTo>
                  <a:lnTo>
                    <a:pt x="70486" y="56697"/>
                  </a:lnTo>
                  <a:lnTo>
                    <a:pt x="70008" y="56011"/>
                  </a:lnTo>
                  <a:lnTo>
                    <a:pt x="69493" y="55319"/>
                  </a:lnTo>
                  <a:lnTo>
                    <a:pt x="68939" y="54622"/>
                  </a:lnTo>
                  <a:lnTo>
                    <a:pt x="68348" y="53919"/>
                  </a:lnTo>
                  <a:lnTo>
                    <a:pt x="67718" y="53209"/>
                  </a:lnTo>
                  <a:lnTo>
                    <a:pt x="67051" y="52494"/>
                  </a:lnTo>
                  <a:lnTo>
                    <a:pt x="66346" y="51773"/>
                  </a:lnTo>
                  <a:lnTo>
                    <a:pt x="58937" y="44533"/>
                  </a:lnTo>
                  <a:lnTo>
                    <a:pt x="59109" y="45049"/>
                  </a:lnTo>
                  <a:lnTo>
                    <a:pt x="59269" y="45571"/>
                  </a:lnTo>
                  <a:lnTo>
                    <a:pt x="59419" y="46100"/>
                  </a:lnTo>
                  <a:lnTo>
                    <a:pt x="59557" y="46634"/>
                  </a:lnTo>
                  <a:lnTo>
                    <a:pt x="59685" y="47174"/>
                  </a:lnTo>
                  <a:lnTo>
                    <a:pt x="59801" y="47720"/>
                  </a:lnTo>
                  <a:lnTo>
                    <a:pt x="59907" y="48272"/>
                  </a:lnTo>
                  <a:lnTo>
                    <a:pt x="60002" y="48830"/>
                  </a:lnTo>
                  <a:lnTo>
                    <a:pt x="60085" y="49393"/>
                  </a:lnTo>
                  <a:lnTo>
                    <a:pt x="60158" y="49963"/>
                  </a:lnTo>
                  <a:lnTo>
                    <a:pt x="60216" y="50521"/>
                  </a:lnTo>
                  <a:lnTo>
                    <a:pt x="60256" y="51084"/>
                  </a:lnTo>
                  <a:lnTo>
                    <a:pt x="60277" y="51653"/>
                  </a:lnTo>
                  <a:lnTo>
                    <a:pt x="60279" y="52226"/>
                  </a:lnTo>
                  <a:lnTo>
                    <a:pt x="60263" y="52804"/>
                  </a:lnTo>
                  <a:lnTo>
                    <a:pt x="60229" y="53388"/>
                  </a:lnTo>
                  <a:lnTo>
                    <a:pt x="60176" y="53976"/>
                  </a:lnTo>
                  <a:lnTo>
                    <a:pt x="60104" y="54570"/>
                  </a:lnTo>
                  <a:lnTo>
                    <a:pt x="60014" y="55168"/>
                  </a:lnTo>
                  <a:lnTo>
                    <a:pt x="59906" y="55772"/>
                  </a:lnTo>
                  <a:lnTo>
                    <a:pt x="59786" y="56371"/>
                  </a:lnTo>
                  <a:lnTo>
                    <a:pt x="59645" y="56972"/>
                  </a:lnTo>
                  <a:lnTo>
                    <a:pt x="59483" y="57577"/>
                  </a:lnTo>
                  <a:lnTo>
                    <a:pt x="59299" y="58183"/>
                  </a:lnTo>
                  <a:lnTo>
                    <a:pt x="59095" y="58792"/>
                  </a:lnTo>
                  <a:lnTo>
                    <a:pt x="58870" y="59404"/>
                  </a:lnTo>
                  <a:lnTo>
                    <a:pt x="58624" y="60018"/>
                  </a:lnTo>
                  <a:lnTo>
                    <a:pt x="58357" y="60635"/>
                  </a:lnTo>
                  <a:lnTo>
                    <a:pt x="58068" y="61254"/>
                  </a:lnTo>
                  <a:lnTo>
                    <a:pt x="57759" y="61876"/>
                  </a:lnTo>
                  <a:lnTo>
                    <a:pt x="57417" y="62490"/>
                  </a:lnTo>
                  <a:lnTo>
                    <a:pt x="57047" y="63103"/>
                  </a:lnTo>
                  <a:lnTo>
                    <a:pt x="56649" y="63716"/>
                  </a:lnTo>
                  <a:lnTo>
                    <a:pt x="56223" y="64327"/>
                  </a:lnTo>
                  <a:lnTo>
                    <a:pt x="55770" y="64938"/>
                  </a:lnTo>
                  <a:lnTo>
                    <a:pt x="55289" y="65548"/>
                  </a:lnTo>
                  <a:lnTo>
                    <a:pt x="54780" y="66157"/>
                  </a:lnTo>
                  <a:lnTo>
                    <a:pt x="54243" y="66765"/>
                  </a:lnTo>
                  <a:lnTo>
                    <a:pt x="53679" y="67373"/>
                  </a:lnTo>
                  <a:lnTo>
                    <a:pt x="53086" y="67979"/>
                  </a:lnTo>
                  <a:lnTo>
                    <a:pt x="52217" y="68820"/>
                  </a:lnTo>
                  <a:lnTo>
                    <a:pt x="51344" y="69608"/>
                  </a:lnTo>
                  <a:lnTo>
                    <a:pt x="50466" y="70342"/>
                  </a:lnTo>
                  <a:lnTo>
                    <a:pt x="49584" y="71024"/>
                  </a:lnTo>
                  <a:lnTo>
                    <a:pt x="48698" y="71652"/>
                  </a:lnTo>
                  <a:lnTo>
                    <a:pt x="47808" y="72228"/>
                  </a:lnTo>
                  <a:lnTo>
                    <a:pt x="46913" y="72750"/>
                  </a:lnTo>
                  <a:lnTo>
                    <a:pt x="46014" y="73219"/>
                  </a:lnTo>
                  <a:lnTo>
                    <a:pt x="45111" y="73636"/>
                  </a:lnTo>
                  <a:lnTo>
                    <a:pt x="44204" y="73999"/>
                  </a:lnTo>
                  <a:lnTo>
                    <a:pt x="43292" y="74294"/>
                  </a:lnTo>
                  <a:lnTo>
                    <a:pt x="42372" y="74538"/>
                  </a:lnTo>
                  <a:lnTo>
                    <a:pt x="41446" y="74732"/>
                  </a:lnTo>
                  <a:lnTo>
                    <a:pt x="40513" y="74875"/>
                  </a:lnTo>
                  <a:lnTo>
                    <a:pt x="39574" y="74967"/>
                  </a:lnTo>
                  <a:lnTo>
                    <a:pt x="38628" y="75009"/>
                  </a:lnTo>
                  <a:lnTo>
                    <a:pt x="37674" y="75001"/>
                  </a:lnTo>
                  <a:lnTo>
                    <a:pt x="36715" y="74942"/>
                  </a:lnTo>
                  <a:lnTo>
                    <a:pt x="35748" y="74833"/>
                  </a:lnTo>
                  <a:lnTo>
                    <a:pt x="34775" y="74673"/>
                  </a:lnTo>
                  <a:lnTo>
                    <a:pt x="33803" y="74455"/>
                  </a:lnTo>
                  <a:lnTo>
                    <a:pt x="32823" y="74189"/>
                  </a:lnTo>
                  <a:lnTo>
                    <a:pt x="31836" y="73876"/>
                  </a:lnTo>
                  <a:lnTo>
                    <a:pt x="30842" y="73514"/>
                  </a:lnTo>
                  <a:lnTo>
                    <a:pt x="29839" y="73105"/>
                  </a:lnTo>
                  <a:lnTo>
                    <a:pt x="28829" y="72647"/>
                  </a:lnTo>
                  <a:lnTo>
                    <a:pt x="27812" y="72141"/>
                  </a:lnTo>
                  <a:lnTo>
                    <a:pt x="26787" y="71588"/>
                  </a:lnTo>
                  <a:lnTo>
                    <a:pt x="25754" y="70986"/>
                  </a:lnTo>
                  <a:lnTo>
                    <a:pt x="24714" y="70337"/>
                  </a:lnTo>
                  <a:lnTo>
                    <a:pt x="23666" y="69624"/>
                  </a:lnTo>
                  <a:lnTo>
                    <a:pt x="22608" y="68867"/>
                  </a:lnTo>
                  <a:lnTo>
                    <a:pt x="21541" y="68065"/>
                  </a:lnTo>
                  <a:lnTo>
                    <a:pt x="20464" y="67218"/>
                  </a:lnTo>
                  <a:lnTo>
                    <a:pt x="19379" y="66327"/>
                  </a:lnTo>
                  <a:lnTo>
                    <a:pt x="18284" y="65391"/>
                  </a:lnTo>
                  <a:lnTo>
                    <a:pt x="17180" y="64411"/>
                  </a:lnTo>
                  <a:lnTo>
                    <a:pt x="16066" y="63386"/>
                  </a:lnTo>
                  <a:lnTo>
                    <a:pt x="14944" y="62316"/>
                  </a:lnTo>
                  <a:lnTo>
                    <a:pt x="13812" y="61202"/>
                  </a:lnTo>
                  <a:lnTo>
                    <a:pt x="12737" y="60110"/>
                  </a:lnTo>
                  <a:lnTo>
                    <a:pt x="11702" y="59022"/>
                  </a:lnTo>
                  <a:lnTo>
                    <a:pt x="10706" y="57938"/>
                  </a:lnTo>
                  <a:lnTo>
                    <a:pt x="9750" y="56858"/>
                  </a:lnTo>
                  <a:lnTo>
                    <a:pt x="8834" y="55782"/>
                  </a:lnTo>
                  <a:lnTo>
                    <a:pt x="7957" y="54711"/>
                  </a:lnTo>
                  <a:lnTo>
                    <a:pt x="7120" y="53644"/>
                  </a:lnTo>
                  <a:lnTo>
                    <a:pt x="6322" y="52581"/>
                  </a:lnTo>
                  <a:lnTo>
                    <a:pt x="5564" y="51522"/>
                  </a:lnTo>
                  <a:lnTo>
                    <a:pt x="4845" y="50468"/>
                  </a:lnTo>
                  <a:lnTo>
                    <a:pt x="4180" y="49410"/>
                  </a:lnTo>
                  <a:lnTo>
                    <a:pt x="3562" y="48356"/>
                  </a:lnTo>
                  <a:lnTo>
                    <a:pt x="2994" y="47308"/>
                  </a:lnTo>
                  <a:lnTo>
                    <a:pt x="2475" y="46265"/>
                  </a:lnTo>
                  <a:lnTo>
                    <a:pt x="2004" y="45227"/>
                  </a:lnTo>
                  <a:lnTo>
                    <a:pt x="1582" y="44194"/>
                  </a:lnTo>
                  <a:lnTo>
                    <a:pt x="1209" y="43166"/>
                  </a:lnTo>
                  <a:lnTo>
                    <a:pt x="885" y="42143"/>
                  </a:lnTo>
                  <a:lnTo>
                    <a:pt x="610" y="41125"/>
                  </a:lnTo>
                  <a:lnTo>
                    <a:pt x="383" y="40113"/>
                  </a:lnTo>
                  <a:lnTo>
                    <a:pt x="208" y="39088"/>
                  </a:lnTo>
                  <a:lnTo>
                    <a:pt x="85" y="38070"/>
                  </a:lnTo>
                  <a:lnTo>
                    <a:pt x="16" y="37058"/>
                  </a:lnTo>
                  <a:lnTo>
                    <a:pt x="0" y="36051"/>
                  </a:lnTo>
                  <a:lnTo>
                    <a:pt x="36" y="35051"/>
                  </a:lnTo>
                  <a:lnTo>
                    <a:pt x="126" y="34056"/>
                  </a:lnTo>
                  <a:lnTo>
                    <a:pt x="268" y="33067"/>
                  </a:lnTo>
                  <a:lnTo>
                    <a:pt x="464" y="32084"/>
                  </a:lnTo>
                  <a:lnTo>
                    <a:pt x="713" y="31107"/>
                  </a:lnTo>
                  <a:lnTo>
                    <a:pt x="1015" y="30136"/>
                  </a:lnTo>
                  <a:lnTo>
                    <a:pt x="1373" y="29154"/>
                  </a:lnTo>
                  <a:lnTo>
                    <a:pt x="1793" y="28176"/>
                  </a:lnTo>
                  <a:lnTo>
                    <a:pt x="2273" y="27204"/>
                  </a:lnTo>
                  <a:lnTo>
                    <a:pt x="2813" y="26236"/>
                  </a:lnTo>
                  <a:lnTo>
                    <a:pt x="3414" y="25274"/>
                  </a:lnTo>
                  <a:lnTo>
                    <a:pt x="4076" y="24317"/>
                  </a:lnTo>
                  <a:lnTo>
                    <a:pt x="4798" y="23365"/>
                  </a:lnTo>
                  <a:lnTo>
                    <a:pt x="5581" y="22418"/>
                  </a:lnTo>
                  <a:lnTo>
                    <a:pt x="6425" y="21476"/>
                  </a:lnTo>
                  <a:lnTo>
                    <a:pt x="7329" y="20538"/>
                  </a:lnTo>
                  <a:lnTo>
                    <a:pt x="8307" y="19606"/>
                  </a:lnTo>
                  <a:lnTo>
                    <a:pt x="9302" y="18744"/>
                  </a:lnTo>
                  <a:lnTo>
                    <a:pt x="10317" y="17952"/>
                  </a:lnTo>
                  <a:lnTo>
                    <a:pt x="11350" y="17231"/>
                  </a:lnTo>
                  <a:lnTo>
                    <a:pt x="12402" y="16582"/>
                  </a:lnTo>
                  <a:lnTo>
                    <a:pt x="13472" y="16002"/>
                  </a:lnTo>
                  <a:lnTo>
                    <a:pt x="14560" y="15494"/>
                  </a:lnTo>
                  <a:lnTo>
                    <a:pt x="15667" y="15056"/>
                  </a:lnTo>
                  <a:lnTo>
                    <a:pt x="16793" y="14689"/>
                  </a:lnTo>
                  <a:lnTo>
                    <a:pt x="17937" y="14393"/>
                  </a:lnTo>
                  <a:lnTo>
                    <a:pt x="19093" y="14150"/>
                  </a:lnTo>
                  <a:lnTo>
                    <a:pt x="20254" y="13978"/>
                  </a:lnTo>
                  <a:lnTo>
                    <a:pt x="21420" y="13877"/>
                  </a:lnTo>
                  <a:lnTo>
                    <a:pt x="22591" y="13847"/>
                  </a:lnTo>
                  <a:lnTo>
                    <a:pt x="23767" y="13887"/>
                  </a:lnTo>
                  <a:lnTo>
                    <a:pt x="24948" y="13999"/>
                  </a:lnTo>
                  <a:lnTo>
                    <a:pt x="26135" y="14180"/>
                  </a:lnTo>
                  <a:lnTo>
                    <a:pt x="27326" y="14433"/>
                  </a:lnTo>
                  <a:lnTo>
                    <a:pt x="28522" y="14756"/>
                  </a:lnTo>
                  <a:lnTo>
                    <a:pt x="29808" y="15066"/>
                  </a:lnTo>
                  <a:lnTo>
                    <a:pt x="29595" y="14853"/>
                  </a:lnTo>
                  <a:lnTo>
                    <a:pt x="29378" y="14633"/>
                  </a:lnTo>
                  <a:lnTo>
                    <a:pt x="29157" y="14408"/>
                  </a:lnTo>
                  <a:lnTo>
                    <a:pt x="28932" y="14177"/>
                  </a:lnTo>
                  <a:lnTo>
                    <a:pt x="28703" y="13940"/>
                  </a:lnTo>
                  <a:lnTo>
                    <a:pt x="28469" y="13697"/>
                  </a:lnTo>
                  <a:lnTo>
                    <a:pt x="28231" y="13448"/>
                  </a:lnTo>
                  <a:lnTo>
                    <a:pt x="27989" y="13194"/>
                  </a:lnTo>
                  <a:lnTo>
                    <a:pt x="27743" y="12933"/>
                  </a:lnTo>
                  <a:lnTo>
                    <a:pt x="27493" y="12667"/>
                  </a:lnTo>
                  <a:lnTo>
                    <a:pt x="27250" y="12391"/>
                  </a:lnTo>
                  <a:lnTo>
                    <a:pt x="27009" y="12119"/>
                  </a:lnTo>
                  <a:lnTo>
                    <a:pt x="26771" y="11852"/>
                  </a:lnTo>
                  <a:lnTo>
                    <a:pt x="26536" y="11589"/>
                  </a:lnTo>
                  <a:lnTo>
                    <a:pt x="26303" y="11330"/>
                  </a:lnTo>
                  <a:lnTo>
                    <a:pt x="26073" y="11076"/>
                  </a:lnTo>
                  <a:lnTo>
                    <a:pt x="25845" y="10825"/>
                  </a:lnTo>
                  <a:lnTo>
                    <a:pt x="25620" y="10579"/>
                  </a:lnTo>
                  <a:lnTo>
                    <a:pt x="25397" y="10337"/>
                  </a:lnTo>
                  <a:lnTo>
                    <a:pt x="25177" y="10099"/>
                  </a:lnTo>
                  <a:lnTo>
                    <a:pt x="24962" y="9850"/>
                  </a:lnTo>
                  <a:lnTo>
                    <a:pt x="24753" y="9607"/>
                  </a:lnTo>
                  <a:lnTo>
                    <a:pt x="24551" y="9372"/>
                  </a:lnTo>
                  <a:lnTo>
                    <a:pt x="24356" y="9143"/>
                  </a:lnTo>
                  <a:lnTo>
                    <a:pt x="24167" y="8920"/>
                  </a:lnTo>
                  <a:lnTo>
                    <a:pt x="23985" y="8705"/>
                  </a:lnTo>
                  <a:lnTo>
                    <a:pt x="23810" y="8496"/>
                  </a:lnTo>
                  <a:lnTo>
                    <a:pt x="23642" y="8294"/>
                  </a:lnTo>
                  <a:lnTo>
                    <a:pt x="23480" y="8099"/>
                  </a:lnTo>
                  <a:lnTo>
                    <a:pt x="23325" y="7910"/>
                  </a:lnTo>
                  <a:lnTo>
                    <a:pt x="23181" y="7732"/>
                  </a:lnTo>
                  <a:lnTo>
                    <a:pt x="23051" y="7568"/>
                  </a:lnTo>
                  <a:lnTo>
                    <a:pt x="22935" y="7419"/>
                  </a:lnTo>
                  <a:lnTo>
                    <a:pt x="22525" y="6773"/>
                  </a:lnTo>
                  <a:lnTo>
                    <a:pt x="30081" y="0"/>
                  </a:lnTo>
                  <a:lnTo>
                    <a:pt x="30197" y="133"/>
                  </a:lnTo>
                  <a:lnTo>
                    <a:pt x="30325" y="277"/>
                  </a:lnTo>
                  <a:lnTo>
                    <a:pt x="30463" y="433"/>
                  </a:lnTo>
                  <a:lnTo>
                    <a:pt x="30613" y="599"/>
                  </a:lnTo>
                  <a:lnTo>
                    <a:pt x="30773" y="776"/>
                  </a:lnTo>
                  <a:lnTo>
                    <a:pt x="30944" y="964"/>
                  </a:lnTo>
                  <a:lnTo>
                    <a:pt x="31117" y="1153"/>
                  </a:lnTo>
                  <a:lnTo>
                    <a:pt x="31296" y="1350"/>
                  </a:lnTo>
                  <a:lnTo>
                    <a:pt x="31484" y="1554"/>
                  </a:lnTo>
                  <a:lnTo>
                    <a:pt x="31678" y="1766"/>
                  </a:lnTo>
                  <a:lnTo>
                    <a:pt x="31881" y="1985"/>
                  </a:lnTo>
                  <a:lnTo>
                    <a:pt x="32091" y="2212"/>
                  </a:lnTo>
                  <a:lnTo>
                    <a:pt x="32309" y="2446"/>
                  </a:lnTo>
                  <a:lnTo>
                    <a:pt x="32534" y="2689"/>
                  </a:lnTo>
                  <a:lnTo>
                    <a:pt x="32767" y="2938"/>
                  </a:lnTo>
                  <a:lnTo>
                    <a:pt x="33007" y="3195"/>
                  </a:lnTo>
                  <a:lnTo>
                    <a:pt x="33254" y="3459"/>
                  </a:lnTo>
                  <a:lnTo>
                    <a:pt x="33507" y="3729"/>
                  </a:lnTo>
                  <a:lnTo>
                    <a:pt x="33766" y="4005"/>
                  </a:lnTo>
                  <a:lnTo>
                    <a:pt x="34031" y="4286"/>
                  </a:lnTo>
                  <a:lnTo>
                    <a:pt x="34301" y="4574"/>
                  </a:lnTo>
                  <a:lnTo>
                    <a:pt x="34578" y="4867"/>
                  </a:lnTo>
                  <a:lnTo>
                    <a:pt x="34860" y="5167"/>
                  </a:lnTo>
                  <a:lnTo>
                    <a:pt x="35149" y="5472"/>
                  </a:lnTo>
                  <a:lnTo>
                    <a:pt x="35443" y="5783"/>
                  </a:lnTo>
                  <a:lnTo>
                    <a:pt x="35743" y="6100"/>
                  </a:lnTo>
                  <a:lnTo>
                    <a:pt x="36048" y="6404"/>
                  </a:lnTo>
                  <a:lnTo>
                    <a:pt x="36354" y="6711"/>
                  </a:lnTo>
                  <a:lnTo>
                    <a:pt x="36664" y="7021"/>
                  </a:lnTo>
                  <a:lnTo>
                    <a:pt x="36976" y="7332"/>
                  </a:lnTo>
                  <a:lnTo>
                    <a:pt x="37290" y="7647"/>
                  </a:lnTo>
                  <a:lnTo>
                    <a:pt x="37607" y="7964"/>
                  </a:lnTo>
                  <a:lnTo>
                    <a:pt x="37927" y="8283"/>
                  </a:lnTo>
                  <a:lnTo>
                    <a:pt x="38249" y="8605"/>
                  </a:lnTo>
                  <a:lnTo>
                    <a:pt x="38573" y="8930"/>
                  </a:lnTo>
                  <a:lnTo>
                    <a:pt x="38900" y="9257"/>
                  </a:lnTo>
                  <a:lnTo>
                    <a:pt x="73713" y="44070"/>
                  </a:lnTo>
                  <a:lnTo>
                    <a:pt x="75529" y="45980"/>
                  </a:lnTo>
                  <a:lnTo>
                    <a:pt x="77156" y="47890"/>
                  </a:lnTo>
                  <a:lnTo>
                    <a:pt x="78594" y="49799"/>
                  </a:lnTo>
                  <a:lnTo>
                    <a:pt x="79842" y="51707"/>
                  </a:lnTo>
                  <a:lnTo>
                    <a:pt x="80901" y="53615"/>
                  </a:lnTo>
                  <a:lnTo>
                    <a:pt x="81770" y="55521"/>
                  </a:lnTo>
                  <a:lnTo>
                    <a:pt x="82450" y="57427"/>
                  </a:lnTo>
                  <a:lnTo>
                    <a:pt x="82940" y="59331"/>
                  </a:lnTo>
                  <a:lnTo>
                    <a:pt x="83241" y="61235"/>
                  </a:lnTo>
                  <a:lnTo>
                    <a:pt x="83353" y="63139"/>
                  </a:lnTo>
                  <a:lnTo>
                    <a:pt x="83288" y="65043"/>
                  </a:lnTo>
                  <a:lnTo>
                    <a:pt x="83026" y="66951"/>
                  </a:lnTo>
                  <a:lnTo>
                    <a:pt x="82567" y="68862"/>
                  </a:lnTo>
                  <a:lnTo>
                    <a:pt x="81911" y="70776"/>
                  </a:lnTo>
                  <a:lnTo>
                    <a:pt x="81058" y="72694"/>
                  </a:lnTo>
                  <a:lnTo>
                    <a:pt x="80009" y="74615"/>
                  </a:lnTo>
                  <a:lnTo>
                    <a:pt x="78762" y="76540"/>
                  </a:lnTo>
                  <a:lnTo>
                    <a:pt x="77318" y="78468"/>
                  </a:lnTo>
                  <a:lnTo>
                    <a:pt x="75677" y="80399"/>
                  </a:lnTo>
                  <a:close/>
                  <a:moveTo>
                    <a:pt x="44709" y="30136"/>
                  </a:moveTo>
                  <a:lnTo>
                    <a:pt x="43761" y="29209"/>
                  </a:lnTo>
                  <a:lnTo>
                    <a:pt x="42820" y="28331"/>
                  </a:lnTo>
                  <a:lnTo>
                    <a:pt x="41886" y="27502"/>
                  </a:lnTo>
                  <a:lnTo>
                    <a:pt x="40958" y="26721"/>
                  </a:lnTo>
                  <a:lnTo>
                    <a:pt x="40037" y="25990"/>
                  </a:lnTo>
                  <a:lnTo>
                    <a:pt x="39123" y="25307"/>
                  </a:lnTo>
                  <a:lnTo>
                    <a:pt x="38215" y="24673"/>
                  </a:lnTo>
                  <a:lnTo>
                    <a:pt x="37314" y="24088"/>
                  </a:lnTo>
                  <a:lnTo>
                    <a:pt x="36420" y="23552"/>
                  </a:lnTo>
                  <a:lnTo>
                    <a:pt x="35533" y="23064"/>
                  </a:lnTo>
                  <a:lnTo>
                    <a:pt x="34655" y="22604"/>
                  </a:lnTo>
                  <a:lnTo>
                    <a:pt x="33788" y="22182"/>
                  </a:lnTo>
                  <a:lnTo>
                    <a:pt x="32934" y="21799"/>
                  </a:lnTo>
                  <a:lnTo>
                    <a:pt x="32091" y="21454"/>
                  </a:lnTo>
                  <a:lnTo>
                    <a:pt x="31260" y="21149"/>
                  </a:lnTo>
                  <a:lnTo>
                    <a:pt x="30441" y="20882"/>
                  </a:lnTo>
                  <a:lnTo>
                    <a:pt x="29634" y="20654"/>
                  </a:lnTo>
                  <a:lnTo>
                    <a:pt x="28838" y="20464"/>
                  </a:lnTo>
                  <a:lnTo>
                    <a:pt x="28054" y="20314"/>
                  </a:lnTo>
                  <a:lnTo>
                    <a:pt x="27282" y="20202"/>
                  </a:lnTo>
                  <a:lnTo>
                    <a:pt x="26522" y="20126"/>
                  </a:lnTo>
                  <a:lnTo>
                    <a:pt x="25775" y="20082"/>
                  </a:lnTo>
                  <a:lnTo>
                    <a:pt x="25041" y="20072"/>
                  </a:lnTo>
                  <a:lnTo>
                    <a:pt x="24319" y="20094"/>
                  </a:lnTo>
                  <a:lnTo>
                    <a:pt x="23609" y="20149"/>
                  </a:lnTo>
                  <a:lnTo>
                    <a:pt x="22913" y="20237"/>
                  </a:lnTo>
                  <a:lnTo>
                    <a:pt x="22229" y="20358"/>
                  </a:lnTo>
                  <a:lnTo>
                    <a:pt x="21557" y="20512"/>
                  </a:lnTo>
                  <a:lnTo>
                    <a:pt x="20898" y="20698"/>
                  </a:lnTo>
                  <a:lnTo>
                    <a:pt x="20252" y="20917"/>
                  </a:lnTo>
                  <a:lnTo>
                    <a:pt x="19630" y="21156"/>
                  </a:lnTo>
                  <a:lnTo>
                    <a:pt x="19025" y="21417"/>
                  </a:lnTo>
                  <a:lnTo>
                    <a:pt x="18438" y="21702"/>
                  </a:lnTo>
                  <a:lnTo>
                    <a:pt x="17868" y="22008"/>
                  </a:lnTo>
                  <a:lnTo>
                    <a:pt x="17316" y="22338"/>
                  </a:lnTo>
                  <a:lnTo>
                    <a:pt x="16782" y="22690"/>
                  </a:lnTo>
                  <a:lnTo>
                    <a:pt x="16265" y="23065"/>
                  </a:lnTo>
                  <a:lnTo>
                    <a:pt x="15767" y="23463"/>
                  </a:lnTo>
                  <a:lnTo>
                    <a:pt x="15285" y="23884"/>
                  </a:lnTo>
                  <a:lnTo>
                    <a:pt x="14822" y="24327"/>
                  </a:lnTo>
                  <a:lnTo>
                    <a:pt x="14259" y="24910"/>
                  </a:lnTo>
                  <a:lnTo>
                    <a:pt x="13733" y="25497"/>
                  </a:lnTo>
                  <a:lnTo>
                    <a:pt x="13242" y="26089"/>
                  </a:lnTo>
                  <a:lnTo>
                    <a:pt x="12788" y="26684"/>
                  </a:lnTo>
                  <a:lnTo>
                    <a:pt x="12370" y="27284"/>
                  </a:lnTo>
                  <a:lnTo>
                    <a:pt x="11988" y="27888"/>
                  </a:lnTo>
                  <a:lnTo>
                    <a:pt x="11643" y="28497"/>
                  </a:lnTo>
                  <a:lnTo>
                    <a:pt x="11333" y="29109"/>
                  </a:lnTo>
                  <a:lnTo>
                    <a:pt x="11060" y="29726"/>
                  </a:lnTo>
                  <a:lnTo>
                    <a:pt x="10823" y="30347"/>
                  </a:lnTo>
                  <a:lnTo>
                    <a:pt x="10631" y="30966"/>
                  </a:lnTo>
                  <a:lnTo>
                    <a:pt x="10476" y="31596"/>
                  </a:lnTo>
                  <a:lnTo>
                    <a:pt x="10358" y="32236"/>
                  </a:lnTo>
                  <a:lnTo>
                    <a:pt x="10277" y="32886"/>
                  </a:lnTo>
                  <a:lnTo>
                    <a:pt x="10234" y="33546"/>
                  </a:lnTo>
                  <a:lnTo>
                    <a:pt x="10227" y="34216"/>
                  </a:lnTo>
                  <a:lnTo>
                    <a:pt x="10257" y="34896"/>
                  </a:lnTo>
                  <a:lnTo>
                    <a:pt x="10325" y="35587"/>
                  </a:lnTo>
                  <a:lnTo>
                    <a:pt x="10429" y="36287"/>
                  </a:lnTo>
                  <a:lnTo>
                    <a:pt x="10570" y="36998"/>
                  </a:lnTo>
                  <a:lnTo>
                    <a:pt x="10750" y="37702"/>
                  </a:lnTo>
                  <a:lnTo>
                    <a:pt x="10968" y="38419"/>
                  </a:lnTo>
                  <a:lnTo>
                    <a:pt x="11225" y="39147"/>
                  </a:lnTo>
                  <a:lnTo>
                    <a:pt x="11520" y="39887"/>
                  </a:lnTo>
                  <a:lnTo>
                    <a:pt x="11854" y="40639"/>
                  </a:lnTo>
                  <a:lnTo>
                    <a:pt x="12227" y="41402"/>
                  </a:lnTo>
                  <a:lnTo>
                    <a:pt x="12639" y="42178"/>
                  </a:lnTo>
                  <a:lnTo>
                    <a:pt x="13089" y="42965"/>
                  </a:lnTo>
                  <a:lnTo>
                    <a:pt x="13578" y="43764"/>
                  </a:lnTo>
                  <a:lnTo>
                    <a:pt x="14106" y="44575"/>
                  </a:lnTo>
                  <a:lnTo>
                    <a:pt x="14673" y="45382"/>
                  </a:lnTo>
                  <a:lnTo>
                    <a:pt x="15280" y="46203"/>
                  </a:lnTo>
                  <a:lnTo>
                    <a:pt x="15926" y="47039"/>
                  </a:lnTo>
                  <a:lnTo>
                    <a:pt x="16612" y="47888"/>
                  </a:lnTo>
                  <a:lnTo>
                    <a:pt x="17337" y="48753"/>
                  </a:lnTo>
                  <a:lnTo>
                    <a:pt x="18102" y="49631"/>
                  </a:lnTo>
                  <a:lnTo>
                    <a:pt x="18906" y="50524"/>
                  </a:lnTo>
                  <a:lnTo>
                    <a:pt x="19750" y="51431"/>
                  </a:lnTo>
                  <a:lnTo>
                    <a:pt x="20634" y="52353"/>
                  </a:lnTo>
                  <a:lnTo>
                    <a:pt x="21557" y="53288"/>
                  </a:lnTo>
                  <a:lnTo>
                    <a:pt x="22533" y="54251"/>
                  </a:lnTo>
                  <a:lnTo>
                    <a:pt x="23490" y="55171"/>
                  </a:lnTo>
                  <a:lnTo>
                    <a:pt x="24429" y="56046"/>
                  </a:lnTo>
                  <a:lnTo>
                    <a:pt x="25349" y="56878"/>
                  </a:lnTo>
                  <a:lnTo>
                    <a:pt x="26251" y="57666"/>
                  </a:lnTo>
                  <a:lnTo>
                    <a:pt x="27134" y="58410"/>
                  </a:lnTo>
                  <a:lnTo>
                    <a:pt x="27999" y="59111"/>
                  </a:lnTo>
                  <a:lnTo>
                    <a:pt x="28845" y="59768"/>
                  </a:lnTo>
                  <a:lnTo>
                    <a:pt x="29672" y="60380"/>
                  </a:lnTo>
                  <a:lnTo>
                    <a:pt x="30481" y="60950"/>
                  </a:lnTo>
                  <a:lnTo>
                    <a:pt x="31275" y="61461"/>
                  </a:lnTo>
                  <a:lnTo>
                    <a:pt x="32057" y="61933"/>
                  </a:lnTo>
                  <a:lnTo>
                    <a:pt x="32828" y="62367"/>
                  </a:lnTo>
                  <a:lnTo>
                    <a:pt x="33586" y="62761"/>
                  </a:lnTo>
                  <a:lnTo>
                    <a:pt x="34333" y="63118"/>
                  </a:lnTo>
                  <a:lnTo>
                    <a:pt x="35068" y="63435"/>
                  </a:lnTo>
                  <a:lnTo>
                    <a:pt x="35791" y="63714"/>
                  </a:lnTo>
                  <a:lnTo>
                    <a:pt x="36503" y="63954"/>
                  </a:lnTo>
                  <a:lnTo>
                    <a:pt x="37202" y="64155"/>
                  </a:lnTo>
                  <a:lnTo>
                    <a:pt x="37890" y="64317"/>
                  </a:lnTo>
                  <a:lnTo>
                    <a:pt x="38567" y="64441"/>
                  </a:lnTo>
                  <a:lnTo>
                    <a:pt x="39235" y="64528"/>
                  </a:lnTo>
                  <a:lnTo>
                    <a:pt x="39894" y="64576"/>
                  </a:lnTo>
                  <a:lnTo>
                    <a:pt x="40544" y="64587"/>
                  </a:lnTo>
                  <a:lnTo>
                    <a:pt x="41184" y="64559"/>
                  </a:lnTo>
                  <a:lnTo>
                    <a:pt x="41815" y="64494"/>
                  </a:lnTo>
                  <a:lnTo>
                    <a:pt x="42437" y="64391"/>
                  </a:lnTo>
                  <a:lnTo>
                    <a:pt x="43049" y="64250"/>
                  </a:lnTo>
                  <a:lnTo>
                    <a:pt x="43652" y="64071"/>
                  </a:lnTo>
                  <a:lnTo>
                    <a:pt x="44246" y="63854"/>
                  </a:lnTo>
                  <a:lnTo>
                    <a:pt x="44835" y="63602"/>
                  </a:lnTo>
                  <a:lnTo>
                    <a:pt x="45422" y="63315"/>
                  </a:lnTo>
                  <a:lnTo>
                    <a:pt x="46007" y="62995"/>
                  </a:lnTo>
                  <a:lnTo>
                    <a:pt x="46590" y="62642"/>
                  </a:lnTo>
                  <a:lnTo>
                    <a:pt x="47172" y="62255"/>
                  </a:lnTo>
                  <a:lnTo>
                    <a:pt x="47752" y="61834"/>
                  </a:lnTo>
                  <a:lnTo>
                    <a:pt x="48330" y="61379"/>
                  </a:lnTo>
                  <a:lnTo>
                    <a:pt x="48907" y="60891"/>
                  </a:lnTo>
                  <a:lnTo>
                    <a:pt x="49482" y="60369"/>
                  </a:lnTo>
                  <a:lnTo>
                    <a:pt x="50055" y="59813"/>
                  </a:lnTo>
                  <a:lnTo>
                    <a:pt x="50499" y="59350"/>
                  </a:lnTo>
                  <a:lnTo>
                    <a:pt x="50921" y="58870"/>
                  </a:lnTo>
                  <a:lnTo>
                    <a:pt x="51321" y="58373"/>
                  </a:lnTo>
                  <a:lnTo>
                    <a:pt x="51699" y="57860"/>
                  </a:lnTo>
                  <a:lnTo>
                    <a:pt x="52055" y="57329"/>
                  </a:lnTo>
                  <a:lnTo>
                    <a:pt x="52389" y="56782"/>
                  </a:lnTo>
                  <a:lnTo>
                    <a:pt x="52702" y="56218"/>
                  </a:lnTo>
                  <a:lnTo>
                    <a:pt x="52992" y="55637"/>
                  </a:lnTo>
                  <a:lnTo>
                    <a:pt x="53261" y="55039"/>
                  </a:lnTo>
                  <a:lnTo>
                    <a:pt x="53507" y="54425"/>
                  </a:lnTo>
                  <a:lnTo>
                    <a:pt x="53735" y="53787"/>
                  </a:lnTo>
                  <a:lnTo>
                    <a:pt x="53932" y="53135"/>
                  </a:lnTo>
                  <a:lnTo>
                    <a:pt x="54096" y="52470"/>
                  </a:lnTo>
                  <a:lnTo>
                    <a:pt x="54228" y="51791"/>
                  </a:lnTo>
                  <a:lnTo>
                    <a:pt x="54328" y="51099"/>
                  </a:lnTo>
                  <a:lnTo>
                    <a:pt x="54396" y="50394"/>
                  </a:lnTo>
                  <a:lnTo>
                    <a:pt x="54432" y="49675"/>
                  </a:lnTo>
                  <a:lnTo>
                    <a:pt x="54437" y="48942"/>
                  </a:lnTo>
                  <a:lnTo>
                    <a:pt x="54409" y="48197"/>
                  </a:lnTo>
                  <a:lnTo>
                    <a:pt x="54349" y="47437"/>
                  </a:lnTo>
                  <a:lnTo>
                    <a:pt x="54254" y="46666"/>
                  </a:lnTo>
                  <a:lnTo>
                    <a:pt x="54122" y="45883"/>
                  </a:lnTo>
                  <a:lnTo>
                    <a:pt x="53951" y="45090"/>
                  </a:lnTo>
                  <a:lnTo>
                    <a:pt x="53743" y="44285"/>
                  </a:lnTo>
                  <a:lnTo>
                    <a:pt x="53497" y="43470"/>
                  </a:lnTo>
                  <a:lnTo>
                    <a:pt x="53213" y="42643"/>
                  </a:lnTo>
                  <a:lnTo>
                    <a:pt x="52891" y="41806"/>
                  </a:lnTo>
                  <a:lnTo>
                    <a:pt x="52531" y="40958"/>
                  </a:lnTo>
                  <a:lnTo>
                    <a:pt x="52133" y="40099"/>
                  </a:lnTo>
                  <a:lnTo>
                    <a:pt x="51697" y="39229"/>
                  </a:lnTo>
                  <a:lnTo>
                    <a:pt x="51218" y="38350"/>
                  </a:lnTo>
                  <a:lnTo>
                    <a:pt x="50690" y="37464"/>
                  </a:lnTo>
                  <a:lnTo>
                    <a:pt x="50114" y="36572"/>
                  </a:lnTo>
                  <a:lnTo>
                    <a:pt x="49488" y="35672"/>
                  </a:lnTo>
                  <a:lnTo>
                    <a:pt x="48814" y="34767"/>
                  </a:lnTo>
                  <a:lnTo>
                    <a:pt x="48090" y="33854"/>
                  </a:lnTo>
                  <a:lnTo>
                    <a:pt x="47318" y="32935"/>
                  </a:lnTo>
                  <a:lnTo>
                    <a:pt x="46498" y="32009"/>
                  </a:lnTo>
                  <a:lnTo>
                    <a:pt x="45628" y="3107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5407289" y="6026261"/>
              <a:ext cx="66583" cy="65425"/>
            </a:xfrm>
            <a:custGeom>
              <a:avLst/>
              <a:pathLst>
                <a:path w="66583" h="65425">
                  <a:moveTo>
                    <a:pt x="21931" y="46700"/>
                  </a:moveTo>
                  <a:lnTo>
                    <a:pt x="22648" y="47403"/>
                  </a:lnTo>
                  <a:lnTo>
                    <a:pt x="23369" y="48081"/>
                  </a:lnTo>
                  <a:lnTo>
                    <a:pt x="24093" y="48733"/>
                  </a:lnTo>
                  <a:lnTo>
                    <a:pt x="24820" y="49360"/>
                  </a:lnTo>
                  <a:lnTo>
                    <a:pt x="25551" y="49962"/>
                  </a:lnTo>
                  <a:lnTo>
                    <a:pt x="26285" y="50539"/>
                  </a:lnTo>
                  <a:lnTo>
                    <a:pt x="27023" y="51091"/>
                  </a:lnTo>
                  <a:lnTo>
                    <a:pt x="27764" y="51617"/>
                  </a:lnTo>
                  <a:lnTo>
                    <a:pt x="28508" y="52118"/>
                  </a:lnTo>
                  <a:lnTo>
                    <a:pt x="29255" y="52593"/>
                  </a:lnTo>
                  <a:lnTo>
                    <a:pt x="30004" y="53024"/>
                  </a:lnTo>
                  <a:lnTo>
                    <a:pt x="30752" y="53423"/>
                  </a:lnTo>
                  <a:lnTo>
                    <a:pt x="31500" y="53792"/>
                  </a:lnTo>
                  <a:lnTo>
                    <a:pt x="32246" y="54129"/>
                  </a:lnTo>
                  <a:lnTo>
                    <a:pt x="32991" y="54435"/>
                  </a:lnTo>
                  <a:lnTo>
                    <a:pt x="33736" y="54710"/>
                  </a:lnTo>
                  <a:lnTo>
                    <a:pt x="34480" y="54954"/>
                  </a:lnTo>
                  <a:lnTo>
                    <a:pt x="35223" y="55166"/>
                  </a:lnTo>
                  <a:lnTo>
                    <a:pt x="35965" y="55348"/>
                  </a:lnTo>
                  <a:lnTo>
                    <a:pt x="36706" y="55498"/>
                  </a:lnTo>
                  <a:lnTo>
                    <a:pt x="37446" y="55598"/>
                  </a:lnTo>
                  <a:lnTo>
                    <a:pt x="38185" y="55663"/>
                  </a:lnTo>
                  <a:lnTo>
                    <a:pt x="38921" y="55692"/>
                  </a:lnTo>
                  <a:lnTo>
                    <a:pt x="39656" y="55686"/>
                  </a:lnTo>
                  <a:lnTo>
                    <a:pt x="40390" y="55645"/>
                  </a:lnTo>
                  <a:lnTo>
                    <a:pt x="41121" y="55569"/>
                  </a:lnTo>
                  <a:lnTo>
                    <a:pt x="41851" y="55457"/>
                  </a:lnTo>
                  <a:lnTo>
                    <a:pt x="42579" y="55309"/>
                  </a:lnTo>
                  <a:lnTo>
                    <a:pt x="43306" y="55127"/>
                  </a:lnTo>
                  <a:lnTo>
                    <a:pt x="44031" y="54909"/>
                  </a:lnTo>
                  <a:lnTo>
                    <a:pt x="44744" y="54643"/>
                  </a:lnTo>
                  <a:lnTo>
                    <a:pt x="45454" y="54334"/>
                  </a:lnTo>
                  <a:lnTo>
                    <a:pt x="46159" y="53983"/>
                  </a:lnTo>
                  <a:lnTo>
                    <a:pt x="46860" y="53588"/>
                  </a:lnTo>
                  <a:lnTo>
                    <a:pt x="47556" y="53151"/>
                  </a:lnTo>
                  <a:lnTo>
                    <a:pt x="48249" y="52671"/>
                  </a:lnTo>
                  <a:lnTo>
                    <a:pt x="48937" y="52148"/>
                  </a:lnTo>
                  <a:lnTo>
                    <a:pt x="49621" y="51581"/>
                  </a:lnTo>
                  <a:lnTo>
                    <a:pt x="50301" y="50972"/>
                  </a:lnTo>
                  <a:lnTo>
                    <a:pt x="50976" y="50320"/>
                  </a:lnTo>
                  <a:lnTo>
                    <a:pt x="51922" y="49335"/>
                  </a:lnTo>
                  <a:lnTo>
                    <a:pt x="52788" y="48350"/>
                  </a:lnTo>
                  <a:lnTo>
                    <a:pt x="53575" y="47365"/>
                  </a:lnTo>
                  <a:lnTo>
                    <a:pt x="54283" y="46380"/>
                  </a:lnTo>
                  <a:lnTo>
                    <a:pt x="54912" y="45395"/>
                  </a:lnTo>
                  <a:lnTo>
                    <a:pt x="55462" y="44410"/>
                  </a:lnTo>
                  <a:lnTo>
                    <a:pt x="55933" y="43425"/>
                  </a:lnTo>
                  <a:lnTo>
                    <a:pt x="56324" y="42440"/>
                  </a:lnTo>
                  <a:lnTo>
                    <a:pt x="56637" y="41455"/>
                  </a:lnTo>
                  <a:lnTo>
                    <a:pt x="56870" y="40470"/>
                  </a:lnTo>
                  <a:lnTo>
                    <a:pt x="57042" y="39485"/>
                  </a:lnTo>
                  <a:lnTo>
                    <a:pt x="57154" y="38518"/>
                  </a:lnTo>
                  <a:lnTo>
                    <a:pt x="57207" y="37569"/>
                  </a:lnTo>
                  <a:lnTo>
                    <a:pt x="57200" y="36638"/>
                  </a:lnTo>
                  <a:lnTo>
                    <a:pt x="57133" y="35724"/>
                  </a:lnTo>
                  <a:lnTo>
                    <a:pt x="57006" y="34828"/>
                  </a:lnTo>
                  <a:lnTo>
                    <a:pt x="56820" y="33949"/>
                  </a:lnTo>
                  <a:lnTo>
                    <a:pt x="56573" y="33088"/>
                  </a:lnTo>
                  <a:lnTo>
                    <a:pt x="56267" y="32245"/>
                  </a:lnTo>
                  <a:lnTo>
                    <a:pt x="55902" y="31420"/>
                  </a:lnTo>
                  <a:lnTo>
                    <a:pt x="64447" y="26663"/>
                  </a:lnTo>
                  <a:lnTo>
                    <a:pt x="64677" y="27191"/>
                  </a:lnTo>
                  <a:lnTo>
                    <a:pt x="64896" y="27732"/>
                  </a:lnTo>
                  <a:lnTo>
                    <a:pt x="65105" y="28286"/>
                  </a:lnTo>
                  <a:lnTo>
                    <a:pt x="65302" y="28852"/>
                  </a:lnTo>
                  <a:lnTo>
                    <a:pt x="65489" y="29431"/>
                  </a:lnTo>
                  <a:lnTo>
                    <a:pt x="65664" y="30022"/>
                  </a:lnTo>
                  <a:lnTo>
                    <a:pt x="65829" y="30626"/>
                  </a:lnTo>
                  <a:lnTo>
                    <a:pt x="65982" y="31243"/>
                  </a:lnTo>
                  <a:lnTo>
                    <a:pt x="66125" y="31872"/>
                  </a:lnTo>
                  <a:lnTo>
                    <a:pt x="66257" y="32514"/>
                  </a:lnTo>
                  <a:lnTo>
                    <a:pt x="66371" y="33151"/>
                  </a:lnTo>
                  <a:lnTo>
                    <a:pt x="66461" y="33799"/>
                  </a:lnTo>
                  <a:lnTo>
                    <a:pt x="66526" y="34458"/>
                  </a:lnTo>
                  <a:lnTo>
                    <a:pt x="66567" y="35127"/>
                  </a:lnTo>
                  <a:lnTo>
                    <a:pt x="66583" y="35808"/>
                  </a:lnTo>
                  <a:lnTo>
                    <a:pt x="66575" y="36500"/>
                  </a:lnTo>
                  <a:lnTo>
                    <a:pt x="66543" y="37202"/>
                  </a:lnTo>
                  <a:lnTo>
                    <a:pt x="66486" y="37916"/>
                  </a:lnTo>
                  <a:lnTo>
                    <a:pt x="66405" y="38640"/>
                  </a:lnTo>
                  <a:lnTo>
                    <a:pt x="66299" y="39376"/>
                  </a:lnTo>
                  <a:lnTo>
                    <a:pt x="66157" y="40114"/>
                  </a:lnTo>
                  <a:lnTo>
                    <a:pt x="65982" y="40864"/>
                  </a:lnTo>
                  <a:lnTo>
                    <a:pt x="65776" y="41626"/>
                  </a:lnTo>
                  <a:lnTo>
                    <a:pt x="65538" y="42400"/>
                  </a:lnTo>
                  <a:lnTo>
                    <a:pt x="65268" y="43185"/>
                  </a:lnTo>
                  <a:lnTo>
                    <a:pt x="64965" y="43982"/>
                  </a:lnTo>
                  <a:lnTo>
                    <a:pt x="64631" y="44791"/>
                  </a:lnTo>
                  <a:lnTo>
                    <a:pt x="64265" y="45612"/>
                  </a:lnTo>
                  <a:lnTo>
                    <a:pt x="63867" y="46445"/>
                  </a:lnTo>
                  <a:lnTo>
                    <a:pt x="63437" y="47289"/>
                  </a:lnTo>
                  <a:lnTo>
                    <a:pt x="62967" y="48127"/>
                  </a:lnTo>
                  <a:lnTo>
                    <a:pt x="62452" y="48972"/>
                  </a:lnTo>
                  <a:lnTo>
                    <a:pt x="61890" y="49824"/>
                  </a:lnTo>
                  <a:lnTo>
                    <a:pt x="61281" y="50684"/>
                  </a:lnTo>
                  <a:lnTo>
                    <a:pt x="60627" y="51552"/>
                  </a:lnTo>
                  <a:lnTo>
                    <a:pt x="59926" y="52427"/>
                  </a:lnTo>
                  <a:lnTo>
                    <a:pt x="59179" y="53309"/>
                  </a:lnTo>
                  <a:lnTo>
                    <a:pt x="58385" y="54200"/>
                  </a:lnTo>
                  <a:lnTo>
                    <a:pt x="57545" y="55098"/>
                  </a:lnTo>
                  <a:lnTo>
                    <a:pt x="56659" y="56003"/>
                  </a:lnTo>
                  <a:lnTo>
                    <a:pt x="54627" y="57915"/>
                  </a:lnTo>
                  <a:lnTo>
                    <a:pt x="52569" y="59611"/>
                  </a:lnTo>
                  <a:lnTo>
                    <a:pt x="50488" y="61091"/>
                  </a:lnTo>
                  <a:lnTo>
                    <a:pt x="48382" y="62354"/>
                  </a:lnTo>
                  <a:lnTo>
                    <a:pt x="46251" y="63401"/>
                  </a:lnTo>
                  <a:lnTo>
                    <a:pt x="44096" y="64232"/>
                  </a:lnTo>
                  <a:lnTo>
                    <a:pt x="41917" y="64846"/>
                  </a:lnTo>
                  <a:lnTo>
                    <a:pt x="39714" y="65244"/>
                  </a:lnTo>
                  <a:lnTo>
                    <a:pt x="37485" y="65425"/>
                  </a:lnTo>
                  <a:lnTo>
                    <a:pt x="35233" y="65390"/>
                  </a:lnTo>
                  <a:lnTo>
                    <a:pt x="32971" y="65128"/>
                  </a:lnTo>
                  <a:lnTo>
                    <a:pt x="30697" y="64643"/>
                  </a:lnTo>
                  <a:lnTo>
                    <a:pt x="28411" y="63935"/>
                  </a:lnTo>
                  <a:lnTo>
                    <a:pt x="26114" y="63006"/>
                  </a:lnTo>
                  <a:lnTo>
                    <a:pt x="23804" y="61854"/>
                  </a:lnTo>
                  <a:lnTo>
                    <a:pt x="21483" y="60480"/>
                  </a:lnTo>
                  <a:lnTo>
                    <a:pt x="19150" y="58884"/>
                  </a:lnTo>
                  <a:lnTo>
                    <a:pt x="16805" y="57066"/>
                  </a:lnTo>
                  <a:lnTo>
                    <a:pt x="14449" y="55025"/>
                  </a:lnTo>
                  <a:lnTo>
                    <a:pt x="12081" y="52762"/>
                  </a:lnTo>
                  <a:lnTo>
                    <a:pt x="10837" y="51486"/>
                  </a:lnTo>
                  <a:lnTo>
                    <a:pt x="9665" y="50218"/>
                  </a:lnTo>
                  <a:lnTo>
                    <a:pt x="8564" y="48957"/>
                  </a:lnTo>
                  <a:lnTo>
                    <a:pt x="7534" y="47704"/>
                  </a:lnTo>
                  <a:lnTo>
                    <a:pt x="6577" y="46458"/>
                  </a:lnTo>
                  <a:lnTo>
                    <a:pt x="5691" y="45220"/>
                  </a:lnTo>
                  <a:lnTo>
                    <a:pt x="4876" y="43990"/>
                  </a:lnTo>
                  <a:lnTo>
                    <a:pt x="4133" y="42767"/>
                  </a:lnTo>
                  <a:lnTo>
                    <a:pt x="3462" y="41551"/>
                  </a:lnTo>
                  <a:lnTo>
                    <a:pt x="2862" y="40344"/>
                  </a:lnTo>
                  <a:lnTo>
                    <a:pt x="2318" y="39136"/>
                  </a:lnTo>
                  <a:lnTo>
                    <a:pt x="1831" y="37939"/>
                  </a:lnTo>
                  <a:lnTo>
                    <a:pt x="1402" y="36752"/>
                  </a:lnTo>
                  <a:lnTo>
                    <a:pt x="1030" y="35575"/>
                  </a:lnTo>
                  <a:lnTo>
                    <a:pt x="715" y="34408"/>
                  </a:lnTo>
                  <a:lnTo>
                    <a:pt x="457" y="33252"/>
                  </a:lnTo>
                  <a:lnTo>
                    <a:pt x="257" y="32105"/>
                  </a:lnTo>
                  <a:lnTo>
                    <a:pt x="114" y="30968"/>
                  </a:lnTo>
                  <a:lnTo>
                    <a:pt x="28" y="29842"/>
                  </a:lnTo>
                  <a:lnTo>
                    <a:pt x="0" y="28726"/>
                  </a:lnTo>
                  <a:lnTo>
                    <a:pt x="24" y="27621"/>
                  </a:lnTo>
                  <a:lnTo>
                    <a:pt x="99" y="26528"/>
                  </a:lnTo>
                  <a:lnTo>
                    <a:pt x="223" y="25448"/>
                  </a:lnTo>
                  <a:lnTo>
                    <a:pt x="397" y="24381"/>
                  </a:lnTo>
                  <a:lnTo>
                    <a:pt x="620" y="23327"/>
                  </a:lnTo>
                  <a:lnTo>
                    <a:pt x="894" y="22285"/>
                  </a:lnTo>
                  <a:lnTo>
                    <a:pt x="1216" y="21256"/>
                  </a:lnTo>
                  <a:lnTo>
                    <a:pt x="1589" y="20239"/>
                  </a:lnTo>
                  <a:lnTo>
                    <a:pt x="2011" y="19235"/>
                  </a:lnTo>
                  <a:lnTo>
                    <a:pt x="2483" y="18244"/>
                  </a:lnTo>
                  <a:lnTo>
                    <a:pt x="2989" y="17258"/>
                  </a:lnTo>
                  <a:lnTo>
                    <a:pt x="3530" y="16287"/>
                  </a:lnTo>
                  <a:lnTo>
                    <a:pt x="4107" y="15332"/>
                  </a:lnTo>
                  <a:lnTo>
                    <a:pt x="4719" y="14391"/>
                  </a:lnTo>
                  <a:lnTo>
                    <a:pt x="5367" y="13466"/>
                  </a:lnTo>
                  <a:lnTo>
                    <a:pt x="6049" y="12556"/>
                  </a:lnTo>
                  <a:lnTo>
                    <a:pt x="6768" y="11661"/>
                  </a:lnTo>
                  <a:lnTo>
                    <a:pt x="7521" y="10781"/>
                  </a:lnTo>
                  <a:lnTo>
                    <a:pt x="8310" y="9917"/>
                  </a:lnTo>
                  <a:lnTo>
                    <a:pt x="9134" y="9067"/>
                  </a:lnTo>
                  <a:lnTo>
                    <a:pt x="10279" y="7960"/>
                  </a:lnTo>
                  <a:lnTo>
                    <a:pt x="11422" y="6927"/>
                  </a:lnTo>
                  <a:lnTo>
                    <a:pt x="12565" y="5969"/>
                  </a:lnTo>
                  <a:lnTo>
                    <a:pt x="13707" y="5087"/>
                  </a:lnTo>
                  <a:lnTo>
                    <a:pt x="14848" y="4279"/>
                  </a:lnTo>
                  <a:lnTo>
                    <a:pt x="15989" y="3546"/>
                  </a:lnTo>
                  <a:lnTo>
                    <a:pt x="17128" y="2888"/>
                  </a:lnTo>
                  <a:lnTo>
                    <a:pt x="18267" y="2305"/>
                  </a:lnTo>
                  <a:lnTo>
                    <a:pt x="19405" y="1797"/>
                  </a:lnTo>
                  <a:lnTo>
                    <a:pt x="20542" y="1364"/>
                  </a:lnTo>
                  <a:lnTo>
                    <a:pt x="21686" y="990"/>
                  </a:lnTo>
                  <a:lnTo>
                    <a:pt x="22827" y="675"/>
                  </a:lnTo>
                  <a:lnTo>
                    <a:pt x="23965" y="420"/>
                  </a:lnTo>
                  <a:lnTo>
                    <a:pt x="25102" y="226"/>
                  </a:lnTo>
                  <a:lnTo>
                    <a:pt x="26235" y="90"/>
                  </a:lnTo>
                  <a:lnTo>
                    <a:pt x="27366" y="15"/>
                  </a:lnTo>
                  <a:lnTo>
                    <a:pt x="28495" y="0"/>
                  </a:lnTo>
                  <a:lnTo>
                    <a:pt x="29621" y="44"/>
                  </a:lnTo>
                  <a:lnTo>
                    <a:pt x="30744" y="148"/>
                  </a:lnTo>
                  <a:lnTo>
                    <a:pt x="31865" y="311"/>
                  </a:lnTo>
                  <a:lnTo>
                    <a:pt x="32983" y="514"/>
                  </a:lnTo>
                  <a:lnTo>
                    <a:pt x="34096" y="768"/>
                  </a:lnTo>
                  <a:lnTo>
                    <a:pt x="35206" y="1073"/>
                  </a:lnTo>
                  <a:lnTo>
                    <a:pt x="36311" y="1429"/>
                  </a:lnTo>
                  <a:lnTo>
                    <a:pt x="37411" y="1837"/>
                  </a:lnTo>
                  <a:lnTo>
                    <a:pt x="38508" y="2297"/>
                  </a:lnTo>
                  <a:lnTo>
                    <a:pt x="39600" y="2807"/>
                  </a:lnTo>
                  <a:lnTo>
                    <a:pt x="40688" y="3369"/>
                  </a:lnTo>
                  <a:lnTo>
                    <a:pt x="41772" y="3983"/>
                  </a:lnTo>
                  <a:lnTo>
                    <a:pt x="42852" y="4647"/>
                  </a:lnTo>
                  <a:lnTo>
                    <a:pt x="43935" y="5346"/>
                  </a:lnTo>
                  <a:lnTo>
                    <a:pt x="45012" y="6080"/>
                  </a:lnTo>
                  <a:lnTo>
                    <a:pt x="46084" y="6848"/>
                  </a:lnTo>
                  <a:lnTo>
                    <a:pt x="47149" y="7651"/>
                  </a:lnTo>
                  <a:lnTo>
                    <a:pt x="48209" y="8488"/>
                  </a:lnTo>
                  <a:lnTo>
                    <a:pt x="49262" y="9360"/>
                  </a:lnTo>
                  <a:lnTo>
                    <a:pt x="50310" y="10266"/>
                  </a:lnTo>
                  <a:lnTo>
                    <a:pt x="51352" y="11207"/>
                  </a:lnTo>
                  <a:lnTo>
                    <a:pt x="52388" y="12183"/>
                  </a:lnTo>
                  <a:lnTo>
                    <a:pt x="53418" y="13192"/>
                  </a:lnTo>
                  <a:lnTo>
                    <a:pt x="54428" y="14203"/>
                  </a:lnTo>
                  <a:close/>
                  <a:moveTo>
                    <a:pt x="40790" y="16223"/>
                  </a:moveTo>
                  <a:lnTo>
                    <a:pt x="39239" y="14973"/>
                  </a:lnTo>
                  <a:lnTo>
                    <a:pt x="37718" y="13849"/>
                  </a:lnTo>
                  <a:lnTo>
                    <a:pt x="36228" y="12852"/>
                  </a:lnTo>
                  <a:lnTo>
                    <a:pt x="34768" y="11980"/>
                  </a:lnTo>
                  <a:lnTo>
                    <a:pt x="33339" y="11235"/>
                  </a:lnTo>
                  <a:lnTo>
                    <a:pt x="31939" y="10616"/>
                  </a:lnTo>
                  <a:lnTo>
                    <a:pt x="30571" y="10124"/>
                  </a:lnTo>
                  <a:lnTo>
                    <a:pt x="29232" y="9758"/>
                  </a:lnTo>
                  <a:lnTo>
                    <a:pt x="27924" y="9518"/>
                  </a:lnTo>
                  <a:lnTo>
                    <a:pt x="26646" y="9404"/>
                  </a:lnTo>
                  <a:lnTo>
                    <a:pt x="25381" y="9405"/>
                  </a:lnTo>
                  <a:lnTo>
                    <a:pt x="24130" y="9525"/>
                  </a:lnTo>
                  <a:lnTo>
                    <a:pt x="22892" y="9765"/>
                  </a:lnTo>
                  <a:lnTo>
                    <a:pt x="21668" y="10125"/>
                  </a:lnTo>
                  <a:lnTo>
                    <a:pt x="20458" y="10604"/>
                  </a:lnTo>
                  <a:lnTo>
                    <a:pt x="19260" y="11202"/>
                  </a:lnTo>
                  <a:lnTo>
                    <a:pt x="18077" y="11920"/>
                  </a:lnTo>
                  <a:lnTo>
                    <a:pt x="16907" y="12758"/>
                  </a:lnTo>
                  <a:lnTo>
                    <a:pt x="15750" y="13715"/>
                  </a:lnTo>
                  <a:lnTo>
                    <a:pt x="14606" y="14792"/>
                  </a:lnTo>
                  <a:lnTo>
                    <a:pt x="14232" y="15179"/>
                  </a:lnTo>
                  <a:lnTo>
                    <a:pt x="13866" y="15583"/>
                  </a:lnTo>
                  <a:lnTo>
                    <a:pt x="13508" y="16004"/>
                  </a:lnTo>
                  <a:lnTo>
                    <a:pt x="13158" y="16442"/>
                  </a:lnTo>
                  <a:lnTo>
                    <a:pt x="12817" y="16897"/>
                  </a:lnTo>
                  <a:lnTo>
                    <a:pt x="12485" y="17368"/>
                  </a:lnTo>
                  <a:lnTo>
                    <a:pt x="12161" y="17857"/>
                  </a:lnTo>
                  <a:lnTo>
                    <a:pt x="11845" y="18362"/>
                  </a:lnTo>
                  <a:lnTo>
                    <a:pt x="11538" y="18884"/>
                  </a:lnTo>
                  <a:lnTo>
                    <a:pt x="11239" y="19423"/>
                  </a:lnTo>
                  <a:lnTo>
                    <a:pt x="10957" y="19960"/>
                  </a:lnTo>
                  <a:lnTo>
                    <a:pt x="10700" y="20510"/>
                  </a:lnTo>
                  <a:lnTo>
                    <a:pt x="10469" y="21074"/>
                  </a:lnTo>
                  <a:lnTo>
                    <a:pt x="10262" y="21652"/>
                  </a:lnTo>
                  <a:lnTo>
                    <a:pt x="10081" y="22243"/>
                  </a:lnTo>
                  <a:lnTo>
                    <a:pt x="9925" y="22847"/>
                  </a:lnTo>
                  <a:lnTo>
                    <a:pt x="9795" y="23465"/>
                  </a:lnTo>
                  <a:lnTo>
                    <a:pt x="9690" y="24097"/>
                  </a:lnTo>
                  <a:lnTo>
                    <a:pt x="9610" y="24742"/>
                  </a:lnTo>
                  <a:lnTo>
                    <a:pt x="9555" y="25400"/>
                  </a:lnTo>
                  <a:lnTo>
                    <a:pt x="9530" y="26071"/>
                  </a:lnTo>
                  <a:lnTo>
                    <a:pt x="9538" y="26754"/>
                  </a:lnTo>
                  <a:lnTo>
                    <a:pt x="9580" y="27448"/>
                  </a:lnTo>
                  <a:lnTo>
                    <a:pt x="9656" y="28155"/>
                  </a:lnTo>
                  <a:lnTo>
                    <a:pt x="9766" y="28873"/>
                  </a:lnTo>
                  <a:lnTo>
                    <a:pt x="9909" y="29603"/>
                  </a:lnTo>
                  <a:lnTo>
                    <a:pt x="10085" y="30344"/>
                  </a:lnTo>
                  <a:lnTo>
                    <a:pt x="10296" y="31098"/>
                  </a:lnTo>
                  <a:lnTo>
                    <a:pt x="10540" y="31863"/>
                  </a:lnTo>
                  <a:lnTo>
                    <a:pt x="10818" y="32640"/>
                  </a:lnTo>
                  <a:lnTo>
                    <a:pt x="11129" y="33419"/>
                  </a:lnTo>
                  <a:lnTo>
                    <a:pt x="11491" y="34206"/>
                  </a:lnTo>
                  <a:lnTo>
                    <a:pt x="11904" y="35002"/>
                  </a:lnTo>
                  <a:lnTo>
                    <a:pt x="12367" y="35806"/>
                  </a:lnTo>
                  <a:lnTo>
                    <a:pt x="12881" y="36618"/>
                  </a:lnTo>
                  <a:lnTo>
                    <a:pt x="13445" y="37439"/>
                  </a:lnTo>
                  <a:lnTo>
                    <a:pt x="14059" y="38268"/>
                  </a:lnTo>
                  <a:lnTo>
                    <a:pt x="14724" y="39106"/>
                  </a:lnTo>
                  <a:lnTo>
                    <a:pt x="15440" y="39952"/>
                  </a:lnTo>
                  <a:lnTo>
                    <a:pt x="16206" y="4080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6302788" y="6487603"/>
              <a:ext cx="71645" cy="95086"/>
            </a:xfrm>
            <a:custGeom>
              <a:avLst/>
              <a:pathLst>
                <a:path w="71645" h="95086">
                  <a:moveTo>
                    <a:pt x="63731" y="7739"/>
                  </a:moveTo>
                  <a:lnTo>
                    <a:pt x="64488" y="8521"/>
                  </a:lnTo>
                  <a:lnTo>
                    <a:pt x="65208" y="9320"/>
                  </a:lnTo>
                  <a:lnTo>
                    <a:pt x="65892" y="10134"/>
                  </a:lnTo>
                  <a:lnTo>
                    <a:pt x="66540" y="10965"/>
                  </a:lnTo>
                  <a:lnTo>
                    <a:pt x="67151" y="11811"/>
                  </a:lnTo>
                  <a:lnTo>
                    <a:pt x="67727" y="12674"/>
                  </a:lnTo>
                  <a:lnTo>
                    <a:pt x="68266" y="13552"/>
                  </a:lnTo>
                  <a:lnTo>
                    <a:pt x="68769" y="14447"/>
                  </a:lnTo>
                  <a:lnTo>
                    <a:pt x="69236" y="15357"/>
                  </a:lnTo>
                  <a:lnTo>
                    <a:pt x="69667" y="16284"/>
                  </a:lnTo>
                  <a:lnTo>
                    <a:pt x="70058" y="17206"/>
                  </a:lnTo>
                  <a:lnTo>
                    <a:pt x="70406" y="18138"/>
                  </a:lnTo>
                  <a:lnTo>
                    <a:pt x="70711" y="19079"/>
                  </a:lnTo>
                  <a:lnTo>
                    <a:pt x="70973" y="20029"/>
                  </a:lnTo>
                  <a:lnTo>
                    <a:pt x="71193" y="20988"/>
                  </a:lnTo>
                  <a:lnTo>
                    <a:pt x="71369" y="21957"/>
                  </a:lnTo>
                  <a:lnTo>
                    <a:pt x="71502" y="22935"/>
                  </a:lnTo>
                  <a:lnTo>
                    <a:pt x="71593" y="23922"/>
                  </a:lnTo>
                  <a:lnTo>
                    <a:pt x="71640" y="24918"/>
                  </a:lnTo>
                  <a:lnTo>
                    <a:pt x="71645" y="25924"/>
                  </a:lnTo>
                  <a:lnTo>
                    <a:pt x="71605" y="26920"/>
                  </a:lnTo>
                  <a:lnTo>
                    <a:pt x="71519" y="27922"/>
                  </a:lnTo>
                  <a:lnTo>
                    <a:pt x="71386" y="28931"/>
                  </a:lnTo>
                  <a:lnTo>
                    <a:pt x="71207" y="29945"/>
                  </a:lnTo>
                  <a:lnTo>
                    <a:pt x="70982" y="30965"/>
                  </a:lnTo>
                  <a:lnTo>
                    <a:pt x="70711" y="31990"/>
                  </a:lnTo>
                  <a:lnTo>
                    <a:pt x="70393" y="33022"/>
                  </a:lnTo>
                  <a:lnTo>
                    <a:pt x="70029" y="34060"/>
                  </a:lnTo>
                  <a:lnTo>
                    <a:pt x="69618" y="35103"/>
                  </a:lnTo>
                  <a:lnTo>
                    <a:pt x="69162" y="36153"/>
                  </a:lnTo>
                  <a:lnTo>
                    <a:pt x="68655" y="37203"/>
                  </a:lnTo>
                  <a:lnTo>
                    <a:pt x="68094" y="38251"/>
                  </a:lnTo>
                  <a:lnTo>
                    <a:pt x="67479" y="39295"/>
                  </a:lnTo>
                  <a:lnTo>
                    <a:pt x="66811" y="40335"/>
                  </a:lnTo>
                  <a:lnTo>
                    <a:pt x="66089" y="41373"/>
                  </a:lnTo>
                  <a:lnTo>
                    <a:pt x="65312" y="42406"/>
                  </a:lnTo>
                  <a:lnTo>
                    <a:pt x="64482" y="43437"/>
                  </a:lnTo>
                  <a:lnTo>
                    <a:pt x="63598" y="44464"/>
                  </a:lnTo>
                  <a:lnTo>
                    <a:pt x="62660" y="45488"/>
                  </a:lnTo>
                  <a:lnTo>
                    <a:pt x="61669" y="46508"/>
                  </a:lnTo>
                  <a:lnTo>
                    <a:pt x="44241" y="63935"/>
                  </a:lnTo>
                  <a:lnTo>
                    <a:pt x="67351" y="87046"/>
                  </a:lnTo>
                  <a:lnTo>
                    <a:pt x="59311" y="95086"/>
                  </a:lnTo>
                  <a:lnTo>
                    <a:pt x="0" y="35774"/>
                  </a:lnTo>
                  <a:lnTo>
                    <a:pt x="24962" y="10812"/>
                  </a:lnTo>
                  <a:lnTo>
                    <a:pt x="26014" y="9786"/>
                  </a:lnTo>
                  <a:lnTo>
                    <a:pt x="27065" y="8813"/>
                  </a:lnTo>
                  <a:lnTo>
                    <a:pt x="28115" y="7893"/>
                  </a:lnTo>
                  <a:lnTo>
                    <a:pt x="29165" y="7026"/>
                  </a:lnTo>
                  <a:lnTo>
                    <a:pt x="30213" y="6213"/>
                  </a:lnTo>
                  <a:lnTo>
                    <a:pt x="31261" y="5452"/>
                  </a:lnTo>
                  <a:lnTo>
                    <a:pt x="32308" y="4744"/>
                  </a:lnTo>
                  <a:lnTo>
                    <a:pt x="33354" y="4090"/>
                  </a:lnTo>
                  <a:lnTo>
                    <a:pt x="34399" y="3488"/>
                  </a:lnTo>
                  <a:lnTo>
                    <a:pt x="35443" y="2940"/>
                  </a:lnTo>
                  <a:lnTo>
                    <a:pt x="36477" y="2433"/>
                  </a:lnTo>
                  <a:lnTo>
                    <a:pt x="37506" y="1975"/>
                  </a:lnTo>
                  <a:lnTo>
                    <a:pt x="38531" y="1565"/>
                  </a:lnTo>
                  <a:lnTo>
                    <a:pt x="39552" y="1202"/>
                  </a:lnTo>
                  <a:lnTo>
                    <a:pt x="40569" y="888"/>
                  </a:lnTo>
                  <a:lnTo>
                    <a:pt x="41581" y="621"/>
                  </a:lnTo>
                  <a:lnTo>
                    <a:pt x="42589" y="403"/>
                  </a:lnTo>
                  <a:lnTo>
                    <a:pt x="43593" y="232"/>
                  </a:lnTo>
                  <a:lnTo>
                    <a:pt x="44593" y="110"/>
                  </a:lnTo>
                  <a:lnTo>
                    <a:pt x="45588" y="35"/>
                  </a:lnTo>
                  <a:lnTo>
                    <a:pt x="46570" y="0"/>
                  </a:lnTo>
                  <a:lnTo>
                    <a:pt x="47547" y="10"/>
                  </a:lnTo>
                  <a:lnTo>
                    <a:pt x="48517" y="67"/>
                  </a:lnTo>
                  <a:lnTo>
                    <a:pt x="49481" y="170"/>
                  </a:lnTo>
                  <a:lnTo>
                    <a:pt x="50440" y="319"/>
                  </a:lnTo>
                  <a:lnTo>
                    <a:pt x="51392" y="515"/>
                  </a:lnTo>
                  <a:lnTo>
                    <a:pt x="52339" y="757"/>
                  </a:lnTo>
                  <a:lnTo>
                    <a:pt x="53280" y="1046"/>
                  </a:lnTo>
                  <a:lnTo>
                    <a:pt x="54215" y="1380"/>
                  </a:lnTo>
                  <a:lnTo>
                    <a:pt x="55144" y="1761"/>
                  </a:lnTo>
                  <a:lnTo>
                    <a:pt x="56056" y="2177"/>
                  </a:lnTo>
                  <a:lnTo>
                    <a:pt x="56956" y="2633"/>
                  </a:lnTo>
                  <a:lnTo>
                    <a:pt x="57844" y="3130"/>
                  </a:lnTo>
                  <a:lnTo>
                    <a:pt x="58720" y="3667"/>
                  </a:lnTo>
                  <a:lnTo>
                    <a:pt x="59585" y="4245"/>
                  </a:lnTo>
                  <a:lnTo>
                    <a:pt x="60438" y="4863"/>
                  </a:lnTo>
                  <a:lnTo>
                    <a:pt x="61279" y="5521"/>
                  </a:lnTo>
                  <a:lnTo>
                    <a:pt x="62108" y="6220"/>
                  </a:lnTo>
                  <a:lnTo>
                    <a:pt x="62926" y="6959"/>
                  </a:lnTo>
                  <a:close/>
                  <a:moveTo>
                    <a:pt x="55733" y="15905"/>
                  </a:moveTo>
                  <a:lnTo>
                    <a:pt x="54598" y="14839"/>
                  </a:lnTo>
                  <a:lnTo>
                    <a:pt x="53448" y="13896"/>
                  </a:lnTo>
                  <a:lnTo>
                    <a:pt x="52284" y="13078"/>
                  </a:lnTo>
                  <a:lnTo>
                    <a:pt x="51106" y="12383"/>
                  </a:lnTo>
                  <a:lnTo>
                    <a:pt x="49914" y="11811"/>
                  </a:lnTo>
                  <a:lnTo>
                    <a:pt x="48707" y="11364"/>
                  </a:lnTo>
                  <a:lnTo>
                    <a:pt x="47486" y="11040"/>
                  </a:lnTo>
                  <a:lnTo>
                    <a:pt x="46250" y="10840"/>
                  </a:lnTo>
                  <a:lnTo>
                    <a:pt x="45000" y="10764"/>
                  </a:lnTo>
                  <a:lnTo>
                    <a:pt x="43736" y="10812"/>
                  </a:lnTo>
                  <a:lnTo>
                    <a:pt x="42451" y="10977"/>
                  </a:lnTo>
                  <a:lnTo>
                    <a:pt x="41157" y="11270"/>
                  </a:lnTo>
                  <a:lnTo>
                    <a:pt x="39852" y="11691"/>
                  </a:lnTo>
                  <a:lnTo>
                    <a:pt x="38537" y="12239"/>
                  </a:lnTo>
                  <a:lnTo>
                    <a:pt x="37211" y="12916"/>
                  </a:lnTo>
                  <a:lnTo>
                    <a:pt x="35876" y="13721"/>
                  </a:lnTo>
                  <a:lnTo>
                    <a:pt x="34531" y="14654"/>
                  </a:lnTo>
                  <a:lnTo>
                    <a:pt x="33175" y="15715"/>
                  </a:lnTo>
                  <a:lnTo>
                    <a:pt x="31810" y="16904"/>
                  </a:lnTo>
                  <a:lnTo>
                    <a:pt x="30434" y="18220"/>
                  </a:lnTo>
                  <a:lnTo>
                    <a:pt x="14480" y="34174"/>
                  </a:lnTo>
                  <a:lnTo>
                    <a:pt x="37885" y="57579"/>
                  </a:lnTo>
                  <a:lnTo>
                    <a:pt x="54176" y="41288"/>
                  </a:lnTo>
                  <a:lnTo>
                    <a:pt x="55497" y="39906"/>
                  </a:lnTo>
                  <a:lnTo>
                    <a:pt x="56683" y="38535"/>
                  </a:lnTo>
                  <a:lnTo>
                    <a:pt x="57733" y="37178"/>
                  </a:lnTo>
                  <a:lnTo>
                    <a:pt x="58648" y="35833"/>
                  </a:lnTo>
                  <a:lnTo>
                    <a:pt x="59427" y="34501"/>
                  </a:lnTo>
                  <a:lnTo>
                    <a:pt x="60071" y="33181"/>
                  </a:lnTo>
                  <a:lnTo>
                    <a:pt x="60579" y="31874"/>
                  </a:lnTo>
                  <a:lnTo>
                    <a:pt x="60951" y="30579"/>
                  </a:lnTo>
                  <a:lnTo>
                    <a:pt x="61188" y="29298"/>
                  </a:lnTo>
                  <a:lnTo>
                    <a:pt x="61290" y="28028"/>
                  </a:lnTo>
                  <a:lnTo>
                    <a:pt x="61272" y="26763"/>
                  </a:lnTo>
                  <a:lnTo>
                    <a:pt x="61135" y="25509"/>
                  </a:lnTo>
                  <a:lnTo>
                    <a:pt x="60878" y="24268"/>
                  </a:lnTo>
                  <a:lnTo>
                    <a:pt x="60502" y="23038"/>
                  </a:lnTo>
                  <a:lnTo>
                    <a:pt x="60006" y="21819"/>
                  </a:lnTo>
                  <a:lnTo>
                    <a:pt x="59390" y="20613"/>
                  </a:lnTo>
                  <a:lnTo>
                    <a:pt x="58655" y="19418"/>
                  </a:lnTo>
                  <a:lnTo>
                    <a:pt x="57801" y="18235"/>
                  </a:lnTo>
                  <a:lnTo>
                    <a:pt x="56827" y="170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6380041" y="6452947"/>
              <a:ext cx="80181" cy="69420"/>
            </a:xfrm>
            <a:custGeom>
              <a:avLst/>
              <a:pathLst>
                <a:path w="80181" h="69420">
                  <a:moveTo>
                    <a:pt x="50757" y="62726"/>
                  </a:moveTo>
                  <a:lnTo>
                    <a:pt x="49382" y="64028"/>
                  </a:lnTo>
                  <a:lnTo>
                    <a:pt x="48004" y="65190"/>
                  </a:lnTo>
                  <a:lnTo>
                    <a:pt x="46621" y="66211"/>
                  </a:lnTo>
                  <a:lnTo>
                    <a:pt x="45234" y="67091"/>
                  </a:lnTo>
                  <a:lnTo>
                    <a:pt x="43843" y="67830"/>
                  </a:lnTo>
                  <a:lnTo>
                    <a:pt x="42447" y="68429"/>
                  </a:lnTo>
                  <a:lnTo>
                    <a:pt x="41048" y="68888"/>
                  </a:lnTo>
                  <a:lnTo>
                    <a:pt x="39644" y="69206"/>
                  </a:lnTo>
                  <a:lnTo>
                    <a:pt x="38236" y="69383"/>
                  </a:lnTo>
                  <a:lnTo>
                    <a:pt x="36823" y="69420"/>
                  </a:lnTo>
                  <a:lnTo>
                    <a:pt x="35417" y="69324"/>
                  </a:lnTo>
                  <a:lnTo>
                    <a:pt x="34025" y="69106"/>
                  </a:lnTo>
                  <a:lnTo>
                    <a:pt x="32648" y="68765"/>
                  </a:lnTo>
                  <a:lnTo>
                    <a:pt x="31287" y="68302"/>
                  </a:lnTo>
                  <a:lnTo>
                    <a:pt x="29941" y="67715"/>
                  </a:lnTo>
                  <a:lnTo>
                    <a:pt x="28610" y="67005"/>
                  </a:lnTo>
                  <a:lnTo>
                    <a:pt x="27294" y="66172"/>
                  </a:lnTo>
                  <a:lnTo>
                    <a:pt x="25993" y="65217"/>
                  </a:lnTo>
                  <a:lnTo>
                    <a:pt x="24708" y="64138"/>
                  </a:lnTo>
                  <a:lnTo>
                    <a:pt x="23437" y="62937"/>
                  </a:lnTo>
                  <a:lnTo>
                    <a:pt x="22570" y="62036"/>
                  </a:lnTo>
                  <a:lnTo>
                    <a:pt x="21768" y="61134"/>
                  </a:lnTo>
                  <a:lnTo>
                    <a:pt x="21034" y="60231"/>
                  </a:lnTo>
                  <a:lnTo>
                    <a:pt x="20366" y="59327"/>
                  </a:lnTo>
                  <a:lnTo>
                    <a:pt x="19764" y="58422"/>
                  </a:lnTo>
                  <a:lnTo>
                    <a:pt x="19229" y="57517"/>
                  </a:lnTo>
                  <a:lnTo>
                    <a:pt x="18761" y="56610"/>
                  </a:lnTo>
                  <a:lnTo>
                    <a:pt x="18359" y="55703"/>
                  </a:lnTo>
                  <a:lnTo>
                    <a:pt x="18023" y="54795"/>
                  </a:lnTo>
                  <a:lnTo>
                    <a:pt x="17754" y="53887"/>
                  </a:lnTo>
                  <a:lnTo>
                    <a:pt x="17541" y="52963"/>
                  </a:lnTo>
                  <a:lnTo>
                    <a:pt x="17374" y="52044"/>
                  </a:lnTo>
                  <a:lnTo>
                    <a:pt x="17252" y="51131"/>
                  </a:lnTo>
                  <a:lnTo>
                    <a:pt x="17175" y="50223"/>
                  </a:lnTo>
                  <a:lnTo>
                    <a:pt x="17144" y="49319"/>
                  </a:lnTo>
                  <a:lnTo>
                    <a:pt x="17158" y="48421"/>
                  </a:lnTo>
                  <a:lnTo>
                    <a:pt x="17218" y="47528"/>
                  </a:lnTo>
                  <a:lnTo>
                    <a:pt x="17323" y="46639"/>
                  </a:lnTo>
                  <a:lnTo>
                    <a:pt x="17474" y="45756"/>
                  </a:lnTo>
                  <a:lnTo>
                    <a:pt x="17670" y="44878"/>
                  </a:lnTo>
                  <a:lnTo>
                    <a:pt x="17915" y="43997"/>
                  </a:lnTo>
                  <a:lnTo>
                    <a:pt x="18195" y="43120"/>
                  </a:lnTo>
                  <a:lnTo>
                    <a:pt x="18511" y="42249"/>
                  </a:lnTo>
                  <a:lnTo>
                    <a:pt x="18862" y="41383"/>
                  </a:lnTo>
                  <a:lnTo>
                    <a:pt x="19249" y="40521"/>
                  </a:lnTo>
                  <a:lnTo>
                    <a:pt x="19670" y="39665"/>
                  </a:lnTo>
                  <a:lnTo>
                    <a:pt x="20128" y="38814"/>
                  </a:lnTo>
                  <a:lnTo>
                    <a:pt x="20620" y="37968"/>
                  </a:lnTo>
                  <a:lnTo>
                    <a:pt x="21148" y="37127"/>
                  </a:lnTo>
                  <a:lnTo>
                    <a:pt x="21711" y="36291"/>
                  </a:lnTo>
                  <a:lnTo>
                    <a:pt x="22299" y="35462"/>
                  </a:lnTo>
                  <a:lnTo>
                    <a:pt x="22900" y="34641"/>
                  </a:lnTo>
                  <a:lnTo>
                    <a:pt x="23515" y="33828"/>
                  </a:lnTo>
                  <a:lnTo>
                    <a:pt x="24143" y="33024"/>
                  </a:lnTo>
                  <a:lnTo>
                    <a:pt x="24784" y="32229"/>
                  </a:lnTo>
                  <a:lnTo>
                    <a:pt x="25439" y="31441"/>
                  </a:lnTo>
                  <a:lnTo>
                    <a:pt x="26108" y="30663"/>
                  </a:lnTo>
                  <a:lnTo>
                    <a:pt x="26790" y="29892"/>
                  </a:lnTo>
                  <a:lnTo>
                    <a:pt x="27485" y="29130"/>
                  </a:lnTo>
                  <a:lnTo>
                    <a:pt x="28194" y="28377"/>
                  </a:lnTo>
                  <a:lnTo>
                    <a:pt x="38255" y="17980"/>
                  </a:lnTo>
                  <a:lnTo>
                    <a:pt x="35771" y="15496"/>
                  </a:lnTo>
                  <a:lnTo>
                    <a:pt x="35209" y="14946"/>
                  </a:lnTo>
                  <a:lnTo>
                    <a:pt x="34653" y="14425"/>
                  </a:lnTo>
                  <a:lnTo>
                    <a:pt x="34101" y="13933"/>
                  </a:lnTo>
                  <a:lnTo>
                    <a:pt x="33555" y="13469"/>
                  </a:lnTo>
                  <a:lnTo>
                    <a:pt x="33014" y="13033"/>
                  </a:lnTo>
                  <a:lnTo>
                    <a:pt x="32477" y="12627"/>
                  </a:lnTo>
                  <a:lnTo>
                    <a:pt x="31946" y="12249"/>
                  </a:lnTo>
                  <a:lnTo>
                    <a:pt x="31420" y="11899"/>
                  </a:lnTo>
                  <a:lnTo>
                    <a:pt x="30899" y="11579"/>
                  </a:lnTo>
                  <a:lnTo>
                    <a:pt x="30383" y="11286"/>
                  </a:lnTo>
                  <a:lnTo>
                    <a:pt x="29870" y="11022"/>
                  </a:lnTo>
                  <a:lnTo>
                    <a:pt x="29361" y="10786"/>
                  </a:lnTo>
                  <a:lnTo>
                    <a:pt x="28853" y="10578"/>
                  </a:lnTo>
                  <a:lnTo>
                    <a:pt x="28349" y="10397"/>
                  </a:lnTo>
                  <a:lnTo>
                    <a:pt x="27847" y="10245"/>
                  </a:lnTo>
                  <a:lnTo>
                    <a:pt x="27347" y="10120"/>
                  </a:lnTo>
                  <a:lnTo>
                    <a:pt x="26850" y="10022"/>
                  </a:lnTo>
                  <a:lnTo>
                    <a:pt x="26355" y="9953"/>
                  </a:lnTo>
                  <a:lnTo>
                    <a:pt x="25863" y="9911"/>
                  </a:lnTo>
                  <a:lnTo>
                    <a:pt x="25373" y="9897"/>
                  </a:lnTo>
                  <a:lnTo>
                    <a:pt x="24886" y="9910"/>
                  </a:lnTo>
                  <a:lnTo>
                    <a:pt x="24399" y="9949"/>
                  </a:lnTo>
                  <a:lnTo>
                    <a:pt x="23912" y="10015"/>
                  </a:lnTo>
                  <a:lnTo>
                    <a:pt x="23427" y="10106"/>
                  </a:lnTo>
                  <a:lnTo>
                    <a:pt x="22943" y="10224"/>
                  </a:lnTo>
                  <a:lnTo>
                    <a:pt x="22459" y="10367"/>
                  </a:lnTo>
                  <a:lnTo>
                    <a:pt x="21976" y="10537"/>
                  </a:lnTo>
                  <a:lnTo>
                    <a:pt x="21494" y="10732"/>
                  </a:lnTo>
                  <a:lnTo>
                    <a:pt x="21013" y="10954"/>
                  </a:lnTo>
                  <a:lnTo>
                    <a:pt x="20533" y="11202"/>
                  </a:lnTo>
                  <a:lnTo>
                    <a:pt x="20052" y="11459"/>
                  </a:lnTo>
                  <a:lnTo>
                    <a:pt x="19569" y="11741"/>
                  </a:lnTo>
                  <a:lnTo>
                    <a:pt x="19085" y="12048"/>
                  </a:lnTo>
                  <a:lnTo>
                    <a:pt x="18600" y="12381"/>
                  </a:lnTo>
                  <a:lnTo>
                    <a:pt x="18112" y="12739"/>
                  </a:lnTo>
                  <a:lnTo>
                    <a:pt x="17623" y="13122"/>
                  </a:lnTo>
                  <a:lnTo>
                    <a:pt x="17132" y="13530"/>
                  </a:lnTo>
                  <a:lnTo>
                    <a:pt x="16640" y="13964"/>
                  </a:lnTo>
                  <a:lnTo>
                    <a:pt x="16145" y="14422"/>
                  </a:lnTo>
                  <a:lnTo>
                    <a:pt x="15650" y="14907"/>
                  </a:lnTo>
                  <a:lnTo>
                    <a:pt x="15219" y="15344"/>
                  </a:lnTo>
                  <a:lnTo>
                    <a:pt x="14804" y="15779"/>
                  </a:lnTo>
                  <a:lnTo>
                    <a:pt x="14404" y="16212"/>
                  </a:lnTo>
                  <a:lnTo>
                    <a:pt x="14020" y="16644"/>
                  </a:lnTo>
                  <a:lnTo>
                    <a:pt x="13650" y="17074"/>
                  </a:lnTo>
                  <a:lnTo>
                    <a:pt x="13296" y="17503"/>
                  </a:lnTo>
                  <a:lnTo>
                    <a:pt x="12956" y="17930"/>
                  </a:lnTo>
                  <a:lnTo>
                    <a:pt x="12632" y="18355"/>
                  </a:lnTo>
                  <a:lnTo>
                    <a:pt x="12323" y="18778"/>
                  </a:lnTo>
                  <a:lnTo>
                    <a:pt x="12029" y="19200"/>
                  </a:lnTo>
                  <a:lnTo>
                    <a:pt x="11745" y="19614"/>
                  </a:lnTo>
                  <a:lnTo>
                    <a:pt x="11480" y="20029"/>
                  </a:lnTo>
                  <a:lnTo>
                    <a:pt x="11236" y="20445"/>
                  </a:lnTo>
                  <a:lnTo>
                    <a:pt x="11012" y="20864"/>
                  </a:lnTo>
                  <a:lnTo>
                    <a:pt x="10809" y="21284"/>
                  </a:lnTo>
                  <a:lnTo>
                    <a:pt x="10625" y="21706"/>
                  </a:lnTo>
                  <a:lnTo>
                    <a:pt x="10462" y="22129"/>
                  </a:lnTo>
                  <a:lnTo>
                    <a:pt x="10319" y="22554"/>
                  </a:lnTo>
                  <a:lnTo>
                    <a:pt x="10196" y="22981"/>
                  </a:lnTo>
                  <a:lnTo>
                    <a:pt x="10093" y="23410"/>
                  </a:lnTo>
                  <a:lnTo>
                    <a:pt x="10003" y="23832"/>
                  </a:lnTo>
                  <a:lnTo>
                    <a:pt x="9936" y="24257"/>
                  </a:lnTo>
                  <a:lnTo>
                    <a:pt x="9892" y="24684"/>
                  </a:lnTo>
                  <a:lnTo>
                    <a:pt x="9871" y="25114"/>
                  </a:lnTo>
                  <a:lnTo>
                    <a:pt x="9872" y="25546"/>
                  </a:lnTo>
                  <a:lnTo>
                    <a:pt x="9896" y="25981"/>
                  </a:lnTo>
                  <a:lnTo>
                    <a:pt x="9943" y="26418"/>
                  </a:lnTo>
                  <a:lnTo>
                    <a:pt x="10012" y="26858"/>
                  </a:lnTo>
                  <a:lnTo>
                    <a:pt x="10104" y="27301"/>
                  </a:lnTo>
                  <a:lnTo>
                    <a:pt x="10219" y="27746"/>
                  </a:lnTo>
                  <a:lnTo>
                    <a:pt x="10350" y="28185"/>
                  </a:lnTo>
                  <a:lnTo>
                    <a:pt x="10507" y="28630"/>
                  </a:lnTo>
                  <a:lnTo>
                    <a:pt x="10690" y="29078"/>
                  </a:lnTo>
                  <a:lnTo>
                    <a:pt x="10900" y="29530"/>
                  </a:lnTo>
                  <a:lnTo>
                    <a:pt x="11135" y="29987"/>
                  </a:lnTo>
                  <a:lnTo>
                    <a:pt x="11396" y="30448"/>
                  </a:lnTo>
                  <a:lnTo>
                    <a:pt x="11684" y="30913"/>
                  </a:lnTo>
                  <a:lnTo>
                    <a:pt x="11997" y="31383"/>
                  </a:lnTo>
                  <a:lnTo>
                    <a:pt x="12337" y="31856"/>
                  </a:lnTo>
                  <a:lnTo>
                    <a:pt x="12703" y="32334"/>
                  </a:lnTo>
                  <a:lnTo>
                    <a:pt x="4073" y="39532"/>
                  </a:lnTo>
                  <a:lnTo>
                    <a:pt x="3631" y="38906"/>
                  </a:lnTo>
                  <a:lnTo>
                    <a:pt x="3213" y="38274"/>
                  </a:lnTo>
                  <a:lnTo>
                    <a:pt x="2819" y="37637"/>
                  </a:lnTo>
                  <a:lnTo>
                    <a:pt x="2450" y="36993"/>
                  </a:lnTo>
                  <a:lnTo>
                    <a:pt x="2106" y="36343"/>
                  </a:lnTo>
                  <a:lnTo>
                    <a:pt x="1785" y="35688"/>
                  </a:lnTo>
                  <a:lnTo>
                    <a:pt x="1489" y="35027"/>
                  </a:lnTo>
                  <a:lnTo>
                    <a:pt x="1218" y="34360"/>
                  </a:lnTo>
                  <a:lnTo>
                    <a:pt x="971" y="33686"/>
                  </a:lnTo>
                  <a:lnTo>
                    <a:pt x="748" y="33007"/>
                  </a:lnTo>
                  <a:lnTo>
                    <a:pt x="545" y="32314"/>
                  </a:lnTo>
                  <a:lnTo>
                    <a:pt x="374" y="31613"/>
                  </a:lnTo>
                  <a:lnTo>
                    <a:pt x="235" y="30906"/>
                  </a:lnTo>
                  <a:lnTo>
                    <a:pt x="128" y="30192"/>
                  </a:lnTo>
                  <a:lnTo>
                    <a:pt x="53" y="29471"/>
                  </a:lnTo>
                  <a:lnTo>
                    <a:pt x="10" y="28744"/>
                  </a:lnTo>
                  <a:lnTo>
                    <a:pt x="0" y="28010"/>
                  </a:lnTo>
                  <a:lnTo>
                    <a:pt x="21" y="27269"/>
                  </a:lnTo>
                  <a:lnTo>
                    <a:pt x="74" y="26521"/>
                  </a:lnTo>
                  <a:lnTo>
                    <a:pt x="159" y="25767"/>
                  </a:lnTo>
                  <a:lnTo>
                    <a:pt x="286" y="24998"/>
                  </a:lnTo>
                  <a:lnTo>
                    <a:pt x="450" y="24223"/>
                  </a:lnTo>
                  <a:lnTo>
                    <a:pt x="650" y="23442"/>
                  </a:lnTo>
                  <a:lnTo>
                    <a:pt x="886" y="22655"/>
                  </a:lnTo>
                  <a:lnTo>
                    <a:pt x="1158" y="21863"/>
                  </a:lnTo>
                  <a:lnTo>
                    <a:pt x="1467" y="21064"/>
                  </a:lnTo>
                  <a:lnTo>
                    <a:pt x="1812" y="20260"/>
                  </a:lnTo>
                  <a:lnTo>
                    <a:pt x="2193" y="19449"/>
                  </a:lnTo>
                  <a:lnTo>
                    <a:pt x="2610" y="18633"/>
                  </a:lnTo>
                  <a:lnTo>
                    <a:pt x="3063" y="17811"/>
                  </a:lnTo>
                  <a:lnTo>
                    <a:pt x="3557" y="16965"/>
                  </a:lnTo>
                  <a:lnTo>
                    <a:pt x="4097" y="16111"/>
                  </a:lnTo>
                  <a:lnTo>
                    <a:pt x="4682" y="15248"/>
                  </a:lnTo>
                  <a:lnTo>
                    <a:pt x="5313" y="14376"/>
                  </a:lnTo>
                  <a:lnTo>
                    <a:pt x="5989" y="13496"/>
                  </a:lnTo>
                  <a:lnTo>
                    <a:pt x="6710" y="12608"/>
                  </a:lnTo>
                  <a:lnTo>
                    <a:pt x="7477" y="11712"/>
                  </a:lnTo>
                  <a:lnTo>
                    <a:pt x="8290" y="10807"/>
                  </a:lnTo>
                  <a:lnTo>
                    <a:pt x="9148" y="9893"/>
                  </a:lnTo>
                  <a:lnTo>
                    <a:pt x="10051" y="8971"/>
                  </a:lnTo>
                  <a:lnTo>
                    <a:pt x="11765" y="7336"/>
                  </a:lnTo>
                  <a:lnTo>
                    <a:pt x="13474" y="5865"/>
                  </a:lnTo>
                  <a:lnTo>
                    <a:pt x="15177" y="4558"/>
                  </a:lnTo>
                  <a:lnTo>
                    <a:pt x="16874" y="3415"/>
                  </a:lnTo>
                  <a:lnTo>
                    <a:pt x="18565" y="2436"/>
                  </a:lnTo>
                  <a:lnTo>
                    <a:pt x="20250" y="1621"/>
                  </a:lnTo>
                  <a:lnTo>
                    <a:pt x="21929" y="971"/>
                  </a:lnTo>
                  <a:lnTo>
                    <a:pt x="23602" y="485"/>
                  </a:lnTo>
                  <a:lnTo>
                    <a:pt x="25270" y="163"/>
                  </a:lnTo>
                  <a:lnTo>
                    <a:pt x="26931" y="5"/>
                  </a:lnTo>
                  <a:lnTo>
                    <a:pt x="28573" y="0"/>
                  </a:lnTo>
                  <a:lnTo>
                    <a:pt x="30199" y="151"/>
                  </a:lnTo>
                  <a:lnTo>
                    <a:pt x="31809" y="461"/>
                  </a:lnTo>
                  <a:lnTo>
                    <a:pt x="33404" y="928"/>
                  </a:lnTo>
                  <a:lnTo>
                    <a:pt x="34982" y="1552"/>
                  </a:lnTo>
                  <a:lnTo>
                    <a:pt x="36544" y="2334"/>
                  </a:lnTo>
                  <a:lnTo>
                    <a:pt x="38090" y="3273"/>
                  </a:lnTo>
                  <a:lnTo>
                    <a:pt x="39620" y="4369"/>
                  </a:lnTo>
                  <a:lnTo>
                    <a:pt x="41134" y="5623"/>
                  </a:lnTo>
                  <a:lnTo>
                    <a:pt x="42632" y="7035"/>
                  </a:lnTo>
                  <a:lnTo>
                    <a:pt x="62249" y="26651"/>
                  </a:lnTo>
                  <a:lnTo>
                    <a:pt x="62915" y="27299"/>
                  </a:lnTo>
                  <a:lnTo>
                    <a:pt x="63565" y="27897"/>
                  </a:lnTo>
                  <a:lnTo>
                    <a:pt x="64201" y="28444"/>
                  </a:lnTo>
                  <a:lnTo>
                    <a:pt x="64822" y="28941"/>
                  </a:lnTo>
                  <a:lnTo>
                    <a:pt x="65427" y="29387"/>
                  </a:lnTo>
                  <a:lnTo>
                    <a:pt x="66017" y="29783"/>
                  </a:lnTo>
                  <a:lnTo>
                    <a:pt x="66592" y="30128"/>
                  </a:lnTo>
                  <a:lnTo>
                    <a:pt x="67152" y="30423"/>
                  </a:lnTo>
                  <a:lnTo>
                    <a:pt x="67697" y="30667"/>
                  </a:lnTo>
                  <a:lnTo>
                    <a:pt x="68226" y="30861"/>
                  </a:lnTo>
                  <a:lnTo>
                    <a:pt x="68739" y="30988"/>
                  </a:lnTo>
                  <a:lnTo>
                    <a:pt x="69250" y="31049"/>
                  </a:lnTo>
                  <a:lnTo>
                    <a:pt x="69759" y="31045"/>
                  </a:lnTo>
                  <a:lnTo>
                    <a:pt x="70267" y="30975"/>
                  </a:lnTo>
                  <a:lnTo>
                    <a:pt x="70773" y="30840"/>
                  </a:lnTo>
                  <a:lnTo>
                    <a:pt x="71277" y="30638"/>
                  </a:lnTo>
                  <a:lnTo>
                    <a:pt x="71780" y="30371"/>
                  </a:lnTo>
                  <a:lnTo>
                    <a:pt x="72281" y="30039"/>
                  </a:lnTo>
                  <a:lnTo>
                    <a:pt x="72780" y="29641"/>
                  </a:lnTo>
                  <a:lnTo>
                    <a:pt x="73278" y="29177"/>
                  </a:lnTo>
                  <a:lnTo>
                    <a:pt x="73403" y="29050"/>
                  </a:lnTo>
                  <a:lnTo>
                    <a:pt x="73527" y="28921"/>
                  </a:lnTo>
                  <a:lnTo>
                    <a:pt x="73649" y="28790"/>
                  </a:lnTo>
                  <a:lnTo>
                    <a:pt x="73769" y="28658"/>
                  </a:lnTo>
                  <a:lnTo>
                    <a:pt x="73888" y="28524"/>
                  </a:lnTo>
                  <a:lnTo>
                    <a:pt x="74005" y="28389"/>
                  </a:lnTo>
                  <a:lnTo>
                    <a:pt x="74120" y="28252"/>
                  </a:lnTo>
                  <a:lnTo>
                    <a:pt x="74234" y="28113"/>
                  </a:lnTo>
                  <a:lnTo>
                    <a:pt x="74346" y="27972"/>
                  </a:lnTo>
                  <a:lnTo>
                    <a:pt x="74456" y="27830"/>
                  </a:lnTo>
                  <a:lnTo>
                    <a:pt x="74565" y="27687"/>
                  </a:lnTo>
                  <a:lnTo>
                    <a:pt x="74672" y="27543"/>
                  </a:lnTo>
                  <a:lnTo>
                    <a:pt x="74777" y="27400"/>
                  </a:lnTo>
                  <a:lnTo>
                    <a:pt x="74881" y="27257"/>
                  </a:lnTo>
                  <a:lnTo>
                    <a:pt x="74982" y="27114"/>
                  </a:lnTo>
                  <a:lnTo>
                    <a:pt x="75083" y="26971"/>
                  </a:lnTo>
                  <a:lnTo>
                    <a:pt x="75181" y="26828"/>
                  </a:lnTo>
                  <a:lnTo>
                    <a:pt x="75278" y="26685"/>
                  </a:lnTo>
                  <a:lnTo>
                    <a:pt x="75373" y="26542"/>
                  </a:lnTo>
                  <a:lnTo>
                    <a:pt x="75466" y="26399"/>
                  </a:lnTo>
                  <a:lnTo>
                    <a:pt x="80181" y="31113"/>
                  </a:lnTo>
                  <a:lnTo>
                    <a:pt x="79961" y="31465"/>
                  </a:lnTo>
                  <a:lnTo>
                    <a:pt x="79737" y="31814"/>
                  </a:lnTo>
                  <a:lnTo>
                    <a:pt x="79509" y="32159"/>
                  </a:lnTo>
                  <a:lnTo>
                    <a:pt x="79279" y="32501"/>
                  </a:lnTo>
                  <a:lnTo>
                    <a:pt x="79045" y="32839"/>
                  </a:lnTo>
                  <a:lnTo>
                    <a:pt x="78807" y="33174"/>
                  </a:lnTo>
                  <a:lnTo>
                    <a:pt x="78566" y="33506"/>
                  </a:lnTo>
                  <a:lnTo>
                    <a:pt x="78322" y="33834"/>
                  </a:lnTo>
                  <a:lnTo>
                    <a:pt x="78075" y="34159"/>
                  </a:lnTo>
                  <a:lnTo>
                    <a:pt x="77824" y="34481"/>
                  </a:lnTo>
                  <a:lnTo>
                    <a:pt x="77576" y="34793"/>
                  </a:lnTo>
                  <a:lnTo>
                    <a:pt x="77320" y="35105"/>
                  </a:lnTo>
                  <a:lnTo>
                    <a:pt x="77057" y="35419"/>
                  </a:lnTo>
                  <a:lnTo>
                    <a:pt x="76787" y="35733"/>
                  </a:lnTo>
                  <a:lnTo>
                    <a:pt x="76508" y="36049"/>
                  </a:lnTo>
                  <a:lnTo>
                    <a:pt x="76223" y="36365"/>
                  </a:lnTo>
                  <a:lnTo>
                    <a:pt x="75929" y="36682"/>
                  </a:lnTo>
                  <a:lnTo>
                    <a:pt x="75628" y="37000"/>
                  </a:lnTo>
                  <a:lnTo>
                    <a:pt x="75320" y="37318"/>
                  </a:lnTo>
                  <a:lnTo>
                    <a:pt x="75003" y="37638"/>
                  </a:lnTo>
                  <a:lnTo>
                    <a:pt x="74574" y="38056"/>
                  </a:lnTo>
                  <a:lnTo>
                    <a:pt x="74146" y="38451"/>
                  </a:lnTo>
                  <a:lnTo>
                    <a:pt x="73719" y="38824"/>
                  </a:lnTo>
                  <a:lnTo>
                    <a:pt x="73293" y="39173"/>
                  </a:lnTo>
                  <a:lnTo>
                    <a:pt x="72867" y="39501"/>
                  </a:lnTo>
                  <a:lnTo>
                    <a:pt x="72442" y="39805"/>
                  </a:lnTo>
                  <a:lnTo>
                    <a:pt x="72018" y="40087"/>
                  </a:lnTo>
                  <a:lnTo>
                    <a:pt x="71595" y="40345"/>
                  </a:lnTo>
                  <a:lnTo>
                    <a:pt x="71173" y="40582"/>
                  </a:lnTo>
                  <a:lnTo>
                    <a:pt x="70752" y="40795"/>
                  </a:lnTo>
                  <a:lnTo>
                    <a:pt x="70331" y="40969"/>
                  </a:lnTo>
                  <a:lnTo>
                    <a:pt x="69910" y="41122"/>
                  </a:lnTo>
                  <a:lnTo>
                    <a:pt x="69489" y="41252"/>
                  </a:lnTo>
                  <a:lnTo>
                    <a:pt x="69068" y="41361"/>
                  </a:lnTo>
                  <a:lnTo>
                    <a:pt x="68647" y="41447"/>
                  </a:lnTo>
                  <a:lnTo>
                    <a:pt x="68226" y="41512"/>
                  </a:lnTo>
                  <a:lnTo>
                    <a:pt x="67805" y="41555"/>
                  </a:lnTo>
                  <a:lnTo>
                    <a:pt x="67384" y="41576"/>
                  </a:lnTo>
                  <a:lnTo>
                    <a:pt x="66963" y="41575"/>
                  </a:lnTo>
                  <a:lnTo>
                    <a:pt x="66542" y="41553"/>
                  </a:lnTo>
                  <a:lnTo>
                    <a:pt x="66113" y="41501"/>
                  </a:lnTo>
                  <a:lnTo>
                    <a:pt x="65682" y="41430"/>
                  </a:lnTo>
                  <a:lnTo>
                    <a:pt x="65250" y="41339"/>
                  </a:lnTo>
                  <a:lnTo>
                    <a:pt x="64818" y="41229"/>
                  </a:lnTo>
                  <a:lnTo>
                    <a:pt x="64385" y="41100"/>
                  </a:lnTo>
                  <a:lnTo>
                    <a:pt x="63951" y="40952"/>
                  </a:lnTo>
                  <a:lnTo>
                    <a:pt x="63516" y="40784"/>
                  </a:lnTo>
                  <a:lnTo>
                    <a:pt x="63080" y="40596"/>
                  </a:lnTo>
                  <a:lnTo>
                    <a:pt x="62644" y="40390"/>
                  </a:lnTo>
                  <a:lnTo>
                    <a:pt x="62207" y="40164"/>
                  </a:lnTo>
                  <a:lnTo>
                    <a:pt x="61759" y="39910"/>
                  </a:lnTo>
                  <a:lnTo>
                    <a:pt x="61307" y="39638"/>
                  </a:lnTo>
                  <a:lnTo>
                    <a:pt x="60853" y="39348"/>
                  </a:lnTo>
                  <a:lnTo>
                    <a:pt x="60395" y="39039"/>
                  </a:lnTo>
                  <a:lnTo>
                    <a:pt x="59933" y="38711"/>
                  </a:lnTo>
                  <a:lnTo>
                    <a:pt x="59469" y="38365"/>
                  </a:lnTo>
                  <a:lnTo>
                    <a:pt x="59001" y="38001"/>
                  </a:lnTo>
                  <a:lnTo>
                    <a:pt x="58529" y="37618"/>
                  </a:lnTo>
                  <a:lnTo>
                    <a:pt x="58054" y="37216"/>
                  </a:lnTo>
                  <a:lnTo>
                    <a:pt x="57576" y="36796"/>
                  </a:lnTo>
                  <a:lnTo>
                    <a:pt x="57324" y="37049"/>
                  </a:lnTo>
                  <a:lnTo>
                    <a:pt x="57510" y="37729"/>
                  </a:lnTo>
                  <a:lnTo>
                    <a:pt x="57684" y="38406"/>
                  </a:lnTo>
                  <a:lnTo>
                    <a:pt x="57844" y="39079"/>
                  </a:lnTo>
                  <a:lnTo>
                    <a:pt x="57990" y="39749"/>
                  </a:lnTo>
                  <a:lnTo>
                    <a:pt x="58123" y="40416"/>
                  </a:lnTo>
                  <a:lnTo>
                    <a:pt x="58243" y="41080"/>
                  </a:lnTo>
                  <a:lnTo>
                    <a:pt x="58349" y="41740"/>
                  </a:lnTo>
                  <a:lnTo>
                    <a:pt x="58442" y="42396"/>
                  </a:lnTo>
                  <a:lnTo>
                    <a:pt x="58521" y="43050"/>
                  </a:lnTo>
                  <a:lnTo>
                    <a:pt x="58586" y="43700"/>
                  </a:lnTo>
                  <a:lnTo>
                    <a:pt x="58644" y="44339"/>
                  </a:lnTo>
                  <a:lnTo>
                    <a:pt x="58681" y="44979"/>
                  </a:lnTo>
                  <a:lnTo>
                    <a:pt x="58698" y="45619"/>
                  </a:lnTo>
                  <a:lnTo>
                    <a:pt x="58694" y="46259"/>
                  </a:lnTo>
                  <a:lnTo>
                    <a:pt x="58671" y="46899"/>
                  </a:lnTo>
                  <a:lnTo>
                    <a:pt x="58627" y="47539"/>
                  </a:lnTo>
                  <a:lnTo>
                    <a:pt x="58563" y="48178"/>
                  </a:lnTo>
                  <a:lnTo>
                    <a:pt x="58479" y="48818"/>
                  </a:lnTo>
                  <a:lnTo>
                    <a:pt x="58374" y="49458"/>
                  </a:lnTo>
                  <a:lnTo>
                    <a:pt x="58250" y="50098"/>
                  </a:lnTo>
                  <a:lnTo>
                    <a:pt x="58096" y="50729"/>
                  </a:lnTo>
                  <a:lnTo>
                    <a:pt x="57920" y="51361"/>
                  </a:lnTo>
                  <a:lnTo>
                    <a:pt x="57722" y="51992"/>
                  </a:lnTo>
                  <a:lnTo>
                    <a:pt x="57502" y="52624"/>
                  </a:lnTo>
                  <a:lnTo>
                    <a:pt x="57260" y="53255"/>
                  </a:lnTo>
                  <a:lnTo>
                    <a:pt x="56997" y="53887"/>
                  </a:lnTo>
                  <a:lnTo>
                    <a:pt x="56712" y="54518"/>
                  </a:lnTo>
                  <a:lnTo>
                    <a:pt x="56404" y="55149"/>
                  </a:lnTo>
                  <a:lnTo>
                    <a:pt x="56075" y="55781"/>
                  </a:lnTo>
                  <a:lnTo>
                    <a:pt x="55724" y="56412"/>
                  </a:lnTo>
                  <a:lnTo>
                    <a:pt x="55356" y="57036"/>
                  </a:lnTo>
                  <a:lnTo>
                    <a:pt x="54960" y="57662"/>
                  </a:lnTo>
                  <a:lnTo>
                    <a:pt x="54534" y="58289"/>
                  </a:lnTo>
                  <a:lnTo>
                    <a:pt x="54081" y="58918"/>
                  </a:lnTo>
                  <a:lnTo>
                    <a:pt x="53598" y="59548"/>
                  </a:lnTo>
                  <a:lnTo>
                    <a:pt x="53087" y="60181"/>
                  </a:lnTo>
                  <a:lnTo>
                    <a:pt x="52547" y="60814"/>
                  </a:lnTo>
                  <a:lnTo>
                    <a:pt x="51979" y="61450"/>
                  </a:lnTo>
                  <a:lnTo>
                    <a:pt x="51382" y="62087"/>
                  </a:lnTo>
                  <a:close/>
                  <a:moveTo>
                    <a:pt x="46800" y="55318"/>
                  </a:moveTo>
                  <a:lnTo>
                    <a:pt x="47502" y="54590"/>
                  </a:lnTo>
                  <a:lnTo>
                    <a:pt x="48159" y="53855"/>
                  </a:lnTo>
                  <a:lnTo>
                    <a:pt x="48771" y="53112"/>
                  </a:lnTo>
                  <a:lnTo>
                    <a:pt x="49339" y="52361"/>
                  </a:lnTo>
                  <a:lnTo>
                    <a:pt x="49862" y="51603"/>
                  </a:lnTo>
                  <a:lnTo>
                    <a:pt x="50341" y="50837"/>
                  </a:lnTo>
                  <a:lnTo>
                    <a:pt x="50775" y="50064"/>
                  </a:lnTo>
                  <a:lnTo>
                    <a:pt x="51164" y="49283"/>
                  </a:lnTo>
                  <a:lnTo>
                    <a:pt x="51509" y="48495"/>
                  </a:lnTo>
                  <a:lnTo>
                    <a:pt x="51809" y="47699"/>
                  </a:lnTo>
                  <a:lnTo>
                    <a:pt x="52070" y="46884"/>
                  </a:lnTo>
                  <a:lnTo>
                    <a:pt x="52297" y="46075"/>
                  </a:lnTo>
                  <a:lnTo>
                    <a:pt x="52491" y="45271"/>
                  </a:lnTo>
                  <a:lnTo>
                    <a:pt x="52651" y="44472"/>
                  </a:lnTo>
                  <a:lnTo>
                    <a:pt x="52777" y="43678"/>
                  </a:lnTo>
                  <a:lnTo>
                    <a:pt x="52870" y="42890"/>
                  </a:lnTo>
                  <a:lnTo>
                    <a:pt x="52929" y="42106"/>
                  </a:lnTo>
                  <a:lnTo>
                    <a:pt x="52954" y="41327"/>
                  </a:lnTo>
                  <a:lnTo>
                    <a:pt x="52946" y="40553"/>
                  </a:lnTo>
                  <a:lnTo>
                    <a:pt x="52904" y="39785"/>
                  </a:lnTo>
                  <a:lnTo>
                    <a:pt x="52840" y="39016"/>
                  </a:lnTo>
                  <a:lnTo>
                    <a:pt x="52750" y="38257"/>
                  </a:lnTo>
                  <a:lnTo>
                    <a:pt x="52635" y="37510"/>
                  </a:lnTo>
                  <a:lnTo>
                    <a:pt x="52493" y="36774"/>
                  </a:lnTo>
                  <a:lnTo>
                    <a:pt x="52325" y="36049"/>
                  </a:lnTo>
                  <a:lnTo>
                    <a:pt x="52131" y="35334"/>
                  </a:lnTo>
                  <a:lnTo>
                    <a:pt x="51911" y="34631"/>
                  </a:lnTo>
                  <a:lnTo>
                    <a:pt x="51664" y="33939"/>
                  </a:lnTo>
                  <a:lnTo>
                    <a:pt x="51392" y="33257"/>
                  </a:lnTo>
                  <a:lnTo>
                    <a:pt x="51094" y="32586"/>
                  </a:lnTo>
                  <a:lnTo>
                    <a:pt x="50775" y="31932"/>
                  </a:lnTo>
                  <a:lnTo>
                    <a:pt x="50444" y="31300"/>
                  </a:lnTo>
                  <a:lnTo>
                    <a:pt x="50098" y="30690"/>
                  </a:lnTo>
                  <a:lnTo>
                    <a:pt x="49740" y="30101"/>
                  </a:lnTo>
                  <a:lnTo>
                    <a:pt x="49368" y="29535"/>
                  </a:lnTo>
                  <a:lnTo>
                    <a:pt x="48982" y="28990"/>
                  </a:lnTo>
                  <a:lnTo>
                    <a:pt x="48583" y="28467"/>
                  </a:lnTo>
                  <a:lnTo>
                    <a:pt x="48170" y="27966"/>
                  </a:lnTo>
                  <a:lnTo>
                    <a:pt x="47744" y="27487"/>
                  </a:lnTo>
                  <a:lnTo>
                    <a:pt x="47305" y="27030"/>
                  </a:lnTo>
                  <a:lnTo>
                    <a:pt x="43559" y="23283"/>
                  </a:lnTo>
                  <a:lnTo>
                    <a:pt x="35434" y="31745"/>
                  </a:lnTo>
                  <a:lnTo>
                    <a:pt x="34893" y="32309"/>
                  </a:lnTo>
                  <a:lnTo>
                    <a:pt x="34363" y="32876"/>
                  </a:lnTo>
                  <a:lnTo>
                    <a:pt x="33846" y="33444"/>
                  </a:lnTo>
                  <a:lnTo>
                    <a:pt x="33340" y="34014"/>
                  </a:lnTo>
                  <a:lnTo>
                    <a:pt x="32845" y="34586"/>
                  </a:lnTo>
                  <a:lnTo>
                    <a:pt x="32363" y="35159"/>
                  </a:lnTo>
                  <a:lnTo>
                    <a:pt x="31892" y="35734"/>
                  </a:lnTo>
                  <a:lnTo>
                    <a:pt x="31433" y="36311"/>
                  </a:lnTo>
                  <a:lnTo>
                    <a:pt x="30986" y="36889"/>
                  </a:lnTo>
                  <a:lnTo>
                    <a:pt x="30551" y="37469"/>
                  </a:lnTo>
                  <a:lnTo>
                    <a:pt x="30135" y="38035"/>
                  </a:lnTo>
                  <a:lnTo>
                    <a:pt x="29745" y="38603"/>
                  </a:lnTo>
                  <a:lnTo>
                    <a:pt x="29381" y="39173"/>
                  </a:lnTo>
                  <a:lnTo>
                    <a:pt x="29042" y="39746"/>
                  </a:lnTo>
                  <a:lnTo>
                    <a:pt x="28731" y="40321"/>
                  </a:lnTo>
                  <a:lnTo>
                    <a:pt x="28445" y="40899"/>
                  </a:lnTo>
                  <a:lnTo>
                    <a:pt x="28185" y="41480"/>
                  </a:lnTo>
                  <a:lnTo>
                    <a:pt x="27951" y="42063"/>
                  </a:lnTo>
                  <a:lnTo>
                    <a:pt x="27744" y="42648"/>
                  </a:lnTo>
                  <a:lnTo>
                    <a:pt x="27562" y="43236"/>
                  </a:lnTo>
                  <a:lnTo>
                    <a:pt x="27410" y="43827"/>
                  </a:lnTo>
                  <a:lnTo>
                    <a:pt x="27290" y="44419"/>
                  </a:lnTo>
                  <a:lnTo>
                    <a:pt x="27201" y="45012"/>
                  </a:lnTo>
                  <a:lnTo>
                    <a:pt x="27145" y="45607"/>
                  </a:lnTo>
                  <a:lnTo>
                    <a:pt x="27120" y="46204"/>
                  </a:lnTo>
                  <a:lnTo>
                    <a:pt x="27128" y="46803"/>
                  </a:lnTo>
                  <a:lnTo>
                    <a:pt x="27168" y="47403"/>
                  </a:lnTo>
                  <a:lnTo>
                    <a:pt x="27239" y="48005"/>
                  </a:lnTo>
                  <a:lnTo>
                    <a:pt x="27343" y="48609"/>
                  </a:lnTo>
                  <a:lnTo>
                    <a:pt x="27478" y="49214"/>
                  </a:lnTo>
                  <a:lnTo>
                    <a:pt x="27661" y="49813"/>
                  </a:lnTo>
                  <a:lnTo>
                    <a:pt x="27889" y="50413"/>
                  </a:lnTo>
                  <a:lnTo>
                    <a:pt x="28163" y="51015"/>
                  </a:lnTo>
                  <a:lnTo>
                    <a:pt x="28482" y="51618"/>
                  </a:lnTo>
                  <a:lnTo>
                    <a:pt x="28846" y="52224"/>
                  </a:lnTo>
                  <a:lnTo>
                    <a:pt x="29256" y="52831"/>
                  </a:lnTo>
                  <a:lnTo>
                    <a:pt x="29712" y="53439"/>
                  </a:lnTo>
                  <a:lnTo>
                    <a:pt x="30213" y="54050"/>
                  </a:lnTo>
                  <a:lnTo>
                    <a:pt x="30759" y="54662"/>
                  </a:lnTo>
                  <a:lnTo>
                    <a:pt x="31351" y="55276"/>
                  </a:lnTo>
                  <a:lnTo>
                    <a:pt x="32095" y="55980"/>
                  </a:lnTo>
                  <a:lnTo>
                    <a:pt x="32845" y="56611"/>
                  </a:lnTo>
                  <a:lnTo>
                    <a:pt x="33600" y="57169"/>
                  </a:lnTo>
                  <a:lnTo>
                    <a:pt x="34362" y="57653"/>
                  </a:lnTo>
                  <a:lnTo>
                    <a:pt x="35129" y="58064"/>
                  </a:lnTo>
                  <a:lnTo>
                    <a:pt x="35902" y="58402"/>
                  </a:lnTo>
                  <a:lnTo>
                    <a:pt x="36681" y="58667"/>
                  </a:lnTo>
                  <a:lnTo>
                    <a:pt x="37467" y="58859"/>
                  </a:lnTo>
                  <a:lnTo>
                    <a:pt x="38257" y="58977"/>
                  </a:lnTo>
                  <a:lnTo>
                    <a:pt x="39054" y="59022"/>
                  </a:lnTo>
                  <a:lnTo>
                    <a:pt x="39859" y="58985"/>
                  </a:lnTo>
                  <a:lnTo>
                    <a:pt x="40657" y="58874"/>
                  </a:lnTo>
                  <a:lnTo>
                    <a:pt x="41449" y="58689"/>
                  </a:lnTo>
                  <a:lnTo>
                    <a:pt x="42233" y="58429"/>
                  </a:lnTo>
                  <a:lnTo>
                    <a:pt x="43011" y="58096"/>
                  </a:lnTo>
                  <a:lnTo>
                    <a:pt x="43782" y="57689"/>
                  </a:lnTo>
                  <a:lnTo>
                    <a:pt x="44547" y="57207"/>
                  </a:lnTo>
                  <a:lnTo>
                    <a:pt x="45305" y="56651"/>
                  </a:lnTo>
                  <a:lnTo>
                    <a:pt x="46056" y="5602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6420654" y="6411068"/>
              <a:ext cx="53376" cy="67267"/>
            </a:xfrm>
            <a:custGeom>
              <a:avLst/>
              <a:pathLst>
                <a:path w="53376" h="67267">
                  <a:moveTo>
                    <a:pt x="45799" y="67267"/>
                  </a:moveTo>
                  <a:lnTo>
                    <a:pt x="10860" y="32328"/>
                  </a:lnTo>
                  <a:lnTo>
                    <a:pt x="10573" y="32042"/>
                  </a:lnTo>
                  <a:lnTo>
                    <a:pt x="10284" y="31756"/>
                  </a:lnTo>
                  <a:lnTo>
                    <a:pt x="9994" y="31470"/>
                  </a:lnTo>
                  <a:lnTo>
                    <a:pt x="9702" y="31183"/>
                  </a:lnTo>
                  <a:lnTo>
                    <a:pt x="9408" y="30897"/>
                  </a:lnTo>
                  <a:lnTo>
                    <a:pt x="9112" y="30611"/>
                  </a:lnTo>
                  <a:lnTo>
                    <a:pt x="8815" y="30325"/>
                  </a:lnTo>
                  <a:lnTo>
                    <a:pt x="8516" y="30038"/>
                  </a:lnTo>
                  <a:lnTo>
                    <a:pt x="8216" y="29752"/>
                  </a:lnTo>
                  <a:lnTo>
                    <a:pt x="7913" y="29466"/>
                  </a:lnTo>
                  <a:lnTo>
                    <a:pt x="7611" y="29165"/>
                  </a:lnTo>
                  <a:lnTo>
                    <a:pt x="7311" y="28867"/>
                  </a:lnTo>
                  <a:lnTo>
                    <a:pt x="7012" y="28572"/>
                  </a:lnTo>
                  <a:lnTo>
                    <a:pt x="6714" y="28281"/>
                  </a:lnTo>
                  <a:lnTo>
                    <a:pt x="6419" y="27993"/>
                  </a:lnTo>
                  <a:lnTo>
                    <a:pt x="6125" y="27708"/>
                  </a:lnTo>
                  <a:lnTo>
                    <a:pt x="5833" y="27427"/>
                  </a:lnTo>
                  <a:lnTo>
                    <a:pt x="5543" y="27149"/>
                  </a:lnTo>
                  <a:lnTo>
                    <a:pt x="5254" y="26875"/>
                  </a:lnTo>
                  <a:lnTo>
                    <a:pt x="4967" y="26604"/>
                  </a:lnTo>
                  <a:lnTo>
                    <a:pt x="4682" y="26336"/>
                  </a:lnTo>
                  <a:lnTo>
                    <a:pt x="4401" y="26071"/>
                  </a:lnTo>
                  <a:lnTo>
                    <a:pt x="4123" y="25810"/>
                  </a:lnTo>
                  <a:lnTo>
                    <a:pt x="3849" y="25553"/>
                  </a:lnTo>
                  <a:lnTo>
                    <a:pt x="3578" y="25299"/>
                  </a:lnTo>
                  <a:lnTo>
                    <a:pt x="3310" y="25048"/>
                  </a:lnTo>
                  <a:lnTo>
                    <a:pt x="3045" y="24800"/>
                  </a:lnTo>
                  <a:lnTo>
                    <a:pt x="2785" y="24556"/>
                  </a:lnTo>
                  <a:lnTo>
                    <a:pt x="2527" y="24315"/>
                  </a:lnTo>
                  <a:lnTo>
                    <a:pt x="2273" y="24078"/>
                  </a:lnTo>
                  <a:lnTo>
                    <a:pt x="2023" y="23845"/>
                  </a:lnTo>
                  <a:lnTo>
                    <a:pt x="1778" y="23616"/>
                  </a:lnTo>
                  <a:lnTo>
                    <a:pt x="1538" y="23393"/>
                  </a:lnTo>
                  <a:lnTo>
                    <a:pt x="1303" y="23175"/>
                  </a:lnTo>
                  <a:lnTo>
                    <a:pt x="1073" y="22962"/>
                  </a:lnTo>
                  <a:lnTo>
                    <a:pt x="848" y="22754"/>
                  </a:lnTo>
                  <a:lnTo>
                    <a:pt x="628" y="22551"/>
                  </a:lnTo>
                  <a:lnTo>
                    <a:pt x="414" y="22354"/>
                  </a:lnTo>
                  <a:lnTo>
                    <a:pt x="204" y="22161"/>
                  </a:lnTo>
                  <a:lnTo>
                    <a:pt x="0" y="21973"/>
                  </a:lnTo>
                  <a:lnTo>
                    <a:pt x="7156" y="14817"/>
                  </a:lnTo>
                  <a:lnTo>
                    <a:pt x="7361" y="15005"/>
                  </a:lnTo>
                  <a:lnTo>
                    <a:pt x="7572" y="15199"/>
                  </a:lnTo>
                  <a:lnTo>
                    <a:pt x="7788" y="15399"/>
                  </a:lnTo>
                  <a:lnTo>
                    <a:pt x="8011" y="15605"/>
                  </a:lnTo>
                  <a:lnTo>
                    <a:pt x="8240" y="15817"/>
                  </a:lnTo>
                  <a:lnTo>
                    <a:pt x="8474" y="16034"/>
                  </a:lnTo>
                  <a:lnTo>
                    <a:pt x="8714" y="16258"/>
                  </a:lnTo>
                  <a:lnTo>
                    <a:pt x="8961" y="16487"/>
                  </a:lnTo>
                  <a:lnTo>
                    <a:pt x="9213" y="16723"/>
                  </a:lnTo>
                  <a:lnTo>
                    <a:pt x="9471" y="16964"/>
                  </a:lnTo>
                  <a:lnTo>
                    <a:pt x="9732" y="17192"/>
                  </a:lnTo>
                  <a:lnTo>
                    <a:pt x="9995" y="17423"/>
                  </a:lnTo>
                  <a:lnTo>
                    <a:pt x="10258" y="17657"/>
                  </a:lnTo>
                  <a:lnTo>
                    <a:pt x="10522" y="17893"/>
                  </a:lnTo>
                  <a:lnTo>
                    <a:pt x="10786" y="18132"/>
                  </a:lnTo>
                  <a:lnTo>
                    <a:pt x="11052" y="18373"/>
                  </a:lnTo>
                  <a:lnTo>
                    <a:pt x="11318" y="18617"/>
                  </a:lnTo>
                  <a:lnTo>
                    <a:pt x="11586" y="18863"/>
                  </a:lnTo>
                  <a:lnTo>
                    <a:pt x="11854" y="19112"/>
                  </a:lnTo>
                  <a:lnTo>
                    <a:pt x="12123" y="19363"/>
                  </a:lnTo>
                  <a:lnTo>
                    <a:pt x="12399" y="19607"/>
                  </a:lnTo>
                  <a:lnTo>
                    <a:pt x="12672" y="19851"/>
                  </a:lnTo>
                  <a:lnTo>
                    <a:pt x="12941" y="20096"/>
                  </a:lnTo>
                  <a:lnTo>
                    <a:pt x="13207" y="20340"/>
                  </a:lnTo>
                  <a:lnTo>
                    <a:pt x="13470" y="20584"/>
                  </a:lnTo>
                  <a:lnTo>
                    <a:pt x="13729" y="20828"/>
                  </a:lnTo>
                  <a:lnTo>
                    <a:pt x="13985" y="21072"/>
                  </a:lnTo>
                  <a:lnTo>
                    <a:pt x="14238" y="21316"/>
                  </a:lnTo>
                  <a:lnTo>
                    <a:pt x="14487" y="21561"/>
                  </a:lnTo>
                  <a:lnTo>
                    <a:pt x="14733" y="21805"/>
                  </a:lnTo>
                  <a:lnTo>
                    <a:pt x="14973" y="22029"/>
                  </a:lnTo>
                  <a:lnTo>
                    <a:pt x="15206" y="22248"/>
                  </a:lnTo>
                  <a:lnTo>
                    <a:pt x="15431" y="22460"/>
                  </a:lnTo>
                  <a:lnTo>
                    <a:pt x="15649" y="22667"/>
                  </a:lnTo>
                  <a:lnTo>
                    <a:pt x="15859" y="22868"/>
                  </a:lnTo>
                  <a:lnTo>
                    <a:pt x="16061" y="23062"/>
                  </a:lnTo>
                  <a:lnTo>
                    <a:pt x="16256" y="23251"/>
                  </a:lnTo>
                  <a:lnTo>
                    <a:pt x="16443" y="23435"/>
                  </a:lnTo>
                  <a:lnTo>
                    <a:pt x="16623" y="23612"/>
                  </a:lnTo>
                  <a:lnTo>
                    <a:pt x="16795" y="23783"/>
                  </a:lnTo>
                  <a:lnTo>
                    <a:pt x="16964" y="23615"/>
                  </a:lnTo>
                  <a:lnTo>
                    <a:pt x="16610" y="22939"/>
                  </a:lnTo>
                  <a:lnTo>
                    <a:pt x="16272" y="22276"/>
                  </a:lnTo>
                  <a:lnTo>
                    <a:pt x="15950" y="21626"/>
                  </a:lnTo>
                  <a:lnTo>
                    <a:pt x="15644" y="20988"/>
                  </a:lnTo>
                  <a:lnTo>
                    <a:pt x="15354" y="20363"/>
                  </a:lnTo>
                  <a:lnTo>
                    <a:pt x="15080" y="19750"/>
                  </a:lnTo>
                  <a:lnTo>
                    <a:pt x="14822" y="19151"/>
                  </a:lnTo>
                  <a:lnTo>
                    <a:pt x="14580" y="18563"/>
                  </a:lnTo>
                  <a:lnTo>
                    <a:pt x="14353" y="17989"/>
                  </a:lnTo>
                  <a:lnTo>
                    <a:pt x="14143" y="17427"/>
                  </a:lnTo>
                  <a:lnTo>
                    <a:pt x="13951" y="16859"/>
                  </a:lnTo>
                  <a:lnTo>
                    <a:pt x="13780" y="16299"/>
                  </a:lnTo>
                  <a:lnTo>
                    <a:pt x="13628" y="15747"/>
                  </a:lnTo>
                  <a:lnTo>
                    <a:pt x="13497" y="15204"/>
                  </a:lnTo>
                  <a:lnTo>
                    <a:pt x="13386" y="14670"/>
                  </a:lnTo>
                  <a:lnTo>
                    <a:pt x="13295" y="14143"/>
                  </a:lnTo>
                  <a:lnTo>
                    <a:pt x="13224" y="13626"/>
                  </a:lnTo>
                  <a:lnTo>
                    <a:pt x="13174" y="13116"/>
                  </a:lnTo>
                  <a:lnTo>
                    <a:pt x="13143" y="12615"/>
                  </a:lnTo>
                  <a:lnTo>
                    <a:pt x="13133" y="12123"/>
                  </a:lnTo>
                  <a:lnTo>
                    <a:pt x="13136" y="11628"/>
                  </a:lnTo>
                  <a:lnTo>
                    <a:pt x="13162" y="11138"/>
                  </a:lnTo>
                  <a:lnTo>
                    <a:pt x="13210" y="10652"/>
                  </a:lnTo>
                  <a:lnTo>
                    <a:pt x="13281" y="10170"/>
                  </a:lnTo>
                  <a:lnTo>
                    <a:pt x="13375" y="9692"/>
                  </a:lnTo>
                  <a:lnTo>
                    <a:pt x="13492" y="9218"/>
                  </a:lnTo>
                  <a:lnTo>
                    <a:pt x="13631" y="8749"/>
                  </a:lnTo>
                  <a:lnTo>
                    <a:pt x="13793" y="8284"/>
                  </a:lnTo>
                  <a:lnTo>
                    <a:pt x="13978" y="7823"/>
                  </a:lnTo>
                  <a:lnTo>
                    <a:pt x="14185" y="7366"/>
                  </a:lnTo>
                  <a:lnTo>
                    <a:pt x="14409" y="6902"/>
                  </a:lnTo>
                  <a:lnTo>
                    <a:pt x="14660" y="6437"/>
                  </a:lnTo>
                  <a:lnTo>
                    <a:pt x="14938" y="5969"/>
                  </a:lnTo>
                  <a:lnTo>
                    <a:pt x="15243" y="5500"/>
                  </a:lnTo>
                  <a:lnTo>
                    <a:pt x="15575" y="5030"/>
                  </a:lnTo>
                  <a:lnTo>
                    <a:pt x="15933" y="4558"/>
                  </a:lnTo>
                  <a:lnTo>
                    <a:pt x="16319" y="4084"/>
                  </a:lnTo>
                  <a:lnTo>
                    <a:pt x="16731" y="3608"/>
                  </a:lnTo>
                  <a:lnTo>
                    <a:pt x="17171" y="3131"/>
                  </a:lnTo>
                  <a:lnTo>
                    <a:pt x="17637" y="2651"/>
                  </a:lnTo>
                  <a:lnTo>
                    <a:pt x="17823" y="2469"/>
                  </a:lnTo>
                  <a:lnTo>
                    <a:pt x="18011" y="2291"/>
                  </a:lnTo>
                  <a:lnTo>
                    <a:pt x="18201" y="2119"/>
                  </a:lnTo>
                  <a:lnTo>
                    <a:pt x="18392" y="1951"/>
                  </a:lnTo>
                  <a:lnTo>
                    <a:pt x="18584" y="1789"/>
                  </a:lnTo>
                  <a:lnTo>
                    <a:pt x="18779" y="1631"/>
                  </a:lnTo>
                  <a:lnTo>
                    <a:pt x="18975" y="1479"/>
                  </a:lnTo>
                  <a:lnTo>
                    <a:pt x="19173" y="1331"/>
                  </a:lnTo>
                  <a:lnTo>
                    <a:pt x="19372" y="1189"/>
                  </a:lnTo>
                  <a:lnTo>
                    <a:pt x="19574" y="1052"/>
                  </a:lnTo>
                  <a:lnTo>
                    <a:pt x="19764" y="913"/>
                  </a:lnTo>
                  <a:lnTo>
                    <a:pt x="19946" y="781"/>
                  </a:lnTo>
                  <a:lnTo>
                    <a:pt x="20120" y="657"/>
                  </a:lnTo>
                  <a:lnTo>
                    <a:pt x="20288" y="540"/>
                  </a:lnTo>
                  <a:lnTo>
                    <a:pt x="20447" y="431"/>
                  </a:lnTo>
                  <a:lnTo>
                    <a:pt x="20599" y="330"/>
                  </a:lnTo>
                  <a:lnTo>
                    <a:pt x="20743" y="236"/>
                  </a:lnTo>
                  <a:lnTo>
                    <a:pt x="20880" y="149"/>
                  </a:lnTo>
                  <a:lnTo>
                    <a:pt x="21131" y="0"/>
                  </a:lnTo>
                  <a:lnTo>
                    <a:pt x="28077" y="6945"/>
                  </a:lnTo>
                  <a:lnTo>
                    <a:pt x="27882" y="7058"/>
                  </a:lnTo>
                  <a:lnTo>
                    <a:pt x="27685" y="7179"/>
                  </a:lnTo>
                  <a:lnTo>
                    <a:pt x="27485" y="7308"/>
                  </a:lnTo>
                  <a:lnTo>
                    <a:pt x="27282" y="7444"/>
                  </a:lnTo>
                  <a:lnTo>
                    <a:pt x="27077" y="7587"/>
                  </a:lnTo>
                  <a:lnTo>
                    <a:pt x="26870" y="7738"/>
                  </a:lnTo>
                  <a:lnTo>
                    <a:pt x="26659" y="7897"/>
                  </a:lnTo>
                  <a:lnTo>
                    <a:pt x="26447" y="8063"/>
                  </a:lnTo>
                  <a:lnTo>
                    <a:pt x="26232" y="8237"/>
                  </a:lnTo>
                  <a:lnTo>
                    <a:pt x="26014" y="8418"/>
                  </a:lnTo>
                  <a:lnTo>
                    <a:pt x="25786" y="8599"/>
                  </a:lnTo>
                  <a:lnTo>
                    <a:pt x="25555" y="8787"/>
                  </a:lnTo>
                  <a:lnTo>
                    <a:pt x="25321" y="8983"/>
                  </a:lnTo>
                  <a:lnTo>
                    <a:pt x="25085" y="9186"/>
                  </a:lnTo>
                  <a:lnTo>
                    <a:pt x="24846" y="9397"/>
                  </a:lnTo>
                  <a:lnTo>
                    <a:pt x="24605" y="9616"/>
                  </a:lnTo>
                  <a:lnTo>
                    <a:pt x="24361" y="9842"/>
                  </a:lnTo>
                  <a:lnTo>
                    <a:pt x="24115" y="10075"/>
                  </a:lnTo>
                  <a:lnTo>
                    <a:pt x="23866" y="10317"/>
                  </a:lnTo>
                  <a:lnTo>
                    <a:pt x="23615" y="10565"/>
                  </a:lnTo>
                  <a:lnTo>
                    <a:pt x="23112" y="11092"/>
                  </a:lnTo>
                  <a:lnTo>
                    <a:pt x="22648" y="11626"/>
                  </a:lnTo>
                  <a:lnTo>
                    <a:pt x="22223" y="12169"/>
                  </a:lnTo>
                  <a:lnTo>
                    <a:pt x="21837" y="12721"/>
                  </a:lnTo>
                  <a:lnTo>
                    <a:pt x="21489" y="13280"/>
                  </a:lnTo>
                  <a:lnTo>
                    <a:pt x="21180" y="13849"/>
                  </a:lnTo>
                  <a:lnTo>
                    <a:pt x="20910" y="14425"/>
                  </a:lnTo>
                  <a:lnTo>
                    <a:pt x="20678" y="15011"/>
                  </a:lnTo>
                  <a:lnTo>
                    <a:pt x="20485" y="15604"/>
                  </a:lnTo>
                  <a:lnTo>
                    <a:pt x="20331" y="16206"/>
                  </a:lnTo>
                  <a:lnTo>
                    <a:pt x="20221" y="16807"/>
                  </a:lnTo>
                  <a:lnTo>
                    <a:pt x="20141" y="17413"/>
                  </a:lnTo>
                  <a:lnTo>
                    <a:pt x="20093" y="18026"/>
                  </a:lnTo>
                  <a:lnTo>
                    <a:pt x="20075" y="18644"/>
                  </a:lnTo>
                  <a:lnTo>
                    <a:pt x="20089" y="19268"/>
                  </a:lnTo>
                  <a:lnTo>
                    <a:pt x="20134" y="19899"/>
                  </a:lnTo>
                  <a:lnTo>
                    <a:pt x="20211" y="20535"/>
                  </a:lnTo>
                  <a:lnTo>
                    <a:pt x="20318" y="21177"/>
                  </a:lnTo>
                  <a:lnTo>
                    <a:pt x="20456" y="21824"/>
                  </a:lnTo>
                  <a:lnTo>
                    <a:pt x="20626" y="22478"/>
                  </a:lnTo>
                  <a:lnTo>
                    <a:pt x="20826" y="23121"/>
                  </a:lnTo>
                  <a:lnTo>
                    <a:pt x="21054" y="23768"/>
                  </a:lnTo>
                  <a:lnTo>
                    <a:pt x="21310" y="24420"/>
                  </a:lnTo>
                  <a:lnTo>
                    <a:pt x="21596" y="25078"/>
                  </a:lnTo>
                  <a:lnTo>
                    <a:pt x="21910" y="25741"/>
                  </a:lnTo>
                  <a:lnTo>
                    <a:pt x="22253" y="26408"/>
                  </a:lnTo>
                  <a:lnTo>
                    <a:pt x="22624" y="27081"/>
                  </a:lnTo>
                  <a:lnTo>
                    <a:pt x="23024" y="27759"/>
                  </a:lnTo>
                  <a:lnTo>
                    <a:pt x="23452" y="28441"/>
                  </a:lnTo>
                  <a:lnTo>
                    <a:pt x="23909" y="29129"/>
                  </a:lnTo>
                  <a:lnTo>
                    <a:pt x="24383" y="29811"/>
                  </a:lnTo>
                  <a:lnTo>
                    <a:pt x="24879" y="30493"/>
                  </a:lnTo>
                  <a:lnTo>
                    <a:pt x="25397" y="31175"/>
                  </a:lnTo>
                  <a:lnTo>
                    <a:pt x="25937" y="31857"/>
                  </a:lnTo>
                  <a:lnTo>
                    <a:pt x="26498" y="32539"/>
                  </a:lnTo>
                  <a:lnTo>
                    <a:pt x="27082" y="33221"/>
                  </a:lnTo>
                  <a:lnTo>
                    <a:pt x="27687" y="33903"/>
                  </a:lnTo>
                  <a:lnTo>
                    <a:pt x="28314" y="34585"/>
                  </a:lnTo>
                  <a:lnTo>
                    <a:pt x="28963" y="35267"/>
                  </a:lnTo>
                  <a:lnTo>
                    <a:pt x="29634" y="35949"/>
                  </a:lnTo>
                  <a:lnTo>
                    <a:pt x="53376" y="5969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6442543" y="6385727"/>
              <a:ext cx="69625" cy="59132"/>
            </a:xfrm>
            <a:custGeom>
              <a:avLst/>
              <a:pathLst>
                <a:path w="69625" h="59132">
                  <a:moveTo>
                    <a:pt x="69625" y="46220"/>
                  </a:moveTo>
                  <a:lnTo>
                    <a:pt x="69369" y="46656"/>
                  </a:lnTo>
                  <a:lnTo>
                    <a:pt x="69108" y="47090"/>
                  </a:lnTo>
                  <a:lnTo>
                    <a:pt x="68840" y="47522"/>
                  </a:lnTo>
                  <a:lnTo>
                    <a:pt x="68567" y="47951"/>
                  </a:lnTo>
                  <a:lnTo>
                    <a:pt x="68288" y="48377"/>
                  </a:lnTo>
                  <a:lnTo>
                    <a:pt x="68003" y="48801"/>
                  </a:lnTo>
                  <a:lnTo>
                    <a:pt x="67712" y="49222"/>
                  </a:lnTo>
                  <a:lnTo>
                    <a:pt x="67415" y="49641"/>
                  </a:lnTo>
                  <a:lnTo>
                    <a:pt x="67113" y="50058"/>
                  </a:lnTo>
                  <a:lnTo>
                    <a:pt x="66804" y="50471"/>
                  </a:lnTo>
                  <a:lnTo>
                    <a:pt x="66501" y="50887"/>
                  </a:lnTo>
                  <a:lnTo>
                    <a:pt x="66179" y="51308"/>
                  </a:lnTo>
                  <a:lnTo>
                    <a:pt x="65841" y="51735"/>
                  </a:lnTo>
                  <a:lnTo>
                    <a:pt x="65484" y="52169"/>
                  </a:lnTo>
                  <a:lnTo>
                    <a:pt x="65110" y="52608"/>
                  </a:lnTo>
                  <a:lnTo>
                    <a:pt x="64718" y="53053"/>
                  </a:lnTo>
                  <a:lnTo>
                    <a:pt x="64308" y="53503"/>
                  </a:lnTo>
                  <a:lnTo>
                    <a:pt x="63881" y="53960"/>
                  </a:lnTo>
                  <a:lnTo>
                    <a:pt x="63436" y="54423"/>
                  </a:lnTo>
                  <a:lnTo>
                    <a:pt x="62974" y="54891"/>
                  </a:lnTo>
                  <a:lnTo>
                    <a:pt x="61143" y="56516"/>
                  </a:lnTo>
                  <a:lnTo>
                    <a:pt x="59288" y="57752"/>
                  </a:lnTo>
                  <a:lnTo>
                    <a:pt x="57408" y="58600"/>
                  </a:lnTo>
                  <a:lnTo>
                    <a:pt x="55504" y="59060"/>
                  </a:lnTo>
                  <a:lnTo>
                    <a:pt x="53576" y="59132"/>
                  </a:lnTo>
                  <a:lnTo>
                    <a:pt x="51623" y="58816"/>
                  </a:lnTo>
                  <a:lnTo>
                    <a:pt x="49646" y="58112"/>
                  </a:lnTo>
                  <a:lnTo>
                    <a:pt x="47644" y="57020"/>
                  </a:lnTo>
                  <a:lnTo>
                    <a:pt x="45618" y="55539"/>
                  </a:lnTo>
                  <a:lnTo>
                    <a:pt x="43568" y="53671"/>
                  </a:lnTo>
                  <a:lnTo>
                    <a:pt x="13175" y="23278"/>
                  </a:lnTo>
                  <a:lnTo>
                    <a:pt x="7913" y="28540"/>
                  </a:lnTo>
                  <a:lnTo>
                    <a:pt x="2399" y="23025"/>
                  </a:lnTo>
                  <a:lnTo>
                    <a:pt x="7955" y="17469"/>
                  </a:lnTo>
                  <a:lnTo>
                    <a:pt x="0" y="5051"/>
                  </a:lnTo>
                  <a:lnTo>
                    <a:pt x="5051" y="0"/>
                  </a:lnTo>
                  <a:lnTo>
                    <a:pt x="15238" y="10186"/>
                  </a:lnTo>
                  <a:lnTo>
                    <a:pt x="23657" y="1767"/>
                  </a:lnTo>
                  <a:lnTo>
                    <a:pt x="29171" y="7282"/>
                  </a:lnTo>
                  <a:lnTo>
                    <a:pt x="20752" y="15701"/>
                  </a:lnTo>
                  <a:lnTo>
                    <a:pt x="49503" y="44452"/>
                  </a:lnTo>
                  <a:lnTo>
                    <a:pt x="50151" y="45079"/>
                  </a:lnTo>
                  <a:lnTo>
                    <a:pt x="50781" y="45646"/>
                  </a:lnTo>
                  <a:lnTo>
                    <a:pt x="51394" y="46153"/>
                  </a:lnTo>
                  <a:lnTo>
                    <a:pt x="51988" y="46600"/>
                  </a:lnTo>
                  <a:lnTo>
                    <a:pt x="52566" y="46988"/>
                  </a:lnTo>
                  <a:lnTo>
                    <a:pt x="53125" y="47316"/>
                  </a:lnTo>
                  <a:lnTo>
                    <a:pt x="53667" y="47584"/>
                  </a:lnTo>
                  <a:lnTo>
                    <a:pt x="54191" y="47792"/>
                  </a:lnTo>
                  <a:lnTo>
                    <a:pt x="54697" y="47941"/>
                  </a:lnTo>
                  <a:lnTo>
                    <a:pt x="55186" y="48030"/>
                  </a:lnTo>
                  <a:lnTo>
                    <a:pt x="55668" y="48043"/>
                  </a:lnTo>
                  <a:lnTo>
                    <a:pt x="56156" y="48000"/>
                  </a:lnTo>
                  <a:lnTo>
                    <a:pt x="56648" y="47899"/>
                  </a:lnTo>
                  <a:lnTo>
                    <a:pt x="57146" y="47740"/>
                  </a:lnTo>
                  <a:lnTo>
                    <a:pt x="57649" y="47525"/>
                  </a:lnTo>
                  <a:lnTo>
                    <a:pt x="58156" y="47252"/>
                  </a:lnTo>
                  <a:lnTo>
                    <a:pt x="58669" y="46922"/>
                  </a:lnTo>
                  <a:lnTo>
                    <a:pt x="59187" y="46535"/>
                  </a:lnTo>
                  <a:lnTo>
                    <a:pt x="59710" y="46090"/>
                  </a:lnTo>
                  <a:lnTo>
                    <a:pt x="60237" y="45588"/>
                  </a:lnTo>
                  <a:lnTo>
                    <a:pt x="60454" y="45369"/>
                  </a:lnTo>
                  <a:lnTo>
                    <a:pt x="60665" y="45147"/>
                  </a:lnTo>
                  <a:lnTo>
                    <a:pt x="60871" y="44924"/>
                  </a:lnTo>
                  <a:lnTo>
                    <a:pt x="61073" y="44699"/>
                  </a:lnTo>
                  <a:lnTo>
                    <a:pt x="61269" y="44473"/>
                  </a:lnTo>
                  <a:lnTo>
                    <a:pt x="61460" y="44245"/>
                  </a:lnTo>
                  <a:lnTo>
                    <a:pt x="61646" y="44015"/>
                  </a:lnTo>
                  <a:lnTo>
                    <a:pt x="61827" y="43783"/>
                  </a:lnTo>
                  <a:lnTo>
                    <a:pt x="62003" y="43550"/>
                  </a:lnTo>
                  <a:lnTo>
                    <a:pt x="62174" y="43315"/>
                  </a:lnTo>
                  <a:lnTo>
                    <a:pt x="62351" y="43069"/>
                  </a:lnTo>
                  <a:lnTo>
                    <a:pt x="62531" y="42817"/>
                  </a:lnTo>
                  <a:lnTo>
                    <a:pt x="62712" y="42560"/>
                  </a:lnTo>
                  <a:lnTo>
                    <a:pt x="62894" y="42298"/>
                  </a:lnTo>
                  <a:lnTo>
                    <a:pt x="63079" y="42031"/>
                  </a:lnTo>
                  <a:lnTo>
                    <a:pt x="63265" y="41759"/>
                  </a:lnTo>
                  <a:lnTo>
                    <a:pt x="63453" y="41482"/>
                  </a:lnTo>
                  <a:lnTo>
                    <a:pt x="63642" y="41200"/>
                  </a:lnTo>
                  <a:lnTo>
                    <a:pt x="63833" y="40913"/>
                  </a:lnTo>
                  <a:lnTo>
                    <a:pt x="64026" y="40621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6456434" y="6355839"/>
              <a:ext cx="70045" cy="70045"/>
            </a:xfrm>
            <a:custGeom>
              <a:avLst/>
              <a:pathLst>
                <a:path w="70045" h="70045">
                  <a:moveTo>
                    <a:pt x="7240" y="14817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14817" y="7240"/>
                  </a:lnTo>
                  <a:close/>
                  <a:moveTo>
                    <a:pt x="62468" y="70045"/>
                  </a:moveTo>
                  <a:lnTo>
                    <a:pt x="16922" y="24499"/>
                  </a:lnTo>
                  <a:lnTo>
                    <a:pt x="24499" y="16922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6499801" y="6333187"/>
              <a:ext cx="80181" cy="69420"/>
            </a:xfrm>
            <a:custGeom>
              <a:avLst/>
              <a:pathLst>
                <a:path w="80181" h="69420">
                  <a:moveTo>
                    <a:pt x="50757" y="62726"/>
                  </a:moveTo>
                  <a:lnTo>
                    <a:pt x="49382" y="64028"/>
                  </a:lnTo>
                  <a:lnTo>
                    <a:pt x="48004" y="65190"/>
                  </a:lnTo>
                  <a:lnTo>
                    <a:pt x="46621" y="66211"/>
                  </a:lnTo>
                  <a:lnTo>
                    <a:pt x="45234" y="67091"/>
                  </a:lnTo>
                  <a:lnTo>
                    <a:pt x="43843" y="67830"/>
                  </a:lnTo>
                  <a:lnTo>
                    <a:pt x="42447" y="68429"/>
                  </a:lnTo>
                  <a:lnTo>
                    <a:pt x="41048" y="68888"/>
                  </a:lnTo>
                  <a:lnTo>
                    <a:pt x="39644" y="69206"/>
                  </a:lnTo>
                  <a:lnTo>
                    <a:pt x="38236" y="69383"/>
                  </a:lnTo>
                  <a:lnTo>
                    <a:pt x="36823" y="69420"/>
                  </a:lnTo>
                  <a:lnTo>
                    <a:pt x="35417" y="69324"/>
                  </a:lnTo>
                  <a:lnTo>
                    <a:pt x="34025" y="69106"/>
                  </a:lnTo>
                  <a:lnTo>
                    <a:pt x="32648" y="68765"/>
                  </a:lnTo>
                  <a:lnTo>
                    <a:pt x="31287" y="68302"/>
                  </a:lnTo>
                  <a:lnTo>
                    <a:pt x="29941" y="67715"/>
                  </a:lnTo>
                  <a:lnTo>
                    <a:pt x="28610" y="67005"/>
                  </a:lnTo>
                  <a:lnTo>
                    <a:pt x="27294" y="66172"/>
                  </a:lnTo>
                  <a:lnTo>
                    <a:pt x="25993" y="65217"/>
                  </a:lnTo>
                  <a:lnTo>
                    <a:pt x="24708" y="64138"/>
                  </a:lnTo>
                  <a:lnTo>
                    <a:pt x="23437" y="62937"/>
                  </a:lnTo>
                  <a:lnTo>
                    <a:pt x="22570" y="62036"/>
                  </a:lnTo>
                  <a:lnTo>
                    <a:pt x="21768" y="61134"/>
                  </a:lnTo>
                  <a:lnTo>
                    <a:pt x="21034" y="60231"/>
                  </a:lnTo>
                  <a:lnTo>
                    <a:pt x="20366" y="59327"/>
                  </a:lnTo>
                  <a:lnTo>
                    <a:pt x="19764" y="58422"/>
                  </a:lnTo>
                  <a:lnTo>
                    <a:pt x="19229" y="57517"/>
                  </a:lnTo>
                  <a:lnTo>
                    <a:pt x="18761" y="56610"/>
                  </a:lnTo>
                  <a:lnTo>
                    <a:pt x="18359" y="55703"/>
                  </a:lnTo>
                  <a:lnTo>
                    <a:pt x="18023" y="54795"/>
                  </a:lnTo>
                  <a:lnTo>
                    <a:pt x="17754" y="53887"/>
                  </a:lnTo>
                  <a:lnTo>
                    <a:pt x="17541" y="52963"/>
                  </a:lnTo>
                  <a:lnTo>
                    <a:pt x="17374" y="52044"/>
                  </a:lnTo>
                  <a:lnTo>
                    <a:pt x="17252" y="51131"/>
                  </a:lnTo>
                  <a:lnTo>
                    <a:pt x="17175" y="50223"/>
                  </a:lnTo>
                  <a:lnTo>
                    <a:pt x="17144" y="49319"/>
                  </a:lnTo>
                  <a:lnTo>
                    <a:pt x="17158" y="48421"/>
                  </a:lnTo>
                  <a:lnTo>
                    <a:pt x="17218" y="47528"/>
                  </a:lnTo>
                  <a:lnTo>
                    <a:pt x="17323" y="46639"/>
                  </a:lnTo>
                  <a:lnTo>
                    <a:pt x="17474" y="45756"/>
                  </a:lnTo>
                  <a:lnTo>
                    <a:pt x="17670" y="44878"/>
                  </a:lnTo>
                  <a:lnTo>
                    <a:pt x="17915" y="43997"/>
                  </a:lnTo>
                  <a:lnTo>
                    <a:pt x="18195" y="43120"/>
                  </a:lnTo>
                  <a:lnTo>
                    <a:pt x="18511" y="42249"/>
                  </a:lnTo>
                  <a:lnTo>
                    <a:pt x="18862" y="41383"/>
                  </a:lnTo>
                  <a:lnTo>
                    <a:pt x="19249" y="40521"/>
                  </a:lnTo>
                  <a:lnTo>
                    <a:pt x="19670" y="39665"/>
                  </a:lnTo>
                  <a:lnTo>
                    <a:pt x="20128" y="38814"/>
                  </a:lnTo>
                  <a:lnTo>
                    <a:pt x="20620" y="37968"/>
                  </a:lnTo>
                  <a:lnTo>
                    <a:pt x="21148" y="37127"/>
                  </a:lnTo>
                  <a:lnTo>
                    <a:pt x="21711" y="36291"/>
                  </a:lnTo>
                  <a:lnTo>
                    <a:pt x="22299" y="35462"/>
                  </a:lnTo>
                  <a:lnTo>
                    <a:pt x="22900" y="34641"/>
                  </a:lnTo>
                  <a:lnTo>
                    <a:pt x="23515" y="33828"/>
                  </a:lnTo>
                  <a:lnTo>
                    <a:pt x="24143" y="33024"/>
                  </a:lnTo>
                  <a:lnTo>
                    <a:pt x="24784" y="32229"/>
                  </a:lnTo>
                  <a:lnTo>
                    <a:pt x="25439" y="31441"/>
                  </a:lnTo>
                  <a:lnTo>
                    <a:pt x="26108" y="30663"/>
                  </a:lnTo>
                  <a:lnTo>
                    <a:pt x="26790" y="29892"/>
                  </a:lnTo>
                  <a:lnTo>
                    <a:pt x="27485" y="29130"/>
                  </a:lnTo>
                  <a:lnTo>
                    <a:pt x="28194" y="28377"/>
                  </a:lnTo>
                  <a:lnTo>
                    <a:pt x="38255" y="17980"/>
                  </a:lnTo>
                  <a:lnTo>
                    <a:pt x="35771" y="15496"/>
                  </a:lnTo>
                  <a:lnTo>
                    <a:pt x="35209" y="14946"/>
                  </a:lnTo>
                  <a:lnTo>
                    <a:pt x="34653" y="14425"/>
                  </a:lnTo>
                  <a:lnTo>
                    <a:pt x="34101" y="13933"/>
                  </a:lnTo>
                  <a:lnTo>
                    <a:pt x="33555" y="13469"/>
                  </a:lnTo>
                  <a:lnTo>
                    <a:pt x="33014" y="13033"/>
                  </a:lnTo>
                  <a:lnTo>
                    <a:pt x="32477" y="12627"/>
                  </a:lnTo>
                  <a:lnTo>
                    <a:pt x="31946" y="12249"/>
                  </a:lnTo>
                  <a:lnTo>
                    <a:pt x="31420" y="11899"/>
                  </a:lnTo>
                  <a:lnTo>
                    <a:pt x="30899" y="11579"/>
                  </a:lnTo>
                  <a:lnTo>
                    <a:pt x="30383" y="11286"/>
                  </a:lnTo>
                  <a:lnTo>
                    <a:pt x="29870" y="11022"/>
                  </a:lnTo>
                  <a:lnTo>
                    <a:pt x="29361" y="10786"/>
                  </a:lnTo>
                  <a:lnTo>
                    <a:pt x="28853" y="10578"/>
                  </a:lnTo>
                  <a:lnTo>
                    <a:pt x="28349" y="10397"/>
                  </a:lnTo>
                  <a:lnTo>
                    <a:pt x="27847" y="10245"/>
                  </a:lnTo>
                  <a:lnTo>
                    <a:pt x="27347" y="10120"/>
                  </a:lnTo>
                  <a:lnTo>
                    <a:pt x="26850" y="10022"/>
                  </a:lnTo>
                  <a:lnTo>
                    <a:pt x="26355" y="9953"/>
                  </a:lnTo>
                  <a:lnTo>
                    <a:pt x="25863" y="9911"/>
                  </a:lnTo>
                  <a:lnTo>
                    <a:pt x="25373" y="9897"/>
                  </a:lnTo>
                  <a:lnTo>
                    <a:pt x="24886" y="9910"/>
                  </a:lnTo>
                  <a:lnTo>
                    <a:pt x="24399" y="9949"/>
                  </a:lnTo>
                  <a:lnTo>
                    <a:pt x="23912" y="10015"/>
                  </a:lnTo>
                  <a:lnTo>
                    <a:pt x="23427" y="10106"/>
                  </a:lnTo>
                  <a:lnTo>
                    <a:pt x="22943" y="10224"/>
                  </a:lnTo>
                  <a:lnTo>
                    <a:pt x="22459" y="10367"/>
                  </a:lnTo>
                  <a:lnTo>
                    <a:pt x="21976" y="10537"/>
                  </a:lnTo>
                  <a:lnTo>
                    <a:pt x="21494" y="10732"/>
                  </a:lnTo>
                  <a:lnTo>
                    <a:pt x="21013" y="10954"/>
                  </a:lnTo>
                  <a:lnTo>
                    <a:pt x="20533" y="11202"/>
                  </a:lnTo>
                  <a:lnTo>
                    <a:pt x="20052" y="11459"/>
                  </a:lnTo>
                  <a:lnTo>
                    <a:pt x="19569" y="11741"/>
                  </a:lnTo>
                  <a:lnTo>
                    <a:pt x="19085" y="12048"/>
                  </a:lnTo>
                  <a:lnTo>
                    <a:pt x="18600" y="12381"/>
                  </a:lnTo>
                  <a:lnTo>
                    <a:pt x="18112" y="12739"/>
                  </a:lnTo>
                  <a:lnTo>
                    <a:pt x="17623" y="13122"/>
                  </a:lnTo>
                  <a:lnTo>
                    <a:pt x="17132" y="13530"/>
                  </a:lnTo>
                  <a:lnTo>
                    <a:pt x="16640" y="13964"/>
                  </a:lnTo>
                  <a:lnTo>
                    <a:pt x="16145" y="14422"/>
                  </a:lnTo>
                  <a:lnTo>
                    <a:pt x="15650" y="14907"/>
                  </a:lnTo>
                  <a:lnTo>
                    <a:pt x="15219" y="15344"/>
                  </a:lnTo>
                  <a:lnTo>
                    <a:pt x="14804" y="15779"/>
                  </a:lnTo>
                  <a:lnTo>
                    <a:pt x="14404" y="16212"/>
                  </a:lnTo>
                  <a:lnTo>
                    <a:pt x="14020" y="16644"/>
                  </a:lnTo>
                  <a:lnTo>
                    <a:pt x="13650" y="17074"/>
                  </a:lnTo>
                  <a:lnTo>
                    <a:pt x="13296" y="17503"/>
                  </a:lnTo>
                  <a:lnTo>
                    <a:pt x="12956" y="17930"/>
                  </a:lnTo>
                  <a:lnTo>
                    <a:pt x="12632" y="18355"/>
                  </a:lnTo>
                  <a:lnTo>
                    <a:pt x="12323" y="18778"/>
                  </a:lnTo>
                  <a:lnTo>
                    <a:pt x="12029" y="19200"/>
                  </a:lnTo>
                  <a:lnTo>
                    <a:pt x="11745" y="19614"/>
                  </a:lnTo>
                  <a:lnTo>
                    <a:pt x="11480" y="20029"/>
                  </a:lnTo>
                  <a:lnTo>
                    <a:pt x="11236" y="20445"/>
                  </a:lnTo>
                  <a:lnTo>
                    <a:pt x="11012" y="20864"/>
                  </a:lnTo>
                  <a:lnTo>
                    <a:pt x="10809" y="21284"/>
                  </a:lnTo>
                  <a:lnTo>
                    <a:pt x="10625" y="21706"/>
                  </a:lnTo>
                  <a:lnTo>
                    <a:pt x="10462" y="22129"/>
                  </a:lnTo>
                  <a:lnTo>
                    <a:pt x="10319" y="22554"/>
                  </a:lnTo>
                  <a:lnTo>
                    <a:pt x="10196" y="22981"/>
                  </a:lnTo>
                  <a:lnTo>
                    <a:pt x="10093" y="23410"/>
                  </a:lnTo>
                  <a:lnTo>
                    <a:pt x="10003" y="23832"/>
                  </a:lnTo>
                  <a:lnTo>
                    <a:pt x="9936" y="24257"/>
                  </a:lnTo>
                  <a:lnTo>
                    <a:pt x="9892" y="24684"/>
                  </a:lnTo>
                  <a:lnTo>
                    <a:pt x="9871" y="25114"/>
                  </a:lnTo>
                  <a:lnTo>
                    <a:pt x="9872" y="25546"/>
                  </a:lnTo>
                  <a:lnTo>
                    <a:pt x="9896" y="25981"/>
                  </a:lnTo>
                  <a:lnTo>
                    <a:pt x="9943" y="26418"/>
                  </a:lnTo>
                  <a:lnTo>
                    <a:pt x="10012" y="26858"/>
                  </a:lnTo>
                  <a:lnTo>
                    <a:pt x="10104" y="27301"/>
                  </a:lnTo>
                  <a:lnTo>
                    <a:pt x="10219" y="27746"/>
                  </a:lnTo>
                  <a:lnTo>
                    <a:pt x="10350" y="28185"/>
                  </a:lnTo>
                  <a:lnTo>
                    <a:pt x="10507" y="28630"/>
                  </a:lnTo>
                  <a:lnTo>
                    <a:pt x="10690" y="29078"/>
                  </a:lnTo>
                  <a:lnTo>
                    <a:pt x="10900" y="29530"/>
                  </a:lnTo>
                  <a:lnTo>
                    <a:pt x="11135" y="29987"/>
                  </a:lnTo>
                  <a:lnTo>
                    <a:pt x="11396" y="30448"/>
                  </a:lnTo>
                  <a:lnTo>
                    <a:pt x="11684" y="30913"/>
                  </a:lnTo>
                  <a:lnTo>
                    <a:pt x="11997" y="31383"/>
                  </a:lnTo>
                  <a:lnTo>
                    <a:pt x="12337" y="31856"/>
                  </a:lnTo>
                  <a:lnTo>
                    <a:pt x="12703" y="32334"/>
                  </a:lnTo>
                  <a:lnTo>
                    <a:pt x="4073" y="39532"/>
                  </a:lnTo>
                  <a:lnTo>
                    <a:pt x="3631" y="38906"/>
                  </a:lnTo>
                  <a:lnTo>
                    <a:pt x="3213" y="38274"/>
                  </a:lnTo>
                  <a:lnTo>
                    <a:pt x="2819" y="37637"/>
                  </a:lnTo>
                  <a:lnTo>
                    <a:pt x="2450" y="36993"/>
                  </a:lnTo>
                  <a:lnTo>
                    <a:pt x="2106" y="36343"/>
                  </a:lnTo>
                  <a:lnTo>
                    <a:pt x="1785" y="35688"/>
                  </a:lnTo>
                  <a:lnTo>
                    <a:pt x="1489" y="35027"/>
                  </a:lnTo>
                  <a:lnTo>
                    <a:pt x="1218" y="34360"/>
                  </a:lnTo>
                  <a:lnTo>
                    <a:pt x="971" y="33686"/>
                  </a:lnTo>
                  <a:lnTo>
                    <a:pt x="748" y="33007"/>
                  </a:lnTo>
                  <a:lnTo>
                    <a:pt x="545" y="32314"/>
                  </a:lnTo>
                  <a:lnTo>
                    <a:pt x="374" y="31613"/>
                  </a:lnTo>
                  <a:lnTo>
                    <a:pt x="235" y="30906"/>
                  </a:lnTo>
                  <a:lnTo>
                    <a:pt x="128" y="30192"/>
                  </a:lnTo>
                  <a:lnTo>
                    <a:pt x="53" y="29471"/>
                  </a:lnTo>
                  <a:lnTo>
                    <a:pt x="10" y="28744"/>
                  </a:lnTo>
                  <a:lnTo>
                    <a:pt x="0" y="28010"/>
                  </a:lnTo>
                  <a:lnTo>
                    <a:pt x="21" y="27269"/>
                  </a:lnTo>
                  <a:lnTo>
                    <a:pt x="74" y="26521"/>
                  </a:lnTo>
                  <a:lnTo>
                    <a:pt x="159" y="25767"/>
                  </a:lnTo>
                  <a:lnTo>
                    <a:pt x="286" y="24998"/>
                  </a:lnTo>
                  <a:lnTo>
                    <a:pt x="450" y="24223"/>
                  </a:lnTo>
                  <a:lnTo>
                    <a:pt x="650" y="23442"/>
                  </a:lnTo>
                  <a:lnTo>
                    <a:pt x="886" y="22655"/>
                  </a:lnTo>
                  <a:lnTo>
                    <a:pt x="1158" y="21863"/>
                  </a:lnTo>
                  <a:lnTo>
                    <a:pt x="1467" y="21064"/>
                  </a:lnTo>
                  <a:lnTo>
                    <a:pt x="1812" y="20260"/>
                  </a:lnTo>
                  <a:lnTo>
                    <a:pt x="2193" y="19449"/>
                  </a:lnTo>
                  <a:lnTo>
                    <a:pt x="2610" y="18633"/>
                  </a:lnTo>
                  <a:lnTo>
                    <a:pt x="3063" y="17811"/>
                  </a:lnTo>
                  <a:lnTo>
                    <a:pt x="3557" y="16965"/>
                  </a:lnTo>
                  <a:lnTo>
                    <a:pt x="4097" y="16111"/>
                  </a:lnTo>
                  <a:lnTo>
                    <a:pt x="4682" y="15248"/>
                  </a:lnTo>
                  <a:lnTo>
                    <a:pt x="5313" y="14376"/>
                  </a:lnTo>
                  <a:lnTo>
                    <a:pt x="5989" y="13496"/>
                  </a:lnTo>
                  <a:lnTo>
                    <a:pt x="6710" y="12608"/>
                  </a:lnTo>
                  <a:lnTo>
                    <a:pt x="7477" y="11712"/>
                  </a:lnTo>
                  <a:lnTo>
                    <a:pt x="8290" y="10807"/>
                  </a:lnTo>
                  <a:lnTo>
                    <a:pt x="9148" y="9893"/>
                  </a:lnTo>
                  <a:lnTo>
                    <a:pt x="10051" y="8971"/>
                  </a:lnTo>
                  <a:lnTo>
                    <a:pt x="11765" y="7336"/>
                  </a:lnTo>
                  <a:lnTo>
                    <a:pt x="13474" y="5865"/>
                  </a:lnTo>
                  <a:lnTo>
                    <a:pt x="15177" y="4558"/>
                  </a:lnTo>
                  <a:lnTo>
                    <a:pt x="16874" y="3415"/>
                  </a:lnTo>
                  <a:lnTo>
                    <a:pt x="18565" y="2436"/>
                  </a:lnTo>
                  <a:lnTo>
                    <a:pt x="20250" y="1621"/>
                  </a:lnTo>
                  <a:lnTo>
                    <a:pt x="21929" y="971"/>
                  </a:lnTo>
                  <a:lnTo>
                    <a:pt x="23602" y="485"/>
                  </a:lnTo>
                  <a:lnTo>
                    <a:pt x="25270" y="163"/>
                  </a:lnTo>
                  <a:lnTo>
                    <a:pt x="26931" y="5"/>
                  </a:lnTo>
                  <a:lnTo>
                    <a:pt x="28573" y="0"/>
                  </a:lnTo>
                  <a:lnTo>
                    <a:pt x="30199" y="151"/>
                  </a:lnTo>
                  <a:lnTo>
                    <a:pt x="31809" y="461"/>
                  </a:lnTo>
                  <a:lnTo>
                    <a:pt x="33404" y="928"/>
                  </a:lnTo>
                  <a:lnTo>
                    <a:pt x="34982" y="1552"/>
                  </a:lnTo>
                  <a:lnTo>
                    <a:pt x="36544" y="2334"/>
                  </a:lnTo>
                  <a:lnTo>
                    <a:pt x="38090" y="3273"/>
                  </a:lnTo>
                  <a:lnTo>
                    <a:pt x="39620" y="4369"/>
                  </a:lnTo>
                  <a:lnTo>
                    <a:pt x="41134" y="5623"/>
                  </a:lnTo>
                  <a:lnTo>
                    <a:pt x="42632" y="7035"/>
                  </a:lnTo>
                  <a:lnTo>
                    <a:pt x="62249" y="26651"/>
                  </a:lnTo>
                  <a:lnTo>
                    <a:pt x="62915" y="27299"/>
                  </a:lnTo>
                  <a:lnTo>
                    <a:pt x="63565" y="27897"/>
                  </a:lnTo>
                  <a:lnTo>
                    <a:pt x="64201" y="28444"/>
                  </a:lnTo>
                  <a:lnTo>
                    <a:pt x="64822" y="28941"/>
                  </a:lnTo>
                  <a:lnTo>
                    <a:pt x="65427" y="29387"/>
                  </a:lnTo>
                  <a:lnTo>
                    <a:pt x="66017" y="29783"/>
                  </a:lnTo>
                  <a:lnTo>
                    <a:pt x="66592" y="30128"/>
                  </a:lnTo>
                  <a:lnTo>
                    <a:pt x="67152" y="30423"/>
                  </a:lnTo>
                  <a:lnTo>
                    <a:pt x="67697" y="30667"/>
                  </a:lnTo>
                  <a:lnTo>
                    <a:pt x="68226" y="30861"/>
                  </a:lnTo>
                  <a:lnTo>
                    <a:pt x="68739" y="30988"/>
                  </a:lnTo>
                  <a:lnTo>
                    <a:pt x="69250" y="31049"/>
                  </a:lnTo>
                  <a:lnTo>
                    <a:pt x="69759" y="31045"/>
                  </a:lnTo>
                  <a:lnTo>
                    <a:pt x="70267" y="30975"/>
                  </a:lnTo>
                  <a:lnTo>
                    <a:pt x="70773" y="30840"/>
                  </a:lnTo>
                  <a:lnTo>
                    <a:pt x="71277" y="30638"/>
                  </a:lnTo>
                  <a:lnTo>
                    <a:pt x="71780" y="30371"/>
                  </a:lnTo>
                  <a:lnTo>
                    <a:pt x="72281" y="30039"/>
                  </a:lnTo>
                  <a:lnTo>
                    <a:pt x="72780" y="29641"/>
                  </a:lnTo>
                  <a:lnTo>
                    <a:pt x="73278" y="29177"/>
                  </a:lnTo>
                  <a:lnTo>
                    <a:pt x="73403" y="29050"/>
                  </a:lnTo>
                  <a:lnTo>
                    <a:pt x="73527" y="28921"/>
                  </a:lnTo>
                  <a:lnTo>
                    <a:pt x="73649" y="28790"/>
                  </a:lnTo>
                  <a:lnTo>
                    <a:pt x="73769" y="28658"/>
                  </a:lnTo>
                  <a:lnTo>
                    <a:pt x="73888" y="28524"/>
                  </a:lnTo>
                  <a:lnTo>
                    <a:pt x="74005" y="28389"/>
                  </a:lnTo>
                  <a:lnTo>
                    <a:pt x="74120" y="28252"/>
                  </a:lnTo>
                  <a:lnTo>
                    <a:pt x="74234" y="28113"/>
                  </a:lnTo>
                  <a:lnTo>
                    <a:pt x="74346" y="27972"/>
                  </a:lnTo>
                  <a:lnTo>
                    <a:pt x="74456" y="27830"/>
                  </a:lnTo>
                  <a:lnTo>
                    <a:pt x="74565" y="27687"/>
                  </a:lnTo>
                  <a:lnTo>
                    <a:pt x="74672" y="27543"/>
                  </a:lnTo>
                  <a:lnTo>
                    <a:pt x="74777" y="27400"/>
                  </a:lnTo>
                  <a:lnTo>
                    <a:pt x="74881" y="27257"/>
                  </a:lnTo>
                  <a:lnTo>
                    <a:pt x="74982" y="27114"/>
                  </a:lnTo>
                  <a:lnTo>
                    <a:pt x="75083" y="26971"/>
                  </a:lnTo>
                  <a:lnTo>
                    <a:pt x="75181" y="26828"/>
                  </a:lnTo>
                  <a:lnTo>
                    <a:pt x="75278" y="26685"/>
                  </a:lnTo>
                  <a:lnTo>
                    <a:pt x="75373" y="26542"/>
                  </a:lnTo>
                  <a:lnTo>
                    <a:pt x="75466" y="26399"/>
                  </a:lnTo>
                  <a:lnTo>
                    <a:pt x="80181" y="31113"/>
                  </a:lnTo>
                  <a:lnTo>
                    <a:pt x="79961" y="31465"/>
                  </a:lnTo>
                  <a:lnTo>
                    <a:pt x="79737" y="31814"/>
                  </a:lnTo>
                  <a:lnTo>
                    <a:pt x="79509" y="32159"/>
                  </a:lnTo>
                  <a:lnTo>
                    <a:pt x="79279" y="32501"/>
                  </a:lnTo>
                  <a:lnTo>
                    <a:pt x="79045" y="32839"/>
                  </a:lnTo>
                  <a:lnTo>
                    <a:pt x="78807" y="33174"/>
                  </a:lnTo>
                  <a:lnTo>
                    <a:pt x="78566" y="33506"/>
                  </a:lnTo>
                  <a:lnTo>
                    <a:pt x="78322" y="33834"/>
                  </a:lnTo>
                  <a:lnTo>
                    <a:pt x="78075" y="34159"/>
                  </a:lnTo>
                  <a:lnTo>
                    <a:pt x="77824" y="34481"/>
                  </a:lnTo>
                  <a:lnTo>
                    <a:pt x="77576" y="34793"/>
                  </a:lnTo>
                  <a:lnTo>
                    <a:pt x="77320" y="35105"/>
                  </a:lnTo>
                  <a:lnTo>
                    <a:pt x="77057" y="35419"/>
                  </a:lnTo>
                  <a:lnTo>
                    <a:pt x="76787" y="35733"/>
                  </a:lnTo>
                  <a:lnTo>
                    <a:pt x="76508" y="36049"/>
                  </a:lnTo>
                  <a:lnTo>
                    <a:pt x="76223" y="36365"/>
                  </a:lnTo>
                  <a:lnTo>
                    <a:pt x="75929" y="36682"/>
                  </a:lnTo>
                  <a:lnTo>
                    <a:pt x="75628" y="37000"/>
                  </a:lnTo>
                  <a:lnTo>
                    <a:pt x="75320" y="37318"/>
                  </a:lnTo>
                  <a:lnTo>
                    <a:pt x="75003" y="37638"/>
                  </a:lnTo>
                  <a:lnTo>
                    <a:pt x="74574" y="38056"/>
                  </a:lnTo>
                  <a:lnTo>
                    <a:pt x="74146" y="38451"/>
                  </a:lnTo>
                  <a:lnTo>
                    <a:pt x="73719" y="38824"/>
                  </a:lnTo>
                  <a:lnTo>
                    <a:pt x="73293" y="39173"/>
                  </a:lnTo>
                  <a:lnTo>
                    <a:pt x="72867" y="39501"/>
                  </a:lnTo>
                  <a:lnTo>
                    <a:pt x="72442" y="39805"/>
                  </a:lnTo>
                  <a:lnTo>
                    <a:pt x="72018" y="40087"/>
                  </a:lnTo>
                  <a:lnTo>
                    <a:pt x="71595" y="40345"/>
                  </a:lnTo>
                  <a:lnTo>
                    <a:pt x="71173" y="40582"/>
                  </a:lnTo>
                  <a:lnTo>
                    <a:pt x="70752" y="40795"/>
                  </a:lnTo>
                  <a:lnTo>
                    <a:pt x="70331" y="40969"/>
                  </a:lnTo>
                  <a:lnTo>
                    <a:pt x="69910" y="41122"/>
                  </a:lnTo>
                  <a:lnTo>
                    <a:pt x="69489" y="41252"/>
                  </a:lnTo>
                  <a:lnTo>
                    <a:pt x="69068" y="41361"/>
                  </a:lnTo>
                  <a:lnTo>
                    <a:pt x="68647" y="41447"/>
                  </a:lnTo>
                  <a:lnTo>
                    <a:pt x="68226" y="41512"/>
                  </a:lnTo>
                  <a:lnTo>
                    <a:pt x="67805" y="41555"/>
                  </a:lnTo>
                  <a:lnTo>
                    <a:pt x="67384" y="41576"/>
                  </a:lnTo>
                  <a:lnTo>
                    <a:pt x="66963" y="41575"/>
                  </a:lnTo>
                  <a:lnTo>
                    <a:pt x="66542" y="41553"/>
                  </a:lnTo>
                  <a:lnTo>
                    <a:pt x="66113" y="41501"/>
                  </a:lnTo>
                  <a:lnTo>
                    <a:pt x="65682" y="41430"/>
                  </a:lnTo>
                  <a:lnTo>
                    <a:pt x="65250" y="41339"/>
                  </a:lnTo>
                  <a:lnTo>
                    <a:pt x="64818" y="41229"/>
                  </a:lnTo>
                  <a:lnTo>
                    <a:pt x="64385" y="41100"/>
                  </a:lnTo>
                  <a:lnTo>
                    <a:pt x="63951" y="40952"/>
                  </a:lnTo>
                  <a:lnTo>
                    <a:pt x="63516" y="40784"/>
                  </a:lnTo>
                  <a:lnTo>
                    <a:pt x="63080" y="40596"/>
                  </a:lnTo>
                  <a:lnTo>
                    <a:pt x="62644" y="40390"/>
                  </a:lnTo>
                  <a:lnTo>
                    <a:pt x="62207" y="40164"/>
                  </a:lnTo>
                  <a:lnTo>
                    <a:pt x="61759" y="39910"/>
                  </a:lnTo>
                  <a:lnTo>
                    <a:pt x="61307" y="39638"/>
                  </a:lnTo>
                  <a:lnTo>
                    <a:pt x="60853" y="39348"/>
                  </a:lnTo>
                  <a:lnTo>
                    <a:pt x="60395" y="39039"/>
                  </a:lnTo>
                  <a:lnTo>
                    <a:pt x="59933" y="38711"/>
                  </a:lnTo>
                  <a:lnTo>
                    <a:pt x="59469" y="38365"/>
                  </a:lnTo>
                  <a:lnTo>
                    <a:pt x="59001" y="38001"/>
                  </a:lnTo>
                  <a:lnTo>
                    <a:pt x="58529" y="37618"/>
                  </a:lnTo>
                  <a:lnTo>
                    <a:pt x="58054" y="37216"/>
                  </a:lnTo>
                  <a:lnTo>
                    <a:pt x="57576" y="36796"/>
                  </a:lnTo>
                  <a:lnTo>
                    <a:pt x="57324" y="37049"/>
                  </a:lnTo>
                  <a:lnTo>
                    <a:pt x="57510" y="37729"/>
                  </a:lnTo>
                  <a:lnTo>
                    <a:pt x="57684" y="38406"/>
                  </a:lnTo>
                  <a:lnTo>
                    <a:pt x="57844" y="39079"/>
                  </a:lnTo>
                  <a:lnTo>
                    <a:pt x="57990" y="39749"/>
                  </a:lnTo>
                  <a:lnTo>
                    <a:pt x="58123" y="40416"/>
                  </a:lnTo>
                  <a:lnTo>
                    <a:pt x="58243" y="41080"/>
                  </a:lnTo>
                  <a:lnTo>
                    <a:pt x="58349" y="41740"/>
                  </a:lnTo>
                  <a:lnTo>
                    <a:pt x="58442" y="42396"/>
                  </a:lnTo>
                  <a:lnTo>
                    <a:pt x="58521" y="43050"/>
                  </a:lnTo>
                  <a:lnTo>
                    <a:pt x="58586" y="43700"/>
                  </a:lnTo>
                  <a:lnTo>
                    <a:pt x="58644" y="44339"/>
                  </a:lnTo>
                  <a:lnTo>
                    <a:pt x="58681" y="44979"/>
                  </a:lnTo>
                  <a:lnTo>
                    <a:pt x="58698" y="45619"/>
                  </a:lnTo>
                  <a:lnTo>
                    <a:pt x="58694" y="46259"/>
                  </a:lnTo>
                  <a:lnTo>
                    <a:pt x="58671" y="46899"/>
                  </a:lnTo>
                  <a:lnTo>
                    <a:pt x="58627" y="47539"/>
                  </a:lnTo>
                  <a:lnTo>
                    <a:pt x="58563" y="48178"/>
                  </a:lnTo>
                  <a:lnTo>
                    <a:pt x="58479" y="48818"/>
                  </a:lnTo>
                  <a:lnTo>
                    <a:pt x="58374" y="49458"/>
                  </a:lnTo>
                  <a:lnTo>
                    <a:pt x="58250" y="50098"/>
                  </a:lnTo>
                  <a:lnTo>
                    <a:pt x="58096" y="50729"/>
                  </a:lnTo>
                  <a:lnTo>
                    <a:pt x="57920" y="51361"/>
                  </a:lnTo>
                  <a:lnTo>
                    <a:pt x="57722" y="51992"/>
                  </a:lnTo>
                  <a:lnTo>
                    <a:pt x="57502" y="52624"/>
                  </a:lnTo>
                  <a:lnTo>
                    <a:pt x="57260" y="53255"/>
                  </a:lnTo>
                  <a:lnTo>
                    <a:pt x="56997" y="53887"/>
                  </a:lnTo>
                  <a:lnTo>
                    <a:pt x="56712" y="54518"/>
                  </a:lnTo>
                  <a:lnTo>
                    <a:pt x="56404" y="55149"/>
                  </a:lnTo>
                  <a:lnTo>
                    <a:pt x="56075" y="55781"/>
                  </a:lnTo>
                  <a:lnTo>
                    <a:pt x="55724" y="56412"/>
                  </a:lnTo>
                  <a:lnTo>
                    <a:pt x="55356" y="57036"/>
                  </a:lnTo>
                  <a:lnTo>
                    <a:pt x="54960" y="57662"/>
                  </a:lnTo>
                  <a:lnTo>
                    <a:pt x="54534" y="58289"/>
                  </a:lnTo>
                  <a:lnTo>
                    <a:pt x="54081" y="58918"/>
                  </a:lnTo>
                  <a:lnTo>
                    <a:pt x="53598" y="59548"/>
                  </a:lnTo>
                  <a:lnTo>
                    <a:pt x="53087" y="60181"/>
                  </a:lnTo>
                  <a:lnTo>
                    <a:pt x="52547" y="60814"/>
                  </a:lnTo>
                  <a:lnTo>
                    <a:pt x="51979" y="61450"/>
                  </a:lnTo>
                  <a:lnTo>
                    <a:pt x="51382" y="62087"/>
                  </a:lnTo>
                  <a:close/>
                  <a:moveTo>
                    <a:pt x="46800" y="55318"/>
                  </a:moveTo>
                  <a:lnTo>
                    <a:pt x="47502" y="54590"/>
                  </a:lnTo>
                  <a:lnTo>
                    <a:pt x="48159" y="53855"/>
                  </a:lnTo>
                  <a:lnTo>
                    <a:pt x="48771" y="53112"/>
                  </a:lnTo>
                  <a:lnTo>
                    <a:pt x="49339" y="52361"/>
                  </a:lnTo>
                  <a:lnTo>
                    <a:pt x="49862" y="51603"/>
                  </a:lnTo>
                  <a:lnTo>
                    <a:pt x="50341" y="50837"/>
                  </a:lnTo>
                  <a:lnTo>
                    <a:pt x="50775" y="50064"/>
                  </a:lnTo>
                  <a:lnTo>
                    <a:pt x="51164" y="49283"/>
                  </a:lnTo>
                  <a:lnTo>
                    <a:pt x="51509" y="48495"/>
                  </a:lnTo>
                  <a:lnTo>
                    <a:pt x="51809" y="47699"/>
                  </a:lnTo>
                  <a:lnTo>
                    <a:pt x="52070" y="46884"/>
                  </a:lnTo>
                  <a:lnTo>
                    <a:pt x="52297" y="46075"/>
                  </a:lnTo>
                  <a:lnTo>
                    <a:pt x="52491" y="45271"/>
                  </a:lnTo>
                  <a:lnTo>
                    <a:pt x="52651" y="44472"/>
                  </a:lnTo>
                  <a:lnTo>
                    <a:pt x="52777" y="43678"/>
                  </a:lnTo>
                  <a:lnTo>
                    <a:pt x="52870" y="42890"/>
                  </a:lnTo>
                  <a:lnTo>
                    <a:pt x="52929" y="42106"/>
                  </a:lnTo>
                  <a:lnTo>
                    <a:pt x="52954" y="41327"/>
                  </a:lnTo>
                  <a:lnTo>
                    <a:pt x="52946" y="40553"/>
                  </a:lnTo>
                  <a:lnTo>
                    <a:pt x="52904" y="39785"/>
                  </a:lnTo>
                  <a:lnTo>
                    <a:pt x="52840" y="39016"/>
                  </a:lnTo>
                  <a:lnTo>
                    <a:pt x="52750" y="38257"/>
                  </a:lnTo>
                  <a:lnTo>
                    <a:pt x="52635" y="37510"/>
                  </a:lnTo>
                  <a:lnTo>
                    <a:pt x="52493" y="36774"/>
                  </a:lnTo>
                  <a:lnTo>
                    <a:pt x="52325" y="36049"/>
                  </a:lnTo>
                  <a:lnTo>
                    <a:pt x="52131" y="35334"/>
                  </a:lnTo>
                  <a:lnTo>
                    <a:pt x="51911" y="34631"/>
                  </a:lnTo>
                  <a:lnTo>
                    <a:pt x="51664" y="33939"/>
                  </a:lnTo>
                  <a:lnTo>
                    <a:pt x="51392" y="33257"/>
                  </a:lnTo>
                  <a:lnTo>
                    <a:pt x="51094" y="32586"/>
                  </a:lnTo>
                  <a:lnTo>
                    <a:pt x="50775" y="31932"/>
                  </a:lnTo>
                  <a:lnTo>
                    <a:pt x="50444" y="31300"/>
                  </a:lnTo>
                  <a:lnTo>
                    <a:pt x="50098" y="30690"/>
                  </a:lnTo>
                  <a:lnTo>
                    <a:pt x="49740" y="30101"/>
                  </a:lnTo>
                  <a:lnTo>
                    <a:pt x="49368" y="29535"/>
                  </a:lnTo>
                  <a:lnTo>
                    <a:pt x="48982" y="28990"/>
                  </a:lnTo>
                  <a:lnTo>
                    <a:pt x="48583" y="28467"/>
                  </a:lnTo>
                  <a:lnTo>
                    <a:pt x="48170" y="27966"/>
                  </a:lnTo>
                  <a:lnTo>
                    <a:pt x="47744" y="27487"/>
                  </a:lnTo>
                  <a:lnTo>
                    <a:pt x="47305" y="27030"/>
                  </a:lnTo>
                  <a:lnTo>
                    <a:pt x="43559" y="23283"/>
                  </a:lnTo>
                  <a:lnTo>
                    <a:pt x="35434" y="31745"/>
                  </a:lnTo>
                  <a:lnTo>
                    <a:pt x="34893" y="32309"/>
                  </a:lnTo>
                  <a:lnTo>
                    <a:pt x="34363" y="32876"/>
                  </a:lnTo>
                  <a:lnTo>
                    <a:pt x="33846" y="33444"/>
                  </a:lnTo>
                  <a:lnTo>
                    <a:pt x="33340" y="34014"/>
                  </a:lnTo>
                  <a:lnTo>
                    <a:pt x="32845" y="34586"/>
                  </a:lnTo>
                  <a:lnTo>
                    <a:pt x="32363" y="35159"/>
                  </a:lnTo>
                  <a:lnTo>
                    <a:pt x="31892" y="35734"/>
                  </a:lnTo>
                  <a:lnTo>
                    <a:pt x="31433" y="36311"/>
                  </a:lnTo>
                  <a:lnTo>
                    <a:pt x="30986" y="36889"/>
                  </a:lnTo>
                  <a:lnTo>
                    <a:pt x="30551" y="37469"/>
                  </a:lnTo>
                  <a:lnTo>
                    <a:pt x="30135" y="38035"/>
                  </a:lnTo>
                  <a:lnTo>
                    <a:pt x="29745" y="38603"/>
                  </a:lnTo>
                  <a:lnTo>
                    <a:pt x="29381" y="39173"/>
                  </a:lnTo>
                  <a:lnTo>
                    <a:pt x="29042" y="39746"/>
                  </a:lnTo>
                  <a:lnTo>
                    <a:pt x="28731" y="40321"/>
                  </a:lnTo>
                  <a:lnTo>
                    <a:pt x="28445" y="40899"/>
                  </a:lnTo>
                  <a:lnTo>
                    <a:pt x="28185" y="41480"/>
                  </a:lnTo>
                  <a:lnTo>
                    <a:pt x="27951" y="42063"/>
                  </a:lnTo>
                  <a:lnTo>
                    <a:pt x="27744" y="42648"/>
                  </a:lnTo>
                  <a:lnTo>
                    <a:pt x="27562" y="43236"/>
                  </a:lnTo>
                  <a:lnTo>
                    <a:pt x="27410" y="43827"/>
                  </a:lnTo>
                  <a:lnTo>
                    <a:pt x="27290" y="44419"/>
                  </a:lnTo>
                  <a:lnTo>
                    <a:pt x="27201" y="45012"/>
                  </a:lnTo>
                  <a:lnTo>
                    <a:pt x="27145" y="45607"/>
                  </a:lnTo>
                  <a:lnTo>
                    <a:pt x="27120" y="46204"/>
                  </a:lnTo>
                  <a:lnTo>
                    <a:pt x="27128" y="46803"/>
                  </a:lnTo>
                  <a:lnTo>
                    <a:pt x="27168" y="47403"/>
                  </a:lnTo>
                  <a:lnTo>
                    <a:pt x="27239" y="48005"/>
                  </a:lnTo>
                  <a:lnTo>
                    <a:pt x="27343" y="48609"/>
                  </a:lnTo>
                  <a:lnTo>
                    <a:pt x="27478" y="49214"/>
                  </a:lnTo>
                  <a:lnTo>
                    <a:pt x="27661" y="49813"/>
                  </a:lnTo>
                  <a:lnTo>
                    <a:pt x="27889" y="50413"/>
                  </a:lnTo>
                  <a:lnTo>
                    <a:pt x="28163" y="51015"/>
                  </a:lnTo>
                  <a:lnTo>
                    <a:pt x="28482" y="51618"/>
                  </a:lnTo>
                  <a:lnTo>
                    <a:pt x="28846" y="52224"/>
                  </a:lnTo>
                  <a:lnTo>
                    <a:pt x="29256" y="52831"/>
                  </a:lnTo>
                  <a:lnTo>
                    <a:pt x="29712" y="53439"/>
                  </a:lnTo>
                  <a:lnTo>
                    <a:pt x="30213" y="54050"/>
                  </a:lnTo>
                  <a:lnTo>
                    <a:pt x="30759" y="54662"/>
                  </a:lnTo>
                  <a:lnTo>
                    <a:pt x="31351" y="55276"/>
                  </a:lnTo>
                  <a:lnTo>
                    <a:pt x="32095" y="55980"/>
                  </a:lnTo>
                  <a:lnTo>
                    <a:pt x="32845" y="56611"/>
                  </a:lnTo>
                  <a:lnTo>
                    <a:pt x="33600" y="57169"/>
                  </a:lnTo>
                  <a:lnTo>
                    <a:pt x="34362" y="57653"/>
                  </a:lnTo>
                  <a:lnTo>
                    <a:pt x="35129" y="58064"/>
                  </a:lnTo>
                  <a:lnTo>
                    <a:pt x="35902" y="58402"/>
                  </a:lnTo>
                  <a:lnTo>
                    <a:pt x="36681" y="58667"/>
                  </a:lnTo>
                  <a:lnTo>
                    <a:pt x="37467" y="58859"/>
                  </a:lnTo>
                  <a:lnTo>
                    <a:pt x="38257" y="58977"/>
                  </a:lnTo>
                  <a:lnTo>
                    <a:pt x="39054" y="59022"/>
                  </a:lnTo>
                  <a:lnTo>
                    <a:pt x="39859" y="58985"/>
                  </a:lnTo>
                  <a:lnTo>
                    <a:pt x="40657" y="58874"/>
                  </a:lnTo>
                  <a:lnTo>
                    <a:pt x="41449" y="58689"/>
                  </a:lnTo>
                  <a:lnTo>
                    <a:pt x="42233" y="58429"/>
                  </a:lnTo>
                  <a:lnTo>
                    <a:pt x="43011" y="58096"/>
                  </a:lnTo>
                  <a:lnTo>
                    <a:pt x="43782" y="57689"/>
                  </a:lnTo>
                  <a:lnTo>
                    <a:pt x="44547" y="57207"/>
                  </a:lnTo>
                  <a:lnTo>
                    <a:pt x="45305" y="56651"/>
                  </a:lnTo>
                  <a:lnTo>
                    <a:pt x="46056" y="5602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h89"/>
            <p:cNvSpPr/>
            <p:nvPr/>
          </p:nvSpPr>
          <p:spPr>
            <a:xfrm>
              <a:off x="6523576" y="6288698"/>
              <a:ext cx="70045" cy="70045"/>
            </a:xfrm>
            <a:custGeom>
              <a:avLst/>
              <a:pathLst>
                <a:path w="70045" h="70045">
                  <a:moveTo>
                    <a:pt x="62468" y="70045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h90"/>
            <p:cNvSpPr/>
            <p:nvPr/>
          </p:nvSpPr>
          <p:spPr>
            <a:xfrm>
              <a:off x="6609744" y="6308146"/>
              <a:ext cx="55691" cy="55691"/>
            </a:xfrm>
            <a:custGeom>
              <a:avLst/>
              <a:pathLst>
                <a:path w="55691" h="55691">
                  <a:moveTo>
                    <a:pt x="5472" y="55691"/>
                  </a:moveTo>
                  <a:lnTo>
                    <a:pt x="0" y="50219"/>
                  </a:lnTo>
                  <a:lnTo>
                    <a:pt x="50219" y="0"/>
                  </a:lnTo>
                  <a:lnTo>
                    <a:pt x="55691" y="547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h91"/>
            <p:cNvSpPr/>
            <p:nvPr/>
          </p:nvSpPr>
          <p:spPr>
            <a:xfrm>
              <a:off x="6595095" y="6223030"/>
              <a:ext cx="97323" cy="67351"/>
            </a:xfrm>
            <a:custGeom>
              <a:avLst/>
              <a:pathLst>
                <a:path w="97323" h="67351">
                  <a:moveTo>
                    <a:pt x="59311" y="67351"/>
                  </a:moveTo>
                  <a:lnTo>
                    <a:pt x="0" y="8040"/>
                  </a:lnTo>
                  <a:lnTo>
                    <a:pt x="8040" y="0"/>
                  </a:lnTo>
                  <a:lnTo>
                    <a:pt x="60785" y="52744"/>
                  </a:lnTo>
                  <a:lnTo>
                    <a:pt x="90756" y="22773"/>
                  </a:lnTo>
                  <a:lnTo>
                    <a:pt x="97323" y="2934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h92"/>
            <p:cNvSpPr/>
            <p:nvPr/>
          </p:nvSpPr>
          <p:spPr>
            <a:xfrm>
              <a:off x="6638579" y="6173694"/>
              <a:ext cx="70045" cy="70045"/>
            </a:xfrm>
            <a:custGeom>
              <a:avLst/>
              <a:pathLst>
                <a:path w="70045" h="70045">
                  <a:moveTo>
                    <a:pt x="7240" y="14817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14817" y="7240"/>
                  </a:lnTo>
                  <a:close/>
                  <a:moveTo>
                    <a:pt x="62468" y="70045"/>
                  </a:moveTo>
                  <a:lnTo>
                    <a:pt x="16922" y="24499"/>
                  </a:lnTo>
                  <a:lnTo>
                    <a:pt x="24499" y="16922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h93"/>
            <p:cNvSpPr/>
            <p:nvPr/>
          </p:nvSpPr>
          <p:spPr>
            <a:xfrm>
              <a:off x="6674612" y="6148802"/>
              <a:ext cx="82169" cy="75574"/>
            </a:xfrm>
            <a:custGeom>
              <a:avLst/>
              <a:pathLst>
                <a:path w="82169" h="75574">
                  <a:moveTo>
                    <a:pt x="74550" y="46823"/>
                  </a:moveTo>
                  <a:lnTo>
                    <a:pt x="45673" y="17946"/>
                  </a:lnTo>
                  <a:lnTo>
                    <a:pt x="45013" y="17297"/>
                  </a:lnTo>
                  <a:lnTo>
                    <a:pt x="44366" y="16680"/>
                  </a:lnTo>
                  <a:lnTo>
                    <a:pt x="43730" y="16095"/>
                  </a:lnTo>
                  <a:lnTo>
                    <a:pt x="43106" y="15541"/>
                  </a:lnTo>
                  <a:lnTo>
                    <a:pt x="42494" y="15020"/>
                  </a:lnTo>
                  <a:lnTo>
                    <a:pt x="41894" y="14531"/>
                  </a:lnTo>
                  <a:lnTo>
                    <a:pt x="41306" y="14074"/>
                  </a:lnTo>
                  <a:lnTo>
                    <a:pt x="40729" y="13649"/>
                  </a:lnTo>
                  <a:lnTo>
                    <a:pt x="40164" y="13256"/>
                  </a:lnTo>
                  <a:lnTo>
                    <a:pt x="39611" y="12894"/>
                  </a:lnTo>
                  <a:lnTo>
                    <a:pt x="39075" y="12556"/>
                  </a:lnTo>
                  <a:lnTo>
                    <a:pt x="38543" y="12248"/>
                  </a:lnTo>
                  <a:lnTo>
                    <a:pt x="38017" y="11970"/>
                  </a:lnTo>
                  <a:lnTo>
                    <a:pt x="37496" y="11723"/>
                  </a:lnTo>
                  <a:lnTo>
                    <a:pt x="36980" y="11505"/>
                  </a:lnTo>
                  <a:lnTo>
                    <a:pt x="36469" y="11318"/>
                  </a:lnTo>
                  <a:lnTo>
                    <a:pt x="35963" y="11162"/>
                  </a:lnTo>
                  <a:lnTo>
                    <a:pt x="35462" y="11036"/>
                  </a:lnTo>
                  <a:lnTo>
                    <a:pt x="34966" y="10940"/>
                  </a:lnTo>
                  <a:lnTo>
                    <a:pt x="34475" y="10874"/>
                  </a:lnTo>
                  <a:lnTo>
                    <a:pt x="33980" y="10831"/>
                  </a:lnTo>
                  <a:lnTo>
                    <a:pt x="33487" y="10818"/>
                  </a:lnTo>
                  <a:lnTo>
                    <a:pt x="32996" y="10837"/>
                  </a:lnTo>
                  <a:lnTo>
                    <a:pt x="32509" y="10887"/>
                  </a:lnTo>
                  <a:lnTo>
                    <a:pt x="32023" y="10969"/>
                  </a:lnTo>
                  <a:lnTo>
                    <a:pt x="31540" y="11081"/>
                  </a:lnTo>
                  <a:lnTo>
                    <a:pt x="31060" y="11225"/>
                  </a:lnTo>
                  <a:lnTo>
                    <a:pt x="30582" y="11399"/>
                  </a:lnTo>
                  <a:lnTo>
                    <a:pt x="30107" y="11605"/>
                  </a:lnTo>
                  <a:lnTo>
                    <a:pt x="29634" y="11842"/>
                  </a:lnTo>
                  <a:lnTo>
                    <a:pt x="29160" y="12093"/>
                  </a:lnTo>
                  <a:lnTo>
                    <a:pt x="28680" y="12372"/>
                  </a:lnTo>
                  <a:lnTo>
                    <a:pt x="28193" y="12682"/>
                  </a:lnTo>
                  <a:lnTo>
                    <a:pt x="27701" y="13021"/>
                  </a:lnTo>
                  <a:lnTo>
                    <a:pt x="27203" y="13389"/>
                  </a:lnTo>
                  <a:lnTo>
                    <a:pt x="26699" y="13787"/>
                  </a:lnTo>
                  <a:lnTo>
                    <a:pt x="26190" y="14214"/>
                  </a:lnTo>
                  <a:lnTo>
                    <a:pt x="25674" y="14671"/>
                  </a:lnTo>
                  <a:lnTo>
                    <a:pt x="25152" y="15157"/>
                  </a:lnTo>
                  <a:lnTo>
                    <a:pt x="24625" y="15673"/>
                  </a:lnTo>
                  <a:lnTo>
                    <a:pt x="24101" y="16216"/>
                  </a:lnTo>
                  <a:lnTo>
                    <a:pt x="23606" y="16769"/>
                  </a:lnTo>
                  <a:lnTo>
                    <a:pt x="23141" y="17331"/>
                  </a:lnTo>
                  <a:lnTo>
                    <a:pt x="22706" y="17902"/>
                  </a:lnTo>
                  <a:lnTo>
                    <a:pt x="22299" y="18483"/>
                  </a:lnTo>
                  <a:lnTo>
                    <a:pt x="21923" y="19072"/>
                  </a:lnTo>
                  <a:lnTo>
                    <a:pt x="21575" y="19671"/>
                  </a:lnTo>
                  <a:lnTo>
                    <a:pt x="21257" y="20280"/>
                  </a:lnTo>
                  <a:lnTo>
                    <a:pt x="20969" y="20897"/>
                  </a:lnTo>
                  <a:lnTo>
                    <a:pt x="20710" y="21524"/>
                  </a:lnTo>
                  <a:lnTo>
                    <a:pt x="20481" y="22141"/>
                  </a:lnTo>
                  <a:lnTo>
                    <a:pt x="20281" y="22765"/>
                  </a:lnTo>
                  <a:lnTo>
                    <a:pt x="20110" y="23394"/>
                  </a:lnTo>
                  <a:lnTo>
                    <a:pt x="19969" y="24029"/>
                  </a:lnTo>
                  <a:lnTo>
                    <a:pt x="19858" y="24671"/>
                  </a:lnTo>
                  <a:lnTo>
                    <a:pt x="19776" y="25318"/>
                  </a:lnTo>
                  <a:lnTo>
                    <a:pt x="19723" y="25970"/>
                  </a:lnTo>
                  <a:lnTo>
                    <a:pt x="19700" y="26629"/>
                  </a:lnTo>
                  <a:lnTo>
                    <a:pt x="19706" y="27294"/>
                  </a:lnTo>
                  <a:lnTo>
                    <a:pt x="19742" y="27964"/>
                  </a:lnTo>
                  <a:lnTo>
                    <a:pt x="19808" y="28623"/>
                  </a:lnTo>
                  <a:lnTo>
                    <a:pt x="19905" y="29286"/>
                  </a:lnTo>
                  <a:lnTo>
                    <a:pt x="20034" y="29953"/>
                  </a:lnTo>
                  <a:lnTo>
                    <a:pt x="20193" y="30625"/>
                  </a:lnTo>
                  <a:lnTo>
                    <a:pt x="20384" y="31300"/>
                  </a:lnTo>
                  <a:lnTo>
                    <a:pt x="20606" y="31980"/>
                  </a:lnTo>
                  <a:lnTo>
                    <a:pt x="20859" y="32664"/>
                  </a:lnTo>
                  <a:lnTo>
                    <a:pt x="21143" y="33353"/>
                  </a:lnTo>
                  <a:lnTo>
                    <a:pt x="21458" y="34045"/>
                  </a:lnTo>
                  <a:lnTo>
                    <a:pt x="21805" y="34742"/>
                  </a:lnTo>
                  <a:lnTo>
                    <a:pt x="22175" y="35432"/>
                  </a:lnTo>
                  <a:lnTo>
                    <a:pt x="22578" y="36121"/>
                  </a:lnTo>
                  <a:lnTo>
                    <a:pt x="23013" y="36809"/>
                  </a:lnTo>
                  <a:lnTo>
                    <a:pt x="23482" y="37496"/>
                  </a:lnTo>
                  <a:lnTo>
                    <a:pt x="23983" y="38183"/>
                  </a:lnTo>
                  <a:lnTo>
                    <a:pt x="24517" y="38869"/>
                  </a:lnTo>
                  <a:lnTo>
                    <a:pt x="25084" y="39554"/>
                  </a:lnTo>
                  <a:lnTo>
                    <a:pt x="25684" y="40238"/>
                  </a:lnTo>
                  <a:lnTo>
                    <a:pt x="26317" y="40921"/>
                  </a:lnTo>
                  <a:lnTo>
                    <a:pt x="26982" y="41603"/>
                  </a:lnTo>
                  <a:lnTo>
                    <a:pt x="53376" y="67997"/>
                  </a:lnTo>
                  <a:lnTo>
                    <a:pt x="45799" y="75574"/>
                  </a:lnTo>
                  <a:lnTo>
                    <a:pt x="9976" y="39751"/>
                  </a:lnTo>
                  <a:lnTo>
                    <a:pt x="9688" y="39464"/>
                  </a:lnTo>
                  <a:lnTo>
                    <a:pt x="9397" y="39175"/>
                  </a:lnTo>
                  <a:lnTo>
                    <a:pt x="9102" y="38885"/>
                  </a:lnTo>
                  <a:lnTo>
                    <a:pt x="8804" y="38593"/>
                  </a:lnTo>
                  <a:lnTo>
                    <a:pt x="8503" y="38299"/>
                  </a:lnTo>
                  <a:lnTo>
                    <a:pt x="8198" y="38003"/>
                  </a:lnTo>
                  <a:lnTo>
                    <a:pt x="7890" y="37706"/>
                  </a:lnTo>
                  <a:lnTo>
                    <a:pt x="7578" y="37407"/>
                  </a:lnTo>
                  <a:lnTo>
                    <a:pt x="7263" y="37107"/>
                  </a:lnTo>
                  <a:lnTo>
                    <a:pt x="6945" y="36804"/>
                  </a:lnTo>
                  <a:lnTo>
                    <a:pt x="6627" y="36487"/>
                  </a:lnTo>
                  <a:lnTo>
                    <a:pt x="6312" y="36175"/>
                  </a:lnTo>
                  <a:lnTo>
                    <a:pt x="6001" y="35867"/>
                  </a:lnTo>
                  <a:lnTo>
                    <a:pt x="5692" y="35565"/>
                  </a:lnTo>
                  <a:lnTo>
                    <a:pt x="5388" y="35268"/>
                  </a:lnTo>
                  <a:lnTo>
                    <a:pt x="5086" y="34976"/>
                  </a:lnTo>
                  <a:lnTo>
                    <a:pt x="4788" y="34689"/>
                  </a:lnTo>
                  <a:lnTo>
                    <a:pt x="4494" y="34407"/>
                  </a:lnTo>
                  <a:lnTo>
                    <a:pt x="4202" y="34130"/>
                  </a:lnTo>
                  <a:lnTo>
                    <a:pt x="3914" y="33858"/>
                  </a:lnTo>
                  <a:lnTo>
                    <a:pt x="3624" y="33584"/>
                  </a:lnTo>
                  <a:lnTo>
                    <a:pt x="3342" y="33319"/>
                  </a:lnTo>
                  <a:lnTo>
                    <a:pt x="3068" y="33062"/>
                  </a:lnTo>
                  <a:lnTo>
                    <a:pt x="2803" y="32814"/>
                  </a:lnTo>
                  <a:lnTo>
                    <a:pt x="2546" y="32574"/>
                  </a:lnTo>
                  <a:lnTo>
                    <a:pt x="2298" y="32342"/>
                  </a:lnTo>
                  <a:lnTo>
                    <a:pt x="2058" y="32119"/>
                  </a:lnTo>
                  <a:lnTo>
                    <a:pt x="1826" y="31905"/>
                  </a:lnTo>
                  <a:lnTo>
                    <a:pt x="1603" y="31698"/>
                  </a:lnTo>
                  <a:lnTo>
                    <a:pt x="1389" y="31500"/>
                  </a:lnTo>
                  <a:lnTo>
                    <a:pt x="1185" y="31314"/>
                  </a:lnTo>
                  <a:lnTo>
                    <a:pt x="996" y="31142"/>
                  </a:lnTo>
                  <a:lnTo>
                    <a:pt x="822" y="30984"/>
                  </a:lnTo>
                  <a:lnTo>
                    <a:pt x="661" y="30840"/>
                  </a:lnTo>
                  <a:lnTo>
                    <a:pt x="515" y="30711"/>
                  </a:lnTo>
                  <a:lnTo>
                    <a:pt x="0" y="30280"/>
                  </a:lnTo>
                  <a:lnTo>
                    <a:pt x="7587" y="23471"/>
                  </a:lnTo>
                  <a:lnTo>
                    <a:pt x="7716" y="23583"/>
                  </a:lnTo>
                  <a:lnTo>
                    <a:pt x="7860" y="23710"/>
                  </a:lnTo>
                  <a:lnTo>
                    <a:pt x="8018" y="23851"/>
                  </a:lnTo>
                  <a:lnTo>
                    <a:pt x="8190" y="24006"/>
                  </a:lnTo>
                  <a:lnTo>
                    <a:pt x="8376" y="24176"/>
                  </a:lnTo>
                  <a:lnTo>
                    <a:pt x="8573" y="24356"/>
                  </a:lnTo>
                  <a:lnTo>
                    <a:pt x="8775" y="24541"/>
                  </a:lnTo>
                  <a:lnTo>
                    <a:pt x="8984" y="24733"/>
                  </a:lnTo>
                  <a:lnTo>
                    <a:pt x="9198" y="24930"/>
                  </a:lnTo>
                  <a:lnTo>
                    <a:pt x="9418" y="25134"/>
                  </a:lnTo>
                  <a:lnTo>
                    <a:pt x="9644" y="25343"/>
                  </a:lnTo>
                  <a:lnTo>
                    <a:pt x="9876" y="25558"/>
                  </a:lnTo>
                  <a:lnTo>
                    <a:pt x="10114" y="25779"/>
                  </a:lnTo>
                  <a:lnTo>
                    <a:pt x="10358" y="26006"/>
                  </a:lnTo>
                  <a:lnTo>
                    <a:pt x="10607" y="26239"/>
                  </a:lnTo>
                  <a:lnTo>
                    <a:pt x="10860" y="26459"/>
                  </a:lnTo>
                  <a:lnTo>
                    <a:pt x="11114" y="26681"/>
                  </a:lnTo>
                  <a:lnTo>
                    <a:pt x="11369" y="26907"/>
                  </a:lnTo>
                  <a:lnTo>
                    <a:pt x="11624" y="27134"/>
                  </a:lnTo>
                  <a:lnTo>
                    <a:pt x="11881" y="27365"/>
                  </a:lnTo>
                  <a:lnTo>
                    <a:pt x="12138" y="27597"/>
                  </a:lnTo>
                  <a:lnTo>
                    <a:pt x="12396" y="27833"/>
                  </a:lnTo>
                  <a:lnTo>
                    <a:pt x="12655" y="28071"/>
                  </a:lnTo>
                  <a:lnTo>
                    <a:pt x="12915" y="28311"/>
                  </a:lnTo>
                  <a:lnTo>
                    <a:pt x="13175" y="28554"/>
                  </a:lnTo>
                  <a:lnTo>
                    <a:pt x="13424" y="28786"/>
                  </a:lnTo>
                  <a:lnTo>
                    <a:pt x="13664" y="29012"/>
                  </a:lnTo>
                  <a:lnTo>
                    <a:pt x="13895" y="29231"/>
                  </a:lnTo>
                  <a:lnTo>
                    <a:pt x="14118" y="29443"/>
                  </a:lnTo>
                  <a:lnTo>
                    <a:pt x="14333" y="29648"/>
                  </a:lnTo>
                  <a:lnTo>
                    <a:pt x="14539" y="29847"/>
                  </a:lnTo>
                  <a:lnTo>
                    <a:pt x="14737" y="30039"/>
                  </a:lnTo>
                  <a:lnTo>
                    <a:pt x="14926" y="30224"/>
                  </a:lnTo>
                  <a:lnTo>
                    <a:pt x="15107" y="30403"/>
                  </a:lnTo>
                  <a:lnTo>
                    <a:pt x="15406" y="30448"/>
                  </a:lnTo>
                  <a:lnTo>
                    <a:pt x="15235" y="29835"/>
                  </a:lnTo>
                  <a:lnTo>
                    <a:pt x="15076" y="29226"/>
                  </a:lnTo>
                  <a:lnTo>
                    <a:pt x="14929" y="28619"/>
                  </a:lnTo>
                  <a:lnTo>
                    <a:pt x="14793" y="28017"/>
                  </a:lnTo>
                  <a:lnTo>
                    <a:pt x="14670" y="27417"/>
                  </a:lnTo>
                  <a:lnTo>
                    <a:pt x="14558" y="26821"/>
                  </a:lnTo>
                  <a:lnTo>
                    <a:pt x="14457" y="26228"/>
                  </a:lnTo>
                  <a:lnTo>
                    <a:pt x="14369" y="25639"/>
                  </a:lnTo>
                  <a:lnTo>
                    <a:pt x="14292" y="25053"/>
                  </a:lnTo>
                  <a:lnTo>
                    <a:pt x="14228" y="24471"/>
                  </a:lnTo>
                  <a:lnTo>
                    <a:pt x="14178" y="23890"/>
                  </a:lnTo>
                  <a:lnTo>
                    <a:pt x="14147" y="23312"/>
                  </a:lnTo>
                  <a:lnTo>
                    <a:pt x="14134" y="22735"/>
                  </a:lnTo>
                  <a:lnTo>
                    <a:pt x="14140" y="22160"/>
                  </a:lnTo>
                  <a:lnTo>
                    <a:pt x="14164" y="21587"/>
                  </a:lnTo>
                  <a:lnTo>
                    <a:pt x="14207" y="21015"/>
                  </a:lnTo>
                  <a:lnTo>
                    <a:pt x="14269" y="20445"/>
                  </a:lnTo>
                  <a:lnTo>
                    <a:pt x="14349" y="19877"/>
                  </a:lnTo>
                  <a:lnTo>
                    <a:pt x="14447" y="19311"/>
                  </a:lnTo>
                  <a:lnTo>
                    <a:pt x="14564" y="18746"/>
                  </a:lnTo>
                  <a:lnTo>
                    <a:pt x="14693" y="18174"/>
                  </a:lnTo>
                  <a:lnTo>
                    <a:pt x="14842" y="17602"/>
                  </a:lnTo>
                  <a:lnTo>
                    <a:pt x="15013" y="17032"/>
                  </a:lnTo>
                  <a:lnTo>
                    <a:pt x="15204" y="16462"/>
                  </a:lnTo>
                  <a:lnTo>
                    <a:pt x="15417" y="15894"/>
                  </a:lnTo>
                  <a:lnTo>
                    <a:pt x="15650" y="15326"/>
                  </a:lnTo>
                  <a:lnTo>
                    <a:pt x="15905" y="14759"/>
                  </a:lnTo>
                  <a:lnTo>
                    <a:pt x="16181" y="14193"/>
                  </a:lnTo>
                  <a:lnTo>
                    <a:pt x="16478" y="13627"/>
                  </a:lnTo>
                  <a:lnTo>
                    <a:pt x="16795" y="13063"/>
                  </a:lnTo>
                  <a:lnTo>
                    <a:pt x="17129" y="12489"/>
                  </a:lnTo>
                  <a:lnTo>
                    <a:pt x="17489" y="11914"/>
                  </a:lnTo>
                  <a:lnTo>
                    <a:pt x="17876" y="11338"/>
                  </a:lnTo>
                  <a:lnTo>
                    <a:pt x="18291" y="10759"/>
                  </a:lnTo>
                  <a:lnTo>
                    <a:pt x="18732" y="10179"/>
                  </a:lnTo>
                  <a:lnTo>
                    <a:pt x="19200" y="9598"/>
                  </a:lnTo>
                  <a:lnTo>
                    <a:pt x="19695" y="9014"/>
                  </a:lnTo>
                  <a:lnTo>
                    <a:pt x="20217" y="8429"/>
                  </a:lnTo>
                  <a:lnTo>
                    <a:pt x="20766" y="7842"/>
                  </a:lnTo>
                  <a:lnTo>
                    <a:pt x="21342" y="7254"/>
                  </a:lnTo>
                  <a:lnTo>
                    <a:pt x="22098" y="6516"/>
                  </a:lnTo>
                  <a:lnTo>
                    <a:pt x="22852" y="5817"/>
                  </a:lnTo>
                  <a:lnTo>
                    <a:pt x="23603" y="5159"/>
                  </a:lnTo>
                  <a:lnTo>
                    <a:pt x="24352" y="4539"/>
                  </a:lnTo>
                  <a:lnTo>
                    <a:pt x="25099" y="3960"/>
                  </a:lnTo>
                  <a:lnTo>
                    <a:pt x="25842" y="3420"/>
                  </a:lnTo>
                  <a:lnTo>
                    <a:pt x="26584" y="2919"/>
                  </a:lnTo>
                  <a:lnTo>
                    <a:pt x="27322" y="2458"/>
                  </a:lnTo>
                  <a:lnTo>
                    <a:pt x="28059" y="2037"/>
                  </a:lnTo>
                  <a:lnTo>
                    <a:pt x="28792" y="1655"/>
                  </a:lnTo>
                  <a:lnTo>
                    <a:pt x="29525" y="1313"/>
                  </a:lnTo>
                  <a:lnTo>
                    <a:pt x="30259" y="1010"/>
                  </a:lnTo>
                  <a:lnTo>
                    <a:pt x="30994" y="747"/>
                  </a:lnTo>
                  <a:lnTo>
                    <a:pt x="31729" y="524"/>
                  </a:lnTo>
                  <a:lnTo>
                    <a:pt x="32465" y="340"/>
                  </a:lnTo>
                  <a:lnTo>
                    <a:pt x="33202" y="195"/>
                  </a:lnTo>
                  <a:lnTo>
                    <a:pt x="33940" y="90"/>
                  </a:lnTo>
                  <a:lnTo>
                    <a:pt x="34679" y="25"/>
                  </a:lnTo>
                  <a:lnTo>
                    <a:pt x="35419" y="0"/>
                  </a:lnTo>
                  <a:lnTo>
                    <a:pt x="36159" y="13"/>
                  </a:lnTo>
                  <a:lnTo>
                    <a:pt x="36902" y="68"/>
                  </a:lnTo>
                  <a:lnTo>
                    <a:pt x="37648" y="165"/>
                  </a:lnTo>
                  <a:lnTo>
                    <a:pt x="38397" y="304"/>
                  </a:lnTo>
                  <a:lnTo>
                    <a:pt x="39149" y="485"/>
                  </a:lnTo>
                  <a:lnTo>
                    <a:pt x="39906" y="708"/>
                  </a:lnTo>
                  <a:lnTo>
                    <a:pt x="40665" y="973"/>
                  </a:lnTo>
                  <a:lnTo>
                    <a:pt x="41428" y="1280"/>
                  </a:lnTo>
                  <a:lnTo>
                    <a:pt x="42194" y="1630"/>
                  </a:lnTo>
                  <a:lnTo>
                    <a:pt x="42963" y="2021"/>
                  </a:lnTo>
                  <a:lnTo>
                    <a:pt x="43736" y="2455"/>
                  </a:lnTo>
                  <a:lnTo>
                    <a:pt x="44514" y="2913"/>
                  </a:lnTo>
                  <a:lnTo>
                    <a:pt x="45299" y="3411"/>
                  </a:lnTo>
                  <a:lnTo>
                    <a:pt x="46090" y="3950"/>
                  </a:lnTo>
                  <a:lnTo>
                    <a:pt x="46888" y="4529"/>
                  </a:lnTo>
                  <a:lnTo>
                    <a:pt x="47693" y="5149"/>
                  </a:lnTo>
                  <a:lnTo>
                    <a:pt x="48505" y="5809"/>
                  </a:lnTo>
                  <a:lnTo>
                    <a:pt x="49323" y="6509"/>
                  </a:lnTo>
                  <a:lnTo>
                    <a:pt x="50148" y="7250"/>
                  </a:lnTo>
                  <a:lnTo>
                    <a:pt x="50980" y="8032"/>
                  </a:lnTo>
                  <a:lnTo>
                    <a:pt x="51818" y="8853"/>
                  </a:lnTo>
                  <a:lnTo>
                    <a:pt x="82169" y="3920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h94"/>
            <p:cNvSpPr/>
            <p:nvPr/>
          </p:nvSpPr>
          <p:spPr>
            <a:xfrm>
              <a:off x="6730893" y="6102915"/>
              <a:ext cx="66583" cy="65425"/>
            </a:xfrm>
            <a:custGeom>
              <a:avLst/>
              <a:pathLst>
                <a:path w="66583" h="65425">
                  <a:moveTo>
                    <a:pt x="21931" y="46700"/>
                  </a:moveTo>
                  <a:lnTo>
                    <a:pt x="22648" y="47403"/>
                  </a:lnTo>
                  <a:lnTo>
                    <a:pt x="23369" y="48081"/>
                  </a:lnTo>
                  <a:lnTo>
                    <a:pt x="24093" y="48733"/>
                  </a:lnTo>
                  <a:lnTo>
                    <a:pt x="24820" y="49360"/>
                  </a:lnTo>
                  <a:lnTo>
                    <a:pt x="25551" y="49962"/>
                  </a:lnTo>
                  <a:lnTo>
                    <a:pt x="26285" y="50539"/>
                  </a:lnTo>
                  <a:lnTo>
                    <a:pt x="27023" y="51091"/>
                  </a:lnTo>
                  <a:lnTo>
                    <a:pt x="27764" y="51617"/>
                  </a:lnTo>
                  <a:lnTo>
                    <a:pt x="28508" y="52118"/>
                  </a:lnTo>
                  <a:lnTo>
                    <a:pt x="29255" y="52593"/>
                  </a:lnTo>
                  <a:lnTo>
                    <a:pt x="30004" y="53024"/>
                  </a:lnTo>
                  <a:lnTo>
                    <a:pt x="30752" y="53423"/>
                  </a:lnTo>
                  <a:lnTo>
                    <a:pt x="31500" y="53792"/>
                  </a:lnTo>
                  <a:lnTo>
                    <a:pt x="32246" y="54129"/>
                  </a:lnTo>
                  <a:lnTo>
                    <a:pt x="32991" y="54435"/>
                  </a:lnTo>
                  <a:lnTo>
                    <a:pt x="33736" y="54710"/>
                  </a:lnTo>
                  <a:lnTo>
                    <a:pt x="34480" y="54954"/>
                  </a:lnTo>
                  <a:lnTo>
                    <a:pt x="35223" y="55166"/>
                  </a:lnTo>
                  <a:lnTo>
                    <a:pt x="35965" y="55348"/>
                  </a:lnTo>
                  <a:lnTo>
                    <a:pt x="36706" y="55498"/>
                  </a:lnTo>
                  <a:lnTo>
                    <a:pt x="37446" y="55598"/>
                  </a:lnTo>
                  <a:lnTo>
                    <a:pt x="38185" y="55663"/>
                  </a:lnTo>
                  <a:lnTo>
                    <a:pt x="38921" y="55692"/>
                  </a:lnTo>
                  <a:lnTo>
                    <a:pt x="39656" y="55686"/>
                  </a:lnTo>
                  <a:lnTo>
                    <a:pt x="40390" y="55645"/>
                  </a:lnTo>
                  <a:lnTo>
                    <a:pt x="41121" y="55569"/>
                  </a:lnTo>
                  <a:lnTo>
                    <a:pt x="41851" y="55457"/>
                  </a:lnTo>
                  <a:lnTo>
                    <a:pt x="42579" y="55309"/>
                  </a:lnTo>
                  <a:lnTo>
                    <a:pt x="43306" y="55127"/>
                  </a:lnTo>
                  <a:lnTo>
                    <a:pt x="44031" y="54909"/>
                  </a:lnTo>
                  <a:lnTo>
                    <a:pt x="44744" y="54643"/>
                  </a:lnTo>
                  <a:lnTo>
                    <a:pt x="45454" y="54334"/>
                  </a:lnTo>
                  <a:lnTo>
                    <a:pt x="46159" y="53983"/>
                  </a:lnTo>
                  <a:lnTo>
                    <a:pt x="46860" y="53588"/>
                  </a:lnTo>
                  <a:lnTo>
                    <a:pt x="47556" y="53151"/>
                  </a:lnTo>
                  <a:lnTo>
                    <a:pt x="48249" y="52671"/>
                  </a:lnTo>
                  <a:lnTo>
                    <a:pt x="48937" y="52148"/>
                  </a:lnTo>
                  <a:lnTo>
                    <a:pt x="49621" y="51581"/>
                  </a:lnTo>
                  <a:lnTo>
                    <a:pt x="50301" y="50972"/>
                  </a:lnTo>
                  <a:lnTo>
                    <a:pt x="50976" y="50320"/>
                  </a:lnTo>
                  <a:lnTo>
                    <a:pt x="51922" y="49335"/>
                  </a:lnTo>
                  <a:lnTo>
                    <a:pt x="52788" y="48350"/>
                  </a:lnTo>
                  <a:lnTo>
                    <a:pt x="53575" y="47365"/>
                  </a:lnTo>
                  <a:lnTo>
                    <a:pt x="54283" y="46380"/>
                  </a:lnTo>
                  <a:lnTo>
                    <a:pt x="54912" y="45395"/>
                  </a:lnTo>
                  <a:lnTo>
                    <a:pt x="55462" y="44410"/>
                  </a:lnTo>
                  <a:lnTo>
                    <a:pt x="55933" y="43425"/>
                  </a:lnTo>
                  <a:lnTo>
                    <a:pt x="56324" y="42440"/>
                  </a:lnTo>
                  <a:lnTo>
                    <a:pt x="56637" y="41455"/>
                  </a:lnTo>
                  <a:lnTo>
                    <a:pt x="56870" y="40470"/>
                  </a:lnTo>
                  <a:lnTo>
                    <a:pt x="57042" y="39485"/>
                  </a:lnTo>
                  <a:lnTo>
                    <a:pt x="57154" y="38518"/>
                  </a:lnTo>
                  <a:lnTo>
                    <a:pt x="57207" y="37569"/>
                  </a:lnTo>
                  <a:lnTo>
                    <a:pt x="57200" y="36638"/>
                  </a:lnTo>
                  <a:lnTo>
                    <a:pt x="57133" y="35724"/>
                  </a:lnTo>
                  <a:lnTo>
                    <a:pt x="57006" y="34828"/>
                  </a:lnTo>
                  <a:lnTo>
                    <a:pt x="56820" y="33949"/>
                  </a:lnTo>
                  <a:lnTo>
                    <a:pt x="56573" y="33088"/>
                  </a:lnTo>
                  <a:lnTo>
                    <a:pt x="56267" y="32245"/>
                  </a:lnTo>
                  <a:lnTo>
                    <a:pt x="55902" y="31420"/>
                  </a:lnTo>
                  <a:lnTo>
                    <a:pt x="64447" y="26663"/>
                  </a:lnTo>
                  <a:lnTo>
                    <a:pt x="64677" y="27191"/>
                  </a:lnTo>
                  <a:lnTo>
                    <a:pt x="64896" y="27732"/>
                  </a:lnTo>
                  <a:lnTo>
                    <a:pt x="65105" y="28286"/>
                  </a:lnTo>
                  <a:lnTo>
                    <a:pt x="65302" y="28852"/>
                  </a:lnTo>
                  <a:lnTo>
                    <a:pt x="65489" y="29431"/>
                  </a:lnTo>
                  <a:lnTo>
                    <a:pt x="65664" y="30022"/>
                  </a:lnTo>
                  <a:lnTo>
                    <a:pt x="65829" y="30626"/>
                  </a:lnTo>
                  <a:lnTo>
                    <a:pt x="65982" y="31243"/>
                  </a:lnTo>
                  <a:lnTo>
                    <a:pt x="66125" y="31872"/>
                  </a:lnTo>
                  <a:lnTo>
                    <a:pt x="66257" y="32514"/>
                  </a:lnTo>
                  <a:lnTo>
                    <a:pt x="66371" y="33151"/>
                  </a:lnTo>
                  <a:lnTo>
                    <a:pt x="66461" y="33799"/>
                  </a:lnTo>
                  <a:lnTo>
                    <a:pt x="66526" y="34458"/>
                  </a:lnTo>
                  <a:lnTo>
                    <a:pt x="66567" y="35127"/>
                  </a:lnTo>
                  <a:lnTo>
                    <a:pt x="66583" y="35808"/>
                  </a:lnTo>
                  <a:lnTo>
                    <a:pt x="66575" y="36500"/>
                  </a:lnTo>
                  <a:lnTo>
                    <a:pt x="66543" y="37202"/>
                  </a:lnTo>
                  <a:lnTo>
                    <a:pt x="66486" y="37916"/>
                  </a:lnTo>
                  <a:lnTo>
                    <a:pt x="66405" y="38640"/>
                  </a:lnTo>
                  <a:lnTo>
                    <a:pt x="66299" y="39376"/>
                  </a:lnTo>
                  <a:lnTo>
                    <a:pt x="66157" y="40114"/>
                  </a:lnTo>
                  <a:lnTo>
                    <a:pt x="65982" y="40864"/>
                  </a:lnTo>
                  <a:lnTo>
                    <a:pt x="65776" y="41626"/>
                  </a:lnTo>
                  <a:lnTo>
                    <a:pt x="65538" y="42400"/>
                  </a:lnTo>
                  <a:lnTo>
                    <a:pt x="65268" y="43185"/>
                  </a:lnTo>
                  <a:lnTo>
                    <a:pt x="64965" y="43982"/>
                  </a:lnTo>
                  <a:lnTo>
                    <a:pt x="64631" y="44791"/>
                  </a:lnTo>
                  <a:lnTo>
                    <a:pt x="64265" y="45612"/>
                  </a:lnTo>
                  <a:lnTo>
                    <a:pt x="63867" y="46445"/>
                  </a:lnTo>
                  <a:lnTo>
                    <a:pt x="63437" y="47289"/>
                  </a:lnTo>
                  <a:lnTo>
                    <a:pt x="62967" y="48127"/>
                  </a:lnTo>
                  <a:lnTo>
                    <a:pt x="62452" y="48972"/>
                  </a:lnTo>
                  <a:lnTo>
                    <a:pt x="61890" y="49824"/>
                  </a:lnTo>
                  <a:lnTo>
                    <a:pt x="61281" y="50684"/>
                  </a:lnTo>
                  <a:lnTo>
                    <a:pt x="60627" y="51552"/>
                  </a:lnTo>
                  <a:lnTo>
                    <a:pt x="59926" y="52427"/>
                  </a:lnTo>
                  <a:lnTo>
                    <a:pt x="59179" y="53309"/>
                  </a:lnTo>
                  <a:lnTo>
                    <a:pt x="58385" y="54200"/>
                  </a:lnTo>
                  <a:lnTo>
                    <a:pt x="57545" y="55098"/>
                  </a:lnTo>
                  <a:lnTo>
                    <a:pt x="56659" y="56003"/>
                  </a:lnTo>
                  <a:lnTo>
                    <a:pt x="54627" y="57915"/>
                  </a:lnTo>
                  <a:lnTo>
                    <a:pt x="52569" y="59611"/>
                  </a:lnTo>
                  <a:lnTo>
                    <a:pt x="50488" y="61091"/>
                  </a:lnTo>
                  <a:lnTo>
                    <a:pt x="48382" y="62354"/>
                  </a:lnTo>
                  <a:lnTo>
                    <a:pt x="46251" y="63401"/>
                  </a:lnTo>
                  <a:lnTo>
                    <a:pt x="44096" y="64232"/>
                  </a:lnTo>
                  <a:lnTo>
                    <a:pt x="41917" y="64846"/>
                  </a:lnTo>
                  <a:lnTo>
                    <a:pt x="39714" y="65244"/>
                  </a:lnTo>
                  <a:lnTo>
                    <a:pt x="37485" y="65425"/>
                  </a:lnTo>
                  <a:lnTo>
                    <a:pt x="35233" y="65390"/>
                  </a:lnTo>
                  <a:lnTo>
                    <a:pt x="32971" y="65128"/>
                  </a:lnTo>
                  <a:lnTo>
                    <a:pt x="30697" y="64643"/>
                  </a:lnTo>
                  <a:lnTo>
                    <a:pt x="28411" y="63935"/>
                  </a:lnTo>
                  <a:lnTo>
                    <a:pt x="26114" y="63006"/>
                  </a:lnTo>
                  <a:lnTo>
                    <a:pt x="23804" y="61854"/>
                  </a:lnTo>
                  <a:lnTo>
                    <a:pt x="21483" y="60480"/>
                  </a:lnTo>
                  <a:lnTo>
                    <a:pt x="19150" y="58884"/>
                  </a:lnTo>
                  <a:lnTo>
                    <a:pt x="16805" y="57066"/>
                  </a:lnTo>
                  <a:lnTo>
                    <a:pt x="14449" y="55025"/>
                  </a:lnTo>
                  <a:lnTo>
                    <a:pt x="12081" y="52762"/>
                  </a:lnTo>
                  <a:lnTo>
                    <a:pt x="10837" y="51486"/>
                  </a:lnTo>
                  <a:lnTo>
                    <a:pt x="9665" y="50218"/>
                  </a:lnTo>
                  <a:lnTo>
                    <a:pt x="8564" y="48957"/>
                  </a:lnTo>
                  <a:lnTo>
                    <a:pt x="7534" y="47704"/>
                  </a:lnTo>
                  <a:lnTo>
                    <a:pt x="6577" y="46458"/>
                  </a:lnTo>
                  <a:lnTo>
                    <a:pt x="5691" y="45220"/>
                  </a:lnTo>
                  <a:lnTo>
                    <a:pt x="4876" y="43990"/>
                  </a:lnTo>
                  <a:lnTo>
                    <a:pt x="4133" y="42767"/>
                  </a:lnTo>
                  <a:lnTo>
                    <a:pt x="3462" y="41551"/>
                  </a:lnTo>
                  <a:lnTo>
                    <a:pt x="2862" y="40344"/>
                  </a:lnTo>
                  <a:lnTo>
                    <a:pt x="2318" y="39136"/>
                  </a:lnTo>
                  <a:lnTo>
                    <a:pt x="1831" y="37939"/>
                  </a:lnTo>
                  <a:lnTo>
                    <a:pt x="1402" y="36752"/>
                  </a:lnTo>
                  <a:lnTo>
                    <a:pt x="1030" y="35575"/>
                  </a:lnTo>
                  <a:lnTo>
                    <a:pt x="715" y="34408"/>
                  </a:lnTo>
                  <a:lnTo>
                    <a:pt x="457" y="33252"/>
                  </a:lnTo>
                  <a:lnTo>
                    <a:pt x="257" y="32105"/>
                  </a:lnTo>
                  <a:lnTo>
                    <a:pt x="114" y="30968"/>
                  </a:lnTo>
                  <a:lnTo>
                    <a:pt x="28" y="29842"/>
                  </a:lnTo>
                  <a:lnTo>
                    <a:pt x="0" y="28726"/>
                  </a:lnTo>
                  <a:lnTo>
                    <a:pt x="24" y="27621"/>
                  </a:lnTo>
                  <a:lnTo>
                    <a:pt x="99" y="26528"/>
                  </a:lnTo>
                  <a:lnTo>
                    <a:pt x="223" y="25448"/>
                  </a:lnTo>
                  <a:lnTo>
                    <a:pt x="397" y="24381"/>
                  </a:lnTo>
                  <a:lnTo>
                    <a:pt x="620" y="23327"/>
                  </a:lnTo>
                  <a:lnTo>
                    <a:pt x="894" y="22285"/>
                  </a:lnTo>
                  <a:lnTo>
                    <a:pt x="1216" y="21256"/>
                  </a:lnTo>
                  <a:lnTo>
                    <a:pt x="1589" y="20239"/>
                  </a:lnTo>
                  <a:lnTo>
                    <a:pt x="2011" y="19235"/>
                  </a:lnTo>
                  <a:lnTo>
                    <a:pt x="2483" y="18244"/>
                  </a:lnTo>
                  <a:lnTo>
                    <a:pt x="2989" y="17258"/>
                  </a:lnTo>
                  <a:lnTo>
                    <a:pt x="3530" y="16287"/>
                  </a:lnTo>
                  <a:lnTo>
                    <a:pt x="4107" y="15332"/>
                  </a:lnTo>
                  <a:lnTo>
                    <a:pt x="4719" y="14391"/>
                  </a:lnTo>
                  <a:lnTo>
                    <a:pt x="5367" y="13466"/>
                  </a:lnTo>
                  <a:lnTo>
                    <a:pt x="6049" y="12556"/>
                  </a:lnTo>
                  <a:lnTo>
                    <a:pt x="6768" y="11661"/>
                  </a:lnTo>
                  <a:lnTo>
                    <a:pt x="7521" y="10781"/>
                  </a:lnTo>
                  <a:lnTo>
                    <a:pt x="8310" y="9917"/>
                  </a:lnTo>
                  <a:lnTo>
                    <a:pt x="9134" y="9067"/>
                  </a:lnTo>
                  <a:lnTo>
                    <a:pt x="10279" y="7960"/>
                  </a:lnTo>
                  <a:lnTo>
                    <a:pt x="11422" y="6927"/>
                  </a:lnTo>
                  <a:lnTo>
                    <a:pt x="12565" y="5969"/>
                  </a:lnTo>
                  <a:lnTo>
                    <a:pt x="13707" y="5087"/>
                  </a:lnTo>
                  <a:lnTo>
                    <a:pt x="14848" y="4279"/>
                  </a:lnTo>
                  <a:lnTo>
                    <a:pt x="15989" y="3546"/>
                  </a:lnTo>
                  <a:lnTo>
                    <a:pt x="17128" y="2888"/>
                  </a:lnTo>
                  <a:lnTo>
                    <a:pt x="18267" y="2305"/>
                  </a:lnTo>
                  <a:lnTo>
                    <a:pt x="19405" y="1797"/>
                  </a:lnTo>
                  <a:lnTo>
                    <a:pt x="20542" y="1364"/>
                  </a:lnTo>
                  <a:lnTo>
                    <a:pt x="21686" y="990"/>
                  </a:lnTo>
                  <a:lnTo>
                    <a:pt x="22827" y="675"/>
                  </a:lnTo>
                  <a:lnTo>
                    <a:pt x="23965" y="420"/>
                  </a:lnTo>
                  <a:lnTo>
                    <a:pt x="25102" y="226"/>
                  </a:lnTo>
                  <a:lnTo>
                    <a:pt x="26235" y="90"/>
                  </a:lnTo>
                  <a:lnTo>
                    <a:pt x="27366" y="15"/>
                  </a:lnTo>
                  <a:lnTo>
                    <a:pt x="28495" y="0"/>
                  </a:lnTo>
                  <a:lnTo>
                    <a:pt x="29621" y="44"/>
                  </a:lnTo>
                  <a:lnTo>
                    <a:pt x="30744" y="148"/>
                  </a:lnTo>
                  <a:lnTo>
                    <a:pt x="31865" y="311"/>
                  </a:lnTo>
                  <a:lnTo>
                    <a:pt x="32983" y="514"/>
                  </a:lnTo>
                  <a:lnTo>
                    <a:pt x="34096" y="768"/>
                  </a:lnTo>
                  <a:lnTo>
                    <a:pt x="35206" y="1073"/>
                  </a:lnTo>
                  <a:lnTo>
                    <a:pt x="36311" y="1429"/>
                  </a:lnTo>
                  <a:lnTo>
                    <a:pt x="37411" y="1837"/>
                  </a:lnTo>
                  <a:lnTo>
                    <a:pt x="38508" y="2297"/>
                  </a:lnTo>
                  <a:lnTo>
                    <a:pt x="39600" y="2807"/>
                  </a:lnTo>
                  <a:lnTo>
                    <a:pt x="40688" y="3369"/>
                  </a:lnTo>
                  <a:lnTo>
                    <a:pt x="41772" y="3983"/>
                  </a:lnTo>
                  <a:lnTo>
                    <a:pt x="42852" y="4647"/>
                  </a:lnTo>
                  <a:lnTo>
                    <a:pt x="43935" y="5346"/>
                  </a:lnTo>
                  <a:lnTo>
                    <a:pt x="45012" y="6080"/>
                  </a:lnTo>
                  <a:lnTo>
                    <a:pt x="46084" y="6848"/>
                  </a:lnTo>
                  <a:lnTo>
                    <a:pt x="47149" y="7651"/>
                  </a:lnTo>
                  <a:lnTo>
                    <a:pt x="48209" y="8488"/>
                  </a:lnTo>
                  <a:lnTo>
                    <a:pt x="49262" y="9360"/>
                  </a:lnTo>
                  <a:lnTo>
                    <a:pt x="50310" y="10266"/>
                  </a:lnTo>
                  <a:lnTo>
                    <a:pt x="51352" y="11207"/>
                  </a:lnTo>
                  <a:lnTo>
                    <a:pt x="52388" y="12183"/>
                  </a:lnTo>
                  <a:lnTo>
                    <a:pt x="53418" y="13192"/>
                  </a:lnTo>
                  <a:lnTo>
                    <a:pt x="54428" y="14203"/>
                  </a:lnTo>
                  <a:close/>
                  <a:moveTo>
                    <a:pt x="40790" y="16223"/>
                  </a:moveTo>
                  <a:lnTo>
                    <a:pt x="39239" y="14973"/>
                  </a:lnTo>
                  <a:lnTo>
                    <a:pt x="37718" y="13849"/>
                  </a:lnTo>
                  <a:lnTo>
                    <a:pt x="36228" y="12852"/>
                  </a:lnTo>
                  <a:lnTo>
                    <a:pt x="34768" y="11980"/>
                  </a:lnTo>
                  <a:lnTo>
                    <a:pt x="33339" y="11235"/>
                  </a:lnTo>
                  <a:lnTo>
                    <a:pt x="31939" y="10616"/>
                  </a:lnTo>
                  <a:lnTo>
                    <a:pt x="30571" y="10124"/>
                  </a:lnTo>
                  <a:lnTo>
                    <a:pt x="29232" y="9758"/>
                  </a:lnTo>
                  <a:lnTo>
                    <a:pt x="27924" y="9518"/>
                  </a:lnTo>
                  <a:lnTo>
                    <a:pt x="26646" y="9404"/>
                  </a:lnTo>
                  <a:lnTo>
                    <a:pt x="25381" y="9405"/>
                  </a:lnTo>
                  <a:lnTo>
                    <a:pt x="24130" y="9525"/>
                  </a:lnTo>
                  <a:lnTo>
                    <a:pt x="22892" y="9765"/>
                  </a:lnTo>
                  <a:lnTo>
                    <a:pt x="21668" y="10125"/>
                  </a:lnTo>
                  <a:lnTo>
                    <a:pt x="20458" y="10604"/>
                  </a:lnTo>
                  <a:lnTo>
                    <a:pt x="19260" y="11202"/>
                  </a:lnTo>
                  <a:lnTo>
                    <a:pt x="18077" y="11920"/>
                  </a:lnTo>
                  <a:lnTo>
                    <a:pt x="16907" y="12758"/>
                  </a:lnTo>
                  <a:lnTo>
                    <a:pt x="15750" y="13715"/>
                  </a:lnTo>
                  <a:lnTo>
                    <a:pt x="14606" y="14792"/>
                  </a:lnTo>
                  <a:lnTo>
                    <a:pt x="14232" y="15179"/>
                  </a:lnTo>
                  <a:lnTo>
                    <a:pt x="13866" y="15583"/>
                  </a:lnTo>
                  <a:lnTo>
                    <a:pt x="13508" y="16004"/>
                  </a:lnTo>
                  <a:lnTo>
                    <a:pt x="13158" y="16442"/>
                  </a:lnTo>
                  <a:lnTo>
                    <a:pt x="12817" y="16897"/>
                  </a:lnTo>
                  <a:lnTo>
                    <a:pt x="12485" y="17368"/>
                  </a:lnTo>
                  <a:lnTo>
                    <a:pt x="12161" y="17857"/>
                  </a:lnTo>
                  <a:lnTo>
                    <a:pt x="11845" y="18362"/>
                  </a:lnTo>
                  <a:lnTo>
                    <a:pt x="11538" y="18884"/>
                  </a:lnTo>
                  <a:lnTo>
                    <a:pt x="11239" y="19423"/>
                  </a:lnTo>
                  <a:lnTo>
                    <a:pt x="10957" y="19960"/>
                  </a:lnTo>
                  <a:lnTo>
                    <a:pt x="10700" y="20510"/>
                  </a:lnTo>
                  <a:lnTo>
                    <a:pt x="10469" y="21074"/>
                  </a:lnTo>
                  <a:lnTo>
                    <a:pt x="10262" y="21652"/>
                  </a:lnTo>
                  <a:lnTo>
                    <a:pt x="10081" y="22243"/>
                  </a:lnTo>
                  <a:lnTo>
                    <a:pt x="9925" y="22847"/>
                  </a:lnTo>
                  <a:lnTo>
                    <a:pt x="9795" y="23465"/>
                  </a:lnTo>
                  <a:lnTo>
                    <a:pt x="9690" y="24097"/>
                  </a:lnTo>
                  <a:lnTo>
                    <a:pt x="9610" y="24742"/>
                  </a:lnTo>
                  <a:lnTo>
                    <a:pt x="9555" y="25400"/>
                  </a:lnTo>
                  <a:lnTo>
                    <a:pt x="9530" y="26071"/>
                  </a:lnTo>
                  <a:lnTo>
                    <a:pt x="9538" y="26754"/>
                  </a:lnTo>
                  <a:lnTo>
                    <a:pt x="9580" y="27448"/>
                  </a:lnTo>
                  <a:lnTo>
                    <a:pt x="9656" y="28155"/>
                  </a:lnTo>
                  <a:lnTo>
                    <a:pt x="9766" y="28873"/>
                  </a:lnTo>
                  <a:lnTo>
                    <a:pt x="9909" y="29603"/>
                  </a:lnTo>
                  <a:lnTo>
                    <a:pt x="10085" y="30344"/>
                  </a:lnTo>
                  <a:lnTo>
                    <a:pt x="10296" y="31098"/>
                  </a:lnTo>
                  <a:lnTo>
                    <a:pt x="10540" y="31863"/>
                  </a:lnTo>
                  <a:lnTo>
                    <a:pt x="10818" y="32640"/>
                  </a:lnTo>
                  <a:lnTo>
                    <a:pt x="11129" y="33419"/>
                  </a:lnTo>
                  <a:lnTo>
                    <a:pt x="11491" y="34206"/>
                  </a:lnTo>
                  <a:lnTo>
                    <a:pt x="11904" y="35002"/>
                  </a:lnTo>
                  <a:lnTo>
                    <a:pt x="12367" y="35806"/>
                  </a:lnTo>
                  <a:lnTo>
                    <a:pt x="12881" y="36618"/>
                  </a:lnTo>
                  <a:lnTo>
                    <a:pt x="13445" y="37439"/>
                  </a:lnTo>
                  <a:lnTo>
                    <a:pt x="14059" y="38268"/>
                  </a:lnTo>
                  <a:lnTo>
                    <a:pt x="14724" y="39106"/>
                  </a:lnTo>
                  <a:lnTo>
                    <a:pt x="15440" y="39952"/>
                  </a:lnTo>
                  <a:lnTo>
                    <a:pt x="16206" y="4080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h95"/>
            <p:cNvSpPr/>
            <p:nvPr/>
          </p:nvSpPr>
          <p:spPr>
            <a:xfrm>
              <a:off x="6777838" y="6055149"/>
              <a:ext cx="80181" cy="69420"/>
            </a:xfrm>
            <a:custGeom>
              <a:avLst/>
              <a:pathLst>
                <a:path w="80181" h="69420">
                  <a:moveTo>
                    <a:pt x="50757" y="62726"/>
                  </a:moveTo>
                  <a:lnTo>
                    <a:pt x="49382" y="64028"/>
                  </a:lnTo>
                  <a:lnTo>
                    <a:pt x="48004" y="65190"/>
                  </a:lnTo>
                  <a:lnTo>
                    <a:pt x="46621" y="66211"/>
                  </a:lnTo>
                  <a:lnTo>
                    <a:pt x="45234" y="67091"/>
                  </a:lnTo>
                  <a:lnTo>
                    <a:pt x="43843" y="67830"/>
                  </a:lnTo>
                  <a:lnTo>
                    <a:pt x="42447" y="68429"/>
                  </a:lnTo>
                  <a:lnTo>
                    <a:pt x="41048" y="68888"/>
                  </a:lnTo>
                  <a:lnTo>
                    <a:pt x="39644" y="69206"/>
                  </a:lnTo>
                  <a:lnTo>
                    <a:pt x="38236" y="69383"/>
                  </a:lnTo>
                  <a:lnTo>
                    <a:pt x="36823" y="69420"/>
                  </a:lnTo>
                  <a:lnTo>
                    <a:pt x="35417" y="69324"/>
                  </a:lnTo>
                  <a:lnTo>
                    <a:pt x="34025" y="69106"/>
                  </a:lnTo>
                  <a:lnTo>
                    <a:pt x="32648" y="68765"/>
                  </a:lnTo>
                  <a:lnTo>
                    <a:pt x="31287" y="68302"/>
                  </a:lnTo>
                  <a:lnTo>
                    <a:pt x="29941" y="67715"/>
                  </a:lnTo>
                  <a:lnTo>
                    <a:pt x="28610" y="67005"/>
                  </a:lnTo>
                  <a:lnTo>
                    <a:pt x="27294" y="66172"/>
                  </a:lnTo>
                  <a:lnTo>
                    <a:pt x="25993" y="65217"/>
                  </a:lnTo>
                  <a:lnTo>
                    <a:pt x="24708" y="64138"/>
                  </a:lnTo>
                  <a:lnTo>
                    <a:pt x="23437" y="62937"/>
                  </a:lnTo>
                  <a:lnTo>
                    <a:pt x="22570" y="62036"/>
                  </a:lnTo>
                  <a:lnTo>
                    <a:pt x="21768" y="61134"/>
                  </a:lnTo>
                  <a:lnTo>
                    <a:pt x="21034" y="60231"/>
                  </a:lnTo>
                  <a:lnTo>
                    <a:pt x="20366" y="59327"/>
                  </a:lnTo>
                  <a:lnTo>
                    <a:pt x="19764" y="58422"/>
                  </a:lnTo>
                  <a:lnTo>
                    <a:pt x="19229" y="57517"/>
                  </a:lnTo>
                  <a:lnTo>
                    <a:pt x="18761" y="56610"/>
                  </a:lnTo>
                  <a:lnTo>
                    <a:pt x="18359" y="55703"/>
                  </a:lnTo>
                  <a:lnTo>
                    <a:pt x="18023" y="54795"/>
                  </a:lnTo>
                  <a:lnTo>
                    <a:pt x="17754" y="53887"/>
                  </a:lnTo>
                  <a:lnTo>
                    <a:pt x="17541" y="52963"/>
                  </a:lnTo>
                  <a:lnTo>
                    <a:pt x="17374" y="52044"/>
                  </a:lnTo>
                  <a:lnTo>
                    <a:pt x="17252" y="51131"/>
                  </a:lnTo>
                  <a:lnTo>
                    <a:pt x="17175" y="50223"/>
                  </a:lnTo>
                  <a:lnTo>
                    <a:pt x="17144" y="49319"/>
                  </a:lnTo>
                  <a:lnTo>
                    <a:pt x="17158" y="48421"/>
                  </a:lnTo>
                  <a:lnTo>
                    <a:pt x="17218" y="47528"/>
                  </a:lnTo>
                  <a:lnTo>
                    <a:pt x="17323" y="46639"/>
                  </a:lnTo>
                  <a:lnTo>
                    <a:pt x="17474" y="45756"/>
                  </a:lnTo>
                  <a:lnTo>
                    <a:pt x="17670" y="44878"/>
                  </a:lnTo>
                  <a:lnTo>
                    <a:pt x="17915" y="43997"/>
                  </a:lnTo>
                  <a:lnTo>
                    <a:pt x="18195" y="43120"/>
                  </a:lnTo>
                  <a:lnTo>
                    <a:pt x="18511" y="42249"/>
                  </a:lnTo>
                  <a:lnTo>
                    <a:pt x="18862" y="41383"/>
                  </a:lnTo>
                  <a:lnTo>
                    <a:pt x="19249" y="40521"/>
                  </a:lnTo>
                  <a:lnTo>
                    <a:pt x="19670" y="39665"/>
                  </a:lnTo>
                  <a:lnTo>
                    <a:pt x="20128" y="38814"/>
                  </a:lnTo>
                  <a:lnTo>
                    <a:pt x="20620" y="37968"/>
                  </a:lnTo>
                  <a:lnTo>
                    <a:pt x="21148" y="37127"/>
                  </a:lnTo>
                  <a:lnTo>
                    <a:pt x="21711" y="36291"/>
                  </a:lnTo>
                  <a:lnTo>
                    <a:pt x="22299" y="35462"/>
                  </a:lnTo>
                  <a:lnTo>
                    <a:pt x="22900" y="34641"/>
                  </a:lnTo>
                  <a:lnTo>
                    <a:pt x="23515" y="33828"/>
                  </a:lnTo>
                  <a:lnTo>
                    <a:pt x="24143" y="33024"/>
                  </a:lnTo>
                  <a:lnTo>
                    <a:pt x="24784" y="32229"/>
                  </a:lnTo>
                  <a:lnTo>
                    <a:pt x="25439" y="31441"/>
                  </a:lnTo>
                  <a:lnTo>
                    <a:pt x="26108" y="30663"/>
                  </a:lnTo>
                  <a:lnTo>
                    <a:pt x="26790" y="29892"/>
                  </a:lnTo>
                  <a:lnTo>
                    <a:pt x="27485" y="29130"/>
                  </a:lnTo>
                  <a:lnTo>
                    <a:pt x="28194" y="28377"/>
                  </a:lnTo>
                  <a:lnTo>
                    <a:pt x="38255" y="17980"/>
                  </a:lnTo>
                  <a:lnTo>
                    <a:pt x="35771" y="15496"/>
                  </a:lnTo>
                  <a:lnTo>
                    <a:pt x="35209" y="14946"/>
                  </a:lnTo>
                  <a:lnTo>
                    <a:pt x="34653" y="14425"/>
                  </a:lnTo>
                  <a:lnTo>
                    <a:pt x="34101" y="13933"/>
                  </a:lnTo>
                  <a:lnTo>
                    <a:pt x="33555" y="13469"/>
                  </a:lnTo>
                  <a:lnTo>
                    <a:pt x="33014" y="13033"/>
                  </a:lnTo>
                  <a:lnTo>
                    <a:pt x="32477" y="12627"/>
                  </a:lnTo>
                  <a:lnTo>
                    <a:pt x="31946" y="12249"/>
                  </a:lnTo>
                  <a:lnTo>
                    <a:pt x="31420" y="11899"/>
                  </a:lnTo>
                  <a:lnTo>
                    <a:pt x="30899" y="11579"/>
                  </a:lnTo>
                  <a:lnTo>
                    <a:pt x="30383" y="11286"/>
                  </a:lnTo>
                  <a:lnTo>
                    <a:pt x="29870" y="11022"/>
                  </a:lnTo>
                  <a:lnTo>
                    <a:pt x="29361" y="10786"/>
                  </a:lnTo>
                  <a:lnTo>
                    <a:pt x="28853" y="10578"/>
                  </a:lnTo>
                  <a:lnTo>
                    <a:pt x="28349" y="10397"/>
                  </a:lnTo>
                  <a:lnTo>
                    <a:pt x="27847" y="10245"/>
                  </a:lnTo>
                  <a:lnTo>
                    <a:pt x="27347" y="10120"/>
                  </a:lnTo>
                  <a:lnTo>
                    <a:pt x="26850" y="10022"/>
                  </a:lnTo>
                  <a:lnTo>
                    <a:pt x="26355" y="9953"/>
                  </a:lnTo>
                  <a:lnTo>
                    <a:pt x="25863" y="9911"/>
                  </a:lnTo>
                  <a:lnTo>
                    <a:pt x="25373" y="9897"/>
                  </a:lnTo>
                  <a:lnTo>
                    <a:pt x="24886" y="9910"/>
                  </a:lnTo>
                  <a:lnTo>
                    <a:pt x="24399" y="9949"/>
                  </a:lnTo>
                  <a:lnTo>
                    <a:pt x="23912" y="10015"/>
                  </a:lnTo>
                  <a:lnTo>
                    <a:pt x="23427" y="10106"/>
                  </a:lnTo>
                  <a:lnTo>
                    <a:pt x="22943" y="10224"/>
                  </a:lnTo>
                  <a:lnTo>
                    <a:pt x="22459" y="10367"/>
                  </a:lnTo>
                  <a:lnTo>
                    <a:pt x="21976" y="10537"/>
                  </a:lnTo>
                  <a:lnTo>
                    <a:pt x="21494" y="10732"/>
                  </a:lnTo>
                  <a:lnTo>
                    <a:pt x="21013" y="10954"/>
                  </a:lnTo>
                  <a:lnTo>
                    <a:pt x="20533" y="11202"/>
                  </a:lnTo>
                  <a:lnTo>
                    <a:pt x="20052" y="11459"/>
                  </a:lnTo>
                  <a:lnTo>
                    <a:pt x="19569" y="11741"/>
                  </a:lnTo>
                  <a:lnTo>
                    <a:pt x="19085" y="12048"/>
                  </a:lnTo>
                  <a:lnTo>
                    <a:pt x="18600" y="12381"/>
                  </a:lnTo>
                  <a:lnTo>
                    <a:pt x="18112" y="12739"/>
                  </a:lnTo>
                  <a:lnTo>
                    <a:pt x="17623" y="13122"/>
                  </a:lnTo>
                  <a:lnTo>
                    <a:pt x="17132" y="13530"/>
                  </a:lnTo>
                  <a:lnTo>
                    <a:pt x="16640" y="13964"/>
                  </a:lnTo>
                  <a:lnTo>
                    <a:pt x="16145" y="14422"/>
                  </a:lnTo>
                  <a:lnTo>
                    <a:pt x="15650" y="14907"/>
                  </a:lnTo>
                  <a:lnTo>
                    <a:pt x="15219" y="15344"/>
                  </a:lnTo>
                  <a:lnTo>
                    <a:pt x="14804" y="15779"/>
                  </a:lnTo>
                  <a:lnTo>
                    <a:pt x="14404" y="16212"/>
                  </a:lnTo>
                  <a:lnTo>
                    <a:pt x="14020" y="16644"/>
                  </a:lnTo>
                  <a:lnTo>
                    <a:pt x="13650" y="17074"/>
                  </a:lnTo>
                  <a:lnTo>
                    <a:pt x="13296" y="17503"/>
                  </a:lnTo>
                  <a:lnTo>
                    <a:pt x="12956" y="17930"/>
                  </a:lnTo>
                  <a:lnTo>
                    <a:pt x="12632" y="18355"/>
                  </a:lnTo>
                  <a:lnTo>
                    <a:pt x="12323" y="18778"/>
                  </a:lnTo>
                  <a:lnTo>
                    <a:pt x="12029" y="19200"/>
                  </a:lnTo>
                  <a:lnTo>
                    <a:pt x="11745" y="19614"/>
                  </a:lnTo>
                  <a:lnTo>
                    <a:pt x="11480" y="20029"/>
                  </a:lnTo>
                  <a:lnTo>
                    <a:pt x="11236" y="20445"/>
                  </a:lnTo>
                  <a:lnTo>
                    <a:pt x="11012" y="20864"/>
                  </a:lnTo>
                  <a:lnTo>
                    <a:pt x="10809" y="21284"/>
                  </a:lnTo>
                  <a:lnTo>
                    <a:pt x="10625" y="21706"/>
                  </a:lnTo>
                  <a:lnTo>
                    <a:pt x="10462" y="22129"/>
                  </a:lnTo>
                  <a:lnTo>
                    <a:pt x="10319" y="22554"/>
                  </a:lnTo>
                  <a:lnTo>
                    <a:pt x="10196" y="22981"/>
                  </a:lnTo>
                  <a:lnTo>
                    <a:pt x="10093" y="23410"/>
                  </a:lnTo>
                  <a:lnTo>
                    <a:pt x="10003" y="23832"/>
                  </a:lnTo>
                  <a:lnTo>
                    <a:pt x="9936" y="24257"/>
                  </a:lnTo>
                  <a:lnTo>
                    <a:pt x="9892" y="24684"/>
                  </a:lnTo>
                  <a:lnTo>
                    <a:pt x="9871" y="25114"/>
                  </a:lnTo>
                  <a:lnTo>
                    <a:pt x="9872" y="25546"/>
                  </a:lnTo>
                  <a:lnTo>
                    <a:pt x="9896" y="25981"/>
                  </a:lnTo>
                  <a:lnTo>
                    <a:pt x="9943" y="26418"/>
                  </a:lnTo>
                  <a:lnTo>
                    <a:pt x="10012" y="26858"/>
                  </a:lnTo>
                  <a:lnTo>
                    <a:pt x="10104" y="27301"/>
                  </a:lnTo>
                  <a:lnTo>
                    <a:pt x="10219" y="27746"/>
                  </a:lnTo>
                  <a:lnTo>
                    <a:pt x="10350" y="28185"/>
                  </a:lnTo>
                  <a:lnTo>
                    <a:pt x="10507" y="28630"/>
                  </a:lnTo>
                  <a:lnTo>
                    <a:pt x="10690" y="29078"/>
                  </a:lnTo>
                  <a:lnTo>
                    <a:pt x="10900" y="29530"/>
                  </a:lnTo>
                  <a:lnTo>
                    <a:pt x="11135" y="29987"/>
                  </a:lnTo>
                  <a:lnTo>
                    <a:pt x="11396" y="30448"/>
                  </a:lnTo>
                  <a:lnTo>
                    <a:pt x="11684" y="30913"/>
                  </a:lnTo>
                  <a:lnTo>
                    <a:pt x="11997" y="31383"/>
                  </a:lnTo>
                  <a:lnTo>
                    <a:pt x="12337" y="31856"/>
                  </a:lnTo>
                  <a:lnTo>
                    <a:pt x="12703" y="32334"/>
                  </a:lnTo>
                  <a:lnTo>
                    <a:pt x="4073" y="39532"/>
                  </a:lnTo>
                  <a:lnTo>
                    <a:pt x="3631" y="38906"/>
                  </a:lnTo>
                  <a:lnTo>
                    <a:pt x="3213" y="38274"/>
                  </a:lnTo>
                  <a:lnTo>
                    <a:pt x="2819" y="37637"/>
                  </a:lnTo>
                  <a:lnTo>
                    <a:pt x="2450" y="36993"/>
                  </a:lnTo>
                  <a:lnTo>
                    <a:pt x="2106" y="36343"/>
                  </a:lnTo>
                  <a:lnTo>
                    <a:pt x="1785" y="35688"/>
                  </a:lnTo>
                  <a:lnTo>
                    <a:pt x="1489" y="35027"/>
                  </a:lnTo>
                  <a:lnTo>
                    <a:pt x="1218" y="34360"/>
                  </a:lnTo>
                  <a:lnTo>
                    <a:pt x="971" y="33686"/>
                  </a:lnTo>
                  <a:lnTo>
                    <a:pt x="748" y="33007"/>
                  </a:lnTo>
                  <a:lnTo>
                    <a:pt x="545" y="32314"/>
                  </a:lnTo>
                  <a:lnTo>
                    <a:pt x="374" y="31613"/>
                  </a:lnTo>
                  <a:lnTo>
                    <a:pt x="235" y="30906"/>
                  </a:lnTo>
                  <a:lnTo>
                    <a:pt x="128" y="30192"/>
                  </a:lnTo>
                  <a:lnTo>
                    <a:pt x="53" y="29471"/>
                  </a:lnTo>
                  <a:lnTo>
                    <a:pt x="10" y="28744"/>
                  </a:lnTo>
                  <a:lnTo>
                    <a:pt x="0" y="28010"/>
                  </a:lnTo>
                  <a:lnTo>
                    <a:pt x="21" y="27269"/>
                  </a:lnTo>
                  <a:lnTo>
                    <a:pt x="74" y="26521"/>
                  </a:lnTo>
                  <a:lnTo>
                    <a:pt x="159" y="25767"/>
                  </a:lnTo>
                  <a:lnTo>
                    <a:pt x="286" y="24998"/>
                  </a:lnTo>
                  <a:lnTo>
                    <a:pt x="450" y="24223"/>
                  </a:lnTo>
                  <a:lnTo>
                    <a:pt x="650" y="23442"/>
                  </a:lnTo>
                  <a:lnTo>
                    <a:pt x="886" y="22655"/>
                  </a:lnTo>
                  <a:lnTo>
                    <a:pt x="1158" y="21863"/>
                  </a:lnTo>
                  <a:lnTo>
                    <a:pt x="1467" y="21064"/>
                  </a:lnTo>
                  <a:lnTo>
                    <a:pt x="1812" y="20260"/>
                  </a:lnTo>
                  <a:lnTo>
                    <a:pt x="2193" y="19449"/>
                  </a:lnTo>
                  <a:lnTo>
                    <a:pt x="2610" y="18633"/>
                  </a:lnTo>
                  <a:lnTo>
                    <a:pt x="3063" y="17811"/>
                  </a:lnTo>
                  <a:lnTo>
                    <a:pt x="3557" y="16965"/>
                  </a:lnTo>
                  <a:lnTo>
                    <a:pt x="4097" y="16111"/>
                  </a:lnTo>
                  <a:lnTo>
                    <a:pt x="4682" y="15248"/>
                  </a:lnTo>
                  <a:lnTo>
                    <a:pt x="5313" y="14376"/>
                  </a:lnTo>
                  <a:lnTo>
                    <a:pt x="5989" y="13496"/>
                  </a:lnTo>
                  <a:lnTo>
                    <a:pt x="6710" y="12608"/>
                  </a:lnTo>
                  <a:lnTo>
                    <a:pt x="7477" y="11712"/>
                  </a:lnTo>
                  <a:lnTo>
                    <a:pt x="8290" y="10807"/>
                  </a:lnTo>
                  <a:lnTo>
                    <a:pt x="9148" y="9893"/>
                  </a:lnTo>
                  <a:lnTo>
                    <a:pt x="10051" y="8971"/>
                  </a:lnTo>
                  <a:lnTo>
                    <a:pt x="11765" y="7336"/>
                  </a:lnTo>
                  <a:lnTo>
                    <a:pt x="13474" y="5865"/>
                  </a:lnTo>
                  <a:lnTo>
                    <a:pt x="15177" y="4558"/>
                  </a:lnTo>
                  <a:lnTo>
                    <a:pt x="16874" y="3415"/>
                  </a:lnTo>
                  <a:lnTo>
                    <a:pt x="18565" y="2436"/>
                  </a:lnTo>
                  <a:lnTo>
                    <a:pt x="20250" y="1621"/>
                  </a:lnTo>
                  <a:lnTo>
                    <a:pt x="21929" y="971"/>
                  </a:lnTo>
                  <a:lnTo>
                    <a:pt x="23602" y="485"/>
                  </a:lnTo>
                  <a:lnTo>
                    <a:pt x="25270" y="163"/>
                  </a:lnTo>
                  <a:lnTo>
                    <a:pt x="26931" y="5"/>
                  </a:lnTo>
                  <a:lnTo>
                    <a:pt x="28573" y="0"/>
                  </a:lnTo>
                  <a:lnTo>
                    <a:pt x="30199" y="151"/>
                  </a:lnTo>
                  <a:lnTo>
                    <a:pt x="31809" y="461"/>
                  </a:lnTo>
                  <a:lnTo>
                    <a:pt x="33404" y="928"/>
                  </a:lnTo>
                  <a:lnTo>
                    <a:pt x="34982" y="1552"/>
                  </a:lnTo>
                  <a:lnTo>
                    <a:pt x="36544" y="2334"/>
                  </a:lnTo>
                  <a:lnTo>
                    <a:pt x="38090" y="3273"/>
                  </a:lnTo>
                  <a:lnTo>
                    <a:pt x="39620" y="4369"/>
                  </a:lnTo>
                  <a:lnTo>
                    <a:pt x="41134" y="5623"/>
                  </a:lnTo>
                  <a:lnTo>
                    <a:pt x="42632" y="7035"/>
                  </a:lnTo>
                  <a:lnTo>
                    <a:pt x="62249" y="26651"/>
                  </a:lnTo>
                  <a:lnTo>
                    <a:pt x="62915" y="27299"/>
                  </a:lnTo>
                  <a:lnTo>
                    <a:pt x="63565" y="27897"/>
                  </a:lnTo>
                  <a:lnTo>
                    <a:pt x="64201" y="28444"/>
                  </a:lnTo>
                  <a:lnTo>
                    <a:pt x="64822" y="28941"/>
                  </a:lnTo>
                  <a:lnTo>
                    <a:pt x="65427" y="29387"/>
                  </a:lnTo>
                  <a:lnTo>
                    <a:pt x="66017" y="29783"/>
                  </a:lnTo>
                  <a:lnTo>
                    <a:pt x="66592" y="30128"/>
                  </a:lnTo>
                  <a:lnTo>
                    <a:pt x="67152" y="30423"/>
                  </a:lnTo>
                  <a:lnTo>
                    <a:pt x="67697" y="30667"/>
                  </a:lnTo>
                  <a:lnTo>
                    <a:pt x="68226" y="30861"/>
                  </a:lnTo>
                  <a:lnTo>
                    <a:pt x="68739" y="30988"/>
                  </a:lnTo>
                  <a:lnTo>
                    <a:pt x="69250" y="31049"/>
                  </a:lnTo>
                  <a:lnTo>
                    <a:pt x="69759" y="31045"/>
                  </a:lnTo>
                  <a:lnTo>
                    <a:pt x="70267" y="30975"/>
                  </a:lnTo>
                  <a:lnTo>
                    <a:pt x="70773" y="30840"/>
                  </a:lnTo>
                  <a:lnTo>
                    <a:pt x="71277" y="30638"/>
                  </a:lnTo>
                  <a:lnTo>
                    <a:pt x="71780" y="30371"/>
                  </a:lnTo>
                  <a:lnTo>
                    <a:pt x="72281" y="30039"/>
                  </a:lnTo>
                  <a:lnTo>
                    <a:pt x="72780" y="29641"/>
                  </a:lnTo>
                  <a:lnTo>
                    <a:pt x="73278" y="29177"/>
                  </a:lnTo>
                  <a:lnTo>
                    <a:pt x="73403" y="29050"/>
                  </a:lnTo>
                  <a:lnTo>
                    <a:pt x="73527" y="28921"/>
                  </a:lnTo>
                  <a:lnTo>
                    <a:pt x="73649" y="28790"/>
                  </a:lnTo>
                  <a:lnTo>
                    <a:pt x="73769" y="28658"/>
                  </a:lnTo>
                  <a:lnTo>
                    <a:pt x="73888" y="28524"/>
                  </a:lnTo>
                  <a:lnTo>
                    <a:pt x="74005" y="28389"/>
                  </a:lnTo>
                  <a:lnTo>
                    <a:pt x="74120" y="28252"/>
                  </a:lnTo>
                  <a:lnTo>
                    <a:pt x="74234" y="28113"/>
                  </a:lnTo>
                  <a:lnTo>
                    <a:pt x="74346" y="27972"/>
                  </a:lnTo>
                  <a:lnTo>
                    <a:pt x="74456" y="27830"/>
                  </a:lnTo>
                  <a:lnTo>
                    <a:pt x="74565" y="27687"/>
                  </a:lnTo>
                  <a:lnTo>
                    <a:pt x="74672" y="27543"/>
                  </a:lnTo>
                  <a:lnTo>
                    <a:pt x="74777" y="27400"/>
                  </a:lnTo>
                  <a:lnTo>
                    <a:pt x="74881" y="27257"/>
                  </a:lnTo>
                  <a:lnTo>
                    <a:pt x="74982" y="27114"/>
                  </a:lnTo>
                  <a:lnTo>
                    <a:pt x="75083" y="26971"/>
                  </a:lnTo>
                  <a:lnTo>
                    <a:pt x="75181" y="26828"/>
                  </a:lnTo>
                  <a:lnTo>
                    <a:pt x="75278" y="26685"/>
                  </a:lnTo>
                  <a:lnTo>
                    <a:pt x="75373" y="26542"/>
                  </a:lnTo>
                  <a:lnTo>
                    <a:pt x="75466" y="26399"/>
                  </a:lnTo>
                  <a:lnTo>
                    <a:pt x="80181" y="31113"/>
                  </a:lnTo>
                  <a:lnTo>
                    <a:pt x="79961" y="31465"/>
                  </a:lnTo>
                  <a:lnTo>
                    <a:pt x="79737" y="31814"/>
                  </a:lnTo>
                  <a:lnTo>
                    <a:pt x="79509" y="32159"/>
                  </a:lnTo>
                  <a:lnTo>
                    <a:pt x="79279" y="32501"/>
                  </a:lnTo>
                  <a:lnTo>
                    <a:pt x="79045" y="32839"/>
                  </a:lnTo>
                  <a:lnTo>
                    <a:pt x="78807" y="33174"/>
                  </a:lnTo>
                  <a:lnTo>
                    <a:pt x="78566" y="33506"/>
                  </a:lnTo>
                  <a:lnTo>
                    <a:pt x="78322" y="33834"/>
                  </a:lnTo>
                  <a:lnTo>
                    <a:pt x="78075" y="34159"/>
                  </a:lnTo>
                  <a:lnTo>
                    <a:pt x="77824" y="34481"/>
                  </a:lnTo>
                  <a:lnTo>
                    <a:pt x="77576" y="34793"/>
                  </a:lnTo>
                  <a:lnTo>
                    <a:pt x="77320" y="35105"/>
                  </a:lnTo>
                  <a:lnTo>
                    <a:pt x="77057" y="35419"/>
                  </a:lnTo>
                  <a:lnTo>
                    <a:pt x="76787" y="35733"/>
                  </a:lnTo>
                  <a:lnTo>
                    <a:pt x="76508" y="36049"/>
                  </a:lnTo>
                  <a:lnTo>
                    <a:pt x="76223" y="36365"/>
                  </a:lnTo>
                  <a:lnTo>
                    <a:pt x="75929" y="36682"/>
                  </a:lnTo>
                  <a:lnTo>
                    <a:pt x="75628" y="37000"/>
                  </a:lnTo>
                  <a:lnTo>
                    <a:pt x="75320" y="37318"/>
                  </a:lnTo>
                  <a:lnTo>
                    <a:pt x="75003" y="37638"/>
                  </a:lnTo>
                  <a:lnTo>
                    <a:pt x="74574" y="38056"/>
                  </a:lnTo>
                  <a:lnTo>
                    <a:pt x="74146" y="38451"/>
                  </a:lnTo>
                  <a:lnTo>
                    <a:pt x="73719" y="38824"/>
                  </a:lnTo>
                  <a:lnTo>
                    <a:pt x="73293" y="39173"/>
                  </a:lnTo>
                  <a:lnTo>
                    <a:pt x="72867" y="39501"/>
                  </a:lnTo>
                  <a:lnTo>
                    <a:pt x="72442" y="39805"/>
                  </a:lnTo>
                  <a:lnTo>
                    <a:pt x="72018" y="40087"/>
                  </a:lnTo>
                  <a:lnTo>
                    <a:pt x="71595" y="40345"/>
                  </a:lnTo>
                  <a:lnTo>
                    <a:pt x="71173" y="40582"/>
                  </a:lnTo>
                  <a:lnTo>
                    <a:pt x="70752" y="40795"/>
                  </a:lnTo>
                  <a:lnTo>
                    <a:pt x="70331" y="40969"/>
                  </a:lnTo>
                  <a:lnTo>
                    <a:pt x="69910" y="41122"/>
                  </a:lnTo>
                  <a:lnTo>
                    <a:pt x="69489" y="41252"/>
                  </a:lnTo>
                  <a:lnTo>
                    <a:pt x="69068" y="41361"/>
                  </a:lnTo>
                  <a:lnTo>
                    <a:pt x="68647" y="41447"/>
                  </a:lnTo>
                  <a:lnTo>
                    <a:pt x="68226" y="41512"/>
                  </a:lnTo>
                  <a:lnTo>
                    <a:pt x="67805" y="41555"/>
                  </a:lnTo>
                  <a:lnTo>
                    <a:pt x="67384" y="41576"/>
                  </a:lnTo>
                  <a:lnTo>
                    <a:pt x="66963" y="41575"/>
                  </a:lnTo>
                  <a:lnTo>
                    <a:pt x="66542" y="41553"/>
                  </a:lnTo>
                  <a:lnTo>
                    <a:pt x="66113" y="41501"/>
                  </a:lnTo>
                  <a:lnTo>
                    <a:pt x="65682" y="41430"/>
                  </a:lnTo>
                  <a:lnTo>
                    <a:pt x="65250" y="41339"/>
                  </a:lnTo>
                  <a:lnTo>
                    <a:pt x="64818" y="41229"/>
                  </a:lnTo>
                  <a:lnTo>
                    <a:pt x="64385" y="41100"/>
                  </a:lnTo>
                  <a:lnTo>
                    <a:pt x="63951" y="40952"/>
                  </a:lnTo>
                  <a:lnTo>
                    <a:pt x="63516" y="40784"/>
                  </a:lnTo>
                  <a:lnTo>
                    <a:pt x="63080" y="40596"/>
                  </a:lnTo>
                  <a:lnTo>
                    <a:pt x="62644" y="40390"/>
                  </a:lnTo>
                  <a:lnTo>
                    <a:pt x="62207" y="40164"/>
                  </a:lnTo>
                  <a:lnTo>
                    <a:pt x="61759" y="39910"/>
                  </a:lnTo>
                  <a:lnTo>
                    <a:pt x="61307" y="39638"/>
                  </a:lnTo>
                  <a:lnTo>
                    <a:pt x="60853" y="39348"/>
                  </a:lnTo>
                  <a:lnTo>
                    <a:pt x="60395" y="39039"/>
                  </a:lnTo>
                  <a:lnTo>
                    <a:pt x="59933" y="38711"/>
                  </a:lnTo>
                  <a:lnTo>
                    <a:pt x="59469" y="38365"/>
                  </a:lnTo>
                  <a:lnTo>
                    <a:pt x="59001" y="38001"/>
                  </a:lnTo>
                  <a:lnTo>
                    <a:pt x="58529" y="37618"/>
                  </a:lnTo>
                  <a:lnTo>
                    <a:pt x="58054" y="37216"/>
                  </a:lnTo>
                  <a:lnTo>
                    <a:pt x="57576" y="36796"/>
                  </a:lnTo>
                  <a:lnTo>
                    <a:pt x="57324" y="37049"/>
                  </a:lnTo>
                  <a:lnTo>
                    <a:pt x="57510" y="37729"/>
                  </a:lnTo>
                  <a:lnTo>
                    <a:pt x="57684" y="38406"/>
                  </a:lnTo>
                  <a:lnTo>
                    <a:pt x="57844" y="39079"/>
                  </a:lnTo>
                  <a:lnTo>
                    <a:pt x="57990" y="39749"/>
                  </a:lnTo>
                  <a:lnTo>
                    <a:pt x="58123" y="40416"/>
                  </a:lnTo>
                  <a:lnTo>
                    <a:pt x="58243" y="41080"/>
                  </a:lnTo>
                  <a:lnTo>
                    <a:pt x="58349" y="41740"/>
                  </a:lnTo>
                  <a:lnTo>
                    <a:pt x="58442" y="42396"/>
                  </a:lnTo>
                  <a:lnTo>
                    <a:pt x="58521" y="43050"/>
                  </a:lnTo>
                  <a:lnTo>
                    <a:pt x="58586" y="43700"/>
                  </a:lnTo>
                  <a:lnTo>
                    <a:pt x="58644" y="44339"/>
                  </a:lnTo>
                  <a:lnTo>
                    <a:pt x="58681" y="44979"/>
                  </a:lnTo>
                  <a:lnTo>
                    <a:pt x="58698" y="45619"/>
                  </a:lnTo>
                  <a:lnTo>
                    <a:pt x="58694" y="46259"/>
                  </a:lnTo>
                  <a:lnTo>
                    <a:pt x="58671" y="46899"/>
                  </a:lnTo>
                  <a:lnTo>
                    <a:pt x="58627" y="47539"/>
                  </a:lnTo>
                  <a:lnTo>
                    <a:pt x="58563" y="48178"/>
                  </a:lnTo>
                  <a:lnTo>
                    <a:pt x="58479" y="48818"/>
                  </a:lnTo>
                  <a:lnTo>
                    <a:pt x="58374" y="49458"/>
                  </a:lnTo>
                  <a:lnTo>
                    <a:pt x="58250" y="50098"/>
                  </a:lnTo>
                  <a:lnTo>
                    <a:pt x="58096" y="50729"/>
                  </a:lnTo>
                  <a:lnTo>
                    <a:pt x="57920" y="51361"/>
                  </a:lnTo>
                  <a:lnTo>
                    <a:pt x="57722" y="51992"/>
                  </a:lnTo>
                  <a:lnTo>
                    <a:pt x="57502" y="52624"/>
                  </a:lnTo>
                  <a:lnTo>
                    <a:pt x="57260" y="53255"/>
                  </a:lnTo>
                  <a:lnTo>
                    <a:pt x="56997" y="53887"/>
                  </a:lnTo>
                  <a:lnTo>
                    <a:pt x="56712" y="54518"/>
                  </a:lnTo>
                  <a:lnTo>
                    <a:pt x="56404" y="55149"/>
                  </a:lnTo>
                  <a:lnTo>
                    <a:pt x="56075" y="55781"/>
                  </a:lnTo>
                  <a:lnTo>
                    <a:pt x="55724" y="56412"/>
                  </a:lnTo>
                  <a:lnTo>
                    <a:pt x="55356" y="57036"/>
                  </a:lnTo>
                  <a:lnTo>
                    <a:pt x="54960" y="57662"/>
                  </a:lnTo>
                  <a:lnTo>
                    <a:pt x="54534" y="58289"/>
                  </a:lnTo>
                  <a:lnTo>
                    <a:pt x="54081" y="58918"/>
                  </a:lnTo>
                  <a:lnTo>
                    <a:pt x="53598" y="59548"/>
                  </a:lnTo>
                  <a:lnTo>
                    <a:pt x="53087" y="60181"/>
                  </a:lnTo>
                  <a:lnTo>
                    <a:pt x="52547" y="60814"/>
                  </a:lnTo>
                  <a:lnTo>
                    <a:pt x="51979" y="61450"/>
                  </a:lnTo>
                  <a:lnTo>
                    <a:pt x="51382" y="62087"/>
                  </a:lnTo>
                  <a:close/>
                  <a:moveTo>
                    <a:pt x="46800" y="55318"/>
                  </a:moveTo>
                  <a:lnTo>
                    <a:pt x="47502" y="54590"/>
                  </a:lnTo>
                  <a:lnTo>
                    <a:pt x="48159" y="53855"/>
                  </a:lnTo>
                  <a:lnTo>
                    <a:pt x="48771" y="53112"/>
                  </a:lnTo>
                  <a:lnTo>
                    <a:pt x="49339" y="52361"/>
                  </a:lnTo>
                  <a:lnTo>
                    <a:pt x="49862" y="51603"/>
                  </a:lnTo>
                  <a:lnTo>
                    <a:pt x="50341" y="50837"/>
                  </a:lnTo>
                  <a:lnTo>
                    <a:pt x="50775" y="50064"/>
                  </a:lnTo>
                  <a:lnTo>
                    <a:pt x="51164" y="49283"/>
                  </a:lnTo>
                  <a:lnTo>
                    <a:pt x="51509" y="48495"/>
                  </a:lnTo>
                  <a:lnTo>
                    <a:pt x="51809" y="47699"/>
                  </a:lnTo>
                  <a:lnTo>
                    <a:pt x="52070" y="46884"/>
                  </a:lnTo>
                  <a:lnTo>
                    <a:pt x="52297" y="46075"/>
                  </a:lnTo>
                  <a:lnTo>
                    <a:pt x="52491" y="45271"/>
                  </a:lnTo>
                  <a:lnTo>
                    <a:pt x="52651" y="44472"/>
                  </a:lnTo>
                  <a:lnTo>
                    <a:pt x="52777" y="43678"/>
                  </a:lnTo>
                  <a:lnTo>
                    <a:pt x="52870" y="42890"/>
                  </a:lnTo>
                  <a:lnTo>
                    <a:pt x="52929" y="42106"/>
                  </a:lnTo>
                  <a:lnTo>
                    <a:pt x="52954" y="41327"/>
                  </a:lnTo>
                  <a:lnTo>
                    <a:pt x="52946" y="40553"/>
                  </a:lnTo>
                  <a:lnTo>
                    <a:pt x="52904" y="39785"/>
                  </a:lnTo>
                  <a:lnTo>
                    <a:pt x="52840" y="39016"/>
                  </a:lnTo>
                  <a:lnTo>
                    <a:pt x="52750" y="38257"/>
                  </a:lnTo>
                  <a:lnTo>
                    <a:pt x="52635" y="37510"/>
                  </a:lnTo>
                  <a:lnTo>
                    <a:pt x="52493" y="36774"/>
                  </a:lnTo>
                  <a:lnTo>
                    <a:pt x="52325" y="36049"/>
                  </a:lnTo>
                  <a:lnTo>
                    <a:pt x="52131" y="35334"/>
                  </a:lnTo>
                  <a:lnTo>
                    <a:pt x="51911" y="34631"/>
                  </a:lnTo>
                  <a:lnTo>
                    <a:pt x="51664" y="33939"/>
                  </a:lnTo>
                  <a:lnTo>
                    <a:pt x="51392" y="33257"/>
                  </a:lnTo>
                  <a:lnTo>
                    <a:pt x="51094" y="32586"/>
                  </a:lnTo>
                  <a:lnTo>
                    <a:pt x="50775" y="31932"/>
                  </a:lnTo>
                  <a:lnTo>
                    <a:pt x="50444" y="31300"/>
                  </a:lnTo>
                  <a:lnTo>
                    <a:pt x="50098" y="30690"/>
                  </a:lnTo>
                  <a:lnTo>
                    <a:pt x="49740" y="30101"/>
                  </a:lnTo>
                  <a:lnTo>
                    <a:pt x="49368" y="29535"/>
                  </a:lnTo>
                  <a:lnTo>
                    <a:pt x="48982" y="28990"/>
                  </a:lnTo>
                  <a:lnTo>
                    <a:pt x="48583" y="28467"/>
                  </a:lnTo>
                  <a:lnTo>
                    <a:pt x="48170" y="27966"/>
                  </a:lnTo>
                  <a:lnTo>
                    <a:pt x="47744" y="27487"/>
                  </a:lnTo>
                  <a:lnTo>
                    <a:pt x="47305" y="27030"/>
                  </a:lnTo>
                  <a:lnTo>
                    <a:pt x="43559" y="23283"/>
                  </a:lnTo>
                  <a:lnTo>
                    <a:pt x="35434" y="31745"/>
                  </a:lnTo>
                  <a:lnTo>
                    <a:pt x="34893" y="32309"/>
                  </a:lnTo>
                  <a:lnTo>
                    <a:pt x="34363" y="32876"/>
                  </a:lnTo>
                  <a:lnTo>
                    <a:pt x="33846" y="33444"/>
                  </a:lnTo>
                  <a:lnTo>
                    <a:pt x="33340" y="34014"/>
                  </a:lnTo>
                  <a:lnTo>
                    <a:pt x="32845" y="34586"/>
                  </a:lnTo>
                  <a:lnTo>
                    <a:pt x="32363" y="35159"/>
                  </a:lnTo>
                  <a:lnTo>
                    <a:pt x="31892" y="35734"/>
                  </a:lnTo>
                  <a:lnTo>
                    <a:pt x="31433" y="36311"/>
                  </a:lnTo>
                  <a:lnTo>
                    <a:pt x="30986" y="36889"/>
                  </a:lnTo>
                  <a:lnTo>
                    <a:pt x="30551" y="37469"/>
                  </a:lnTo>
                  <a:lnTo>
                    <a:pt x="30135" y="38035"/>
                  </a:lnTo>
                  <a:lnTo>
                    <a:pt x="29745" y="38603"/>
                  </a:lnTo>
                  <a:lnTo>
                    <a:pt x="29381" y="39173"/>
                  </a:lnTo>
                  <a:lnTo>
                    <a:pt x="29042" y="39746"/>
                  </a:lnTo>
                  <a:lnTo>
                    <a:pt x="28731" y="40321"/>
                  </a:lnTo>
                  <a:lnTo>
                    <a:pt x="28445" y="40899"/>
                  </a:lnTo>
                  <a:lnTo>
                    <a:pt x="28185" y="41480"/>
                  </a:lnTo>
                  <a:lnTo>
                    <a:pt x="27951" y="42063"/>
                  </a:lnTo>
                  <a:lnTo>
                    <a:pt x="27744" y="42648"/>
                  </a:lnTo>
                  <a:lnTo>
                    <a:pt x="27562" y="43236"/>
                  </a:lnTo>
                  <a:lnTo>
                    <a:pt x="27410" y="43827"/>
                  </a:lnTo>
                  <a:lnTo>
                    <a:pt x="27290" y="44419"/>
                  </a:lnTo>
                  <a:lnTo>
                    <a:pt x="27201" y="45012"/>
                  </a:lnTo>
                  <a:lnTo>
                    <a:pt x="27145" y="45607"/>
                  </a:lnTo>
                  <a:lnTo>
                    <a:pt x="27120" y="46204"/>
                  </a:lnTo>
                  <a:lnTo>
                    <a:pt x="27128" y="46803"/>
                  </a:lnTo>
                  <a:lnTo>
                    <a:pt x="27168" y="47403"/>
                  </a:lnTo>
                  <a:lnTo>
                    <a:pt x="27239" y="48005"/>
                  </a:lnTo>
                  <a:lnTo>
                    <a:pt x="27343" y="48609"/>
                  </a:lnTo>
                  <a:lnTo>
                    <a:pt x="27478" y="49214"/>
                  </a:lnTo>
                  <a:lnTo>
                    <a:pt x="27661" y="49813"/>
                  </a:lnTo>
                  <a:lnTo>
                    <a:pt x="27889" y="50413"/>
                  </a:lnTo>
                  <a:lnTo>
                    <a:pt x="28163" y="51015"/>
                  </a:lnTo>
                  <a:lnTo>
                    <a:pt x="28482" y="51618"/>
                  </a:lnTo>
                  <a:lnTo>
                    <a:pt x="28846" y="52224"/>
                  </a:lnTo>
                  <a:lnTo>
                    <a:pt x="29256" y="52831"/>
                  </a:lnTo>
                  <a:lnTo>
                    <a:pt x="29712" y="53439"/>
                  </a:lnTo>
                  <a:lnTo>
                    <a:pt x="30213" y="54050"/>
                  </a:lnTo>
                  <a:lnTo>
                    <a:pt x="30759" y="54662"/>
                  </a:lnTo>
                  <a:lnTo>
                    <a:pt x="31351" y="55276"/>
                  </a:lnTo>
                  <a:lnTo>
                    <a:pt x="32095" y="55980"/>
                  </a:lnTo>
                  <a:lnTo>
                    <a:pt x="32845" y="56611"/>
                  </a:lnTo>
                  <a:lnTo>
                    <a:pt x="33600" y="57169"/>
                  </a:lnTo>
                  <a:lnTo>
                    <a:pt x="34362" y="57653"/>
                  </a:lnTo>
                  <a:lnTo>
                    <a:pt x="35129" y="58064"/>
                  </a:lnTo>
                  <a:lnTo>
                    <a:pt x="35902" y="58402"/>
                  </a:lnTo>
                  <a:lnTo>
                    <a:pt x="36681" y="58667"/>
                  </a:lnTo>
                  <a:lnTo>
                    <a:pt x="37467" y="58859"/>
                  </a:lnTo>
                  <a:lnTo>
                    <a:pt x="38257" y="58977"/>
                  </a:lnTo>
                  <a:lnTo>
                    <a:pt x="39054" y="59022"/>
                  </a:lnTo>
                  <a:lnTo>
                    <a:pt x="39859" y="58985"/>
                  </a:lnTo>
                  <a:lnTo>
                    <a:pt x="40657" y="58874"/>
                  </a:lnTo>
                  <a:lnTo>
                    <a:pt x="41449" y="58689"/>
                  </a:lnTo>
                  <a:lnTo>
                    <a:pt x="42233" y="58429"/>
                  </a:lnTo>
                  <a:lnTo>
                    <a:pt x="43011" y="58096"/>
                  </a:lnTo>
                  <a:lnTo>
                    <a:pt x="43782" y="57689"/>
                  </a:lnTo>
                  <a:lnTo>
                    <a:pt x="44547" y="57207"/>
                  </a:lnTo>
                  <a:lnTo>
                    <a:pt x="45305" y="56651"/>
                  </a:lnTo>
                  <a:lnTo>
                    <a:pt x="46056" y="5602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h96"/>
            <p:cNvSpPr/>
            <p:nvPr/>
          </p:nvSpPr>
          <p:spPr>
            <a:xfrm>
              <a:off x="6818451" y="6013270"/>
              <a:ext cx="53376" cy="67267"/>
            </a:xfrm>
            <a:custGeom>
              <a:avLst/>
              <a:pathLst>
                <a:path w="53376" h="67267">
                  <a:moveTo>
                    <a:pt x="45799" y="67267"/>
                  </a:moveTo>
                  <a:lnTo>
                    <a:pt x="10860" y="32328"/>
                  </a:lnTo>
                  <a:lnTo>
                    <a:pt x="10573" y="32042"/>
                  </a:lnTo>
                  <a:lnTo>
                    <a:pt x="10284" y="31756"/>
                  </a:lnTo>
                  <a:lnTo>
                    <a:pt x="9994" y="31470"/>
                  </a:lnTo>
                  <a:lnTo>
                    <a:pt x="9702" y="31183"/>
                  </a:lnTo>
                  <a:lnTo>
                    <a:pt x="9408" y="30897"/>
                  </a:lnTo>
                  <a:lnTo>
                    <a:pt x="9112" y="30611"/>
                  </a:lnTo>
                  <a:lnTo>
                    <a:pt x="8815" y="30325"/>
                  </a:lnTo>
                  <a:lnTo>
                    <a:pt x="8516" y="30038"/>
                  </a:lnTo>
                  <a:lnTo>
                    <a:pt x="8216" y="29752"/>
                  </a:lnTo>
                  <a:lnTo>
                    <a:pt x="7913" y="29466"/>
                  </a:lnTo>
                  <a:lnTo>
                    <a:pt x="7611" y="29165"/>
                  </a:lnTo>
                  <a:lnTo>
                    <a:pt x="7311" y="28867"/>
                  </a:lnTo>
                  <a:lnTo>
                    <a:pt x="7012" y="28572"/>
                  </a:lnTo>
                  <a:lnTo>
                    <a:pt x="6714" y="28281"/>
                  </a:lnTo>
                  <a:lnTo>
                    <a:pt x="6419" y="27993"/>
                  </a:lnTo>
                  <a:lnTo>
                    <a:pt x="6125" y="27708"/>
                  </a:lnTo>
                  <a:lnTo>
                    <a:pt x="5833" y="27427"/>
                  </a:lnTo>
                  <a:lnTo>
                    <a:pt x="5543" y="27149"/>
                  </a:lnTo>
                  <a:lnTo>
                    <a:pt x="5254" y="26875"/>
                  </a:lnTo>
                  <a:lnTo>
                    <a:pt x="4967" y="26604"/>
                  </a:lnTo>
                  <a:lnTo>
                    <a:pt x="4682" y="26336"/>
                  </a:lnTo>
                  <a:lnTo>
                    <a:pt x="4401" y="26071"/>
                  </a:lnTo>
                  <a:lnTo>
                    <a:pt x="4123" y="25810"/>
                  </a:lnTo>
                  <a:lnTo>
                    <a:pt x="3849" y="25553"/>
                  </a:lnTo>
                  <a:lnTo>
                    <a:pt x="3578" y="25299"/>
                  </a:lnTo>
                  <a:lnTo>
                    <a:pt x="3310" y="25048"/>
                  </a:lnTo>
                  <a:lnTo>
                    <a:pt x="3045" y="24800"/>
                  </a:lnTo>
                  <a:lnTo>
                    <a:pt x="2785" y="24556"/>
                  </a:lnTo>
                  <a:lnTo>
                    <a:pt x="2527" y="24315"/>
                  </a:lnTo>
                  <a:lnTo>
                    <a:pt x="2273" y="24078"/>
                  </a:lnTo>
                  <a:lnTo>
                    <a:pt x="2023" y="23845"/>
                  </a:lnTo>
                  <a:lnTo>
                    <a:pt x="1778" y="23616"/>
                  </a:lnTo>
                  <a:lnTo>
                    <a:pt x="1538" y="23393"/>
                  </a:lnTo>
                  <a:lnTo>
                    <a:pt x="1303" y="23175"/>
                  </a:lnTo>
                  <a:lnTo>
                    <a:pt x="1073" y="22962"/>
                  </a:lnTo>
                  <a:lnTo>
                    <a:pt x="848" y="22754"/>
                  </a:lnTo>
                  <a:lnTo>
                    <a:pt x="628" y="22551"/>
                  </a:lnTo>
                  <a:lnTo>
                    <a:pt x="414" y="22354"/>
                  </a:lnTo>
                  <a:lnTo>
                    <a:pt x="204" y="22161"/>
                  </a:lnTo>
                  <a:lnTo>
                    <a:pt x="0" y="21973"/>
                  </a:lnTo>
                  <a:lnTo>
                    <a:pt x="7156" y="14817"/>
                  </a:lnTo>
                  <a:lnTo>
                    <a:pt x="7361" y="15005"/>
                  </a:lnTo>
                  <a:lnTo>
                    <a:pt x="7572" y="15199"/>
                  </a:lnTo>
                  <a:lnTo>
                    <a:pt x="7788" y="15399"/>
                  </a:lnTo>
                  <a:lnTo>
                    <a:pt x="8011" y="15605"/>
                  </a:lnTo>
                  <a:lnTo>
                    <a:pt x="8240" y="15817"/>
                  </a:lnTo>
                  <a:lnTo>
                    <a:pt x="8474" y="16034"/>
                  </a:lnTo>
                  <a:lnTo>
                    <a:pt x="8714" y="16258"/>
                  </a:lnTo>
                  <a:lnTo>
                    <a:pt x="8961" y="16487"/>
                  </a:lnTo>
                  <a:lnTo>
                    <a:pt x="9213" y="16723"/>
                  </a:lnTo>
                  <a:lnTo>
                    <a:pt x="9471" y="16964"/>
                  </a:lnTo>
                  <a:lnTo>
                    <a:pt x="9732" y="17192"/>
                  </a:lnTo>
                  <a:lnTo>
                    <a:pt x="9995" y="17423"/>
                  </a:lnTo>
                  <a:lnTo>
                    <a:pt x="10258" y="17657"/>
                  </a:lnTo>
                  <a:lnTo>
                    <a:pt x="10522" y="17893"/>
                  </a:lnTo>
                  <a:lnTo>
                    <a:pt x="10786" y="18132"/>
                  </a:lnTo>
                  <a:lnTo>
                    <a:pt x="11052" y="18373"/>
                  </a:lnTo>
                  <a:lnTo>
                    <a:pt x="11318" y="18617"/>
                  </a:lnTo>
                  <a:lnTo>
                    <a:pt x="11586" y="18863"/>
                  </a:lnTo>
                  <a:lnTo>
                    <a:pt x="11854" y="19112"/>
                  </a:lnTo>
                  <a:lnTo>
                    <a:pt x="12123" y="19363"/>
                  </a:lnTo>
                  <a:lnTo>
                    <a:pt x="12399" y="19607"/>
                  </a:lnTo>
                  <a:lnTo>
                    <a:pt x="12672" y="19851"/>
                  </a:lnTo>
                  <a:lnTo>
                    <a:pt x="12941" y="20096"/>
                  </a:lnTo>
                  <a:lnTo>
                    <a:pt x="13207" y="20340"/>
                  </a:lnTo>
                  <a:lnTo>
                    <a:pt x="13470" y="20584"/>
                  </a:lnTo>
                  <a:lnTo>
                    <a:pt x="13729" y="20828"/>
                  </a:lnTo>
                  <a:lnTo>
                    <a:pt x="13985" y="21072"/>
                  </a:lnTo>
                  <a:lnTo>
                    <a:pt x="14238" y="21316"/>
                  </a:lnTo>
                  <a:lnTo>
                    <a:pt x="14487" y="21561"/>
                  </a:lnTo>
                  <a:lnTo>
                    <a:pt x="14733" y="21805"/>
                  </a:lnTo>
                  <a:lnTo>
                    <a:pt x="14973" y="22029"/>
                  </a:lnTo>
                  <a:lnTo>
                    <a:pt x="15206" y="22248"/>
                  </a:lnTo>
                  <a:lnTo>
                    <a:pt x="15431" y="22460"/>
                  </a:lnTo>
                  <a:lnTo>
                    <a:pt x="15649" y="22667"/>
                  </a:lnTo>
                  <a:lnTo>
                    <a:pt x="15859" y="22868"/>
                  </a:lnTo>
                  <a:lnTo>
                    <a:pt x="16061" y="23062"/>
                  </a:lnTo>
                  <a:lnTo>
                    <a:pt x="16256" y="23251"/>
                  </a:lnTo>
                  <a:lnTo>
                    <a:pt x="16443" y="23435"/>
                  </a:lnTo>
                  <a:lnTo>
                    <a:pt x="16623" y="23612"/>
                  </a:lnTo>
                  <a:lnTo>
                    <a:pt x="16795" y="23783"/>
                  </a:lnTo>
                  <a:lnTo>
                    <a:pt x="16964" y="23615"/>
                  </a:lnTo>
                  <a:lnTo>
                    <a:pt x="16610" y="22939"/>
                  </a:lnTo>
                  <a:lnTo>
                    <a:pt x="16272" y="22276"/>
                  </a:lnTo>
                  <a:lnTo>
                    <a:pt x="15950" y="21626"/>
                  </a:lnTo>
                  <a:lnTo>
                    <a:pt x="15644" y="20988"/>
                  </a:lnTo>
                  <a:lnTo>
                    <a:pt x="15354" y="20363"/>
                  </a:lnTo>
                  <a:lnTo>
                    <a:pt x="15080" y="19750"/>
                  </a:lnTo>
                  <a:lnTo>
                    <a:pt x="14822" y="19151"/>
                  </a:lnTo>
                  <a:lnTo>
                    <a:pt x="14580" y="18563"/>
                  </a:lnTo>
                  <a:lnTo>
                    <a:pt x="14353" y="17989"/>
                  </a:lnTo>
                  <a:lnTo>
                    <a:pt x="14143" y="17427"/>
                  </a:lnTo>
                  <a:lnTo>
                    <a:pt x="13951" y="16859"/>
                  </a:lnTo>
                  <a:lnTo>
                    <a:pt x="13780" y="16299"/>
                  </a:lnTo>
                  <a:lnTo>
                    <a:pt x="13628" y="15747"/>
                  </a:lnTo>
                  <a:lnTo>
                    <a:pt x="13497" y="15204"/>
                  </a:lnTo>
                  <a:lnTo>
                    <a:pt x="13386" y="14670"/>
                  </a:lnTo>
                  <a:lnTo>
                    <a:pt x="13295" y="14143"/>
                  </a:lnTo>
                  <a:lnTo>
                    <a:pt x="13224" y="13626"/>
                  </a:lnTo>
                  <a:lnTo>
                    <a:pt x="13174" y="13116"/>
                  </a:lnTo>
                  <a:lnTo>
                    <a:pt x="13143" y="12615"/>
                  </a:lnTo>
                  <a:lnTo>
                    <a:pt x="13133" y="12123"/>
                  </a:lnTo>
                  <a:lnTo>
                    <a:pt x="13136" y="11628"/>
                  </a:lnTo>
                  <a:lnTo>
                    <a:pt x="13162" y="11138"/>
                  </a:lnTo>
                  <a:lnTo>
                    <a:pt x="13210" y="10652"/>
                  </a:lnTo>
                  <a:lnTo>
                    <a:pt x="13281" y="10170"/>
                  </a:lnTo>
                  <a:lnTo>
                    <a:pt x="13375" y="9692"/>
                  </a:lnTo>
                  <a:lnTo>
                    <a:pt x="13492" y="9218"/>
                  </a:lnTo>
                  <a:lnTo>
                    <a:pt x="13631" y="8749"/>
                  </a:lnTo>
                  <a:lnTo>
                    <a:pt x="13793" y="8284"/>
                  </a:lnTo>
                  <a:lnTo>
                    <a:pt x="13978" y="7823"/>
                  </a:lnTo>
                  <a:lnTo>
                    <a:pt x="14185" y="7366"/>
                  </a:lnTo>
                  <a:lnTo>
                    <a:pt x="14409" y="6902"/>
                  </a:lnTo>
                  <a:lnTo>
                    <a:pt x="14660" y="6437"/>
                  </a:lnTo>
                  <a:lnTo>
                    <a:pt x="14938" y="5969"/>
                  </a:lnTo>
                  <a:lnTo>
                    <a:pt x="15243" y="5500"/>
                  </a:lnTo>
                  <a:lnTo>
                    <a:pt x="15575" y="5030"/>
                  </a:lnTo>
                  <a:lnTo>
                    <a:pt x="15933" y="4558"/>
                  </a:lnTo>
                  <a:lnTo>
                    <a:pt x="16319" y="4084"/>
                  </a:lnTo>
                  <a:lnTo>
                    <a:pt x="16731" y="3608"/>
                  </a:lnTo>
                  <a:lnTo>
                    <a:pt x="17171" y="3131"/>
                  </a:lnTo>
                  <a:lnTo>
                    <a:pt x="17637" y="2651"/>
                  </a:lnTo>
                  <a:lnTo>
                    <a:pt x="17823" y="2469"/>
                  </a:lnTo>
                  <a:lnTo>
                    <a:pt x="18011" y="2291"/>
                  </a:lnTo>
                  <a:lnTo>
                    <a:pt x="18201" y="2119"/>
                  </a:lnTo>
                  <a:lnTo>
                    <a:pt x="18392" y="1951"/>
                  </a:lnTo>
                  <a:lnTo>
                    <a:pt x="18584" y="1789"/>
                  </a:lnTo>
                  <a:lnTo>
                    <a:pt x="18779" y="1631"/>
                  </a:lnTo>
                  <a:lnTo>
                    <a:pt x="18975" y="1479"/>
                  </a:lnTo>
                  <a:lnTo>
                    <a:pt x="19173" y="1331"/>
                  </a:lnTo>
                  <a:lnTo>
                    <a:pt x="19372" y="1189"/>
                  </a:lnTo>
                  <a:lnTo>
                    <a:pt x="19574" y="1052"/>
                  </a:lnTo>
                  <a:lnTo>
                    <a:pt x="19764" y="913"/>
                  </a:lnTo>
                  <a:lnTo>
                    <a:pt x="19946" y="781"/>
                  </a:lnTo>
                  <a:lnTo>
                    <a:pt x="20120" y="657"/>
                  </a:lnTo>
                  <a:lnTo>
                    <a:pt x="20288" y="540"/>
                  </a:lnTo>
                  <a:lnTo>
                    <a:pt x="20447" y="431"/>
                  </a:lnTo>
                  <a:lnTo>
                    <a:pt x="20599" y="330"/>
                  </a:lnTo>
                  <a:lnTo>
                    <a:pt x="20743" y="236"/>
                  </a:lnTo>
                  <a:lnTo>
                    <a:pt x="20880" y="149"/>
                  </a:lnTo>
                  <a:lnTo>
                    <a:pt x="21131" y="0"/>
                  </a:lnTo>
                  <a:lnTo>
                    <a:pt x="28077" y="6945"/>
                  </a:lnTo>
                  <a:lnTo>
                    <a:pt x="27882" y="7058"/>
                  </a:lnTo>
                  <a:lnTo>
                    <a:pt x="27685" y="7179"/>
                  </a:lnTo>
                  <a:lnTo>
                    <a:pt x="27485" y="7308"/>
                  </a:lnTo>
                  <a:lnTo>
                    <a:pt x="27282" y="7444"/>
                  </a:lnTo>
                  <a:lnTo>
                    <a:pt x="27077" y="7587"/>
                  </a:lnTo>
                  <a:lnTo>
                    <a:pt x="26870" y="7738"/>
                  </a:lnTo>
                  <a:lnTo>
                    <a:pt x="26659" y="7897"/>
                  </a:lnTo>
                  <a:lnTo>
                    <a:pt x="26447" y="8063"/>
                  </a:lnTo>
                  <a:lnTo>
                    <a:pt x="26232" y="8237"/>
                  </a:lnTo>
                  <a:lnTo>
                    <a:pt x="26014" y="8418"/>
                  </a:lnTo>
                  <a:lnTo>
                    <a:pt x="25786" y="8599"/>
                  </a:lnTo>
                  <a:lnTo>
                    <a:pt x="25555" y="8787"/>
                  </a:lnTo>
                  <a:lnTo>
                    <a:pt x="25321" y="8983"/>
                  </a:lnTo>
                  <a:lnTo>
                    <a:pt x="25085" y="9186"/>
                  </a:lnTo>
                  <a:lnTo>
                    <a:pt x="24846" y="9397"/>
                  </a:lnTo>
                  <a:lnTo>
                    <a:pt x="24605" y="9616"/>
                  </a:lnTo>
                  <a:lnTo>
                    <a:pt x="24361" y="9842"/>
                  </a:lnTo>
                  <a:lnTo>
                    <a:pt x="24115" y="10075"/>
                  </a:lnTo>
                  <a:lnTo>
                    <a:pt x="23866" y="10317"/>
                  </a:lnTo>
                  <a:lnTo>
                    <a:pt x="23615" y="10565"/>
                  </a:lnTo>
                  <a:lnTo>
                    <a:pt x="23112" y="11092"/>
                  </a:lnTo>
                  <a:lnTo>
                    <a:pt x="22648" y="11626"/>
                  </a:lnTo>
                  <a:lnTo>
                    <a:pt x="22223" y="12169"/>
                  </a:lnTo>
                  <a:lnTo>
                    <a:pt x="21837" y="12721"/>
                  </a:lnTo>
                  <a:lnTo>
                    <a:pt x="21489" y="13280"/>
                  </a:lnTo>
                  <a:lnTo>
                    <a:pt x="21180" y="13849"/>
                  </a:lnTo>
                  <a:lnTo>
                    <a:pt x="20910" y="14425"/>
                  </a:lnTo>
                  <a:lnTo>
                    <a:pt x="20678" y="15011"/>
                  </a:lnTo>
                  <a:lnTo>
                    <a:pt x="20485" y="15604"/>
                  </a:lnTo>
                  <a:lnTo>
                    <a:pt x="20331" y="16206"/>
                  </a:lnTo>
                  <a:lnTo>
                    <a:pt x="20221" y="16807"/>
                  </a:lnTo>
                  <a:lnTo>
                    <a:pt x="20141" y="17413"/>
                  </a:lnTo>
                  <a:lnTo>
                    <a:pt x="20093" y="18026"/>
                  </a:lnTo>
                  <a:lnTo>
                    <a:pt x="20075" y="18644"/>
                  </a:lnTo>
                  <a:lnTo>
                    <a:pt x="20089" y="19268"/>
                  </a:lnTo>
                  <a:lnTo>
                    <a:pt x="20134" y="19899"/>
                  </a:lnTo>
                  <a:lnTo>
                    <a:pt x="20211" y="20535"/>
                  </a:lnTo>
                  <a:lnTo>
                    <a:pt x="20318" y="21177"/>
                  </a:lnTo>
                  <a:lnTo>
                    <a:pt x="20456" y="21824"/>
                  </a:lnTo>
                  <a:lnTo>
                    <a:pt x="20626" y="22478"/>
                  </a:lnTo>
                  <a:lnTo>
                    <a:pt x="20826" y="23121"/>
                  </a:lnTo>
                  <a:lnTo>
                    <a:pt x="21054" y="23768"/>
                  </a:lnTo>
                  <a:lnTo>
                    <a:pt x="21310" y="24420"/>
                  </a:lnTo>
                  <a:lnTo>
                    <a:pt x="21596" y="25078"/>
                  </a:lnTo>
                  <a:lnTo>
                    <a:pt x="21910" y="25741"/>
                  </a:lnTo>
                  <a:lnTo>
                    <a:pt x="22253" y="26408"/>
                  </a:lnTo>
                  <a:lnTo>
                    <a:pt x="22624" y="27081"/>
                  </a:lnTo>
                  <a:lnTo>
                    <a:pt x="23024" y="27759"/>
                  </a:lnTo>
                  <a:lnTo>
                    <a:pt x="23452" y="28441"/>
                  </a:lnTo>
                  <a:lnTo>
                    <a:pt x="23909" y="29129"/>
                  </a:lnTo>
                  <a:lnTo>
                    <a:pt x="24383" y="29811"/>
                  </a:lnTo>
                  <a:lnTo>
                    <a:pt x="24879" y="30493"/>
                  </a:lnTo>
                  <a:lnTo>
                    <a:pt x="25397" y="31175"/>
                  </a:lnTo>
                  <a:lnTo>
                    <a:pt x="25937" y="31857"/>
                  </a:lnTo>
                  <a:lnTo>
                    <a:pt x="26498" y="32539"/>
                  </a:lnTo>
                  <a:lnTo>
                    <a:pt x="27082" y="33221"/>
                  </a:lnTo>
                  <a:lnTo>
                    <a:pt x="27687" y="33903"/>
                  </a:lnTo>
                  <a:lnTo>
                    <a:pt x="28314" y="34585"/>
                  </a:lnTo>
                  <a:lnTo>
                    <a:pt x="28963" y="35267"/>
                  </a:lnTo>
                  <a:lnTo>
                    <a:pt x="29634" y="35949"/>
                  </a:lnTo>
                  <a:lnTo>
                    <a:pt x="53376" y="5969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h97"/>
            <p:cNvSpPr/>
            <p:nvPr/>
          </p:nvSpPr>
          <p:spPr>
            <a:xfrm>
              <a:off x="7985799" y="6194531"/>
              <a:ext cx="108773" cy="105405"/>
            </a:xfrm>
            <a:custGeom>
              <a:avLst/>
              <a:pathLst>
                <a:path w="108773" h="105405">
                  <a:moveTo>
                    <a:pt x="98796" y="65920"/>
                  </a:moveTo>
                  <a:lnTo>
                    <a:pt x="46472" y="60995"/>
                  </a:lnTo>
                  <a:lnTo>
                    <a:pt x="44620" y="74634"/>
                  </a:lnTo>
                  <a:lnTo>
                    <a:pt x="67351" y="97365"/>
                  </a:lnTo>
                  <a:lnTo>
                    <a:pt x="59311" y="105405"/>
                  </a:lnTo>
                  <a:lnTo>
                    <a:pt x="0" y="46093"/>
                  </a:lnTo>
                  <a:lnTo>
                    <a:pt x="8040" y="38053"/>
                  </a:lnTo>
                  <a:lnTo>
                    <a:pt x="37759" y="67772"/>
                  </a:lnTo>
                  <a:lnTo>
                    <a:pt x="36622" y="9471"/>
                  </a:lnTo>
                  <a:lnTo>
                    <a:pt x="46093" y="0"/>
                  </a:lnTo>
                  <a:lnTo>
                    <a:pt x="46599" y="51019"/>
                  </a:lnTo>
                  <a:lnTo>
                    <a:pt x="108773" y="5594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h98"/>
            <p:cNvSpPr/>
            <p:nvPr/>
          </p:nvSpPr>
          <p:spPr>
            <a:xfrm>
              <a:off x="8064053" y="6170015"/>
              <a:ext cx="66583" cy="65425"/>
            </a:xfrm>
            <a:custGeom>
              <a:avLst/>
              <a:pathLst>
                <a:path w="66583" h="65425">
                  <a:moveTo>
                    <a:pt x="21931" y="46700"/>
                  </a:moveTo>
                  <a:lnTo>
                    <a:pt x="22648" y="47403"/>
                  </a:lnTo>
                  <a:lnTo>
                    <a:pt x="23369" y="48081"/>
                  </a:lnTo>
                  <a:lnTo>
                    <a:pt x="24093" y="48733"/>
                  </a:lnTo>
                  <a:lnTo>
                    <a:pt x="24820" y="49360"/>
                  </a:lnTo>
                  <a:lnTo>
                    <a:pt x="25551" y="49962"/>
                  </a:lnTo>
                  <a:lnTo>
                    <a:pt x="26285" y="50539"/>
                  </a:lnTo>
                  <a:lnTo>
                    <a:pt x="27023" y="51091"/>
                  </a:lnTo>
                  <a:lnTo>
                    <a:pt x="27764" y="51617"/>
                  </a:lnTo>
                  <a:lnTo>
                    <a:pt x="28508" y="52118"/>
                  </a:lnTo>
                  <a:lnTo>
                    <a:pt x="29255" y="52593"/>
                  </a:lnTo>
                  <a:lnTo>
                    <a:pt x="30004" y="53024"/>
                  </a:lnTo>
                  <a:lnTo>
                    <a:pt x="30752" y="53423"/>
                  </a:lnTo>
                  <a:lnTo>
                    <a:pt x="31500" y="53792"/>
                  </a:lnTo>
                  <a:lnTo>
                    <a:pt x="32246" y="54129"/>
                  </a:lnTo>
                  <a:lnTo>
                    <a:pt x="32991" y="54435"/>
                  </a:lnTo>
                  <a:lnTo>
                    <a:pt x="33736" y="54710"/>
                  </a:lnTo>
                  <a:lnTo>
                    <a:pt x="34480" y="54954"/>
                  </a:lnTo>
                  <a:lnTo>
                    <a:pt x="35223" y="55166"/>
                  </a:lnTo>
                  <a:lnTo>
                    <a:pt x="35965" y="55348"/>
                  </a:lnTo>
                  <a:lnTo>
                    <a:pt x="36706" y="55498"/>
                  </a:lnTo>
                  <a:lnTo>
                    <a:pt x="37446" y="55598"/>
                  </a:lnTo>
                  <a:lnTo>
                    <a:pt x="38185" y="55663"/>
                  </a:lnTo>
                  <a:lnTo>
                    <a:pt x="38921" y="55692"/>
                  </a:lnTo>
                  <a:lnTo>
                    <a:pt x="39656" y="55686"/>
                  </a:lnTo>
                  <a:lnTo>
                    <a:pt x="40390" y="55645"/>
                  </a:lnTo>
                  <a:lnTo>
                    <a:pt x="41121" y="55569"/>
                  </a:lnTo>
                  <a:lnTo>
                    <a:pt x="41851" y="55457"/>
                  </a:lnTo>
                  <a:lnTo>
                    <a:pt x="42579" y="55309"/>
                  </a:lnTo>
                  <a:lnTo>
                    <a:pt x="43306" y="55127"/>
                  </a:lnTo>
                  <a:lnTo>
                    <a:pt x="44031" y="54909"/>
                  </a:lnTo>
                  <a:lnTo>
                    <a:pt x="44744" y="54643"/>
                  </a:lnTo>
                  <a:lnTo>
                    <a:pt x="45454" y="54334"/>
                  </a:lnTo>
                  <a:lnTo>
                    <a:pt x="46159" y="53983"/>
                  </a:lnTo>
                  <a:lnTo>
                    <a:pt x="46860" y="53588"/>
                  </a:lnTo>
                  <a:lnTo>
                    <a:pt x="47556" y="53151"/>
                  </a:lnTo>
                  <a:lnTo>
                    <a:pt x="48249" y="52671"/>
                  </a:lnTo>
                  <a:lnTo>
                    <a:pt x="48937" y="52148"/>
                  </a:lnTo>
                  <a:lnTo>
                    <a:pt x="49621" y="51581"/>
                  </a:lnTo>
                  <a:lnTo>
                    <a:pt x="50301" y="50972"/>
                  </a:lnTo>
                  <a:lnTo>
                    <a:pt x="50976" y="50320"/>
                  </a:lnTo>
                  <a:lnTo>
                    <a:pt x="51922" y="49335"/>
                  </a:lnTo>
                  <a:lnTo>
                    <a:pt x="52788" y="48350"/>
                  </a:lnTo>
                  <a:lnTo>
                    <a:pt x="53575" y="47365"/>
                  </a:lnTo>
                  <a:lnTo>
                    <a:pt x="54283" y="46380"/>
                  </a:lnTo>
                  <a:lnTo>
                    <a:pt x="54912" y="45395"/>
                  </a:lnTo>
                  <a:lnTo>
                    <a:pt x="55462" y="44410"/>
                  </a:lnTo>
                  <a:lnTo>
                    <a:pt x="55933" y="43425"/>
                  </a:lnTo>
                  <a:lnTo>
                    <a:pt x="56324" y="42440"/>
                  </a:lnTo>
                  <a:lnTo>
                    <a:pt x="56637" y="41455"/>
                  </a:lnTo>
                  <a:lnTo>
                    <a:pt x="56870" y="40470"/>
                  </a:lnTo>
                  <a:lnTo>
                    <a:pt x="57042" y="39485"/>
                  </a:lnTo>
                  <a:lnTo>
                    <a:pt x="57154" y="38518"/>
                  </a:lnTo>
                  <a:lnTo>
                    <a:pt x="57207" y="37569"/>
                  </a:lnTo>
                  <a:lnTo>
                    <a:pt x="57200" y="36638"/>
                  </a:lnTo>
                  <a:lnTo>
                    <a:pt x="57133" y="35724"/>
                  </a:lnTo>
                  <a:lnTo>
                    <a:pt x="57006" y="34828"/>
                  </a:lnTo>
                  <a:lnTo>
                    <a:pt x="56820" y="33949"/>
                  </a:lnTo>
                  <a:lnTo>
                    <a:pt x="56573" y="33088"/>
                  </a:lnTo>
                  <a:lnTo>
                    <a:pt x="56267" y="32245"/>
                  </a:lnTo>
                  <a:lnTo>
                    <a:pt x="55902" y="31420"/>
                  </a:lnTo>
                  <a:lnTo>
                    <a:pt x="64447" y="26663"/>
                  </a:lnTo>
                  <a:lnTo>
                    <a:pt x="64677" y="27191"/>
                  </a:lnTo>
                  <a:lnTo>
                    <a:pt x="64896" y="27732"/>
                  </a:lnTo>
                  <a:lnTo>
                    <a:pt x="65105" y="28286"/>
                  </a:lnTo>
                  <a:lnTo>
                    <a:pt x="65302" y="28852"/>
                  </a:lnTo>
                  <a:lnTo>
                    <a:pt x="65489" y="29431"/>
                  </a:lnTo>
                  <a:lnTo>
                    <a:pt x="65664" y="30022"/>
                  </a:lnTo>
                  <a:lnTo>
                    <a:pt x="65829" y="30626"/>
                  </a:lnTo>
                  <a:lnTo>
                    <a:pt x="65982" y="31243"/>
                  </a:lnTo>
                  <a:lnTo>
                    <a:pt x="66125" y="31872"/>
                  </a:lnTo>
                  <a:lnTo>
                    <a:pt x="66257" y="32514"/>
                  </a:lnTo>
                  <a:lnTo>
                    <a:pt x="66371" y="33151"/>
                  </a:lnTo>
                  <a:lnTo>
                    <a:pt x="66461" y="33799"/>
                  </a:lnTo>
                  <a:lnTo>
                    <a:pt x="66526" y="34458"/>
                  </a:lnTo>
                  <a:lnTo>
                    <a:pt x="66567" y="35127"/>
                  </a:lnTo>
                  <a:lnTo>
                    <a:pt x="66583" y="35808"/>
                  </a:lnTo>
                  <a:lnTo>
                    <a:pt x="66575" y="36500"/>
                  </a:lnTo>
                  <a:lnTo>
                    <a:pt x="66543" y="37202"/>
                  </a:lnTo>
                  <a:lnTo>
                    <a:pt x="66486" y="37916"/>
                  </a:lnTo>
                  <a:lnTo>
                    <a:pt x="66405" y="38640"/>
                  </a:lnTo>
                  <a:lnTo>
                    <a:pt x="66299" y="39376"/>
                  </a:lnTo>
                  <a:lnTo>
                    <a:pt x="66157" y="40114"/>
                  </a:lnTo>
                  <a:lnTo>
                    <a:pt x="65982" y="40864"/>
                  </a:lnTo>
                  <a:lnTo>
                    <a:pt x="65776" y="41626"/>
                  </a:lnTo>
                  <a:lnTo>
                    <a:pt x="65538" y="42400"/>
                  </a:lnTo>
                  <a:lnTo>
                    <a:pt x="65268" y="43185"/>
                  </a:lnTo>
                  <a:lnTo>
                    <a:pt x="64965" y="43982"/>
                  </a:lnTo>
                  <a:lnTo>
                    <a:pt x="64631" y="44791"/>
                  </a:lnTo>
                  <a:lnTo>
                    <a:pt x="64265" y="45612"/>
                  </a:lnTo>
                  <a:lnTo>
                    <a:pt x="63867" y="46445"/>
                  </a:lnTo>
                  <a:lnTo>
                    <a:pt x="63437" y="47289"/>
                  </a:lnTo>
                  <a:lnTo>
                    <a:pt x="62967" y="48127"/>
                  </a:lnTo>
                  <a:lnTo>
                    <a:pt x="62452" y="48972"/>
                  </a:lnTo>
                  <a:lnTo>
                    <a:pt x="61890" y="49824"/>
                  </a:lnTo>
                  <a:lnTo>
                    <a:pt x="61281" y="50684"/>
                  </a:lnTo>
                  <a:lnTo>
                    <a:pt x="60627" y="51552"/>
                  </a:lnTo>
                  <a:lnTo>
                    <a:pt x="59926" y="52427"/>
                  </a:lnTo>
                  <a:lnTo>
                    <a:pt x="59179" y="53309"/>
                  </a:lnTo>
                  <a:lnTo>
                    <a:pt x="58385" y="54200"/>
                  </a:lnTo>
                  <a:lnTo>
                    <a:pt x="57545" y="55098"/>
                  </a:lnTo>
                  <a:lnTo>
                    <a:pt x="56659" y="56003"/>
                  </a:lnTo>
                  <a:lnTo>
                    <a:pt x="54627" y="57915"/>
                  </a:lnTo>
                  <a:lnTo>
                    <a:pt x="52569" y="59611"/>
                  </a:lnTo>
                  <a:lnTo>
                    <a:pt x="50488" y="61091"/>
                  </a:lnTo>
                  <a:lnTo>
                    <a:pt x="48382" y="62354"/>
                  </a:lnTo>
                  <a:lnTo>
                    <a:pt x="46251" y="63401"/>
                  </a:lnTo>
                  <a:lnTo>
                    <a:pt x="44096" y="64232"/>
                  </a:lnTo>
                  <a:lnTo>
                    <a:pt x="41917" y="64846"/>
                  </a:lnTo>
                  <a:lnTo>
                    <a:pt x="39714" y="65244"/>
                  </a:lnTo>
                  <a:lnTo>
                    <a:pt x="37485" y="65425"/>
                  </a:lnTo>
                  <a:lnTo>
                    <a:pt x="35233" y="65390"/>
                  </a:lnTo>
                  <a:lnTo>
                    <a:pt x="32971" y="65128"/>
                  </a:lnTo>
                  <a:lnTo>
                    <a:pt x="30697" y="64643"/>
                  </a:lnTo>
                  <a:lnTo>
                    <a:pt x="28411" y="63935"/>
                  </a:lnTo>
                  <a:lnTo>
                    <a:pt x="26114" y="63006"/>
                  </a:lnTo>
                  <a:lnTo>
                    <a:pt x="23804" y="61854"/>
                  </a:lnTo>
                  <a:lnTo>
                    <a:pt x="21483" y="60480"/>
                  </a:lnTo>
                  <a:lnTo>
                    <a:pt x="19150" y="58884"/>
                  </a:lnTo>
                  <a:lnTo>
                    <a:pt x="16805" y="57066"/>
                  </a:lnTo>
                  <a:lnTo>
                    <a:pt x="14449" y="55025"/>
                  </a:lnTo>
                  <a:lnTo>
                    <a:pt x="12081" y="52762"/>
                  </a:lnTo>
                  <a:lnTo>
                    <a:pt x="10837" y="51486"/>
                  </a:lnTo>
                  <a:lnTo>
                    <a:pt x="9665" y="50218"/>
                  </a:lnTo>
                  <a:lnTo>
                    <a:pt x="8564" y="48957"/>
                  </a:lnTo>
                  <a:lnTo>
                    <a:pt x="7534" y="47704"/>
                  </a:lnTo>
                  <a:lnTo>
                    <a:pt x="6577" y="46458"/>
                  </a:lnTo>
                  <a:lnTo>
                    <a:pt x="5691" y="45220"/>
                  </a:lnTo>
                  <a:lnTo>
                    <a:pt x="4876" y="43990"/>
                  </a:lnTo>
                  <a:lnTo>
                    <a:pt x="4133" y="42767"/>
                  </a:lnTo>
                  <a:lnTo>
                    <a:pt x="3462" y="41551"/>
                  </a:lnTo>
                  <a:lnTo>
                    <a:pt x="2862" y="40344"/>
                  </a:lnTo>
                  <a:lnTo>
                    <a:pt x="2318" y="39136"/>
                  </a:lnTo>
                  <a:lnTo>
                    <a:pt x="1831" y="37939"/>
                  </a:lnTo>
                  <a:lnTo>
                    <a:pt x="1402" y="36752"/>
                  </a:lnTo>
                  <a:lnTo>
                    <a:pt x="1030" y="35575"/>
                  </a:lnTo>
                  <a:lnTo>
                    <a:pt x="715" y="34408"/>
                  </a:lnTo>
                  <a:lnTo>
                    <a:pt x="457" y="33252"/>
                  </a:lnTo>
                  <a:lnTo>
                    <a:pt x="257" y="32105"/>
                  </a:lnTo>
                  <a:lnTo>
                    <a:pt x="114" y="30968"/>
                  </a:lnTo>
                  <a:lnTo>
                    <a:pt x="28" y="29842"/>
                  </a:lnTo>
                  <a:lnTo>
                    <a:pt x="0" y="28726"/>
                  </a:lnTo>
                  <a:lnTo>
                    <a:pt x="24" y="27621"/>
                  </a:lnTo>
                  <a:lnTo>
                    <a:pt x="99" y="26528"/>
                  </a:lnTo>
                  <a:lnTo>
                    <a:pt x="223" y="25448"/>
                  </a:lnTo>
                  <a:lnTo>
                    <a:pt x="397" y="24381"/>
                  </a:lnTo>
                  <a:lnTo>
                    <a:pt x="620" y="23327"/>
                  </a:lnTo>
                  <a:lnTo>
                    <a:pt x="894" y="22285"/>
                  </a:lnTo>
                  <a:lnTo>
                    <a:pt x="1216" y="21256"/>
                  </a:lnTo>
                  <a:lnTo>
                    <a:pt x="1589" y="20239"/>
                  </a:lnTo>
                  <a:lnTo>
                    <a:pt x="2011" y="19235"/>
                  </a:lnTo>
                  <a:lnTo>
                    <a:pt x="2483" y="18244"/>
                  </a:lnTo>
                  <a:lnTo>
                    <a:pt x="2989" y="17258"/>
                  </a:lnTo>
                  <a:lnTo>
                    <a:pt x="3530" y="16287"/>
                  </a:lnTo>
                  <a:lnTo>
                    <a:pt x="4107" y="15332"/>
                  </a:lnTo>
                  <a:lnTo>
                    <a:pt x="4719" y="14391"/>
                  </a:lnTo>
                  <a:lnTo>
                    <a:pt x="5367" y="13466"/>
                  </a:lnTo>
                  <a:lnTo>
                    <a:pt x="6049" y="12556"/>
                  </a:lnTo>
                  <a:lnTo>
                    <a:pt x="6768" y="11661"/>
                  </a:lnTo>
                  <a:lnTo>
                    <a:pt x="7521" y="10781"/>
                  </a:lnTo>
                  <a:lnTo>
                    <a:pt x="8310" y="9917"/>
                  </a:lnTo>
                  <a:lnTo>
                    <a:pt x="9134" y="9067"/>
                  </a:lnTo>
                  <a:lnTo>
                    <a:pt x="10279" y="7960"/>
                  </a:lnTo>
                  <a:lnTo>
                    <a:pt x="11422" y="6927"/>
                  </a:lnTo>
                  <a:lnTo>
                    <a:pt x="12565" y="5969"/>
                  </a:lnTo>
                  <a:lnTo>
                    <a:pt x="13707" y="5087"/>
                  </a:lnTo>
                  <a:lnTo>
                    <a:pt x="14848" y="4279"/>
                  </a:lnTo>
                  <a:lnTo>
                    <a:pt x="15989" y="3546"/>
                  </a:lnTo>
                  <a:lnTo>
                    <a:pt x="17128" y="2888"/>
                  </a:lnTo>
                  <a:lnTo>
                    <a:pt x="18267" y="2305"/>
                  </a:lnTo>
                  <a:lnTo>
                    <a:pt x="19405" y="1797"/>
                  </a:lnTo>
                  <a:lnTo>
                    <a:pt x="20542" y="1364"/>
                  </a:lnTo>
                  <a:lnTo>
                    <a:pt x="21686" y="990"/>
                  </a:lnTo>
                  <a:lnTo>
                    <a:pt x="22827" y="675"/>
                  </a:lnTo>
                  <a:lnTo>
                    <a:pt x="23965" y="420"/>
                  </a:lnTo>
                  <a:lnTo>
                    <a:pt x="25102" y="226"/>
                  </a:lnTo>
                  <a:lnTo>
                    <a:pt x="26235" y="90"/>
                  </a:lnTo>
                  <a:lnTo>
                    <a:pt x="27366" y="15"/>
                  </a:lnTo>
                  <a:lnTo>
                    <a:pt x="28495" y="0"/>
                  </a:lnTo>
                  <a:lnTo>
                    <a:pt x="29621" y="44"/>
                  </a:lnTo>
                  <a:lnTo>
                    <a:pt x="30744" y="148"/>
                  </a:lnTo>
                  <a:lnTo>
                    <a:pt x="31865" y="311"/>
                  </a:lnTo>
                  <a:lnTo>
                    <a:pt x="32983" y="514"/>
                  </a:lnTo>
                  <a:lnTo>
                    <a:pt x="34096" y="768"/>
                  </a:lnTo>
                  <a:lnTo>
                    <a:pt x="35206" y="1073"/>
                  </a:lnTo>
                  <a:lnTo>
                    <a:pt x="36311" y="1429"/>
                  </a:lnTo>
                  <a:lnTo>
                    <a:pt x="37411" y="1837"/>
                  </a:lnTo>
                  <a:lnTo>
                    <a:pt x="38508" y="2297"/>
                  </a:lnTo>
                  <a:lnTo>
                    <a:pt x="39600" y="2807"/>
                  </a:lnTo>
                  <a:lnTo>
                    <a:pt x="40688" y="3369"/>
                  </a:lnTo>
                  <a:lnTo>
                    <a:pt x="41772" y="3983"/>
                  </a:lnTo>
                  <a:lnTo>
                    <a:pt x="42852" y="4647"/>
                  </a:lnTo>
                  <a:lnTo>
                    <a:pt x="43935" y="5346"/>
                  </a:lnTo>
                  <a:lnTo>
                    <a:pt x="45012" y="6080"/>
                  </a:lnTo>
                  <a:lnTo>
                    <a:pt x="46084" y="6848"/>
                  </a:lnTo>
                  <a:lnTo>
                    <a:pt x="47149" y="7651"/>
                  </a:lnTo>
                  <a:lnTo>
                    <a:pt x="48209" y="8488"/>
                  </a:lnTo>
                  <a:lnTo>
                    <a:pt x="49262" y="9360"/>
                  </a:lnTo>
                  <a:lnTo>
                    <a:pt x="50310" y="10266"/>
                  </a:lnTo>
                  <a:lnTo>
                    <a:pt x="51352" y="11207"/>
                  </a:lnTo>
                  <a:lnTo>
                    <a:pt x="52388" y="12183"/>
                  </a:lnTo>
                  <a:lnTo>
                    <a:pt x="53418" y="13192"/>
                  </a:lnTo>
                  <a:lnTo>
                    <a:pt x="54428" y="14203"/>
                  </a:lnTo>
                  <a:close/>
                  <a:moveTo>
                    <a:pt x="40790" y="16223"/>
                  </a:moveTo>
                  <a:lnTo>
                    <a:pt x="39239" y="14973"/>
                  </a:lnTo>
                  <a:lnTo>
                    <a:pt x="37718" y="13849"/>
                  </a:lnTo>
                  <a:lnTo>
                    <a:pt x="36228" y="12852"/>
                  </a:lnTo>
                  <a:lnTo>
                    <a:pt x="34768" y="11980"/>
                  </a:lnTo>
                  <a:lnTo>
                    <a:pt x="33339" y="11235"/>
                  </a:lnTo>
                  <a:lnTo>
                    <a:pt x="31939" y="10616"/>
                  </a:lnTo>
                  <a:lnTo>
                    <a:pt x="30571" y="10124"/>
                  </a:lnTo>
                  <a:lnTo>
                    <a:pt x="29232" y="9758"/>
                  </a:lnTo>
                  <a:lnTo>
                    <a:pt x="27924" y="9518"/>
                  </a:lnTo>
                  <a:lnTo>
                    <a:pt x="26646" y="9404"/>
                  </a:lnTo>
                  <a:lnTo>
                    <a:pt x="25381" y="9405"/>
                  </a:lnTo>
                  <a:lnTo>
                    <a:pt x="24130" y="9525"/>
                  </a:lnTo>
                  <a:lnTo>
                    <a:pt x="22892" y="9765"/>
                  </a:lnTo>
                  <a:lnTo>
                    <a:pt x="21668" y="10125"/>
                  </a:lnTo>
                  <a:lnTo>
                    <a:pt x="20458" y="10604"/>
                  </a:lnTo>
                  <a:lnTo>
                    <a:pt x="19260" y="11202"/>
                  </a:lnTo>
                  <a:lnTo>
                    <a:pt x="18077" y="11920"/>
                  </a:lnTo>
                  <a:lnTo>
                    <a:pt x="16907" y="12758"/>
                  </a:lnTo>
                  <a:lnTo>
                    <a:pt x="15750" y="13715"/>
                  </a:lnTo>
                  <a:lnTo>
                    <a:pt x="14606" y="14792"/>
                  </a:lnTo>
                  <a:lnTo>
                    <a:pt x="14232" y="15179"/>
                  </a:lnTo>
                  <a:lnTo>
                    <a:pt x="13866" y="15583"/>
                  </a:lnTo>
                  <a:lnTo>
                    <a:pt x="13508" y="16004"/>
                  </a:lnTo>
                  <a:lnTo>
                    <a:pt x="13158" y="16442"/>
                  </a:lnTo>
                  <a:lnTo>
                    <a:pt x="12817" y="16897"/>
                  </a:lnTo>
                  <a:lnTo>
                    <a:pt x="12485" y="17368"/>
                  </a:lnTo>
                  <a:lnTo>
                    <a:pt x="12161" y="17857"/>
                  </a:lnTo>
                  <a:lnTo>
                    <a:pt x="11845" y="18362"/>
                  </a:lnTo>
                  <a:lnTo>
                    <a:pt x="11538" y="18884"/>
                  </a:lnTo>
                  <a:lnTo>
                    <a:pt x="11239" y="19423"/>
                  </a:lnTo>
                  <a:lnTo>
                    <a:pt x="10957" y="19960"/>
                  </a:lnTo>
                  <a:lnTo>
                    <a:pt x="10700" y="20510"/>
                  </a:lnTo>
                  <a:lnTo>
                    <a:pt x="10469" y="21074"/>
                  </a:lnTo>
                  <a:lnTo>
                    <a:pt x="10262" y="21652"/>
                  </a:lnTo>
                  <a:lnTo>
                    <a:pt x="10081" y="22243"/>
                  </a:lnTo>
                  <a:lnTo>
                    <a:pt x="9925" y="22847"/>
                  </a:lnTo>
                  <a:lnTo>
                    <a:pt x="9795" y="23465"/>
                  </a:lnTo>
                  <a:lnTo>
                    <a:pt x="9690" y="24097"/>
                  </a:lnTo>
                  <a:lnTo>
                    <a:pt x="9610" y="24742"/>
                  </a:lnTo>
                  <a:lnTo>
                    <a:pt x="9555" y="25400"/>
                  </a:lnTo>
                  <a:lnTo>
                    <a:pt x="9530" y="26071"/>
                  </a:lnTo>
                  <a:lnTo>
                    <a:pt x="9538" y="26754"/>
                  </a:lnTo>
                  <a:lnTo>
                    <a:pt x="9580" y="27448"/>
                  </a:lnTo>
                  <a:lnTo>
                    <a:pt x="9656" y="28155"/>
                  </a:lnTo>
                  <a:lnTo>
                    <a:pt x="9766" y="28873"/>
                  </a:lnTo>
                  <a:lnTo>
                    <a:pt x="9909" y="29603"/>
                  </a:lnTo>
                  <a:lnTo>
                    <a:pt x="10085" y="30344"/>
                  </a:lnTo>
                  <a:lnTo>
                    <a:pt x="10296" y="31098"/>
                  </a:lnTo>
                  <a:lnTo>
                    <a:pt x="10540" y="31863"/>
                  </a:lnTo>
                  <a:lnTo>
                    <a:pt x="10818" y="32640"/>
                  </a:lnTo>
                  <a:lnTo>
                    <a:pt x="11129" y="33419"/>
                  </a:lnTo>
                  <a:lnTo>
                    <a:pt x="11491" y="34206"/>
                  </a:lnTo>
                  <a:lnTo>
                    <a:pt x="11904" y="35002"/>
                  </a:lnTo>
                  <a:lnTo>
                    <a:pt x="12367" y="35806"/>
                  </a:lnTo>
                  <a:lnTo>
                    <a:pt x="12881" y="36618"/>
                  </a:lnTo>
                  <a:lnTo>
                    <a:pt x="13445" y="37439"/>
                  </a:lnTo>
                  <a:lnTo>
                    <a:pt x="14059" y="38268"/>
                  </a:lnTo>
                  <a:lnTo>
                    <a:pt x="14724" y="39106"/>
                  </a:lnTo>
                  <a:lnTo>
                    <a:pt x="15440" y="39952"/>
                  </a:lnTo>
                  <a:lnTo>
                    <a:pt x="16206" y="4080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h99"/>
            <p:cNvSpPr/>
            <p:nvPr/>
          </p:nvSpPr>
          <p:spPr>
            <a:xfrm>
              <a:off x="8103664" y="6128316"/>
              <a:ext cx="53376" cy="67267"/>
            </a:xfrm>
            <a:custGeom>
              <a:avLst/>
              <a:pathLst>
                <a:path w="53376" h="67267">
                  <a:moveTo>
                    <a:pt x="45799" y="67267"/>
                  </a:moveTo>
                  <a:lnTo>
                    <a:pt x="10860" y="32328"/>
                  </a:lnTo>
                  <a:lnTo>
                    <a:pt x="10573" y="32042"/>
                  </a:lnTo>
                  <a:lnTo>
                    <a:pt x="10284" y="31756"/>
                  </a:lnTo>
                  <a:lnTo>
                    <a:pt x="9994" y="31470"/>
                  </a:lnTo>
                  <a:lnTo>
                    <a:pt x="9702" y="31183"/>
                  </a:lnTo>
                  <a:lnTo>
                    <a:pt x="9408" y="30897"/>
                  </a:lnTo>
                  <a:lnTo>
                    <a:pt x="9112" y="30611"/>
                  </a:lnTo>
                  <a:lnTo>
                    <a:pt x="8815" y="30325"/>
                  </a:lnTo>
                  <a:lnTo>
                    <a:pt x="8516" y="30038"/>
                  </a:lnTo>
                  <a:lnTo>
                    <a:pt x="8216" y="29752"/>
                  </a:lnTo>
                  <a:lnTo>
                    <a:pt x="7913" y="29466"/>
                  </a:lnTo>
                  <a:lnTo>
                    <a:pt x="7611" y="29165"/>
                  </a:lnTo>
                  <a:lnTo>
                    <a:pt x="7311" y="28867"/>
                  </a:lnTo>
                  <a:lnTo>
                    <a:pt x="7012" y="28572"/>
                  </a:lnTo>
                  <a:lnTo>
                    <a:pt x="6714" y="28281"/>
                  </a:lnTo>
                  <a:lnTo>
                    <a:pt x="6419" y="27993"/>
                  </a:lnTo>
                  <a:lnTo>
                    <a:pt x="6125" y="27708"/>
                  </a:lnTo>
                  <a:lnTo>
                    <a:pt x="5833" y="27427"/>
                  </a:lnTo>
                  <a:lnTo>
                    <a:pt x="5543" y="27149"/>
                  </a:lnTo>
                  <a:lnTo>
                    <a:pt x="5254" y="26875"/>
                  </a:lnTo>
                  <a:lnTo>
                    <a:pt x="4967" y="26604"/>
                  </a:lnTo>
                  <a:lnTo>
                    <a:pt x="4682" y="26336"/>
                  </a:lnTo>
                  <a:lnTo>
                    <a:pt x="4401" y="26071"/>
                  </a:lnTo>
                  <a:lnTo>
                    <a:pt x="4123" y="25810"/>
                  </a:lnTo>
                  <a:lnTo>
                    <a:pt x="3849" y="25553"/>
                  </a:lnTo>
                  <a:lnTo>
                    <a:pt x="3578" y="25299"/>
                  </a:lnTo>
                  <a:lnTo>
                    <a:pt x="3310" y="25048"/>
                  </a:lnTo>
                  <a:lnTo>
                    <a:pt x="3045" y="24800"/>
                  </a:lnTo>
                  <a:lnTo>
                    <a:pt x="2785" y="24556"/>
                  </a:lnTo>
                  <a:lnTo>
                    <a:pt x="2527" y="24315"/>
                  </a:lnTo>
                  <a:lnTo>
                    <a:pt x="2273" y="24078"/>
                  </a:lnTo>
                  <a:lnTo>
                    <a:pt x="2023" y="23845"/>
                  </a:lnTo>
                  <a:lnTo>
                    <a:pt x="1778" y="23616"/>
                  </a:lnTo>
                  <a:lnTo>
                    <a:pt x="1538" y="23393"/>
                  </a:lnTo>
                  <a:lnTo>
                    <a:pt x="1303" y="23175"/>
                  </a:lnTo>
                  <a:lnTo>
                    <a:pt x="1073" y="22962"/>
                  </a:lnTo>
                  <a:lnTo>
                    <a:pt x="848" y="22754"/>
                  </a:lnTo>
                  <a:lnTo>
                    <a:pt x="628" y="22551"/>
                  </a:lnTo>
                  <a:lnTo>
                    <a:pt x="414" y="22354"/>
                  </a:lnTo>
                  <a:lnTo>
                    <a:pt x="204" y="22161"/>
                  </a:lnTo>
                  <a:lnTo>
                    <a:pt x="0" y="21973"/>
                  </a:lnTo>
                  <a:lnTo>
                    <a:pt x="7156" y="14817"/>
                  </a:lnTo>
                  <a:lnTo>
                    <a:pt x="7361" y="15005"/>
                  </a:lnTo>
                  <a:lnTo>
                    <a:pt x="7572" y="15199"/>
                  </a:lnTo>
                  <a:lnTo>
                    <a:pt x="7788" y="15399"/>
                  </a:lnTo>
                  <a:lnTo>
                    <a:pt x="8011" y="15605"/>
                  </a:lnTo>
                  <a:lnTo>
                    <a:pt x="8240" y="15817"/>
                  </a:lnTo>
                  <a:lnTo>
                    <a:pt x="8474" y="16034"/>
                  </a:lnTo>
                  <a:lnTo>
                    <a:pt x="8714" y="16258"/>
                  </a:lnTo>
                  <a:lnTo>
                    <a:pt x="8961" y="16487"/>
                  </a:lnTo>
                  <a:lnTo>
                    <a:pt x="9213" y="16723"/>
                  </a:lnTo>
                  <a:lnTo>
                    <a:pt x="9471" y="16964"/>
                  </a:lnTo>
                  <a:lnTo>
                    <a:pt x="9732" y="17192"/>
                  </a:lnTo>
                  <a:lnTo>
                    <a:pt x="9995" y="17423"/>
                  </a:lnTo>
                  <a:lnTo>
                    <a:pt x="10258" y="17657"/>
                  </a:lnTo>
                  <a:lnTo>
                    <a:pt x="10522" y="17893"/>
                  </a:lnTo>
                  <a:lnTo>
                    <a:pt x="10786" y="18132"/>
                  </a:lnTo>
                  <a:lnTo>
                    <a:pt x="11052" y="18373"/>
                  </a:lnTo>
                  <a:lnTo>
                    <a:pt x="11318" y="18617"/>
                  </a:lnTo>
                  <a:lnTo>
                    <a:pt x="11586" y="18863"/>
                  </a:lnTo>
                  <a:lnTo>
                    <a:pt x="11854" y="19112"/>
                  </a:lnTo>
                  <a:lnTo>
                    <a:pt x="12123" y="19363"/>
                  </a:lnTo>
                  <a:lnTo>
                    <a:pt x="12399" y="19607"/>
                  </a:lnTo>
                  <a:lnTo>
                    <a:pt x="12672" y="19851"/>
                  </a:lnTo>
                  <a:lnTo>
                    <a:pt x="12941" y="20096"/>
                  </a:lnTo>
                  <a:lnTo>
                    <a:pt x="13207" y="20340"/>
                  </a:lnTo>
                  <a:lnTo>
                    <a:pt x="13470" y="20584"/>
                  </a:lnTo>
                  <a:lnTo>
                    <a:pt x="13729" y="20828"/>
                  </a:lnTo>
                  <a:lnTo>
                    <a:pt x="13985" y="21072"/>
                  </a:lnTo>
                  <a:lnTo>
                    <a:pt x="14238" y="21316"/>
                  </a:lnTo>
                  <a:lnTo>
                    <a:pt x="14487" y="21561"/>
                  </a:lnTo>
                  <a:lnTo>
                    <a:pt x="14733" y="21805"/>
                  </a:lnTo>
                  <a:lnTo>
                    <a:pt x="14973" y="22029"/>
                  </a:lnTo>
                  <a:lnTo>
                    <a:pt x="15206" y="22248"/>
                  </a:lnTo>
                  <a:lnTo>
                    <a:pt x="15431" y="22460"/>
                  </a:lnTo>
                  <a:lnTo>
                    <a:pt x="15649" y="22667"/>
                  </a:lnTo>
                  <a:lnTo>
                    <a:pt x="15859" y="22868"/>
                  </a:lnTo>
                  <a:lnTo>
                    <a:pt x="16061" y="23062"/>
                  </a:lnTo>
                  <a:lnTo>
                    <a:pt x="16256" y="23251"/>
                  </a:lnTo>
                  <a:lnTo>
                    <a:pt x="16443" y="23435"/>
                  </a:lnTo>
                  <a:lnTo>
                    <a:pt x="16623" y="23612"/>
                  </a:lnTo>
                  <a:lnTo>
                    <a:pt x="16795" y="23783"/>
                  </a:lnTo>
                  <a:lnTo>
                    <a:pt x="16964" y="23615"/>
                  </a:lnTo>
                  <a:lnTo>
                    <a:pt x="16610" y="22939"/>
                  </a:lnTo>
                  <a:lnTo>
                    <a:pt x="16272" y="22276"/>
                  </a:lnTo>
                  <a:lnTo>
                    <a:pt x="15950" y="21626"/>
                  </a:lnTo>
                  <a:lnTo>
                    <a:pt x="15644" y="20988"/>
                  </a:lnTo>
                  <a:lnTo>
                    <a:pt x="15354" y="20363"/>
                  </a:lnTo>
                  <a:lnTo>
                    <a:pt x="15080" y="19750"/>
                  </a:lnTo>
                  <a:lnTo>
                    <a:pt x="14822" y="19151"/>
                  </a:lnTo>
                  <a:lnTo>
                    <a:pt x="14580" y="18563"/>
                  </a:lnTo>
                  <a:lnTo>
                    <a:pt x="14353" y="17989"/>
                  </a:lnTo>
                  <a:lnTo>
                    <a:pt x="14143" y="17427"/>
                  </a:lnTo>
                  <a:lnTo>
                    <a:pt x="13951" y="16859"/>
                  </a:lnTo>
                  <a:lnTo>
                    <a:pt x="13780" y="16299"/>
                  </a:lnTo>
                  <a:lnTo>
                    <a:pt x="13628" y="15747"/>
                  </a:lnTo>
                  <a:lnTo>
                    <a:pt x="13497" y="15204"/>
                  </a:lnTo>
                  <a:lnTo>
                    <a:pt x="13386" y="14670"/>
                  </a:lnTo>
                  <a:lnTo>
                    <a:pt x="13295" y="14143"/>
                  </a:lnTo>
                  <a:lnTo>
                    <a:pt x="13224" y="13626"/>
                  </a:lnTo>
                  <a:lnTo>
                    <a:pt x="13174" y="13116"/>
                  </a:lnTo>
                  <a:lnTo>
                    <a:pt x="13143" y="12615"/>
                  </a:lnTo>
                  <a:lnTo>
                    <a:pt x="13133" y="12123"/>
                  </a:lnTo>
                  <a:lnTo>
                    <a:pt x="13136" y="11628"/>
                  </a:lnTo>
                  <a:lnTo>
                    <a:pt x="13162" y="11138"/>
                  </a:lnTo>
                  <a:lnTo>
                    <a:pt x="13210" y="10652"/>
                  </a:lnTo>
                  <a:lnTo>
                    <a:pt x="13281" y="10170"/>
                  </a:lnTo>
                  <a:lnTo>
                    <a:pt x="13375" y="9692"/>
                  </a:lnTo>
                  <a:lnTo>
                    <a:pt x="13492" y="9218"/>
                  </a:lnTo>
                  <a:lnTo>
                    <a:pt x="13631" y="8749"/>
                  </a:lnTo>
                  <a:lnTo>
                    <a:pt x="13793" y="8284"/>
                  </a:lnTo>
                  <a:lnTo>
                    <a:pt x="13978" y="7823"/>
                  </a:lnTo>
                  <a:lnTo>
                    <a:pt x="14185" y="7366"/>
                  </a:lnTo>
                  <a:lnTo>
                    <a:pt x="14409" y="6902"/>
                  </a:lnTo>
                  <a:lnTo>
                    <a:pt x="14660" y="6437"/>
                  </a:lnTo>
                  <a:lnTo>
                    <a:pt x="14938" y="5969"/>
                  </a:lnTo>
                  <a:lnTo>
                    <a:pt x="15243" y="5500"/>
                  </a:lnTo>
                  <a:lnTo>
                    <a:pt x="15575" y="5030"/>
                  </a:lnTo>
                  <a:lnTo>
                    <a:pt x="15933" y="4558"/>
                  </a:lnTo>
                  <a:lnTo>
                    <a:pt x="16319" y="4084"/>
                  </a:lnTo>
                  <a:lnTo>
                    <a:pt x="16731" y="3608"/>
                  </a:lnTo>
                  <a:lnTo>
                    <a:pt x="17171" y="3131"/>
                  </a:lnTo>
                  <a:lnTo>
                    <a:pt x="17637" y="2651"/>
                  </a:lnTo>
                  <a:lnTo>
                    <a:pt x="17823" y="2469"/>
                  </a:lnTo>
                  <a:lnTo>
                    <a:pt x="18011" y="2291"/>
                  </a:lnTo>
                  <a:lnTo>
                    <a:pt x="18201" y="2119"/>
                  </a:lnTo>
                  <a:lnTo>
                    <a:pt x="18392" y="1951"/>
                  </a:lnTo>
                  <a:lnTo>
                    <a:pt x="18584" y="1789"/>
                  </a:lnTo>
                  <a:lnTo>
                    <a:pt x="18779" y="1631"/>
                  </a:lnTo>
                  <a:lnTo>
                    <a:pt x="18975" y="1479"/>
                  </a:lnTo>
                  <a:lnTo>
                    <a:pt x="19173" y="1331"/>
                  </a:lnTo>
                  <a:lnTo>
                    <a:pt x="19372" y="1189"/>
                  </a:lnTo>
                  <a:lnTo>
                    <a:pt x="19574" y="1052"/>
                  </a:lnTo>
                  <a:lnTo>
                    <a:pt x="19764" y="913"/>
                  </a:lnTo>
                  <a:lnTo>
                    <a:pt x="19946" y="781"/>
                  </a:lnTo>
                  <a:lnTo>
                    <a:pt x="20120" y="657"/>
                  </a:lnTo>
                  <a:lnTo>
                    <a:pt x="20288" y="540"/>
                  </a:lnTo>
                  <a:lnTo>
                    <a:pt x="20447" y="431"/>
                  </a:lnTo>
                  <a:lnTo>
                    <a:pt x="20599" y="330"/>
                  </a:lnTo>
                  <a:lnTo>
                    <a:pt x="20743" y="236"/>
                  </a:lnTo>
                  <a:lnTo>
                    <a:pt x="20880" y="149"/>
                  </a:lnTo>
                  <a:lnTo>
                    <a:pt x="21131" y="0"/>
                  </a:lnTo>
                  <a:lnTo>
                    <a:pt x="28077" y="6945"/>
                  </a:lnTo>
                  <a:lnTo>
                    <a:pt x="27882" y="7058"/>
                  </a:lnTo>
                  <a:lnTo>
                    <a:pt x="27685" y="7179"/>
                  </a:lnTo>
                  <a:lnTo>
                    <a:pt x="27485" y="7308"/>
                  </a:lnTo>
                  <a:lnTo>
                    <a:pt x="27282" y="7444"/>
                  </a:lnTo>
                  <a:lnTo>
                    <a:pt x="27077" y="7587"/>
                  </a:lnTo>
                  <a:lnTo>
                    <a:pt x="26870" y="7738"/>
                  </a:lnTo>
                  <a:lnTo>
                    <a:pt x="26659" y="7897"/>
                  </a:lnTo>
                  <a:lnTo>
                    <a:pt x="26447" y="8063"/>
                  </a:lnTo>
                  <a:lnTo>
                    <a:pt x="26232" y="8237"/>
                  </a:lnTo>
                  <a:lnTo>
                    <a:pt x="26014" y="8418"/>
                  </a:lnTo>
                  <a:lnTo>
                    <a:pt x="25786" y="8599"/>
                  </a:lnTo>
                  <a:lnTo>
                    <a:pt x="25555" y="8787"/>
                  </a:lnTo>
                  <a:lnTo>
                    <a:pt x="25321" y="8983"/>
                  </a:lnTo>
                  <a:lnTo>
                    <a:pt x="25085" y="9186"/>
                  </a:lnTo>
                  <a:lnTo>
                    <a:pt x="24846" y="9397"/>
                  </a:lnTo>
                  <a:lnTo>
                    <a:pt x="24605" y="9616"/>
                  </a:lnTo>
                  <a:lnTo>
                    <a:pt x="24361" y="9842"/>
                  </a:lnTo>
                  <a:lnTo>
                    <a:pt x="24115" y="10075"/>
                  </a:lnTo>
                  <a:lnTo>
                    <a:pt x="23866" y="10317"/>
                  </a:lnTo>
                  <a:lnTo>
                    <a:pt x="23615" y="10565"/>
                  </a:lnTo>
                  <a:lnTo>
                    <a:pt x="23112" y="11092"/>
                  </a:lnTo>
                  <a:lnTo>
                    <a:pt x="22648" y="11626"/>
                  </a:lnTo>
                  <a:lnTo>
                    <a:pt x="22223" y="12169"/>
                  </a:lnTo>
                  <a:lnTo>
                    <a:pt x="21837" y="12721"/>
                  </a:lnTo>
                  <a:lnTo>
                    <a:pt x="21489" y="13280"/>
                  </a:lnTo>
                  <a:lnTo>
                    <a:pt x="21180" y="13849"/>
                  </a:lnTo>
                  <a:lnTo>
                    <a:pt x="20910" y="14425"/>
                  </a:lnTo>
                  <a:lnTo>
                    <a:pt x="20678" y="15011"/>
                  </a:lnTo>
                  <a:lnTo>
                    <a:pt x="20485" y="15604"/>
                  </a:lnTo>
                  <a:lnTo>
                    <a:pt x="20331" y="16206"/>
                  </a:lnTo>
                  <a:lnTo>
                    <a:pt x="20221" y="16807"/>
                  </a:lnTo>
                  <a:lnTo>
                    <a:pt x="20141" y="17413"/>
                  </a:lnTo>
                  <a:lnTo>
                    <a:pt x="20093" y="18026"/>
                  </a:lnTo>
                  <a:lnTo>
                    <a:pt x="20075" y="18644"/>
                  </a:lnTo>
                  <a:lnTo>
                    <a:pt x="20089" y="19268"/>
                  </a:lnTo>
                  <a:lnTo>
                    <a:pt x="20134" y="19899"/>
                  </a:lnTo>
                  <a:lnTo>
                    <a:pt x="20211" y="20535"/>
                  </a:lnTo>
                  <a:lnTo>
                    <a:pt x="20318" y="21177"/>
                  </a:lnTo>
                  <a:lnTo>
                    <a:pt x="20456" y="21824"/>
                  </a:lnTo>
                  <a:lnTo>
                    <a:pt x="20626" y="22478"/>
                  </a:lnTo>
                  <a:lnTo>
                    <a:pt x="20826" y="23121"/>
                  </a:lnTo>
                  <a:lnTo>
                    <a:pt x="21054" y="23768"/>
                  </a:lnTo>
                  <a:lnTo>
                    <a:pt x="21310" y="24420"/>
                  </a:lnTo>
                  <a:lnTo>
                    <a:pt x="21596" y="25078"/>
                  </a:lnTo>
                  <a:lnTo>
                    <a:pt x="21910" y="25741"/>
                  </a:lnTo>
                  <a:lnTo>
                    <a:pt x="22253" y="26408"/>
                  </a:lnTo>
                  <a:lnTo>
                    <a:pt x="22624" y="27081"/>
                  </a:lnTo>
                  <a:lnTo>
                    <a:pt x="23024" y="27759"/>
                  </a:lnTo>
                  <a:lnTo>
                    <a:pt x="23452" y="28441"/>
                  </a:lnTo>
                  <a:lnTo>
                    <a:pt x="23909" y="29129"/>
                  </a:lnTo>
                  <a:lnTo>
                    <a:pt x="24383" y="29811"/>
                  </a:lnTo>
                  <a:lnTo>
                    <a:pt x="24879" y="30493"/>
                  </a:lnTo>
                  <a:lnTo>
                    <a:pt x="25397" y="31175"/>
                  </a:lnTo>
                  <a:lnTo>
                    <a:pt x="25937" y="31857"/>
                  </a:lnTo>
                  <a:lnTo>
                    <a:pt x="26498" y="32539"/>
                  </a:lnTo>
                  <a:lnTo>
                    <a:pt x="27082" y="33221"/>
                  </a:lnTo>
                  <a:lnTo>
                    <a:pt x="27687" y="33903"/>
                  </a:lnTo>
                  <a:lnTo>
                    <a:pt x="28314" y="34585"/>
                  </a:lnTo>
                  <a:lnTo>
                    <a:pt x="28963" y="35267"/>
                  </a:lnTo>
                  <a:lnTo>
                    <a:pt x="29634" y="35949"/>
                  </a:lnTo>
                  <a:lnTo>
                    <a:pt x="53376" y="5969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h100"/>
            <p:cNvSpPr/>
            <p:nvPr/>
          </p:nvSpPr>
          <p:spPr>
            <a:xfrm>
              <a:off x="8132373" y="6091301"/>
              <a:ext cx="82169" cy="75574"/>
            </a:xfrm>
            <a:custGeom>
              <a:avLst/>
              <a:pathLst>
                <a:path w="82169" h="75574">
                  <a:moveTo>
                    <a:pt x="74550" y="46823"/>
                  </a:moveTo>
                  <a:lnTo>
                    <a:pt x="45673" y="17946"/>
                  </a:lnTo>
                  <a:lnTo>
                    <a:pt x="45013" y="17297"/>
                  </a:lnTo>
                  <a:lnTo>
                    <a:pt x="44366" y="16680"/>
                  </a:lnTo>
                  <a:lnTo>
                    <a:pt x="43730" y="16095"/>
                  </a:lnTo>
                  <a:lnTo>
                    <a:pt x="43106" y="15541"/>
                  </a:lnTo>
                  <a:lnTo>
                    <a:pt x="42494" y="15020"/>
                  </a:lnTo>
                  <a:lnTo>
                    <a:pt x="41894" y="14531"/>
                  </a:lnTo>
                  <a:lnTo>
                    <a:pt x="41306" y="14074"/>
                  </a:lnTo>
                  <a:lnTo>
                    <a:pt x="40729" y="13649"/>
                  </a:lnTo>
                  <a:lnTo>
                    <a:pt x="40164" y="13256"/>
                  </a:lnTo>
                  <a:lnTo>
                    <a:pt x="39611" y="12894"/>
                  </a:lnTo>
                  <a:lnTo>
                    <a:pt x="39075" y="12556"/>
                  </a:lnTo>
                  <a:lnTo>
                    <a:pt x="38543" y="12248"/>
                  </a:lnTo>
                  <a:lnTo>
                    <a:pt x="38017" y="11970"/>
                  </a:lnTo>
                  <a:lnTo>
                    <a:pt x="37496" y="11723"/>
                  </a:lnTo>
                  <a:lnTo>
                    <a:pt x="36980" y="11505"/>
                  </a:lnTo>
                  <a:lnTo>
                    <a:pt x="36469" y="11318"/>
                  </a:lnTo>
                  <a:lnTo>
                    <a:pt x="35963" y="11162"/>
                  </a:lnTo>
                  <a:lnTo>
                    <a:pt x="35462" y="11036"/>
                  </a:lnTo>
                  <a:lnTo>
                    <a:pt x="34966" y="10940"/>
                  </a:lnTo>
                  <a:lnTo>
                    <a:pt x="34475" y="10874"/>
                  </a:lnTo>
                  <a:lnTo>
                    <a:pt x="33980" y="10831"/>
                  </a:lnTo>
                  <a:lnTo>
                    <a:pt x="33487" y="10818"/>
                  </a:lnTo>
                  <a:lnTo>
                    <a:pt x="32996" y="10837"/>
                  </a:lnTo>
                  <a:lnTo>
                    <a:pt x="32509" y="10887"/>
                  </a:lnTo>
                  <a:lnTo>
                    <a:pt x="32023" y="10969"/>
                  </a:lnTo>
                  <a:lnTo>
                    <a:pt x="31540" y="11081"/>
                  </a:lnTo>
                  <a:lnTo>
                    <a:pt x="31060" y="11225"/>
                  </a:lnTo>
                  <a:lnTo>
                    <a:pt x="30582" y="11399"/>
                  </a:lnTo>
                  <a:lnTo>
                    <a:pt x="30107" y="11605"/>
                  </a:lnTo>
                  <a:lnTo>
                    <a:pt x="29634" y="11842"/>
                  </a:lnTo>
                  <a:lnTo>
                    <a:pt x="29160" y="12093"/>
                  </a:lnTo>
                  <a:lnTo>
                    <a:pt x="28680" y="12372"/>
                  </a:lnTo>
                  <a:lnTo>
                    <a:pt x="28193" y="12682"/>
                  </a:lnTo>
                  <a:lnTo>
                    <a:pt x="27701" y="13021"/>
                  </a:lnTo>
                  <a:lnTo>
                    <a:pt x="27203" y="13389"/>
                  </a:lnTo>
                  <a:lnTo>
                    <a:pt x="26699" y="13787"/>
                  </a:lnTo>
                  <a:lnTo>
                    <a:pt x="26190" y="14214"/>
                  </a:lnTo>
                  <a:lnTo>
                    <a:pt x="25674" y="14671"/>
                  </a:lnTo>
                  <a:lnTo>
                    <a:pt x="25152" y="15157"/>
                  </a:lnTo>
                  <a:lnTo>
                    <a:pt x="24625" y="15673"/>
                  </a:lnTo>
                  <a:lnTo>
                    <a:pt x="24101" y="16216"/>
                  </a:lnTo>
                  <a:lnTo>
                    <a:pt x="23606" y="16769"/>
                  </a:lnTo>
                  <a:lnTo>
                    <a:pt x="23141" y="17331"/>
                  </a:lnTo>
                  <a:lnTo>
                    <a:pt x="22706" y="17902"/>
                  </a:lnTo>
                  <a:lnTo>
                    <a:pt x="22299" y="18483"/>
                  </a:lnTo>
                  <a:lnTo>
                    <a:pt x="21923" y="19072"/>
                  </a:lnTo>
                  <a:lnTo>
                    <a:pt x="21575" y="19671"/>
                  </a:lnTo>
                  <a:lnTo>
                    <a:pt x="21257" y="20280"/>
                  </a:lnTo>
                  <a:lnTo>
                    <a:pt x="20969" y="20897"/>
                  </a:lnTo>
                  <a:lnTo>
                    <a:pt x="20710" y="21524"/>
                  </a:lnTo>
                  <a:lnTo>
                    <a:pt x="20481" y="22141"/>
                  </a:lnTo>
                  <a:lnTo>
                    <a:pt x="20281" y="22765"/>
                  </a:lnTo>
                  <a:lnTo>
                    <a:pt x="20110" y="23394"/>
                  </a:lnTo>
                  <a:lnTo>
                    <a:pt x="19969" y="24029"/>
                  </a:lnTo>
                  <a:lnTo>
                    <a:pt x="19858" y="24671"/>
                  </a:lnTo>
                  <a:lnTo>
                    <a:pt x="19776" y="25318"/>
                  </a:lnTo>
                  <a:lnTo>
                    <a:pt x="19723" y="25970"/>
                  </a:lnTo>
                  <a:lnTo>
                    <a:pt x="19700" y="26629"/>
                  </a:lnTo>
                  <a:lnTo>
                    <a:pt x="19706" y="27294"/>
                  </a:lnTo>
                  <a:lnTo>
                    <a:pt x="19742" y="27964"/>
                  </a:lnTo>
                  <a:lnTo>
                    <a:pt x="19808" y="28623"/>
                  </a:lnTo>
                  <a:lnTo>
                    <a:pt x="19905" y="29286"/>
                  </a:lnTo>
                  <a:lnTo>
                    <a:pt x="20034" y="29953"/>
                  </a:lnTo>
                  <a:lnTo>
                    <a:pt x="20193" y="30625"/>
                  </a:lnTo>
                  <a:lnTo>
                    <a:pt x="20384" y="31300"/>
                  </a:lnTo>
                  <a:lnTo>
                    <a:pt x="20606" y="31980"/>
                  </a:lnTo>
                  <a:lnTo>
                    <a:pt x="20859" y="32664"/>
                  </a:lnTo>
                  <a:lnTo>
                    <a:pt x="21143" y="33353"/>
                  </a:lnTo>
                  <a:lnTo>
                    <a:pt x="21458" y="34045"/>
                  </a:lnTo>
                  <a:lnTo>
                    <a:pt x="21805" y="34742"/>
                  </a:lnTo>
                  <a:lnTo>
                    <a:pt x="22175" y="35432"/>
                  </a:lnTo>
                  <a:lnTo>
                    <a:pt x="22578" y="36121"/>
                  </a:lnTo>
                  <a:lnTo>
                    <a:pt x="23013" y="36809"/>
                  </a:lnTo>
                  <a:lnTo>
                    <a:pt x="23482" y="37496"/>
                  </a:lnTo>
                  <a:lnTo>
                    <a:pt x="23983" y="38183"/>
                  </a:lnTo>
                  <a:lnTo>
                    <a:pt x="24517" y="38869"/>
                  </a:lnTo>
                  <a:lnTo>
                    <a:pt x="25084" y="39554"/>
                  </a:lnTo>
                  <a:lnTo>
                    <a:pt x="25684" y="40238"/>
                  </a:lnTo>
                  <a:lnTo>
                    <a:pt x="26317" y="40921"/>
                  </a:lnTo>
                  <a:lnTo>
                    <a:pt x="26982" y="41603"/>
                  </a:lnTo>
                  <a:lnTo>
                    <a:pt x="53376" y="67997"/>
                  </a:lnTo>
                  <a:lnTo>
                    <a:pt x="45799" y="75574"/>
                  </a:lnTo>
                  <a:lnTo>
                    <a:pt x="9976" y="39751"/>
                  </a:lnTo>
                  <a:lnTo>
                    <a:pt x="9688" y="39464"/>
                  </a:lnTo>
                  <a:lnTo>
                    <a:pt x="9397" y="39175"/>
                  </a:lnTo>
                  <a:lnTo>
                    <a:pt x="9102" y="38885"/>
                  </a:lnTo>
                  <a:lnTo>
                    <a:pt x="8804" y="38593"/>
                  </a:lnTo>
                  <a:lnTo>
                    <a:pt x="8503" y="38299"/>
                  </a:lnTo>
                  <a:lnTo>
                    <a:pt x="8198" y="38003"/>
                  </a:lnTo>
                  <a:lnTo>
                    <a:pt x="7890" y="37706"/>
                  </a:lnTo>
                  <a:lnTo>
                    <a:pt x="7578" y="37407"/>
                  </a:lnTo>
                  <a:lnTo>
                    <a:pt x="7263" y="37107"/>
                  </a:lnTo>
                  <a:lnTo>
                    <a:pt x="6945" y="36804"/>
                  </a:lnTo>
                  <a:lnTo>
                    <a:pt x="6627" y="36487"/>
                  </a:lnTo>
                  <a:lnTo>
                    <a:pt x="6312" y="36175"/>
                  </a:lnTo>
                  <a:lnTo>
                    <a:pt x="6001" y="35867"/>
                  </a:lnTo>
                  <a:lnTo>
                    <a:pt x="5692" y="35565"/>
                  </a:lnTo>
                  <a:lnTo>
                    <a:pt x="5388" y="35268"/>
                  </a:lnTo>
                  <a:lnTo>
                    <a:pt x="5086" y="34976"/>
                  </a:lnTo>
                  <a:lnTo>
                    <a:pt x="4788" y="34689"/>
                  </a:lnTo>
                  <a:lnTo>
                    <a:pt x="4494" y="34407"/>
                  </a:lnTo>
                  <a:lnTo>
                    <a:pt x="4202" y="34130"/>
                  </a:lnTo>
                  <a:lnTo>
                    <a:pt x="3914" y="33858"/>
                  </a:lnTo>
                  <a:lnTo>
                    <a:pt x="3624" y="33584"/>
                  </a:lnTo>
                  <a:lnTo>
                    <a:pt x="3342" y="33319"/>
                  </a:lnTo>
                  <a:lnTo>
                    <a:pt x="3068" y="33062"/>
                  </a:lnTo>
                  <a:lnTo>
                    <a:pt x="2803" y="32814"/>
                  </a:lnTo>
                  <a:lnTo>
                    <a:pt x="2546" y="32574"/>
                  </a:lnTo>
                  <a:lnTo>
                    <a:pt x="2298" y="32342"/>
                  </a:lnTo>
                  <a:lnTo>
                    <a:pt x="2058" y="32119"/>
                  </a:lnTo>
                  <a:lnTo>
                    <a:pt x="1826" y="31905"/>
                  </a:lnTo>
                  <a:lnTo>
                    <a:pt x="1603" y="31698"/>
                  </a:lnTo>
                  <a:lnTo>
                    <a:pt x="1389" y="31500"/>
                  </a:lnTo>
                  <a:lnTo>
                    <a:pt x="1185" y="31314"/>
                  </a:lnTo>
                  <a:lnTo>
                    <a:pt x="996" y="31142"/>
                  </a:lnTo>
                  <a:lnTo>
                    <a:pt x="822" y="30984"/>
                  </a:lnTo>
                  <a:lnTo>
                    <a:pt x="661" y="30840"/>
                  </a:lnTo>
                  <a:lnTo>
                    <a:pt x="515" y="30711"/>
                  </a:lnTo>
                  <a:lnTo>
                    <a:pt x="0" y="30280"/>
                  </a:lnTo>
                  <a:lnTo>
                    <a:pt x="7587" y="23471"/>
                  </a:lnTo>
                  <a:lnTo>
                    <a:pt x="7716" y="23583"/>
                  </a:lnTo>
                  <a:lnTo>
                    <a:pt x="7860" y="23710"/>
                  </a:lnTo>
                  <a:lnTo>
                    <a:pt x="8018" y="23851"/>
                  </a:lnTo>
                  <a:lnTo>
                    <a:pt x="8190" y="24006"/>
                  </a:lnTo>
                  <a:lnTo>
                    <a:pt x="8376" y="24176"/>
                  </a:lnTo>
                  <a:lnTo>
                    <a:pt x="8573" y="24356"/>
                  </a:lnTo>
                  <a:lnTo>
                    <a:pt x="8775" y="24541"/>
                  </a:lnTo>
                  <a:lnTo>
                    <a:pt x="8984" y="24733"/>
                  </a:lnTo>
                  <a:lnTo>
                    <a:pt x="9198" y="24930"/>
                  </a:lnTo>
                  <a:lnTo>
                    <a:pt x="9418" y="25134"/>
                  </a:lnTo>
                  <a:lnTo>
                    <a:pt x="9644" y="25343"/>
                  </a:lnTo>
                  <a:lnTo>
                    <a:pt x="9876" y="25558"/>
                  </a:lnTo>
                  <a:lnTo>
                    <a:pt x="10114" y="25779"/>
                  </a:lnTo>
                  <a:lnTo>
                    <a:pt x="10358" y="26006"/>
                  </a:lnTo>
                  <a:lnTo>
                    <a:pt x="10607" y="26239"/>
                  </a:lnTo>
                  <a:lnTo>
                    <a:pt x="10860" y="26459"/>
                  </a:lnTo>
                  <a:lnTo>
                    <a:pt x="11114" y="26681"/>
                  </a:lnTo>
                  <a:lnTo>
                    <a:pt x="11369" y="26907"/>
                  </a:lnTo>
                  <a:lnTo>
                    <a:pt x="11624" y="27134"/>
                  </a:lnTo>
                  <a:lnTo>
                    <a:pt x="11881" y="27365"/>
                  </a:lnTo>
                  <a:lnTo>
                    <a:pt x="12138" y="27597"/>
                  </a:lnTo>
                  <a:lnTo>
                    <a:pt x="12396" y="27833"/>
                  </a:lnTo>
                  <a:lnTo>
                    <a:pt x="12655" y="28071"/>
                  </a:lnTo>
                  <a:lnTo>
                    <a:pt x="12915" y="28311"/>
                  </a:lnTo>
                  <a:lnTo>
                    <a:pt x="13175" y="28554"/>
                  </a:lnTo>
                  <a:lnTo>
                    <a:pt x="13424" y="28786"/>
                  </a:lnTo>
                  <a:lnTo>
                    <a:pt x="13664" y="29012"/>
                  </a:lnTo>
                  <a:lnTo>
                    <a:pt x="13895" y="29231"/>
                  </a:lnTo>
                  <a:lnTo>
                    <a:pt x="14118" y="29443"/>
                  </a:lnTo>
                  <a:lnTo>
                    <a:pt x="14333" y="29648"/>
                  </a:lnTo>
                  <a:lnTo>
                    <a:pt x="14539" y="29847"/>
                  </a:lnTo>
                  <a:lnTo>
                    <a:pt x="14737" y="30039"/>
                  </a:lnTo>
                  <a:lnTo>
                    <a:pt x="14926" y="30224"/>
                  </a:lnTo>
                  <a:lnTo>
                    <a:pt x="15107" y="30403"/>
                  </a:lnTo>
                  <a:lnTo>
                    <a:pt x="15406" y="30448"/>
                  </a:lnTo>
                  <a:lnTo>
                    <a:pt x="15235" y="29835"/>
                  </a:lnTo>
                  <a:lnTo>
                    <a:pt x="15076" y="29226"/>
                  </a:lnTo>
                  <a:lnTo>
                    <a:pt x="14929" y="28619"/>
                  </a:lnTo>
                  <a:lnTo>
                    <a:pt x="14793" y="28017"/>
                  </a:lnTo>
                  <a:lnTo>
                    <a:pt x="14670" y="27417"/>
                  </a:lnTo>
                  <a:lnTo>
                    <a:pt x="14558" y="26821"/>
                  </a:lnTo>
                  <a:lnTo>
                    <a:pt x="14457" y="26228"/>
                  </a:lnTo>
                  <a:lnTo>
                    <a:pt x="14369" y="25639"/>
                  </a:lnTo>
                  <a:lnTo>
                    <a:pt x="14292" y="25053"/>
                  </a:lnTo>
                  <a:lnTo>
                    <a:pt x="14228" y="24471"/>
                  </a:lnTo>
                  <a:lnTo>
                    <a:pt x="14178" y="23890"/>
                  </a:lnTo>
                  <a:lnTo>
                    <a:pt x="14147" y="23312"/>
                  </a:lnTo>
                  <a:lnTo>
                    <a:pt x="14134" y="22735"/>
                  </a:lnTo>
                  <a:lnTo>
                    <a:pt x="14140" y="22160"/>
                  </a:lnTo>
                  <a:lnTo>
                    <a:pt x="14164" y="21587"/>
                  </a:lnTo>
                  <a:lnTo>
                    <a:pt x="14207" y="21015"/>
                  </a:lnTo>
                  <a:lnTo>
                    <a:pt x="14269" y="20445"/>
                  </a:lnTo>
                  <a:lnTo>
                    <a:pt x="14349" y="19877"/>
                  </a:lnTo>
                  <a:lnTo>
                    <a:pt x="14447" y="19311"/>
                  </a:lnTo>
                  <a:lnTo>
                    <a:pt x="14564" y="18746"/>
                  </a:lnTo>
                  <a:lnTo>
                    <a:pt x="14693" y="18174"/>
                  </a:lnTo>
                  <a:lnTo>
                    <a:pt x="14842" y="17602"/>
                  </a:lnTo>
                  <a:lnTo>
                    <a:pt x="15013" y="17032"/>
                  </a:lnTo>
                  <a:lnTo>
                    <a:pt x="15204" y="16462"/>
                  </a:lnTo>
                  <a:lnTo>
                    <a:pt x="15417" y="15894"/>
                  </a:lnTo>
                  <a:lnTo>
                    <a:pt x="15650" y="15326"/>
                  </a:lnTo>
                  <a:lnTo>
                    <a:pt x="15905" y="14759"/>
                  </a:lnTo>
                  <a:lnTo>
                    <a:pt x="16181" y="14193"/>
                  </a:lnTo>
                  <a:lnTo>
                    <a:pt x="16478" y="13627"/>
                  </a:lnTo>
                  <a:lnTo>
                    <a:pt x="16795" y="13063"/>
                  </a:lnTo>
                  <a:lnTo>
                    <a:pt x="17129" y="12489"/>
                  </a:lnTo>
                  <a:lnTo>
                    <a:pt x="17489" y="11914"/>
                  </a:lnTo>
                  <a:lnTo>
                    <a:pt x="17876" y="11338"/>
                  </a:lnTo>
                  <a:lnTo>
                    <a:pt x="18291" y="10759"/>
                  </a:lnTo>
                  <a:lnTo>
                    <a:pt x="18732" y="10179"/>
                  </a:lnTo>
                  <a:lnTo>
                    <a:pt x="19200" y="9598"/>
                  </a:lnTo>
                  <a:lnTo>
                    <a:pt x="19695" y="9014"/>
                  </a:lnTo>
                  <a:lnTo>
                    <a:pt x="20217" y="8429"/>
                  </a:lnTo>
                  <a:lnTo>
                    <a:pt x="20766" y="7842"/>
                  </a:lnTo>
                  <a:lnTo>
                    <a:pt x="21342" y="7254"/>
                  </a:lnTo>
                  <a:lnTo>
                    <a:pt x="22098" y="6516"/>
                  </a:lnTo>
                  <a:lnTo>
                    <a:pt x="22852" y="5817"/>
                  </a:lnTo>
                  <a:lnTo>
                    <a:pt x="23603" y="5159"/>
                  </a:lnTo>
                  <a:lnTo>
                    <a:pt x="24352" y="4539"/>
                  </a:lnTo>
                  <a:lnTo>
                    <a:pt x="25099" y="3960"/>
                  </a:lnTo>
                  <a:lnTo>
                    <a:pt x="25842" y="3420"/>
                  </a:lnTo>
                  <a:lnTo>
                    <a:pt x="26584" y="2919"/>
                  </a:lnTo>
                  <a:lnTo>
                    <a:pt x="27322" y="2458"/>
                  </a:lnTo>
                  <a:lnTo>
                    <a:pt x="28059" y="2037"/>
                  </a:lnTo>
                  <a:lnTo>
                    <a:pt x="28792" y="1655"/>
                  </a:lnTo>
                  <a:lnTo>
                    <a:pt x="29525" y="1313"/>
                  </a:lnTo>
                  <a:lnTo>
                    <a:pt x="30259" y="1010"/>
                  </a:lnTo>
                  <a:lnTo>
                    <a:pt x="30994" y="747"/>
                  </a:lnTo>
                  <a:lnTo>
                    <a:pt x="31729" y="524"/>
                  </a:lnTo>
                  <a:lnTo>
                    <a:pt x="32465" y="340"/>
                  </a:lnTo>
                  <a:lnTo>
                    <a:pt x="33202" y="195"/>
                  </a:lnTo>
                  <a:lnTo>
                    <a:pt x="33940" y="90"/>
                  </a:lnTo>
                  <a:lnTo>
                    <a:pt x="34679" y="25"/>
                  </a:lnTo>
                  <a:lnTo>
                    <a:pt x="35419" y="0"/>
                  </a:lnTo>
                  <a:lnTo>
                    <a:pt x="36159" y="13"/>
                  </a:lnTo>
                  <a:lnTo>
                    <a:pt x="36902" y="68"/>
                  </a:lnTo>
                  <a:lnTo>
                    <a:pt x="37648" y="165"/>
                  </a:lnTo>
                  <a:lnTo>
                    <a:pt x="38397" y="304"/>
                  </a:lnTo>
                  <a:lnTo>
                    <a:pt x="39149" y="485"/>
                  </a:lnTo>
                  <a:lnTo>
                    <a:pt x="39906" y="708"/>
                  </a:lnTo>
                  <a:lnTo>
                    <a:pt x="40665" y="973"/>
                  </a:lnTo>
                  <a:lnTo>
                    <a:pt x="41428" y="1280"/>
                  </a:lnTo>
                  <a:lnTo>
                    <a:pt x="42194" y="1630"/>
                  </a:lnTo>
                  <a:lnTo>
                    <a:pt x="42963" y="2021"/>
                  </a:lnTo>
                  <a:lnTo>
                    <a:pt x="43736" y="2455"/>
                  </a:lnTo>
                  <a:lnTo>
                    <a:pt x="44514" y="2913"/>
                  </a:lnTo>
                  <a:lnTo>
                    <a:pt x="45299" y="3411"/>
                  </a:lnTo>
                  <a:lnTo>
                    <a:pt x="46090" y="3950"/>
                  </a:lnTo>
                  <a:lnTo>
                    <a:pt x="46888" y="4529"/>
                  </a:lnTo>
                  <a:lnTo>
                    <a:pt x="47693" y="5149"/>
                  </a:lnTo>
                  <a:lnTo>
                    <a:pt x="48505" y="5809"/>
                  </a:lnTo>
                  <a:lnTo>
                    <a:pt x="49323" y="6509"/>
                  </a:lnTo>
                  <a:lnTo>
                    <a:pt x="50148" y="7250"/>
                  </a:lnTo>
                  <a:lnTo>
                    <a:pt x="50980" y="8032"/>
                  </a:lnTo>
                  <a:lnTo>
                    <a:pt x="51818" y="8853"/>
                  </a:lnTo>
                  <a:lnTo>
                    <a:pt x="82169" y="3920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h101"/>
            <p:cNvSpPr/>
            <p:nvPr/>
          </p:nvSpPr>
          <p:spPr>
            <a:xfrm>
              <a:off x="8188654" y="6045414"/>
              <a:ext cx="66583" cy="65425"/>
            </a:xfrm>
            <a:custGeom>
              <a:avLst/>
              <a:pathLst>
                <a:path w="66583" h="65425">
                  <a:moveTo>
                    <a:pt x="21931" y="46700"/>
                  </a:moveTo>
                  <a:lnTo>
                    <a:pt x="22648" y="47403"/>
                  </a:lnTo>
                  <a:lnTo>
                    <a:pt x="23369" y="48081"/>
                  </a:lnTo>
                  <a:lnTo>
                    <a:pt x="24093" y="48733"/>
                  </a:lnTo>
                  <a:lnTo>
                    <a:pt x="24820" y="49360"/>
                  </a:lnTo>
                  <a:lnTo>
                    <a:pt x="25551" y="49962"/>
                  </a:lnTo>
                  <a:lnTo>
                    <a:pt x="26285" y="50539"/>
                  </a:lnTo>
                  <a:lnTo>
                    <a:pt x="27023" y="51091"/>
                  </a:lnTo>
                  <a:lnTo>
                    <a:pt x="27764" y="51617"/>
                  </a:lnTo>
                  <a:lnTo>
                    <a:pt x="28508" y="52118"/>
                  </a:lnTo>
                  <a:lnTo>
                    <a:pt x="29255" y="52593"/>
                  </a:lnTo>
                  <a:lnTo>
                    <a:pt x="30004" y="53024"/>
                  </a:lnTo>
                  <a:lnTo>
                    <a:pt x="30752" y="53423"/>
                  </a:lnTo>
                  <a:lnTo>
                    <a:pt x="31500" y="53792"/>
                  </a:lnTo>
                  <a:lnTo>
                    <a:pt x="32246" y="54129"/>
                  </a:lnTo>
                  <a:lnTo>
                    <a:pt x="32991" y="54435"/>
                  </a:lnTo>
                  <a:lnTo>
                    <a:pt x="33736" y="54710"/>
                  </a:lnTo>
                  <a:lnTo>
                    <a:pt x="34480" y="54954"/>
                  </a:lnTo>
                  <a:lnTo>
                    <a:pt x="35223" y="55166"/>
                  </a:lnTo>
                  <a:lnTo>
                    <a:pt x="35965" y="55348"/>
                  </a:lnTo>
                  <a:lnTo>
                    <a:pt x="36706" y="55498"/>
                  </a:lnTo>
                  <a:lnTo>
                    <a:pt x="37446" y="55598"/>
                  </a:lnTo>
                  <a:lnTo>
                    <a:pt x="38185" y="55663"/>
                  </a:lnTo>
                  <a:lnTo>
                    <a:pt x="38921" y="55692"/>
                  </a:lnTo>
                  <a:lnTo>
                    <a:pt x="39656" y="55686"/>
                  </a:lnTo>
                  <a:lnTo>
                    <a:pt x="40390" y="55645"/>
                  </a:lnTo>
                  <a:lnTo>
                    <a:pt x="41121" y="55569"/>
                  </a:lnTo>
                  <a:lnTo>
                    <a:pt x="41851" y="55457"/>
                  </a:lnTo>
                  <a:lnTo>
                    <a:pt x="42579" y="55309"/>
                  </a:lnTo>
                  <a:lnTo>
                    <a:pt x="43306" y="55127"/>
                  </a:lnTo>
                  <a:lnTo>
                    <a:pt x="44031" y="54909"/>
                  </a:lnTo>
                  <a:lnTo>
                    <a:pt x="44744" y="54643"/>
                  </a:lnTo>
                  <a:lnTo>
                    <a:pt x="45454" y="54334"/>
                  </a:lnTo>
                  <a:lnTo>
                    <a:pt x="46159" y="53983"/>
                  </a:lnTo>
                  <a:lnTo>
                    <a:pt x="46860" y="53588"/>
                  </a:lnTo>
                  <a:lnTo>
                    <a:pt x="47556" y="53151"/>
                  </a:lnTo>
                  <a:lnTo>
                    <a:pt x="48249" y="52671"/>
                  </a:lnTo>
                  <a:lnTo>
                    <a:pt x="48937" y="52148"/>
                  </a:lnTo>
                  <a:lnTo>
                    <a:pt x="49621" y="51581"/>
                  </a:lnTo>
                  <a:lnTo>
                    <a:pt x="50301" y="50972"/>
                  </a:lnTo>
                  <a:lnTo>
                    <a:pt x="50976" y="50320"/>
                  </a:lnTo>
                  <a:lnTo>
                    <a:pt x="51922" y="49335"/>
                  </a:lnTo>
                  <a:lnTo>
                    <a:pt x="52788" y="48350"/>
                  </a:lnTo>
                  <a:lnTo>
                    <a:pt x="53575" y="47365"/>
                  </a:lnTo>
                  <a:lnTo>
                    <a:pt x="54283" y="46380"/>
                  </a:lnTo>
                  <a:lnTo>
                    <a:pt x="54912" y="45395"/>
                  </a:lnTo>
                  <a:lnTo>
                    <a:pt x="55462" y="44410"/>
                  </a:lnTo>
                  <a:lnTo>
                    <a:pt x="55933" y="43425"/>
                  </a:lnTo>
                  <a:lnTo>
                    <a:pt x="56324" y="42440"/>
                  </a:lnTo>
                  <a:lnTo>
                    <a:pt x="56637" y="41455"/>
                  </a:lnTo>
                  <a:lnTo>
                    <a:pt x="56870" y="40470"/>
                  </a:lnTo>
                  <a:lnTo>
                    <a:pt x="57042" y="39485"/>
                  </a:lnTo>
                  <a:lnTo>
                    <a:pt x="57154" y="38518"/>
                  </a:lnTo>
                  <a:lnTo>
                    <a:pt x="57207" y="37569"/>
                  </a:lnTo>
                  <a:lnTo>
                    <a:pt x="57200" y="36638"/>
                  </a:lnTo>
                  <a:lnTo>
                    <a:pt x="57133" y="35724"/>
                  </a:lnTo>
                  <a:lnTo>
                    <a:pt x="57006" y="34828"/>
                  </a:lnTo>
                  <a:lnTo>
                    <a:pt x="56820" y="33949"/>
                  </a:lnTo>
                  <a:lnTo>
                    <a:pt x="56573" y="33088"/>
                  </a:lnTo>
                  <a:lnTo>
                    <a:pt x="56267" y="32245"/>
                  </a:lnTo>
                  <a:lnTo>
                    <a:pt x="55902" y="31420"/>
                  </a:lnTo>
                  <a:lnTo>
                    <a:pt x="64447" y="26663"/>
                  </a:lnTo>
                  <a:lnTo>
                    <a:pt x="64677" y="27191"/>
                  </a:lnTo>
                  <a:lnTo>
                    <a:pt x="64896" y="27732"/>
                  </a:lnTo>
                  <a:lnTo>
                    <a:pt x="65105" y="28286"/>
                  </a:lnTo>
                  <a:lnTo>
                    <a:pt x="65302" y="28852"/>
                  </a:lnTo>
                  <a:lnTo>
                    <a:pt x="65489" y="29431"/>
                  </a:lnTo>
                  <a:lnTo>
                    <a:pt x="65664" y="30022"/>
                  </a:lnTo>
                  <a:lnTo>
                    <a:pt x="65829" y="30626"/>
                  </a:lnTo>
                  <a:lnTo>
                    <a:pt x="65982" y="31243"/>
                  </a:lnTo>
                  <a:lnTo>
                    <a:pt x="66125" y="31872"/>
                  </a:lnTo>
                  <a:lnTo>
                    <a:pt x="66257" y="32514"/>
                  </a:lnTo>
                  <a:lnTo>
                    <a:pt x="66371" y="33151"/>
                  </a:lnTo>
                  <a:lnTo>
                    <a:pt x="66461" y="33799"/>
                  </a:lnTo>
                  <a:lnTo>
                    <a:pt x="66526" y="34458"/>
                  </a:lnTo>
                  <a:lnTo>
                    <a:pt x="66567" y="35127"/>
                  </a:lnTo>
                  <a:lnTo>
                    <a:pt x="66583" y="35808"/>
                  </a:lnTo>
                  <a:lnTo>
                    <a:pt x="66575" y="36500"/>
                  </a:lnTo>
                  <a:lnTo>
                    <a:pt x="66543" y="37202"/>
                  </a:lnTo>
                  <a:lnTo>
                    <a:pt x="66486" y="37916"/>
                  </a:lnTo>
                  <a:lnTo>
                    <a:pt x="66405" y="38640"/>
                  </a:lnTo>
                  <a:lnTo>
                    <a:pt x="66299" y="39376"/>
                  </a:lnTo>
                  <a:lnTo>
                    <a:pt x="66157" y="40114"/>
                  </a:lnTo>
                  <a:lnTo>
                    <a:pt x="65982" y="40864"/>
                  </a:lnTo>
                  <a:lnTo>
                    <a:pt x="65776" y="41626"/>
                  </a:lnTo>
                  <a:lnTo>
                    <a:pt x="65538" y="42400"/>
                  </a:lnTo>
                  <a:lnTo>
                    <a:pt x="65268" y="43185"/>
                  </a:lnTo>
                  <a:lnTo>
                    <a:pt x="64965" y="43982"/>
                  </a:lnTo>
                  <a:lnTo>
                    <a:pt x="64631" y="44791"/>
                  </a:lnTo>
                  <a:lnTo>
                    <a:pt x="64265" y="45612"/>
                  </a:lnTo>
                  <a:lnTo>
                    <a:pt x="63867" y="46445"/>
                  </a:lnTo>
                  <a:lnTo>
                    <a:pt x="63437" y="47289"/>
                  </a:lnTo>
                  <a:lnTo>
                    <a:pt x="62967" y="48127"/>
                  </a:lnTo>
                  <a:lnTo>
                    <a:pt x="62452" y="48972"/>
                  </a:lnTo>
                  <a:lnTo>
                    <a:pt x="61890" y="49824"/>
                  </a:lnTo>
                  <a:lnTo>
                    <a:pt x="61281" y="50684"/>
                  </a:lnTo>
                  <a:lnTo>
                    <a:pt x="60627" y="51552"/>
                  </a:lnTo>
                  <a:lnTo>
                    <a:pt x="59926" y="52427"/>
                  </a:lnTo>
                  <a:lnTo>
                    <a:pt x="59179" y="53309"/>
                  </a:lnTo>
                  <a:lnTo>
                    <a:pt x="58385" y="54200"/>
                  </a:lnTo>
                  <a:lnTo>
                    <a:pt x="57545" y="55098"/>
                  </a:lnTo>
                  <a:lnTo>
                    <a:pt x="56659" y="56003"/>
                  </a:lnTo>
                  <a:lnTo>
                    <a:pt x="54627" y="57915"/>
                  </a:lnTo>
                  <a:lnTo>
                    <a:pt x="52569" y="59611"/>
                  </a:lnTo>
                  <a:lnTo>
                    <a:pt x="50488" y="61091"/>
                  </a:lnTo>
                  <a:lnTo>
                    <a:pt x="48382" y="62354"/>
                  </a:lnTo>
                  <a:lnTo>
                    <a:pt x="46251" y="63401"/>
                  </a:lnTo>
                  <a:lnTo>
                    <a:pt x="44096" y="64232"/>
                  </a:lnTo>
                  <a:lnTo>
                    <a:pt x="41917" y="64846"/>
                  </a:lnTo>
                  <a:lnTo>
                    <a:pt x="39714" y="65244"/>
                  </a:lnTo>
                  <a:lnTo>
                    <a:pt x="37485" y="65425"/>
                  </a:lnTo>
                  <a:lnTo>
                    <a:pt x="35233" y="65390"/>
                  </a:lnTo>
                  <a:lnTo>
                    <a:pt x="32971" y="65128"/>
                  </a:lnTo>
                  <a:lnTo>
                    <a:pt x="30697" y="64643"/>
                  </a:lnTo>
                  <a:lnTo>
                    <a:pt x="28411" y="63935"/>
                  </a:lnTo>
                  <a:lnTo>
                    <a:pt x="26114" y="63006"/>
                  </a:lnTo>
                  <a:lnTo>
                    <a:pt x="23804" y="61854"/>
                  </a:lnTo>
                  <a:lnTo>
                    <a:pt x="21483" y="60480"/>
                  </a:lnTo>
                  <a:lnTo>
                    <a:pt x="19150" y="58884"/>
                  </a:lnTo>
                  <a:lnTo>
                    <a:pt x="16805" y="57066"/>
                  </a:lnTo>
                  <a:lnTo>
                    <a:pt x="14449" y="55025"/>
                  </a:lnTo>
                  <a:lnTo>
                    <a:pt x="12081" y="52762"/>
                  </a:lnTo>
                  <a:lnTo>
                    <a:pt x="10837" y="51486"/>
                  </a:lnTo>
                  <a:lnTo>
                    <a:pt x="9665" y="50218"/>
                  </a:lnTo>
                  <a:lnTo>
                    <a:pt x="8564" y="48957"/>
                  </a:lnTo>
                  <a:lnTo>
                    <a:pt x="7534" y="47704"/>
                  </a:lnTo>
                  <a:lnTo>
                    <a:pt x="6577" y="46458"/>
                  </a:lnTo>
                  <a:lnTo>
                    <a:pt x="5691" y="45220"/>
                  </a:lnTo>
                  <a:lnTo>
                    <a:pt x="4876" y="43990"/>
                  </a:lnTo>
                  <a:lnTo>
                    <a:pt x="4133" y="42767"/>
                  </a:lnTo>
                  <a:lnTo>
                    <a:pt x="3462" y="41551"/>
                  </a:lnTo>
                  <a:lnTo>
                    <a:pt x="2862" y="40344"/>
                  </a:lnTo>
                  <a:lnTo>
                    <a:pt x="2318" y="39136"/>
                  </a:lnTo>
                  <a:lnTo>
                    <a:pt x="1831" y="37939"/>
                  </a:lnTo>
                  <a:lnTo>
                    <a:pt x="1402" y="36752"/>
                  </a:lnTo>
                  <a:lnTo>
                    <a:pt x="1030" y="35575"/>
                  </a:lnTo>
                  <a:lnTo>
                    <a:pt x="715" y="34408"/>
                  </a:lnTo>
                  <a:lnTo>
                    <a:pt x="457" y="33252"/>
                  </a:lnTo>
                  <a:lnTo>
                    <a:pt x="257" y="32105"/>
                  </a:lnTo>
                  <a:lnTo>
                    <a:pt x="114" y="30968"/>
                  </a:lnTo>
                  <a:lnTo>
                    <a:pt x="28" y="29842"/>
                  </a:lnTo>
                  <a:lnTo>
                    <a:pt x="0" y="28726"/>
                  </a:lnTo>
                  <a:lnTo>
                    <a:pt x="24" y="27621"/>
                  </a:lnTo>
                  <a:lnTo>
                    <a:pt x="99" y="26528"/>
                  </a:lnTo>
                  <a:lnTo>
                    <a:pt x="223" y="25448"/>
                  </a:lnTo>
                  <a:lnTo>
                    <a:pt x="397" y="24381"/>
                  </a:lnTo>
                  <a:lnTo>
                    <a:pt x="620" y="23327"/>
                  </a:lnTo>
                  <a:lnTo>
                    <a:pt x="894" y="22285"/>
                  </a:lnTo>
                  <a:lnTo>
                    <a:pt x="1216" y="21256"/>
                  </a:lnTo>
                  <a:lnTo>
                    <a:pt x="1589" y="20239"/>
                  </a:lnTo>
                  <a:lnTo>
                    <a:pt x="2011" y="19235"/>
                  </a:lnTo>
                  <a:lnTo>
                    <a:pt x="2483" y="18244"/>
                  </a:lnTo>
                  <a:lnTo>
                    <a:pt x="2989" y="17258"/>
                  </a:lnTo>
                  <a:lnTo>
                    <a:pt x="3530" y="16287"/>
                  </a:lnTo>
                  <a:lnTo>
                    <a:pt x="4107" y="15332"/>
                  </a:lnTo>
                  <a:lnTo>
                    <a:pt x="4719" y="14391"/>
                  </a:lnTo>
                  <a:lnTo>
                    <a:pt x="5367" y="13466"/>
                  </a:lnTo>
                  <a:lnTo>
                    <a:pt x="6049" y="12556"/>
                  </a:lnTo>
                  <a:lnTo>
                    <a:pt x="6768" y="11661"/>
                  </a:lnTo>
                  <a:lnTo>
                    <a:pt x="7521" y="10781"/>
                  </a:lnTo>
                  <a:lnTo>
                    <a:pt x="8310" y="9917"/>
                  </a:lnTo>
                  <a:lnTo>
                    <a:pt x="9134" y="9067"/>
                  </a:lnTo>
                  <a:lnTo>
                    <a:pt x="10279" y="7960"/>
                  </a:lnTo>
                  <a:lnTo>
                    <a:pt x="11422" y="6927"/>
                  </a:lnTo>
                  <a:lnTo>
                    <a:pt x="12565" y="5969"/>
                  </a:lnTo>
                  <a:lnTo>
                    <a:pt x="13707" y="5087"/>
                  </a:lnTo>
                  <a:lnTo>
                    <a:pt x="14848" y="4279"/>
                  </a:lnTo>
                  <a:lnTo>
                    <a:pt x="15989" y="3546"/>
                  </a:lnTo>
                  <a:lnTo>
                    <a:pt x="17128" y="2888"/>
                  </a:lnTo>
                  <a:lnTo>
                    <a:pt x="18267" y="2305"/>
                  </a:lnTo>
                  <a:lnTo>
                    <a:pt x="19405" y="1797"/>
                  </a:lnTo>
                  <a:lnTo>
                    <a:pt x="20542" y="1364"/>
                  </a:lnTo>
                  <a:lnTo>
                    <a:pt x="21686" y="990"/>
                  </a:lnTo>
                  <a:lnTo>
                    <a:pt x="22827" y="675"/>
                  </a:lnTo>
                  <a:lnTo>
                    <a:pt x="23965" y="420"/>
                  </a:lnTo>
                  <a:lnTo>
                    <a:pt x="25102" y="226"/>
                  </a:lnTo>
                  <a:lnTo>
                    <a:pt x="26235" y="90"/>
                  </a:lnTo>
                  <a:lnTo>
                    <a:pt x="27366" y="15"/>
                  </a:lnTo>
                  <a:lnTo>
                    <a:pt x="28495" y="0"/>
                  </a:lnTo>
                  <a:lnTo>
                    <a:pt x="29621" y="44"/>
                  </a:lnTo>
                  <a:lnTo>
                    <a:pt x="30744" y="148"/>
                  </a:lnTo>
                  <a:lnTo>
                    <a:pt x="31865" y="311"/>
                  </a:lnTo>
                  <a:lnTo>
                    <a:pt x="32983" y="514"/>
                  </a:lnTo>
                  <a:lnTo>
                    <a:pt x="34096" y="768"/>
                  </a:lnTo>
                  <a:lnTo>
                    <a:pt x="35206" y="1073"/>
                  </a:lnTo>
                  <a:lnTo>
                    <a:pt x="36311" y="1429"/>
                  </a:lnTo>
                  <a:lnTo>
                    <a:pt x="37411" y="1837"/>
                  </a:lnTo>
                  <a:lnTo>
                    <a:pt x="38508" y="2297"/>
                  </a:lnTo>
                  <a:lnTo>
                    <a:pt x="39600" y="2807"/>
                  </a:lnTo>
                  <a:lnTo>
                    <a:pt x="40688" y="3369"/>
                  </a:lnTo>
                  <a:lnTo>
                    <a:pt x="41772" y="3983"/>
                  </a:lnTo>
                  <a:lnTo>
                    <a:pt x="42852" y="4647"/>
                  </a:lnTo>
                  <a:lnTo>
                    <a:pt x="43935" y="5346"/>
                  </a:lnTo>
                  <a:lnTo>
                    <a:pt x="45012" y="6080"/>
                  </a:lnTo>
                  <a:lnTo>
                    <a:pt x="46084" y="6848"/>
                  </a:lnTo>
                  <a:lnTo>
                    <a:pt x="47149" y="7651"/>
                  </a:lnTo>
                  <a:lnTo>
                    <a:pt x="48209" y="8488"/>
                  </a:lnTo>
                  <a:lnTo>
                    <a:pt x="49262" y="9360"/>
                  </a:lnTo>
                  <a:lnTo>
                    <a:pt x="50310" y="10266"/>
                  </a:lnTo>
                  <a:lnTo>
                    <a:pt x="51352" y="11207"/>
                  </a:lnTo>
                  <a:lnTo>
                    <a:pt x="52388" y="12183"/>
                  </a:lnTo>
                  <a:lnTo>
                    <a:pt x="53418" y="13192"/>
                  </a:lnTo>
                  <a:lnTo>
                    <a:pt x="54428" y="14203"/>
                  </a:lnTo>
                  <a:close/>
                  <a:moveTo>
                    <a:pt x="40790" y="16223"/>
                  </a:moveTo>
                  <a:lnTo>
                    <a:pt x="39239" y="14973"/>
                  </a:lnTo>
                  <a:lnTo>
                    <a:pt x="37718" y="13849"/>
                  </a:lnTo>
                  <a:lnTo>
                    <a:pt x="36228" y="12852"/>
                  </a:lnTo>
                  <a:lnTo>
                    <a:pt x="34768" y="11980"/>
                  </a:lnTo>
                  <a:lnTo>
                    <a:pt x="33339" y="11235"/>
                  </a:lnTo>
                  <a:lnTo>
                    <a:pt x="31939" y="10616"/>
                  </a:lnTo>
                  <a:lnTo>
                    <a:pt x="30571" y="10124"/>
                  </a:lnTo>
                  <a:lnTo>
                    <a:pt x="29232" y="9758"/>
                  </a:lnTo>
                  <a:lnTo>
                    <a:pt x="27924" y="9518"/>
                  </a:lnTo>
                  <a:lnTo>
                    <a:pt x="26646" y="9404"/>
                  </a:lnTo>
                  <a:lnTo>
                    <a:pt x="25381" y="9405"/>
                  </a:lnTo>
                  <a:lnTo>
                    <a:pt x="24130" y="9525"/>
                  </a:lnTo>
                  <a:lnTo>
                    <a:pt x="22892" y="9765"/>
                  </a:lnTo>
                  <a:lnTo>
                    <a:pt x="21668" y="10125"/>
                  </a:lnTo>
                  <a:lnTo>
                    <a:pt x="20458" y="10604"/>
                  </a:lnTo>
                  <a:lnTo>
                    <a:pt x="19260" y="11202"/>
                  </a:lnTo>
                  <a:lnTo>
                    <a:pt x="18077" y="11920"/>
                  </a:lnTo>
                  <a:lnTo>
                    <a:pt x="16907" y="12758"/>
                  </a:lnTo>
                  <a:lnTo>
                    <a:pt x="15750" y="13715"/>
                  </a:lnTo>
                  <a:lnTo>
                    <a:pt x="14606" y="14792"/>
                  </a:lnTo>
                  <a:lnTo>
                    <a:pt x="14232" y="15179"/>
                  </a:lnTo>
                  <a:lnTo>
                    <a:pt x="13866" y="15583"/>
                  </a:lnTo>
                  <a:lnTo>
                    <a:pt x="13508" y="16004"/>
                  </a:lnTo>
                  <a:lnTo>
                    <a:pt x="13158" y="16442"/>
                  </a:lnTo>
                  <a:lnTo>
                    <a:pt x="12817" y="16897"/>
                  </a:lnTo>
                  <a:lnTo>
                    <a:pt x="12485" y="17368"/>
                  </a:lnTo>
                  <a:lnTo>
                    <a:pt x="12161" y="17857"/>
                  </a:lnTo>
                  <a:lnTo>
                    <a:pt x="11845" y="18362"/>
                  </a:lnTo>
                  <a:lnTo>
                    <a:pt x="11538" y="18884"/>
                  </a:lnTo>
                  <a:lnTo>
                    <a:pt x="11239" y="19423"/>
                  </a:lnTo>
                  <a:lnTo>
                    <a:pt x="10957" y="19960"/>
                  </a:lnTo>
                  <a:lnTo>
                    <a:pt x="10700" y="20510"/>
                  </a:lnTo>
                  <a:lnTo>
                    <a:pt x="10469" y="21074"/>
                  </a:lnTo>
                  <a:lnTo>
                    <a:pt x="10262" y="21652"/>
                  </a:lnTo>
                  <a:lnTo>
                    <a:pt x="10081" y="22243"/>
                  </a:lnTo>
                  <a:lnTo>
                    <a:pt x="9925" y="22847"/>
                  </a:lnTo>
                  <a:lnTo>
                    <a:pt x="9795" y="23465"/>
                  </a:lnTo>
                  <a:lnTo>
                    <a:pt x="9690" y="24097"/>
                  </a:lnTo>
                  <a:lnTo>
                    <a:pt x="9610" y="24742"/>
                  </a:lnTo>
                  <a:lnTo>
                    <a:pt x="9555" y="25400"/>
                  </a:lnTo>
                  <a:lnTo>
                    <a:pt x="9530" y="26071"/>
                  </a:lnTo>
                  <a:lnTo>
                    <a:pt x="9538" y="26754"/>
                  </a:lnTo>
                  <a:lnTo>
                    <a:pt x="9580" y="27448"/>
                  </a:lnTo>
                  <a:lnTo>
                    <a:pt x="9656" y="28155"/>
                  </a:lnTo>
                  <a:lnTo>
                    <a:pt x="9766" y="28873"/>
                  </a:lnTo>
                  <a:lnTo>
                    <a:pt x="9909" y="29603"/>
                  </a:lnTo>
                  <a:lnTo>
                    <a:pt x="10085" y="30344"/>
                  </a:lnTo>
                  <a:lnTo>
                    <a:pt x="10296" y="31098"/>
                  </a:lnTo>
                  <a:lnTo>
                    <a:pt x="10540" y="31863"/>
                  </a:lnTo>
                  <a:lnTo>
                    <a:pt x="10818" y="32640"/>
                  </a:lnTo>
                  <a:lnTo>
                    <a:pt x="11129" y="33419"/>
                  </a:lnTo>
                  <a:lnTo>
                    <a:pt x="11491" y="34206"/>
                  </a:lnTo>
                  <a:lnTo>
                    <a:pt x="11904" y="35002"/>
                  </a:lnTo>
                  <a:lnTo>
                    <a:pt x="12367" y="35806"/>
                  </a:lnTo>
                  <a:lnTo>
                    <a:pt x="12881" y="36618"/>
                  </a:lnTo>
                  <a:lnTo>
                    <a:pt x="13445" y="37439"/>
                  </a:lnTo>
                  <a:lnTo>
                    <a:pt x="14059" y="38268"/>
                  </a:lnTo>
                  <a:lnTo>
                    <a:pt x="14724" y="39106"/>
                  </a:lnTo>
                  <a:lnTo>
                    <a:pt x="15440" y="39952"/>
                  </a:lnTo>
                  <a:lnTo>
                    <a:pt x="16206" y="4080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h102"/>
            <p:cNvSpPr/>
            <p:nvPr/>
          </p:nvSpPr>
          <p:spPr>
            <a:xfrm>
              <a:off x="8211428" y="6001105"/>
              <a:ext cx="70045" cy="70045"/>
            </a:xfrm>
            <a:custGeom>
              <a:avLst/>
              <a:pathLst>
                <a:path w="70045" h="70045">
                  <a:moveTo>
                    <a:pt x="62468" y="70045"/>
                  </a:moveTo>
                  <a:lnTo>
                    <a:pt x="0" y="7577"/>
                  </a:lnTo>
                  <a:lnTo>
                    <a:pt x="7577" y="0"/>
                  </a:lnTo>
                  <a:lnTo>
                    <a:pt x="70045" y="6246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h103"/>
            <p:cNvSpPr/>
            <p:nvPr/>
          </p:nvSpPr>
          <p:spPr>
            <a:xfrm>
              <a:off x="4580239" y="6627229"/>
              <a:ext cx="141089" cy="136921"/>
            </a:xfrm>
            <a:custGeom>
              <a:avLst/>
              <a:pathLst>
                <a:path w="141089" h="136921">
                  <a:moveTo>
                    <a:pt x="54173" y="11310"/>
                  </a:moveTo>
                  <a:lnTo>
                    <a:pt x="75009" y="11310"/>
                  </a:lnTo>
                  <a:lnTo>
                    <a:pt x="75009" y="0"/>
                  </a:lnTo>
                  <a:lnTo>
                    <a:pt x="86320" y="0"/>
                  </a:lnTo>
                  <a:lnTo>
                    <a:pt x="86320" y="11310"/>
                  </a:lnTo>
                  <a:lnTo>
                    <a:pt x="107156" y="11310"/>
                  </a:lnTo>
                  <a:lnTo>
                    <a:pt x="107156" y="0"/>
                  </a:lnTo>
                  <a:lnTo>
                    <a:pt x="118467" y="0"/>
                  </a:lnTo>
                  <a:lnTo>
                    <a:pt x="118467" y="11310"/>
                  </a:lnTo>
                  <a:lnTo>
                    <a:pt x="139303" y="11310"/>
                  </a:lnTo>
                  <a:lnTo>
                    <a:pt x="139303" y="22026"/>
                  </a:lnTo>
                  <a:lnTo>
                    <a:pt x="118467" y="22026"/>
                  </a:lnTo>
                  <a:lnTo>
                    <a:pt x="118467" y="33337"/>
                  </a:lnTo>
                  <a:lnTo>
                    <a:pt x="132159" y="33337"/>
                  </a:lnTo>
                  <a:lnTo>
                    <a:pt x="132159" y="82153"/>
                  </a:lnTo>
                  <a:lnTo>
                    <a:pt x="101798" y="82153"/>
                  </a:lnTo>
                  <a:lnTo>
                    <a:pt x="101673" y="83224"/>
                  </a:lnTo>
                  <a:lnTo>
                    <a:pt x="101536" y="84296"/>
                  </a:lnTo>
                  <a:lnTo>
                    <a:pt x="101387" y="85367"/>
                  </a:lnTo>
                  <a:lnTo>
                    <a:pt x="101226" y="86439"/>
                  </a:lnTo>
                  <a:lnTo>
                    <a:pt x="101054" y="87510"/>
                  </a:lnTo>
                  <a:lnTo>
                    <a:pt x="100869" y="88582"/>
                  </a:lnTo>
                  <a:lnTo>
                    <a:pt x="100673" y="89654"/>
                  </a:lnTo>
                  <a:lnTo>
                    <a:pt x="100464" y="90725"/>
                  </a:lnTo>
                  <a:lnTo>
                    <a:pt x="100244" y="91797"/>
                  </a:lnTo>
                  <a:lnTo>
                    <a:pt x="100012" y="92868"/>
                  </a:lnTo>
                  <a:lnTo>
                    <a:pt x="139303" y="92868"/>
                  </a:lnTo>
                  <a:lnTo>
                    <a:pt x="139303" y="103584"/>
                  </a:lnTo>
                  <a:lnTo>
                    <a:pt x="106560" y="103584"/>
                  </a:lnTo>
                  <a:lnTo>
                    <a:pt x="108727" y="106584"/>
                  </a:lnTo>
                  <a:lnTo>
                    <a:pt x="111180" y="109394"/>
                  </a:lnTo>
                  <a:lnTo>
                    <a:pt x="113919" y="112014"/>
                  </a:lnTo>
                  <a:lnTo>
                    <a:pt x="116943" y="114442"/>
                  </a:lnTo>
                  <a:lnTo>
                    <a:pt x="120253" y="116681"/>
                  </a:lnTo>
                  <a:lnTo>
                    <a:pt x="123848" y="118729"/>
                  </a:lnTo>
                  <a:lnTo>
                    <a:pt x="127730" y="120586"/>
                  </a:lnTo>
                  <a:lnTo>
                    <a:pt x="131897" y="122253"/>
                  </a:lnTo>
                  <a:lnTo>
                    <a:pt x="136350" y="123729"/>
                  </a:lnTo>
                  <a:lnTo>
                    <a:pt x="141089" y="125015"/>
                  </a:lnTo>
                  <a:lnTo>
                    <a:pt x="134540" y="136921"/>
                  </a:lnTo>
                  <a:lnTo>
                    <a:pt x="129224" y="135004"/>
                  </a:lnTo>
                  <a:lnTo>
                    <a:pt x="124229" y="132826"/>
                  </a:lnTo>
                  <a:lnTo>
                    <a:pt x="119556" y="130385"/>
                  </a:lnTo>
                  <a:lnTo>
                    <a:pt x="115204" y="127682"/>
                  </a:lnTo>
                  <a:lnTo>
                    <a:pt x="111174" y="124717"/>
                  </a:lnTo>
                  <a:lnTo>
                    <a:pt x="107465" y="121491"/>
                  </a:lnTo>
                  <a:lnTo>
                    <a:pt x="104078" y="118002"/>
                  </a:lnTo>
                  <a:lnTo>
                    <a:pt x="101012" y="114252"/>
                  </a:lnTo>
                  <a:lnTo>
                    <a:pt x="98268" y="110239"/>
                  </a:lnTo>
                  <a:lnTo>
                    <a:pt x="95845" y="105965"/>
                  </a:lnTo>
                  <a:lnTo>
                    <a:pt x="93606" y="110662"/>
                  </a:lnTo>
                  <a:lnTo>
                    <a:pt x="90939" y="114990"/>
                  </a:lnTo>
                  <a:lnTo>
                    <a:pt x="87844" y="118949"/>
                  </a:lnTo>
                  <a:lnTo>
                    <a:pt x="84320" y="122539"/>
                  </a:lnTo>
                  <a:lnTo>
                    <a:pt x="80367" y="125759"/>
                  </a:lnTo>
                  <a:lnTo>
                    <a:pt x="75985" y="128611"/>
                  </a:lnTo>
                  <a:lnTo>
                    <a:pt x="71175" y="131093"/>
                  </a:lnTo>
                  <a:lnTo>
                    <a:pt x="65936" y="133207"/>
                  </a:lnTo>
                  <a:lnTo>
                    <a:pt x="60269" y="134951"/>
                  </a:lnTo>
                  <a:lnTo>
                    <a:pt x="54173" y="136326"/>
                  </a:lnTo>
                  <a:lnTo>
                    <a:pt x="49410" y="126206"/>
                  </a:lnTo>
                  <a:lnTo>
                    <a:pt x="54798" y="124694"/>
                  </a:lnTo>
                  <a:lnTo>
                    <a:pt x="59769" y="123015"/>
                  </a:lnTo>
                  <a:lnTo>
                    <a:pt x="64323" y="121169"/>
                  </a:lnTo>
                  <a:lnTo>
                    <a:pt x="68460" y="119157"/>
                  </a:lnTo>
                  <a:lnTo>
                    <a:pt x="72181" y="116978"/>
                  </a:lnTo>
                  <a:lnTo>
                    <a:pt x="75485" y="114633"/>
                  </a:lnTo>
                  <a:lnTo>
                    <a:pt x="78372" y="112121"/>
                  </a:lnTo>
                  <a:lnTo>
                    <a:pt x="80843" y="109442"/>
                  </a:lnTo>
                  <a:lnTo>
                    <a:pt x="82897" y="106596"/>
                  </a:lnTo>
                  <a:lnTo>
                    <a:pt x="84534" y="103584"/>
                  </a:lnTo>
                  <a:lnTo>
                    <a:pt x="53578" y="103584"/>
                  </a:lnTo>
                  <a:lnTo>
                    <a:pt x="53578" y="92868"/>
                  </a:lnTo>
                  <a:lnTo>
                    <a:pt x="88106" y="92868"/>
                  </a:lnTo>
                  <a:lnTo>
                    <a:pt x="88451" y="91904"/>
                  </a:lnTo>
                  <a:lnTo>
                    <a:pt x="88773" y="90916"/>
                  </a:lnTo>
                  <a:lnTo>
                    <a:pt x="89070" y="89904"/>
                  </a:lnTo>
                  <a:lnTo>
                    <a:pt x="89344" y="88868"/>
                  </a:lnTo>
                  <a:lnTo>
                    <a:pt x="89594" y="87808"/>
                  </a:lnTo>
                  <a:lnTo>
                    <a:pt x="89820" y="86725"/>
                  </a:lnTo>
                  <a:lnTo>
                    <a:pt x="90023" y="85617"/>
                  </a:lnTo>
                  <a:lnTo>
                    <a:pt x="90201" y="84486"/>
                  </a:lnTo>
                  <a:lnTo>
                    <a:pt x="90356" y="83331"/>
                  </a:lnTo>
                  <a:lnTo>
                    <a:pt x="90487" y="82153"/>
                  </a:lnTo>
                  <a:lnTo>
                    <a:pt x="61317" y="82153"/>
                  </a:lnTo>
                  <a:lnTo>
                    <a:pt x="61317" y="33337"/>
                  </a:lnTo>
                  <a:lnTo>
                    <a:pt x="75009" y="33337"/>
                  </a:lnTo>
                  <a:lnTo>
                    <a:pt x="75009" y="22026"/>
                  </a:lnTo>
                  <a:lnTo>
                    <a:pt x="54173" y="22026"/>
                  </a:lnTo>
                  <a:close/>
                  <a:moveTo>
                    <a:pt x="86320" y="33337"/>
                  </a:moveTo>
                  <a:lnTo>
                    <a:pt x="107156" y="33337"/>
                  </a:lnTo>
                  <a:lnTo>
                    <a:pt x="107156" y="22026"/>
                  </a:lnTo>
                  <a:lnTo>
                    <a:pt x="86320" y="22026"/>
                  </a:lnTo>
                  <a:close/>
                  <a:moveTo>
                    <a:pt x="72628" y="52982"/>
                  </a:moveTo>
                  <a:lnTo>
                    <a:pt x="120848" y="52982"/>
                  </a:lnTo>
                  <a:lnTo>
                    <a:pt x="120848" y="43457"/>
                  </a:lnTo>
                  <a:lnTo>
                    <a:pt x="72628" y="43457"/>
                  </a:lnTo>
                  <a:close/>
                  <a:moveTo>
                    <a:pt x="72628" y="72032"/>
                  </a:moveTo>
                  <a:lnTo>
                    <a:pt x="120848" y="72032"/>
                  </a:lnTo>
                  <a:lnTo>
                    <a:pt x="120848" y="61912"/>
                  </a:lnTo>
                  <a:lnTo>
                    <a:pt x="72628" y="61912"/>
                  </a:lnTo>
                  <a:close/>
                  <a:moveTo>
                    <a:pt x="4762" y="27384"/>
                  </a:moveTo>
                  <a:lnTo>
                    <a:pt x="23812" y="27384"/>
                  </a:lnTo>
                  <a:lnTo>
                    <a:pt x="23812" y="0"/>
                  </a:lnTo>
                  <a:lnTo>
                    <a:pt x="35123" y="0"/>
                  </a:lnTo>
                  <a:lnTo>
                    <a:pt x="35123" y="27384"/>
                  </a:lnTo>
                  <a:lnTo>
                    <a:pt x="52982" y="27384"/>
                  </a:lnTo>
                  <a:lnTo>
                    <a:pt x="52982" y="38695"/>
                  </a:lnTo>
                  <a:lnTo>
                    <a:pt x="35123" y="38695"/>
                  </a:lnTo>
                  <a:lnTo>
                    <a:pt x="35123" y="45839"/>
                  </a:lnTo>
                  <a:lnTo>
                    <a:pt x="37355" y="48571"/>
                  </a:lnTo>
                  <a:lnTo>
                    <a:pt x="39528" y="51292"/>
                  </a:lnTo>
                  <a:lnTo>
                    <a:pt x="41642" y="54000"/>
                  </a:lnTo>
                  <a:lnTo>
                    <a:pt x="43695" y="56697"/>
                  </a:lnTo>
                  <a:lnTo>
                    <a:pt x="45690" y="59382"/>
                  </a:lnTo>
                  <a:lnTo>
                    <a:pt x="47625" y="62055"/>
                  </a:lnTo>
                  <a:lnTo>
                    <a:pt x="49500" y="64716"/>
                  </a:lnTo>
                  <a:lnTo>
                    <a:pt x="51315" y="67365"/>
                  </a:lnTo>
                  <a:lnTo>
                    <a:pt x="53072" y="70002"/>
                  </a:lnTo>
                  <a:lnTo>
                    <a:pt x="54768" y="72628"/>
                  </a:lnTo>
                  <a:lnTo>
                    <a:pt x="47029" y="83939"/>
                  </a:lnTo>
                  <a:lnTo>
                    <a:pt x="45839" y="81468"/>
                  </a:lnTo>
                  <a:lnTo>
                    <a:pt x="44648" y="79057"/>
                  </a:lnTo>
                  <a:lnTo>
                    <a:pt x="43457" y="76706"/>
                  </a:lnTo>
                  <a:lnTo>
                    <a:pt x="42267" y="74414"/>
                  </a:lnTo>
                  <a:lnTo>
                    <a:pt x="41076" y="72181"/>
                  </a:lnTo>
                  <a:lnTo>
                    <a:pt x="39885" y="70008"/>
                  </a:lnTo>
                  <a:lnTo>
                    <a:pt x="38695" y="67895"/>
                  </a:lnTo>
                  <a:lnTo>
                    <a:pt x="37504" y="65841"/>
                  </a:lnTo>
                  <a:lnTo>
                    <a:pt x="36314" y="63847"/>
                  </a:lnTo>
                  <a:lnTo>
                    <a:pt x="35123" y="61912"/>
                  </a:lnTo>
                  <a:lnTo>
                    <a:pt x="35123" y="136921"/>
                  </a:lnTo>
                  <a:lnTo>
                    <a:pt x="23812" y="136921"/>
                  </a:lnTo>
                  <a:lnTo>
                    <a:pt x="23812" y="72032"/>
                  </a:lnTo>
                  <a:lnTo>
                    <a:pt x="22479" y="75896"/>
                  </a:lnTo>
                  <a:lnTo>
                    <a:pt x="21097" y="79629"/>
                  </a:lnTo>
                  <a:lnTo>
                    <a:pt x="19669" y="83230"/>
                  </a:lnTo>
                  <a:lnTo>
                    <a:pt x="18192" y="86701"/>
                  </a:lnTo>
                  <a:lnTo>
                    <a:pt x="16668" y="90041"/>
                  </a:lnTo>
                  <a:lnTo>
                    <a:pt x="15097" y="93249"/>
                  </a:lnTo>
                  <a:lnTo>
                    <a:pt x="13477" y="96327"/>
                  </a:lnTo>
                  <a:lnTo>
                    <a:pt x="11811" y="99274"/>
                  </a:lnTo>
                  <a:lnTo>
                    <a:pt x="10096" y="102090"/>
                  </a:lnTo>
                  <a:lnTo>
                    <a:pt x="8334" y="104775"/>
                  </a:lnTo>
                  <a:lnTo>
                    <a:pt x="0" y="96440"/>
                  </a:lnTo>
                  <a:lnTo>
                    <a:pt x="3333" y="91255"/>
                  </a:lnTo>
                  <a:lnTo>
                    <a:pt x="6429" y="85939"/>
                  </a:lnTo>
                  <a:lnTo>
                    <a:pt x="9286" y="80492"/>
                  </a:lnTo>
                  <a:lnTo>
                    <a:pt x="11906" y="74914"/>
                  </a:lnTo>
                  <a:lnTo>
                    <a:pt x="14287" y="69205"/>
                  </a:lnTo>
                  <a:lnTo>
                    <a:pt x="16430" y="63365"/>
                  </a:lnTo>
                  <a:lnTo>
                    <a:pt x="18335" y="57394"/>
                  </a:lnTo>
                  <a:lnTo>
                    <a:pt x="20002" y="51292"/>
                  </a:lnTo>
                  <a:lnTo>
                    <a:pt x="21431" y="45059"/>
                  </a:lnTo>
                  <a:lnTo>
                    <a:pt x="22621" y="38695"/>
                  </a:lnTo>
                  <a:lnTo>
                    <a:pt x="4762" y="386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h104"/>
            <p:cNvSpPr/>
            <p:nvPr/>
          </p:nvSpPr>
          <p:spPr>
            <a:xfrm>
              <a:off x="4735020" y="6629610"/>
              <a:ext cx="136326" cy="130373"/>
            </a:xfrm>
            <a:custGeom>
              <a:avLst/>
              <a:pathLst>
                <a:path w="136326" h="130373">
                  <a:moveTo>
                    <a:pt x="62507" y="80962"/>
                  </a:moveTo>
                  <a:lnTo>
                    <a:pt x="75009" y="80962"/>
                  </a:lnTo>
                  <a:lnTo>
                    <a:pt x="75009" y="94654"/>
                  </a:lnTo>
                  <a:lnTo>
                    <a:pt x="126206" y="94654"/>
                  </a:lnTo>
                  <a:lnTo>
                    <a:pt x="126206" y="105370"/>
                  </a:lnTo>
                  <a:lnTo>
                    <a:pt x="75009" y="105370"/>
                  </a:lnTo>
                  <a:lnTo>
                    <a:pt x="75009" y="119062"/>
                  </a:lnTo>
                  <a:lnTo>
                    <a:pt x="136326" y="119062"/>
                  </a:lnTo>
                  <a:lnTo>
                    <a:pt x="136326" y="130373"/>
                  </a:lnTo>
                  <a:lnTo>
                    <a:pt x="0" y="130373"/>
                  </a:lnTo>
                  <a:lnTo>
                    <a:pt x="0" y="119062"/>
                  </a:lnTo>
                  <a:lnTo>
                    <a:pt x="62507" y="119062"/>
                  </a:lnTo>
                  <a:lnTo>
                    <a:pt x="62507" y="105370"/>
                  </a:lnTo>
                  <a:lnTo>
                    <a:pt x="11310" y="105370"/>
                  </a:lnTo>
                  <a:lnTo>
                    <a:pt x="11310" y="94654"/>
                  </a:lnTo>
                  <a:lnTo>
                    <a:pt x="62507" y="94654"/>
                  </a:lnTo>
                  <a:close/>
                  <a:moveTo>
                    <a:pt x="6548" y="2976"/>
                  </a:moveTo>
                  <a:lnTo>
                    <a:pt x="76795" y="2976"/>
                  </a:lnTo>
                  <a:lnTo>
                    <a:pt x="76795" y="13692"/>
                  </a:lnTo>
                  <a:lnTo>
                    <a:pt x="62507" y="13692"/>
                  </a:lnTo>
                  <a:lnTo>
                    <a:pt x="62507" y="35123"/>
                  </a:lnTo>
                  <a:lnTo>
                    <a:pt x="80367" y="35123"/>
                  </a:lnTo>
                  <a:lnTo>
                    <a:pt x="80367" y="45839"/>
                  </a:lnTo>
                  <a:lnTo>
                    <a:pt x="62507" y="45839"/>
                  </a:lnTo>
                  <a:lnTo>
                    <a:pt x="62507" y="79771"/>
                  </a:lnTo>
                  <a:lnTo>
                    <a:pt x="51196" y="79771"/>
                  </a:lnTo>
                  <a:lnTo>
                    <a:pt x="51196" y="45839"/>
                  </a:lnTo>
                  <a:lnTo>
                    <a:pt x="32146" y="45839"/>
                  </a:lnTo>
                  <a:lnTo>
                    <a:pt x="31712" y="50053"/>
                  </a:lnTo>
                  <a:lnTo>
                    <a:pt x="30884" y="54125"/>
                  </a:lnTo>
                  <a:lnTo>
                    <a:pt x="29664" y="58054"/>
                  </a:lnTo>
                  <a:lnTo>
                    <a:pt x="28051" y="61841"/>
                  </a:lnTo>
                  <a:lnTo>
                    <a:pt x="26044" y="65484"/>
                  </a:lnTo>
                  <a:lnTo>
                    <a:pt x="23645" y="68984"/>
                  </a:lnTo>
                  <a:lnTo>
                    <a:pt x="20853" y="72342"/>
                  </a:lnTo>
                  <a:lnTo>
                    <a:pt x="17668" y="75557"/>
                  </a:lnTo>
                  <a:lnTo>
                    <a:pt x="14091" y="78628"/>
                  </a:lnTo>
                  <a:lnTo>
                    <a:pt x="10120" y="81557"/>
                  </a:lnTo>
                  <a:lnTo>
                    <a:pt x="3571" y="70842"/>
                  </a:lnTo>
                  <a:lnTo>
                    <a:pt x="6637" y="68663"/>
                  </a:lnTo>
                  <a:lnTo>
                    <a:pt x="9405" y="66413"/>
                  </a:lnTo>
                  <a:lnTo>
                    <a:pt x="11876" y="64091"/>
                  </a:lnTo>
                  <a:lnTo>
                    <a:pt x="14049" y="61698"/>
                  </a:lnTo>
                  <a:lnTo>
                    <a:pt x="15924" y="59233"/>
                  </a:lnTo>
                  <a:lnTo>
                    <a:pt x="17502" y="56697"/>
                  </a:lnTo>
                  <a:lnTo>
                    <a:pt x="18782" y="54090"/>
                  </a:lnTo>
                  <a:lnTo>
                    <a:pt x="19764" y="51411"/>
                  </a:lnTo>
                  <a:lnTo>
                    <a:pt x="20448" y="48660"/>
                  </a:lnTo>
                  <a:lnTo>
                    <a:pt x="20835" y="45839"/>
                  </a:lnTo>
                  <a:lnTo>
                    <a:pt x="1785" y="45839"/>
                  </a:lnTo>
                  <a:lnTo>
                    <a:pt x="1785" y="35123"/>
                  </a:lnTo>
                  <a:lnTo>
                    <a:pt x="20835" y="35123"/>
                  </a:lnTo>
                  <a:lnTo>
                    <a:pt x="20835" y="13692"/>
                  </a:lnTo>
                  <a:lnTo>
                    <a:pt x="6548" y="13692"/>
                  </a:lnTo>
                  <a:close/>
                  <a:moveTo>
                    <a:pt x="51196" y="35123"/>
                  </a:moveTo>
                  <a:lnTo>
                    <a:pt x="51196" y="13692"/>
                  </a:lnTo>
                  <a:lnTo>
                    <a:pt x="32146" y="13692"/>
                  </a:lnTo>
                  <a:lnTo>
                    <a:pt x="32146" y="35123"/>
                  </a:lnTo>
                  <a:close/>
                  <a:moveTo>
                    <a:pt x="115490" y="0"/>
                  </a:moveTo>
                  <a:lnTo>
                    <a:pt x="126801" y="0"/>
                  </a:lnTo>
                  <a:lnTo>
                    <a:pt x="126801" y="68460"/>
                  </a:lnTo>
                  <a:lnTo>
                    <a:pt x="126771" y="70193"/>
                  </a:lnTo>
                  <a:lnTo>
                    <a:pt x="126682" y="71818"/>
                  </a:lnTo>
                  <a:lnTo>
                    <a:pt x="126533" y="73336"/>
                  </a:lnTo>
                  <a:lnTo>
                    <a:pt x="126325" y="74747"/>
                  </a:lnTo>
                  <a:lnTo>
                    <a:pt x="126057" y="76051"/>
                  </a:lnTo>
                  <a:lnTo>
                    <a:pt x="125730" y="77247"/>
                  </a:lnTo>
                  <a:lnTo>
                    <a:pt x="125343" y="78337"/>
                  </a:lnTo>
                  <a:lnTo>
                    <a:pt x="124896" y="79319"/>
                  </a:lnTo>
                  <a:lnTo>
                    <a:pt x="124390" y="80194"/>
                  </a:lnTo>
                  <a:lnTo>
                    <a:pt x="123825" y="80962"/>
                  </a:lnTo>
                  <a:lnTo>
                    <a:pt x="123164" y="81641"/>
                  </a:lnTo>
                  <a:lnTo>
                    <a:pt x="122372" y="82248"/>
                  </a:lnTo>
                  <a:lnTo>
                    <a:pt x="121449" y="82784"/>
                  </a:lnTo>
                  <a:lnTo>
                    <a:pt x="120396" y="83248"/>
                  </a:lnTo>
                  <a:lnTo>
                    <a:pt x="119211" y="83641"/>
                  </a:lnTo>
                  <a:lnTo>
                    <a:pt x="117895" y="83962"/>
                  </a:lnTo>
                  <a:lnTo>
                    <a:pt x="116449" y="84212"/>
                  </a:lnTo>
                  <a:lnTo>
                    <a:pt x="114871" y="84391"/>
                  </a:lnTo>
                  <a:lnTo>
                    <a:pt x="113162" y="84498"/>
                  </a:lnTo>
                  <a:lnTo>
                    <a:pt x="111323" y="84534"/>
                  </a:lnTo>
                  <a:lnTo>
                    <a:pt x="109787" y="84516"/>
                  </a:lnTo>
                  <a:lnTo>
                    <a:pt x="108275" y="84462"/>
                  </a:lnTo>
                  <a:lnTo>
                    <a:pt x="106787" y="84373"/>
                  </a:lnTo>
                  <a:lnTo>
                    <a:pt x="105322" y="84248"/>
                  </a:lnTo>
                  <a:lnTo>
                    <a:pt x="103882" y="84087"/>
                  </a:lnTo>
                  <a:lnTo>
                    <a:pt x="102465" y="83891"/>
                  </a:lnTo>
                  <a:lnTo>
                    <a:pt x="101072" y="83659"/>
                  </a:lnTo>
                  <a:lnTo>
                    <a:pt x="99702" y="83391"/>
                  </a:lnTo>
                  <a:lnTo>
                    <a:pt x="98357" y="83087"/>
                  </a:lnTo>
                  <a:lnTo>
                    <a:pt x="97035" y="82748"/>
                  </a:lnTo>
                  <a:lnTo>
                    <a:pt x="94654" y="70246"/>
                  </a:lnTo>
                  <a:lnTo>
                    <a:pt x="96089" y="70699"/>
                  </a:lnTo>
                  <a:lnTo>
                    <a:pt x="97536" y="71104"/>
                  </a:lnTo>
                  <a:lnTo>
                    <a:pt x="98994" y="71461"/>
                  </a:lnTo>
                  <a:lnTo>
                    <a:pt x="100464" y="71770"/>
                  </a:lnTo>
                  <a:lnTo>
                    <a:pt x="101947" y="72032"/>
                  </a:lnTo>
                  <a:lnTo>
                    <a:pt x="103441" y="72247"/>
                  </a:lnTo>
                  <a:lnTo>
                    <a:pt x="104947" y="72413"/>
                  </a:lnTo>
                  <a:lnTo>
                    <a:pt x="106465" y="72532"/>
                  </a:lnTo>
                  <a:lnTo>
                    <a:pt x="107995" y="72604"/>
                  </a:lnTo>
                  <a:lnTo>
                    <a:pt x="109537" y="72628"/>
                  </a:lnTo>
                  <a:lnTo>
                    <a:pt x="110228" y="72613"/>
                  </a:lnTo>
                  <a:lnTo>
                    <a:pt x="110871" y="72568"/>
                  </a:lnTo>
                  <a:lnTo>
                    <a:pt x="111466" y="72494"/>
                  </a:lnTo>
                  <a:lnTo>
                    <a:pt x="112014" y="72390"/>
                  </a:lnTo>
                  <a:lnTo>
                    <a:pt x="112514" y="72256"/>
                  </a:lnTo>
                  <a:lnTo>
                    <a:pt x="112966" y="72092"/>
                  </a:lnTo>
                  <a:lnTo>
                    <a:pt x="113371" y="71898"/>
                  </a:lnTo>
                  <a:lnTo>
                    <a:pt x="113728" y="71675"/>
                  </a:lnTo>
                  <a:lnTo>
                    <a:pt x="114038" y="71422"/>
                  </a:lnTo>
                  <a:lnTo>
                    <a:pt x="114300" y="71139"/>
                  </a:lnTo>
                  <a:lnTo>
                    <a:pt x="114526" y="70815"/>
                  </a:lnTo>
                  <a:lnTo>
                    <a:pt x="114728" y="70437"/>
                  </a:lnTo>
                  <a:lnTo>
                    <a:pt x="114907" y="70005"/>
                  </a:lnTo>
                  <a:lnTo>
                    <a:pt x="115062" y="69520"/>
                  </a:lnTo>
                  <a:lnTo>
                    <a:pt x="115192" y="68981"/>
                  </a:lnTo>
                  <a:lnTo>
                    <a:pt x="115300" y="68389"/>
                  </a:lnTo>
                  <a:lnTo>
                    <a:pt x="115383" y="67743"/>
                  </a:lnTo>
                  <a:lnTo>
                    <a:pt x="115443" y="67044"/>
                  </a:lnTo>
                  <a:lnTo>
                    <a:pt x="115478" y="66291"/>
                  </a:lnTo>
                  <a:lnTo>
                    <a:pt x="115490" y="65484"/>
                  </a:lnTo>
                  <a:close/>
                  <a:moveTo>
                    <a:pt x="88106" y="8334"/>
                  </a:moveTo>
                  <a:lnTo>
                    <a:pt x="100012" y="8334"/>
                  </a:lnTo>
                  <a:lnTo>
                    <a:pt x="100012" y="63103"/>
                  </a:lnTo>
                  <a:lnTo>
                    <a:pt x="88106" y="631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h105"/>
            <p:cNvSpPr/>
            <p:nvPr/>
          </p:nvSpPr>
          <p:spPr>
            <a:xfrm>
              <a:off x="56939" y="3465824"/>
              <a:ext cx="136921" cy="133945"/>
            </a:xfrm>
            <a:custGeom>
              <a:avLst/>
              <a:pathLst>
                <a:path w="136921" h="133945">
                  <a:moveTo>
                    <a:pt x="35718" y="132159"/>
                  </a:moveTo>
                  <a:lnTo>
                    <a:pt x="35718" y="114895"/>
                  </a:lnTo>
                  <a:lnTo>
                    <a:pt x="2976" y="114895"/>
                  </a:lnTo>
                  <a:lnTo>
                    <a:pt x="2976" y="103584"/>
                  </a:lnTo>
                  <a:lnTo>
                    <a:pt x="35718" y="103584"/>
                  </a:lnTo>
                  <a:lnTo>
                    <a:pt x="35718" y="86320"/>
                  </a:lnTo>
                  <a:lnTo>
                    <a:pt x="47029" y="86320"/>
                  </a:lnTo>
                  <a:lnTo>
                    <a:pt x="47029" y="103584"/>
                  </a:lnTo>
                  <a:lnTo>
                    <a:pt x="94059" y="103584"/>
                  </a:lnTo>
                  <a:lnTo>
                    <a:pt x="88106" y="88701"/>
                  </a:lnTo>
                  <a:lnTo>
                    <a:pt x="98821" y="86915"/>
                  </a:lnTo>
                  <a:lnTo>
                    <a:pt x="100697" y="91005"/>
                  </a:lnTo>
                  <a:lnTo>
                    <a:pt x="102512" y="95178"/>
                  </a:lnTo>
                  <a:lnTo>
                    <a:pt x="104268" y="99435"/>
                  </a:lnTo>
                  <a:lnTo>
                    <a:pt x="105965" y="103774"/>
                  </a:lnTo>
                  <a:lnTo>
                    <a:pt x="107602" y="108198"/>
                  </a:lnTo>
                  <a:lnTo>
                    <a:pt x="109180" y="112704"/>
                  </a:lnTo>
                  <a:lnTo>
                    <a:pt x="110698" y="117294"/>
                  </a:lnTo>
                  <a:lnTo>
                    <a:pt x="112156" y="121967"/>
                  </a:lnTo>
                  <a:lnTo>
                    <a:pt x="113555" y="126724"/>
                  </a:lnTo>
                  <a:lnTo>
                    <a:pt x="114895" y="131564"/>
                  </a:lnTo>
                  <a:lnTo>
                    <a:pt x="102989" y="133945"/>
                  </a:lnTo>
                  <a:lnTo>
                    <a:pt x="102506" y="131933"/>
                  </a:lnTo>
                  <a:lnTo>
                    <a:pt x="102012" y="129944"/>
                  </a:lnTo>
                  <a:lnTo>
                    <a:pt x="101506" y="127980"/>
                  </a:lnTo>
                  <a:lnTo>
                    <a:pt x="100988" y="126039"/>
                  </a:lnTo>
                  <a:lnTo>
                    <a:pt x="100458" y="124122"/>
                  </a:lnTo>
                  <a:lnTo>
                    <a:pt x="99917" y="122229"/>
                  </a:lnTo>
                  <a:lnTo>
                    <a:pt x="99363" y="120360"/>
                  </a:lnTo>
                  <a:lnTo>
                    <a:pt x="98798" y="118514"/>
                  </a:lnTo>
                  <a:lnTo>
                    <a:pt x="98220" y="116693"/>
                  </a:lnTo>
                  <a:lnTo>
                    <a:pt x="97631" y="114895"/>
                  </a:lnTo>
                  <a:lnTo>
                    <a:pt x="47029" y="114895"/>
                  </a:lnTo>
                  <a:lnTo>
                    <a:pt x="47029" y="132159"/>
                  </a:lnTo>
                  <a:close/>
                  <a:moveTo>
                    <a:pt x="0" y="63698"/>
                  </a:moveTo>
                  <a:lnTo>
                    <a:pt x="2381" y="51792"/>
                  </a:lnTo>
                  <a:lnTo>
                    <a:pt x="20240" y="56554"/>
                  </a:lnTo>
                  <a:lnTo>
                    <a:pt x="20240" y="0"/>
                  </a:lnTo>
                  <a:lnTo>
                    <a:pt x="36153" y="53"/>
                  </a:lnTo>
                  <a:lnTo>
                    <a:pt x="50792" y="214"/>
                  </a:lnTo>
                  <a:lnTo>
                    <a:pt x="64156" y="482"/>
                  </a:lnTo>
                  <a:lnTo>
                    <a:pt x="76247" y="857"/>
                  </a:lnTo>
                  <a:lnTo>
                    <a:pt x="87064" y="1339"/>
                  </a:lnTo>
                  <a:lnTo>
                    <a:pt x="96607" y="1928"/>
                  </a:lnTo>
                  <a:lnTo>
                    <a:pt x="104876" y="2625"/>
                  </a:lnTo>
                  <a:lnTo>
                    <a:pt x="111871" y="3429"/>
                  </a:lnTo>
                  <a:lnTo>
                    <a:pt x="117592" y="4339"/>
                  </a:lnTo>
                  <a:lnTo>
                    <a:pt x="122039" y="5357"/>
                  </a:lnTo>
                  <a:lnTo>
                    <a:pt x="124866" y="6298"/>
                  </a:lnTo>
                  <a:lnTo>
                    <a:pt x="127396" y="7453"/>
                  </a:lnTo>
                  <a:lnTo>
                    <a:pt x="129629" y="8822"/>
                  </a:lnTo>
                  <a:lnTo>
                    <a:pt x="131564" y="10406"/>
                  </a:lnTo>
                  <a:lnTo>
                    <a:pt x="133201" y="12203"/>
                  </a:lnTo>
                  <a:lnTo>
                    <a:pt x="134540" y="14216"/>
                  </a:lnTo>
                  <a:lnTo>
                    <a:pt x="135582" y="16442"/>
                  </a:lnTo>
                  <a:lnTo>
                    <a:pt x="136326" y="18883"/>
                  </a:lnTo>
                  <a:lnTo>
                    <a:pt x="136773" y="21538"/>
                  </a:lnTo>
                  <a:lnTo>
                    <a:pt x="136921" y="24407"/>
                  </a:lnTo>
                  <a:lnTo>
                    <a:pt x="136904" y="26485"/>
                  </a:lnTo>
                  <a:lnTo>
                    <a:pt x="136850" y="28670"/>
                  </a:lnTo>
                  <a:lnTo>
                    <a:pt x="136761" y="30962"/>
                  </a:lnTo>
                  <a:lnTo>
                    <a:pt x="136636" y="33361"/>
                  </a:lnTo>
                  <a:lnTo>
                    <a:pt x="136475" y="35867"/>
                  </a:lnTo>
                  <a:lnTo>
                    <a:pt x="136278" y="38481"/>
                  </a:lnTo>
                  <a:lnTo>
                    <a:pt x="136046" y="41201"/>
                  </a:lnTo>
                  <a:lnTo>
                    <a:pt x="135778" y="44029"/>
                  </a:lnTo>
                  <a:lnTo>
                    <a:pt x="135475" y="46964"/>
                  </a:lnTo>
                  <a:lnTo>
                    <a:pt x="135135" y="50006"/>
                  </a:lnTo>
                  <a:lnTo>
                    <a:pt x="123229" y="52387"/>
                  </a:lnTo>
                  <a:lnTo>
                    <a:pt x="123569" y="48571"/>
                  </a:lnTo>
                  <a:lnTo>
                    <a:pt x="123872" y="44981"/>
                  </a:lnTo>
                  <a:lnTo>
                    <a:pt x="124140" y="41618"/>
                  </a:lnTo>
                  <a:lnTo>
                    <a:pt x="124372" y="38481"/>
                  </a:lnTo>
                  <a:lnTo>
                    <a:pt x="124569" y="35569"/>
                  </a:lnTo>
                  <a:lnTo>
                    <a:pt x="124729" y="32885"/>
                  </a:lnTo>
                  <a:lnTo>
                    <a:pt x="124854" y="30426"/>
                  </a:lnTo>
                  <a:lnTo>
                    <a:pt x="124944" y="28194"/>
                  </a:lnTo>
                  <a:lnTo>
                    <a:pt x="124997" y="26187"/>
                  </a:lnTo>
                  <a:lnTo>
                    <a:pt x="125015" y="24407"/>
                  </a:lnTo>
                  <a:lnTo>
                    <a:pt x="124932" y="23145"/>
                  </a:lnTo>
                  <a:lnTo>
                    <a:pt x="124682" y="21978"/>
                  </a:lnTo>
                  <a:lnTo>
                    <a:pt x="124265" y="20907"/>
                  </a:lnTo>
                  <a:lnTo>
                    <a:pt x="123682" y="19931"/>
                  </a:lnTo>
                  <a:lnTo>
                    <a:pt x="122932" y="19050"/>
                  </a:lnTo>
                  <a:lnTo>
                    <a:pt x="122015" y="18264"/>
                  </a:lnTo>
                  <a:lnTo>
                    <a:pt x="120931" y="17573"/>
                  </a:lnTo>
                  <a:lnTo>
                    <a:pt x="119681" y="16978"/>
                  </a:lnTo>
                  <a:lnTo>
                    <a:pt x="118264" y="16478"/>
                  </a:lnTo>
                  <a:lnTo>
                    <a:pt x="116681" y="16073"/>
                  </a:lnTo>
                  <a:lnTo>
                    <a:pt x="112936" y="15394"/>
                  </a:lnTo>
                  <a:lnTo>
                    <a:pt x="108132" y="14787"/>
                  </a:lnTo>
                  <a:lnTo>
                    <a:pt x="102268" y="14251"/>
                  </a:lnTo>
                  <a:lnTo>
                    <a:pt x="95345" y="13787"/>
                  </a:lnTo>
                  <a:lnTo>
                    <a:pt x="87362" y="13394"/>
                  </a:lnTo>
                  <a:lnTo>
                    <a:pt x="78319" y="13073"/>
                  </a:lnTo>
                  <a:lnTo>
                    <a:pt x="68216" y="12823"/>
                  </a:lnTo>
                  <a:lnTo>
                    <a:pt x="57054" y="12644"/>
                  </a:lnTo>
                  <a:lnTo>
                    <a:pt x="44832" y="12537"/>
                  </a:lnTo>
                  <a:lnTo>
                    <a:pt x="31551" y="12501"/>
                  </a:lnTo>
                  <a:lnTo>
                    <a:pt x="31551" y="61317"/>
                  </a:lnTo>
                  <a:lnTo>
                    <a:pt x="34420" y="62228"/>
                  </a:lnTo>
                  <a:lnTo>
                    <a:pt x="37314" y="63293"/>
                  </a:lnTo>
                  <a:lnTo>
                    <a:pt x="40231" y="64514"/>
                  </a:lnTo>
                  <a:lnTo>
                    <a:pt x="43172" y="65889"/>
                  </a:lnTo>
                  <a:lnTo>
                    <a:pt x="46136" y="67419"/>
                  </a:lnTo>
                  <a:lnTo>
                    <a:pt x="49125" y="69103"/>
                  </a:lnTo>
                  <a:lnTo>
                    <a:pt x="52137" y="70943"/>
                  </a:lnTo>
                  <a:lnTo>
                    <a:pt x="55173" y="72937"/>
                  </a:lnTo>
                  <a:lnTo>
                    <a:pt x="58233" y="75086"/>
                  </a:lnTo>
                  <a:lnTo>
                    <a:pt x="61317" y="77390"/>
                  </a:lnTo>
                  <a:lnTo>
                    <a:pt x="52982" y="86320"/>
                  </a:lnTo>
                  <a:lnTo>
                    <a:pt x="48595" y="83308"/>
                  </a:lnTo>
                  <a:lnTo>
                    <a:pt x="44005" y="80462"/>
                  </a:lnTo>
                  <a:lnTo>
                    <a:pt x="39213" y="77783"/>
                  </a:lnTo>
                  <a:lnTo>
                    <a:pt x="34218" y="75271"/>
                  </a:lnTo>
                  <a:lnTo>
                    <a:pt x="29021" y="72925"/>
                  </a:lnTo>
                  <a:lnTo>
                    <a:pt x="23622" y="70746"/>
                  </a:lnTo>
                  <a:lnTo>
                    <a:pt x="18020" y="68734"/>
                  </a:lnTo>
                  <a:lnTo>
                    <a:pt x="12215" y="66889"/>
                  </a:lnTo>
                  <a:lnTo>
                    <a:pt x="6209" y="65210"/>
                  </a:lnTo>
                  <a:close/>
                  <a:moveTo>
                    <a:pt x="44053" y="49410"/>
                  </a:moveTo>
                  <a:lnTo>
                    <a:pt x="46208" y="47190"/>
                  </a:lnTo>
                  <a:lnTo>
                    <a:pt x="48387" y="45053"/>
                  </a:lnTo>
                  <a:lnTo>
                    <a:pt x="50589" y="42999"/>
                  </a:lnTo>
                  <a:lnTo>
                    <a:pt x="52816" y="41028"/>
                  </a:lnTo>
                  <a:lnTo>
                    <a:pt x="55066" y="39141"/>
                  </a:lnTo>
                  <a:lnTo>
                    <a:pt x="57340" y="37338"/>
                  </a:lnTo>
                  <a:lnTo>
                    <a:pt x="59638" y="35617"/>
                  </a:lnTo>
                  <a:lnTo>
                    <a:pt x="61960" y="33980"/>
                  </a:lnTo>
                  <a:lnTo>
                    <a:pt x="64305" y="32426"/>
                  </a:lnTo>
                  <a:lnTo>
                    <a:pt x="66675" y="30956"/>
                  </a:lnTo>
                  <a:lnTo>
                    <a:pt x="73223" y="41671"/>
                  </a:lnTo>
                  <a:lnTo>
                    <a:pt x="70848" y="43023"/>
                  </a:lnTo>
                  <a:lnTo>
                    <a:pt x="68484" y="44457"/>
                  </a:lnTo>
                  <a:lnTo>
                    <a:pt x="66133" y="45975"/>
                  </a:lnTo>
                  <a:lnTo>
                    <a:pt x="63793" y="47577"/>
                  </a:lnTo>
                  <a:lnTo>
                    <a:pt x="61466" y="49262"/>
                  </a:lnTo>
                  <a:lnTo>
                    <a:pt x="59150" y="51030"/>
                  </a:lnTo>
                  <a:lnTo>
                    <a:pt x="56846" y="52881"/>
                  </a:lnTo>
                  <a:lnTo>
                    <a:pt x="54554" y="54816"/>
                  </a:lnTo>
                  <a:lnTo>
                    <a:pt x="52274" y="56834"/>
                  </a:lnTo>
                  <a:lnTo>
                    <a:pt x="50006" y="58935"/>
                  </a:lnTo>
                  <a:close/>
                  <a:moveTo>
                    <a:pt x="79176" y="25598"/>
                  </a:moveTo>
                  <a:lnTo>
                    <a:pt x="89892" y="23217"/>
                  </a:lnTo>
                  <a:lnTo>
                    <a:pt x="91886" y="27676"/>
                  </a:lnTo>
                  <a:lnTo>
                    <a:pt x="93821" y="32242"/>
                  </a:lnTo>
                  <a:lnTo>
                    <a:pt x="95696" y="36915"/>
                  </a:lnTo>
                  <a:lnTo>
                    <a:pt x="97512" y="41695"/>
                  </a:lnTo>
                  <a:lnTo>
                    <a:pt x="99268" y="46583"/>
                  </a:lnTo>
                  <a:lnTo>
                    <a:pt x="100965" y="51577"/>
                  </a:lnTo>
                  <a:lnTo>
                    <a:pt x="102602" y="56679"/>
                  </a:lnTo>
                  <a:lnTo>
                    <a:pt x="104179" y="61888"/>
                  </a:lnTo>
                  <a:lnTo>
                    <a:pt x="105697" y="67204"/>
                  </a:lnTo>
                  <a:lnTo>
                    <a:pt x="107156" y="72628"/>
                  </a:lnTo>
                  <a:lnTo>
                    <a:pt x="95250" y="76795"/>
                  </a:lnTo>
                  <a:lnTo>
                    <a:pt x="93803" y="71139"/>
                  </a:lnTo>
                  <a:lnTo>
                    <a:pt x="92321" y="65603"/>
                  </a:lnTo>
                  <a:lnTo>
                    <a:pt x="90803" y="60186"/>
                  </a:lnTo>
                  <a:lnTo>
                    <a:pt x="89249" y="54887"/>
                  </a:lnTo>
                  <a:lnTo>
                    <a:pt x="87659" y="49708"/>
                  </a:lnTo>
                  <a:lnTo>
                    <a:pt x="86034" y="44648"/>
                  </a:lnTo>
                  <a:lnTo>
                    <a:pt x="84373" y="39707"/>
                  </a:lnTo>
                  <a:lnTo>
                    <a:pt x="82677" y="34885"/>
                  </a:lnTo>
                  <a:lnTo>
                    <a:pt x="80944" y="301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h106"/>
            <p:cNvSpPr/>
            <p:nvPr/>
          </p:nvSpPr>
          <p:spPr>
            <a:xfrm>
              <a:off x="56939" y="3311638"/>
              <a:ext cx="137517" cy="132754"/>
            </a:xfrm>
            <a:custGeom>
              <a:avLst/>
              <a:pathLst>
                <a:path w="137517" h="132754">
                  <a:moveTo>
                    <a:pt x="0" y="69056"/>
                  </a:moveTo>
                  <a:lnTo>
                    <a:pt x="2393" y="67544"/>
                  </a:lnTo>
                  <a:lnTo>
                    <a:pt x="4810" y="66103"/>
                  </a:lnTo>
                  <a:lnTo>
                    <a:pt x="7250" y="64734"/>
                  </a:lnTo>
                  <a:lnTo>
                    <a:pt x="9715" y="63436"/>
                  </a:lnTo>
                  <a:lnTo>
                    <a:pt x="12203" y="62210"/>
                  </a:lnTo>
                  <a:lnTo>
                    <a:pt x="14716" y="61055"/>
                  </a:lnTo>
                  <a:lnTo>
                    <a:pt x="17252" y="59971"/>
                  </a:lnTo>
                  <a:lnTo>
                    <a:pt x="19812" y="58959"/>
                  </a:lnTo>
                  <a:lnTo>
                    <a:pt x="22395" y="58019"/>
                  </a:lnTo>
                  <a:lnTo>
                    <a:pt x="25003" y="57150"/>
                  </a:lnTo>
                  <a:lnTo>
                    <a:pt x="25003" y="0"/>
                  </a:lnTo>
                  <a:lnTo>
                    <a:pt x="36314" y="0"/>
                  </a:lnTo>
                  <a:lnTo>
                    <a:pt x="36314" y="81557"/>
                  </a:lnTo>
                  <a:lnTo>
                    <a:pt x="38909" y="81563"/>
                  </a:lnTo>
                  <a:lnTo>
                    <a:pt x="41457" y="81581"/>
                  </a:lnTo>
                  <a:lnTo>
                    <a:pt x="43957" y="81611"/>
                  </a:lnTo>
                  <a:lnTo>
                    <a:pt x="46410" y="81653"/>
                  </a:lnTo>
                  <a:lnTo>
                    <a:pt x="48815" y="81706"/>
                  </a:lnTo>
                  <a:lnTo>
                    <a:pt x="51173" y="81772"/>
                  </a:lnTo>
                  <a:lnTo>
                    <a:pt x="53482" y="81849"/>
                  </a:lnTo>
                  <a:lnTo>
                    <a:pt x="55745" y="81938"/>
                  </a:lnTo>
                  <a:lnTo>
                    <a:pt x="57959" y="82040"/>
                  </a:lnTo>
                  <a:lnTo>
                    <a:pt x="60126" y="82153"/>
                  </a:lnTo>
                  <a:lnTo>
                    <a:pt x="60126" y="14882"/>
                  </a:lnTo>
                  <a:lnTo>
                    <a:pt x="70866" y="14930"/>
                  </a:lnTo>
                  <a:lnTo>
                    <a:pt x="80700" y="15073"/>
                  </a:lnTo>
                  <a:lnTo>
                    <a:pt x="89630" y="15311"/>
                  </a:lnTo>
                  <a:lnTo>
                    <a:pt x="97655" y="15644"/>
                  </a:lnTo>
                  <a:lnTo>
                    <a:pt x="104775" y="16073"/>
                  </a:lnTo>
                  <a:lnTo>
                    <a:pt x="110990" y="16597"/>
                  </a:lnTo>
                  <a:lnTo>
                    <a:pt x="116300" y="17216"/>
                  </a:lnTo>
                  <a:lnTo>
                    <a:pt x="120705" y="17930"/>
                  </a:lnTo>
                  <a:lnTo>
                    <a:pt x="124206" y="18740"/>
                  </a:lnTo>
                  <a:lnTo>
                    <a:pt x="126801" y="19645"/>
                  </a:lnTo>
                  <a:lnTo>
                    <a:pt x="128837" y="20693"/>
                  </a:lnTo>
                  <a:lnTo>
                    <a:pt x="130659" y="21931"/>
                  </a:lnTo>
                  <a:lnTo>
                    <a:pt x="132266" y="23360"/>
                  </a:lnTo>
                  <a:lnTo>
                    <a:pt x="133659" y="24979"/>
                  </a:lnTo>
                  <a:lnTo>
                    <a:pt x="134838" y="26789"/>
                  </a:lnTo>
                  <a:lnTo>
                    <a:pt x="135802" y="28789"/>
                  </a:lnTo>
                  <a:lnTo>
                    <a:pt x="136552" y="30980"/>
                  </a:lnTo>
                  <a:lnTo>
                    <a:pt x="137088" y="33361"/>
                  </a:lnTo>
                  <a:lnTo>
                    <a:pt x="137410" y="35933"/>
                  </a:lnTo>
                  <a:lnTo>
                    <a:pt x="137517" y="38695"/>
                  </a:lnTo>
                  <a:lnTo>
                    <a:pt x="137505" y="40278"/>
                  </a:lnTo>
                  <a:lnTo>
                    <a:pt x="137469" y="41933"/>
                  </a:lnTo>
                  <a:lnTo>
                    <a:pt x="137410" y="43660"/>
                  </a:lnTo>
                  <a:lnTo>
                    <a:pt x="137326" y="45458"/>
                  </a:lnTo>
                  <a:lnTo>
                    <a:pt x="137219" y="47327"/>
                  </a:lnTo>
                  <a:lnTo>
                    <a:pt x="137088" y="49268"/>
                  </a:lnTo>
                  <a:lnTo>
                    <a:pt x="136933" y="51280"/>
                  </a:lnTo>
                  <a:lnTo>
                    <a:pt x="136755" y="53363"/>
                  </a:lnTo>
                  <a:lnTo>
                    <a:pt x="136552" y="55518"/>
                  </a:lnTo>
                  <a:lnTo>
                    <a:pt x="136326" y="57745"/>
                  </a:lnTo>
                  <a:lnTo>
                    <a:pt x="124420" y="59531"/>
                  </a:lnTo>
                  <a:lnTo>
                    <a:pt x="124646" y="57304"/>
                  </a:lnTo>
                  <a:lnTo>
                    <a:pt x="124848" y="55149"/>
                  </a:lnTo>
                  <a:lnTo>
                    <a:pt x="125027" y="53066"/>
                  </a:lnTo>
                  <a:lnTo>
                    <a:pt x="125182" y="51054"/>
                  </a:lnTo>
                  <a:lnTo>
                    <a:pt x="125313" y="49113"/>
                  </a:lnTo>
                  <a:lnTo>
                    <a:pt x="125420" y="47244"/>
                  </a:lnTo>
                  <a:lnTo>
                    <a:pt x="125503" y="45446"/>
                  </a:lnTo>
                  <a:lnTo>
                    <a:pt x="125563" y="43719"/>
                  </a:lnTo>
                  <a:lnTo>
                    <a:pt x="125599" y="42064"/>
                  </a:lnTo>
                  <a:lnTo>
                    <a:pt x="125610" y="40481"/>
                  </a:lnTo>
                  <a:lnTo>
                    <a:pt x="125542" y="39097"/>
                  </a:lnTo>
                  <a:lnTo>
                    <a:pt x="125337" y="37802"/>
                  </a:lnTo>
                  <a:lnTo>
                    <a:pt x="124994" y="36596"/>
                  </a:lnTo>
                  <a:lnTo>
                    <a:pt x="124515" y="35480"/>
                  </a:lnTo>
                  <a:lnTo>
                    <a:pt x="123899" y="34453"/>
                  </a:lnTo>
                  <a:lnTo>
                    <a:pt x="123146" y="33516"/>
                  </a:lnTo>
                  <a:lnTo>
                    <a:pt x="122256" y="32667"/>
                  </a:lnTo>
                  <a:lnTo>
                    <a:pt x="121229" y="31908"/>
                  </a:lnTo>
                  <a:lnTo>
                    <a:pt x="120065" y="31239"/>
                  </a:lnTo>
                  <a:lnTo>
                    <a:pt x="118764" y="30658"/>
                  </a:lnTo>
                  <a:lnTo>
                    <a:pt x="117059" y="30137"/>
                  </a:lnTo>
                  <a:lnTo>
                    <a:pt x="114681" y="29646"/>
                  </a:lnTo>
                  <a:lnTo>
                    <a:pt x="111630" y="29185"/>
                  </a:lnTo>
                  <a:lnTo>
                    <a:pt x="107906" y="28753"/>
                  </a:lnTo>
                  <a:lnTo>
                    <a:pt x="103509" y="28351"/>
                  </a:lnTo>
                  <a:lnTo>
                    <a:pt x="98440" y="27979"/>
                  </a:lnTo>
                  <a:lnTo>
                    <a:pt x="92699" y="27637"/>
                  </a:lnTo>
                  <a:lnTo>
                    <a:pt x="86284" y="27324"/>
                  </a:lnTo>
                  <a:lnTo>
                    <a:pt x="79197" y="27042"/>
                  </a:lnTo>
                  <a:lnTo>
                    <a:pt x="71437" y="26789"/>
                  </a:lnTo>
                  <a:lnTo>
                    <a:pt x="71437" y="83343"/>
                  </a:lnTo>
                  <a:lnTo>
                    <a:pt x="80349" y="84290"/>
                  </a:lnTo>
                  <a:lnTo>
                    <a:pt x="88749" y="85939"/>
                  </a:lnTo>
                  <a:lnTo>
                    <a:pt x="96637" y="88290"/>
                  </a:lnTo>
                  <a:lnTo>
                    <a:pt x="104013" y="91344"/>
                  </a:lnTo>
                  <a:lnTo>
                    <a:pt x="110876" y="95101"/>
                  </a:lnTo>
                  <a:lnTo>
                    <a:pt x="117228" y="99560"/>
                  </a:lnTo>
                  <a:lnTo>
                    <a:pt x="123068" y="104721"/>
                  </a:lnTo>
                  <a:lnTo>
                    <a:pt x="128397" y="110585"/>
                  </a:lnTo>
                  <a:lnTo>
                    <a:pt x="133213" y="117151"/>
                  </a:lnTo>
                  <a:lnTo>
                    <a:pt x="137517" y="124420"/>
                  </a:lnTo>
                  <a:lnTo>
                    <a:pt x="126801" y="130968"/>
                  </a:lnTo>
                  <a:lnTo>
                    <a:pt x="124676" y="127140"/>
                  </a:lnTo>
                  <a:lnTo>
                    <a:pt x="122348" y="123515"/>
                  </a:lnTo>
                  <a:lnTo>
                    <a:pt x="119818" y="120092"/>
                  </a:lnTo>
                  <a:lnTo>
                    <a:pt x="117086" y="116871"/>
                  </a:lnTo>
                  <a:lnTo>
                    <a:pt x="114151" y="113853"/>
                  </a:lnTo>
                  <a:lnTo>
                    <a:pt x="111013" y="111037"/>
                  </a:lnTo>
                  <a:lnTo>
                    <a:pt x="107674" y="108424"/>
                  </a:lnTo>
                  <a:lnTo>
                    <a:pt x="104132" y="106013"/>
                  </a:lnTo>
                  <a:lnTo>
                    <a:pt x="100387" y="103804"/>
                  </a:lnTo>
                  <a:lnTo>
                    <a:pt x="96440" y="101798"/>
                  </a:lnTo>
                  <a:lnTo>
                    <a:pt x="92517" y="100214"/>
                  </a:lnTo>
                  <a:lnTo>
                    <a:pt x="88130" y="98798"/>
                  </a:lnTo>
                  <a:lnTo>
                    <a:pt x="83278" y="97547"/>
                  </a:lnTo>
                  <a:lnTo>
                    <a:pt x="77962" y="96464"/>
                  </a:lnTo>
                  <a:lnTo>
                    <a:pt x="72181" y="95547"/>
                  </a:lnTo>
                  <a:lnTo>
                    <a:pt x="65936" y="94797"/>
                  </a:lnTo>
                  <a:lnTo>
                    <a:pt x="59227" y="94214"/>
                  </a:lnTo>
                  <a:lnTo>
                    <a:pt x="52054" y="93797"/>
                  </a:lnTo>
                  <a:lnTo>
                    <a:pt x="44416" y="93547"/>
                  </a:lnTo>
                  <a:lnTo>
                    <a:pt x="36314" y="93464"/>
                  </a:lnTo>
                  <a:lnTo>
                    <a:pt x="36314" y="132754"/>
                  </a:lnTo>
                  <a:lnTo>
                    <a:pt x="25003" y="132754"/>
                  </a:lnTo>
                  <a:lnTo>
                    <a:pt x="25003" y="71437"/>
                  </a:lnTo>
                  <a:lnTo>
                    <a:pt x="22758" y="72175"/>
                  </a:lnTo>
                  <a:lnTo>
                    <a:pt x="20550" y="72961"/>
                  </a:lnTo>
                  <a:lnTo>
                    <a:pt x="18377" y="73794"/>
                  </a:lnTo>
                  <a:lnTo>
                    <a:pt x="16240" y="74676"/>
                  </a:lnTo>
                  <a:lnTo>
                    <a:pt x="14138" y="75604"/>
                  </a:lnTo>
                  <a:lnTo>
                    <a:pt x="12072" y="76581"/>
                  </a:lnTo>
                  <a:lnTo>
                    <a:pt x="10042" y="77604"/>
                  </a:lnTo>
                  <a:lnTo>
                    <a:pt x="8048" y="78676"/>
                  </a:lnTo>
                  <a:lnTo>
                    <a:pt x="6090" y="79795"/>
                  </a:lnTo>
                  <a:lnTo>
                    <a:pt x="4167" y="80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h107"/>
            <p:cNvSpPr/>
            <p:nvPr/>
          </p:nvSpPr>
          <p:spPr>
            <a:xfrm>
              <a:off x="57535" y="3156857"/>
              <a:ext cx="136921" cy="136921"/>
            </a:xfrm>
            <a:custGeom>
              <a:avLst/>
              <a:pathLst>
                <a:path w="136921" h="136921">
                  <a:moveTo>
                    <a:pt x="0" y="114895"/>
                  </a:moveTo>
                  <a:lnTo>
                    <a:pt x="2393" y="113026"/>
                  </a:lnTo>
                  <a:lnTo>
                    <a:pt x="4810" y="111228"/>
                  </a:lnTo>
                  <a:lnTo>
                    <a:pt x="7250" y="109501"/>
                  </a:lnTo>
                  <a:lnTo>
                    <a:pt x="9715" y="107846"/>
                  </a:lnTo>
                  <a:lnTo>
                    <a:pt x="12203" y="106263"/>
                  </a:lnTo>
                  <a:lnTo>
                    <a:pt x="14716" y="104751"/>
                  </a:lnTo>
                  <a:lnTo>
                    <a:pt x="17252" y="103310"/>
                  </a:lnTo>
                  <a:lnTo>
                    <a:pt x="19812" y="101941"/>
                  </a:lnTo>
                  <a:lnTo>
                    <a:pt x="22395" y="100643"/>
                  </a:lnTo>
                  <a:lnTo>
                    <a:pt x="25003" y="99417"/>
                  </a:lnTo>
                  <a:lnTo>
                    <a:pt x="31551" y="110728"/>
                  </a:lnTo>
                  <a:lnTo>
                    <a:pt x="28944" y="111841"/>
                  </a:lnTo>
                  <a:lnTo>
                    <a:pt x="26360" y="113037"/>
                  </a:lnTo>
                  <a:lnTo>
                    <a:pt x="23800" y="114317"/>
                  </a:lnTo>
                  <a:lnTo>
                    <a:pt x="21264" y="115681"/>
                  </a:lnTo>
                  <a:lnTo>
                    <a:pt x="18752" y="117127"/>
                  </a:lnTo>
                  <a:lnTo>
                    <a:pt x="16263" y="118657"/>
                  </a:lnTo>
                  <a:lnTo>
                    <a:pt x="13799" y="120270"/>
                  </a:lnTo>
                  <a:lnTo>
                    <a:pt x="11358" y="121967"/>
                  </a:lnTo>
                  <a:lnTo>
                    <a:pt x="8941" y="123747"/>
                  </a:lnTo>
                  <a:lnTo>
                    <a:pt x="6548" y="125610"/>
                  </a:lnTo>
                  <a:close/>
                  <a:moveTo>
                    <a:pt x="44053" y="136921"/>
                  </a:moveTo>
                  <a:lnTo>
                    <a:pt x="44053" y="105965"/>
                  </a:lnTo>
                  <a:lnTo>
                    <a:pt x="109537" y="105965"/>
                  </a:lnTo>
                  <a:lnTo>
                    <a:pt x="98821" y="98226"/>
                  </a:lnTo>
                  <a:lnTo>
                    <a:pt x="105370" y="91082"/>
                  </a:lnTo>
                  <a:lnTo>
                    <a:pt x="107858" y="92434"/>
                  </a:lnTo>
                  <a:lnTo>
                    <a:pt x="110323" y="93868"/>
                  </a:lnTo>
                  <a:lnTo>
                    <a:pt x="112764" y="95386"/>
                  </a:lnTo>
                  <a:lnTo>
                    <a:pt x="115181" y="96988"/>
                  </a:lnTo>
                  <a:lnTo>
                    <a:pt x="117574" y="98673"/>
                  </a:lnTo>
                  <a:lnTo>
                    <a:pt x="119943" y="100441"/>
                  </a:lnTo>
                  <a:lnTo>
                    <a:pt x="122289" y="102292"/>
                  </a:lnTo>
                  <a:lnTo>
                    <a:pt x="124610" y="104227"/>
                  </a:lnTo>
                  <a:lnTo>
                    <a:pt x="126908" y="106245"/>
                  </a:lnTo>
                  <a:lnTo>
                    <a:pt x="129182" y="108346"/>
                  </a:lnTo>
                  <a:lnTo>
                    <a:pt x="121443" y="117276"/>
                  </a:lnTo>
                  <a:lnTo>
                    <a:pt x="54768" y="117276"/>
                  </a:lnTo>
                  <a:lnTo>
                    <a:pt x="54768" y="136921"/>
                  </a:lnTo>
                  <a:close/>
                  <a:moveTo>
                    <a:pt x="4762" y="85129"/>
                  </a:moveTo>
                  <a:lnTo>
                    <a:pt x="4762" y="12501"/>
                  </a:lnTo>
                  <a:lnTo>
                    <a:pt x="46434" y="12501"/>
                  </a:lnTo>
                  <a:lnTo>
                    <a:pt x="46434" y="85129"/>
                  </a:lnTo>
                  <a:close/>
                  <a:moveTo>
                    <a:pt x="35718" y="73223"/>
                  </a:moveTo>
                  <a:lnTo>
                    <a:pt x="35718" y="24407"/>
                  </a:lnTo>
                  <a:lnTo>
                    <a:pt x="15478" y="24407"/>
                  </a:lnTo>
                  <a:lnTo>
                    <a:pt x="15478" y="73223"/>
                  </a:lnTo>
                  <a:close/>
                  <a:moveTo>
                    <a:pt x="68460" y="55959"/>
                  </a:moveTo>
                  <a:lnTo>
                    <a:pt x="68460" y="88106"/>
                  </a:lnTo>
                  <a:lnTo>
                    <a:pt x="57150" y="88106"/>
                  </a:lnTo>
                  <a:lnTo>
                    <a:pt x="57150" y="10120"/>
                  </a:lnTo>
                  <a:lnTo>
                    <a:pt x="68460" y="10120"/>
                  </a:lnTo>
                  <a:lnTo>
                    <a:pt x="68460" y="43457"/>
                  </a:lnTo>
                  <a:lnTo>
                    <a:pt x="70229" y="43701"/>
                  </a:lnTo>
                  <a:lnTo>
                    <a:pt x="71961" y="43957"/>
                  </a:lnTo>
                  <a:lnTo>
                    <a:pt x="73658" y="44225"/>
                  </a:lnTo>
                  <a:lnTo>
                    <a:pt x="75318" y="44505"/>
                  </a:lnTo>
                  <a:lnTo>
                    <a:pt x="76944" y="44797"/>
                  </a:lnTo>
                  <a:lnTo>
                    <a:pt x="78533" y="45100"/>
                  </a:lnTo>
                  <a:lnTo>
                    <a:pt x="80087" y="45416"/>
                  </a:lnTo>
                  <a:lnTo>
                    <a:pt x="81605" y="45743"/>
                  </a:lnTo>
                  <a:lnTo>
                    <a:pt x="83087" y="46083"/>
                  </a:lnTo>
                  <a:lnTo>
                    <a:pt x="84534" y="46434"/>
                  </a:lnTo>
                  <a:lnTo>
                    <a:pt x="84534" y="2976"/>
                  </a:lnTo>
                  <a:lnTo>
                    <a:pt x="95845" y="2976"/>
                  </a:lnTo>
                  <a:lnTo>
                    <a:pt x="95845" y="41671"/>
                  </a:lnTo>
                  <a:lnTo>
                    <a:pt x="100000" y="38469"/>
                  </a:lnTo>
                  <a:lnTo>
                    <a:pt x="103893" y="35052"/>
                  </a:lnTo>
                  <a:lnTo>
                    <a:pt x="107525" y="31420"/>
                  </a:lnTo>
                  <a:lnTo>
                    <a:pt x="110894" y="27574"/>
                  </a:lnTo>
                  <a:lnTo>
                    <a:pt x="114002" y="23514"/>
                  </a:lnTo>
                  <a:lnTo>
                    <a:pt x="116847" y="19240"/>
                  </a:lnTo>
                  <a:lnTo>
                    <a:pt x="119431" y="14751"/>
                  </a:lnTo>
                  <a:lnTo>
                    <a:pt x="121753" y="10048"/>
                  </a:lnTo>
                  <a:lnTo>
                    <a:pt x="123813" y="5131"/>
                  </a:lnTo>
                  <a:lnTo>
                    <a:pt x="125610" y="0"/>
                  </a:lnTo>
                  <a:lnTo>
                    <a:pt x="136921" y="6548"/>
                  </a:lnTo>
                  <a:lnTo>
                    <a:pt x="134522" y="12031"/>
                  </a:lnTo>
                  <a:lnTo>
                    <a:pt x="131849" y="17287"/>
                  </a:lnTo>
                  <a:lnTo>
                    <a:pt x="128903" y="22318"/>
                  </a:lnTo>
                  <a:lnTo>
                    <a:pt x="125682" y="27122"/>
                  </a:lnTo>
                  <a:lnTo>
                    <a:pt x="122187" y="31700"/>
                  </a:lnTo>
                  <a:lnTo>
                    <a:pt x="118419" y="36052"/>
                  </a:lnTo>
                  <a:lnTo>
                    <a:pt x="114377" y="40177"/>
                  </a:lnTo>
                  <a:lnTo>
                    <a:pt x="110061" y="44076"/>
                  </a:lnTo>
                  <a:lnTo>
                    <a:pt x="105471" y="47750"/>
                  </a:lnTo>
                  <a:lnTo>
                    <a:pt x="100607" y="51196"/>
                  </a:lnTo>
                  <a:lnTo>
                    <a:pt x="105792" y="53548"/>
                  </a:lnTo>
                  <a:lnTo>
                    <a:pt x="110632" y="56316"/>
                  </a:lnTo>
                  <a:lnTo>
                    <a:pt x="115127" y="59501"/>
                  </a:lnTo>
                  <a:lnTo>
                    <a:pt x="119276" y="63103"/>
                  </a:lnTo>
                  <a:lnTo>
                    <a:pt x="123080" y="67121"/>
                  </a:lnTo>
                  <a:lnTo>
                    <a:pt x="126539" y="71556"/>
                  </a:lnTo>
                  <a:lnTo>
                    <a:pt x="129653" y="76408"/>
                  </a:lnTo>
                  <a:lnTo>
                    <a:pt x="132421" y="81676"/>
                  </a:lnTo>
                  <a:lnTo>
                    <a:pt x="134844" y="87362"/>
                  </a:lnTo>
                  <a:lnTo>
                    <a:pt x="136921" y="93464"/>
                  </a:lnTo>
                  <a:lnTo>
                    <a:pt x="125610" y="98821"/>
                  </a:lnTo>
                  <a:lnTo>
                    <a:pt x="123813" y="93529"/>
                  </a:lnTo>
                  <a:lnTo>
                    <a:pt x="121753" y="88606"/>
                  </a:lnTo>
                  <a:lnTo>
                    <a:pt x="119431" y="84052"/>
                  </a:lnTo>
                  <a:lnTo>
                    <a:pt x="116847" y="79867"/>
                  </a:lnTo>
                  <a:lnTo>
                    <a:pt x="114002" y="76051"/>
                  </a:lnTo>
                  <a:lnTo>
                    <a:pt x="110894" y="72604"/>
                  </a:lnTo>
                  <a:lnTo>
                    <a:pt x="107525" y="69526"/>
                  </a:lnTo>
                  <a:lnTo>
                    <a:pt x="103893" y="66817"/>
                  </a:lnTo>
                  <a:lnTo>
                    <a:pt x="100000" y="64478"/>
                  </a:lnTo>
                  <a:lnTo>
                    <a:pt x="95845" y="62507"/>
                  </a:lnTo>
                  <a:lnTo>
                    <a:pt x="95845" y="94059"/>
                  </a:lnTo>
                  <a:lnTo>
                    <a:pt x="84534" y="94059"/>
                  </a:lnTo>
                  <a:lnTo>
                    <a:pt x="84534" y="58935"/>
                  </a:lnTo>
                  <a:lnTo>
                    <a:pt x="83087" y="58477"/>
                  </a:lnTo>
                  <a:lnTo>
                    <a:pt x="81605" y="58054"/>
                  </a:lnTo>
                  <a:lnTo>
                    <a:pt x="80087" y="57667"/>
                  </a:lnTo>
                  <a:lnTo>
                    <a:pt x="78533" y="57316"/>
                  </a:lnTo>
                  <a:lnTo>
                    <a:pt x="76944" y="57001"/>
                  </a:lnTo>
                  <a:lnTo>
                    <a:pt x="75318" y="56721"/>
                  </a:lnTo>
                  <a:lnTo>
                    <a:pt x="73658" y="56477"/>
                  </a:lnTo>
                  <a:lnTo>
                    <a:pt x="71961" y="56268"/>
                  </a:lnTo>
                  <a:lnTo>
                    <a:pt x="70229" y="560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h108"/>
            <p:cNvSpPr/>
            <p:nvPr/>
          </p:nvSpPr>
          <p:spPr>
            <a:xfrm>
              <a:off x="55749" y="3007433"/>
              <a:ext cx="133945" cy="133945"/>
            </a:xfrm>
            <a:custGeom>
              <a:avLst/>
              <a:pathLst>
                <a:path w="133945" h="133945">
                  <a:moveTo>
                    <a:pt x="0" y="91678"/>
                  </a:moveTo>
                  <a:lnTo>
                    <a:pt x="1559" y="90386"/>
                  </a:lnTo>
                  <a:lnTo>
                    <a:pt x="3143" y="89130"/>
                  </a:lnTo>
                  <a:lnTo>
                    <a:pt x="4750" y="87909"/>
                  </a:lnTo>
                  <a:lnTo>
                    <a:pt x="6381" y="86725"/>
                  </a:lnTo>
                  <a:lnTo>
                    <a:pt x="8036" y="85576"/>
                  </a:lnTo>
                  <a:lnTo>
                    <a:pt x="9715" y="84462"/>
                  </a:lnTo>
                  <a:lnTo>
                    <a:pt x="11418" y="83385"/>
                  </a:lnTo>
                  <a:lnTo>
                    <a:pt x="13144" y="82343"/>
                  </a:lnTo>
                  <a:lnTo>
                    <a:pt x="14894" y="81337"/>
                  </a:lnTo>
                  <a:lnTo>
                    <a:pt x="16668" y="80367"/>
                  </a:lnTo>
                  <a:lnTo>
                    <a:pt x="16668" y="51196"/>
                  </a:lnTo>
                  <a:lnTo>
                    <a:pt x="14894" y="49916"/>
                  </a:lnTo>
                  <a:lnTo>
                    <a:pt x="13144" y="48696"/>
                  </a:lnTo>
                  <a:lnTo>
                    <a:pt x="11418" y="47535"/>
                  </a:lnTo>
                  <a:lnTo>
                    <a:pt x="9715" y="46434"/>
                  </a:lnTo>
                  <a:lnTo>
                    <a:pt x="8036" y="45392"/>
                  </a:lnTo>
                  <a:lnTo>
                    <a:pt x="6381" y="44410"/>
                  </a:lnTo>
                  <a:lnTo>
                    <a:pt x="4750" y="43487"/>
                  </a:lnTo>
                  <a:lnTo>
                    <a:pt x="3143" y="42624"/>
                  </a:lnTo>
                  <a:lnTo>
                    <a:pt x="1559" y="41820"/>
                  </a:lnTo>
                  <a:lnTo>
                    <a:pt x="0" y="41076"/>
                  </a:lnTo>
                  <a:lnTo>
                    <a:pt x="4167" y="27384"/>
                  </a:lnTo>
                  <a:lnTo>
                    <a:pt x="5578" y="28229"/>
                  </a:lnTo>
                  <a:lnTo>
                    <a:pt x="6953" y="29098"/>
                  </a:lnTo>
                  <a:lnTo>
                    <a:pt x="8292" y="29991"/>
                  </a:lnTo>
                  <a:lnTo>
                    <a:pt x="9596" y="30908"/>
                  </a:lnTo>
                  <a:lnTo>
                    <a:pt x="10864" y="31849"/>
                  </a:lnTo>
                  <a:lnTo>
                    <a:pt x="12096" y="32813"/>
                  </a:lnTo>
                  <a:lnTo>
                    <a:pt x="13293" y="33801"/>
                  </a:lnTo>
                  <a:lnTo>
                    <a:pt x="14454" y="34813"/>
                  </a:lnTo>
                  <a:lnTo>
                    <a:pt x="15579" y="35849"/>
                  </a:lnTo>
                  <a:lnTo>
                    <a:pt x="16668" y="36909"/>
                  </a:lnTo>
                  <a:lnTo>
                    <a:pt x="16668" y="4762"/>
                  </a:lnTo>
                  <a:lnTo>
                    <a:pt x="27979" y="4762"/>
                  </a:lnTo>
                  <a:lnTo>
                    <a:pt x="27979" y="58935"/>
                  </a:lnTo>
                  <a:lnTo>
                    <a:pt x="29289" y="59180"/>
                  </a:lnTo>
                  <a:lnTo>
                    <a:pt x="30599" y="59436"/>
                  </a:lnTo>
                  <a:lnTo>
                    <a:pt x="31908" y="59703"/>
                  </a:lnTo>
                  <a:lnTo>
                    <a:pt x="33218" y="59983"/>
                  </a:lnTo>
                  <a:lnTo>
                    <a:pt x="34528" y="60275"/>
                  </a:lnTo>
                  <a:lnTo>
                    <a:pt x="35837" y="60579"/>
                  </a:lnTo>
                  <a:lnTo>
                    <a:pt x="37147" y="60894"/>
                  </a:lnTo>
                  <a:lnTo>
                    <a:pt x="38457" y="61221"/>
                  </a:lnTo>
                  <a:lnTo>
                    <a:pt x="39766" y="61561"/>
                  </a:lnTo>
                  <a:lnTo>
                    <a:pt x="41076" y="61912"/>
                  </a:lnTo>
                  <a:lnTo>
                    <a:pt x="41076" y="9525"/>
                  </a:lnTo>
                  <a:lnTo>
                    <a:pt x="51792" y="9525"/>
                  </a:lnTo>
                  <a:lnTo>
                    <a:pt x="51792" y="65484"/>
                  </a:lnTo>
                  <a:lnTo>
                    <a:pt x="64889" y="70842"/>
                  </a:lnTo>
                  <a:lnTo>
                    <a:pt x="64889" y="0"/>
                  </a:lnTo>
                  <a:lnTo>
                    <a:pt x="76200" y="0"/>
                  </a:lnTo>
                  <a:lnTo>
                    <a:pt x="76200" y="76795"/>
                  </a:lnTo>
                  <a:lnTo>
                    <a:pt x="77849" y="77753"/>
                  </a:lnTo>
                  <a:lnTo>
                    <a:pt x="79462" y="78724"/>
                  </a:lnTo>
                  <a:lnTo>
                    <a:pt x="81039" y="79706"/>
                  </a:lnTo>
                  <a:lnTo>
                    <a:pt x="82581" y="80700"/>
                  </a:lnTo>
                  <a:lnTo>
                    <a:pt x="84087" y="81706"/>
                  </a:lnTo>
                  <a:lnTo>
                    <a:pt x="85558" y="82724"/>
                  </a:lnTo>
                  <a:lnTo>
                    <a:pt x="86993" y="83754"/>
                  </a:lnTo>
                  <a:lnTo>
                    <a:pt x="88392" y="84796"/>
                  </a:lnTo>
                  <a:lnTo>
                    <a:pt x="89755" y="85850"/>
                  </a:lnTo>
                  <a:lnTo>
                    <a:pt x="91082" y="86915"/>
                  </a:lnTo>
                  <a:lnTo>
                    <a:pt x="91082" y="8334"/>
                  </a:lnTo>
                  <a:lnTo>
                    <a:pt x="102393" y="8334"/>
                  </a:lnTo>
                  <a:lnTo>
                    <a:pt x="102393" y="53578"/>
                  </a:lnTo>
                  <a:lnTo>
                    <a:pt x="122634" y="53578"/>
                  </a:lnTo>
                  <a:lnTo>
                    <a:pt x="122634" y="595"/>
                  </a:lnTo>
                  <a:lnTo>
                    <a:pt x="133945" y="595"/>
                  </a:lnTo>
                  <a:lnTo>
                    <a:pt x="133945" y="118467"/>
                  </a:lnTo>
                  <a:lnTo>
                    <a:pt x="122634" y="118467"/>
                  </a:lnTo>
                  <a:lnTo>
                    <a:pt x="122634" y="65484"/>
                  </a:lnTo>
                  <a:lnTo>
                    <a:pt x="102393" y="65484"/>
                  </a:lnTo>
                  <a:lnTo>
                    <a:pt x="102393" y="97631"/>
                  </a:lnTo>
                  <a:lnTo>
                    <a:pt x="104828" y="100500"/>
                  </a:lnTo>
                  <a:lnTo>
                    <a:pt x="107132" y="103393"/>
                  </a:lnTo>
                  <a:lnTo>
                    <a:pt x="109305" y="106310"/>
                  </a:lnTo>
                  <a:lnTo>
                    <a:pt x="111347" y="109251"/>
                  </a:lnTo>
                  <a:lnTo>
                    <a:pt x="113258" y="112216"/>
                  </a:lnTo>
                  <a:lnTo>
                    <a:pt x="115038" y="115204"/>
                  </a:lnTo>
                  <a:lnTo>
                    <a:pt x="116687" y="118217"/>
                  </a:lnTo>
                  <a:lnTo>
                    <a:pt x="118205" y="121253"/>
                  </a:lnTo>
                  <a:lnTo>
                    <a:pt x="119592" y="124313"/>
                  </a:lnTo>
                  <a:lnTo>
                    <a:pt x="120848" y="127396"/>
                  </a:lnTo>
                  <a:lnTo>
                    <a:pt x="110132" y="133945"/>
                  </a:lnTo>
                  <a:lnTo>
                    <a:pt x="107971" y="129022"/>
                  </a:lnTo>
                  <a:lnTo>
                    <a:pt x="105537" y="124253"/>
                  </a:lnTo>
                  <a:lnTo>
                    <a:pt x="102828" y="119639"/>
                  </a:lnTo>
                  <a:lnTo>
                    <a:pt x="99845" y="115181"/>
                  </a:lnTo>
                  <a:lnTo>
                    <a:pt x="96589" y="110876"/>
                  </a:lnTo>
                  <a:lnTo>
                    <a:pt x="93059" y="106727"/>
                  </a:lnTo>
                  <a:lnTo>
                    <a:pt x="89255" y="102733"/>
                  </a:lnTo>
                  <a:lnTo>
                    <a:pt x="85177" y="98893"/>
                  </a:lnTo>
                  <a:lnTo>
                    <a:pt x="80825" y="95208"/>
                  </a:lnTo>
                  <a:lnTo>
                    <a:pt x="76200" y="91678"/>
                  </a:lnTo>
                  <a:lnTo>
                    <a:pt x="76200" y="130373"/>
                  </a:lnTo>
                  <a:lnTo>
                    <a:pt x="64889" y="130373"/>
                  </a:lnTo>
                  <a:lnTo>
                    <a:pt x="64889" y="84534"/>
                  </a:lnTo>
                  <a:lnTo>
                    <a:pt x="63793" y="83939"/>
                  </a:lnTo>
                  <a:lnTo>
                    <a:pt x="62650" y="83343"/>
                  </a:lnTo>
                  <a:lnTo>
                    <a:pt x="61460" y="82748"/>
                  </a:lnTo>
                  <a:lnTo>
                    <a:pt x="60221" y="82153"/>
                  </a:lnTo>
                  <a:lnTo>
                    <a:pt x="58935" y="81557"/>
                  </a:lnTo>
                  <a:lnTo>
                    <a:pt x="57602" y="80962"/>
                  </a:lnTo>
                  <a:lnTo>
                    <a:pt x="56221" y="80367"/>
                  </a:lnTo>
                  <a:lnTo>
                    <a:pt x="54792" y="79771"/>
                  </a:lnTo>
                  <a:lnTo>
                    <a:pt x="53316" y="79176"/>
                  </a:lnTo>
                  <a:lnTo>
                    <a:pt x="51792" y="78581"/>
                  </a:lnTo>
                  <a:lnTo>
                    <a:pt x="51792" y="122634"/>
                  </a:lnTo>
                  <a:lnTo>
                    <a:pt x="41076" y="122634"/>
                  </a:lnTo>
                  <a:lnTo>
                    <a:pt x="41076" y="75009"/>
                  </a:lnTo>
                  <a:lnTo>
                    <a:pt x="39766" y="74658"/>
                  </a:lnTo>
                  <a:lnTo>
                    <a:pt x="38457" y="74318"/>
                  </a:lnTo>
                  <a:lnTo>
                    <a:pt x="37147" y="73991"/>
                  </a:lnTo>
                  <a:lnTo>
                    <a:pt x="35837" y="73675"/>
                  </a:lnTo>
                  <a:lnTo>
                    <a:pt x="34528" y="73372"/>
                  </a:lnTo>
                  <a:lnTo>
                    <a:pt x="33218" y="73080"/>
                  </a:lnTo>
                  <a:lnTo>
                    <a:pt x="31908" y="72800"/>
                  </a:lnTo>
                  <a:lnTo>
                    <a:pt x="30599" y="72532"/>
                  </a:lnTo>
                  <a:lnTo>
                    <a:pt x="29289" y="72276"/>
                  </a:lnTo>
                  <a:lnTo>
                    <a:pt x="27979" y="72032"/>
                  </a:lnTo>
                  <a:lnTo>
                    <a:pt x="27979" y="126206"/>
                  </a:lnTo>
                  <a:lnTo>
                    <a:pt x="16668" y="126206"/>
                  </a:lnTo>
                  <a:lnTo>
                    <a:pt x="16668" y="95250"/>
                  </a:lnTo>
                  <a:lnTo>
                    <a:pt x="15484" y="95970"/>
                  </a:lnTo>
                  <a:lnTo>
                    <a:pt x="14311" y="96702"/>
                  </a:lnTo>
                  <a:lnTo>
                    <a:pt x="13150" y="97446"/>
                  </a:lnTo>
                  <a:lnTo>
                    <a:pt x="12001" y="98202"/>
                  </a:lnTo>
                  <a:lnTo>
                    <a:pt x="10864" y="98970"/>
                  </a:lnTo>
                  <a:lnTo>
                    <a:pt x="9739" y="99750"/>
                  </a:lnTo>
                  <a:lnTo>
                    <a:pt x="8626" y="100542"/>
                  </a:lnTo>
                  <a:lnTo>
                    <a:pt x="7524" y="101346"/>
                  </a:lnTo>
                  <a:lnTo>
                    <a:pt x="6435" y="102161"/>
                  </a:lnTo>
                  <a:lnTo>
                    <a:pt x="5357" y="1029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h109"/>
            <p:cNvSpPr/>
            <p:nvPr/>
          </p:nvSpPr>
          <p:spPr>
            <a:xfrm>
              <a:off x="71822" y="2884799"/>
              <a:ext cx="132754" cy="53578"/>
            </a:xfrm>
            <a:custGeom>
              <a:avLst/>
              <a:pathLst>
                <a:path w="132754" h="53578">
                  <a:moveTo>
                    <a:pt x="0" y="14287"/>
                  </a:moveTo>
                  <a:lnTo>
                    <a:pt x="0" y="0"/>
                  </a:lnTo>
                  <a:lnTo>
                    <a:pt x="4958" y="7465"/>
                  </a:lnTo>
                  <a:lnTo>
                    <a:pt x="10310" y="14144"/>
                  </a:lnTo>
                  <a:lnTo>
                    <a:pt x="16055" y="20038"/>
                  </a:lnTo>
                  <a:lnTo>
                    <a:pt x="22193" y="25146"/>
                  </a:lnTo>
                  <a:lnTo>
                    <a:pt x="28723" y="29467"/>
                  </a:lnTo>
                  <a:lnTo>
                    <a:pt x="35647" y="33004"/>
                  </a:lnTo>
                  <a:lnTo>
                    <a:pt x="42963" y="35754"/>
                  </a:lnTo>
                  <a:lnTo>
                    <a:pt x="50673" y="37719"/>
                  </a:lnTo>
                  <a:lnTo>
                    <a:pt x="58775" y="38897"/>
                  </a:lnTo>
                  <a:lnTo>
                    <a:pt x="67270" y="39290"/>
                  </a:lnTo>
                  <a:lnTo>
                    <a:pt x="75533" y="38897"/>
                  </a:lnTo>
                  <a:lnTo>
                    <a:pt x="83415" y="37719"/>
                  </a:lnTo>
                  <a:lnTo>
                    <a:pt x="90916" y="35754"/>
                  </a:lnTo>
                  <a:lnTo>
                    <a:pt x="98036" y="33004"/>
                  </a:lnTo>
                  <a:lnTo>
                    <a:pt x="104775" y="29467"/>
                  </a:lnTo>
                  <a:lnTo>
                    <a:pt x="111132" y="25146"/>
                  </a:lnTo>
                  <a:lnTo>
                    <a:pt x="117109" y="20038"/>
                  </a:lnTo>
                  <a:lnTo>
                    <a:pt x="122705" y="14144"/>
                  </a:lnTo>
                  <a:lnTo>
                    <a:pt x="127920" y="7465"/>
                  </a:lnTo>
                  <a:lnTo>
                    <a:pt x="132754" y="0"/>
                  </a:lnTo>
                  <a:lnTo>
                    <a:pt x="132754" y="14287"/>
                  </a:lnTo>
                  <a:lnTo>
                    <a:pt x="131102" y="17677"/>
                  </a:lnTo>
                  <a:lnTo>
                    <a:pt x="129242" y="20943"/>
                  </a:lnTo>
                  <a:lnTo>
                    <a:pt x="127173" y="24083"/>
                  </a:lnTo>
                  <a:lnTo>
                    <a:pt x="124896" y="27098"/>
                  </a:lnTo>
                  <a:lnTo>
                    <a:pt x="122411" y="29988"/>
                  </a:lnTo>
                  <a:lnTo>
                    <a:pt x="119717" y="32754"/>
                  </a:lnTo>
                  <a:lnTo>
                    <a:pt x="116815" y="35394"/>
                  </a:lnTo>
                  <a:lnTo>
                    <a:pt x="113704" y="37909"/>
                  </a:lnTo>
                  <a:lnTo>
                    <a:pt x="110385" y="40299"/>
                  </a:lnTo>
                  <a:lnTo>
                    <a:pt x="106858" y="42564"/>
                  </a:lnTo>
                  <a:lnTo>
                    <a:pt x="103194" y="44657"/>
                  </a:lnTo>
                  <a:lnTo>
                    <a:pt x="99464" y="46529"/>
                  </a:lnTo>
                  <a:lnTo>
                    <a:pt x="95669" y="48181"/>
                  </a:lnTo>
                  <a:lnTo>
                    <a:pt x="91809" y="49613"/>
                  </a:lnTo>
                  <a:lnTo>
                    <a:pt x="87883" y="50824"/>
                  </a:lnTo>
                  <a:lnTo>
                    <a:pt x="83891" y="51816"/>
                  </a:lnTo>
                  <a:lnTo>
                    <a:pt x="79834" y="52586"/>
                  </a:lnTo>
                  <a:lnTo>
                    <a:pt x="75711" y="53137"/>
                  </a:lnTo>
                  <a:lnTo>
                    <a:pt x="71523" y="53467"/>
                  </a:lnTo>
                  <a:lnTo>
                    <a:pt x="67270" y="53578"/>
                  </a:lnTo>
                  <a:lnTo>
                    <a:pt x="62903" y="53467"/>
                  </a:lnTo>
                  <a:lnTo>
                    <a:pt x="58614" y="53137"/>
                  </a:lnTo>
                  <a:lnTo>
                    <a:pt x="54402" y="52586"/>
                  </a:lnTo>
                  <a:lnTo>
                    <a:pt x="50268" y="51816"/>
                  </a:lnTo>
                  <a:lnTo>
                    <a:pt x="46211" y="50824"/>
                  </a:lnTo>
                  <a:lnTo>
                    <a:pt x="42231" y="49613"/>
                  </a:lnTo>
                  <a:lnTo>
                    <a:pt x="38329" y="48181"/>
                  </a:lnTo>
                  <a:lnTo>
                    <a:pt x="34504" y="46529"/>
                  </a:lnTo>
                  <a:lnTo>
                    <a:pt x="30756" y="44657"/>
                  </a:lnTo>
                  <a:lnTo>
                    <a:pt x="27086" y="42564"/>
                  </a:lnTo>
                  <a:lnTo>
                    <a:pt x="23547" y="40299"/>
                  </a:lnTo>
                  <a:lnTo>
                    <a:pt x="20193" y="37909"/>
                  </a:lnTo>
                  <a:lnTo>
                    <a:pt x="17022" y="35394"/>
                  </a:lnTo>
                  <a:lnTo>
                    <a:pt x="14037" y="32754"/>
                  </a:lnTo>
                  <a:lnTo>
                    <a:pt x="11236" y="29988"/>
                  </a:lnTo>
                  <a:lnTo>
                    <a:pt x="8620" y="27098"/>
                  </a:lnTo>
                  <a:lnTo>
                    <a:pt x="6188" y="24083"/>
                  </a:lnTo>
                  <a:lnTo>
                    <a:pt x="3940" y="20943"/>
                  </a:lnTo>
                  <a:lnTo>
                    <a:pt x="1878" y="176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h110"/>
            <p:cNvSpPr/>
            <p:nvPr/>
          </p:nvSpPr>
          <p:spPr>
            <a:xfrm>
              <a:off x="71971" y="2726520"/>
              <a:ext cx="108793" cy="102989"/>
            </a:xfrm>
            <a:custGeom>
              <a:avLst/>
              <a:pathLst>
                <a:path w="108793" h="102989">
                  <a:moveTo>
                    <a:pt x="108793" y="58042"/>
                  </a:moveTo>
                  <a:lnTo>
                    <a:pt x="13543" y="91008"/>
                  </a:lnTo>
                  <a:lnTo>
                    <a:pt x="13543" y="91603"/>
                  </a:lnTo>
                  <a:lnTo>
                    <a:pt x="14643" y="91515"/>
                  </a:lnTo>
                  <a:lnTo>
                    <a:pt x="15743" y="91431"/>
                  </a:lnTo>
                  <a:lnTo>
                    <a:pt x="16840" y="91349"/>
                  </a:lnTo>
                  <a:lnTo>
                    <a:pt x="17936" y="91270"/>
                  </a:lnTo>
                  <a:lnTo>
                    <a:pt x="19031" y="91194"/>
                  </a:lnTo>
                  <a:lnTo>
                    <a:pt x="20124" y="91121"/>
                  </a:lnTo>
                  <a:lnTo>
                    <a:pt x="21216" y="91051"/>
                  </a:lnTo>
                  <a:lnTo>
                    <a:pt x="22306" y="90984"/>
                  </a:lnTo>
                  <a:lnTo>
                    <a:pt x="23395" y="90920"/>
                  </a:lnTo>
                  <a:lnTo>
                    <a:pt x="24482" y="90859"/>
                  </a:lnTo>
                  <a:lnTo>
                    <a:pt x="25425" y="90801"/>
                  </a:lnTo>
                  <a:lnTo>
                    <a:pt x="26378" y="90746"/>
                  </a:lnTo>
                  <a:lnTo>
                    <a:pt x="27341" y="90694"/>
                  </a:lnTo>
                  <a:lnTo>
                    <a:pt x="28316" y="90645"/>
                  </a:lnTo>
                  <a:lnTo>
                    <a:pt x="29300" y="90599"/>
                  </a:lnTo>
                  <a:lnTo>
                    <a:pt x="30295" y="90555"/>
                  </a:lnTo>
                  <a:lnTo>
                    <a:pt x="31300" y="90515"/>
                  </a:lnTo>
                  <a:lnTo>
                    <a:pt x="32316" y="90478"/>
                  </a:lnTo>
                  <a:lnTo>
                    <a:pt x="33342" y="90444"/>
                  </a:lnTo>
                  <a:lnTo>
                    <a:pt x="34379" y="90413"/>
                  </a:lnTo>
                  <a:lnTo>
                    <a:pt x="35397" y="90370"/>
                  </a:lnTo>
                  <a:lnTo>
                    <a:pt x="36397" y="90332"/>
                  </a:lnTo>
                  <a:lnTo>
                    <a:pt x="37379" y="90299"/>
                  </a:lnTo>
                  <a:lnTo>
                    <a:pt x="38344" y="90270"/>
                  </a:lnTo>
                  <a:lnTo>
                    <a:pt x="39290" y="90245"/>
                  </a:lnTo>
                  <a:lnTo>
                    <a:pt x="40219" y="90225"/>
                  </a:lnTo>
                  <a:lnTo>
                    <a:pt x="41130" y="90209"/>
                  </a:lnTo>
                  <a:lnTo>
                    <a:pt x="42023" y="90198"/>
                  </a:lnTo>
                  <a:lnTo>
                    <a:pt x="42898" y="90192"/>
                  </a:lnTo>
                  <a:lnTo>
                    <a:pt x="43755" y="90189"/>
                  </a:lnTo>
                  <a:lnTo>
                    <a:pt x="108793" y="90189"/>
                  </a:lnTo>
                  <a:lnTo>
                    <a:pt x="108793" y="102989"/>
                  </a:lnTo>
                  <a:lnTo>
                    <a:pt x="0" y="102989"/>
                  </a:lnTo>
                  <a:lnTo>
                    <a:pt x="0" y="82450"/>
                  </a:lnTo>
                  <a:lnTo>
                    <a:pt x="88701" y="51792"/>
                  </a:lnTo>
                  <a:lnTo>
                    <a:pt x="88701" y="51345"/>
                  </a:lnTo>
                  <a:lnTo>
                    <a:pt x="0" y="20538"/>
                  </a:lnTo>
                  <a:lnTo>
                    <a:pt x="0" y="0"/>
                  </a:lnTo>
                  <a:lnTo>
                    <a:pt x="108793" y="0"/>
                  </a:lnTo>
                  <a:lnTo>
                    <a:pt x="108793" y="13841"/>
                  </a:lnTo>
                  <a:lnTo>
                    <a:pt x="42788" y="13841"/>
                  </a:lnTo>
                  <a:lnTo>
                    <a:pt x="42003" y="13839"/>
                  </a:lnTo>
                  <a:lnTo>
                    <a:pt x="41195" y="13835"/>
                  </a:lnTo>
                  <a:lnTo>
                    <a:pt x="40365" y="13827"/>
                  </a:lnTo>
                  <a:lnTo>
                    <a:pt x="39513" y="13817"/>
                  </a:lnTo>
                  <a:lnTo>
                    <a:pt x="38639" y="13803"/>
                  </a:lnTo>
                  <a:lnTo>
                    <a:pt x="37742" y="13787"/>
                  </a:lnTo>
                  <a:lnTo>
                    <a:pt x="36823" y="13768"/>
                  </a:lnTo>
                  <a:lnTo>
                    <a:pt x="35882" y="13745"/>
                  </a:lnTo>
                  <a:lnTo>
                    <a:pt x="34918" y="13720"/>
                  </a:lnTo>
                  <a:lnTo>
                    <a:pt x="33932" y="13692"/>
                  </a:lnTo>
                  <a:lnTo>
                    <a:pt x="32940" y="13661"/>
                  </a:lnTo>
                  <a:lnTo>
                    <a:pt x="31956" y="13629"/>
                  </a:lnTo>
                  <a:lnTo>
                    <a:pt x="30981" y="13596"/>
                  </a:lnTo>
                  <a:lnTo>
                    <a:pt x="30015" y="13561"/>
                  </a:lnTo>
                  <a:lnTo>
                    <a:pt x="29058" y="13524"/>
                  </a:lnTo>
                  <a:lnTo>
                    <a:pt x="28110" y="13486"/>
                  </a:lnTo>
                  <a:lnTo>
                    <a:pt x="27171" y="13447"/>
                  </a:lnTo>
                  <a:lnTo>
                    <a:pt x="26241" y="13406"/>
                  </a:lnTo>
                  <a:lnTo>
                    <a:pt x="25320" y="13364"/>
                  </a:lnTo>
                  <a:lnTo>
                    <a:pt x="24407" y="13320"/>
                  </a:lnTo>
                  <a:lnTo>
                    <a:pt x="23349" y="13261"/>
                  </a:lnTo>
                  <a:lnTo>
                    <a:pt x="22288" y="13204"/>
                  </a:lnTo>
                  <a:lnTo>
                    <a:pt x="21224" y="13148"/>
                  </a:lnTo>
                  <a:lnTo>
                    <a:pt x="20157" y="13093"/>
                  </a:lnTo>
                  <a:lnTo>
                    <a:pt x="19087" y="13041"/>
                  </a:lnTo>
                  <a:lnTo>
                    <a:pt x="18014" y="12989"/>
                  </a:lnTo>
                  <a:lnTo>
                    <a:pt x="16938" y="12939"/>
                  </a:lnTo>
                  <a:lnTo>
                    <a:pt x="15859" y="12891"/>
                  </a:lnTo>
                  <a:lnTo>
                    <a:pt x="14777" y="12844"/>
                  </a:lnTo>
                  <a:lnTo>
                    <a:pt x="13692" y="12799"/>
                  </a:lnTo>
                  <a:lnTo>
                    <a:pt x="13692" y="13394"/>
                  </a:lnTo>
                  <a:lnTo>
                    <a:pt x="108793" y="466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h111"/>
            <p:cNvSpPr/>
            <p:nvPr/>
          </p:nvSpPr>
          <p:spPr>
            <a:xfrm>
              <a:off x="70408" y="2639605"/>
              <a:ext cx="111844" cy="64368"/>
            </a:xfrm>
            <a:custGeom>
              <a:avLst/>
              <a:pathLst>
                <a:path w="111844" h="64368">
                  <a:moveTo>
                    <a:pt x="81260" y="0"/>
                  </a:moveTo>
                  <a:lnTo>
                    <a:pt x="82688" y="26"/>
                  </a:lnTo>
                  <a:lnTo>
                    <a:pt x="84087" y="104"/>
                  </a:lnTo>
                  <a:lnTo>
                    <a:pt x="85457" y="234"/>
                  </a:lnTo>
                  <a:lnTo>
                    <a:pt x="86796" y="416"/>
                  </a:lnTo>
                  <a:lnTo>
                    <a:pt x="88106" y="651"/>
                  </a:lnTo>
                  <a:lnTo>
                    <a:pt x="89386" y="937"/>
                  </a:lnTo>
                  <a:lnTo>
                    <a:pt x="90636" y="1276"/>
                  </a:lnTo>
                  <a:lnTo>
                    <a:pt x="91856" y="1666"/>
                  </a:lnTo>
                  <a:lnTo>
                    <a:pt x="93047" y="2109"/>
                  </a:lnTo>
                  <a:lnTo>
                    <a:pt x="94208" y="2604"/>
                  </a:lnTo>
                  <a:lnTo>
                    <a:pt x="95322" y="3132"/>
                  </a:lnTo>
                  <a:lnTo>
                    <a:pt x="96401" y="3705"/>
                  </a:lnTo>
                  <a:lnTo>
                    <a:pt x="97447" y="4323"/>
                  </a:lnTo>
                  <a:lnTo>
                    <a:pt x="98458" y="4985"/>
                  </a:lnTo>
                  <a:lnTo>
                    <a:pt x="99435" y="5692"/>
                  </a:lnTo>
                  <a:lnTo>
                    <a:pt x="100378" y="6444"/>
                  </a:lnTo>
                  <a:lnTo>
                    <a:pt x="101287" y="7240"/>
                  </a:lnTo>
                  <a:lnTo>
                    <a:pt x="102161" y="8081"/>
                  </a:lnTo>
                  <a:lnTo>
                    <a:pt x="103001" y="8966"/>
                  </a:lnTo>
                  <a:lnTo>
                    <a:pt x="103807" y="9897"/>
                  </a:lnTo>
                  <a:lnTo>
                    <a:pt x="104577" y="10870"/>
                  </a:lnTo>
                  <a:lnTo>
                    <a:pt x="105310" y="11885"/>
                  </a:lnTo>
                  <a:lnTo>
                    <a:pt x="106006" y="12942"/>
                  </a:lnTo>
                  <a:lnTo>
                    <a:pt x="106665" y="14040"/>
                  </a:lnTo>
                  <a:lnTo>
                    <a:pt x="107286" y="15180"/>
                  </a:lnTo>
                  <a:lnTo>
                    <a:pt x="107870" y="16362"/>
                  </a:lnTo>
                  <a:lnTo>
                    <a:pt x="108417" y="17585"/>
                  </a:lnTo>
                  <a:lnTo>
                    <a:pt x="108927" y="18850"/>
                  </a:lnTo>
                  <a:lnTo>
                    <a:pt x="109399" y="20157"/>
                  </a:lnTo>
                  <a:lnTo>
                    <a:pt x="109835" y="21505"/>
                  </a:lnTo>
                  <a:lnTo>
                    <a:pt x="110216" y="22891"/>
                  </a:lnTo>
                  <a:lnTo>
                    <a:pt x="110558" y="24312"/>
                  </a:lnTo>
                  <a:lnTo>
                    <a:pt x="110859" y="25767"/>
                  </a:lnTo>
                  <a:lnTo>
                    <a:pt x="111121" y="27256"/>
                  </a:lnTo>
                  <a:lnTo>
                    <a:pt x="111342" y="28779"/>
                  </a:lnTo>
                  <a:lnTo>
                    <a:pt x="111522" y="30337"/>
                  </a:lnTo>
                  <a:lnTo>
                    <a:pt x="111663" y="31928"/>
                  </a:lnTo>
                  <a:lnTo>
                    <a:pt x="111763" y="33554"/>
                  </a:lnTo>
                  <a:lnTo>
                    <a:pt x="111824" y="35214"/>
                  </a:lnTo>
                  <a:lnTo>
                    <a:pt x="111844" y="36909"/>
                  </a:lnTo>
                  <a:lnTo>
                    <a:pt x="111830" y="38550"/>
                  </a:lnTo>
                  <a:lnTo>
                    <a:pt x="111790" y="40171"/>
                  </a:lnTo>
                  <a:lnTo>
                    <a:pt x="111723" y="41771"/>
                  </a:lnTo>
                  <a:lnTo>
                    <a:pt x="111630" y="43350"/>
                  </a:lnTo>
                  <a:lnTo>
                    <a:pt x="111509" y="44908"/>
                  </a:lnTo>
                  <a:lnTo>
                    <a:pt x="111362" y="46446"/>
                  </a:lnTo>
                  <a:lnTo>
                    <a:pt x="111188" y="47962"/>
                  </a:lnTo>
                  <a:lnTo>
                    <a:pt x="110987" y="49458"/>
                  </a:lnTo>
                  <a:lnTo>
                    <a:pt x="110759" y="50933"/>
                  </a:lnTo>
                  <a:lnTo>
                    <a:pt x="110504" y="52387"/>
                  </a:lnTo>
                  <a:lnTo>
                    <a:pt x="110239" y="53793"/>
                  </a:lnTo>
                  <a:lnTo>
                    <a:pt x="109948" y="55152"/>
                  </a:lnTo>
                  <a:lnTo>
                    <a:pt x="109632" y="56466"/>
                  </a:lnTo>
                  <a:lnTo>
                    <a:pt x="109290" y="57733"/>
                  </a:lnTo>
                  <a:lnTo>
                    <a:pt x="108923" y="58954"/>
                  </a:lnTo>
                  <a:lnTo>
                    <a:pt x="108531" y="60129"/>
                  </a:lnTo>
                  <a:lnTo>
                    <a:pt x="108113" y="61258"/>
                  </a:lnTo>
                  <a:lnTo>
                    <a:pt x="107671" y="62341"/>
                  </a:lnTo>
                  <a:lnTo>
                    <a:pt x="107203" y="63377"/>
                  </a:lnTo>
                  <a:lnTo>
                    <a:pt x="106709" y="64368"/>
                  </a:lnTo>
                  <a:lnTo>
                    <a:pt x="93464" y="64368"/>
                  </a:lnTo>
                  <a:lnTo>
                    <a:pt x="93702" y="63855"/>
                  </a:lnTo>
                  <a:lnTo>
                    <a:pt x="93940" y="63329"/>
                  </a:lnTo>
                  <a:lnTo>
                    <a:pt x="94178" y="62789"/>
                  </a:lnTo>
                  <a:lnTo>
                    <a:pt x="94416" y="62236"/>
                  </a:lnTo>
                  <a:lnTo>
                    <a:pt x="94654" y="61670"/>
                  </a:lnTo>
                  <a:lnTo>
                    <a:pt x="94892" y="61090"/>
                  </a:lnTo>
                  <a:lnTo>
                    <a:pt x="95130" y="60497"/>
                  </a:lnTo>
                  <a:lnTo>
                    <a:pt x="95369" y="59891"/>
                  </a:lnTo>
                  <a:lnTo>
                    <a:pt x="95607" y="59271"/>
                  </a:lnTo>
                  <a:lnTo>
                    <a:pt x="95845" y="58638"/>
                  </a:lnTo>
                  <a:lnTo>
                    <a:pt x="96066" y="57980"/>
                  </a:lnTo>
                  <a:lnTo>
                    <a:pt x="96282" y="57316"/>
                  </a:lnTo>
                  <a:lnTo>
                    <a:pt x="96494" y="56646"/>
                  </a:lnTo>
                  <a:lnTo>
                    <a:pt x="96702" y="55971"/>
                  </a:lnTo>
                  <a:lnTo>
                    <a:pt x="96905" y="55289"/>
                  </a:lnTo>
                  <a:lnTo>
                    <a:pt x="97104" y="54602"/>
                  </a:lnTo>
                  <a:lnTo>
                    <a:pt x="97298" y="53908"/>
                  </a:lnTo>
                  <a:lnTo>
                    <a:pt x="97488" y="53209"/>
                  </a:lnTo>
                  <a:lnTo>
                    <a:pt x="97673" y="52503"/>
                  </a:lnTo>
                  <a:lnTo>
                    <a:pt x="97854" y="51792"/>
                  </a:lnTo>
                  <a:lnTo>
                    <a:pt x="98030" y="51075"/>
                  </a:lnTo>
                  <a:lnTo>
                    <a:pt x="98199" y="50354"/>
                  </a:lnTo>
                  <a:lnTo>
                    <a:pt x="98363" y="49628"/>
                  </a:lnTo>
                  <a:lnTo>
                    <a:pt x="98521" y="48898"/>
                  </a:lnTo>
                  <a:lnTo>
                    <a:pt x="98673" y="48164"/>
                  </a:lnTo>
                  <a:lnTo>
                    <a:pt x="98818" y="47425"/>
                  </a:lnTo>
                  <a:lnTo>
                    <a:pt x="98958" y="46682"/>
                  </a:lnTo>
                  <a:lnTo>
                    <a:pt x="99092" y="45934"/>
                  </a:lnTo>
                  <a:lnTo>
                    <a:pt x="99220" y="45181"/>
                  </a:lnTo>
                  <a:lnTo>
                    <a:pt x="99342" y="44425"/>
                  </a:lnTo>
                  <a:lnTo>
                    <a:pt x="99441" y="43666"/>
                  </a:lnTo>
                  <a:lnTo>
                    <a:pt x="99530" y="42910"/>
                  </a:lnTo>
                  <a:lnTo>
                    <a:pt x="99608" y="42154"/>
                  </a:lnTo>
                  <a:lnTo>
                    <a:pt x="99676" y="41401"/>
                  </a:lnTo>
                  <a:lnTo>
                    <a:pt x="99733" y="40648"/>
                  </a:lnTo>
                  <a:lnTo>
                    <a:pt x="99780" y="39897"/>
                  </a:lnTo>
                  <a:lnTo>
                    <a:pt x="99816" y="39148"/>
                  </a:lnTo>
                  <a:lnTo>
                    <a:pt x="99842" y="38400"/>
                  </a:lnTo>
                  <a:lnTo>
                    <a:pt x="99858" y="37654"/>
                  </a:lnTo>
                  <a:lnTo>
                    <a:pt x="99863" y="36909"/>
                  </a:lnTo>
                  <a:lnTo>
                    <a:pt x="99819" y="34590"/>
                  </a:lnTo>
                  <a:lnTo>
                    <a:pt x="99685" y="32396"/>
                  </a:lnTo>
                  <a:lnTo>
                    <a:pt x="99461" y="30328"/>
                  </a:lnTo>
                  <a:lnTo>
                    <a:pt x="99149" y="28384"/>
                  </a:lnTo>
                  <a:lnTo>
                    <a:pt x="98747" y="26565"/>
                  </a:lnTo>
                  <a:lnTo>
                    <a:pt x="98256" y="24872"/>
                  </a:lnTo>
                  <a:lnTo>
                    <a:pt x="97675" y="23303"/>
                  </a:lnTo>
                  <a:lnTo>
                    <a:pt x="97006" y="21859"/>
                  </a:lnTo>
                  <a:lnTo>
                    <a:pt x="96247" y="20541"/>
                  </a:lnTo>
                  <a:lnTo>
                    <a:pt x="95398" y="19347"/>
                  </a:lnTo>
                  <a:lnTo>
                    <a:pt x="94467" y="18258"/>
                  </a:lnTo>
                  <a:lnTo>
                    <a:pt x="93458" y="17284"/>
                  </a:lnTo>
                  <a:lnTo>
                    <a:pt x="92371" y="16425"/>
                  </a:lnTo>
                  <a:lnTo>
                    <a:pt x="91207" y="15680"/>
                  </a:lnTo>
                  <a:lnTo>
                    <a:pt x="89966" y="15050"/>
                  </a:lnTo>
                  <a:lnTo>
                    <a:pt x="88647" y="14534"/>
                  </a:lnTo>
                  <a:lnTo>
                    <a:pt x="87251" y="14133"/>
                  </a:lnTo>
                  <a:lnTo>
                    <a:pt x="85778" y="13846"/>
                  </a:lnTo>
                  <a:lnTo>
                    <a:pt x="84227" y="13675"/>
                  </a:lnTo>
                  <a:lnTo>
                    <a:pt x="82599" y="13617"/>
                  </a:lnTo>
                  <a:lnTo>
                    <a:pt x="81806" y="13628"/>
                  </a:lnTo>
                  <a:lnTo>
                    <a:pt x="81033" y="13662"/>
                  </a:lnTo>
                  <a:lnTo>
                    <a:pt x="80282" y="13718"/>
                  </a:lnTo>
                  <a:lnTo>
                    <a:pt x="79551" y="13796"/>
                  </a:lnTo>
                  <a:lnTo>
                    <a:pt x="78841" y="13896"/>
                  </a:lnTo>
                  <a:lnTo>
                    <a:pt x="78152" y="14019"/>
                  </a:lnTo>
                  <a:lnTo>
                    <a:pt x="77484" y="14164"/>
                  </a:lnTo>
                  <a:lnTo>
                    <a:pt x="76836" y="14332"/>
                  </a:lnTo>
                  <a:lnTo>
                    <a:pt x="76210" y="14521"/>
                  </a:lnTo>
                  <a:lnTo>
                    <a:pt x="75604" y="14733"/>
                  </a:lnTo>
                  <a:lnTo>
                    <a:pt x="75014" y="14959"/>
                  </a:lnTo>
                  <a:lnTo>
                    <a:pt x="74434" y="15219"/>
                  </a:lnTo>
                  <a:lnTo>
                    <a:pt x="73865" y="15513"/>
                  </a:lnTo>
                  <a:lnTo>
                    <a:pt x="73306" y="15841"/>
                  </a:lnTo>
                  <a:lnTo>
                    <a:pt x="72758" y="16203"/>
                  </a:lnTo>
                  <a:lnTo>
                    <a:pt x="72220" y="16600"/>
                  </a:lnTo>
                  <a:lnTo>
                    <a:pt x="71692" y="17031"/>
                  </a:lnTo>
                  <a:lnTo>
                    <a:pt x="71175" y="17496"/>
                  </a:lnTo>
                  <a:lnTo>
                    <a:pt x="70668" y="17995"/>
                  </a:lnTo>
                  <a:lnTo>
                    <a:pt x="70172" y="18529"/>
                  </a:lnTo>
                  <a:lnTo>
                    <a:pt x="69668" y="19083"/>
                  </a:lnTo>
                  <a:lnTo>
                    <a:pt x="69169" y="19675"/>
                  </a:lnTo>
                  <a:lnTo>
                    <a:pt x="68674" y="20303"/>
                  </a:lnTo>
                  <a:lnTo>
                    <a:pt x="68184" y="20969"/>
                  </a:lnTo>
                  <a:lnTo>
                    <a:pt x="67698" y="21673"/>
                  </a:lnTo>
                  <a:lnTo>
                    <a:pt x="67216" y="22413"/>
                  </a:lnTo>
                  <a:lnTo>
                    <a:pt x="66739" y="23191"/>
                  </a:lnTo>
                  <a:lnTo>
                    <a:pt x="66267" y="24005"/>
                  </a:lnTo>
                  <a:lnTo>
                    <a:pt x="65799" y="24858"/>
                  </a:lnTo>
                  <a:lnTo>
                    <a:pt x="65335" y="25747"/>
                  </a:lnTo>
                  <a:lnTo>
                    <a:pt x="64855" y="26678"/>
                  </a:lnTo>
                  <a:lnTo>
                    <a:pt x="64368" y="27658"/>
                  </a:lnTo>
                  <a:lnTo>
                    <a:pt x="63873" y="28685"/>
                  </a:lnTo>
                  <a:lnTo>
                    <a:pt x="63371" y="29759"/>
                  </a:lnTo>
                  <a:lnTo>
                    <a:pt x="62861" y="30881"/>
                  </a:lnTo>
                  <a:lnTo>
                    <a:pt x="62344" y="32051"/>
                  </a:lnTo>
                  <a:lnTo>
                    <a:pt x="61819" y="33269"/>
                  </a:lnTo>
                  <a:lnTo>
                    <a:pt x="61287" y="34534"/>
                  </a:lnTo>
                  <a:lnTo>
                    <a:pt x="60747" y="35846"/>
                  </a:lnTo>
                  <a:lnTo>
                    <a:pt x="60200" y="37207"/>
                  </a:lnTo>
                  <a:lnTo>
                    <a:pt x="59675" y="38514"/>
                  </a:lnTo>
                  <a:lnTo>
                    <a:pt x="59141" y="39787"/>
                  </a:lnTo>
                  <a:lnTo>
                    <a:pt x="58598" y="41026"/>
                  </a:lnTo>
                  <a:lnTo>
                    <a:pt x="58045" y="42231"/>
                  </a:lnTo>
                  <a:lnTo>
                    <a:pt x="57484" y="43402"/>
                  </a:lnTo>
                  <a:lnTo>
                    <a:pt x="56914" y="44538"/>
                  </a:lnTo>
                  <a:lnTo>
                    <a:pt x="56335" y="45640"/>
                  </a:lnTo>
                  <a:lnTo>
                    <a:pt x="55748" y="46708"/>
                  </a:lnTo>
                  <a:lnTo>
                    <a:pt x="55151" y="47741"/>
                  </a:lnTo>
                  <a:lnTo>
                    <a:pt x="54545" y="48741"/>
                  </a:lnTo>
                  <a:lnTo>
                    <a:pt x="53912" y="49692"/>
                  </a:lnTo>
                  <a:lnTo>
                    <a:pt x="53265" y="50610"/>
                  </a:lnTo>
                  <a:lnTo>
                    <a:pt x="52603" y="51496"/>
                  </a:lnTo>
                  <a:lnTo>
                    <a:pt x="51926" y="52348"/>
                  </a:lnTo>
                  <a:lnTo>
                    <a:pt x="51234" y="53168"/>
                  </a:lnTo>
                  <a:lnTo>
                    <a:pt x="50527" y="53956"/>
                  </a:lnTo>
                  <a:lnTo>
                    <a:pt x="49805" y="54710"/>
                  </a:lnTo>
                  <a:lnTo>
                    <a:pt x="49068" y="55432"/>
                  </a:lnTo>
                  <a:lnTo>
                    <a:pt x="48317" y="56121"/>
                  </a:lnTo>
                  <a:lnTo>
                    <a:pt x="47550" y="56777"/>
                  </a:lnTo>
                  <a:lnTo>
                    <a:pt x="46766" y="57387"/>
                  </a:lnTo>
                  <a:lnTo>
                    <a:pt x="45961" y="57965"/>
                  </a:lnTo>
                  <a:lnTo>
                    <a:pt x="45135" y="58512"/>
                  </a:lnTo>
                  <a:lnTo>
                    <a:pt x="44288" y="59028"/>
                  </a:lnTo>
                  <a:lnTo>
                    <a:pt x="43420" y="59512"/>
                  </a:lnTo>
                  <a:lnTo>
                    <a:pt x="42532" y="59965"/>
                  </a:lnTo>
                  <a:lnTo>
                    <a:pt x="41622" y="60387"/>
                  </a:lnTo>
                  <a:lnTo>
                    <a:pt x="40692" y="60778"/>
                  </a:lnTo>
                  <a:lnTo>
                    <a:pt x="39741" y="61137"/>
                  </a:lnTo>
                  <a:lnTo>
                    <a:pt x="38769" y="61466"/>
                  </a:lnTo>
                  <a:lnTo>
                    <a:pt x="37774" y="61748"/>
                  </a:lnTo>
                  <a:lnTo>
                    <a:pt x="36751" y="62001"/>
                  </a:lnTo>
                  <a:lnTo>
                    <a:pt x="35702" y="62225"/>
                  </a:lnTo>
                  <a:lnTo>
                    <a:pt x="34626" y="62418"/>
                  </a:lnTo>
                  <a:lnTo>
                    <a:pt x="33523" y="62582"/>
                  </a:lnTo>
                  <a:lnTo>
                    <a:pt x="32393" y="62716"/>
                  </a:lnTo>
                  <a:lnTo>
                    <a:pt x="31237" y="62820"/>
                  </a:lnTo>
                  <a:lnTo>
                    <a:pt x="30054" y="62894"/>
                  </a:lnTo>
                  <a:lnTo>
                    <a:pt x="28844" y="62939"/>
                  </a:lnTo>
                  <a:lnTo>
                    <a:pt x="27607" y="62954"/>
                  </a:lnTo>
                  <a:lnTo>
                    <a:pt x="26312" y="62930"/>
                  </a:lnTo>
                  <a:lnTo>
                    <a:pt x="25044" y="62859"/>
                  </a:lnTo>
                  <a:lnTo>
                    <a:pt x="23805" y="62739"/>
                  </a:lnTo>
                  <a:lnTo>
                    <a:pt x="22595" y="62573"/>
                  </a:lnTo>
                  <a:lnTo>
                    <a:pt x="21412" y="62358"/>
                  </a:lnTo>
                  <a:lnTo>
                    <a:pt x="20258" y="62097"/>
                  </a:lnTo>
                  <a:lnTo>
                    <a:pt x="19132" y="61787"/>
                  </a:lnTo>
                  <a:lnTo>
                    <a:pt x="18034" y="61430"/>
                  </a:lnTo>
                  <a:lnTo>
                    <a:pt x="16965" y="61025"/>
                  </a:lnTo>
                  <a:lnTo>
                    <a:pt x="15924" y="60573"/>
                  </a:lnTo>
                  <a:lnTo>
                    <a:pt x="14914" y="60077"/>
                  </a:lnTo>
                  <a:lnTo>
                    <a:pt x="13936" y="59543"/>
                  </a:lnTo>
                  <a:lnTo>
                    <a:pt x="12991" y="58970"/>
                  </a:lnTo>
                  <a:lnTo>
                    <a:pt x="12078" y="58358"/>
                  </a:lnTo>
                  <a:lnTo>
                    <a:pt x="11199" y="57708"/>
                  </a:lnTo>
                  <a:lnTo>
                    <a:pt x="10352" y="57019"/>
                  </a:lnTo>
                  <a:lnTo>
                    <a:pt x="9538" y="56291"/>
                  </a:lnTo>
                  <a:lnTo>
                    <a:pt x="8757" y="55524"/>
                  </a:lnTo>
                  <a:lnTo>
                    <a:pt x="8008" y="54719"/>
                  </a:lnTo>
                  <a:lnTo>
                    <a:pt x="7292" y="53875"/>
                  </a:lnTo>
                  <a:lnTo>
                    <a:pt x="6595" y="52996"/>
                  </a:lnTo>
                  <a:lnTo>
                    <a:pt x="5932" y="52083"/>
                  </a:lnTo>
                  <a:lnTo>
                    <a:pt x="5303" y="51138"/>
                  </a:lnTo>
                  <a:lnTo>
                    <a:pt x="4708" y="50161"/>
                  </a:lnTo>
                  <a:lnTo>
                    <a:pt x="4148" y="49150"/>
                  </a:lnTo>
                  <a:lnTo>
                    <a:pt x="3622" y="48107"/>
                  </a:lnTo>
                  <a:lnTo>
                    <a:pt x="3130" y="47031"/>
                  </a:lnTo>
                  <a:lnTo>
                    <a:pt x="2672" y="45922"/>
                  </a:lnTo>
                  <a:lnTo>
                    <a:pt x="2249" y="44780"/>
                  </a:lnTo>
                  <a:lnTo>
                    <a:pt x="1860" y="43606"/>
                  </a:lnTo>
                  <a:lnTo>
                    <a:pt x="1506" y="42389"/>
                  </a:lnTo>
                  <a:lnTo>
                    <a:pt x="1190" y="41148"/>
                  </a:lnTo>
                  <a:lnTo>
                    <a:pt x="911" y="39882"/>
                  </a:lnTo>
                  <a:lnTo>
                    <a:pt x="669" y="38594"/>
                  </a:lnTo>
                  <a:lnTo>
                    <a:pt x="465" y="37281"/>
                  </a:lnTo>
                  <a:lnTo>
                    <a:pt x="297" y="35944"/>
                  </a:lnTo>
                  <a:lnTo>
                    <a:pt x="167" y="34584"/>
                  </a:lnTo>
                  <a:lnTo>
                    <a:pt x="74" y="33200"/>
                  </a:lnTo>
                  <a:lnTo>
                    <a:pt x="18" y="31792"/>
                  </a:lnTo>
                  <a:lnTo>
                    <a:pt x="0" y="30360"/>
                  </a:lnTo>
                  <a:lnTo>
                    <a:pt x="17" y="28607"/>
                  </a:lnTo>
                  <a:lnTo>
                    <a:pt x="68" y="26890"/>
                  </a:lnTo>
                  <a:lnTo>
                    <a:pt x="154" y="25208"/>
                  </a:lnTo>
                  <a:lnTo>
                    <a:pt x="273" y="23562"/>
                  </a:lnTo>
                  <a:lnTo>
                    <a:pt x="427" y="21952"/>
                  </a:lnTo>
                  <a:lnTo>
                    <a:pt x="616" y="20377"/>
                  </a:lnTo>
                  <a:lnTo>
                    <a:pt x="838" y="18838"/>
                  </a:lnTo>
                  <a:lnTo>
                    <a:pt x="1095" y="17335"/>
                  </a:lnTo>
                  <a:lnTo>
                    <a:pt x="1386" y="15868"/>
                  </a:lnTo>
                  <a:lnTo>
                    <a:pt x="1711" y="14436"/>
                  </a:lnTo>
                  <a:lnTo>
                    <a:pt x="2048" y="13038"/>
                  </a:lnTo>
                  <a:lnTo>
                    <a:pt x="2405" y="11671"/>
                  </a:lnTo>
                  <a:lnTo>
                    <a:pt x="2780" y="10335"/>
                  </a:lnTo>
                  <a:lnTo>
                    <a:pt x="3175" y="9030"/>
                  </a:lnTo>
                  <a:lnTo>
                    <a:pt x="3590" y="7757"/>
                  </a:lnTo>
                  <a:lnTo>
                    <a:pt x="4024" y="6515"/>
                  </a:lnTo>
                  <a:lnTo>
                    <a:pt x="4477" y="5304"/>
                  </a:lnTo>
                  <a:lnTo>
                    <a:pt x="4950" y="4125"/>
                  </a:lnTo>
                  <a:lnTo>
                    <a:pt x="5441" y="2977"/>
                  </a:lnTo>
                  <a:lnTo>
                    <a:pt x="5953" y="1860"/>
                  </a:lnTo>
                  <a:lnTo>
                    <a:pt x="17561" y="6846"/>
                  </a:lnTo>
                  <a:lnTo>
                    <a:pt x="17136" y="7826"/>
                  </a:lnTo>
                  <a:lnTo>
                    <a:pt x="16722" y="8834"/>
                  </a:lnTo>
                  <a:lnTo>
                    <a:pt x="16320" y="9868"/>
                  </a:lnTo>
                  <a:lnTo>
                    <a:pt x="15930" y="10929"/>
                  </a:lnTo>
                  <a:lnTo>
                    <a:pt x="15552" y="12017"/>
                  </a:lnTo>
                  <a:lnTo>
                    <a:pt x="15186" y="13132"/>
                  </a:lnTo>
                  <a:lnTo>
                    <a:pt x="14832" y="14274"/>
                  </a:lnTo>
                  <a:lnTo>
                    <a:pt x="14489" y="15442"/>
                  </a:lnTo>
                  <a:lnTo>
                    <a:pt x="14159" y="16637"/>
                  </a:lnTo>
                  <a:lnTo>
                    <a:pt x="13841" y="17859"/>
                  </a:lnTo>
                  <a:lnTo>
                    <a:pt x="13529" y="19084"/>
                  </a:lnTo>
                  <a:lnTo>
                    <a:pt x="13251" y="20318"/>
                  </a:lnTo>
                  <a:lnTo>
                    <a:pt x="13006" y="21560"/>
                  </a:lnTo>
                  <a:lnTo>
                    <a:pt x="12793" y="22812"/>
                  </a:lnTo>
                  <a:lnTo>
                    <a:pt x="12613" y="24072"/>
                  </a:lnTo>
                  <a:lnTo>
                    <a:pt x="12465" y="25342"/>
                  </a:lnTo>
                  <a:lnTo>
                    <a:pt x="12351" y="26620"/>
                  </a:lnTo>
                  <a:lnTo>
                    <a:pt x="12269" y="27908"/>
                  </a:lnTo>
                  <a:lnTo>
                    <a:pt x="12220" y="29204"/>
                  </a:lnTo>
                  <a:lnTo>
                    <a:pt x="12203" y="30509"/>
                  </a:lnTo>
                  <a:lnTo>
                    <a:pt x="12246" y="32284"/>
                  </a:lnTo>
                  <a:lnTo>
                    <a:pt x="12373" y="33977"/>
                  </a:lnTo>
                  <a:lnTo>
                    <a:pt x="12585" y="35588"/>
                  </a:lnTo>
                  <a:lnTo>
                    <a:pt x="12882" y="37117"/>
                  </a:lnTo>
                  <a:lnTo>
                    <a:pt x="13264" y="38565"/>
                  </a:lnTo>
                  <a:lnTo>
                    <a:pt x="13730" y="39930"/>
                  </a:lnTo>
                  <a:lnTo>
                    <a:pt x="14282" y="41214"/>
                  </a:lnTo>
                  <a:lnTo>
                    <a:pt x="14918" y="42416"/>
                  </a:lnTo>
                  <a:lnTo>
                    <a:pt x="15639" y="43535"/>
                  </a:lnTo>
                  <a:lnTo>
                    <a:pt x="16445" y="44574"/>
                  </a:lnTo>
                  <a:lnTo>
                    <a:pt x="17308" y="45521"/>
                  </a:lnTo>
                  <a:lnTo>
                    <a:pt x="18231" y="46368"/>
                  </a:lnTo>
                  <a:lnTo>
                    <a:pt x="19213" y="47116"/>
                  </a:lnTo>
                  <a:lnTo>
                    <a:pt x="20255" y="47764"/>
                  </a:lnTo>
                  <a:lnTo>
                    <a:pt x="21356" y="48313"/>
                  </a:lnTo>
                  <a:lnTo>
                    <a:pt x="22517" y="48762"/>
                  </a:lnTo>
                  <a:lnTo>
                    <a:pt x="23738" y="49111"/>
                  </a:lnTo>
                  <a:lnTo>
                    <a:pt x="25018" y="49360"/>
                  </a:lnTo>
                  <a:lnTo>
                    <a:pt x="26357" y="49509"/>
                  </a:lnTo>
                  <a:lnTo>
                    <a:pt x="27756" y="49559"/>
                  </a:lnTo>
                  <a:lnTo>
                    <a:pt x="28593" y="49548"/>
                  </a:lnTo>
                  <a:lnTo>
                    <a:pt x="29408" y="49515"/>
                  </a:lnTo>
                  <a:lnTo>
                    <a:pt x="30200" y="49459"/>
                  </a:lnTo>
                  <a:lnTo>
                    <a:pt x="30971" y="49381"/>
                  </a:lnTo>
                  <a:lnTo>
                    <a:pt x="31718" y="49280"/>
                  </a:lnTo>
                  <a:lnTo>
                    <a:pt x="32444" y="49157"/>
                  </a:lnTo>
                  <a:lnTo>
                    <a:pt x="33147" y="49012"/>
                  </a:lnTo>
                  <a:lnTo>
                    <a:pt x="33828" y="48845"/>
                  </a:lnTo>
                  <a:lnTo>
                    <a:pt x="34487" y="48655"/>
                  </a:lnTo>
                  <a:lnTo>
                    <a:pt x="35123" y="48443"/>
                  </a:lnTo>
                  <a:lnTo>
                    <a:pt x="35728" y="48205"/>
                  </a:lnTo>
                  <a:lnTo>
                    <a:pt x="36322" y="47937"/>
                  </a:lnTo>
                  <a:lnTo>
                    <a:pt x="36907" y="47639"/>
                  </a:lnTo>
                  <a:lnTo>
                    <a:pt x="37480" y="47312"/>
                  </a:lnTo>
                  <a:lnTo>
                    <a:pt x="38044" y="46955"/>
                  </a:lnTo>
                  <a:lnTo>
                    <a:pt x="38597" y="46568"/>
                  </a:lnTo>
                  <a:lnTo>
                    <a:pt x="39139" y="46151"/>
                  </a:lnTo>
                  <a:lnTo>
                    <a:pt x="39671" y="45705"/>
                  </a:lnTo>
                  <a:lnTo>
                    <a:pt x="40193" y="45228"/>
                  </a:lnTo>
                  <a:lnTo>
                    <a:pt x="40704" y="44722"/>
                  </a:lnTo>
                  <a:lnTo>
                    <a:pt x="41193" y="44185"/>
                  </a:lnTo>
                  <a:lnTo>
                    <a:pt x="41677" y="43615"/>
                  </a:lnTo>
                  <a:lnTo>
                    <a:pt x="42157" y="43012"/>
                  </a:lnTo>
                  <a:lnTo>
                    <a:pt x="42633" y="42377"/>
                  </a:lnTo>
                  <a:lnTo>
                    <a:pt x="43104" y="41709"/>
                  </a:lnTo>
                  <a:lnTo>
                    <a:pt x="43570" y="41008"/>
                  </a:lnTo>
                  <a:lnTo>
                    <a:pt x="44033" y="40274"/>
                  </a:lnTo>
                  <a:lnTo>
                    <a:pt x="44490" y="39507"/>
                  </a:lnTo>
                  <a:lnTo>
                    <a:pt x="44943" y="38708"/>
                  </a:lnTo>
                  <a:lnTo>
                    <a:pt x="45392" y="37876"/>
                  </a:lnTo>
                  <a:lnTo>
                    <a:pt x="45827" y="36994"/>
                  </a:lnTo>
                  <a:lnTo>
                    <a:pt x="46267" y="36072"/>
                  </a:lnTo>
                  <a:lnTo>
                    <a:pt x="46714" y="35113"/>
                  </a:lnTo>
                  <a:lnTo>
                    <a:pt x="47166" y="34114"/>
                  </a:lnTo>
                  <a:lnTo>
                    <a:pt x="47625" y="33077"/>
                  </a:lnTo>
                  <a:lnTo>
                    <a:pt x="48089" y="32001"/>
                  </a:lnTo>
                  <a:lnTo>
                    <a:pt x="48559" y="30886"/>
                  </a:lnTo>
                  <a:lnTo>
                    <a:pt x="49035" y="29732"/>
                  </a:lnTo>
                  <a:lnTo>
                    <a:pt x="49518" y="28540"/>
                  </a:lnTo>
                  <a:lnTo>
                    <a:pt x="50006" y="27309"/>
                  </a:lnTo>
                  <a:lnTo>
                    <a:pt x="50543" y="25972"/>
                  </a:lnTo>
                  <a:lnTo>
                    <a:pt x="51083" y="24669"/>
                  </a:lnTo>
                  <a:lnTo>
                    <a:pt x="51626" y="23400"/>
                  </a:lnTo>
                  <a:lnTo>
                    <a:pt x="52173" y="22166"/>
                  </a:lnTo>
                  <a:lnTo>
                    <a:pt x="52722" y="20966"/>
                  </a:lnTo>
                  <a:lnTo>
                    <a:pt x="53274" y="19800"/>
                  </a:lnTo>
                  <a:lnTo>
                    <a:pt x="53829" y="18668"/>
                  </a:lnTo>
                  <a:lnTo>
                    <a:pt x="54387" y="17570"/>
                  </a:lnTo>
                  <a:lnTo>
                    <a:pt x="54948" y="16507"/>
                  </a:lnTo>
                  <a:lnTo>
                    <a:pt x="55512" y="15478"/>
                  </a:lnTo>
                  <a:lnTo>
                    <a:pt x="56085" y="14468"/>
                  </a:lnTo>
                  <a:lnTo>
                    <a:pt x="56673" y="13492"/>
                  </a:lnTo>
                  <a:lnTo>
                    <a:pt x="57276" y="12551"/>
                  </a:lnTo>
                  <a:lnTo>
                    <a:pt x="57894" y="11644"/>
                  </a:lnTo>
                  <a:lnTo>
                    <a:pt x="58526" y="10771"/>
                  </a:lnTo>
                  <a:lnTo>
                    <a:pt x="59174" y="9932"/>
                  </a:lnTo>
                  <a:lnTo>
                    <a:pt x="59836" y="9128"/>
                  </a:lnTo>
                  <a:lnTo>
                    <a:pt x="60513" y="8358"/>
                  </a:lnTo>
                  <a:lnTo>
                    <a:pt x="61205" y="7622"/>
                  </a:lnTo>
                  <a:lnTo>
                    <a:pt x="61912" y="6920"/>
                  </a:lnTo>
                  <a:lnTo>
                    <a:pt x="62638" y="6253"/>
                  </a:lnTo>
                  <a:lnTo>
                    <a:pt x="63385" y="5619"/>
                  </a:lnTo>
                  <a:lnTo>
                    <a:pt x="64156" y="5020"/>
                  </a:lnTo>
                  <a:lnTo>
                    <a:pt x="64948" y="4455"/>
                  </a:lnTo>
                  <a:lnTo>
                    <a:pt x="65763" y="3925"/>
                  </a:lnTo>
                  <a:lnTo>
                    <a:pt x="66600" y="3429"/>
                  </a:lnTo>
                  <a:lnTo>
                    <a:pt x="67460" y="2966"/>
                  </a:lnTo>
                  <a:lnTo>
                    <a:pt x="68341" y="2539"/>
                  </a:lnTo>
                  <a:lnTo>
                    <a:pt x="69246" y="2145"/>
                  </a:lnTo>
                  <a:lnTo>
                    <a:pt x="70172" y="1785"/>
                  </a:lnTo>
                  <a:lnTo>
                    <a:pt x="71127" y="1446"/>
                  </a:lnTo>
                  <a:lnTo>
                    <a:pt x="72116" y="1143"/>
                  </a:lnTo>
                  <a:lnTo>
                    <a:pt x="73139" y="875"/>
                  </a:lnTo>
                  <a:lnTo>
                    <a:pt x="74196" y="642"/>
                  </a:lnTo>
                  <a:lnTo>
                    <a:pt x="75288" y="446"/>
                  </a:lnTo>
                  <a:lnTo>
                    <a:pt x="76414" y="285"/>
                  </a:lnTo>
                  <a:lnTo>
                    <a:pt x="77574" y="160"/>
                  </a:lnTo>
                  <a:lnTo>
                    <a:pt x="78768" y="71"/>
                  </a:lnTo>
                  <a:lnTo>
                    <a:pt x="79997" y="1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h112"/>
            <p:cNvSpPr/>
            <p:nvPr/>
          </p:nvSpPr>
          <p:spPr>
            <a:xfrm>
              <a:off x="71971" y="2561321"/>
              <a:ext cx="108793" cy="56480"/>
            </a:xfrm>
            <a:custGeom>
              <a:avLst/>
              <a:pathLst>
                <a:path w="108793" h="56480">
                  <a:moveTo>
                    <a:pt x="108793" y="0"/>
                  </a:moveTo>
                  <a:lnTo>
                    <a:pt x="108793" y="56480"/>
                  </a:lnTo>
                  <a:lnTo>
                    <a:pt x="0" y="56480"/>
                  </a:lnTo>
                  <a:lnTo>
                    <a:pt x="0" y="0"/>
                  </a:lnTo>
                  <a:lnTo>
                    <a:pt x="12203" y="0"/>
                  </a:lnTo>
                  <a:lnTo>
                    <a:pt x="12203" y="42639"/>
                  </a:lnTo>
                  <a:lnTo>
                    <a:pt x="45839" y="42639"/>
                  </a:lnTo>
                  <a:lnTo>
                    <a:pt x="45839" y="2827"/>
                  </a:lnTo>
                  <a:lnTo>
                    <a:pt x="57894" y="2827"/>
                  </a:lnTo>
                  <a:lnTo>
                    <a:pt x="57894" y="42639"/>
                  </a:lnTo>
                  <a:lnTo>
                    <a:pt x="96589" y="42639"/>
                  </a:lnTo>
                  <a:lnTo>
                    <a:pt x="9658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h113"/>
            <p:cNvSpPr/>
            <p:nvPr/>
          </p:nvSpPr>
          <p:spPr>
            <a:xfrm>
              <a:off x="71822" y="2458109"/>
              <a:ext cx="132754" cy="53578"/>
            </a:xfrm>
            <a:custGeom>
              <a:avLst/>
              <a:pathLst>
                <a:path w="132754" h="53578">
                  <a:moveTo>
                    <a:pt x="132754" y="39290"/>
                  </a:moveTo>
                  <a:lnTo>
                    <a:pt x="132754" y="53578"/>
                  </a:lnTo>
                  <a:lnTo>
                    <a:pt x="127920" y="46112"/>
                  </a:lnTo>
                  <a:lnTo>
                    <a:pt x="122705" y="39433"/>
                  </a:lnTo>
                  <a:lnTo>
                    <a:pt x="117109" y="33539"/>
                  </a:lnTo>
                  <a:lnTo>
                    <a:pt x="111132" y="28432"/>
                  </a:lnTo>
                  <a:lnTo>
                    <a:pt x="104775" y="24110"/>
                  </a:lnTo>
                  <a:lnTo>
                    <a:pt x="98036" y="20574"/>
                  </a:lnTo>
                  <a:lnTo>
                    <a:pt x="90916" y="17823"/>
                  </a:lnTo>
                  <a:lnTo>
                    <a:pt x="83415" y="15859"/>
                  </a:lnTo>
                  <a:lnTo>
                    <a:pt x="75533" y="14680"/>
                  </a:lnTo>
                  <a:lnTo>
                    <a:pt x="67270" y="14287"/>
                  </a:lnTo>
                  <a:lnTo>
                    <a:pt x="58775" y="14680"/>
                  </a:lnTo>
                  <a:lnTo>
                    <a:pt x="50673" y="15859"/>
                  </a:lnTo>
                  <a:lnTo>
                    <a:pt x="42963" y="17823"/>
                  </a:lnTo>
                  <a:lnTo>
                    <a:pt x="35647" y="20574"/>
                  </a:lnTo>
                  <a:lnTo>
                    <a:pt x="28723" y="24110"/>
                  </a:lnTo>
                  <a:lnTo>
                    <a:pt x="22193" y="28432"/>
                  </a:lnTo>
                  <a:lnTo>
                    <a:pt x="16055" y="33539"/>
                  </a:lnTo>
                  <a:lnTo>
                    <a:pt x="10310" y="39433"/>
                  </a:lnTo>
                  <a:lnTo>
                    <a:pt x="4958" y="46112"/>
                  </a:lnTo>
                  <a:lnTo>
                    <a:pt x="0" y="53578"/>
                  </a:lnTo>
                  <a:lnTo>
                    <a:pt x="0" y="39290"/>
                  </a:lnTo>
                  <a:lnTo>
                    <a:pt x="1878" y="35900"/>
                  </a:lnTo>
                  <a:lnTo>
                    <a:pt x="3940" y="32635"/>
                  </a:lnTo>
                  <a:lnTo>
                    <a:pt x="6188" y="29494"/>
                  </a:lnTo>
                  <a:lnTo>
                    <a:pt x="8620" y="26479"/>
                  </a:lnTo>
                  <a:lnTo>
                    <a:pt x="11236" y="23589"/>
                  </a:lnTo>
                  <a:lnTo>
                    <a:pt x="14037" y="20824"/>
                  </a:lnTo>
                  <a:lnTo>
                    <a:pt x="17022" y="18183"/>
                  </a:lnTo>
                  <a:lnTo>
                    <a:pt x="20193" y="15668"/>
                  </a:lnTo>
                  <a:lnTo>
                    <a:pt x="23547" y="13278"/>
                  </a:lnTo>
                  <a:lnTo>
                    <a:pt x="27086" y="11013"/>
                  </a:lnTo>
                  <a:lnTo>
                    <a:pt x="30756" y="8920"/>
                  </a:lnTo>
                  <a:lnTo>
                    <a:pt x="34504" y="7048"/>
                  </a:lnTo>
                  <a:lnTo>
                    <a:pt x="38329" y="5396"/>
                  </a:lnTo>
                  <a:lnTo>
                    <a:pt x="42231" y="3964"/>
                  </a:lnTo>
                  <a:lnTo>
                    <a:pt x="46211" y="2753"/>
                  </a:lnTo>
                  <a:lnTo>
                    <a:pt x="50268" y="1762"/>
                  </a:lnTo>
                  <a:lnTo>
                    <a:pt x="54402" y="991"/>
                  </a:lnTo>
                  <a:lnTo>
                    <a:pt x="58614" y="440"/>
                  </a:lnTo>
                  <a:lnTo>
                    <a:pt x="62903" y="110"/>
                  </a:lnTo>
                  <a:lnTo>
                    <a:pt x="67270" y="0"/>
                  </a:lnTo>
                  <a:lnTo>
                    <a:pt x="71523" y="110"/>
                  </a:lnTo>
                  <a:lnTo>
                    <a:pt x="75711" y="440"/>
                  </a:lnTo>
                  <a:lnTo>
                    <a:pt x="79834" y="991"/>
                  </a:lnTo>
                  <a:lnTo>
                    <a:pt x="83891" y="1762"/>
                  </a:lnTo>
                  <a:lnTo>
                    <a:pt x="87883" y="2753"/>
                  </a:lnTo>
                  <a:lnTo>
                    <a:pt x="91809" y="3964"/>
                  </a:lnTo>
                  <a:lnTo>
                    <a:pt x="95669" y="5396"/>
                  </a:lnTo>
                  <a:lnTo>
                    <a:pt x="99464" y="7048"/>
                  </a:lnTo>
                  <a:lnTo>
                    <a:pt x="103194" y="8920"/>
                  </a:lnTo>
                  <a:lnTo>
                    <a:pt x="106858" y="11013"/>
                  </a:lnTo>
                  <a:lnTo>
                    <a:pt x="110385" y="13278"/>
                  </a:lnTo>
                  <a:lnTo>
                    <a:pt x="113704" y="15668"/>
                  </a:lnTo>
                  <a:lnTo>
                    <a:pt x="116815" y="18183"/>
                  </a:lnTo>
                  <a:lnTo>
                    <a:pt x="119717" y="20824"/>
                  </a:lnTo>
                  <a:lnTo>
                    <a:pt x="122411" y="23589"/>
                  </a:lnTo>
                  <a:lnTo>
                    <a:pt x="124896" y="26479"/>
                  </a:lnTo>
                  <a:lnTo>
                    <a:pt x="127173" y="29494"/>
                  </a:lnTo>
                  <a:lnTo>
                    <a:pt x="129242" y="32635"/>
                  </a:lnTo>
                  <a:lnTo>
                    <a:pt x="131102" y="359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54284" y="5113698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54284" y="4053091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54284" y="2992484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54284" y="1931876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4284" y="871269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80861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585982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6305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54284" y="5644002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54284" y="4583395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54284" y="3522787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54284" y="2462180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54284" y="1401573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4284" y="340965"/>
              <a:ext cx="8613800" cy="0"/>
            </a:xfrm>
            <a:custGeom>
              <a:avLst/>
              <a:pathLst>
                <a:path w="8613800" h="0">
                  <a:moveTo>
                    <a:pt x="0" y="0"/>
                  </a:moveTo>
                  <a:lnTo>
                    <a:pt x="8613800" y="0"/>
                  </a:ln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45820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715901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56063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676548" y="75915"/>
              <a:ext cx="0" cy="5831114"/>
            </a:xfrm>
            <a:custGeom>
              <a:avLst/>
              <a:pathLst>
                <a:path w="0" h="5831114">
                  <a:moveTo>
                    <a:pt x="0" y="58311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45820" y="340965"/>
              <a:ext cx="7830727" cy="4772732"/>
            </a:xfrm>
            <a:custGeom>
              <a:avLst/>
              <a:pathLst>
                <a:path w="7830727" h="4772732">
                  <a:moveTo>
                    <a:pt x="0" y="4772732"/>
                  </a:moveTo>
                  <a:lnTo>
                    <a:pt x="870080" y="4242429"/>
                  </a:lnTo>
                  <a:lnTo>
                    <a:pt x="2610242" y="3181821"/>
                  </a:lnTo>
                  <a:lnTo>
                    <a:pt x="7830727" y="0"/>
                  </a:lnTo>
                </a:path>
              </a:pathLst>
            </a:custGeom>
            <a:ln w="32521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45820" y="5579515"/>
              <a:ext cx="7830727" cy="18363"/>
            </a:xfrm>
            <a:custGeom>
              <a:avLst/>
              <a:pathLst>
                <a:path w="7830727" h="18363">
                  <a:moveTo>
                    <a:pt x="0" y="1535"/>
                  </a:moveTo>
                  <a:lnTo>
                    <a:pt x="870080" y="4780"/>
                  </a:lnTo>
                  <a:lnTo>
                    <a:pt x="2610242" y="0"/>
                  </a:lnTo>
                  <a:lnTo>
                    <a:pt x="7830727" y="18363"/>
                  </a:lnTo>
                </a:path>
              </a:pathLst>
            </a:custGeom>
            <a:ln w="32521" cap="flat">
              <a:solidFill>
                <a:srgbClr val="21908C">
                  <a:alpha val="100000"/>
                </a:srgbClr>
              </a:solidFill>
              <a:custDash>
                <a:ds d="6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45820" y="5623182"/>
              <a:ext cx="7830727" cy="18797"/>
            </a:xfrm>
            <a:custGeom>
              <a:avLst/>
              <a:pathLst>
                <a:path w="7830727" h="18797">
                  <a:moveTo>
                    <a:pt x="0" y="0"/>
                  </a:moveTo>
                  <a:lnTo>
                    <a:pt x="870080" y="13034"/>
                  </a:lnTo>
                  <a:lnTo>
                    <a:pt x="2610242" y="15745"/>
                  </a:lnTo>
                  <a:lnTo>
                    <a:pt x="7830727" y="18797"/>
                  </a:lnTo>
                </a:path>
              </a:pathLst>
            </a:custGeom>
            <a:ln w="32521" cap="flat">
              <a:solidFill>
                <a:srgbClr val="FDE725">
                  <a:alpha val="100000"/>
                </a:srgbClr>
              </a:solidFill>
              <a:custDash>
                <a:ds d="12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800259" y="5577621"/>
              <a:ext cx="91121" cy="9112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818" cap="rnd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670340" y="5590655"/>
              <a:ext cx="91121" cy="9112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818" cap="rnd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410502" y="5593366"/>
              <a:ext cx="91121" cy="9112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818" cap="rnd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8630987" y="5596418"/>
              <a:ext cx="91121" cy="9112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818" cap="rnd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800259" y="5535490"/>
              <a:ext cx="91121" cy="91121"/>
            </a:xfrm>
            <a:prstGeom prst="ellipse">
              <a:avLst/>
            </a:prstGeom>
            <a:solidFill>
              <a:srgbClr val="21908C">
                <a:alpha val="100000"/>
              </a:srgbClr>
            </a:solidFill>
            <a:ln w="9818" cap="rnd">
              <a:solidFill>
                <a:srgbClr val="219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670340" y="5538735"/>
              <a:ext cx="91121" cy="91121"/>
            </a:xfrm>
            <a:prstGeom prst="ellipse">
              <a:avLst/>
            </a:prstGeom>
            <a:solidFill>
              <a:srgbClr val="21908C">
                <a:alpha val="100000"/>
              </a:srgbClr>
            </a:solidFill>
            <a:ln w="9818" cap="rnd">
              <a:solidFill>
                <a:srgbClr val="219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410502" y="5533954"/>
              <a:ext cx="91121" cy="91121"/>
            </a:xfrm>
            <a:prstGeom prst="ellipse">
              <a:avLst/>
            </a:prstGeom>
            <a:solidFill>
              <a:srgbClr val="21908C">
                <a:alpha val="100000"/>
              </a:srgbClr>
            </a:solidFill>
            <a:ln w="9818" cap="rnd">
              <a:solidFill>
                <a:srgbClr val="219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8630987" y="5552317"/>
              <a:ext cx="91121" cy="91121"/>
            </a:xfrm>
            <a:prstGeom prst="ellipse">
              <a:avLst/>
            </a:prstGeom>
            <a:solidFill>
              <a:srgbClr val="21908C">
                <a:alpha val="100000"/>
              </a:srgbClr>
            </a:solidFill>
            <a:ln w="9818" cap="rnd">
              <a:solidFill>
                <a:srgbClr val="219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800259" y="5068137"/>
              <a:ext cx="91121" cy="91121"/>
            </a:xfrm>
            <a:prstGeom prst="ellipse">
              <a:avLst/>
            </a:prstGeom>
            <a:solidFill>
              <a:srgbClr val="440154">
                <a:alpha val="100000"/>
              </a:srgbClr>
            </a:solidFill>
            <a:ln w="9818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670340" y="4537834"/>
              <a:ext cx="91121" cy="91121"/>
            </a:xfrm>
            <a:prstGeom prst="ellipse">
              <a:avLst/>
            </a:prstGeom>
            <a:solidFill>
              <a:srgbClr val="440154">
                <a:alpha val="100000"/>
              </a:srgbClr>
            </a:solidFill>
            <a:ln w="9818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410502" y="3477226"/>
              <a:ext cx="91121" cy="91121"/>
            </a:xfrm>
            <a:prstGeom prst="ellipse">
              <a:avLst/>
            </a:prstGeom>
            <a:solidFill>
              <a:srgbClr val="440154">
                <a:alpha val="100000"/>
              </a:srgbClr>
            </a:solidFill>
            <a:ln w="9818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8630987" y="295405"/>
              <a:ext cx="91121" cy="91121"/>
            </a:xfrm>
            <a:prstGeom prst="ellipse">
              <a:avLst/>
            </a:prstGeom>
            <a:solidFill>
              <a:srgbClr val="440154">
                <a:alpha val="100000"/>
              </a:srgbClr>
            </a:solidFill>
            <a:ln w="9818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4284" y="102329"/>
              <a:ext cx="8613800" cy="5250005"/>
            </a:xfrm>
            <a:custGeom>
              <a:avLst/>
              <a:pathLst>
                <a:path w="8613800" h="5250005">
                  <a:moveTo>
                    <a:pt x="0" y="5250005"/>
                  </a:moveTo>
                  <a:lnTo>
                    <a:pt x="8613800" y="0"/>
                  </a:lnTo>
                </a:path>
              </a:pathLst>
            </a:custGeom>
            <a:ln w="14782" cap="flat">
              <a:solidFill>
                <a:srgbClr val="7F7F7F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322916" y="5600812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259635" y="4541455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322916" y="4540205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56480" y="3479597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322916" y="3479597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54991" y="2418990"/>
              <a:ext cx="57804" cy="86320"/>
            </a:xfrm>
            <a:custGeom>
              <a:avLst/>
              <a:pathLst>
                <a:path w="57804" h="86320">
                  <a:moveTo>
                    <a:pt x="57804" y="61972"/>
                  </a:moveTo>
                  <a:lnTo>
                    <a:pt x="57785" y="63114"/>
                  </a:lnTo>
                  <a:lnTo>
                    <a:pt x="57728" y="64231"/>
                  </a:lnTo>
                  <a:lnTo>
                    <a:pt x="57633" y="65324"/>
                  </a:lnTo>
                  <a:lnTo>
                    <a:pt x="57500" y="66391"/>
                  </a:lnTo>
                  <a:lnTo>
                    <a:pt x="57328" y="67434"/>
                  </a:lnTo>
                  <a:lnTo>
                    <a:pt x="57119" y="68451"/>
                  </a:lnTo>
                  <a:lnTo>
                    <a:pt x="56871" y="69443"/>
                  </a:lnTo>
                  <a:lnTo>
                    <a:pt x="56585" y="70411"/>
                  </a:lnTo>
                  <a:lnTo>
                    <a:pt x="56261" y="71353"/>
                  </a:lnTo>
                  <a:lnTo>
                    <a:pt x="55899" y="72270"/>
                  </a:lnTo>
                  <a:lnTo>
                    <a:pt x="55512" y="73162"/>
                  </a:lnTo>
                  <a:lnTo>
                    <a:pt x="55090" y="74025"/>
                  </a:lnTo>
                  <a:lnTo>
                    <a:pt x="54631" y="74862"/>
                  </a:lnTo>
                  <a:lnTo>
                    <a:pt x="54137" y="75671"/>
                  </a:lnTo>
                  <a:lnTo>
                    <a:pt x="53607" y="76453"/>
                  </a:lnTo>
                  <a:lnTo>
                    <a:pt x="53042" y="77207"/>
                  </a:lnTo>
                  <a:lnTo>
                    <a:pt x="52441" y="77934"/>
                  </a:lnTo>
                  <a:lnTo>
                    <a:pt x="51804" y="78633"/>
                  </a:lnTo>
                  <a:lnTo>
                    <a:pt x="51131" y="79305"/>
                  </a:lnTo>
                  <a:lnTo>
                    <a:pt x="50422" y="79950"/>
                  </a:lnTo>
                  <a:lnTo>
                    <a:pt x="49690" y="80555"/>
                  </a:lnTo>
                  <a:lnTo>
                    <a:pt x="48922" y="81131"/>
                  </a:lnTo>
                  <a:lnTo>
                    <a:pt x="48119" y="81679"/>
                  </a:lnTo>
                  <a:lnTo>
                    <a:pt x="47279" y="82198"/>
                  </a:lnTo>
                  <a:lnTo>
                    <a:pt x="46404" y="82688"/>
                  </a:lnTo>
                  <a:lnTo>
                    <a:pt x="45493" y="83150"/>
                  </a:lnTo>
                  <a:lnTo>
                    <a:pt x="44547" y="83584"/>
                  </a:lnTo>
                  <a:lnTo>
                    <a:pt x="43564" y="83989"/>
                  </a:lnTo>
                  <a:lnTo>
                    <a:pt x="42546" y="84365"/>
                  </a:lnTo>
                  <a:lnTo>
                    <a:pt x="41493" y="84712"/>
                  </a:lnTo>
                  <a:lnTo>
                    <a:pt x="40418" y="85018"/>
                  </a:lnTo>
                  <a:lnTo>
                    <a:pt x="39312" y="85291"/>
                  </a:lnTo>
                  <a:lnTo>
                    <a:pt x="38175" y="85532"/>
                  </a:lnTo>
                  <a:lnTo>
                    <a:pt x="37007" y="85741"/>
                  </a:lnTo>
                  <a:lnTo>
                    <a:pt x="35808" y="85918"/>
                  </a:lnTo>
                  <a:lnTo>
                    <a:pt x="34578" y="86063"/>
                  </a:lnTo>
                  <a:lnTo>
                    <a:pt x="33317" y="86175"/>
                  </a:lnTo>
                  <a:lnTo>
                    <a:pt x="32025" y="86256"/>
                  </a:lnTo>
                  <a:lnTo>
                    <a:pt x="30702" y="86304"/>
                  </a:lnTo>
                  <a:lnTo>
                    <a:pt x="29348" y="86320"/>
                  </a:lnTo>
                  <a:lnTo>
                    <a:pt x="27813" y="86301"/>
                  </a:lnTo>
                  <a:lnTo>
                    <a:pt x="26327" y="86244"/>
                  </a:lnTo>
                  <a:lnTo>
                    <a:pt x="24889" y="86148"/>
                  </a:lnTo>
                  <a:lnTo>
                    <a:pt x="23500" y="86015"/>
                  </a:lnTo>
                  <a:lnTo>
                    <a:pt x="22160" y="85844"/>
                  </a:lnTo>
                  <a:lnTo>
                    <a:pt x="20869" y="85634"/>
                  </a:lnTo>
                  <a:lnTo>
                    <a:pt x="19626" y="85386"/>
                  </a:lnTo>
                  <a:lnTo>
                    <a:pt x="18433" y="85101"/>
                  </a:lnTo>
                  <a:lnTo>
                    <a:pt x="17288" y="84777"/>
                  </a:lnTo>
                  <a:lnTo>
                    <a:pt x="16192" y="84415"/>
                  </a:lnTo>
                  <a:lnTo>
                    <a:pt x="15151" y="84010"/>
                  </a:lnTo>
                  <a:lnTo>
                    <a:pt x="14147" y="83581"/>
                  </a:lnTo>
                  <a:lnTo>
                    <a:pt x="13179" y="83129"/>
                  </a:lnTo>
                  <a:lnTo>
                    <a:pt x="12249" y="82653"/>
                  </a:lnTo>
                  <a:lnTo>
                    <a:pt x="11355" y="82153"/>
                  </a:lnTo>
                  <a:lnTo>
                    <a:pt x="10498" y="81629"/>
                  </a:lnTo>
                  <a:lnTo>
                    <a:pt x="9679" y="81081"/>
                  </a:lnTo>
                  <a:lnTo>
                    <a:pt x="8896" y="80510"/>
                  </a:lnTo>
                  <a:lnTo>
                    <a:pt x="8150" y="79914"/>
                  </a:lnTo>
                  <a:lnTo>
                    <a:pt x="7441" y="79295"/>
                  </a:lnTo>
                  <a:lnTo>
                    <a:pt x="6768" y="78644"/>
                  </a:lnTo>
                  <a:lnTo>
                    <a:pt x="6129" y="77976"/>
                  </a:lnTo>
                  <a:lnTo>
                    <a:pt x="5525" y="77291"/>
                  </a:lnTo>
                  <a:lnTo>
                    <a:pt x="4955" y="76590"/>
                  </a:lnTo>
                  <a:lnTo>
                    <a:pt x="4420" y="75872"/>
                  </a:lnTo>
                  <a:lnTo>
                    <a:pt x="3919" y="75137"/>
                  </a:lnTo>
                  <a:lnTo>
                    <a:pt x="3453" y="74386"/>
                  </a:lnTo>
                  <a:lnTo>
                    <a:pt x="3021" y="73618"/>
                  </a:lnTo>
                  <a:lnTo>
                    <a:pt x="2624" y="72834"/>
                  </a:lnTo>
                  <a:lnTo>
                    <a:pt x="2262" y="72032"/>
                  </a:lnTo>
                  <a:lnTo>
                    <a:pt x="1928" y="71208"/>
                  </a:lnTo>
                  <a:lnTo>
                    <a:pt x="1619" y="70380"/>
                  </a:lnTo>
                  <a:lnTo>
                    <a:pt x="1333" y="69546"/>
                  </a:lnTo>
                  <a:lnTo>
                    <a:pt x="1071" y="68708"/>
                  </a:lnTo>
                  <a:lnTo>
                    <a:pt x="833" y="67865"/>
                  </a:lnTo>
                  <a:lnTo>
                    <a:pt x="619" y="67017"/>
                  </a:lnTo>
                  <a:lnTo>
                    <a:pt x="428" y="66165"/>
                  </a:lnTo>
                  <a:lnTo>
                    <a:pt x="261" y="65308"/>
                  </a:lnTo>
                  <a:lnTo>
                    <a:pt x="119" y="64446"/>
                  </a:lnTo>
                  <a:lnTo>
                    <a:pt x="0" y="63579"/>
                  </a:lnTo>
                  <a:lnTo>
                    <a:pt x="11072" y="62567"/>
                  </a:lnTo>
                  <a:lnTo>
                    <a:pt x="11175" y="63228"/>
                  </a:lnTo>
                  <a:lnTo>
                    <a:pt x="11294" y="63877"/>
                  </a:lnTo>
                  <a:lnTo>
                    <a:pt x="11428" y="64514"/>
                  </a:lnTo>
                  <a:lnTo>
                    <a:pt x="11577" y="65139"/>
                  </a:lnTo>
                  <a:lnTo>
                    <a:pt x="11742" y="65752"/>
                  </a:lnTo>
                  <a:lnTo>
                    <a:pt x="11922" y="66353"/>
                  </a:lnTo>
                  <a:lnTo>
                    <a:pt x="12118" y="66942"/>
                  </a:lnTo>
                  <a:lnTo>
                    <a:pt x="12330" y="67520"/>
                  </a:lnTo>
                  <a:lnTo>
                    <a:pt x="12556" y="68085"/>
                  </a:lnTo>
                  <a:lnTo>
                    <a:pt x="12799" y="68639"/>
                  </a:lnTo>
                  <a:lnTo>
                    <a:pt x="13070" y="69179"/>
                  </a:lnTo>
                  <a:lnTo>
                    <a:pt x="13358" y="69703"/>
                  </a:lnTo>
                  <a:lnTo>
                    <a:pt x="13665" y="70212"/>
                  </a:lnTo>
                  <a:lnTo>
                    <a:pt x="13989" y="70706"/>
                  </a:lnTo>
                  <a:lnTo>
                    <a:pt x="14332" y="71184"/>
                  </a:lnTo>
                  <a:lnTo>
                    <a:pt x="14692" y="71647"/>
                  </a:lnTo>
                  <a:lnTo>
                    <a:pt x="15070" y="72094"/>
                  </a:lnTo>
                  <a:lnTo>
                    <a:pt x="15466" y="72525"/>
                  </a:lnTo>
                  <a:lnTo>
                    <a:pt x="15879" y="72941"/>
                  </a:lnTo>
                  <a:lnTo>
                    <a:pt x="16311" y="73342"/>
                  </a:lnTo>
                  <a:lnTo>
                    <a:pt x="16762" y="73726"/>
                  </a:lnTo>
                  <a:lnTo>
                    <a:pt x="17233" y="74092"/>
                  </a:lnTo>
                  <a:lnTo>
                    <a:pt x="17724" y="74440"/>
                  </a:lnTo>
                  <a:lnTo>
                    <a:pt x="18235" y="74771"/>
                  </a:lnTo>
                  <a:lnTo>
                    <a:pt x="18767" y="75083"/>
                  </a:lnTo>
                  <a:lnTo>
                    <a:pt x="19319" y="75378"/>
                  </a:lnTo>
                  <a:lnTo>
                    <a:pt x="19891" y="75655"/>
                  </a:lnTo>
                  <a:lnTo>
                    <a:pt x="20483" y="75914"/>
                  </a:lnTo>
                  <a:lnTo>
                    <a:pt x="21096" y="76155"/>
                  </a:lnTo>
                  <a:lnTo>
                    <a:pt x="21728" y="76378"/>
                  </a:lnTo>
                  <a:lnTo>
                    <a:pt x="22383" y="76582"/>
                  </a:lnTo>
                  <a:lnTo>
                    <a:pt x="23062" y="76764"/>
                  </a:lnTo>
                  <a:lnTo>
                    <a:pt x="23764" y="76925"/>
                  </a:lnTo>
                  <a:lnTo>
                    <a:pt x="24491" y="77064"/>
                  </a:lnTo>
                  <a:lnTo>
                    <a:pt x="25241" y="77182"/>
                  </a:lnTo>
                  <a:lnTo>
                    <a:pt x="26015" y="77278"/>
                  </a:lnTo>
                  <a:lnTo>
                    <a:pt x="26812" y="77353"/>
                  </a:lnTo>
                  <a:lnTo>
                    <a:pt x="27634" y="77407"/>
                  </a:lnTo>
                  <a:lnTo>
                    <a:pt x="28479" y="77439"/>
                  </a:lnTo>
                  <a:lnTo>
                    <a:pt x="29348" y="77450"/>
                  </a:lnTo>
                  <a:lnTo>
                    <a:pt x="30933" y="77410"/>
                  </a:lnTo>
                  <a:lnTo>
                    <a:pt x="32446" y="77290"/>
                  </a:lnTo>
                  <a:lnTo>
                    <a:pt x="33890" y="77091"/>
                  </a:lnTo>
                  <a:lnTo>
                    <a:pt x="35263" y="76811"/>
                  </a:lnTo>
                  <a:lnTo>
                    <a:pt x="36567" y="76453"/>
                  </a:lnTo>
                  <a:lnTo>
                    <a:pt x="37799" y="76014"/>
                  </a:lnTo>
                  <a:lnTo>
                    <a:pt x="38962" y="75495"/>
                  </a:lnTo>
                  <a:lnTo>
                    <a:pt x="40055" y="74897"/>
                  </a:lnTo>
                  <a:lnTo>
                    <a:pt x="41077" y="74219"/>
                  </a:lnTo>
                  <a:lnTo>
                    <a:pt x="42029" y="73461"/>
                  </a:lnTo>
                  <a:lnTo>
                    <a:pt x="42911" y="72625"/>
                  </a:lnTo>
                  <a:lnTo>
                    <a:pt x="43700" y="71711"/>
                  </a:lnTo>
                  <a:lnTo>
                    <a:pt x="44397" y="70720"/>
                  </a:lnTo>
                  <a:lnTo>
                    <a:pt x="45000" y="69651"/>
                  </a:lnTo>
                  <a:lnTo>
                    <a:pt x="45511" y="68505"/>
                  </a:lnTo>
                  <a:lnTo>
                    <a:pt x="45929" y="67282"/>
                  </a:lnTo>
                  <a:lnTo>
                    <a:pt x="46254" y="65981"/>
                  </a:lnTo>
                  <a:lnTo>
                    <a:pt x="46486" y="64603"/>
                  </a:lnTo>
                  <a:lnTo>
                    <a:pt x="46626" y="63147"/>
                  </a:lnTo>
                  <a:lnTo>
                    <a:pt x="46672" y="61614"/>
                  </a:lnTo>
                  <a:lnTo>
                    <a:pt x="46651" y="60704"/>
                  </a:lnTo>
                  <a:lnTo>
                    <a:pt x="46589" y="59831"/>
                  </a:lnTo>
                  <a:lnTo>
                    <a:pt x="46484" y="58994"/>
                  </a:lnTo>
                  <a:lnTo>
                    <a:pt x="46339" y="58195"/>
                  </a:lnTo>
                  <a:lnTo>
                    <a:pt x="46151" y="57432"/>
                  </a:lnTo>
                  <a:lnTo>
                    <a:pt x="45922" y="56707"/>
                  </a:lnTo>
                  <a:lnTo>
                    <a:pt x="45651" y="56018"/>
                  </a:lnTo>
                  <a:lnTo>
                    <a:pt x="45338" y="55366"/>
                  </a:lnTo>
                  <a:lnTo>
                    <a:pt x="44984" y="54751"/>
                  </a:lnTo>
                  <a:lnTo>
                    <a:pt x="44588" y="54173"/>
                  </a:lnTo>
                  <a:lnTo>
                    <a:pt x="44173" y="53615"/>
                  </a:lnTo>
                  <a:lnTo>
                    <a:pt x="43736" y="53082"/>
                  </a:lnTo>
                  <a:lnTo>
                    <a:pt x="43278" y="52576"/>
                  </a:lnTo>
                  <a:lnTo>
                    <a:pt x="42798" y="52096"/>
                  </a:lnTo>
                  <a:lnTo>
                    <a:pt x="42296" y="51643"/>
                  </a:lnTo>
                  <a:lnTo>
                    <a:pt x="41774" y="51215"/>
                  </a:lnTo>
                  <a:lnTo>
                    <a:pt x="41230" y="50814"/>
                  </a:lnTo>
                  <a:lnTo>
                    <a:pt x="40664" y="50439"/>
                  </a:lnTo>
                  <a:lnTo>
                    <a:pt x="40077" y="50090"/>
                  </a:lnTo>
                  <a:lnTo>
                    <a:pt x="39469" y="49768"/>
                  </a:lnTo>
                  <a:lnTo>
                    <a:pt x="38856" y="49457"/>
                  </a:lnTo>
                  <a:lnTo>
                    <a:pt x="38230" y="49168"/>
                  </a:lnTo>
                  <a:lnTo>
                    <a:pt x="37593" y="48900"/>
                  </a:lnTo>
                  <a:lnTo>
                    <a:pt x="36945" y="48653"/>
                  </a:lnTo>
                  <a:lnTo>
                    <a:pt x="36284" y="48428"/>
                  </a:lnTo>
                  <a:lnTo>
                    <a:pt x="35611" y="48225"/>
                  </a:lnTo>
                  <a:lnTo>
                    <a:pt x="34926" y="48042"/>
                  </a:lnTo>
                  <a:lnTo>
                    <a:pt x="34230" y="47882"/>
                  </a:lnTo>
                  <a:lnTo>
                    <a:pt x="33522" y="47742"/>
                  </a:lnTo>
                  <a:lnTo>
                    <a:pt x="32801" y="47625"/>
                  </a:lnTo>
                  <a:lnTo>
                    <a:pt x="32092" y="47523"/>
                  </a:lnTo>
                  <a:lnTo>
                    <a:pt x="31394" y="47432"/>
                  </a:lnTo>
                  <a:lnTo>
                    <a:pt x="30706" y="47351"/>
                  </a:lnTo>
                  <a:lnTo>
                    <a:pt x="30029" y="47282"/>
                  </a:lnTo>
                  <a:lnTo>
                    <a:pt x="29363" y="47223"/>
                  </a:lnTo>
                  <a:lnTo>
                    <a:pt x="28708" y="47174"/>
                  </a:lnTo>
                  <a:lnTo>
                    <a:pt x="28063" y="47137"/>
                  </a:lnTo>
                  <a:lnTo>
                    <a:pt x="27429" y="47110"/>
                  </a:lnTo>
                  <a:lnTo>
                    <a:pt x="26806" y="47094"/>
                  </a:lnTo>
                  <a:lnTo>
                    <a:pt x="26193" y="47089"/>
                  </a:lnTo>
                  <a:lnTo>
                    <a:pt x="20121" y="47089"/>
                  </a:lnTo>
                  <a:lnTo>
                    <a:pt x="20121" y="37802"/>
                  </a:lnTo>
                  <a:lnTo>
                    <a:pt x="25955" y="37802"/>
                  </a:lnTo>
                  <a:lnTo>
                    <a:pt x="26565" y="37796"/>
                  </a:lnTo>
                  <a:lnTo>
                    <a:pt x="27179" y="37778"/>
                  </a:lnTo>
                  <a:lnTo>
                    <a:pt x="27798" y="37748"/>
                  </a:lnTo>
                  <a:lnTo>
                    <a:pt x="28422" y="37707"/>
                  </a:lnTo>
                  <a:lnTo>
                    <a:pt x="29051" y="37653"/>
                  </a:lnTo>
                  <a:lnTo>
                    <a:pt x="29684" y="37588"/>
                  </a:lnTo>
                  <a:lnTo>
                    <a:pt x="30322" y="37510"/>
                  </a:lnTo>
                  <a:lnTo>
                    <a:pt x="30965" y="37421"/>
                  </a:lnTo>
                  <a:lnTo>
                    <a:pt x="31613" y="37320"/>
                  </a:lnTo>
                  <a:lnTo>
                    <a:pt x="32265" y="37207"/>
                  </a:lnTo>
                  <a:lnTo>
                    <a:pt x="32914" y="37066"/>
                  </a:lnTo>
                  <a:lnTo>
                    <a:pt x="33551" y="36906"/>
                  </a:lnTo>
                  <a:lnTo>
                    <a:pt x="34176" y="36728"/>
                  </a:lnTo>
                  <a:lnTo>
                    <a:pt x="34790" y="36530"/>
                  </a:lnTo>
                  <a:lnTo>
                    <a:pt x="35391" y="36314"/>
                  </a:lnTo>
                  <a:lnTo>
                    <a:pt x="35980" y="36078"/>
                  </a:lnTo>
                  <a:lnTo>
                    <a:pt x="36558" y="35823"/>
                  </a:lnTo>
                  <a:lnTo>
                    <a:pt x="37123" y="35549"/>
                  </a:lnTo>
                  <a:lnTo>
                    <a:pt x="37677" y="35256"/>
                  </a:lnTo>
                  <a:lnTo>
                    <a:pt x="38219" y="34944"/>
                  </a:lnTo>
                  <a:lnTo>
                    <a:pt x="38756" y="34600"/>
                  </a:lnTo>
                  <a:lnTo>
                    <a:pt x="39273" y="34232"/>
                  </a:lnTo>
                  <a:lnTo>
                    <a:pt x="39771" y="33842"/>
                  </a:lnTo>
                  <a:lnTo>
                    <a:pt x="40247" y="33430"/>
                  </a:lnTo>
                  <a:lnTo>
                    <a:pt x="40704" y="32995"/>
                  </a:lnTo>
                  <a:lnTo>
                    <a:pt x="41140" y="32537"/>
                  </a:lnTo>
                  <a:lnTo>
                    <a:pt x="41556" y="32056"/>
                  </a:lnTo>
                  <a:lnTo>
                    <a:pt x="41952" y="31553"/>
                  </a:lnTo>
                  <a:lnTo>
                    <a:pt x="42328" y="31028"/>
                  </a:lnTo>
                  <a:lnTo>
                    <a:pt x="42683" y="30480"/>
                  </a:lnTo>
                  <a:lnTo>
                    <a:pt x="43023" y="29904"/>
                  </a:lnTo>
                  <a:lnTo>
                    <a:pt x="43326" y="29298"/>
                  </a:lnTo>
                  <a:lnTo>
                    <a:pt x="43594" y="28661"/>
                  </a:lnTo>
                  <a:lnTo>
                    <a:pt x="43826" y="27993"/>
                  </a:lnTo>
                  <a:lnTo>
                    <a:pt x="44023" y="27295"/>
                  </a:lnTo>
                  <a:lnTo>
                    <a:pt x="44184" y="26565"/>
                  </a:lnTo>
                  <a:lnTo>
                    <a:pt x="44309" y="25804"/>
                  </a:lnTo>
                  <a:lnTo>
                    <a:pt x="44398" y="25012"/>
                  </a:lnTo>
                  <a:lnTo>
                    <a:pt x="44451" y="24189"/>
                  </a:lnTo>
                  <a:lnTo>
                    <a:pt x="44469" y="23336"/>
                  </a:lnTo>
                  <a:lnTo>
                    <a:pt x="44429" y="22019"/>
                  </a:lnTo>
                  <a:lnTo>
                    <a:pt x="44310" y="20759"/>
                  </a:lnTo>
                  <a:lnTo>
                    <a:pt x="44110" y="19557"/>
                  </a:lnTo>
                  <a:lnTo>
                    <a:pt x="43831" y="18411"/>
                  </a:lnTo>
                  <a:lnTo>
                    <a:pt x="43472" y="17323"/>
                  </a:lnTo>
                  <a:lnTo>
                    <a:pt x="43033" y="16292"/>
                  </a:lnTo>
                  <a:lnTo>
                    <a:pt x="42515" y="15318"/>
                  </a:lnTo>
                  <a:lnTo>
                    <a:pt x="41917" y="14401"/>
                  </a:lnTo>
                  <a:lnTo>
                    <a:pt x="41239" y="13542"/>
                  </a:lnTo>
                  <a:lnTo>
                    <a:pt x="40481" y="12739"/>
                  </a:lnTo>
                  <a:lnTo>
                    <a:pt x="39656" y="11993"/>
                  </a:lnTo>
                  <a:lnTo>
                    <a:pt x="38754" y="11325"/>
                  </a:lnTo>
                  <a:lnTo>
                    <a:pt x="37775" y="10735"/>
                  </a:lnTo>
                  <a:lnTo>
                    <a:pt x="36718" y="10225"/>
                  </a:lnTo>
                  <a:lnTo>
                    <a:pt x="35584" y="9792"/>
                  </a:lnTo>
                  <a:lnTo>
                    <a:pt x="34373" y="9439"/>
                  </a:lnTo>
                  <a:lnTo>
                    <a:pt x="33084" y="9164"/>
                  </a:lnTo>
                  <a:lnTo>
                    <a:pt x="31718" y="8967"/>
                  </a:lnTo>
                  <a:lnTo>
                    <a:pt x="30274" y="8849"/>
                  </a:lnTo>
                  <a:lnTo>
                    <a:pt x="28753" y="8810"/>
                  </a:lnTo>
                  <a:lnTo>
                    <a:pt x="27363" y="8846"/>
                  </a:lnTo>
                  <a:lnTo>
                    <a:pt x="26027" y="8955"/>
                  </a:lnTo>
                  <a:lnTo>
                    <a:pt x="24744" y="9137"/>
                  </a:lnTo>
                  <a:lnTo>
                    <a:pt x="23514" y="9391"/>
                  </a:lnTo>
                  <a:lnTo>
                    <a:pt x="22339" y="9718"/>
                  </a:lnTo>
                  <a:lnTo>
                    <a:pt x="21216" y="10117"/>
                  </a:lnTo>
                  <a:lnTo>
                    <a:pt x="20148" y="10590"/>
                  </a:lnTo>
                  <a:lnTo>
                    <a:pt x="19133" y="11134"/>
                  </a:lnTo>
                  <a:lnTo>
                    <a:pt x="18171" y="11752"/>
                  </a:lnTo>
                  <a:lnTo>
                    <a:pt x="17264" y="12442"/>
                  </a:lnTo>
                  <a:lnTo>
                    <a:pt x="16431" y="13198"/>
                  </a:lnTo>
                  <a:lnTo>
                    <a:pt x="15671" y="14013"/>
                  </a:lnTo>
                  <a:lnTo>
                    <a:pt x="14983" y="14888"/>
                  </a:lnTo>
                  <a:lnTo>
                    <a:pt x="14368" y="15823"/>
                  </a:lnTo>
                  <a:lnTo>
                    <a:pt x="13826" y="16817"/>
                  </a:lnTo>
                  <a:lnTo>
                    <a:pt x="13356" y="17871"/>
                  </a:lnTo>
                  <a:lnTo>
                    <a:pt x="12959" y="18984"/>
                  </a:lnTo>
                  <a:lnTo>
                    <a:pt x="12634" y="20157"/>
                  </a:lnTo>
                  <a:lnTo>
                    <a:pt x="12383" y="21389"/>
                  </a:lnTo>
                  <a:lnTo>
                    <a:pt x="12203" y="22681"/>
                  </a:lnTo>
                  <a:lnTo>
                    <a:pt x="1428" y="21847"/>
                  </a:lnTo>
                  <a:lnTo>
                    <a:pt x="1576" y="20754"/>
                  </a:lnTo>
                  <a:lnTo>
                    <a:pt x="1759" y="19690"/>
                  </a:lnTo>
                  <a:lnTo>
                    <a:pt x="1977" y="18654"/>
                  </a:lnTo>
                  <a:lnTo>
                    <a:pt x="2228" y="17647"/>
                  </a:lnTo>
                  <a:lnTo>
                    <a:pt x="2515" y="16668"/>
                  </a:lnTo>
                  <a:lnTo>
                    <a:pt x="2836" y="15718"/>
                  </a:lnTo>
                  <a:lnTo>
                    <a:pt x="3191" y="14797"/>
                  </a:lnTo>
                  <a:lnTo>
                    <a:pt x="3581" y="13904"/>
                  </a:lnTo>
                  <a:lnTo>
                    <a:pt x="4005" y="13039"/>
                  </a:lnTo>
                  <a:lnTo>
                    <a:pt x="4464" y="12203"/>
                  </a:lnTo>
                  <a:lnTo>
                    <a:pt x="4953" y="11396"/>
                  </a:lnTo>
                  <a:lnTo>
                    <a:pt x="5467" y="10617"/>
                  </a:lnTo>
                  <a:lnTo>
                    <a:pt x="6006" y="9867"/>
                  </a:lnTo>
                  <a:lnTo>
                    <a:pt x="6569" y="9146"/>
                  </a:lnTo>
                  <a:lnTo>
                    <a:pt x="7158" y="8453"/>
                  </a:lnTo>
                  <a:lnTo>
                    <a:pt x="7772" y="7789"/>
                  </a:lnTo>
                  <a:lnTo>
                    <a:pt x="8411" y="7153"/>
                  </a:lnTo>
                  <a:lnTo>
                    <a:pt x="9074" y="6546"/>
                  </a:lnTo>
                  <a:lnTo>
                    <a:pt x="9763" y="5967"/>
                  </a:lnTo>
                  <a:lnTo>
                    <a:pt x="10477" y="5417"/>
                  </a:lnTo>
                  <a:lnTo>
                    <a:pt x="11225" y="4883"/>
                  </a:lnTo>
                  <a:lnTo>
                    <a:pt x="11994" y="4379"/>
                  </a:lnTo>
                  <a:lnTo>
                    <a:pt x="12783" y="3902"/>
                  </a:lnTo>
                  <a:lnTo>
                    <a:pt x="13592" y="3455"/>
                  </a:lnTo>
                  <a:lnTo>
                    <a:pt x="14421" y="3036"/>
                  </a:lnTo>
                  <a:lnTo>
                    <a:pt x="15270" y="2645"/>
                  </a:lnTo>
                  <a:lnTo>
                    <a:pt x="16140" y="2283"/>
                  </a:lnTo>
                  <a:lnTo>
                    <a:pt x="17030" y="1950"/>
                  </a:lnTo>
                  <a:lnTo>
                    <a:pt x="17940" y="1645"/>
                  </a:lnTo>
                  <a:lnTo>
                    <a:pt x="18871" y="1369"/>
                  </a:lnTo>
                  <a:lnTo>
                    <a:pt x="19817" y="1109"/>
                  </a:lnTo>
                  <a:lnTo>
                    <a:pt x="20776" y="876"/>
                  </a:lnTo>
                  <a:lnTo>
                    <a:pt x="21746" y="670"/>
                  </a:lnTo>
                  <a:lnTo>
                    <a:pt x="22729" y="492"/>
                  </a:lnTo>
                  <a:lnTo>
                    <a:pt x="23723" y="342"/>
                  </a:lnTo>
                  <a:lnTo>
                    <a:pt x="24729" y="219"/>
                  </a:lnTo>
                  <a:lnTo>
                    <a:pt x="25747" y="123"/>
                  </a:lnTo>
                  <a:lnTo>
                    <a:pt x="26777" y="54"/>
                  </a:lnTo>
                  <a:lnTo>
                    <a:pt x="27818" y="13"/>
                  </a:lnTo>
                  <a:lnTo>
                    <a:pt x="28872" y="0"/>
                  </a:lnTo>
                  <a:lnTo>
                    <a:pt x="30257" y="17"/>
                  </a:lnTo>
                  <a:lnTo>
                    <a:pt x="31603" y="71"/>
                  </a:lnTo>
                  <a:lnTo>
                    <a:pt x="32910" y="160"/>
                  </a:lnTo>
                  <a:lnTo>
                    <a:pt x="34178" y="285"/>
                  </a:lnTo>
                  <a:lnTo>
                    <a:pt x="35406" y="446"/>
                  </a:lnTo>
                  <a:lnTo>
                    <a:pt x="36595" y="642"/>
                  </a:lnTo>
                  <a:lnTo>
                    <a:pt x="37744" y="875"/>
                  </a:lnTo>
                  <a:lnTo>
                    <a:pt x="38854" y="1143"/>
                  </a:lnTo>
                  <a:lnTo>
                    <a:pt x="39925" y="1446"/>
                  </a:lnTo>
                  <a:lnTo>
                    <a:pt x="40957" y="1785"/>
                  </a:lnTo>
                  <a:lnTo>
                    <a:pt x="41951" y="2144"/>
                  </a:lnTo>
                  <a:lnTo>
                    <a:pt x="42907" y="2528"/>
                  </a:lnTo>
                  <a:lnTo>
                    <a:pt x="43827" y="2939"/>
                  </a:lnTo>
                  <a:lnTo>
                    <a:pt x="44710" y="3376"/>
                  </a:lnTo>
                  <a:lnTo>
                    <a:pt x="45556" y="3839"/>
                  </a:lnTo>
                  <a:lnTo>
                    <a:pt x="46365" y="4329"/>
                  </a:lnTo>
                  <a:lnTo>
                    <a:pt x="47137" y="4844"/>
                  </a:lnTo>
                  <a:lnTo>
                    <a:pt x="47872" y="5386"/>
                  </a:lnTo>
                  <a:lnTo>
                    <a:pt x="48570" y="5954"/>
                  </a:lnTo>
                  <a:lnTo>
                    <a:pt x="49232" y="6548"/>
                  </a:lnTo>
                  <a:lnTo>
                    <a:pt x="49858" y="7154"/>
                  </a:lnTo>
                  <a:lnTo>
                    <a:pt x="50449" y="7781"/>
                  </a:lnTo>
                  <a:lnTo>
                    <a:pt x="51005" y="8430"/>
                  </a:lnTo>
                  <a:lnTo>
                    <a:pt x="51527" y="9101"/>
                  </a:lnTo>
                  <a:lnTo>
                    <a:pt x="52015" y="9792"/>
                  </a:lnTo>
                  <a:lnTo>
                    <a:pt x="52468" y="10506"/>
                  </a:lnTo>
                  <a:lnTo>
                    <a:pt x="52886" y="11240"/>
                  </a:lnTo>
                  <a:lnTo>
                    <a:pt x="53270" y="11996"/>
                  </a:lnTo>
                  <a:lnTo>
                    <a:pt x="53620" y="12774"/>
                  </a:lnTo>
                  <a:lnTo>
                    <a:pt x="53935" y="13573"/>
                  </a:lnTo>
                  <a:lnTo>
                    <a:pt x="54229" y="14388"/>
                  </a:lnTo>
                  <a:lnTo>
                    <a:pt x="54492" y="15213"/>
                  </a:lnTo>
                  <a:lnTo>
                    <a:pt x="54724" y="16050"/>
                  </a:lnTo>
                  <a:lnTo>
                    <a:pt x="54925" y="16897"/>
                  </a:lnTo>
                  <a:lnTo>
                    <a:pt x="55096" y="17755"/>
                  </a:lnTo>
                  <a:lnTo>
                    <a:pt x="55235" y="18623"/>
                  </a:lnTo>
                  <a:lnTo>
                    <a:pt x="55343" y="19503"/>
                  </a:lnTo>
                  <a:lnTo>
                    <a:pt x="55421" y="20393"/>
                  </a:lnTo>
                  <a:lnTo>
                    <a:pt x="55467" y="21293"/>
                  </a:lnTo>
                  <a:lnTo>
                    <a:pt x="55483" y="22205"/>
                  </a:lnTo>
                  <a:lnTo>
                    <a:pt x="55473" y="22938"/>
                  </a:lnTo>
                  <a:lnTo>
                    <a:pt x="55442" y="23662"/>
                  </a:lnTo>
                  <a:lnTo>
                    <a:pt x="55392" y="24376"/>
                  </a:lnTo>
                  <a:lnTo>
                    <a:pt x="55321" y="25081"/>
                  </a:lnTo>
                  <a:lnTo>
                    <a:pt x="55230" y="25777"/>
                  </a:lnTo>
                  <a:lnTo>
                    <a:pt x="55118" y="26462"/>
                  </a:lnTo>
                  <a:lnTo>
                    <a:pt x="54987" y="27139"/>
                  </a:lnTo>
                  <a:lnTo>
                    <a:pt x="54835" y="27805"/>
                  </a:lnTo>
                  <a:lnTo>
                    <a:pt x="54663" y="28463"/>
                  </a:lnTo>
                  <a:lnTo>
                    <a:pt x="54471" y="29110"/>
                  </a:lnTo>
                  <a:lnTo>
                    <a:pt x="54257" y="29747"/>
                  </a:lnTo>
                  <a:lnTo>
                    <a:pt x="54021" y="30370"/>
                  </a:lnTo>
                  <a:lnTo>
                    <a:pt x="53762" y="30980"/>
                  </a:lnTo>
                  <a:lnTo>
                    <a:pt x="53480" y="31577"/>
                  </a:lnTo>
                  <a:lnTo>
                    <a:pt x="53176" y="32161"/>
                  </a:lnTo>
                  <a:lnTo>
                    <a:pt x="52849" y="32732"/>
                  </a:lnTo>
                  <a:lnTo>
                    <a:pt x="52500" y="33290"/>
                  </a:lnTo>
                  <a:lnTo>
                    <a:pt x="52127" y="33835"/>
                  </a:lnTo>
                  <a:lnTo>
                    <a:pt x="51733" y="34366"/>
                  </a:lnTo>
                  <a:lnTo>
                    <a:pt x="51315" y="34885"/>
                  </a:lnTo>
                  <a:lnTo>
                    <a:pt x="50875" y="35390"/>
                  </a:lnTo>
                  <a:lnTo>
                    <a:pt x="50411" y="35880"/>
                  </a:lnTo>
                  <a:lnTo>
                    <a:pt x="49922" y="36356"/>
                  </a:lnTo>
                  <a:lnTo>
                    <a:pt x="49410" y="36818"/>
                  </a:lnTo>
                  <a:lnTo>
                    <a:pt x="48875" y="37266"/>
                  </a:lnTo>
                  <a:lnTo>
                    <a:pt x="48315" y="37699"/>
                  </a:lnTo>
                  <a:lnTo>
                    <a:pt x="47732" y="38119"/>
                  </a:lnTo>
                  <a:lnTo>
                    <a:pt x="47124" y="38523"/>
                  </a:lnTo>
                  <a:lnTo>
                    <a:pt x="46493" y="38914"/>
                  </a:lnTo>
                  <a:lnTo>
                    <a:pt x="45839" y="39290"/>
                  </a:lnTo>
                  <a:lnTo>
                    <a:pt x="45170" y="39650"/>
                  </a:lnTo>
                  <a:lnTo>
                    <a:pt x="44474" y="39993"/>
                  </a:lnTo>
                  <a:lnTo>
                    <a:pt x="43751" y="40317"/>
                  </a:lnTo>
                  <a:lnTo>
                    <a:pt x="43000" y="40624"/>
                  </a:lnTo>
                  <a:lnTo>
                    <a:pt x="42222" y="40912"/>
                  </a:lnTo>
                  <a:lnTo>
                    <a:pt x="41417" y="41183"/>
                  </a:lnTo>
                  <a:lnTo>
                    <a:pt x="40584" y="41436"/>
                  </a:lnTo>
                  <a:lnTo>
                    <a:pt x="39724" y="41671"/>
                  </a:lnTo>
                  <a:lnTo>
                    <a:pt x="38836" y="41889"/>
                  </a:lnTo>
                  <a:lnTo>
                    <a:pt x="37921" y="42088"/>
                  </a:lnTo>
                  <a:lnTo>
                    <a:pt x="37921" y="42326"/>
                  </a:lnTo>
                  <a:lnTo>
                    <a:pt x="38920" y="42446"/>
                  </a:lnTo>
                  <a:lnTo>
                    <a:pt x="39893" y="42591"/>
                  </a:lnTo>
                  <a:lnTo>
                    <a:pt x="40839" y="42760"/>
                  </a:lnTo>
                  <a:lnTo>
                    <a:pt x="41759" y="42955"/>
                  </a:lnTo>
                  <a:lnTo>
                    <a:pt x="42654" y="43175"/>
                  </a:lnTo>
                  <a:lnTo>
                    <a:pt x="43522" y="43419"/>
                  </a:lnTo>
                  <a:lnTo>
                    <a:pt x="44363" y="43689"/>
                  </a:lnTo>
                  <a:lnTo>
                    <a:pt x="45179" y="43984"/>
                  </a:lnTo>
                  <a:lnTo>
                    <a:pt x="45968" y="44303"/>
                  </a:lnTo>
                  <a:lnTo>
                    <a:pt x="46732" y="44648"/>
                  </a:lnTo>
                  <a:lnTo>
                    <a:pt x="47469" y="45002"/>
                  </a:lnTo>
                  <a:lnTo>
                    <a:pt x="48179" y="45374"/>
                  </a:lnTo>
                  <a:lnTo>
                    <a:pt x="48864" y="45764"/>
                  </a:lnTo>
                  <a:lnTo>
                    <a:pt x="49522" y="46172"/>
                  </a:lnTo>
                  <a:lnTo>
                    <a:pt x="50155" y="46598"/>
                  </a:lnTo>
                  <a:lnTo>
                    <a:pt x="50761" y="47041"/>
                  </a:lnTo>
                  <a:lnTo>
                    <a:pt x="51340" y="47502"/>
                  </a:lnTo>
                  <a:lnTo>
                    <a:pt x="51894" y="47982"/>
                  </a:lnTo>
                  <a:lnTo>
                    <a:pt x="52422" y="48479"/>
                  </a:lnTo>
                  <a:lnTo>
                    <a:pt x="52923" y="48994"/>
                  </a:lnTo>
                  <a:lnTo>
                    <a:pt x="53398" y="49525"/>
                  </a:lnTo>
                  <a:lnTo>
                    <a:pt x="53849" y="50070"/>
                  </a:lnTo>
                  <a:lnTo>
                    <a:pt x="54275" y="50630"/>
                  </a:lnTo>
                  <a:lnTo>
                    <a:pt x="54675" y="51204"/>
                  </a:lnTo>
                  <a:lnTo>
                    <a:pt x="55051" y="51792"/>
                  </a:lnTo>
                  <a:lnTo>
                    <a:pt x="55402" y="52394"/>
                  </a:lnTo>
                  <a:lnTo>
                    <a:pt x="55727" y="53011"/>
                  </a:lnTo>
                  <a:lnTo>
                    <a:pt x="56028" y="53642"/>
                  </a:lnTo>
                  <a:lnTo>
                    <a:pt x="56304" y="54287"/>
                  </a:lnTo>
                  <a:lnTo>
                    <a:pt x="56554" y="54947"/>
                  </a:lnTo>
                  <a:lnTo>
                    <a:pt x="56792" y="55617"/>
                  </a:lnTo>
                  <a:lnTo>
                    <a:pt x="57004" y="56295"/>
                  </a:lnTo>
                  <a:lnTo>
                    <a:pt x="57192" y="56979"/>
                  </a:lnTo>
                  <a:lnTo>
                    <a:pt x="57354" y="57671"/>
                  </a:lnTo>
                  <a:lnTo>
                    <a:pt x="57492" y="58370"/>
                  </a:lnTo>
                  <a:lnTo>
                    <a:pt x="57604" y="59076"/>
                  </a:lnTo>
                  <a:lnTo>
                    <a:pt x="57692" y="59789"/>
                  </a:lnTo>
                  <a:lnTo>
                    <a:pt x="57754" y="60509"/>
                  </a:lnTo>
                  <a:lnTo>
                    <a:pt x="57792" y="612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322916" y="2418990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253146" y="1359633"/>
              <a:ext cx="61436" cy="83879"/>
            </a:xfrm>
            <a:custGeom>
              <a:avLst/>
              <a:pathLst>
                <a:path w="61436" h="83879">
                  <a:moveTo>
                    <a:pt x="49649" y="64889"/>
                  </a:moveTo>
                  <a:lnTo>
                    <a:pt x="49649" y="83879"/>
                  </a:lnTo>
                  <a:lnTo>
                    <a:pt x="39528" y="83879"/>
                  </a:lnTo>
                  <a:lnTo>
                    <a:pt x="39528" y="64889"/>
                  </a:lnTo>
                  <a:lnTo>
                    <a:pt x="0" y="64889"/>
                  </a:lnTo>
                  <a:lnTo>
                    <a:pt x="0" y="56554"/>
                  </a:lnTo>
                  <a:lnTo>
                    <a:pt x="38397" y="0"/>
                  </a:lnTo>
                  <a:lnTo>
                    <a:pt x="49649" y="0"/>
                  </a:lnTo>
                  <a:lnTo>
                    <a:pt x="49649" y="56435"/>
                  </a:lnTo>
                  <a:lnTo>
                    <a:pt x="61436" y="56435"/>
                  </a:lnTo>
                  <a:lnTo>
                    <a:pt x="61436" y="64889"/>
                  </a:lnTo>
                  <a:close/>
                  <a:moveTo>
                    <a:pt x="39257" y="12656"/>
                  </a:moveTo>
                  <a:lnTo>
                    <a:pt x="39187" y="12793"/>
                  </a:lnTo>
                  <a:lnTo>
                    <a:pt x="39109" y="12942"/>
                  </a:lnTo>
                  <a:lnTo>
                    <a:pt x="39025" y="13102"/>
                  </a:lnTo>
                  <a:lnTo>
                    <a:pt x="38933" y="13275"/>
                  </a:lnTo>
                  <a:lnTo>
                    <a:pt x="38836" y="13444"/>
                  </a:lnTo>
                  <a:lnTo>
                    <a:pt x="38738" y="13618"/>
                  </a:lnTo>
                  <a:lnTo>
                    <a:pt x="38636" y="13796"/>
                  </a:lnTo>
                  <a:lnTo>
                    <a:pt x="38533" y="13980"/>
                  </a:lnTo>
                  <a:lnTo>
                    <a:pt x="38427" y="14168"/>
                  </a:lnTo>
                  <a:lnTo>
                    <a:pt x="38319" y="14361"/>
                  </a:lnTo>
                  <a:lnTo>
                    <a:pt x="38208" y="14558"/>
                  </a:lnTo>
                  <a:lnTo>
                    <a:pt x="38095" y="14761"/>
                  </a:lnTo>
                  <a:lnTo>
                    <a:pt x="37979" y="14968"/>
                  </a:lnTo>
                  <a:lnTo>
                    <a:pt x="37861" y="15180"/>
                  </a:lnTo>
                  <a:lnTo>
                    <a:pt x="37742" y="15395"/>
                  </a:lnTo>
                  <a:lnTo>
                    <a:pt x="37621" y="15611"/>
                  </a:lnTo>
                  <a:lnTo>
                    <a:pt x="37499" y="15828"/>
                  </a:lnTo>
                  <a:lnTo>
                    <a:pt x="37376" y="16047"/>
                  </a:lnTo>
                  <a:lnTo>
                    <a:pt x="37251" y="16266"/>
                  </a:lnTo>
                  <a:lnTo>
                    <a:pt x="37126" y="16487"/>
                  </a:lnTo>
                  <a:lnTo>
                    <a:pt x="36999" y="16709"/>
                  </a:lnTo>
                  <a:lnTo>
                    <a:pt x="36871" y="16933"/>
                  </a:lnTo>
                  <a:lnTo>
                    <a:pt x="36742" y="17157"/>
                  </a:lnTo>
                  <a:lnTo>
                    <a:pt x="36611" y="17383"/>
                  </a:lnTo>
                  <a:lnTo>
                    <a:pt x="36493" y="17593"/>
                  </a:lnTo>
                  <a:lnTo>
                    <a:pt x="36378" y="17797"/>
                  </a:lnTo>
                  <a:lnTo>
                    <a:pt x="36265" y="17993"/>
                  </a:lnTo>
                  <a:lnTo>
                    <a:pt x="36154" y="18183"/>
                  </a:lnTo>
                  <a:lnTo>
                    <a:pt x="36046" y="18365"/>
                  </a:lnTo>
                  <a:lnTo>
                    <a:pt x="35940" y="18540"/>
                  </a:lnTo>
                  <a:lnTo>
                    <a:pt x="35836" y="18708"/>
                  </a:lnTo>
                  <a:lnTo>
                    <a:pt x="35735" y="18869"/>
                  </a:lnTo>
                  <a:lnTo>
                    <a:pt x="35636" y="19022"/>
                  </a:lnTo>
                  <a:lnTo>
                    <a:pt x="35540" y="19169"/>
                  </a:lnTo>
                  <a:lnTo>
                    <a:pt x="13677" y="51390"/>
                  </a:lnTo>
                  <a:lnTo>
                    <a:pt x="13585" y="51518"/>
                  </a:lnTo>
                  <a:lnTo>
                    <a:pt x="13486" y="51652"/>
                  </a:lnTo>
                  <a:lnTo>
                    <a:pt x="13382" y="51792"/>
                  </a:lnTo>
                  <a:lnTo>
                    <a:pt x="13272" y="51938"/>
                  </a:lnTo>
                  <a:lnTo>
                    <a:pt x="13156" y="52089"/>
                  </a:lnTo>
                  <a:lnTo>
                    <a:pt x="13048" y="52245"/>
                  </a:lnTo>
                  <a:lnTo>
                    <a:pt x="12939" y="52401"/>
                  </a:lnTo>
                  <a:lnTo>
                    <a:pt x="12829" y="52559"/>
                  </a:lnTo>
                  <a:lnTo>
                    <a:pt x="12718" y="52718"/>
                  </a:lnTo>
                  <a:lnTo>
                    <a:pt x="12605" y="52878"/>
                  </a:lnTo>
                  <a:lnTo>
                    <a:pt x="12492" y="53039"/>
                  </a:lnTo>
                  <a:lnTo>
                    <a:pt x="12377" y="53202"/>
                  </a:lnTo>
                  <a:lnTo>
                    <a:pt x="12261" y="53366"/>
                  </a:lnTo>
                  <a:lnTo>
                    <a:pt x="12143" y="53531"/>
                  </a:lnTo>
                  <a:lnTo>
                    <a:pt x="12025" y="53697"/>
                  </a:lnTo>
                  <a:lnTo>
                    <a:pt x="11906" y="53851"/>
                  </a:lnTo>
                  <a:lnTo>
                    <a:pt x="11787" y="54006"/>
                  </a:lnTo>
                  <a:lnTo>
                    <a:pt x="11668" y="54161"/>
                  </a:lnTo>
                  <a:lnTo>
                    <a:pt x="11549" y="54316"/>
                  </a:lnTo>
                  <a:lnTo>
                    <a:pt x="11430" y="54471"/>
                  </a:lnTo>
                  <a:lnTo>
                    <a:pt x="11310" y="54625"/>
                  </a:lnTo>
                  <a:lnTo>
                    <a:pt x="11191" y="54780"/>
                  </a:lnTo>
                  <a:lnTo>
                    <a:pt x="11072" y="54935"/>
                  </a:lnTo>
                  <a:lnTo>
                    <a:pt x="10953" y="55090"/>
                  </a:lnTo>
                  <a:lnTo>
                    <a:pt x="10834" y="55244"/>
                  </a:lnTo>
                  <a:lnTo>
                    <a:pt x="10718" y="55396"/>
                  </a:lnTo>
                  <a:lnTo>
                    <a:pt x="10606" y="55540"/>
                  </a:lnTo>
                  <a:lnTo>
                    <a:pt x="10498" y="55677"/>
                  </a:lnTo>
                  <a:lnTo>
                    <a:pt x="9882" y="56435"/>
                  </a:lnTo>
                  <a:lnTo>
                    <a:pt x="39528" y="5643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322916" y="1358383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255229" y="299026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322916" y="297776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816799" y="5975354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5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1657382" y="5975354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1720664" y="5974103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3394388" y="5974103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29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3460825" y="5974103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8613623" y="5975354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3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8681310" y="5974103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4401392" y="6103516"/>
              <a:ext cx="134540" cy="138112"/>
            </a:xfrm>
            <a:custGeom>
              <a:avLst/>
              <a:pathLst>
                <a:path w="134540" h="138112">
                  <a:moveTo>
                    <a:pt x="0" y="14882"/>
                  </a:moveTo>
                  <a:lnTo>
                    <a:pt x="36314" y="14882"/>
                  </a:lnTo>
                  <a:lnTo>
                    <a:pt x="36314" y="0"/>
                  </a:lnTo>
                  <a:lnTo>
                    <a:pt x="48220" y="0"/>
                  </a:lnTo>
                  <a:lnTo>
                    <a:pt x="48220" y="14882"/>
                  </a:lnTo>
                  <a:lnTo>
                    <a:pt x="86320" y="14882"/>
                  </a:lnTo>
                  <a:lnTo>
                    <a:pt x="86320" y="0"/>
                  </a:lnTo>
                  <a:lnTo>
                    <a:pt x="98226" y="0"/>
                  </a:lnTo>
                  <a:lnTo>
                    <a:pt x="98226" y="14882"/>
                  </a:lnTo>
                  <a:lnTo>
                    <a:pt x="134540" y="14882"/>
                  </a:lnTo>
                  <a:lnTo>
                    <a:pt x="134540" y="25598"/>
                  </a:lnTo>
                  <a:lnTo>
                    <a:pt x="98226" y="25598"/>
                  </a:lnTo>
                  <a:lnTo>
                    <a:pt x="98226" y="41671"/>
                  </a:lnTo>
                  <a:lnTo>
                    <a:pt x="86320" y="41671"/>
                  </a:lnTo>
                  <a:lnTo>
                    <a:pt x="86320" y="25598"/>
                  </a:lnTo>
                  <a:lnTo>
                    <a:pt x="48220" y="25598"/>
                  </a:lnTo>
                  <a:lnTo>
                    <a:pt x="48220" y="41671"/>
                  </a:lnTo>
                  <a:lnTo>
                    <a:pt x="36314" y="41671"/>
                  </a:lnTo>
                  <a:lnTo>
                    <a:pt x="36314" y="25598"/>
                  </a:lnTo>
                  <a:lnTo>
                    <a:pt x="0" y="25598"/>
                  </a:lnTo>
                  <a:close/>
                  <a:moveTo>
                    <a:pt x="48220" y="64293"/>
                  </a:moveTo>
                  <a:lnTo>
                    <a:pt x="8929" y="64293"/>
                  </a:lnTo>
                  <a:lnTo>
                    <a:pt x="8929" y="52982"/>
                  </a:lnTo>
                  <a:lnTo>
                    <a:pt x="120848" y="52982"/>
                  </a:lnTo>
                  <a:lnTo>
                    <a:pt x="120693" y="61355"/>
                  </a:lnTo>
                  <a:lnTo>
                    <a:pt x="120467" y="69091"/>
                  </a:lnTo>
                  <a:lnTo>
                    <a:pt x="120169" y="76191"/>
                  </a:lnTo>
                  <a:lnTo>
                    <a:pt x="119800" y="82653"/>
                  </a:lnTo>
                  <a:lnTo>
                    <a:pt x="119360" y="88478"/>
                  </a:lnTo>
                  <a:lnTo>
                    <a:pt x="118848" y="93666"/>
                  </a:lnTo>
                  <a:lnTo>
                    <a:pt x="118264" y="98217"/>
                  </a:lnTo>
                  <a:lnTo>
                    <a:pt x="117609" y="102131"/>
                  </a:lnTo>
                  <a:lnTo>
                    <a:pt x="116883" y="105409"/>
                  </a:lnTo>
                  <a:lnTo>
                    <a:pt x="116085" y="108049"/>
                  </a:lnTo>
                  <a:lnTo>
                    <a:pt x="115187" y="110254"/>
                  </a:lnTo>
                  <a:lnTo>
                    <a:pt x="114157" y="112228"/>
                  </a:lnTo>
                  <a:lnTo>
                    <a:pt x="112996" y="113969"/>
                  </a:lnTo>
                  <a:lnTo>
                    <a:pt x="111704" y="115478"/>
                  </a:lnTo>
                  <a:lnTo>
                    <a:pt x="110281" y="116755"/>
                  </a:lnTo>
                  <a:lnTo>
                    <a:pt x="108727" y="117800"/>
                  </a:lnTo>
                  <a:lnTo>
                    <a:pt x="107043" y="118613"/>
                  </a:lnTo>
                  <a:lnTo>
                    <a:pt x="105227" y="119193"/>
                  </a:lnTo>
                  <a:lnTo>
                    <a:pt x="103280" y="119541"/>
                  </a:lnTo>
                  <a:lnTo>
                    <a:pt x="101203" y="119657"/>
                  </a:lnTo>
                  <a:lnTo>
                    <a:pt x="99399" y="119634"/>
                  </a:lnTo>
                  <a:lnTo>
                    <a:pt x="97559" y="119562"/>
                  </a:lnTo>
                  <a:lnTo>
                    <a:pt x="95684" y="119443"/>
                  </a:lnTo>
                  <a:lnTo>
                    <a:pt x="93773" y="119276"/>
                  </a:lnTo>
                  <a:lnTo>
                    <a:pt x="91826" y="119062"/>
                  </a:lnTo>
                  <a:lnTo>
                    <a:pt x="89844" y="118800"/>
                  </a:lnTo>
                  <a:lnTo>
                    <a:pt x="87826" y="118491"/>
                  </a:lnTo>
                  <a:lnTo>
                    <a:pt x="85772" y="118133"/>
                  </a:lnTo>
                  <a:lnTo>
                    <a:pt x="83683" y="117729"/>
                  </a:lnTo>
                  <a:lnTo>
                    <a:pt x="81557" y="117276"/>
                  </a:lnTo>
                  <a:lnTo>
                    <a:pt x="79771" y="105370"/>
                  </a:lnTo>
                  <a:lnTo>
                    <a:pt x="81795" y="105822"/>
                  </a:lnTo>
                  <a:lnTo>
                    <a:pt x="83820" y="106227"/>
                  </a:lnTo>
                  <a:lnTo>
                    <a:pt x="85844" y="106584"/>
                  </a:lnTo>
                  <a:lnTo>
                    <a:pt x="87868" y="106894"/>
                  </a:lnTo>
                  <a:lnTo>
                    <a:pt x="89892" y="107156"/>
                  </a:lnTo>
                  <a:lnTo>
                    <a:pt x="91916" y="107370"/>
                  </a:lnTo>
                  <a:lnTo>
                    <a:pt x="93940" y="107537"/>
                  </a:lnTo>
                  <a:lnTo>
                    <a:pt x="95964" y="107656"/>
                  </a:lnTo>
                  <a:lnTo>
                    <a:pt x="97988" y="107727"/>
                  </a:lnTo>
                  <a:lnTo>
                    <a:pt x="100012" y="107751"/>
                  </a:lnTo>
                  <a:lnTo>
                    <a:pt x="100923" y="107697"/>
                  </a:lnTo>
                  <a:lnTo>
                    <a:pt x="101750" y="107537"/>
                  </a:lnTo>
                  <a:lnTo>
                    <a:pt x="102494" y="107269"/>
                  </a:lnTo>
                  <a:lnTo>
                    <a:pt x="103155" y="106894"/>
                  </a:lnTo>
                  <a:lnTo>
                    <a:pt x="103733" y="106412"/>
                  </a:lnTo>
                  <a:lnTo>
                    <a:pt x="104227" y="105822"/>
                  </a:lnTo>
                  <a:lnTo>
                    <a:pt x="104638" y="105126"/>
                  </a:lnTo>
                  <a:lnTo>
                    <a:pt x="104965" y="104322"/>
                  </a:lnTo>
                  <a:lnTo>
                    <a:pt x="105209" y="103411"/>
                  </a:lnTo>
                  <a:lnTo>
                    <a:pt x="105370" y="102393"/>
                  </a:lnTo>
                  <a:lnTo>
                    <a:pt x="105727" y="100619"/>
                  </a:lnTo>
                  <a:lnTo>
                    <a:pt x="106084" y="98393"/>
                  </a:lnTo>
                  <a:lnTo>
                    <a:pt x="106441" y="95714"/>
                  </a:lnTo>
                  <a:lnTo>
                    <a:pt x="106799" y="92583"/>
                  </a:lnTo>
                  <a:lnTo>
                    <a:pt x="107156" y="88999"/>
                  </a:lnTo>
                  <a:lnTo>
                    <a:pt x="107513" y="84963"/>
                  </a:lnTo>
                  <a:lnTo>
                    <a:pt x="107870" y="80474"/>
                  </a:lnTo>
                  <a:lnTo>
                    <a:pt x="108227" y="75533"/>
                  </a:lnTo>
                  <a:lnTo>
                    <a:pt x="108585" y="70139"/>
                  </a:lnTo>
                  <a:lnTo>
                    <a:pt x="108942" y="64293"/>
                  </a:lnTo>
                  <a:lnTo>
                    <a:pt x="60721" y="64293"/>
                  </a:lnTo>
                  <a:lnTo>
                    <a:pt x="60721" y="138112"/>
                  </a:lnTo>
                  <a:lnTo>
                    <a:pt x="48220" y="1381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4553197" y="6104111"/>
              <a:ext cx="135731" cy="136326"/>
            </a:xfrm>
            <a:custGeom>
              <a:avLst/>
              <a:pathLst>
                <a:path w="135731" h="136326">
                  <a:moveTo>
                    <a:pt x="117871" y="98821"/>
                  </a:moveTo>
                  <a:lnTo>
                    <a:pt x="119979" y="101703"/>
                  </a:lnTo>
                  <a:lnTo>
                    <a:pt x="122015" y="104632"/>
                  </a:lnTo>
                  <a:lnTo>
                    <a:pt x="123979" y="107608"/>
                  </a:lnTo>
                  <a:lnTo>
                    <a:pt x="125872" y="110632"/>
                  </a:lnTo>
                  <a:lnTo>
                    <a:pt x="127694" y="113704"/>
                  </a:lnTo>
                  <a:lnTo>
                    <a:pt x="129444" y="116824"/>
                  </a:lnTo>
                  <a:lnTo>
                    <a:pt x="131123" y="119991"/>
                  </a:lnTo>
                  <a:lnTo>
                    <a:pt x="132730" y="123205"/>
                  </a:lnTo>
                  <a:lnTo>
                    <a:pt x="134266" y="126468"/>
                  </a:lnTo>
                  <a:lnTo>
                    <a:pt x="135731" y="129778"/>
                  </a:lnTo>
                  <a:lnTo>
                    <a:pt x="124420" y="136326"/>
                  </a:lnTo>
                  <a:lnTo>
                    <a:pt x="123176" y="133016"/>
                  </a:lnTo>
                  <a:lnTo>
                    <a:pt x="121824" y="129754"/>
                  </a:lnTo>
                  <a:lnTo>
                    <a:pt x="120366" y="126539"/>
                  </a:lnTo>
                  <a:lnTo>
                    <a:pt x="118800" y="123372"/>
                  </a:lnTo>
                  <a:lnTo>
                    <a:pt x="117127" y="120253"/>
                  </a:lnTo>
                  <a:lnTo>
                    <a:pt x="115347" y="117181"/>
                  </a:lnTo>
                  <a:lnTo>
                    <a:pt x="113460" y="114157"/>
                  </a:lnTo>
                  <a:lnTo>
                    <a:pt x="111466" y="111180"/>
                  </a:lnTo>
                  <a:lnTo>
                    <a:pt x="109364" y="108251"/>
                  </a:lnTo>
                  <a:lnTo>
                    <a:pt x="107156" y="105370"/>
                  </a:lnTo>
                  <a:close/>
                  <a:moveTo>
                    <a:pt x="17264" y="100607"/>
                  </a:moveTo>
                  <a:lnTo>
                    <a:pt x="27979" y="106560"/>
                  </a:lnTo>
                  <a:lnTo>
                    <a:pt x="26193" y="110287"/>
                  </a:lnTo>
                  <a:lnTo>
                    <a:pt x="24407" y="113847"/>
                  </a:lnTo>
                  <a:lnTo>
                    <a:pt x="22621" y="117240"/>
                  </a:lnTo>
                  <a:lnTo>
                    <a:pt x="20835" y="120467"/>
                  </a:lnTo>
                  <a:lnTo>
                    <a:pt x="19050" y="123527"/>
                  </a:lnTo>
                  <a:lnTo>
                    <a:pt x="17264" y="126420"/>
                  </a:lnTo>
                  <a:lnTo>
                    <a:pt x="15478" y="129147"/>
                  </a:lnTo>
                  <a:lnTo>
                    <a:pt x="13692" y="131706"/>
                  </a:lnTo>
                  <a:lnTo>
                    <a:pt x="11906" y="134100"/>
                  </a:lnTo>
                  <a:lnTo>
                    <a:pt x="10120" y="136326"/>
                  </a:lnTo>
                  <a:lnTo>
                    <a:pt x="0" y="127396"/>
                  </a:lnTo>
                  <a:lnTo>
                    <a:pt x="2101" y="124878"/>
                  </a:lnTo>
                  <a:lnTo>
                    <a:pt x="4119" y="122324"/>
                  </a:lnTo>
                  <a:lnTo>
                    <a:pt x="6054" y="119735"/>
                  </a:lnTo>
                  <a:lnTo>
                    <a:pt x="7905" y="117109"/>
                  </a:lnTo>
                  <a:lnTo>
                    <a:pt x="9673" y="114448"/>
                  </a:lnTo>
                  <a:lnTo>
                    <a:pt x="11358" y="111752"/>
                  </a:lnTo>
                  <a:lnTo>
                    <a:pt x="12959" y="109019"/>
                  </a:lnTo>
                  <a:lnTo>
                    <a:pt x="14478" y="106251"/>
                  </a:lnTo>
                  <a:lnTo>
                    <a:pt x="15912" y="103447"/>
                  </a:lnTo>
                  <a:close/>
                  <a:moveTo>
                    <a:pt x="83939" y="102393"/>
                  </a:moveTo>
                  <a:lnTo>
                    <a:pt x="85582" y="104798"/>
                  </a:lnTo>
                  <a:lnTo>
                    <a:pt x="87177" y="107251"/>
                  </a:lnTo>
                  <a:lnTo>
                    <a:pt x="88725" y="109751"/>
                  </a:lnTo>
                  <a:lnTo>
                    <a:pt x="90225" y="112299"/>
                  </a:lnTo>
                  <a:lnTo>
                    <a:pt x="91678" y="114895"/>
                  </a:lnTo>
                  <a:lnTo>
                    <a:pt x="93083" y="117538"/>
                  </a:lnTo>
                  <a:lnTo>
                    <a:pt x="94440" y="120229"/>
                  </a:lnTo>
                  <a:lnTo>
                    <a:pt x="95750" y="122967"/>
                  </a:lnTo>
                  <a:lnTo>
                    <a:pt x="97012" y="125753"/>
                  </a:lnTo>
                  <a:lnTo>
                    <a:pt x="98226" y="128587"/>
                  </a:lnTo>
                  <a:lnTo>
                    <a:pt x="85725" y="133945"/>
                  </a:lnTo>
                  <a:lnTo>
                    <a:pt x="84629" y="130998"/>
                  </a:lnTo>
                  <a:lnTo>
                    <a:pt x="83486" y="128111"/>
                  </a:lnTo>
                  <a:lnTo>
                    <a:pt x="82296" y="125283"/>
                  </a:lnTo>
                  <a:lnTo>
                    <a:pt x="81057" y="122515"/>
                  </a:lnTo>
                  <a:lnTo>
                    <a:pt x="79771" y="119806"/>
                  </a:lnTo>
                  <a:lnTo>
                    <a:pt x="78438" y="117157"/>
                  </a:lnTo>
                  <a:lnTo>
                    <a:pt x="77057" y="114567"/>
                  </a:lnTo>
                  <a:lnTo>
                    <a:pt x="75628" y="112037"/>
                  </a:lnTo>
                  <a:lnTo>
                    <a:pt x="74152" y="109567"/>
                  </a:lnTo>
                  <a:lnTo>
                    <a:pt x="72628" y="107156"/>
                  </a:lnTo>
                  <a:close/>
                  <a:moveTo>
                    <a:pt x="50601" y="104179"/>
                  </a:moveTo>
                  <a:lnTo>
                    <a:pt x="52214" y="106918"/>
                  </a:lnTo>
                  <a:lnTo>
                    <a:pt x="53721" y="109656"/>
                  </a:lnTo>
                  <a:lnTo>
                    <a:pt x="55119" y="112395"/>
                  </a:lnTo>
                  <a:lnTo>
                    <a:pt x="56411" y="115133"/>
                  </a:lnTo>
                  <a:lnTo>
                    <a:pt x="57596" y="117871"/>
                  </a:lnTo>
                  <a:lnTo>
                    <a:pt x="58674" y="120610"/>
                  </a:lnTo>
                  <a:lnTo>
                    <a:pt x="59644" y="123348"/>
                  </a:lnTo>
                  <a:lnTo>
                    <a:pt x="60507" y="126087"/>
                  </a:lnTo>
                  <a:lnTo>
                    <a:pt x="61263" y="128825"/>
                  </a:lnTo>
                  <a:lnTo>
                    <a:pt x="61912" y="131564"/>
                  </a:lnTo>
                  <a:lnTo>
                    <a:pt x="48815" y="135731"/>
                  </a:lnTo>
                  <a:lnTo>
                    <a:pt x="48172" y="132659"/>
                  </a:lnTo>
                  <a:lnTo>
                    <a:pt x="47434" y="129635"/>
                  </a:lnTo>
                  <a:lnTo>
                    <a:pt x="46601" y="126658"/>
                  </a:lnTo>
                  <a:lnTo>
                    <a:pt x="45672" y="123729"/>
                  </a:lnTo>
                  <a:lnTo>
                    <a:pt x="44648" y="120848"/>
                  </a:lnTo>
                  <a:lnTo>
                    <a:pt x="43529" y="118014"/>
                  </a:lnTo>
                  <a:lnTo>
                    <a:pt x="42314" y="115228"/>
                  </a:lnTo>
                  <a:lnTo>
                    <a:pt x="41005" y="112490"/>
                  </a:lnTo>
                  <a:lnTo>
                    <a:pt x="39600" y="109799"/>
                  </a:lnTo>
                  <a:lnTo>
                    <a:pt x="38100" y="107156"/>
                  </a:lnTo>
                  <a:close/>
                  <a:moveTo>
                    <a:pt x="58935" y="0"/>
                  </a:moveTo>
                  <a:lnTo>
                    <a:pt x="70842" y="0"/>
                  </a:lnTo>
                  <a:lnTo>
                    <a:pt x="70842" y="16073"/>
                  </a:lnTo>
                  <a:lnTo>
                    <a:pt x="129182" y="16073"/>
                  </a:lnTo>
                  <a:lnTo>
                    <a:pt x="129182" y="27384"/>
                  </a:lnTo>
                  <a:lnTo>
                    <a:pt x="70842" y="27384"/>
                  </a:lnTo>
                  <a:lnTo>
                    <a:pt x="70842" y="47029"/>
                  </a:lnTo>
                  <a:lnTo>
                    <a:pt x="120253" y="47029"/>
                  </a:lnTo>
                  <a:lnTo>
                    <a:pt x="120253" y="94654"/>
                  </a:lnTo>
                  <a:lnTo>
                    <a:pt x="14882" y="94654"/>
                  </a:lnTo>
                  <a:lnTo>
                    <a:pt x="14882" y="47029"/>
                  </a:lnTo>
                  <a:lnTo>
                    <a:pt x="58935" y="47029"/>
                  </a:lnTo>
                  <a:close/>
                  <a:moveTo>
                    <a:pt x="26789" y="83343"/>
                  </a:moveTo>
                  <a:lnTo>
                    <a:pt x="108346" y="83343"/>
                  </a:lnTo>
                  <a:lnTo>
                    <a:pt x="108346" y="58340"/>
                  </a:lnTo>
                  <a:lnTo>
                    <a:pt x="26789" y="5834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4706192" y="6104111"/>
              <a:ext cx="136921" cy="137517"/>
            </a:xfrm>
            <a:custGeom>
              <a:avLst/>
              <a:pathLst>
                <a:path w="136921" h="137517">
                  <a:moveTo>
                    <a:pt x="92868" y="25003"/>
                  </a:moveTo>
                  <a:lnTo>
                    <a:pt x="132754" y="25003"/>
                  </a:lnTo>
                  <a:lnTo>
                    <a:pt x="132754" y="36314"/>
                  </a:lnTo>
                  <a:lnTo>
                    <a:pt x="126206" y="36314"/>
                  </a:lnTo>
                  <a:lnTo>
                    <a:pt x="125396" y="44446"/>
                  </a:lnTo>
                  <a:lnTo>
                    <a:pt x="124396" y="52173"/>
                  </a:lnTo>
                  <a:lnTo>
                    <a:pt x="123205" y="59495"/>
                  </a:lnTo>
                  <a:lnTo>
                    <a:pt x="121824" y="66413"/>
                  </a:lnTo>
                  <a:lnTo>
                    <a:pt x="120253" y="72925"/>
                  </a:lnTo>
                  <a:lnTo>
                    <a:pt x="118491" y="79033"/>
                  </a:lnTo>
                  <a:lnTo>
                    <a:pt x="116538" y="84736"/>
                  </a:lnTo>
                  <a:lnTo>
                    <a:pt x="114395" y="90035"/>
                  </a:lnTo>
                  <a:lnTo>
                    <a:pt x="112061" y="94928"/>
                  </a:lnTo>
                  <a:lnTo>
                    <a:pt x="109537" y="99417"/>
                  </a:lnTo>
                  <a:lnTo>
                    <a:pt x="111740" y="102250"/>
                  </a:lnTo>
                  <a:lnTo>
                    <a:pt x="114061" y="105036"/>
                  </a:lnTo>
                  <a:lnTo>
                    <a:pt x="116502" y="107775"/>
                  </a:lnTo>
                  <a:lnTo>
                    <a:pt x="119062" y="110466"/>
                  </a:lnTo>
                  <a:lnTo>
                    <a:pt x="121741" y="113109"/>
                  </a:lnTo>
                  <a:lnTo>
                    <a:pt x="124539" y="115704"/>
                  </a:lnTo>
                  <a:lnTo>
                    <a:pt x="127456" y="118252"/>
                  </a:lnTo>
                  <a:lnTo>
                    <a:pt x="130492" y="120753"/>
                  </a:lnTo>
                  <a:lnTo>
                    <a:pt x="133647" y="123205"/>
                  </a:lnTo>
                  <a:lnTo>
                    <a:pt x="136921" y="125610"/>
                  </a:lnTo>
                  <a:lnTo>
                    <a:pt x="127992" y="136921"/>
                  </a:lnTo>
                  <a:lnTo>
                    <a:pt x="125271" y="134618"/>
                  </a:lnTo>
                  <a:lnTo>
                    <a:pt x="122586" y="132230"/>
                  </a:lnTo>
                  <a:lnTo>
                    <a:pt x="119937" y="129760"/>
                  </a:lnTo>
                  <a:lnTo>
                    <a:pt x="117324" y="127206"/>
                  </a:lnTo>
                  <a:lnTo>
                    <a:pt x="114746" y="124569"/>
                  </a:lnTo>
                  <a:lnTo>
                    <a:pt x="112204" y="121848"/>
                  </a:lnTo>
                  <a:lnTo>
                    <a:pt x="109698" y="119044"/>
                  </a:lnTo>
                  <a:lnTo>
                    <a:pt x="107227" y="116157"/>
                  </a:lnTo>
                  <a:lnTo>
                    <a:pt x="104792" y="113186"/>
                  </a:lnTo>
                  <a:lnTo>
                    <a:pt x="102393" y="110132"/>
                  </a:lnTo>
                  <a:lnTo>
                    <a:pt x="99958" y="113299"/>
                  </a:lnTo>
                  <a:lnTo>
                    <a:pt x="97416" y="116371"/>
                  </a:lnTo>
                  <a:lnTo>
                    <a:pt x="94767" y="119348"/>
                  </a:lnTo>
                  <a:lnTo>
                    <a:pt x="92011" y="122229"/>
                  </a:lnTo>
                  <a:lnTo>
                    <a:pt x="89148" y="125015"/>
                  </a:lnTo>
                  <a:lnTo>
                    <a:pt x="86177" y="127706"/>
                  </a:lnTo>
                  <a:lnTo>
                    <a:pt x="83099" y="130302"/>
                  </a:lnTo>
                  <a:lnTo>
                    <a:pt x="79914" y="132802"/>
                  </a:lnTo>
                  <a:lnTo>
                    <a:pt x="76622" y="135207"/>
                  </a:lnTo>
                  <a:lnTo>
                    <a:pt x="73223" y="137517"/>
                  </a:lnTo>
                  <a:lnTo>
                    <a:pt x="64889" y="126801"/>
                  </a:lnTo>
                  <a:lnTo>
                    <a:pt x="68401" y="124592"/>
                  </a:lnTo>
                  <a:lnTo>
                    <a:pt x="71794" y="122253"/>
                  </a:lnTo>
                  <a:lnTo>
                    <a:pt x="75068" y="119782"/>
                  </a:lnTo>
                  <a:lnTo>
                    <a:pt x="78224" y="117181"/>
                  </a:lnTo>
                  <a:lnTo>
                    <a:pt x="81260" y="114448"/>
                  </a:lnTo>
                  <a:lnTo>
                    <a:pt x="84177" y="111585"/>
                  </a:lnTo>
                  <a:lnTo>
                    <a:pt x="86975" y="108590"/>
                  </a:lnTo>
                  <a:lnTo>
                    <a:pt x="89654" y="105465"/>
                  </a:lnTo>
                  <a:lnTo>
                    <a:pt x="92213" y="102209"/>
                  </a:lnTo>
                  <a:lnTo>
                    <a:pt x="94654" y="98821"/>
                  </a:lnTo>
                  <a:lnTo>
                    <a:pt x="92999" y="95928"/>
                  </a:lnTo>
                  <a:lnTo>
                    <a:pt x="91368" y="92964"/>
                  </a:lnTo>
                  <a:lnTo>
                    <a:pt x="89761" y="89927"/>
                  </a:lnTo>
                  <a:lnTo>
                    <a:pt x="88177" y="86820"/>
                  </a:lnTo>
                  <a:lnTo>
                    <a:pt x="86617" y="83641"/>
                  </a:lnTo>
                  <a:lnTo>
                    <a:pt x="85082" y="80391"/>
                  </a:lnTo>
                  <a:lnTo>
                    <a:pt x="83569" y="77069"/>
                  </a:lnTo>
                  <a:lnTo>
                    <a:pt x="82081" y="73675"/>
                  </a:lnTo>
                  <a:lnTo>
                    <a:pt x="80617" y="70211"/>
                  </a:lnTo>
                  <a:lnTo>
                    <a:pt x="79176" y="66675"/>
                  </a:lnTo>
                  <a:lnTo>
                    <a:pt x="74414" y="76795"/>
                  </a:lnTo>
                  <a:lnTo>
                    <a:pt x="64889" y="69651"/>
                  </a:lnTo>
                  <a:lnTo>
                    <a:pt x="67782" y="63275"/>
                  </a:lnTo>
                  <a:lnTo>
                    <a:pt x="70508" y="56769"/>
                  </a:lnTo>
                  <a:lnTo>
                    <a:pt x="73068" y="50131"/>
                  </a:lnTo>
                  <a:lnTo>
                    <a:pt x="75461" y="43362"/>
                  </a:lnTo>
                  <a:lnTo>
                    <a:pt x="77688" y="36462"/>
                  </a:lnTo>
                  <a:lnTo>
                    <a:pt x="79748" y="29432"/>
                  </a:lnTo>
                  <a:lnTo>
                    <a:pt x="81641" y="22270"/>
                  </a:lnTo>
                  <a:lnTo>
                    <a:pt x="83367" y="14978"/>
                  </a:lnTo>
                  <a:lnTo>
                    <a:pt x="84927" y="7554"/>
                  </a:lnTo>
                  <a:lnTo>
                    <a:pt x="86320" y="0"/>
                  </a:lnTo>
                  <a:lnTo>
                    <a:pt x="98226" y="3571"/>
                  </a:lnTo>
                  <a:lnTo>
                    <a:pt x="97744" y="5822"/>
                  </a:lnTo>
                  <a:lnTo>
                    <a:pt x="97250" y="8048"/>
                  </a:lnTo>
                  <a:lnTo>
                    <a:pt x="96744" y="10251"/>
                  </a:lnTo>
                  <a:lnTo>
                    <a:pt x="96226" y="12430"/>
                  </a:lnTo>
                  <a:lnTo>
                    <a:pt x="95696" y="14585"/>
                  </a:lnTo>
                  <a:lnTo>
                    <a:pt x="95154" y="16716"/>
                  </a:lnTo>
                  <a:lnTo>
                    <a:pt x="94601" y="18823"/>
                  </a:lnTo>
                  <a:lnTo>
                    <a:pt x="94035" y="20907"/>
                  </a:lnTo>
                  <a:lnTo>
                    <a:pt x="93458" y="22967"/>
                  </a:lnTo>
                  <a:close/>
                  <a:moveTo>
                    <a:pt x="114300" y="36314"/>
                  </a:moveTo>
                  <a:lnTo>
                    <a:pt x="89892" y="36314"/>
                  </a:lnTo>
                  <a:lnTo>
                    <a:pt x="89743" y="36986"/>
                  </a:lnTo>
                  <a:lnTo>
                    <a:pt x="89535" y="37814"/>
                  </a:lnTo>
                  <a:lnTo>
                    <a:pt x="89267" y="38796"/>
                  </a:lnTo>
                  <a:lnTo>
                    <a:pt x="88939" y="39933"/>
                  </a:lnTo>
                  <a:lnTo>
                    <a:pt x="88552" y="41225"/>
                  </a:lnTo>
                  <a:lnTo>
                    <a:pt x="88106" y="42672"/>
                  </a:lnTo>
                  <a:lnTo>
                    <a:pt x="87600" y="44273"/>
                  </a:lnTo>
                  <a:lnTo>
                    <a:pt x="87034" y="46029"/>
                  </a:lnTo>
                  <a:lnTo>
                    <a:pt x="86409" y="47940"/>
                  </a:lnTo>
                  <a:lnTo>
                    <a:pt x="85725" y="50006"/>
                  </a:lnTo>
                  <a:lnTo>
                    <a:pt x="87171" y="54232"/>
                  </a:lnTo>
                  <a:lnTo>
                    <a:pt x="88653" y="58340"/>
                  </a:lnTo>
                  <a:lnTo>
                    <a:pt x="90171" y="62329"/>
                  </a:lnTo>
                  <a:lnTo>
                    <a:pt x="91725" y="66198"/>
                  </a:lnTo>
                  <a:lnTo>
                    <a:pt x="93315" y="69949"/>
                  </a:lnTo>
                  <a:lnTo>
                    <a:pt x="94940" y="73580"/>
                  </a:lnTo>
                  <a:lnTo>
                    <a:pt x="96601" y="77092"/>
                  </a:lnTo>
                  <a:lnTo>
                    <a:pt x="98298" y="80486"/>
                  </a:lnTo>
                  <a:lnTo>
                    <a:pt x="100030" y="83760"/>
                  </a:lnTo>
                  <a:lnTo>
                    <a:pt x="101798" y="86915"/>
                  </a:lnTo>
                  <a:lnTo>
                    <a:pt x="103304" y="83510"/>
                  </a:lnTo>
                  <a:lnTo>
                    <a:pt x="104727" y="79962"/>
                  </a:lnTo>
                  <a:lnTo>
                    <a:pt x="106066" y="76271"/>
                  </a:lnTo>
                  <a:lnTo>
                    <a:pt x="107322" y="72437"/>
                  </a:lnTo>
                  <a:lnTo>
                    <a:pt x="108495" y="68460"/>
                  </a:lnTo>
                  <a:lnTo>
                    <a:pt x="109585" y="64341"/>
                  </a:lnTo>
                  <a:lnTo>
                    <a:pt x="110591" y="60078"/>
                  </a:lnTo>
                  <a:lnTo>
                    <a:pt x="111513" y="55673"/>
                  </a:lnTo>
                  <a:lnTo>
                    <a:pt x="112353" y="51125"/>
                  </a:lnTo>
                  <a:lnTo>
                    <a:pt x="113109" y="46434"/>
                  </a:lnTo>
                  <a:lnTo>
                    <a:pt x="113109" y="45839"/>
                  </a:lnTo>
                  <a:close/>
                  <a:moveTo>
                    <a:pt x="1785" y="25598"/>
                  </a:moveTo>
                  <a:lnTo>
                    <a:pt x="32742" y="25598"/>
                  </a:lnTo>
                  <a:lnTo>
                    <a:pt x="32742" y="595"/>
                  </a:lnTo>
                  <a:lnTo>
                    <a:pt x="43457" y="595"/>
                  </a:lnTo>
                  <a:lnTo>
                    <a:pt x="43457" y="25598"/>
                  </a:lnTo>
                  <a:lnTo>
                    <a:pt x="72032" y="25598"/>
                  </a:lnTo>
                  <a:lnTo>
                    <a:pt x="72032" y="35718"/>
                  </a:lnTo>
                  <a:lnTo>
                    <a:pt x="43457" y="35718"/>
                  </a:lnTo>
                  <a:lnTo>
                    <a:pt x="43457" y="63103"/>
                  </a:lnTo>
                  <a:lnTo>
                    <a:pt x="32742" y="63103"/>
                  </a:lnTo>
                  <a:lnTo>
                    <a:pt x="32742" y="44648"/>
                  </a:lnTo>
                  <a:lnTo>
                    <a:pt x="30682" y="47452"/>
                  </a:lnTo>
                  <a:lnTo>
                    <a:pt x="28551" y="50149"/>
                  </a:lnTo>
                  <a:lnTo>
                    <a:pt x="26348" y="52738"/>
                  </a:lnTo>
                  <a:lnTo>
                    <a:pt x="24074" y="55221"/>
                  </a:lnTo>
                  <a:lnTo>
                    <a:pt x="21728" y="57596"/>
                  </a:lnTo>
                  <a:lnTo>
                    <a:pt x="19311" y="59864"/>
                  </a:lnTo>
                  <a:lnTo>
                    <a:pt x="16823" y="62025"/>
                  </a:lnTo>
                  <a:lnTo>
                    <a:pt x="14263" y="64079"/>
                  </a:lnTo>
                  <a:lnTo>
                    <a:pt x="11632" y="66026"/>
                  </a:lnTo>
                  <a:lnTo>
                    <a:pt x="8929" y="67865"/>
                  </a:lnTo>
                  <a:lnTo>
                    <a:pt x="1190" y="58340"/>
                  </a:lnTo>
                  <a:lnTo>
                    <a:pt x="4131" y="56721"/>
                  </a:lnTo>
                  <a:lnTo>
                    <a:pt x="7000" y="54959"/>
                  </a:lnTo>
                  <a:lnTo>
                    <a:pt x="9798" y="53054"/>
                  </a:lnTo>
                  <a:lnTo>
                    <a:pt x="12525" y="51006"/>
                  </a:lnTo>
                  <a:lnTo>
                    <a:pt x="15180" y="48815"/>
                  </a:lnTo>
                  <a:lnTo>
                    <a:pt x="17764" y="46482"/>
                  </a:lnTo>
                  <a:lnTo>
                    <a:pt x="20276" y="44005"/>
                  </a:lnTo>
                  <a:lnTo>
                    <a:pt x="22717" y="41386"/>
                  </a:lnTo>
                  <a:lnTo>
                    <a:pt x="25086" y="38623"/>
                  </a:lnTo>
                  <a:lnTo>
                    <a:pt x="27384" y="35718"/>
                  </a:lnTo>
                  <a:lnTo>
                    <a:pt x="1785" y="35718"/>
                  </a:lnTo>
                  <a:close/>
                  <a:moveTo>
                    <a:pt x="16073" y="2976"/>
                  </a:moveTo>
                  <a:lnTo>
                    <a:pt x="17008" y="4423"/>
                  </a:lnTo>
                  <a:lnTo>
                    <a:pt x="17907" y="5905"/>
                  </a:lnTo>
                  <a:lnTo>
                    <a:pt x="18770" y="7423"/>
                  </a:lnTo>
                  <a:lnTo>
                    <a:pt x="19597" y="8977"/>
                  </a:lnTo>
                  <a:lnTo>
                    <a:pt x="20389" y="10566"/>
                  </a:lnTo>
                  <a:lnTo>
                    <a:pt x="21145" y="12192"/>
                  </a:lnTo>
                  <a:lnTo>
                    <a:pt x="21865" y="13852"/>
                  </a:lnTo>
                  <a:lnTo>
                    <a:pt x="22550" y="15549"/>
                  </a:lnTo>
                  <a:lnTo>
                    <a:pt x="23199" y="17281"/>
                  </a:lnTo>
                  <a:lnTo>
                    <a:pt x="23812" y="19050"/>
                  </a:lnTo>
                  <a:lnTo>
                    <a:pt x="14287" y="23812"/>
                  </a:lnTo>
                  <a:lnTo>
                    <a:pt x="13680" y="22038"/>
                  </a:lnTo>
                  <a:lnTo>
                    <a:pt x="13049" y="20288"/>
                  </a:lnTo>
                  <a:lnTo>
                    <a:pt x="12394" y="18561"/>
                  </a:lnTo>
                  <a:lnTo>
                    <a:pt x="11715" y="16859"/>
                  </a:lnTo>
                  <a:lnTo>
                    <a:pt x="11013" y="15180"/>
                  </a:lnTo>
                  <a:lnTo>
                    <a:pt x="10287" y="13525"/>
                  </a:lnTo>
                  <a:lnTo>
                    <a:pt x="9536" y="11894"/>
                  </a:lnTo>
                  <a:lnTo>
                    <a:pt x="8763" y="10287"/>
                  </a:lnTo>
                  <a:lnTo>
                    <a:pt x="7965" y="8703"/>
                  </a:lnTo>
                  <a:lnTo>
                    <a:pt x="7143" y="7143"/>
                  </a:lnTo>
                  <a:close/>
                  <a:moveTo>
                    <a:pt x="60126" y="2976"/>
                  </a:moveTo>
                  <a:lnTo>
                    <a:pt x="69056" y="7143"/>
                  </a:lnTo>
                  <a:lnTo>
                    <a:pt x="67978" y="9120"/>
                  </a:lnTo>
                  <a:lnTo>
                    <a:pt x="66889" y="11001"/>
                  </a:lnTo>
                  <a:lnTo>
                    <a:pt x="65787" y="12787"/>
                  </a:lnTo>
                  <a:lnTo>
                    <a:pt x="64674" y="14478"/>
                  </a:lnTo>
                  <a:lnTo>
                    <a:pt x="63549" y="16073"/>
                  </a:lnTo>
                  <a:lnTo>
                    <a:pt x="62412" y="17573"/>
                  </a:lnTo>
                  <a:lnTo>
                    <a:pt x="61263" y="18978"/>
                  </a:lnTo>
                  <a:lnTo>
                    <a:pt x="60102" y="20288"/>
                  </a:lnTo>
                  <a:lnTo>
                    <a:pt x="58929" y="21502"/>
                  </a:lnTo>
                  <a:lnTo>
                    <a:pt x="57745" y="22621"/>
                  </a:lnTo>
                  <a:lnTo>
                    <a:pt x="50006" y="15478"/>
                  </a:lnTo>
                  <a:lnTo>
                    <a:pt x="51179" y="14388"/>
                  </a:lnTo>
                  <a:lnTo>
                    <a:pt x="52316" y="13263"/>
                  </a:lnTo>
                  <a:lnTo>
                    <a:pt x="53417" y="12102"/>
                  </a:lnTo>
                  <a:lnTo>
                    <a:pt x="54483" y="10906"/>
                  </a:lnTo>
                  <a:lnTo>
                    <a:pt x="55512" y="9673"/>
                  </a:lnTo>
                  <a:lnTo>
                    <a:pt x="56507" y="8405"/>
                  </a:lnTo>
                  <a:lnTo>
                    <a:pt x="57465" y="7102"/>
                  </a:lnTo>
                  <a:lnTo>
                    <a:pt x="58388" y="5762"/>
                  </a:lnTo>
                  <a:lnTo>
                    <a:pt x="59275" y="4387"/>
                  </a:lnTo>
                  <a:close/>
                  <a:moveTo>
                    <a:pt x="55959" y="41076"/>
                  </a:moveTo>
                  <a:lnTo>
                    <a:pt x="57245" y="42511"/>
                  </a:lnTo>
                  <a:lnTo>
                    <a:pt x="58483" y="43957"/>
                  </a:lnTo>
                  <a:lnTo>
                    <a:pt x="59674" y="45416"/>
                  </a:lnTo>
                  <a:lnTo>
                    <a:pt x="60817" y="46886"/>
                  </a:lnTo>
                  <a:lnTo>
                    <a:pt x="61912" y="48369"/>
                  </a:lnTo>
                  <a:lnTo>
                    <a:pt x="62960" y="49863"/>
                  </a:lnTo>
                  <a:lnTo>
                    <a:pt x="63960" y="51369"/>
                  </a:lnTo>
                  <a:lnTo>
                    <a:pt x="64912" y="52887"/>
                  </a:lnTo>
                  <a:lnTo>
                    <a:pt x="65817" y="54417"/>
                  </a:lnTo>
                  <a:lnTo>
                    <a:pt x="66675" y="55959"/>
                  </a:lnTo>
                  <a:lnTo>
                    <a:pt x="57745" y="61317"/>
                  </a:lnTo>
                  <a:lnTo>
                    <a:pt x="57001" y="59662"/>
                  </a:lnTo>
                  <a:lnTo>
                    <a:pt x="56197" y="58031"/>
                  </a:lnTo>
                  <a:lnTo>
                    <a:pt x="55334" y="56423"/>
                  </a:lnTo>
                  <a:lnTo>
                    <a:pt x="54411" y="54840"/>
                  </a:lnTo>
                  <a:lnTo>
                    <a:pt x="53429" y="53280"/>
                  </a:lnTo>
                  <a:lnTo>
                    <a:pt x="52387" y="51744"/>
                  </a:lnTo>
                  <a:lnTo>
                    <a:pt x="51286" y="50232"/>
                  </a:lnTo>
                  <a:lnTo>
                    <a:pt x="50125" y="48744"/>
                  </a:lnTo>
                  <a:lnTo>
                    <a:pt x="48904" y="47279"/>
                  </a:lnTo>
                  <a:lnTo>
                    <a:pt x="47625" y="45839"/>
                  </a:lnTo>
                  <a:close/>
                  <a:moveTo>
                    <a:pt x="1190" y="75604"/>
                  </a:moveTo>
                  <a:lnTo>
                    <a:pt x="24407" y="75604"/>
                  </a:lnTo>
                  <a:lnTo>
                    <a:pt x="24878" y="74652"/>
                  </a:lnTo>
                  <a:lnTo>
                    <a:pt x="25336" y="73699"/>
                  </a:lnTo>
                  <a:lnTo>
                    <a:pt x="25782" y="72747"/>
                  </a:lnTo>
                  <a:lnTo>
                    <a:pt x="26217" y="71794"/>
                  </a:lnTo>
                  <a:lnTo>
                    <a:pt x="26640" y="70842"/>
                  </a:lnTo>
                  <a:lnTo>
                    <a:pt x="27051" y="69889"/>
                  </a:lnTo>
                  <a:lnTo>
                    <a:pt x="27449" y="68937"/>
                  </a:lnTo>
                  <a:lnTo>
                    <a:pt x="27836" y="67984"/>
                  </a:lnTo>
                  <a:lnTo>
                    <a:pt x="28211" y="67032"/>
                  </a:lnTo>
                  <a:lnTo>
                    <a:pt x="28575" y="66079"/>
                  </a:lnTo>
                  <a:lnTo>
                    <a:pt x="39885" y="67270"/>
                  </a:lnTo>
                  <a:lnTo>
                    <a:pt x="36314" y="75604"/>
                  </a:lnTo>
                  <a:lnTo>
                    <a:pt x="63103" y="75604"/>
                  </a:lnTo>
                  <a:lnTo>
                    <a:pt x="63103" y="85725"/>
                  </a:lnTo>
                  <a:lnTo>
                    <a:pt x="61644" y="88773"/>
                  </a:lnTo>
                  <a:lnTo>
                    <a:pt x="60126" y="91725"/>
                  </a:lnTo>
                  <a:lnTo>
                    <a:pt x="58548" y="94583"/>
                  </a:lnTo>
                  <a:lnTo>
                    <a:pt x="56911" y="97345"/>
                  </a:lnTo>
                  <a:lnTo>
                    <a:pt x="55215" y="100012"/>
                  </a:lnTo>
                  <a:lnTo>
                    <a:pt x="53459" y="102584"/>
                  </a:lnTo>
                  <a:lnTo>
                    <a:pt x="51643" y="105060"/>
                  </a:lnTo>
                  <a:lnTo>
                    <a:pt x="49768" y="107442"/>
                  </a:lnTo>
                  <a:lnTo>
                    <a:pt x="47833" y="109728"/>
                  </a:lnTo>
                  <a:lnTo>
                    <a:pt x="45839" y="111918"/>
                  </a:lnTo>
                  <a:lnTo>
                    <a:pt x="47845" y="113103"/>
                  </a:lnTo>
                  <a:lnTo>
                    <a:pt x="49815" y="114276"/>
                  </a:lnTo>
                  <a:lnTo>
                    <a:pt x="51750" y="115437"/>
                  </a:lnTo>
                  <a:lnTo>
                    <a:pt x="53649" y="116586"/>
                  </a:lnTo>
                  <a:lnTo>
                    <a:pt x="55512" y="117723"/>
                  </a:lnTo>
                  <a:lnTo>
                    <a:pt x="57340" y="118848"/>
                  </a:lnTo>
                  <a:lnTo>
                    <a:pt x="59132" y="119961"/>
                  </a:lnTo>
                  <a:lnTo>
                    <a:pt x="60888" y="121062"/>
                  </a:lnTo>
                  <a:lnTo>
                    <a:pt x="62609" y="122152"/>
                  </a:lnTo>
                  <a:lnTo>
                    <a:pt x="64293" y="123229"/>
                  </a:lnTo>
                  <a:lnTo>
                    <a:pt x="57150" y="133945"/>
                  </a:lnTo>
                  <a:lnTo>
                    <a:pt x="55554" y="132629"/>
                  </a:lnTo>
                  <a:lnTo>
                    <a:pt x="53863" y="131302"/>
                  </a:lnTo>
                  <a:lnTo>
                    <a:pt x="52077" y="129962"/>
                  </a:lnTo>
                  <a:lnTo>
                    <a:pt x="50196" y="128611"/>
                  </a:lnTo>
                  <a:lnTo>
                    <a:pt x="48220" y="127248"/>
                  </a:lnTo>
                  <a:lnTo>
                    <a:pt x="46148" y="125872"/>
                  </a:lnTo>
                  <a:lnTo>
                    <a:pt x="43981" y="124485"/>
                  </a:lnTo>
                  <a:lnTo>
                    <a:pt x="41719" y="123086"/>
                  </a:lnTo>
                  <a:lnTo>
                    <a:pt x="39362" y="121675"/>
                  </a:lnTo>
                  <a:lnTo>
                    <a:pt x="36909" y="120253"/>
                  </a:lnTo>
                  <a:lnTo>
                    <a:pt x="34325" y="122354"/>
                  </a:lnTo>
                  <a:lnTo>
                    <a:pt x="31575" y="124372"/>
                  </a:lnTo>
                  <a:lnTo>
                    <a:pt x="28658" y="126307"/>
                  </a:lnTo>
                  <a:lnTo>
                    <a:pt x="25574" y="128158"/>
                  </a:lnTo>
                  <a:lnTo>
                    <a:pt x="22324" y="129926"/>
                  </a:lnTo>
                  <a:lnTo>
                    <a:pt x="18907" y="131611"/>
                  </a:lnTo>
                  <a:lnTo>
                    <a:pt x="15323" y="133213"/>
                  </a:lnTo>
                  <a:lnTo>
                    <a:pt x="11572" y="134731"/>
                  </a:lnTo>
                  <a:lnTo>
                    <a:pt x="7655" y="136165"/>
                  </a:lnTo>
                  <a:lnTo>
                    <a:pt x="3571" y="137517"/>
                  </a:lnTo>
                  <a:lnTo>
                    <a:pt x="0" y="127396"/>
                  </a:lnTo>
                  <a:lnTo>
                    <a:pt x="3053" y="126414"/>
                  </a:lnTo>
                  <a:lnTo>
                    <a:pt x="6024" y="125372"/>
                  </a:lnTo>
                  <a:lnTo>
                    <a:pt x="8911" y="124271"/>
                  </a:lnTo>
                  <a:lnTo>
                    <a:pt x="11715" y="123110"/>
                  </a:lnTo>
                  <a:lnTo>
                    <a:pt x="14436" y="121890"/>
                  </a:lnTo>
                  <a:lnTo>
                    <a:pt x="17073" y="120610"/>
                  </a:lnTo>
                  <a:lnTo>
                    <a:pt x="19627" y="119270"/>
                  </a:lnTo>
                  <a:lnTo>
                    <a:pt x="22098" y="117871"/>
                  </a:lnTo>
                  <a:lnTo>
                    <a:pt x="24485" y="116413"/>
                  </a:lnTo>
                  <a:lnTo>
                    <a:pt x="26789" y="114895"/>
                  </a:lnTo>
                  <a:lnTo>
                    <a:pt x="24866" y="113823"/>
                  </a:lnTo>
                  <a:lnTo>
                    <a:pt x="22907" y="112752"/>
                  </a:lnTo>
                  <a:lnTo>
                    <a:pt x="20913" y="111680"/>
                  </a:lnTo>
                  <a:lnTo>
                    <a:pt x="18883" y="110609"/>
                  </a:lnTo>
                  <a:lnTo>
                    <a:pt x="16817" y="109537"/>
                  </a:lnTo>
                  <a:lnTo>
                    <a:pt x="14716" y="108465"/>
                  </a:lnTo>
                  <a:lnTo>
                    <a:pt x="12578" y="107394"/>
                  </a:lnTo>
                  <a:lnTo>
                    <a:pt x="10406" y="106322"/>
                  </a:lnTo>
                  <a:lnTo>
                    <a:pt x="8197" y="105251"/>
                  </a:lnTo>
                  <a:lnTo>
                    <a:pt x="5953" y="104179"/>
                  </a:lnTo>
                  <a:lnTo>
                    <a:pt x="7364" y="102280"/>
                  </a:lnTo>
                  <a:lnTo>
                    <a:pt x="8739" y="100393"/>
                  </a:lnTo>
                  <a:lnTo>
                    <a:pt x="10078" y="98518"/>
                  </a:lnTo>
                  <a:lnTo>
                    <a:pt x="11382" y="96654"/>
                  </a:lnTo>
                  <a:lnTo>
                    <a:pt x="12650" y="94803"/>
                  </a:lnTo>
                  <a:lnTo>
                    <a:pt x="13882" y="92964"/>
                  </a:lnTo>
                  <a:lnTo>
                    <a:pt x="15079" y="91136"/>
                  </a:lnTo>
                  <a:lnTo>
                    <a:pt x="16240" y="89320"/>
                  </a:lnTo>
                  <a:lnTo>
                    <a:pt x="17365" y="87516"/>
                  </a:lnTo>
                  <a:lnTo>
                    <a:pt x="18454" y="85725"/>
                  </a:lnTo>
                  <a:lnTo>
                    <a:pt x="1190" y="85725"/>
                  </a:lnTo>
                  <a:close/>
                  <a:moveTo>
                    <a:pt x="30956" y="85725"/>
                  </a:moveTo>
                  <a:lnTo>
                    <a:pt x="30116" y="87254"/>
                  </a:lnTo>
                  <a:lnTo>
                    <a:pt x="29265" y="88749"/>
                  </a:lnTo>
                  <a:lnTo>
                    <a:pt x="28402" y="90207"/>
                  </a:lnTo>
                  <a:lnTo>
                    <a:pt x="27527" y="91630"/>
                  </a:lnTo>
                  <a:lnTo>
                    <a:pt x="26640" y="93017"/>
                  </a:lnTo>
                  <a:lnTo>
                    <a:pt x="25741" y="94368"/>
                  </a:lnTo>
                  <a:lnTo>
                    <a:pt x="24830" y="95684"/>
                  </a:lnTo>
                  <a:lnTo>
                    <a:pt x="23907" y="96964"/>
                  </a:lnTo>
                  <a:lnTo>
                    <a:pt x="22973" y="98208"/>
                  </a:lnTo>
                  <a:lnTo>
                    <a:pt x="22026" y="99417"/>
                  </a:lnTo>
                  <a:lnTo>
                    <a:pt x="36314" y="106560"/>
                  </a:lnTo>
                  <a:lnTo>
                    <a:pt x="38064" y="104638"/>
                  </a:lnTo>
                  <a:lnTo>
                    <a:pt x="39743" y="102679"/>
                  </a:lnTo>
                  <a:lnTo>
                    <a:pt x="41350" y="100685"/>
                  </a:lnTo>
                  <a:lnTo>
                    <a:pt x="42886" y="98655"/>
                  </a:lnTo>
                  <a:lnTo>
                    <a:pt x="44350" y="96589"/>
                  </a:lnTo>
                  <a:lnTo>
                    <a:pt x="45743" y="94488"/>
                  </a:lnTo>
                  <a:lnTo>
                    <a:pt x="47065" y="92350"/>
                  </a:lnTo>
                  <a:lnTo>
                    <a:pt x="48315" y="90177"/>
                  </a:lnTo>
                  <a:lnTo>
                    <a:pt x="49494" y="87969"/>
                  </a:lnTo>
                  <a:lnTo>
                    <a:pt x="50601" y="857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4856806" y="6107088"/>
              <a:ext cx="137517" cy="130968"/>
            </a:xfrm>
            <a:custGeom>
              <a:avLst/>
              <a:pathLst>
                <a:path w="137517" h="130968">
                  <a:moveTo>
                    <a:pt x="18454" y="0"/>
                  </a:moveTo>
                  <a:lnTo>
                    <a:pt x="118467" y="0"/>
                  </a:lnTo>
                  <a:lnTo>
                    <a:pt x="118467" y="39885"/>
                  </a:lnTo>
                  <a:lnTo>
                    <a:pt x="18454" y="39885"/>
                  </a:lnTo>
                  <a:close/>
                  <a:moveTo>
                    <a:pt x="30360" y="15478"/>
                  </a:moveTo>
                  <a:lnTo>
                    <a:pt x="106560" y="15478"/>
                  </a:lnTo>
                  <a:lnTo>
                    <a:pt x="106560" y="8929"/>
                  </a:lnTo>
                  <a:lnTo>
                    <a:pt x="30360" y="8929"/>
                  </a:lnTo>
                  <a:close/>
                  <a:moveTo>
                    <a:pt x="30360" y="30360"/>
                  </a:moveTo>
                  <a:lnTo>
                    <a:pt x="106560" y="30360"/>
                  </a:lnTo>
                  <a:lnTo>
                    <a:pt x="106560" y="23812"/>
                  </a:lnTo>
                  <a:lnTo>
                    <a:pt x="30360" y="23812"/>
                  </a:lnTo>
                  <a:close/>
                  <a:moveTo>
                    <a:pt x="2976" y="45839"/>
                  </a:moveTo>
                  <a:lnTo>
                    <a:pt x="134540" y="45839"/>
                  </a:lnTo>
                  <a:lnTo>
                    <a:pt x="134540" y="54768"/>
                  </a:lnTo>
                  <a:lnTo>
                    <a:pt x="2976" y="54768"/>
                  </a:lnTo>
                  <a:close/>
                  <a:moveTo>
                    <a:pt x="17859" y="60721"/>
                  </a:moveTo>
                  <a:lnTo>
                    <a:pt x="119657" y="60721"/>
                  </a:lnTo>
                  <a:lnTo>
                    <a:pt x="119657" y="100012"/>
                  </a:lnTo>
                  <a:lnTo>
                    <a:pt x="75009" y="100012"/>
                  </a:lnTo>
                  <a:lnTo>
                    <a:pt x="75009" y="105965"/>
                  </a:lnTo>
                  <a:lnTo>
                    <a:pt x="125015" y="105965"/>
                  </a:lnTo>
                  <a:lnTo>
                    <a:pt x="125015" y="114895"/>
                  </a:lnTo>
                  <a:lnTo>
                    <a:pt x="75009" y="114895"/>
                  </a:lnTo>
                  <a:lnTo>
                    <a:pt x="75009" y="120848"/>
                  </a:lnTo>
                  <a:lnTo>
                    <a:pt x="137517" y="120848"/>
                  </a:lnTo>
                  <a:lnTo>
                    <a:pt x="137517" y="130968"/>
                  </a:lnTo>
                  <a:lnTo>
                    <a:pt x="0" y="130968"/>
                  </a:lnTo>
                  <a:lnTo>
                    <a:pt x="0" y="120848"/>
                  </a:lnTo>
                  <a:lnTo>
                    <a:pt x="62507" y="120848"/>
                  </a:lnTo>
                  <a:lnTo>
                    <a:pt x="62507" y="114895"/>
                  </a:lnTo>
                  <a:lnTo>
                    <a:pt x="13096" y="114895"/>
                  </a:lnTo>
                  <a:lnTo>
                    <a:pt x="13096" y="105965"/>
                  </a:lnTo>
                  <a:lnTo>
                    <a:pt x="62507" y="105965"/>
                  </a:lnTo>
                  <a:lnTo>
                    <a:pt x="62507" y="100012"/>
                  </a:lnTo>
                  <a:lnTo>
                    <a:pt x="17859" y="100012"/>
                  </a:lnTo>
                  <a:close/>
                  <a:moveTo>
                    <a:pt x="29765" y="76795"/>
                  </a:moveTo>
                  <a:lnTo>
                    <a:pt x="62507" y="76795"/>
                  </a:lnTo>
                  <a:lnTo>
                    <a:pt x="62507" y="70246"/>
                  </a:lnTo>
                  <a:lnTo>
                    <a:pt x="29765" y="70246"/>
                  </a:lnTo>
                  <a:close/>
                  <a:moveTo>
                    <a:pt x="75009" y="70246"/>
                  </a:moveTo>
                  <a:lnTo>
                    <a:pt x="75009" y="76795"/>
                  </a:lnTo>
                  <a:lnTo>
                    <a:pt x="107751" y="76795"/>
                  </a:lnTo>
                  <a:lnTo>
                    <a:pt x="107751" y="70246"/>
                  </a:lnTo>
                  <a:close/>
                  <a:moveTo>
                    <a:pt x="29765" y="90487"/>
                  </a:moveTo>
                  <a:lnTo>
                    <a:pt x="62507" y="90487"/>
                  </a:lnTo>
                  <a:lnTo>
                    <a:pt x="62507" y="84534"/>
                  </a:lnTo>
                  <a:lnTo>
                    <a:pt x="29765" y="84534"/>
                  </a:lnTo>
                  <a:close/>
                  <a:moveTo>
                    <a:pt x="75009" y="84534"/>
                  </a:moveTo>
                  <a:lnTo>
                    <a:pt x="75009" y="90487"/>
                  </a:lnTo>
                  <a:lnTo>
                    <a:pt x="107751" y="90487"/>
                  </a:lnTo>
                  <a:lnTo>
                    <a:pt x="107751" y="845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5056459" y="6118548"/>
              <a:ext cx="73446" cy="108793"/>
            </a:xfrm>
            <a:custGeom>
              <a:avLst/>
              <a:pathLst>
                <a:path w="73446" h="108793">
                  <a:moveTo>
                    <a:pt x="73446" y="108793"/>
                  </a:moveTo>
                  <a:lnTo>
                    <a:pt x="57745" y="108793"/>
                  </a:lnTo>
                  <a:lnTo>
                    <a:pt x="24184" y="56852"/>
                  </a:lnTo>
                  <a:lnTo>
                    <a:pt x="13841" y="65335"/>
                  </a:lnTo>
                  <a:lnTo>
                    <a:pt x="13841" y="108793"/>
                  </a:lnTo>
                  <a:lnTo>
                    <a:pt x="0" y="108793"/>
                  </a:lnTo>
                  <a:lnTo>
                    <a:pt x="0" y="0"/>
                  </a:lnTo>
                  <a:lnTo>
                    <a:pt x="13841" y="0"/>
                  </a:lnTo>
                  <a:lnTo>
                    <a:pt x="13841" y="54396"/>
                  </a:lnTo>
                  <a:lnTo>
                    <a:pt x="22845" y="41895"/>
                  </a:lnTo>
                  <a:lnTo>
                    <a:pt x="56480" y="0"/>
                  </a:lnTo>
                  <a:lnTo>
                    <a:pt x="72032" y="0"/>
                  </a:lnTo>
                  <a:lnTo>
                    <a:pt x="33337" y="4740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57535" y="3080769"/>
              <a:ext cx="138707" cy="133945"/>
            </a:xfrm>
            <a:custGeom>
              <a:avLst/>
              <a:pathLst>
                <a:path w="138707" h="133945">
                  <a:moveTo>
                    <a:pt x="26789" y="130373"/>
                  </a:moveTo>
                  <a:lnTo>
                    <a:pt x="26789" y="108942"/>
                  </a:lnTo>
                  <a:lnTo>
                    <a:pt x="0" y="108942"/>
                  </a:lnTo>
                  <a:lnTo>
                    <a:pt x="0" y="97035"/>
                  </a:lnTo>
                  <a:lnTo>
                    <a:pt x="26789" y="97035"/>
                  </a:lnTo>
                  <a:lnTo>
                    <a:pt x="26789" y="65484"/>
                  </a:lnTo>
                  <a:lnTo>
                    <a:pt x="38406" y="65502"/>
                  </a:lnTo>
                  <a:lnTo>
                    <a:pt x="49208" y="65555"/>
                  </a:lnTo>
                  <a:lnTo>
                    <a:pt x="59194" y="65645"/>
                  </a:lnTo>
                  <a:lnTo>
                    <a:pt x="68365" y="65770"/>
                  </a:lnTo>
                  <a:lnTo>
                    <a:pt x="76720" y="65930"/>
                  </a:lnTo>
                  <a:lnTo>
                    <a:pt x="84260" y="66127"/>
                  </a:lnTo>
                  <a:lnTo>
                    <a:pt x="90984" y="66359"/>
                  </a:lnTo>
                  <a:lnTo>
                    <a:pt x="96893" y="66627"/>
                  </a:lnTo>
                  <a:lnTo>
                    <a:pt x="101985" y="66930"/>
                  </a:lnTo>
                  <a:lnTo>
                    <a:pt x="106263" y="67270"/>
                  </a:lnTo>
                  <a:lnTo>
                    <a:pt x="109992" y="67660"/>
                  </a:lnTo>
                  <a:lnTo>
                    <a:pt x="113442" y="68115"/>
                  </a:lnTo>
                  <a:lnTo>
                    <a:pt x="116612" y="68636"/>
                  </a:lnTo>
                  <a:lnTo>
                    <a:pt x="119503" y="69222"/>
                  </a:lnTo>
                  <a:lnTo>
                    <a:pt x="122113" y="69874"/>
                  </a:lnTo>
                  <a:lnTo>
                    <a:pt x="124444" y="70592"/>
                  </a:lnTo>
                  <a:lnTo>
                    <a:pt x="126494" y="71374"/>
                  </a:lnTo>
                  <a:lnTo>
                    <a:pt x="128266" y="72223"/>
                  </a:lnTo>
                  <a:lnTo>
                    <a:pt x="129757" y="73137"/>
                  </a:lnTo>
                  <a:lnTo>
                    <a:pt x="130968" y="74116"/>
                  </a:lnTo>
                  <a:lnTo>
                    <a:pt x="131986" y="75179"/>
                  </a:lnTo>
                  <a:lnTo>
                    <a:pt x="132897" y="76342"/>
                  </a:lnTo>
                  <a:lnTo>
                    <a:pt x="133701" y="77607"/>
                  </a:lnTo>
                  <a:lnTo>
                    <a:pt x="134397" y="78974"/>
                  </a:lnTo>
                  <a:lnTo>
                    <a:pt x="134987" y="80441"/>
                  </a:lnTo>
                  <a:lnTo>
                    <a:pt x="135469" y="82010"/>
                  </a:lnTo>
                  <a:lnTo>
                    <a:pt x="135844" y="83680"/>
                  </a:lnTo>
                  <a:lnTo>
                    <a:pt x="136112" y="85451"/>
                  </a:lnTo>
                  <a:lnTo>
                    <a:pt x="136272" y="87323"/>
                  </a:lnTo>
                  <a:lnTo>
                    <a:pt x="136326" y="89296"/>
                  </a:lnTo>
                  <a:lnTo>
                    <a:pt x="136314" y="90493"/>
                  </a:lnTo>
                  <a:lnTo>
                    <a:pt x="136278" y="91701"/>
                  </a:lnTo>
                  <a:lnTo>
                    <a:pt x="136219" y="92922"/>
                  </a:lnTo>
                  <a:lnTo>
                    <a:pt x="136136" y="94154"/>
                  </a:lnTo>
                  <a:lnTo>
                    <a:pt x="136028" y="95398"/>
                  </a:lnTo>
                  <a:lnTo>
                    <a:pt x="135897" y="96654"/>
                  </a:lnTo>
                  <a:lnTo>
                    <a:pt x="135743" y="97922"/>
                  </a:lnTo>
                  <a:lnTo>
                    <a:pt x="135564" y="99202"/>
                  </a:lnTo>
                  <a:lnTo>
                    <a:pt x="135362" y="100494"/>
                  </a:lnTo>
                  <a:lnTo>
                    <a:pt x="135135" y="101798"/>
                  </a:lnTo>
                  <a:lnTo>
                    <a:pt x="123825" y="104775"/>
                  </a:lnTo>
                  <a:lnTo>
                    <a:pt x="124051" y="103227"/>
                  </a:lnTo>
                  <a:lnTo>
                    <a:pt x="124253" y="101679"/>
                  </a:lnTo>
                  <a:lnTo>
                    <a:pt x="124432" y="100131"/>
                  </a:lnTo>
                  <a:lnTo>
                    <a:pt x="124587" y="98583"/>
                  </a:lnTo>
                  <a:lnTo>
                    <a:pt x="124717" y="97035"/>
                  </a:lnTo>
                  <a:lnTo>
                    <a:pt x="124825" y="95488"/>
                  </a:lnTo>
                  <a:lnTo>
                    <a:pt x="124908" y="93940"/>
                  </a:lnTo>
                  <a:lnTo>
                    <a:pt x="124968" y="92392"/>
                  </a:lnTo>
                  <a:lnTo>
                    <a:pt x="125003" y="90844"/>
                  </a:lnTo>
                  <a:lnTo>
                    <a:pt x="125015" y="89296"/>
                  </a:lnTo>
                  <a:lnTo>
                    <a:pt x="124944" y="87921"/>
                  </a:lnTo>
                  <a:lnTo>
                    <a:pt x="124729" y="86653"/>
                  </a:lnTo>
                  <a:lnTo>
                    <a:pt x="124372" y="85492"/>
                  </a:lnTo>
                  <a:lnTo>
                    <a:pt x="123872" y="84439"/>
                  </a:lnTo>
                  <a:lnTo>
                    <a:pt x="123229" y="83492"/>
                  </a:lnTo>
                  <a:lnTo>
                    <a:pt x="122443" y="82653"/>
                  </a:lnTo>
                  <a:lnTo>
                    <a:pt x="121515" y="81920"/>
                  </a:lnTo>
                  <a:lnTo>
                    <a:pt x="120443" y="81295"/>
                  </a:lnTo>
                  <a:lnTo>
                    <a:pt x="119229" y="80777"/>
                  </a:lnTo>
                  <a:lnTo>
                    <a:pt x="117871" y="80367"/>
                  </a:lnTo>
                  <a:lnTo>
                    <a:pt x="114395" y="79688"/>
                  </a:lnTo>
                  <a:lnTo>
                    <a:pt x="109918" y="79081"/>
                  </a:lnTo>
                  <a:lnTo>
                    <a:pt x="104441" y="78545"/>
                  </a:lnTo>
                  <a:lnTo>
                    <a:pt x="97964" y="78081"/>
                  </a:lnTo>
                  <a:lnTo>
                    <a:pt x="90487" y="77688"/>
                  </a:lnTo>
                  <a:lnTo>
                    <a:pt x="82010" y="77366"/>
                  </a:lnTo>
                  <a:lnTo>
                    <a:pt x="72532" y="77116"/>
                  </a:lnTo>
                  <a:lnTo>
                    <a:pt x="62055" y="76938"/>
                  </a:lnTo>
                  <a:lnTo>
                    <a:pt x="50577" y="76831"/>
                  </a:lnTo>
                  <a:lnTo>
                    <a:pt x="38100" y="76795"/>
                  </a:lnTo>
                  <a:lnTo>
                    <a:pt x="38100" y="97035"/>
                  </a:lnTo>
                  <a:lnTo>
                    <a:pt x="52286" y="97428"/>
                  </a:lnTo>
                  <a:lnTo>
                    <a:pt x="65555" y="98369"/>
                  </a:lnTo>
                  <a:lnTo>
                    <a:pt x="77908" y="99857"/>
                  </a:lnTo>
                  <a:lnTo>
                    <a:pt x="89344" y="101893"/>
                  </a:lnTo>
                  <a:lnTo>
                    <a:pt x="99863" y="104477"/>
                  </a:lnTo>
                  <a:lnTo>
                    <a:pt x="109466" y="107608"/>
                  </a:lnTo>
                  <a:lnTo>
                    <a:pt x="118151" y="111287"/>
                  </a:lnTo>
                  <a:lnTo>
                    <a:pt x="125920" y="115514"/>
                  </a:lnTo>
                  <a:lnTo>
                    <a:pt x="132772" y="120288"/>
                  </a:lnTo>
                  <a:lnTo>
                    <a:pt x="138707" y="125610"/>
                  </a:lnTo>
                  <a:lnTo>
                    <a:pt x="129778" y="133945"/>
                  </a:lnTo>
                  <a:lnTo>
                    <a:pt x="124253" y="129301"/>
                  </a:lnTo>
                  <a:lnTo>
                    <a:pt x="117919" y="125134"/>
                  </a:lnTo>
                  <a:lnTo>
                    <a:pt x="110775" y="121443"/>
                  </a:lnTo>
                  <a:lnTo>
                    <a:pt x="102822" y="118229"/>
                  </a:lnTo>
                  <a:lnTo>
                    <a:pt x="94059" y="115490"/>
                  </a:lnTo>
                  <a:lnTo>
                    <a:pt x="84486" y="113228"/>
                  </a:lnTo>
                  <a:lnTo>
                    <a:pt x="74104" y="111442"/>
                  </a:lnTo>
                  <a:lnTo>
                    <a:pt x="62912" y="110132"/>
                  </a:lnTo>
                  <a:lnTo>
                    <a:pt x="50911" y="109299"/>
                  </a:lnTo>
                  <a:lnTo>
                    <a:pt x="38100" y="108942"/>
                  </a:lnTo>
                  <a:lnTo>
                    <a:pt x="38100" y="130373"/>
                  </a:lnTo>
                  <a:close/>
                  <a:moveTo>
                    <a:pt x="12501" y="0"/>
                  </a:moveTo>
                  <a:lnTo>
                    <a:pt x="128587" y="0"/>
                  </a:lnTo>
                  <a:lnTo>
                    <a:pt x="128587" y="11310"/>
                  </a:lnTo>
                  <a:lnTo>
                    <a:pt x="118467" y="11310"/>
                  </a:lnTo>
                  <a:lnTo>
                    <a:pt x="118467" y="42862"/>
                  </a:lnTo>
                  <a:lnTo>
                    <a:pt x="129182" y="42862"/>
                  </a:lnTo>
                  <a:lnTo>
                    <a:pt x="129182" y="54173"/>
                  </a:lnTo>
                  <a:lnTo>
                    <a:pt x="12501" y="54173"/>
                  </a:lnTo>
                  <a:close/>
                  <a:moveTo>
                    <a:pt x="107751" y="42862"/>
                  </a:moveTo>
                  <a:lnTo>
                    <a:pt x="107751" y="11310"/>
                  </a:lnTo>
                  <a:lnTo>
                    <a:pt x="23217" y="11310"/>
                  </a:lnTo>
                  <a:lnTo>
                    <a:pt x="23217" y="428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56939" y="2922416"/>
              <a:ext cx="136326" cy="138112"/>
            </a:xfrm>
            <a:custGeom>
              <a:avLst/>
              <a:pathLst>
                <a:path w="136326" h="138112">
                  <a:moveTo>
                    <a:pt x="11906" y="94654"/>
                  </a:moveTo>
                  <a:lnTo>
                    <a:pt x="11906" y="55364"/>
                  </a:lnTo>
                  <a:lnTo>
                    <a:pt x="0" y="55364"/>
                  </a:lnTo>
                  <a:lnTo>
                    <a:pt x="0" y="44053"/>
                  </a:lnTo>
                  <a:lnTo>
                    <a:pt x="11906" y="44053"/>
                  </a:lnTo>
                  <a:lnTo>
                    <a:pt x="11906" y="4167"/>
                  </a:lnTo>
                  <a:lnTo>
                    <a:pt x="22621" y="4167"/>
                  </a:lnTo>
                  <a:lnTo>
                    <a:pt x="22621" y="44053"/>
                  </a:lnTo>
                  <a:lnTo>
                    <a:pt x="34528" y="44053"/>
                  </a:lnTo>
                  <a:lnTo>
                    <a:pt x="34528" y="10120"/>
                  </a:lnTo>
                  <a:lnTo>
                    <a:pt x="74414" y="10120"/>
                  </a:lnTo>
                  <a:lnTo>
                    <a:pt x="74414" y="44053"/>
                  </a:lnTo>
                  <a:lnTo>
                    <a:pt x="117871" y="44053"/>
                  </a:lnTo>
                  <a:lnTo>
                    <a:pt x="117871" y="55364"/>
                  </a:lnTo>
                  <a:lnTo>
                    <a:pt x="76795" y="55364"/>
                  </a:lnTo>
                  <a:lnTo>
                    <a:pt x="80992" y="58179"/>
                  </a:lnTo>
                  <a:lnTo>
                    <a:pt x="85010" y="61150"/>
                  </a:lnTo>
                  <a:lnTo>
                    <a:pt x="88850" y="64275"/>
                  </a:lnTo>
                  <a:lnTo>
                    <a:pt x="92511" y="67556"/>
                  </a:lnTo>
                  <a:lnTo>
                    <a:pt x="95994" y="70991"/>
                  </a:lnTo>
                  <a:lnTo>
                    <a:pt x="99298" y="74580"/>
                  </a:lnTo>
                  <a:lnTo>
                    <a:pt x="102423" y="78325"/>
                  </a:lnTo>
                  <a:lnTo>
                    <a:pt x="105370" y="82224"/>
                  </a:lnTo>
                  <a:lnTo>
                    <a:pt x="108138" y="86278"/>
                  </a:lnTo>
                  <a:lnTo>
                    <a:pt x="110728" y="90487"/>
                  </a:lnTo>
                  <a:lnTo>
                    <a:pt x="100012" y="98821"/>
                  </a:lnTo>
                  <a:lnTo>
                    <a:pt x="97934" y="94743"/>
                  </a:lnTo>
                  <a:lnTo>
                    <a:pt x="95750" y="90844"/>
                  </a:lnTo>
                  <a:lnTo>
                    <a:pt x="93458" y="87123"/>
                  </a:lnTo>
                  <a:lnTo>
                    <a:pt x="91059" y="83581"/>
                  </a:lnTo>
                  <a:lnTo>
                    <a:pt x="88552" y="80218"/>
                  </a:lnTo>
                  <a:lnTo>
                    <a:pt x="85939" y="77033"/>
                  </a:lnTo>
                  <a:lnTo>
                    <a:pt x="83218" y="74027"/>
                  </a:lnTo>
                  <a:lnTo>
                    <a:pt x="80391" y="71199"/>
                  </a:lnTo>
                  <a:lnTo>
                    <a:pt x="77456" y="68550"/>
                  </a:lnTo>
                  <a:lnTo>
                    <a:pt x="74414" y="66079"/>
                  </a:lnTo>
                  <a:lnTo>
                    <a:pt x="74414" y="89296"/>
                  </a:lnTo>
                  <a:lnTo>
                    <a:pt x="34528" y="89296"/>
                  </a:lnTo>
                  <a:lnTo>
                    <a:pt x="34528" y="55364"/>
                  </a:lnTo>
                  <a:lnTo>
                    <a:pt x="22621" y="55364"/>
                  </a:lnTo>
                  <a:lnTo>
                    <a:pt x="22621" y="94654"/>
                  </a:lnTo>
                  <a:close/>
                  <a:moveTo>
                    <a:pt x="63698" y="78581"/>
                  </a:moveTo>
                  <a:lnTo>
                    <a:pt x="63698" y="55364"/>
                  </a:lnTo>
                  <a:lnTo>
                    <a:pt x="45243" y="55364"/>
                  </a:lnTo>
                  <a:lnTo>
                    <a:pt x="45243" y="78581"/>
                  </a:lnTo>
                  <a:close/>
                  <a:moveTo>
                    <a:pt x="45243" y="44053"/>
                  </a:moveTo>
                  <a:lnTo>
                    <a:pt x="63698" y="44053"/>
                  </a:lnTo>
                  <a:lnTo>
                    <a:pt x="63698" y="21431"/>
                  </a:lnTo>
                  <a:lnTo>
                    <a:pt x="45243" y="21431"/>
                  </a:lnTo>
                  <a:close/>
                  <a:moveTo>
                    <a:pt x="79771" y="32146"/>
                  </a:moveTo>
                  <a:lnTo>
                    <a:pt x="81587" y="28842"/>
                  </a:lnTo>
                  <a:lnTo>
                    <a:pt x="83462" y="25598"/>
                  </a:lnTo>
                  <a:lnTo>
                    <a:pt x="85397" y="22413"/>
                  </a:lnTo>
                  <a:lnTo>
                    <a:pt x="87391" y="19288"/>
                  </a:lnTo>
                  <a:lnTo>
                    <a:pt x="89445" y="16222"/>
                  </a:lnTo>
                  <a:lnTo>
                    <a:pt x="91559" y="13215"/>
                  </a:lnTo>
                  <a:lnTo>
                    <a:pt x="93731" y="10269"/>
                  </a:lnTo>
                  <a:lnTo>
                    <a:pt x="95964" y="7381"/>
                  </a:lnTo>
                  <a:lnTo>
                    <a:pt x="98256" y="4554"/>
                  </a:lnTo>
                  <a:lnTo>
                    <a:pt x="100607" y="1785"/>
                  </a:lnTo>
                  <a:lnTo>
                    <a:pt x="109537" y="10120"/>
                  </a:lnTo>
                  <a:lnTo>
                    <a:pt x="107078" y="12769"/>
                  </a:lnTo>
                  <a:lnTo>
                    <a:pt x="104703" y="15478"/>
                  </a:lnTo>
                  <a:lnTo>
                    <a:pt x="102411" y="18246"/>
                  </a:lnTo>
                  <a:lnTo>
                    <a:pt x="100203" y="21074"/>
                  </a:lnTo>
                  <a:lnTo>
                    <a:pt x="98077" y="23961"/>
                  </a:lnTo>
                  <a:lnTo>
                    <a:pt x="96035" y="26908"/>
                  </a:lnTo>
                  <a:lnTo>
                    <a:pt x="94077" y="29914"/>
                  </a:lnTo>
                  <a:lnTo>
                    <a:pt x="92202" y="32980"/>
                  </a:lnTo>
                  <a:lnTo>
                    <a:pt x="90410" y="36105"/>
                  </a:lnTo>
                  <a:lnTo>
                    <a:pt x="88701" y="39290"/>
                  </a:lnTo>
                  <a:close/>
                  <a:moveTo>
                    <a:pt x="4167" y="127396"/>
                  </a:moveTo>
                  <a:lnTo>
                    <a:pt x="5744" y="125039"/>
                  </a:lnTo>
                  <a:lnTo>
                    <a:pt x="7381" y="122729"/>
                  </a:lnTo>
                  <a:lnTo>
                    <a:pt x="9078" y="120467"/>
                  </a:lnTo>
                  <a:lnTo>
                    <a:pt x="10834" y="118252"/>
                  </a:lnTo>
                  <a:lnTo>
                    <a:pt x="12650" y="116085"/>
                  </a:lnTo>
                  <a:lnTo>
                    <a:pt x="14525" y="113966"/>
                  </a:lnTo>
                  <a:lnTo>
                    <a:pt x="16460" y="111894"/>
                  </a:lnTo>
                  <a:lnTo>
                    <a:pt x="18454" y="109870"/>
                  </a:lnTo>
                  <a:lnTo>
                    <a:pt x="20508" y="107894"/>
                  </a:lnTo>
                  <a:lnTo>
                    <a:pt x="22621" y="105965"/>
                  </a:lnTo>
                  <a:lnTo>
                    <a:pt x="32742" y="114300"/>
                  </a:lnTo>
                  <a:lnTo>
                    <a:pt x="30402" y="116335"/>
                  </a:lnTo>
                  <a:lnTo>
                    <a:pt x="28146" y="118395"/>
                  </a:lnTo>
                  <a:lnTo>
                    <a:pt x="25973" y="120479"/>
                  </a:lnTo>
                  <a:lnTo>
                    <a:pt x="23883" y="122586"/>
                  </a:lnTo>
                  <a:lnTo>
                    <a:pt x="21877" y="124717"/>
                  </a:lnTo>
                  <a:lnTo>
                    <a:pt x="19954" y="126873"/>
                  </a:lnTo>
                  <a:lnTo>
                    <a:pt x="18115" y="129051"/>
                  </a:lnTo>
                  <a:lnTo>
                    <a:pt x="16359" y="131254"/>
                  </a:lnTo>
                  <a:lnTo>
                    <a:pt x="14686" y="133480"/>
                  </a:lnTo>
                  <a:lnTo>
                    <a:pt x="13096" y="135731"/>
                  </a:lnTo>
                  <a:close/>
                  <a:moveTo>
                    <a:pt x="53578" y="137517"/>
                  </a:moveTo>
                  <a:lnTo>
                    <a:pt x="53578" y="107751"/>
                  </a:lnTo>
                  <a:lnTo>
                    <a:pt x="110728" y="107751"/>
                  </a:lnTo>
                  <a:lnTo>
                    <a:pt x="111769" y="106284"/>
                  </a:lnTo>
                  <a:lnTo>
                    <a:pt x="112752" y="104739"/>
                  </a:lnTo>
                  <a:lnTo>
                    <a:pt x="113674" y="103117"/>
                  </a:lnTo>
                  <a:lnTo>
                    <a:pt x="114538" y="101417"/>
                  </a:lnTo>
                  <a:lnTo>
                    <a:pt x="115341" y="99640"/>
                  </a:lnTo>
                  <a:lnTo>
                    <a:pt x="116085" y="97786"/>
                  </a:lnTo>
                  <a:lnTo>
                    <a:pt x="116770" y="95854"/>
                  </a:lnTo>
                  <a:lnTo>
                    <a:pt x="117395" y="93845"/>
                  </a:lnTo>
                  <a:lnTo>
                    <a:pt x="117961" y="91758"/>
                  </a:lnTo>
                  <a:lnTo>
                    <a:pt x="118467" y="89594"/>
                  </a:lnTo>
                  <a:lnTo>
                    <a:pt x="118919" y="87132"/>
                  </a:lnTo>
                  <a:lnTo>
                    <a:pt x="119324" y="84153"/>
                  </a:lnTo>
                  <a:lnTo>
                    <a:pt x="119681" y="80655"/>
                  </a:lnTo>
                  <a:lnTo>
                    <a:pt x="119991" y="76640"/>
                  </a:lnTo>
                  <a:lnTo>
                    <a:pt x="120253" y="72107"/>
                  </a:lnTo>
                  <a:lnTo>
                    <a:pt x="120467" y="67056"/>
                  </a:lnTo>
                  <a:lnTo>
                    <a:pt x="120634" y="61486"/>
                  </a:lnTo>
                  <a:lnTo>
                    <a:pt x="120753" y="55399"/>
                  </a:lnTo>
                  <a:lnTo>
                    <a:pt x="120824" y="48794"/>
                  </a:lnTo>
                  <a:lnTo>
                    <a:pt x="120848" y="41671"/>
                  </a:lnTo>
                  <a:lnTo>
                    <a:pt x="120848" y="0"/>
                  </a:lnTo>
                  <a:lnTo>
                    <a:pt x="133945" y="5953"/>
                  </a:lnTo>
                  <a:lnTo>
                    <a:pt x="133945" y="53578"/>
                  </a:lnTo>
                  <a:lnTo>
                    <a:pt x="133909" y="58674"/>
                  </a:lnTo>
                  <a:lnTo>
                    <a:pt x="133802" y="63484"/>
                  </a:lnTo>
                  <a:lnTo>
                    <a:pt x="133623" y="68008"/>
                  </a:lnTo>
                  <a:lnTo>
                    <a:pt x="133373" y="72247"/>
                  </a:lnTo>
                  <a:lnTo>
                    <a:pt x="133052" y="76200"/>
                  </a:lnTo>
                  <a:lnTo>
                    <a:pt x="132659" y="79867"/>
                  </a:lnTo>
                  <a:lnTo>
                    <a:pt x="132195" y="83248"/>
                  </a:lnTo>
                  <a:lnTo>
                    <a:pt x="131659" y="86344"/>
                  </a:lnTo>
                  <a:lnTo>
                    <a:pt x="131052" y="89154"/>
                  </a:lnTo>
                  <a:lnTo>
                    <a:pt x="130373" y="91678"/>
                  </a:lnTo>
                  <a:lnTo>
                    <a:pt x="129617" y="94029"/>
                  </a:lnTo>
                  <a:lnTo>
                    <a:pt x="128778" y="96321"/>
                  </a:lnTo>
                  <a:lnTo>
                    <a:pt x="127855" y="98553"/>
                  </a:lnTo>
                  <a:lnTo>
                    <a:pt x="126849" y="100726"/>
                  </a:lnTo>
                  <a:lnTo>
                    <a:pt x="125759" y="102840"/>
                  </a:lnTo>
                  <a:lnTo>
                    <a:pt x="124587" y="104894"/>
                  </a:lnTo>
                  <a:lnTo>
                    <a:pt x="123330" y="106888"/>
                  </a:lnTo>
                  <a:lnTo>
                    <a:pt x="121991" y="108823"/>
                  </a:lnTo>
                  <a:lnTo>
                    <a:pt x="120568" y="110698"/>
                  </a:lnTo>
                  <a:lnTo>
                    <a:pt x="119062" y="112514"/>
                  </a:lnTo>
                  <a:lnTo>
                    <a:pt x="136326" y="129778"/>
                  </a:lnTo>
                  <a:lnTo>
                    <a:pt x="123824" y="138112"/>
                  </a:lnTo>
                  <a:lnTo>
                    <a:pt x="122747" y="136213"/>
                  </a:lnTo>
                  <a:lnTo>
                    <a:pt x="121658" y="134326"/>
                  </a:lnTo>
                  <a:lnTo>
                    <a:pt x="120556" y="132451"/>
                  </a:lnTo>
                  <a:lnTo>
                    <a:pt x="119443" y="130587"/>
                  </a:lnTo>
                  <a:lnTo>
                    <a:pt x="118318" y="128736"/>
                  </a:lnTo>
                  <a:lnTo>
                    <a:pt x="117181" y="126896"/>
                  </a:lnTo>
                  <a:lnTo>
                    <a:pt x="116032" y="125069"/>
                  </a:lnTo>
                  <a:lnTo>
                    <a:pt x="114871" y="123253"/>
                  </a:lnTo>
                  <a:lnTo>
                    <a:pt x="113698" y="121449"/>
                  </a:lnTo>
                  <a:lnTo>
                    <a:pt x="112514" y="119657"/>
                  </a:lnTo>
                  <a:lnTo>
                    <a:pt x="64889" y="119657"/>
                  </a:lnTo>
                  <a:lnTo>
                    <a:pt x="64889" y="13751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59320" y="2770611"/>
              <a:ext cx="135135" cy="125015"/>
            </a:xfrm>
            <a:custGeom>
              <a:avLst/>
              <a:pathLst>
                <a:path w="135135" h="125015">
                  <a:moveTo>
                    <a:pt x="0" y="125015"/>
                  </a:moveTo>
                  <a:lnTo>
                    <a:pt x="0" y="112514"/>
                  </a:lnTo>
                  <a:lnTo>
                    <a:pt x="42267" y="112514"/>
                  </a:lnTo>
                  <a:lnTo>
                    <a:pt x="42267" y="75604"/>
                  </a:lnTo>
                  <a:lnTo>
                    <a:pt x="54173" y="75604"/>
                  </a:lnTo>
                  <a:lnTo>
                    <a:pt x="54173" y="112514"/>
                  </a:lnTo>
                  <a:lnTo>
                    <a:pt x="119657" y="112514"/>
                  </a:lnTo>
                  <a:lnTo>
                    <a:pt x="118336" y="108626"/>
                  </a:lnTo>
                  <a:lnTo>
                    <a:pt x="116990" y="104822"/>
                  </a:lnTo>
                  <a:lnTo>
                    <a:pt x="115621" y="101101"/>
                  </a:lnTo>
                  <a:lnTo>
                    <a:pt x="114228" y="97464"/>
                  </a:lnTo>
                  <a:lnTo>
                    <a:pt x="112811" y="93910"/>
                  </a:lnTo>
                  <a:lnTo>
                    <a:pt x="111371" y="90439"/>
                  </a:lnTo>
                  <a:lnTo>
                    <a:pt x="109906" y="87052"/>
                  </a:lnTo>
                  <a:lnTo>
                    <a:pt x="108418" y="83748"/>
                  </a:lnTo>
                  <a:lnTo>
                    <a:pt x="106906" y="80527"/>
                  </a:lnTo>
                  <a:lnTo>
                    <a:pt x="105370" y="77390"/>
                  </a:lnTo>
                  <a:lnTo>
                    <a:pt x="117871" y="75009"/>
                  </a:lnTo>
                  <a:lnTo>
                    <a:pt x="119651" y="78878"/>
                  </a:lnTo>
                  <a:lnTo>
                    <a:pt x="121419" y="82867"/>
                  </a:lnTo>
                  <a:lnTo>
                    <a:pt x="123176" y="86975"/>
                  </a:lnTo>
                  <a:lnTo>
                    <a:pt x="124920" y="91201"/>
                  </a:lnTo>
                  <a:lnTo>
                    <a:pt x="126652" y="95547"/>
                  </a:lnTo>
                  <a:lnTo>
                    <a:pt x="128373" y="100012"/>
                  </a:lnTo>
                  <a:lnTo>
                    <a:pt x="130081" y="104596"/>
                  </a:lnTo>
                  <a:lnTo>
                    <a:pt x="131778" y="109299"/>
                  </a:lnTo>
                  <a:lnTo>
                    <a:pt x="133463" y="114121"/>
                  </a:lnTo>
                  <a:lnTo>
                    <a:pt x="135135" y="119062"/>
                  </a:lnTo>
                  <a:lnTo>
                    <a:pt x="129182" y="125015"/>
                  </a:lnTo>
                  <a:close/>
                  <a:moveTo>
                    <a:pt x="0" y="63698"/>
                  </a:moveTo>
                  <a:lnTo>
                    <a:pt x="0" y="51196"/>
                  </a:lnTo>
                  <a:lnTo>
                    <a:pt x="44648" y="51196"/>
                  </a:lnTo>
                  <a:lnTo>
                    <a:pt x="42945" y="47059"/>
                  </a:lnTo>
                  <a:lnTo>
                    <a:pt x="41171" y="42981"/>
                  </a:lnTo>
                  <a:lnTo>
                    <a:pt x="39326" y="38963"/>
                  </a:lnTo>
                  <a:lnTo>
                    <a:pt x="37409" y="35004"/>
                  </a:lnTo>
                  <a:lnTo>
                    <a:pt x="35421" y="31105"/>
                  </a:lnTo>
                  <a:lnTo>
                    <a:pt x="33361" y="27265"/>
                  </a:lnTo>
                  <a:lnTo>
                    <a:pt x="31230" y="23485"/>
                  </a:lnTo>
                  <a:lnTo>
                    <a:pt x="29027" y="19764"/>
                  </a:lnTo>
                  <a:lnTo>
                    <a:pt x="26753" y="16103"/>
                  </a:lnTo>
                  <a:lnTo>
                    <a:pt x="24407" y="12501"/>
                  </a:lnTo>
                  <a:lnTo>
                    <a:pt x="35123" y="4762"/>
                  </a:lnTo>
                  <a:lnTo>
                    <a:pt x="37707" y="9084"/>
                  </a:lnTo>
                  <a:lnTo>
                    <a:pt x="40219" y="13477"/>
                  </a:lnTo>
                  <a:lnTo>
                    <a:pt x="42660" y="17942"/>
                  </a:lnTo>
                  <a:lnTo>
                    <a:pt x="45029" y="22479"/>
                  </a:lnTo>
                  <a:lnTo>
                    <a:pt x="47327" y="27086"/>
                  </a:lnTo>
                  <a:lnTo>
                    <a:pt x="49553" y="31765"/>
                  </a:lnTo>
                  <a:lnTo>
                    <a:pt x="51708" y="36516"/>
                  </a:lnTo>
                  <a:lnTo>
                    <a:pt x="53792" y="41338"/>
                  </a:lnTo>
                  <a:lnTo>
                    <a:pt x="55804" y="46231"/>
                  </a:lnTo>
                  <a:lnTo>
                    <a:pt x="57745" y="51196"/>
                  </a:lnTo>
                  <a:lnTo>
                    <a:pt x="116085" y="51196"/>
                  </a:lnTo>
                  <a:lnTo>
                    <a:pt x="116550" y="51164"/>
                  </a:lnTo>
                  <a:lnTo>
                    <a:pt x="116990" y="51065"/>
                  </a:lnTo>
                  <a:lnTo>
                    <a:pt x="117407" y="50902"/>
                  </a:lnTo>
                  <a:lnTo>
                    <a:pt x="117800" y="50673"/>
                  </a:lnTo>
                  <a:lnTo>
                    <a:pt x="118169" y="50378"/>
                  </a:lnTo>
                  <a:lnTo>
                    <a:pt x="118514" y="50018"/>
                  </a:lnTo>
                  <a:lnTo>
                    <a:pt x="118836" y="49592"/>
                  </a:lnTo>
                  <a:lnTo>
                    <a:pt x="119133" y="49101"/>
                  </a:lnTo>
                  <a:lnTo>
                    <a:pt x="119407" y="48544"/>
                  </a:lnTo>
                  <a:lnTo>
                    <a:pt x="119657" y="47922"/>
                  </a:lnTo>
                  <a:lnTo>
                    <a:pt x="119884" y="47121"/>
                  </a:lnTo>
                  <a:lnTo>
                    <a:pt x="120086" y="46029"/>
                  </a:lnTo>
                  <a:lnTo>
                    <a:pt x="120265" y="44645"/>
                  </a:lnTo>
                  <a:lnTo>
                    <a:pt x="120419" y="42969"/>
                  </a:lnTo>
                  <a:lnTo>
                    <a:pt x="120550" y="41002"/>
                  </a:lnTo>
                  <a:lnTo>
                    <a:pt x="120657" y="38742"/>
                  </a:lnTo>
                  <a:lnTo>
                    <a:pt x="120741" y="36192"/>
                  </a:lnTo>
                  <a:lnTo>
                    <a:pt x="120800" y="33349"/>
                  </a:lnTo>
                  <a:lnTo>
                    <a:pt x="120836" y="30215"/>
                  </a:lnTo>
                  <a:lnTo>
                    <a:pt x="120848" y="26789"/>
                  </a:lnTo>
                  <a:lnTo>
                    <a:pt x="120812" y="25065"/>
                  </a:lnTo>
                  <a:lnTo>
                    <a:pt x="120705" y="23467"/>
                  </a:lnTo>
                  <a:lnTo>
                    <a:pt x="120526" y="21993"/>
                  </a:lnTo>
                  <a:lnTo>
                    <a:pt x="120276" y="20645"/>
                  </a:lnTo>
                  <a:lnTo>
                    <a:pt x="119955" y="19422"/>
                  </a:lnTo>
                  <a:lnTo>
                    <a:pt x="119562" y="18323"/>
                  </a:lnTo>
                  <a:lnTo>
                    <a:pt x="119098" y="17350"/>
                  </a:lnTo>
                  <a:lnTo>
                    <a:pt x="118562" y="16502"/>
                  </a:lnTo>
                  <a:lnTo>
                    <a:pt x="117955" y="15778"/>
                  </a:lnTo>
                  <a:lnTo>
                    <a:pt x="117276" y="15180"/>
                  </a:lnTo>
                  <a:lnTo>
                    <a:pt x="116455" y="14659"/>
                  </a:lnTo>
                  <a:lnTo>
                    <a:pt x="115419" y="14168"/>
                  </a:lnTo>
                  <a:lnTo>
                    <a:pt x="114169" y="13707"/>
                  </a:lnTo>
                  <a:lnTo>
                    <a:pt x="112704" y="13275"/>
                  </a:lnTo>
                  <a:lnTo>
                    <a:pt x="111025" y="12873"/>
                  </a:lnTo>
                  <a:lnTo>
                    <a:pt x="109132" y="12501"/>
                  </a:lnTo>
                  <a:lnTo>
                    <a:pt x="107025" y="12159"/>
                  </a:lnTo>
                  <a:lnTo>
                    <a:pt x="104703" y="11846"/>
                  </a:lnTo>
                  <a:lnTo>
                    <a:pt x="102167" y="11563"/>
                  </a:lnTo>
                  <a:lnTo>
                    <a:pt x="99417" y="11310"/>
                  </a:lnTo>
                  <a:lnTo>
                    <a:pt x="104179" y="0"/>
                  </a:lnTo>
                  <a:lnTo>
                    <a:pt x="107959" y="500"/>
                  </a:lnTo>
                  <a:lnTo>
                    <a:pt x="111442" y="1047"/>
                  </a:lnTo>
                  <a:lnTo>
                    <a:pt x="114627" y="1643"/>
                  </a:lnTo>
                  <a:lnTo>
                    <a:pt x="117514" y="2286"/>
                  </a:lnTo>
                  <a:lnTo>
                    <a:pt x="120104" y="2976"/>
                  </a:lnTo>
                  <a:lnTo>
                    <a:pt x="122396" y="3714"/>
                  </a:lnTo>
                  <a:lnTo>
                    <a:pt x="124390" y="4500"/>
                  </a:lnTo>
                  <a:lnTo>
                    <a:pt x="126087" y="5334"/>
                  </a:lnTo>
                  <a:lnTo>
                    <a:pt x="127486" y="6215"/>
                  </a:lnTo>
                  <a:lnTo>
                    <a:pt x="128587" y="7143"/>
                  </a:lnTo>
                  <a:lnTo>
                    <a:pt x="129492" y="8197"/>
                  </a:lnTo>
                  <a:lnTo>
                    <a:pt x="130302" y="9453"/>
                  </a:lnTo>
                  <a:lnTo>
                    <a:pt x="131016" y="10912"/>
                  </a:lnTo>
                  <a:lnTo>
                    <a:pt x="131635" y="12573"/>
                  </a:lnTo>
                  <a:lnTo>
                    <a:pt x="132159" y="14436"/>
                  </a:lnTo>
                  <a:lnTo>
                    <a:pt x="132588" y="16502"/>
                  </a:lnTo>
                  <a:lnTo>
                    <a:pt x="132921" y="18770"/>
                  </a:lnTo>
                  <a:lnTo>
                    <a:pt x="133159" y="21240"/>
                  </a:lnTo>
                  <a:lnTo>
                    <a:pt x="133302" y="23913"/>
                  </a:lnTo>
                  <a:lnTo>
                    <a:pt x="133350" y="26789"/>
                  </a:lnTo>
                  <a:lnTo>
                    <a:pt x="133314" y="31489"/>
                  </a:lnTo>
                  <a:lnTo>
                    <a:pt x="133207" y="35825"/>
                  </a:lnTo>
                  <a:lnTo>
                    <a:pt x="133028" y="39799"/>
                  </a:lnTo>
                  <a:lnTo>
                    <a:pt x="132778" y="43410"/>
                  </a:lnTo>
                  <a:lnTo>
                    <a:pt x="132457" y="46657"/>
                  </a:lnTo>
                  <a:lnTo>
                    <a:pt x="132064" y="49541"/>
                  </a:lnTo>
                  <a:lnTo>
                    <a:pt x="131599" y="52063"/>
                  </a:lnTo>
                  <a:lnTo>
                    <a:pt x="131064" y="54221"/>
                  </a:lnTo>
                  <a:lnTo>
                    <a:pt x="130456" y="56015"/>
                  </a:lnTo>
                  <a:lnTo>
                    <a:pt x="129778" y="57447"/>
                  </a:lnTo>
                  <a:lnTo>
                    <a:pt x="129022" y="58635"/>
                  </a:lnTo>
                  <a:lnTo>
                    <a:pt x="128182" y="59697"/>
                  </a:lnTo>
                  <a:lnTo>
                    <a:pt x="127259" y="60635"/>
                  </a:lnTo>
                  <a:lnTo>
                    <a:pt x="126253" y="61448"/>
                  </a:lnTo>
                  <a:lnTo>
                    <a:pt x="125164" y="62135"/>
                  </a:lnTo>
                  <a:lnTo>
                    <a:pt x="123991" y="62698"/>
                  </a:lnTo>
                  <a:lnTo>
                    <a:pt x="122735" y="63135"/>
                  </a:lnTo>
                  <a:lnTo>
                    <a:pt x="121396" y="63448"/>
                  </a:lnTo>
                  <a:lnTo>
                    <a:pt x="119973" y="63635"/>
                  </a:lnTo>
                  <a:lnTo>
                    <a:pt x="118467" y="636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3556465" y="6525041"/>
              <a:ext cx="132754" cy="137517"/>
            </a:xfrm>
            <a:custGeom>
              <a:avLst/>
              <a:pathLst>
                <a:path w="132754" h="137517">
                  <a:moveTo>
                    <a:pt x="63698" y="0"/>
                  </a:moveTo>
                  <a:lnTo>
                    <a:pt x="65210" y="2393"/>
                  </a:lnTo>
                  <a:lnTo>
                    <a:pt x="66651" y="4810"/>
                  </a:lnTo>
                  <a:lnTo>
                    <a:pt x="68020" y="7250"/>
                  </a:lnTo>
                  <a:lnTo>
                    <a:pt x="69318" y="9715"/>
                  </a:lnTo>
                  <a:lnTo>
                    <a:pt x="70544" y="12203"/>
                  </a:lnTo>
                  <a:lnTo>
                    <a:pt x="71699" y="14716"/>
                  </a:lnTo>
                  <a:lnTo>
                    <a:pt x="72782" y="17252"/>
                  </a:lnTo>
                  <a:lnTo>
                    <a:pt x="73794" y="19812"/>
                  </a:lnTo>
                  <a:lnTo>
                    <a:pt x="74735" y="22395"/>
                  </a:lnTo>
                  <a:lnTo>
                    <a:pt x="75604" y="25003"/>
                  </a:lnTo>
                  <a:lnTo>
                    <a:pt x="132754" y="25003"/>
                  </a:lnTo>
                  <a:lnTo>
                    <a:pt x="132754" y="36314"/>
                  </a:lnTo>
                  <a:lnTo>
                    <a:pt x="51196" y="36314"/>
                  </a:lnTo>
                  <a:lnTo>
                    <a:pt x="51190" y="38909"/>
                  </a:lnTo>
                  <a:lnTo>
                    <a:pt x="51173" y="41457"/>
                  </a:lnTo>
                  <a:lnTo>
                    <a:pt x="51143" y="43957"/>
                  </a:lnTo>
                  <a:lnTo>
                    <a:pt x="51101" y="46410"/>
                  </a:lnTo>
                  <a:lnTo>
                    <a:pt x="51048" y="48815"/>
                  </a:lnTo>
                  <a:lnTo>
                    <a:pt x="50982" y="51173"/>
                  </a:lnTo>
                  <a:lnTo>
                    <a:pt x="50905" y="53482"/>
                  </a:lnTo>
                  <a:lnTo>
                    <a:pt x="50815" y="55745"/>
                  </a:lnTo>
                  <a:lnTo>
                    <a:pt x="50714" y="57959"/>
                  </a:lnTo>
                  <a:lnTo>
                    <a:pt x="50601" y="60126"/>
                  </a:lnTo>
                  <a:lnTo>
                    <a:pt x="117871" y="60126"/>
                  </a:lnTo>
                  <a:lnTo>
                    <a:pt x="117824" y="70866"/>
                  </a:lnTo>
                  <a:lnTo>
                    <a:pt x="117681" y="80700"/>
                  </a:lnTo>
                  <a:lnTo>
                    <a:pt x="117443" y="89630"/>
                  </a:lnTo>
                  <a:lnTo>
                    <a:pt x="117109" y="97655"/>
                  </a:lnTo>
                  <a:lnTo>
                    <a:pt x="116681" y="104775"/>
                  </a:lnTo>
                  <a:lnTo>
                    <a:pt x="116157" y="110990"/>
                  </a:lnTo>
                  <a:lnTo>
                    <a:pt x="115538" y="116300"/>
                  </a:lnTo>
                  <a:lnTo>
                    <a:pt x="114823" y="120705"/>
                  </a:lnTo>
                  <a:lnTo>
                    <a:pt x="114014" y="124206"/>
                  </a:lnTo>
                  <a:lnTo>
                    <a:pt x="113109" y="126801"/>
                  </a:lnTo>
                  <a:lnTo>
                    <a:pt x="112061" y="128837"/>
                  </a:lnTo>
                  <a:lnTo>
                    <a:pt x="110823" y="130659"/>
                  </a:lnTo>
                  <a:lnTo>
                    <a:pt x="109394" y="132266"/>
                  </a:lnTo>
                  <a:lnTo>
                    <a:pt x="107775" y="133659"/>
                  </a:lnTo>
                  <a:lnTo>
                    <a:pt x="105965" y="134838"/>
                  </a:lnTo>
                  <a:lnTo>
                    <a:pt x="103965" y="135802"/>
                  </a:lnTo>
                  <a:lnTo>
                    <a:pt x="101774" y="136552"/>
                  </a:lnTo>
                  <a:lnTo>
                    <a:pt x="99393" y="137088"/>
                  </a:lnTo>
                  <a:lnTo>
                    <a:pt x="96821" y="137410"/>
                  </a:lnTo>
                  <a:lnTo>
                    <a:pt x="94059" y="137517"/>
                  </a:lnTo>
                  <a:lnTo>
                    <a:pt x="92475" y="137505"/>
                  </a:lnTo>
                  <a:lnTo>
                    <a:pt x="90820" y="137469"/>
                  </a:lnTo>
                  <a:lnTo>
                    <a:pt x="89094" y="137410"/>
                  </a:lnTo>
                  <a:lnTo>
                    <a:pt x="87296" y="137326"/>
                  </a:lnTo>
                  <a:lnTo>
                    <a:pt x="85427" y="137219"/>
                  </a:lnTo>
                  <a:lnTo>
                    <a:pt x="83486" y="137088"/>
                  </a:lnTo>
                  <a:lnTo>
                    <a:pt x="81474" y="136933"/>
                  </a:lnTo>
                  <a:lnTo>
                    <a:pt x="79390" y="136755"/>
                  </a:lnTo>
                  <a:lnTo>
                    <a:pt x="77235" y="136552"/>
                  </a:lnTo>
                  <a:lnTo>
                    <a:pt x="75009" y="136326"/>
                  </a:lnTo>
                  <a:lnTo>
                    <a:pt x="73223" y="124420"/>
                  </a:lnTo>
                  <a:lnTo>
                    <a:pt x="75449" y="124646"/>
                  </a:lnTo>
                  <a:lnTo>
                    <a:pt x="77604" y="124848"/>
                  </a:lnTo>
                  <a:lnTo>
                    <a:pt x="79688" y="125027"/>
                  </a:lnTo>
                  <a:lnTo>
                    <a:pt x="81700" y="125182"/>
                  </a:lnTo>
                  <a:lnTo>
                    <a:pt x="83641" y="125313"/>
                  </a:lnTo>
                  <a:lnTo>
                    <a:pt x="85510" y="125420"/>
                  </a:lnTo>
                  <a:lnTo>
                    <a:pt x="87308" y="125503"/>
                  </a:lnTo>
                  <a:lnTo>
                    <a:pt x="89034" y="125563"/>
                  </a:lnTo>
                  <a:lnTo>
                    <a:pt x="90689" y="125599"/>
                  </a:lnTo>
                  <a:lnTo>
                    <a:pt x="92273" y="125610"/>
                  </a:lnTo>
                  <a:lnTo>
                    <a:pt x="93657" y="125542"/>
                  </a:lnTo>
                  <a:lnTo>
                    <a:pt x="94952" y="125337"/>
                  </a:lnTo>
                  <a:lnTo>
                    <a:pt x="96157" y="124994"/>
                  </a:lnTo>
                  <a:lnTo>
                    <a:pt x="97274" y="124515"/>
                  </a:lnTo>
                  <a:lnTo>
                    <a:pt x="98300" y="123899"/>
                  </a:lnTo>
                  <a:lnTo>
                    <a:pt x="99238" y="123146"/>
                  </a:lnTo>
                  <a:lnTo>
                    <a:pt x="100086" y="122256"/>
                  </a:lnTo>
                  <a:lnTo>
                    <a:pt x="100845" y="121229"/>
                  </a:lnTo>
                  <a:lnTo>
                    <a:pt x="101515" y="120065"/>
                  </a:lnTo>
                  <a:lnTo>
                    <a:pt x="102096" y="118764"/>
                  </a:lnTo>
                  <a:lnTo>
                    <a:pt x="102616" y="117059"/>
                  </a:lnTo>
                  <a:lnTo>
                    <a:pt x="103108" y="114681"/>
                  </a:lnTo>
                  <a:lnTo>
                    <a:pt x="103569" y="111630"/>
                  </a:lnTo>
                  <a:lnTo>
                    <a:pt x="104001" y="107906"/>
                  </a:lnTo>
                  <a:lnTo>
                    <a:pt x="104402" y="103509"/>
                  </a:lnTo>
                  <a:lnTo>
                    <a:pt x="104775" y="98440"/>
                  </a:lnTo>
                  <a:lnTo>
                    <a:pt x="105117" y="92699"/>
                  </a:lnTo>
                  <a:lnTo>
                    <a:pt x="105429" y="86284"/>
                  </a:lnTo>
                  <a:lnTo>
                    <a:pt x="105712" y="79197"/>
                  </a:lnTo>
                  <a:lnTo>
                    <a:pt x="105965" y="71437"/>
                  </a:lnTo>
                  <a:lnTo>
                    <a:pt x="49410" y="71437"/>
                  </a:lnTo>
                  <a:lnTo>
                    <a:pt x="48464" y="80349"/>
                  </a:lnTo>
                  <a:lnTo>
                    <a:pt x="46815" y="88749"/>
                  </a:lnTo>
                  <a:lnTo>
                    <a:pt x="44463" y="96637"/>
                  </a:lnTo>
                  <a:lnTo>
                    <a:pt x="41409" y="104013"/>
                  </a:lnTo>
                  <a:lnTo>
                    <a:pt x="37653" y="110876"/>
                  </a:lnTo>
                  <a:lnTo>
                    <a:pt x="33194" y="117228"/>
                  </a:lnTo>
                  <a:lnTo>
                    <a:pt x="28033" y="123068"/>
                  </a:lnTo>
                  <a:lnTo>
                    <a:pt x="22169" y="128397"/>
                  </a:lnTo>
                  <a:lnTo>
                    <a:pt x="15603" y="133213"/>
                  </a:lnTo>
                  <a:lnTo>
                    <a:pt x="8334" y="137517"/>
                  </a:lnTo>
                  <a:lnTo>
                    <a:pt x="1785" y="126801"/>
                  </a:lnTo>
                  <a:lnTo>
                    <a:pt x="5613" y="124676"/>
                  </a:lnTo>
                  <a:lnTo>
                    <a:pt x="9239" y="122348"/>
                  </a:lnTo>
                  <a:lnTo>
                    <a:pt x="12662" y="119818"/>
                  </a:lnTo>
                  <a:lnTo>
                    <a:pt x="15882" y="117086"/>
                  </a:lnTo>
                  <a:lnTo>
                    <a:pt x="18901" y="114151"/>
                  </a:lnTo>
                  <a:lnTo>
                    <a:pt x="21717" y="111013"/>
                  </a:lnTo>
                  <a:lnTo>
                    <a:pt x="24330" y="107674"/>
                  </a:lnTo>
                  <a:lnTo>
                    <a:pt x="26741" y="104132"/>
                  </a:lnTo>
                  <a:lnTo>
                    <a:pt x="28950" y="100387"/>
                  </a:lnTo>
                  <a:lnTo>
                    <a:pt x="30956" y="96440"/>
                  </a:lnTo>
                  <a:lnTo>
                    <a:pt x="32539" y="92517"/>
                  </a:lnTo>
                  <a:lnTo>
                    <a:pt x="33956" y="88130"/>
                  </a:lnTo>
                  <a:lnTo>
                    <a:pt x="35206" y="83278"/>
                  </a:lnTo>
                  <a:lnTo>
                    <a:pt x="36290" y="77962"/>
                  </a:lnTo>
                  <a:lnTo>
                    <a:pt x="37207" y="72181"/>
                  </a:lnTo>
                  <a:lnTo>
                    <a:pt x="37957" y="65936"/>
                  </a:lnTo>
                  <a:lnTo>
                    <a:pt x="38540" y="59227"/>
                  </a:lnTo>
                  <a:lnTo>
                    <a:pt x="38957" y="52054"/>
                  </a:lnTo>
                  <a:lnTo>
                    <a:pt x="39207" y="44416"/>
                  </a:lnTo>
                  <a:lnTo>
                    <a:pt x="39290" y="36314"/>
                  </a:lnTo>
                  <a:lnTo>
                    <a:pt x="0" y="36314"/>
                  </a:lnTo>
                  <a:lnTo>
                    <a:pt x="0" y="25003"/>
                  </a:lnTo>
                  <a:lnTo>
                    <a:pt x="61317" y="25003"/>
                  </a:lnTo>
                  <a:lnTo>
                    <a:pt x="60578" y="22758"/>
                  </a:lnTo>
                  <a:lnTo>
                    <a:pt x="59793" y="20550"/>
                  </a:lnTo>
                  <a:lnTo>
                    <a:pt x="58959" y="18377"/>
                  </a:lnTo>
                  <a:lnTo>
                    <a:pt x="58078" y="16240"/>
                  </a:lnTo>
                  <a:lnTo>
                    <a:pt x="57150" y="14138"/>
                  </a:lnTo>
                  <a:lnTo>
                    <a:pt x="56173" y="12072"/>
                  </a:lnTo>
                  <a:lnTo>
                    <a:pt x="55149" y="10042"/>
                  </a:lnTo>
                  <a:lnTo>
                    <a:pt x="54078" y="8048"/>
                  </a:lnTo>
                  <a:lnTo>
                    <a:pt x="52959" y="6090"/>
                  </a:lnTo>
                  <a:lnTo>
                    <a:pt x="51792" y="41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3705888" y="6525636"/>
              <a:ext cx="137517" cy="136921"/>
            </a:xfrm>
            <a:custGeom>
              <a:avLst/>
              <a:pathLst>
                <a:path w="137517" h="136921">
                  <a:moveTo>
                    <a:pt x="14882" y="1190"/>
                  </a:moveTo>
                  <a:lnTo>
                    <a:pt x="17478" y="2649"/>
                  </a:lnTo>
                  <a:lnTo>
                    <a:pt x="20026" y="4167"/>
                  </a:lnTo>
                  <a:lnTo>
                    <a:pt x="22526" y="5744"/>
                  </a:lnTo>
                  <a:lnTo>
                    <a:pt x="24979" y="7381"/>
                  </a:lnTo>
                  <a:lnTo>
                    <a:pt x="27384" y="9078"/>
                  </a:lnTo>
                  <a:lnTo>
                    <a:pt x="29741" y="10834"/>
                  </a:lnTo>
                  <a:lnTo>
                    <a:pt x="32051" y="12650"/>
                  </a:lnTo>
                  <a:lnTo>
                    <a:pt x="34313" y="14525"/>
                  </a:lnTo>
                  <a:lnTo>
                    <a:pt x="36528" y="16460"/>
                  </a:lnTo>
                  <a:lnTo>
                    <a:pt x="38695" y="18454"/>
                  </a:lnTo>
                  <a:lnTo>
                    <a:pt x="30956" y="28575"/>
                  </a:lnTo>
                  <a:lnTo>
                    <a:pt x="28569" y="26348"/>
                  </a:lnTo>
                  <a:lnTo>
                    <a:pt x="26169" y="24193"/>
                  </a:lnTo>
                  <a:lnTo>
                    <a:pt x="23758" y="22109"/>
                  </a:lnTo>
                  <a:lnTo>
                    <a:pt x="21336" y="20097"/>
                  </a:lnTo>
                  <a:lnTo>
                    <a:pt x="18901" y="18157"/>
                  </a:lnTo>
                  <a:lnTo>
                    <a:pt x="16454" y="16287"/>
                  </a:lnTo>
                  <a:lnTo>
                    <a:pt x="13995" y="14489"/>
                  </a:lnTo>
                  <a:lnTo>
                    <a:pt x="11525" y="12763"/>
                  </a:lnTo>
                  <a:lnTo>
                    <a:pt x="9042" y="11108"/>
                  </a:lnTo>
                  <a:lnTo>
                    <a:pt x="6548" y="9525"/>
                  </a:lnTo>
                  <a:close/>
                  <a:moveTo>
                    <a:pt x="8929" y="38100"/>
                  </a:moveTo>
                  <a:lnTo>
                    <a:pt x="11293" y="39427"/>
                  </a:lnTo>
                  <a:lnTo>
                    <a:pt x="13620" y="40790"/>
                  </a:lnTo>
                  <a:lnTo>
                    <a:pt x="15912" y="42189"/>
                  </a:lnTo>
                  <a:lnTo>
                    <a:pt x="18168" y="43624"/>
                  </a:lnTo>
                  <a:lnTo>
                    <a:pt x="20389" y="45094"/>
                  </a:lnTo>
                  <a:lnTo>
                    <a:pt x="22574" y="46601"/>
                  </a:lnTo>
                  <a:lnTo>
                    <a:pt x="24723" y="48142"/>
                  </a:lnTo>
                  <a:lnTo>
                    <a:pt x="26836" y="49720"/>
                  </a:lnTo>
                  <a:lnTo>
                    <a:pt x="28914" y="51333"/>
                  </a:lnTo>
                  <a:lnTo>
                    <a:pt x="30956" y="52982"/>
                  </a:lnTo>
                  <a:lnTo>
                    <a:pt x="22621" y="63103"/>
                  </a:lnTo>
                  <a:lnTo>
                    <a:pt x="20579" y="61114"/>
                  </a:lnTo>
                  <a:lnTo>
                    <a:pt x="18502" y="59197"/>
                  </a:lnTo>
                  <a:lnTo>
                    <a:pt x="16388" y="57352"/>
                  </a:lnTo>
                  <a:lnTo>
                    <a:pt x="14239" y="55578"/>
                  </a:lnTo>
                  <a:lnTo>
                    <a:pt x="12055" y="53875"/>
                  </a:lnTo>
                  <a:lnTo>
                    <a:pt x="9834" y="52244"/>
                  </a:lnTo>
                  <a:lnTo>
                    <a:pt x="7578" y="50684"/>
                  </a:lnTo>
                  <a:lnTo>
                    <a:pt x="5286" y="49196"/>
                  </a:lnTo>
                  <a:lnTo>
                    <a:pt x="2958" y="47779"/>
                  </a:lnTo>
                  <a:lnTo>
                    <a:pt x="595" y="46434"/>
                  </a:lnTo>
                  <a:close/>
                  <a:moveTo>
                    <a:pt x="22621" y="75604"/>
                  </a:moveTo>
                  <a:lnTo>
                    <a:pt x="32742" y="82748"/>
                  </a:lnTo>
                  <a:lnTo>
                    <a:pt x="31247" y="88326"/>
                  </a:lnTo>
                  <a:lnTo>
                    <a:pt x="29622" y="93868"/>
                  </a:lnTo>
                  <a:lnTo>
                    <a:pt x="27866" y="99375"/>
                  </a:lnTo>
                  <a:lnTo>
                    <a:pt x="25979" y="104846"/>
                  </a:lnTo>
                  <a:lnTo>
                    <a:pt x="23961" y="110281"/>
                  </a:lnTo>
                  <a:lnTo>
                    <a:pt x="21812" y="115681"/>
                  </a:lnTo>
                  <a:lnTo>
                    <a:pt x="19532" y="121044"/>
                  </a:lnTo>
                  <a:lnTo>
                    <a:pt x="17121" y="126372"/>
                  </a:lnTo>
                  <a:lnTo>
                    <a:pt x="14579" y="131665"/>
                  </a:lnTo>
                  <a:lnTo>
                    <a:pt x="11906" y="136921"/>
                  </a:lnTo>
                  <a:lnTo>
                    <a:pt x="0" y="128587"/>
                  </a:lnTo>
                  <a:lnTo>
                    <a:pt x="2797" y="123557"/>
                  </a:lnTo>
                  <a:lnTo>
                    <a:pt x="5476" y="118467"/>
                  </a:lnTo>
                  <a:lnTo>
                    <a:pt x="8036" y="113317"/>
                  </a:lnTo>
                  <a:lnTo>
                    <a:pt x="10477" y="108108"/>
                  </a:lnTo>
                  <a:lnTo>
                    <a:pt x="12799" y="102840"/>
                  </a:lnTo>
                  <a:lnTo>
                    <a:pt x="15001" y="97512"/>
                  </a:lnTo>
                  <a:lnTo>
                    <a:pt x="17085" y="92124"/>
                  </a:lnTo>
                  <a:lnTo>
                    <a:pt x="19050" y="86677"/>
                  </a:lnTo>
                  <a:lnTo>
                    <a:pt x="20895" y="81170"/>
                  </a:lnTo>
                  <a:close/>
                  <a:moveTo>
                    <a:pt x="48220" y="25598"/>
                  </a:moveTo>
                  <a:lnTo>
                    <a:pt x="82748" y="25598"/>
                  </a:lnTo>
                  <a:lnTo>
                    <a:pt x="82748" y="0"/>
                  </a:lnTo>
                  <a:lnTo>
                    <a:pt x="95250" y="0"/>
                  </a:lnTo>
                  <a:lnTo>
                    <a:pt x="95250" y="25598"/>
                  </a:lnTo>
                  <a:lnTo>
                    <a:pt x="129778" y="25598"/>
                  </a:lnTo>
                  <a:lnTo>
                    <a:pt x="129778" y="36909"/>
                  </a:lnTo>
                  <a:lnTo>
                    <a:pt x="95250" y="36909"/>
                  </a:lnTo>
                  <a:lnTo>
                    <a:pt x="95250" y="62507"/>
                  </a:lnTo>
                  <a:lnTo>
                    <a:pt x="137517" y="62507"/>
                  </a:lnTo>
                  <a:lnTo>
                    <a:pt x="137517" y="74414"/>
                  </a:lnTo>
                  <a:lnTo>
                    <a:pt x="87510" y="74414"/>
                  </a:lnTo>
                  <a:lnTo>
                    <a:pt x="85123" y="80539"/>
                  </a:lnTo>
                  <a:lnTo>
                    <a:pt x="82724" y="86296"/>
                  </a:lnTo>
                  <a:lnTo>
                    <a:pt x="80313" y="91684"/>
                  </a:lnTo>
                  <a:lnTo>
                    <a:pt x="77890" y="96702"/>
                  </a:lnTo>
                  <a:lnTo>
                    <a:pt x="75455" y="101351"/>
                  </a:lnTo>
                  <a:lnTo>
                    <a:pt x="73009" y="105632"/>
                  </a:lnTo>
                  <a:lnTo>
                    <a:pt x="70550" y="109543"/>
                  </a:lnTo>
                  <a:lnTo>
                    <a:pt x="68079" y="113085"/>
                  </a:lnTo>
                  <a:lnTo>
                    <a:pt x="65597" y="116258"/>
                  </a:lnTo>
                  <a:lnTo>
                    <a:pt x="63103" y="119062"/>
                  </a:lnTo>
                  <a:lnTo>
                    <a:pt x="67758" y="118550"/>
                  </a:lnTo>
                  <a:lnTo>
                    <a:pt x="72437" y="117967"/>
                  </a:lnTo>
                  <a:lnTo>
                    <a:pt x="77140" y="117312"/>
                  </a:lnTo>
                  <a:lnTo>
                    <a:pt x="81867" y="116586"/>
                  </a:lnTo>
                  <a:lnTo>
                    <a:pt x="86617" y="115788"/>
                  </a:lnTo>
                  <a:lnTo>
                    <a:pt x="91392" y="114919"/>
                  </a:lnTo>
                  <a:lnTo>
                    <a:pt x="96190" y="113978"/>
                  </a:lnTo>
                  <a:lnTo>
                    <a:pt x="101012" y="112966"/>
                  </a:lnTo>
                  <a:lnTo>
                    <a:pt x="105858" y="111883"/>
                  </a:lnTo>
                  <a:lnTo>
                    <a:pt x="110728" y="110728"/>
                  </a:lnTo>
                  <a:lnTo>
                    <a:pt x="109763" y="108477"/>
                  </a:lnTo>
                  <a:lnTo>
                    <a:pt x="108775" y="106251"/>
                  </a:lnTo>
                  <a:lnTo>
                    <a:pt x="107763" y="104048"/>
                  </a:lnTo>
                  <a:lnTo>
                    <a:pt x="106727" y="101869"/>
                  </a:lnTo>
                  <a:lnTo>
                    <a:pt x="105667" y="99714"/>
                  </a:lnTo>
                  <a:lnTo>
                    <a:pt x="104584" y="97583"/>
                  </a:lnTo>
                  <a:lnTo>
                    <a:pt x="103477" y="95476"/>
                  </a:lnTo>
                  <a:lnTo>
                    <a:pt x="102346" y="93392"/>
                  </a:lnTo>
                  <a:lnTo>
                    <a:pt x="101191" y="91332"/>
                  </a:lnTo>
                  <a:lnTo>
                    <a:pt x="100012" y="89296"/>
                  </a:lnTo>
                  <a:lnTo>
                    <a:pt x="110728" y="84534"/>
                  </a:lnTo>
                  <a:lnTo>
                    <a:pt x="113305" y="88862"/>
                  </a:lnTo>
                  <a:lnTo>
                    <a:pt x="115800" y="93273"/>
                  </a:lnTo>
                  <a:lnTo>
                    <a:pt x="118211" y="97768"/>
                  </a:lnTo>
                  <a:lnTo>
                    <a:pt x="120538" y="102346"/>
                  </a:lnTo>
                  <a:lnTo>
                    <a:pt x="122783" y="107007"/>
                  </a:lnTo>
                  <a:lnTo>
                    <a:pt x="124944" y="111752"/>
                  </a:lnTo>
                  <a:lnTo>
                    <a:pt x="127021" y="116580"/>
                  </a:lnTo>
                  <a:lnTo>
                    <a:pt x="129016" y="121491"/>
                  </a:lnTo>
                  <a:lnTo>
                    <a:pt x="130927" y="126486"/>
                  </a:lnTo>
                  <a:lnTo>
                    <a:pt x="132754" y="131564"/>
                  </a:lnTo>
                  <a:lnTo>
                    <a:pt x="120253" y="136921"/>
                  </a:lnTo>
                  <a:lnTo>
                    <a:pt x="115490" y="122039"/>
                  </a:lnTo>
                  <a:lnTo>
                    <a:pt x="109263" y="123420"/>
                  </a:lnTo>
                  <a:lnTo>
                    <a:pt x="102965" y="124706"/>
                  </a:lnTo>
                  <a:lnTo>
                    <a:pt x="96595" y="125896"/>
                  </a:lnTo>
                  <a:lnTo>
                    <a:pt x="90154" y="126992"/>
                  </a:lnTo>
                  <a:lnTo>
                    <a:pt x="83641" y="127992"/>
                  </a:lnTo>
                  <a:lnTo>
                    <a:pt x="77057" y="128897"/>
                  </a:lnTo>
                  <a:lnTo>
                    <a:pt x="70401" y="129706"/>
                  </a:lnTo>
                  <a:lnTo>
                    <a:pt x="63674" y="130421"/>
                  </a:lnTo>
                  <a:lnTo>
                    <a:pt x="56876" y="131040"/>
                  </a:lnTo>
                  <a:lnTo>
                    <a:pt x="50006" y="131564"/>
                  </a:lnTo>
                  <a:lnTo>
                    <a:pt x="46434" y="120253"/>
                  </a:lnTo>
                  <a:lnTo>
                    <a:pt x="49601" y="116901"/>
                  </a:lnTo>
                  <a:lnTo>
                    <a:pt x="52673" y="113276"/>
                  </a:lnTo>
                  <a:lnTo>
                    <a:pt x="55649" y="109376"/>
                  </a:lnTo>
                  <a:lnTo>
                    <a:pt x="58531" y="105203"/>
                  </a:lnTo>
                  <a:lnTo>
                    <a:pt x="61317" y="100756"/>
                  </a:lnTo>
                  <a:lnTo>
                    <a:pt x="64008" y="96035"/>
                  </a:lnTo>
                  <a:lnTo>
                    <a:pt x="66603" y="91041"/>
                  </a:lnTo>
                  <a:lnTo>
                    <a:pt x="69103" y="85772"/>
                  </a:lnTo>
                  <a:lnTo>
                    <a:pt x="71508" y="80230"/>
                  </a:lnTo>
                  <a:lnTo>
                    <a:pt x="73818" y="74414"/>
                  </a:lnTo>
                  <a:lnTo>
                    <a:pt x="41671" y="74414"/>
                  </a:lnTo>
                  <a:lnTo>
                    <a:pt x="41671" y="62507"/>
                  </a:lnTo>
                  <a:lnTo>
                    <a:pt x="82748" y="62507"/>
                  </a:lnTo>
                  <a:lnTo>
                    <a:pt x="82748" y="36909"/>
                  </a:lnTo>
                  <a:lnTo>
                    <a:pt x="48220" y="369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949601" y="65964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991822" y="6550880"/>
              <a:ext cx="91121" cy="91121"/>
            </a:xfrm>
            <a:prstGeom prst="ellipse">
              <a:avLst/>
            </a:prstGeom>
            <a:solidFill>
              <a:srgbClr val="440154">
                <a:alpha val="100000"/>
              </a:srgbClr>
            </a:solidFill>
            <a:ln w="9818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85266" y="65964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21908C">
                  <a:alpha val="100000"/>
                </a:srgbClr>
              </a:solidFill>
              <a:custDash>
                <a:ds d="6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627487" y="6550880"/>
              <a:ext cx="91121" cy="91121"/>
            </a:xfrm>
            <a:prstGeom prst="ellipse">
              <a:avLst/>
            </a:prstGeom>
            <a:solidFill>
              <a:srgbClr val="21908C">
                <a:alpha val="100000"/>
              </a:srgbClr>
            </a:solidFill>
            <a:ln w="9818" cap="rnd">
              <a:solidFill>
                <a:srgbClr val="219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458043" y="659644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FDE725">
                  <a:alpha val="100000"/>
                </a:srgbClr>
              </a:solidFill>
              <a:custDash>
                <a:ds d="1200000" sp="6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500265" y="6550880"/>
              <a:ext cx="91121" cy="91121"/>
            </a:xfrm>
            <a:prstGeom prst="ellipse">
              <a:avLst/>
            </a:prstGeom>
            <a:solidFill>
              <a:srgbClr val="FDE725">
                <a:alpha val="100000"/>
              </a:srgbClr>
            </a:solidFill>
            <a:ln w="9818" cap="rnd">
              <a:solidFill>
                <a:srgbClr val="FDE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4234278" y="6554501"/>
              <a:ext cx="11370" cy="83879"/>
            </a:xfrm>
            <a:custGeom>
              <a:avLst/>
              <a:pathLst>
                <a:path w="11370" h="83879">
                  <a:moveTo>
                    <a:pt x="0" y="83879"/>
                  </a:moveTo>
                  <a:lnTo>
                    <a:pt x="0" y="0"/>
                  </a:lnTo>
                  <a:lnTo>
                    <a:pt x="11370" y="0"/>
                  </a:lnTo>
                  <a:lnTo>
                    <a:pt x="11370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4262019" y="6550036"/>
              <a:ext cx="54828" cy="89534"/>
            </a:xfrm>
            <a:custGeom>
              <a:avLst/>
              <a:pathLst>
                <a:path w="54828" h="89534">
                  <a:moveTo>
                    <a:pt x="43755" y="77985"/>
                  </a:moveTo>
                  <a:lnTo>
                    <a:pt x="43140" y="79189"/>
                  </a:lnTo>
                  <a:lnTo>
                    <a:pt x="42486" y="80321"/>
                  </a:lnTo>
                  <a:lnTo>
                    <a:pt x="41792" y="81384"/>
                  </a:lnTo>
                  <a:lnTo>
                    <a:pt x="41059" y="82376"/>
                  </a:lnTo>
                  <a:lnTo>
                    <a:pt x="40287" y="83299"/>
                  </a:lnTo>
                  <a:lnTo>
                    <a:pt x="39476" y="84150"/>
                  </a:lnTo>
                  <a:lnTo>
                    <a:pt x="38625" y="84932"/>
                  </a:lnTo>
                  <a:lnTo>
                    <a:pt x="37735" y="85644"/>
                  </a:lnTo>
                  <a:lnTo>
                    <a:pt x="36806" y="86285"/>
                  </a:lnTo>
                  <a:lnTo>
                    <a:pt x="35837" y="86856"/>
                  </a:lnTo>
                  <a:lnTo>
                    <a:pt x="34837" y="87365"/>
                  </a:lnTo>
                  <a:lnTo>
                    <a:pt x="33789" y="87820"/>
                  </a:lnTo>
                  <a:lnTo>
                    <a:pt x="32694" y="88222"/>
                  </a:lnTo>
                  <a:lnTo>
                    <a:pt x="31551" y="88570"/>
                  </a:lnTo>
                  <a:lnTo>
                    <a:pt x="30360" y="88865"/>
                  </a:lnTo>
                  <a:lnTo>
                    <a:pt x="29122" y="89106"/>
                  </a:lnTo>
                  <a:lnTo>
                    <a:pt x="27836" y="89293"/>
                  </a:lnTo>
                  <a:lnTo>
                    <a:pt x="26503" y="89427"/>
                  </a:lnTo>
                  <a:lnTo>
                    <a:pt x="25122" y="89508"/>
                  </a:lnTo>
                  <a:lnTo>
                    <a:pt x="23693" y="89534"/>
                  </a:lnTo>
                  <a:lnTo>
                    <a:pt x="21316" y="89452"/>
                  </a:lnTo>
                  <a:lnTo>
                    <a:pt x="19069" y="89206"/>
                  </a:lnTo>
                  <a:lnTo>
                    <a:pt x="16949" y="88795"/>
                  </a:lnTo>
                  <a:lnTo>
                    <a:pt x="14959" y="88220"/>
                  </a:lnTo>
                  <a:lnTo>
                    <a:pt x="13096" y="87481"/>
                  </a:lnTo>
                  <a:lnTo>
                    <a:pt x="11363" y="86577"/>
                  </a:lnTo>
                  <a:lnTo>
                    <a:pt x="9758" y="85509"/>
                  </a:lnTo>
                  <a:lnTo>
                    <a:pt x="8281" y="84277"/>
                  </a:lnTo>
                  <a:lnTo>
                    <a:pt x="6934" y="82880"/>
                  </a:lnTo>
                  <a:lnTo>
                    <a:pt x="5714" y="81319"/>
                  </a:lnTo>
                  <a:lnTo>
                    <a:pt x="4629" y="79592"/>
                  </a:lnTo>
                  <a:lnTo>
                    <a:pt x="3657" y="77695"/>
                  </a:lnTo>
                  <a:lnTo>
                    <a:pt x="2800" y="75629"/>
                  </a:lnTo>
                  <a:lnTo>
                    <a:pt x="2057" y="73394"/>
                  </a:lnTo>
                  <a:lnTo>
                    <a:pt x="1428" y="70991"/>
                  </a:lnTo>
                  <a:lnTo>
                    <a:pt x="914" y="68418"/>
                  </a:lnTo>
                  <a:lnTo>
                    <a:pt x="514" y="65676"/>
                  </a:lnTo>
                  <a:lnTo>
                    <a:pt x="228" y="62764"/>
                  </a:lnTo>
                  <a:lnTo>
                    <a:pt x="57" y="59684"/>
                  </a:lnTo>
                  <a:lnTo>
                    <a:pt x="0" y="56435"/>
                  </a:lnTo>
                  <a:lnTo>
                    <a:pt x="236" y="50033"/>
                  </a:lnTo>
                  <a:lnTo>
                    <a:pt x="947" y="44305"/>
                  </a:lnTo>
                  <a:lnTo>
                    <a:pt x="2132" y="39251"/>
                  </a:lnTo>
                  <a:lnTo>
                    <a:pt x="3790" y="34871"/>
                  </a:lnTo>
                  <a:lnTo>
                    <a:pt x="5923" y="31164"/>
                  </a:lnTo>
                  <a:lnTo>
                    <a:pt x="8529" y="28132"/>
                  </a:lnTo>
                  <a:lnTo>
                    <a:pt x="11609" y="25773"/>
                  </a:lnTo>
                  <a:lnTo>
                    <a:pt x="15163" y="24088"/>
                  </a:lnTo>
                  <a:lnTo>
                    <a:pt x="19191" y="23077"/>
                  </a:lnTo>
                  <a:lnTo>
                    <a:pt x="23693" y="22740"/>
                  </a:lnTo>
                  <a:lnTo>
                    <a:pt x="25133" y="22767"/>
                  </a:lnTo>
                  <a:lnTo>
                    <a:pt x="26524" y="22848"/>
                  </a:lnTo>
                  <a:lnTo>
                    <a:pt x="27867" y="22982"/>
                  </a:lnTo>
                  <a:lnTo>
                    <a:pt x="29160" y="23169"/>
                  </a:lnTo>
                  <a:lnTo>
                    <a:pt x="30405" y="23410"/>
                  </a:lnTo>
                  <a:lnTo>
                    <a:pt x="31601" y="23705"/>
                  </a:lnTo>
                  <a:lnTo>
                    <a:pt x="32748" y="24053"/>
                  </a:lnTo>
                  <a:lnTo>
                    <a:pt x="33847" y="24455"/>
                  </a:lnTo>
                  <a:lnTo>
                    <a:pt x="34896" y="24910"/>
                  </a:lnTo>
                  <a:lnTo>
                    <a:pt x="35897" y="25419"/>
                  </a:lnTo>
                  <a:lnTo>
                    <a:pt x="36854" y="25987"/>
                  </a:lnTo>
                  <a:lnTo>
                    <a:pt x="37773" y="26617"/>
                  </a:lnTo>
                  <a:lnTo>
                    <a:pt x="38654" y="27311"/>
                  </a:lnTo>
                  <a:lnTo>
                    <a:pt x="39497" y="28067"/>
                  </a:lnTo>
                  <a:lnTo>
                    <a:pt x="40302" y="28887"/>
                  </a:lnTo>
                  <a:lnTo>
                    <a:pt x="41069" y="29770"/>
                  </a:lnTo>
                  <a:lnTo>
                    <a:pt x="41798" y="30716"/>
                  </a:lnTo>
                  <a:lnTo>
                    <a:pt x="42488" y="31725"/>
                  </a:lnTo>
                  <a:lnTo>
                    <a:pt x="43141" y="32797"/>
                  </a:lnTo>
                  <a:lnTo>
                    <a:pt x="43873" y="33807"/>
                  </a:lnTo>
                  <a:lnTo>
                    <a:pt x="43872" y="33668"/>
                  </a:lnTo>
                  <a:lnTo>
                    <a:pt x="43869" y="33516"/>
                  </a:lnTo>
                  <a:lnTo>
                    <a:pt x="43865" y="33351"/>
                  </a:lnTo>
                  <a:lnTo>
                    <a:pt x="43859" y="33173"/>
                  </a:lnTo>
                  <a:lnTo>
                    <a:pt x="43853" y="32982"/>
                  </a:lnTo>
                  <a:lnTo>
                    <a:pt x="43845" y="32778"/>
                  </a:lnTo>
                  <a:lnTo>
                    <a:pt x="43836" y="32561"/>
                  </a:lnTo>
                  <a:lnTo>
                    <a:pt x="43826" y="32330"/>
                  </a:lnTo>
                  <a:lnTo>
                    <a:pt x="43814" y="32087"/>
                  </a:lnTo>
                  <a:lnTo>
                    <a:pt x="43814" y="31824"/>
                  </a:lnTo>
                  <a:lnTo>
                    <a:pt x="43812" y="31561"/>
                  </a:lnTo>
                  <a:lnTo>
                    <a:pt x="43809" y="31296"/>
                  </a:lnTo>
                  <a:lnTo>
                    <a:pt x="43805" y="31030"/>
                  </a:lnTo>
                  <a:lnTo>
                    <a:pt x="43800" y="30762"/>
                  </a:lnTo>
                  <a:lnTo>
                    <a:pt x="43793" y="30494"/>
                  </a:lnTo>
                  <a:lnTo>
                    <a:pt x="43785" y="30224"/>
                  </a:lnTo>
                  <a:lnTo>
                    <a:pt x="43776" y="29953"/>
                  </a:lnTo>
                  <a:lnTo>
                    <a:pt x="43766" y="29681"/>
                  </a:lnTo>
                  <a:lnTo>
                    <a:pt x="43755" y="29408"/>
                  </a:lnTo>
                  <a:lnTo>
                    <a:pt x="43755" y="29124"/>
                  </a:lnTo>
                  <a:lnTo>
                    <a:pt x="43755" y="28844"/>
                  </a:lnTo>
                  <a:lnTo>
                    <a:pt x="43755" y="28567"/>
                  </a:lnTo>
                  <a:lnTo>
                    <a:pt x="43755" y="28294"/>
                  </a:lnTo>
                  <a:lnTo>
                    <a:pt x="43755" y="28024"/>
                  </a:lnTo>
                  <a:lnTo>
                    <a:pt x="43755" y="27758"/>
                  </a:lnTo>
                  <a:lnTo>
                    <a:pt x="43755" y="27495"/>
                  </a:lnTo>
                  <a:lnTo>
                    <a:pt x="43755" y="27236"/>
                  </a:lnTo>
                  <a:lnTo>
                    <a:pt x="43755" y="26981"/>
                  </a:lnTo>
                  <a:lnTo>
                    <a:pt x="43755" y="26729"/>
                  </a:lnTo>
                  <a:lnTo>
                    <a:pt x="43755" y="26486"/>
                  </a:lnTo>
                  <a:lnTo>
                    <a:pt x="43755" y="26258"/>
                  </a:lnTo>
                  <a:lnTo>
                    <a:pt x="43755" y="26043"/>
                  </a:lnTo>
                  <a:lnTo>
                    <a:pt x="43755" y="25843"/>
                  </a:lnTo>
                  <a:lnTo>
                    <a:pt x="43755" y="25657"/>
                  </a:lnTo>
                  <a:lnTo>
                    <a:pt x="43755" y="25486"/>
                  </a:lnTo>
                  <a:lnTo>
                    <a:pt x="43755" y="25329"/>
                  </a:lnTo>
                  <a:lnTo>
                    <a:pt x="43755" y="25186"/>
                  </a:lnTo>
                  <a:lnTo>
                    <a:pt x="43755" y="24943"/>
                  </a:lnTo>
                  <a:lnTo>
                    <a:pt x="43755" y="0"/>
                  </a:lnTo>
                  <a:lnTo>
                    <a:pt x="54471" y="0"/>
                  </a:lnTo>
                  <a:lnTo>
                    <a:pt x="54471" y="75068"/>
                  </a:lnTo>
                  <a:lnTo>
                    <a:pt x="54471" y="75531"/>
                  </a:lnTo>
                  <a:lnTo>
                    <a:pt x="54471" y="75990"/>
                  </a:lnTo>
                  <a:lnTo>
                    <a:pt x="54471" y="76445"/>
                  </a:lnTo>
                  <a:lnTo>
                    <a:pt x="54471" y="76897"/>
                  </a:lnTo>
                  <a:lnTo>
                    <a:pt x="54471" y="77345"/>
                  </a:lnTo>
                  <a:lnTo>
                    <a:pt x="54471" y="77790"/>
                  </a:lnTo>
                  <a:lnTo>
                    <a:pt x="54471" y="78231"/>
                  </a:lnTo>
                  <a:lnTo>
                    <a:pt x="54471" y="78669"/>
                  </a:lnTo>
                  <a:lnTo>
                    <a:pt x="54471" y="79103"/>
                  </a:lnTo>
                  <a:lnTo>
                    <a:pt x="54471" y="79533"/>
                  </a:lnTo>
                  <a:lnTo>
                    <a:pt x="54483" y="79958"/>
                  </a:lnTo>
                  <a:lnTo>
                    <a:pt x="54494" y="80376"/>
                  </a:lnTo>
                  <a:lnTo>
                    <a:pt x="54506" y="80787"/>
                  </a:lnTo>
                  <a:lnTo>
                    <a:pt x="54518" y="81191"/>
                  </a:lnTo>
                  <a:lnTo>
                    <a:pt x="54530" y="81587"/>
                  </a:lnTo>
                  <a:lnTo>
                    <a:pt x="54542" y="81976"/>
                  </a:lnTo>
                  <a:lnTo>
                    <a:pt x="54554" y="82359"/>
                  </a:lnTo>
                  <a:lnTo>
                    <a:pt x="54566" y="82734"/>
                  </a:lnTo>
                  <a:lnTo>
                    <a:pt x="54578" y="83102"/>
                  </a:lnTo>
                  <a:lnTo>
                    <a:pt x="54590" y="83462"/>
                  </a:lnTo>
                  <a:lnTo>
                    <a:pt x="54602" y="83815"/>
                  </a:lnTo>
                  <a:lnTo>
                    <a:pt x="54613" y="84158"/>
                  </a:lnTo>
                  <a:lnTo>
                    <a:pt x="54625" y="84491"/>
                  </a:lnTo>
                  <a:lnTo>
                    <a:pt x="54637" y="84815"/>
                  </a:lnTo>
                  <a:lnTo>
                    <a:pt x="54649" y="85129"/>
                  </a:lnTo>
                  <a:lnTo>
                    <a:pt x="54661" y="85434"/>
                  </a:lnTo>
                  <a:lnTo>
                    <a:pt x="54673" y="85729"/>
                  </a:lnTo>
                  <a:lnTo>
                    <a:pt x="54685" y="86015"/>
                  </a:lnTo>
                  <a:lnTo>
                    <a:pt x="54697" y="86291"/>
                  </a:lnTo>
                  <a:lnTo>
                    <a:pt x="54709" y="86558"/>
                  </a:lnTo>
                  <a:lnTo>
                    <a:pt x="54721" y="86801"/>
                  </a:lnTo>
                  <a:lnTo>
                    <a:pt x="54733" y="87029"/>
                  </a:lnTo>
                  <a:lnTo>
                    <a:pt x="54744" y="87244"/>
                  </a:lnTo>
                  <a:lnTo>
                    <a:pt x="54756" y="87444"/>
                  </a:lnTo>
                  <a:lnTo>
                    <a:pt x="54768" y="87630"/>
                  </a:lnTo>
                  <a:lnTo>
                    <a:pt x="54780" y="87801"/>
                  </a:lnTo>
                  <a:lnTo>
                    <a:pt x="54792" y="87958"/>
                  </a:lnTo>
                  <a:lnTo>
                    <a:pt x="54804" y="88101"/>
                  </a:lnTo>
                  <a:lnTo>
                    <a:pt x="54828" y="88344"/>
                  </a:lnTo>
                  <a:lnTo>
                    <a:pt x="44565" y="88220"/>
                  </a:lnTo>
                  <a:lnTo>
                    <a:pt x="44541" y="88087"/>
                  </a:lnTo>
                  <a:lnTo>
                    <a:pt x="44517" y="87944"/>
                  </a:lnTo>
                  <a:lnTo>
                    <a:pt x="44493" y="87791"/>
                  </a:lnTo>
                  <a:lnTo>
                    <a:pt x="44469" y="87630"/>
                  </a:lnTo>
                  <a:lnTo>
                    <a:pt x="44446" y="87458"/>
                  </a:lnTo>
                  <a:lnTo>
                    <a:pt x="44422" y="87277"/>
                  </a:lnTo>
                  <a:lnTo>
                    <a:pt x="44398" y="87087"/>
                  </a:lnTo>
                  <a:lnTo>
                    <a:pt x="44374" y="86887"/>
                  </a:lnTo>
                  <a:lnTo>
                    <a:pt x="44350" y="86677"/>
                  </a:lnTo>
                  <a:lnTo>
                    <a:pt x="44338" y="86448"/>
                  </a:lnTo>
                  <a:lnTo>
                    <a:pt x="44324" y="86213"/>
                  </a:lnTo>
                  <a:lnTo>
                    <a:pt x="44309" y="85972"/>
                  </a:lnTo>
                  <a:lnTo>
                    <a:pt x="44293" y="85725"/>
                  </a:lnTo>
                  <a:lnTo>
                    <a:pt x="44276" y="85471"/>
                  </a:lnTo>
                  <a:lnTo>
                    <a:pt x="44257" y="85213"/>
                  </a:lnTo>
                  <a:lnTo>
                    <a:pt x="44238" y="84948"/>
                  </a:lnTo>
                  <a:lnTo>
                    <a:pt x="44217" y="84677"/>
                  </a:lnTo>
                  <a:lnTo>
                    <a:pt x="44195" y="84400"/>
                  </a:lnTo>
                  <a:lnTo>
                    <a:pt x="44172" y="84117"/>
                  </a:lnTo>
                  <a:lnTo>
                    <a:pt x="44160" y="83830"/>
                  </a:lnTo>
                  <a:lnTo>
                    <a:pt x="44148" y="83541"/>
                  </a:lnTo>
                  <a:lnTo>
                    <a:pt x="44136" y="83249"/>
                  </a:lnTo>
                  <a:lnTo>
                    <a:pt x="44124" y="82955"/>
                  </a:lnTo>
                  <a:lnTo>
                    <a:pt x="44112" y="82659"/>
                  </a:lnTo>
                  <a:lnTo>
                    <a:pt x="44100" y="82360"/>
                  </a:lnTo>
                  <a:lnTo>
                    <a:pt x="44088" y="82059"/>
                  </a:lnTo>
                  <a:lnTo>
                    <a:pt x="44076" y="81755"/>
                  </a:lnTo>
                  <a:lnTo>
                    <a:pt x="44065" y="81449"/>
                  </a:lnTo>
                  <a:lnTo>
                    <a:pt x="44053" y="81141"/>
                  </a:lnTo>
                  <a:lnTo>
                    <a:pt x="44041" y="80820"/>
                  </a:lnTo>
                  <a:lnTo>
                    <a:pt x="44031" y="80500"/>
                  </a:lnTo>
                  <a:lnTo>
                    <a:pt x="44022" y="80182"/>
                  </a:lnTo>
                  <a:lnTo>
                    <a:pt x="44015" y="79864"/>
                  </a:lnTo>
                  <a:lnTo>
                    <a:pt x="44008" y="79548"/>
                  </a:lnTo>
                  <a:lnTo>
                    <a:pt x="44003" y="79233"/>
                  </a:lnTo>
                  <a:lnTo>
                    <a:pt x="43998" y="78919"/>
                  </a:lnTo>
                  <a:lnTo>
                    <a:pt x="43995" y="78607"/>
                  </a:lnTo>
                  <a:lnTo>
                    <a:pt x="43994" y="78296"/>
                  </a:lnTo>
                  <a:lnTo>
                    <a:pt x="43993" y="77985"/>
                  </a:lnTo>
                  <a:close/>
                  <a:moveTo>
                    <a:pt x="11251" y="56078"/>
                  </a:moveTo>
                  <a:lnTo>
                    <a:pt x="11259" y="57392"/>
                  </a:lnTo>
                  <a:lnTo>
                    <a:pt x="11284" y="58669"/>
                  </a:lnTo>
                  <a:lnTo>
                    <a:pt x="11326" y="59907"/>
                  </a:lnTo>
                  <a:lnTo>
                    <a:pt x="11384" y="61107"/>
                  </a:lnTo>
                  <a:lnTo>
                    <a:pt x="11459" y="62269"/>
                  </a:lnTo>
                  <a:lnTo>
                    <a:pt x="11551" y="63393"/>
                  </a:lnTo>
                  <a:lnTo>
                    <a:pt x="11659" y="64479"/>
                  </a:lnTo>
                  <a:lnTo>
                    <a:pt x="11784" y="65527"/>
                  </a:lnTo>
                  <a:lnTo>
                    <a:pt x="11926" y="66536"/>
                  </a:lnTo>
                  <a:lnTo>
                    <a:pt x="12084" y="67508"/>
                  </a:lnTo>
                  <a:lnTo>
                    <a:pt x="12261" y="68444"/>
                  </a:lnTo>
                  <a:lnTo>
                    <a:pt x="12458" y="69346"/>
                  </a:lnTo>
                  <a:lnTo>
                    <a:pt x="12675" y="70215"/>
                  </a:lnTo>
                  <a:lnTo>
                    <a:pt x="12913" y="71051"/>
                  </a:lnTo>
                  <a:lnTo>
                    <a:pt x="13171" y="71854"/>
                  </a:lnTo>
                  <a:lnTo>
                    <a:pt x="13449" y="72623"/>
                  </a:lnTo>
                  <a:lnTo>
                    <a:pt x="13747" y="73359"/>
                  </a:lnTo>
                  <a:lnTo>
                    <a:pt x="14066" y="74061"/>
                  </a:lnTo>
                  <a:lnTo>
                    <a:pt x="14404" y="74730"/>
                  </a:lnTo>
                  <a:lnTo>
                    <a:pt x="14763" y="75366"/>
                  </a:lnTo>
                  <a:lnTo>
                    <a:pt x="15142" y="75957"/>
                  </a:lnTo>
                  <a:lnTo>
                    <a:pt x="15542" y="76516"/>
                  </a:lnTo>
                  <a:lnTo>
                    <a:pt x="15962" y="77043"/>
                  </a:lnTo>
                  <a:lnTo>
                    <a:pt x="16402" y="77538"/>
                  </a:lnTo>
                  <a:lnTo>
                    <a:pt x="16862" y="78000"/>
                  </a:lnTo>
                  <a:lnTo>
                    <a:pt x="17342" y="78431"/>
                  </a:lnTo>
                  <a:lnTo>
                    <a:pt x="17843" y="78829"/>
                  </a:lnTo>
                  <a:lnTo>
                    <a:pt x="18364" y="79195"/>
                  </a:lnTo>
                  <a:lnTo>
                    <a:pt x="18905" y="79529"/>
                  </a:lnTo>
                  <a:lnTo>
                    <a:pt x="19466" y="79831"/>
                  </a:lnTo>
                  <a:lnTo>
                    <a:pt x="20050" y="80102"/>
                  </a:lnTo>
                  <a:lnTo>
                    <a:pt x="20659" y="80345"/>
                  </a:lnTo>
                  <a:lnTo>
                    <a:pt x="21293" y="80560"/>
                  </a:lnTo>
                  <a:lnTo>
                    <a:pt x="21952" y="80745"/>
                  </a:lnTo>
                  <a:lnTo>
                    <a:pt x="22636" y="80902"/>
                  </a:lnTo>
                  <a:lnTo>
                    <a:pt x="23345" y="81031"/>
                  </a:lnTo>
                  <a:lnTo>
                    <a:pt x="24079" y="81131"/>
                  </a:lnTo>
                  <a:lnTo>
                    <a:pt x="24838" y="81203"/>
                  </a:lnTo>
                  <a:lnTo>
                    <a:pt x="25622" y="81245"/>
                  </a:lnTo>
                  <a:lnTo>
                    <a:pt x="26431" y="81260"/>
                  </a:lnTo>
                  <a:lnTo>
                    <a:pt x="27267" y="81246"/>
                  </a:lnTo>
                  <a:lnTo>
                    <a:pt x="28082" y="81205"/>
                  </a:lnTo>
                  <a:lnTo>
                    <a:pt x="28876" y="81136"/>
                  </a:lnTo>
                  <a:lnTo>
                    <a:pt x="29651" y="81041"/>
                  </a:lnTo>
                  <a:lnTo>
                    <a:pt x="30405" y="80917"/>
                  </a:lnTo>
                  <a:lnTo>
                    <a:pt x="31139" y="80767"/>
                  </a:lnTo>
                  <a:lnTo>
                    <a:pt x="31853" y="80589"/>
                  </a:lnTo>
                  <a:lnTo>
                    <a:pt x="32546" y="80383"/>
                  </a:lnTo>
                  <a:lnTo>
                    <a:pt x="33220" y="80151"/>
                  </a:lnTo>
                  <a:lnTo>
                    <a:pt x="33873" y="79890"/>
                  </a:lnTo>
                  <a:lnTo>
                    <a:pt x="34516" y="79600"/>
                  </a:lnTo>
                  <a:lnTo>
                    <a:pt x="35137" y="79276"/>
                  </a:lnTo>
                  <a:lnTo>
                    <a:pt x="35736" y="78919"/>
                  </a:lnTo>
                  <a:lnTo>
                    <a:pt x="36311" y="78528"/>
                  </a:lnTo>
                  <a:lnTo>
                    <a:pt x="36864" y="78105"/>
                  </a:lnTo>
                  <a:lnTo>
                    <a:pt x="37395" y="77647"/>
                  </a:lnTo>
                  <a:lnTo>
                    <a:pt x="37902" y="77157"/>
                  </a:lnTo>
                  <a:lnTo>
                    <a:pt x="38388" y="76633"/>
                  </a:lnTo>
                  <a:lnTo>
                    <a:pt x="38850" y="76076"/>
                  </a:lnTo>
                  <a:lnTo>
                    <a:pt x="39290" y="75485"/>
                  </a:lnTo>
                  <a:lnTo>
                    <a:pt x="39720" y="74848"/>
                  </a:lnTo>
                  <a:lnTo>
                    <a:pt x="40128" y="74173"/>
                  </a:lnTo>
                  <a:lnTo>
                    <a:pt x="40515" y="73462"/>
                  </a:lnTo>
                  <a:lnTo>
                    <a:pt x="40881" y="72713"/>
                  </a:lnTo>
                  <a:lnTo>
                    <a:pt x="41225" y="71928"/>
                  </a:lnTo>
                  <a:lnTo>
                    <a:pt x="41548" y="71106"/>
                  </a:lnTo>
                  <a:lnTo>
                    <a:pt x="41849" y="70247"/>
                  </a:lnTo>
                  <a:lnTo>
                    <a:pt x="42129" y="69351"/>
                  </a:lnTo>
                  <a:lnTo>
                    <a:pt x="42387" y="68418"/>
                  </a:lnTo>
                  <a:lnTo>
                    <a:pt x="42624" y="67448"/>
                  </a:lnTo>
                  <a:lnTo>
                    <a:pt x="42839" y="66438"/>
                  </a:lnTo>
                  <a:lnTo>
                    <a:pt x="43031" y="65384"/>
                  </a:lnTo>
                  <a:lnTo>
                    <a:pt x="43201" y="64286"/>
                  </a:lnTo>
                  <a:lnTo>
                    <a:pt x="43348" y="63143"/>
                  </a:lnTo>
                  <a:lnTo>
                    <a:pt x="43472" y="61957"/>
                  </a:lnTo>
                  <a:lnTo>
                    <a:pt x="43574" y="60726"/>
                  </a:lnTo>
                  <a:lnTo>
                    <a:pt x="43653" y="59452"/>
                  </a:lnTo>
                  <a:lnTo>
                    <a:pt x="43710" y="58133"/>
                  </a:lnTo>
                  <a:lnTo>
                    <a:pt x="43744" y="56770"/>
                  </a:lnTo>
                  <a:lnTo>
                    <a:pt x="43755" y="55364"/>
                  </a:lnTo>
                  <a:lnTo>
                    <a:pt x="43744" y="54016"/>
                  </a:lnTo>
                  <a:lnTo>
                    <a:pt x="43710" y="52711"/>
                  </a:lnTo>
                  <a:lnTo>
                    <a:pt x="43653" y="51449"/>
                  </a:lnTo>
                  <a:lnTo>
                    <a:pt x="43574" y="50230"/>
                  </a:lnTo>
                  <a:lnTo>
                    <a:pt x="43472" y="49053"/>
                  </a:lnTo>
                  <a:lnTo>
                    <a:pt x="43348" y="47920"/>
                  </a:lnTo>
                  <a:lnTo>
                    <a:pt x="43201" y="46829"/>
                  </a:lnTo>
                  <a:lnTo>
                    <a:pt x="43031" y="45781"/>
                  </a:lnTo>
                  <a:lnTo>
                    <a:pt x="42839" y="44777"/>
                  </a:lnTo>
                  <a:lnTo>
                    <a:pt x="42624" y="43814"/>
                  </a:lnTo>
                  <a:lnTo>
                    <a:pt x="42387" y="42880"/>
                  </a:lnTo>
                  <a:lnTo>
                    <a:pt x="42129" y="41983"/>
                  </a:lnTo>
                  <a:lnTo>
                    <a:pt x="41849" y="41123"/>
                  </a:lnTo>
                  <a:lnTo>
                    <a:pt x="41548" y="40300"/>
                  </a:lnTo>
                  <a:lnTo>
                    <a:pt x="41225" y="39513"/>
                  </a:lnTo>
                  <a:lnTo>
                    <a:pt x="40881" y="38764"/>
                  </a:lnTo>
                  <a:lnTo>
                    <a:pt x="40515" y="38051"/>
                  </a:lnTo>
                  <a:lnTo>
                    <a:pt x="40128" y="37376"/>
                  </a:lnTo>
                  <a:lnTo>
                    <a:pt x="39720" y="36737"/>
                  </a:lnTo>
                  <a:lnTo>
                    <a:pt x="39290" y="36135"/>
                  </a:lnTo>
                  <a:lnTo>
                    <a:pt x="38839" y="35568"/>
                  </a:lnTo>
                  <a:lnTo>
                    <a:pt x="38369" y="35035"/>
                  </a:lnTo>
                  <a:lnTo>
                    <a:pt x="37877" y="34535"/>
                  </a:lnTo>
                  <a:lnTo>
                    <a:pt x="37366" y="34068"/>
                  </a:lnTo>
                  <a:lnTo>
                    <a:pt x="36834" y="33635"/>
                  </a:lnTo>
                  <a:lnTo>
                    <a:pt x="36283" y="33235"/>
                  </a:lnTo>
                  <a:lnTo>
                    <a:pt x="35711" y="32868"/>
                  </a:lnTo>
                  <a:lnTo>
                    <a:pt x="35118" y="32535"/>
                  </a:lnTo>
                  <a:lnTo>
                    <a:pt x="34506" y="32234"/>
                  </a:lnTo>
                  <a:lnTo>
                    <a:pt x="33873" y="31968"/>
                  </a:lnTo>
                  <a:lnTo>
                    <a:pt x="33232" y="31719"/>
                  </a:lnTo>
                  <a:lnTo>
                    <a:pt x="32570" y="31496"/>
                  </a:lnTo>
                  <a:lnTo>
                    <a:pt x="31889" y="31300"/>
                  </a:lnTo>
                  <a:lnTo>
                    <a:pt x="31187" y="31130"/>
                  </a:lnTo>
                  <a:lnTo>
                    <a:pt x="30465" y="30986"/>
                  </a:lnTo>
                  <a:lnTo>
                    <a:pt x="29722" y="30868"/>
                  </a:lnTo>
                  <a:lnTo>
                    <a:pt x="28960" y="30776"/>
                  </a:lnTo>
                  <a:lnTo>
                    <a:pt x="28177" y="30710"/>
                  </a:lnTo>
                  <a:lnTo>
                    <a:pt x="27374" y="30671"/>
                  </a:lnTo>
                  <a:lnTo>
                    <a:pt x="26550" y="30658"/>
                  </a:lnTo>
                  <a:lnTo>
                    <a:pt x="25775" y="30672"/>
                  </a:lnTo>
                  <a:lnTo>
                    <a:pt x="25022" y="30713"/>
                  </a:lnTo>
                  <a:lnTo>
                    <a:pt x="24289" y="30781"/>
                  </a:lnTo>
                  <a:lnTo>
                    <a:pt x="23579" y="30877"/>
                  </a:lnTo>
                  <a:lnTo>
                    <a:pt x="22889" y="31000"/>
                  </a:lnTo>
                  <a:lnTo>
                    <a:pt x="22221" y="31151"/>
                  </a:lnTo>
                  <a:lnTo>
                    <a:pt x="21575" y="31329"/>
                  </a:lnTo>
                  <a:lnTo>
                    <a:pt x="20950" y="31534"/>
                  </a:lnTo>
                  <a:lnTo>
                    <a:pt x="20346" y="31767"/>
                  </a:lnTo>
                  <a:lnTo>
                    <a:pt x="19764" y="32027"/>
                  </a:lnTo>
                  <a:lnTo>
                    <a:pt x="19202" y="32318"/>
                  </a:lnTo>
                  <a:lnTo>
                    <a:pt x="18659" y="32642"/>
                  </a:lnTo>
                  <a:lnTo>
                    <a:pt x="18135" y="32999"/>
                  </a:lnTo>
                  <a:lnTo>
                    <a:pt x="17630" y="33389"/>
                  </a:lnTo>
                  <a:lnTo>
                    <a:pt x="17145" y="33813"/>
                  </a:lnTo>
                  <a:lnTo>
                    <a:pt x="16678" y="34270"/>
                  </a:lnTo>
                  <a:lnTo>
                    <a:pt x="16230" y="34761"/>
                  </a:lnTo>
                  <a:lnTo>
                    <a:pt x="15801" y="35285"/>
                  </a:lnTo>
                  <a:lnTo>
                    <a:pt x="15392" y="35842"/>
                  </a:lnTo>
                  <a:lnTo>
                    <a:pt x="15001" y="36433"/>
                  </a:lnTo>
                  <a:lnTo>
                    <a:pt x="14630" y="37058"/>
                  </a:lnTo>
                  <a:lnTo>
                    <a:pt x="14277" y="37721"/>
                  </a:lnTo>
                  <a:lnTo>
                    <a:pt x="13944" y="38420"/>
                  </a:lnTo>
                  <a:lnTo>
                    <a:pt x="13630" y="39157"/>
                  </a:lnTo>
                  <a:lnTo>
                    <a:pt x="13335" y="39930"/>
                  </a:lnTo>
                  <a:lnTo>
                    <a:pt x="13058" y="40740"/>
                  </a:lnTo>
                  <a:lnTo>
                    <a:pt x="12801" y="41587"/>
                  </a:lnTo>
                  <a:lnTo>
                    <a:pt x="12563" y="42471"/>
                  </a:lnTo>
                  <a:lnTo>
                    <a:pt x="12344" y="43392"/>
                  </a:lnTo>
                  <a:lnTo>
                    <a:pt x="12144" y="44350"/>
                  </a:lnTo>
                  <a:lnTo>
                    <a:pt x="11974" y="45336"/>
                  </a:lnTo>
                  <a:lnTo>
                    <a:pt x="11822" y="46362"/>
                  </a:lnTo>
                  <a:lnTo>
                    <a:pt x="11688" y="47431"/>
                  </a:lnTo>
                  <a:lnTo>
                    <a:pt x="11572" y="48541"/>
                  </a:lnTo>
                  <a:lnTo>
                    <a:pt x="11474" y="49693"/>
                  </a:lnTo>
                  <a:lnTo>
                    <a:pt x="11394" y="50887"/>
                  </a:lnTo>
                  <a:lnTo>
                    <a:pt x="11331" y="52122"/>
                  </a:lnTo>
                  <a:lnTo>
                    <a:pt x="11287" y="53399"/>
                  </a:lnTo>
                  <a:lnTo>
                    <a:pt x="11260" y="547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4329885" y="6572777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5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4397691" y="6572777"/>
              <a:ext cx="62626" cy="66794"/>
            </a:xfrm>
            <a:custGeom>
              <a:avLst/>
              <a:pathLst>
                <a:path w="62626" h="66794">
                  <a:moveTo>
                    <a:pt x="19466" y="66794"/>
                  </a:moveTo>
                  <a:lnTo>
                    <a:pt x="17574" y="66742"/>
                  </a:lnTo>
                  <a:lnTo>
                    <a:pt x="15778" y="66589"/>
                  </a:lnTo>
                  <a:lnTo>
                    <a:pt x="14078" y="66333"/>
                  </a:lnTo>
                  <a:lnTo>
                    <a:pt x="12475" y="65974"/>
                  </a:lnTo>
                  <a:lnTo>
                    <a:pt x="10968" y="65514"/>
                  </a:lnTo>
                  <a:lnTo>
                    <a:pt x="9558" y="64950"/>
                  </a:lnTo>
                  <a:lnTo>
                    <a:pt x="8244" y="64285"/>
                  </a:lnTo>
                  <a:lnTo>
                    <a:pt x="7027" y="63517"/>
                  </a:lnTo>
                  <a:lnTo>
                    <a:pt x="5906" y="62647"/>
                  </a:lnTo>
                  <a:lnTo>
                    <a:pt x="4881" y="61674"/>
                  </a:lnTo>
                  <a:lnTo>
                    <a:pt x="3954" y="60612"/>
                  </a:lnTo>
                  <a:lnTo>
                    <a:pt x="3124" y="59474"/>
                  </a:lnTo>
                  <a:lnTo>
                    <a:pt x="2391" y="58259"/>
                  </a:lnTo>
                  <a:lnTo>
                    <a:pt x="1757" y="56969"/>
                  </a:lnTo>
                  <a:lnTo>
                    <a:pt x="1220" y="55602"/>
                  </a:lnTo>
                  <a:lnTo>
                    <a:pt x="781" y="54159"/>
                  </a:lnTo>
                  <a:lnTo>
                    <a:pt x="439" y="52639"/>
                  </a:lnTo>
                  <a:lnTo>
                    <a:pt x="195" y="51044"/>
                  </a:lnTo>
                  <a:lnTo>
                    <a:pt x="48" y="49372"/>
                  </a:lnTo>
                  <a:lnTo>
                    <a:pt x="0" y="47625"/>
                  </a:lnTo>
                  <a:lnTo>
                    <a:pt x="23" y="46374"/>
                  </a:lnTo>
                  <a:lnTo>
                    <a:pt x="95" y="45169"/>
                  </a:lnTo>
                  <a:lnTo>
                    <a:pt x="214" y="44012"/>
                  </a:lnTo>
                  <a:lnTo>
                    <a:pt x="381" y="42900"/>
                  </a:lnTo>
                  <a:lnTo>
                    <a:pt x="595" y="41835"/>
                  </a:lnTo>
                  <a:lnTo>
                    <a:pt x="857" y="40817"/>
                  </a:lnTo>
                  <a:lnTo>
                    <a:pt x="1166" y="39844"/>
                  </a:lnTo>
                  <a:lnTo>
                    <a:pt x="1524" y="38919"/>
                  </a:lnTo>
                  <a:lnTo>
                    <a:pt x="1928" y="38039"/>
                  </a:lnTo>
                  <a:lnTo>
                    <a:pt x="2381" y="37207"/>
                  </a:lnTo>
                  <a:lnTo>
                    <a:pt x="2883" y="36403"/>
                  </a:lnTo>
                  <a:lnTo>
                    <a:pt x="3414" y="35635"/>
                  </a:lnTo>
                  <a:lnTo>
                    <a:pt x="3974" y="34903"/>
                  </a:lnTo>
                  <a:lnTo>
                    <a:pt x="4562" y="34206"/>
                  </a:lnTo>
                  <a:lnTo>
                    <a:pt x="5179" y="33545"/>
                  </a:lnTo>
                  <a:lnTo>
                    <a:pt x="5824" y="32920"/>
                  </a:lnTo>
                  <a:lnTo>
                    <a:pt x="6498" y="32331"/>
                  </a:lnTo>
                  <a:lnTo>
                    <a:pt x="7200" y="31777"/>
                  </a:lnTo>
                  <a:lnTo>
                    <a:pt x="7931" y="31259"/>
                  </a:lnTo>
                  <a:lnTo>
                    <a:pt x="8691" y="30777"/>
                  </a:lnTo>
                  <a:lnTo>
                    <a:pt x="9488" y="30327"/>
                  </a:lnTo>
                  <a:lnTo>
                    <a:pt x="10306" y="29906"/>
                  </a:lnTo>
                  <a:lnTo>
                    <a:pt x="11145" y="29513"/>
                  </a:lnTo>
                  <a:lnTo>
                    <a:pt x="12006" y="29148"/>
                  </a:lnTo>
                  <a:lnTo>
                    <a:pt x="12888" y="28813"/>
                  </a:lnTo>
                  <a:lnTo>
                    <a:pt x="13792" y="28505"/>
                  </a:lnTo>
                  <a:lnTo>
                    <a:pt x="14717" y="28227"/>
                  </a:lnTo>
                  <a:lnTo>
                    <a:pt x="15663" y="27977"/>
                  </a:lnTo>
                  <a:lnTo>
                    <a:pt x="16631" y="27755"/>
                  </a:lnTo>
                  <a:lnTo>
                    <a:pt x="17621" y="27562"/>
                  </a:lnTo>
                  <a:lnTo>
                    <a:pt x="18623" y="27392"/>
                  </a:lnTo>
                  <a:lnTo>
                    <a:pt x="19628" y="27236"/>
                  </a:lnTo>
                  <a:lnTo>
                    <a:pt x="20637" y="27096"/>
                  </a:lnTo>
                  <a:lnTo>
                    <a:pt x="21650" y="26972"/>
                  </a:lnTo>
                  <a:lnTo>
                    <a:pt x="22666" y="26863"/>
                  </a:lnTo>
                  <a:lnTo>
                    <a:pt x="23686" y="26770"/>
                  </a:lnTo>
                  <a:lnTo>
                    <a:pt x="24709" y="26692"/>
                  </a:lnTo>
                  <a:lnTo>
                    <a:pt x="25736" y="26629"/>
                  </a:lnTo>
                  <a:lnTo>
                    <a:pt x="26767" y="26582"/>
                  </a:lnTo>
                  <a:lnTo>
                    <a:pt x="27801" y="26550"/>
                  </a:lnTo>
                  <a:lnTo>
                    <a:pt x="42267" y="26312"/>
                  </a:lnTo>
                  <a:lnTo>
                    <a:pt x="42267" y="22800"/>
                  </a:lnTo>
                  <a:lnTo>
                    <a:pt x="42258" y="22014"/>
                  </a:lnTo>
                  <a:lnTo>
                    <a:pt x="42233" y="21252"/>
                  </a:lnTo>
                  <a:lnTo>
                    <a:pt x="42192" y="20514"/>
                  </a:lnTo>
                  <a:lnTo>
                    <a:pt x="42133" y="19800"/>
                  </a:lnTo>
                  <a:lnTo>
                    <a:pt x="42058" y="19109"/>
                  </a:lnTo>
                  <a:lnTo>
                    <a:pt x="41967" y="18442"/>
                  </a:lnTo>
                  <a:lnTo>
                    <a:pt x="41858" y="17799"/>
                  </a:lnTo>
                  <a:lnTo>
                    <a:pt x="41733" y="17180"/>
                  </a:lnTo>
                  <a:lnTo>
                    <a:pt x="41592" y="16585"/>
                  </a:lnTo>
                  <a:lnTo>
                    <a:pt x="41433" y="16013"/>
                  </a:lnTo>
                  <a:lnTo>
                    <a:pt x="41258" y="15465"/>
                  </a:lnTo>
                  <a:lnTo>
                    <a:pt x="41064" y="14937"/>
                  </a:lnTo>
                  <a:lnTo>
                    <a:pt x="40853" y="14431"/>
                  </a:lnTo>
                  <a:lnTo>
                    <a:pt x="40624" y="13946"/>
                  </a:lnTo>
                  <a:lnTo>
                    <a:pt x="40377" y="13483"/>
                  </a:lnTo>
                  <a:lnTo>
                    <a:pt x="40112" y="13042"/>
                  </a:lnTo>
                  <a:lnTo>
                    <a:pt x="39829" y="12621"/>
                  </a:lnTo>
                  <a:lnTo>
                    <a:pt x="39528" y="12222"/>
                  </a:lnTo>
                  <a:lnTo>
                    <a:pt x="39210" y="11845"/>
                  </a:lnTo>
                  <a:lnTo>
                    <a:pt x="38873" y="11489"/>
                  </a:lnTo>
                  <a:lnTo>
                    <a:pt x="38519" y="11153"/>
                  </a:lnTo>
                  <a:lnTo>
                    <a:pt x="38147" y="10837"/>
                  </a:lnTo>
                  <a:lnTo>
                    <a:pt x="37757" y="10539"/>
                  </a:lnTo>
                  <a:lnTo>
                    <a:pt x="37349" y="10260"/>
                  </a:lnTo>
                  <a:lnTo>
                    <a:pt x="36924" y="10001"/>
                  </a:lnTo>
                  <a:lnTo>
                    <a:pt x="36480" y="9760"/>
                  </a:lnTo>
                  <a:lnTo>
                    <a:pt x="36019" y="9539"/>
                  </a:lnTo>
                  <a:lnTo>
                    <a:pt x="35540" y="9336"/>
                  </a:lnTo>
                  <a:lnTo>
                    <a:pt x="35043" y="9153"/>
                  </a:lnTo>
                  <a:lnTo>
                    <a:pt x="34528" y="8989"/>
                  </a:lnTo>
                  <a:lnTo>
                    <a:pt x="34006" y="8830"/>
                  </a:lnTo>
                  <a:lnTo>
                    <a:pt x="33466" y="8689"/>
                  </a:lnTo>
                  <a:lnTo>
                    <a:pt x="32906" y="8564"/>
                  </a:lnTo>
                  <a:lnTo>
                    <a:pt x="32327" y="8455"/>
                  </a:lnTo>
                  <a:lnTo>
                    <a:pt x="31730" y="8364"/>
                  </a:lnTo>
                  <a:lnTo>
                    <a:pt x="31113" y="8289"/>
                  </a:lnTo>
                  <a:lnTo>
                    <a:pt x="30477" y="8230"/>
                  </a:lnTo>
                  <a:lnTo>
                    <a:pt x="29822" y="8189"/>
                  </a:lnTo>
                  <a:lnTo>
                    <a:pt x="29148" y="8164"/>
                  </a:lnTo>
                  <a:lnTo>
                    <a:pt x="28455" y="8155"/>
                  </a:lnTo>
                  <a:lnTo>
                    <a:pt x="27842" y="8160"/>
                  </a:lnTo>
                  <a:lnTo>
                    <a:pt x="27241" y="8174"/>
                  </a:lnTo>
                  <a:lnTo>
                    <a:pt x="26652" y="8198"/>
                  </a:lnTo>
                  <a:lnTo>
                    <a:pt x="26074" y="8231"/>
                  </a:lnTo>
                  <a:lnTo>
                    <a:pt x="25509" y="8274"/>
                  </a:lnTo>
                  <a:lnTo>
                    <a:pt x="24955" y="8327"/>
                  </a:lnTo>
                  <a:lnTo>
                    <a:pt x="24413" y="8389"/>
                  </a:lnTo>
                  <a:lnTo>
                    <a:pt x="23883" y="8460"/>
                  </a:lnTo>
                  <a:lnTo>
                    <a:pt x="23366" y="8541"/>
                  </a:lnTo>
                  <a:lnTo>
                    <a:pt x="22860" y="8632"/>
                  </a:lnTo>
                  <a:lnTo>
                    <a:pt x="22366" y="8723"/>
                  </a:lnTo>
                  <a:lnTo>
                    <a:pt x="21886" y="8829"/>
                  </a:lnTo>
                  <a:lnTo>
                    <a:pt x="21418" y="8951"/>
                  </a:lnTo>
                  <a:lnTo>
                    <a:pt x="20964" y="9089"/>
                  </a:lnTo>
                  <a:lnTo>
                    <a:pt x="20523" y="9242"/>
                  </a:lnTo>
                  <a:lnTo>
                    <a:pt x="20095" y="9410"/>
                  </a:lnTo>
                  <a:lnTo>
                    <a:pt x="19680" y="9594"/>
                  </a:lnTo>
                  <a:lnTo>
                    <a:pt x="19278" y="9794"/>
                  </a:lnTo>
                  <a:lnTo>
                    <a:pt x="18889" y="10008"/>
                  </a:lnTo>
                  <a:lnTo>
                    <a:pt x="18514" y="10239"/>
                  </a:lnTo>
                  <a:lnTo>
                    <a:pt x="18152" y="10474"/>
                  </a:lnTo>
                  <a:lnTo>
                    <a:pt x="17804" y="10727"/>
                  </a:lnTo>
                  <a:lnTo>
                    <a:pt x="17471" y="10998"/>
                  </a:lnTo>
                  <a:lnTo>
                    <a:pt x="17152" y="11287"/>
                  </a:lnTo>
                  <a:lnTo>
                    <a:pt x="16847" y="11593"/>
                  </a:lnTo>
                  <a:lnTo>
                    <a:pt x="16556" y="11918"/>
                  </a:lnTo>
                  <a:lnTo>
                    <a:pt x="16280" y="12260"/>
                  </a:lnTo>
                  <a:lnTo>
                    <a:pt x="16018" y="12620"/>
                  </a:lnTo>
                  <a:lnTo>
                    <a:pt x="15771" y="12998"/>
                  </a:lnTo>
                  <a:lnTo>
                    <a:pt x="15537" y="13394"/>
                  </a:lnTo>
                  <a:lnTo>
                    <a:pt x="15319" y="13798"/>
                  </a:lnTo>
                  <a:lnTo>
                    <a:pt x="15116" y="14223"/>
                  </a:lnTo>
                  <a:lnTo>
                    <a:pt x="14928" y="14669"/>
                  </a:lnTo>
                  <a:lnTo>
                    <a:pt x="14756" y="15137"/>
                  </a:lnTo>
                  <a:lnTo>
                    <a:pt x="14600" y="15626"/>
                  </a:lnTo>
                  <a:lnTo>
                    <a:pt x="14458" y="16137"/>
                  </a:lnTo>
                  <a:lnTo>
                    <a:pt x="14333" y="16669"/>
                  </a:lnTo>
                  <a:lnTo>
                    <a:pt x="14223" y="17223"/>
                  </a:lnTo>
                  <a:lnTo>
                    <a:pt x="14128" y="17798"/>
                  </a:lnTo>
                  <a:lnTo>
                    <a:pt x="14049" y="18395"/>
                  </a:lnTo>
                  <a:lnTo>
                    <a:pt x="2857" y="17383"/>
                  </a:lnTo>
                  <a:lnTo>
                    <a:pt x="2987" y="16627"/>
                  </a:lnTo>
                  <a:lnTo>
                    <a:pt x="3138" y="15885"/>
                  </a:lnTo>
                  <a:lnTo>
                    <a:pt x="3311" y="15156"/>
                  </a:lnTo>
                  <a:lnTo>
                    <a:pt x="3505" y="14439"/>
                  </a:lnTo>
                  <a:lnTo>
                    <a:pt x="3720" y="13736"/>
                  </a:lnTo>
                  <a:lnTo>
                    <a:pt x="3957" y="13046"/>
                  </a:lnTo>
                  <a:lnTo>
                    <a:pt x="4216" y="12369"/>
                  </a:lnTo>
                  <a:lnTo>
                    <a:pt x="4495" y="11706"/>
                  </a:lnTo>
                  <a:lnTo>
                    <a:pt x="4797" y="11055"/>
                  </a:lnTo>
                  <a:lnTo>
                    <a:pt x="5119" y="10417"/>
                  </a:lnTo>
                  <a:lnTo>
                    <a:pt x="5466" y="9783"/>
                  </a:lnTo>
                  <a:lnTo>
                    <a:pt x="5841" y="9167"/>
                  </a:lnTo>
                  <a:lnTo>
                    <a:pt x="6243" y="8569"/>
                  </a:lnTo>
                  <a:lnTo>
                    <a:pt x="6672" y="7989"/>
                  </a:lnTo>
                  <a:lnTo>
                    <a:pt x="7128" y="7426"/>
                  </a:lnTo>
                  <a:lnTo>
                    <a:pt x="7612" y="6881"/>
                  </a:lnTo>
                  <a:lnTo>
                    <a:pt x="8124" y="6354"/>
                  </a:lnTo>
                  <a:lnTo>
                    <a:pt x="8662" y="5845"/>
                  </a:lnTo>
                  <a:lnTo>
                    <a:pt x="9229" y="5354"/>
                  </a:lnTo>
                  <a:lnTo>
                    <a:pt x="9822" y="4881"/>
                  </a:lnTo>
                  <a:lnTo>
                    <a:pt x="10456" y="4427"/>
                  </a:lnTo>
                  <a:lnTo>
                    <a:pt x="11120" y="3995"/>
                  </a:lnTo>
                  <a:lnTo>
                    <a:pt x="11813" y="3584"/>
                  </a:lnTo>
                  <a:lnTo>
                    <a:pt x="12537" y="3195"/>
                  </a:lnTo>
                  <a:lnTo>
                    <a:pt x="13290" y="2827"/>
                  </a:lnTo>
                  <a:lnTo>
                    <a:pt x="14073" y="2481"/>
                  </a:lnTo>
                  <a:lnTo>
                    <a:pt x="14885" y="2156"/>
                  </a:lnTo>
                  <a:lnTo>
                    <a:pt x="15728" y="1852"/>
                  </a:lnTo>
                  <a:lnTo>
                    <a:pt x="16600" y="1570"/>
                  </a:lnTo>
                  <a:lnTo>
                    <a:pt x="17502" y="1309"/>
                  </a:lnTo>
                  <a:lnTo>
                    <a:pt x="18449" y="1060"/>
                  </a:lnTo>
                  <a:lnTo>
                    <a:pt x="19435" y="838"/>
                  </a:lnTo>
                  <a:lnTo>
                    <a:pt x="20459" y="641"/>
                  </a:lnTo>
                  <a:lnTo>
                    <a:pt x="21521" y="471"/>
                  </a:lnTo>
                  <a:lnTo>
                    <a:pt x="22621" y="327"/>
                  </a:lnTo>
                  <a:lnTo>
                    <a:pt x="23760" y="209"/>
                  </a:lnTo>
                  <a:lnTo>
                    <a:pt x="24936" y="117"/>
                  </a:lnTo>
                  <a:lnTo>
                    <a:pt x="26150" y="52"/>
                  </a:lnTo>
                  <a:lnTo>
                    <a:pt x="27403" y="13"/>
                  </a:lnTo>
                  <a:lnTo>
                    <a:pt x="28694" y="0"/>
                  </a:lnTo>
                  <a:lnTo>
                    <a:pt x="31062" y="55"/>
                  </a:lnTo>
                  <a:lnTo>
                    <a:pt x="33311" y="223"/>
                  </a:lnTo>
                  <a:lnTo>
                    <a:pt x="35439" y="503"/>
                  </a:lnTo>
                  <a:lnTo>
                    <a:pt x="37447" y="895"/>
                  </a:lnTo>
                  <a:lnTo>
                    <a:pt x="39335" y="1398"/>
                  </a:lnTo>
                  <a:lnTo>
                    <a:pt x="41102" y="2014"/>
                  </a:lnTo>
                  <a:lnTo>
                    <a:pt x="42749" y="2742"/>
                  </a:lnTo>
                  <a:lnTo>
                    <a:pt x="44276" y="3581"/>
                  </a:lnTo>
                  <a:lnTo>
                    <a:pt x="45683" y="4532"/>
                  </a:lnTo>
                  <a:lnTo>
                    <a:pt x="46970" y="5595"/>
                  </a:lnTo>
                  <a:lnTo>
                    <a:pt x="48135" y="6753"/>
                  </a:lnTo>
                  <a:lnTo>
                    <a:pt x="49177" y="8010"/>
                  </a:lnTo>
                  <a:lnTo>
                    <a:pt x="50097" y="9367"/>
                  </a:lnTo>
                  <a:lnTo>
                    <a:pt x="50894" y="10825"/>
                  </a:lnTo>
                  <a:lnTo>
                    <a:pt x="51568" y="12382"/>
                  </a:lnTo>
                  <a:lnTo>
                    <a:pt x="52120" y="14039"/>
                  </a:lnTo>
                  <a:lnTo>
                    <a:pt x="52550" y="15797"/>
                  </a:lnTo>
                  <a:lnTo>
                    <a:pt x="52856" y="17654"/>
                  </a:lnTo>
                  <a:lnTo>
                    <a:pt x="53040" y="19611"/>
                  </a:lnTo>
                  <a:lnTo>
                    <a:pt x="53101" y="21669"/>
                  </a:lnTo>
                  <a:lnTo>
                    <a:pt x="53101" y="49410"/>
                  </a:lnTo>
                  <a:lnTo>
                    <a:pt x="53114" y="50340"/>
                  </a:lnTo>
                  <a:lnTo>
                    <a:pt x="53151" y="51223"/>
                  </a:lnTo>
                  <a:lnTo>
                    <a:pt x="53214" y="52059"/>
                  </a:lnTo>
                  <a:lnTo>
                    <a:pt x="53301" y="52849"/>
                  </a:lnTo>
                  <a:lnTo>
                    <a:pt x="53414" y="53593"/>
                  </a:lnTo>
                  <a:lnTo>
                    <a:pt x="53551" y="54290"/>
                  </a:lnTo>
                  <a:lnTo>
                    <a:pt x="53714" y="54940"/>
                  </a:lnTo>
                  <a:lnTo>
                    <a:pt x="53901" y="55545"/>
                  </a:lnTo>
                  <a:lnTo>
                    <a:pt x="54114" y="56102"/>
                  </a:lnTo>
                  <a:lnTo>
                    <a:pt x="54352" y="56614"/>
                  </a:lnTo>
                  <a:lnTo>
                    <a:pt x="54624" y="57066"/>
                  </a:lnTo>
                  <a:lnTo>
                    <a:pt x="54942" y="57471"/>
                  </a:lnTo>
                  <a:lnTo>
                    <a:pt x="55305" y="57828"/>
                  </a:lnTo>
                  <a:lnTo>
                    <a:pt x="55714" y="58138"/>
                  </a:lnTo>
                  <a:lnTo>
                    <a:pt x="56167" y="58400"/>
                  </a:lnTo>
                  <a:lnTo>
                    <a:pt x="56666" y="58614"/>
                  </a:lnTo>
                  <a:lnTo>
                    <a:pt x="57210" y="58781"/>
                  </a:lnTo>
                  <a:lnTo>
                    <a:pt x="57800" y="58900"/>
                  </a:lnTo>
                  <a:lnTo>
                    <a:pt x="58434" y="58971"/>
                  </a:lnTo>
                  <a:lnTo>
                    <a:pt x="59114" y="58995"/>
                  </a:lnTo>
                  <a:lnTo>
                    <a:pt x="59293" y="58994"/>
                  </a:lnTo>
                  <a:lnTo>
                    <a:pt x="59471" y="58990"/>
                  </a:lnTo>
                  <a:lnTo>
                    <a:pt x="59650" y="58984"/>
                  </a:lnTo>
                  <a:lnTo>
                    <a:pt x="59828" y="58976"/>
                  </a:lnTo>
                  <a:lnTo>
                    <a:pt x="60007" y="58965"/>
                  </a:lnTo>
                  <a:lnTo>
                    <a:pt x="60186" y="58952"/>
                  </a:lnTo>
                  <a:lnTo>
                    <a:pt x="60364" y="58937"/>
                  </a:lnTo>
                  <a:lnTo>
                    <a:pt x="60543" y="58919"/>
                  </a:lnTo>
                  <a:lnTo>
                    <a:pt x="60721" y="58899"/>
                  </a:lnTo>
                  <a:lnTo>
                    <a:pt x="60900" y="58876"/>
                  </a:lnTo>
                  <a:lnTo>
                    <a:pt x="61078" y="58851"/>
                  </a:lnTo>
                  <a:lnTo>
                    <a:pt x="61255" y="58826"/>
                  </a:lnTo>
                  <a:lnTo>
                    <a:pt x="61430" y="58799"/>
                  </a:lnTo>
                  <a:lnTo>
                    <a:pt x="61605" y="58771"/>
                  </a:lnTo>
                  <a:lnTo>
                    <a:pt x="61778" y="58742"/>
                  </a:lnTo>
                  <a:lnTo>
                    <a:pt x="61950" y="58712"/>
                  </a:lnTo>
                  <a:lnTo>
                    <a:pt x="62121" y="58680"/>
                  </a:lnTo>
                  <a:lnTo>
                    <a:pt x="62291" y="58647"/>
                  </a:lnTo>
                  <a:lnTo>
                    <a:pt x="62459" y="58613"/>
                  </a:lnTo>
                  <a:lnTo>
                    <a:pt x="62626" y="58578"/>
                  </a:lnTo>
                  <a:lnTo>
                    <a:pt x="62626" y="65246"/>
                  </a:lnTo>
                  <a:lnTo>
                    <a:pt x="62222" y="65339"/>
                  </a:lnTo>
                  <a:lnTo>
                    <a:pt x="61817" y="65427"/>
                  </a:lnTo>
                  <a:lnTo>
                    <a:pt x="61412" y="65510"/>
                  </a:lnTo>
                  <a:lnTo>
                    <a:pt x="61007" y="65589"/>
                  </a:lnTo>
                  <a:lnTo>
                    <a:pt x="60602" y="65662"/>
                  </a:lnTo>
                  <a:lnTo>
                    <a:pt x="60198" y="65732"/>
                  </a:lnTo>
                  <a:lnTo>
                    <a:pt x="59793" y="65796"/>
                  </a:lnTo>
                  <a:lnTo>
                    <a:pt x="59388" y="65855"/>
                  </a:lnTo>
                  <a:lnTo>
                    <a:pt x="58983" y="65910"/>
                  </a:lnTo>
                  <a:lnTo>
                    <a:pt x="58578" y="65960"/>
                  </a:lnTo>
                  <a:lnTo>
                    <a:pt x="58182" y="66005"/>
                  </a:lnTo>
                  <a:lnTo>
                    <a:pt x="57781" y="66046"/>
                  </a:lnTo>
                  <a:lnTo>
                    <a:pt x="57373" y="66082"/>
                  </a:lnTo>
                  <a:lnTo>
                    <a:pt x="56959" y="66113"/>
                  </a:lnTo>
                  <a:lnTo>
                    <a:pt x="56539" y="66139"/>
                  </a:lnTo>
                  <a:lnTo>
                    <a:pt x="56114" y="66160"/>
                  </a:lnTo>
                  <a:lnTo>
                    <a:pt x="55682" y="66177"/>
                  </a:lnTo>
                  <a:lnTo>
                    <a:pt x="55245" y="66189"/>
                  </a:lnTo>
                  <a:lnTo>
                    <a:pt x="54801" y="66196"/>
                  </a:lnTo>
                  <a:lnTo>
                    <a:pt x="54352" y="66198"/>
                  </a:lnTo>
                  <a:lnTo>
                    <a:pt x="53753" y="66191"/>
                  </a:lnTo>
                  <a:lnTo>
                    <a:pt x="53170" y="66167"/>
                  </a:lnTo>
                  <a:lnTo>
                    <a:pt x="52605" y="66129"/>
                  </a:lnTo>
                  <a:lnTo>
                    <a:pt x="52056" y="66074"/>
                  </a:lnTo>
                  <a:lnTo>
                    <a:pt x="51524" y="66005"/>
                  </a:lnTo>
                  <a:lnTo>
                    <a:pt x="51008" y="65920"/>
                  </a:lnTo>
                  <a:lnTo>
                    <a:pt x="50509" y="65819"/>
                  </a:lnTo>
                  <a:lnTo>
                    <a:pt x="50027" y="65703"/>
                  </a:lnTo>
                  <a:lnTo>
                    <a:pt x="49562" y="65571"/>
                  </a:lnTo>
                  <a:lnTo>
                    <a:pt x="49113" y="65424"/>
                  </a:lnTo>
                  <a:lnTo>
                    <a:pt x="48692" y="65250"/>
                  </a:lnTo>
                  <a:lnTo>
                    <a:pt x="48286" y="65060"/>
                  </a:lnTo>
                  <a:lnTo>
                    <a:pt x="47897" y="64855"/>
                  </a:lnTo>
                  <a:lnTo>
                    <a:pt x="47522" y="64634"/>
                  </a:lnTo>
                  <a:lnTo>
                    <a:pt x="47163" y="64397"/>
                  </a:lnTo>
                  <a:lnTo>
                    <a:pt x="46820" y="64146"/>
                  </a:lnTo>
                  <a:lnTo>
                    <a:pt x="46492" y="63878"/>
                  </a:lnTo>
                  <a:lnTo>
                    <a:pt x="46179" y="63596"/>
                  </a:lnTo>
                  <a:lnTo>
                    <a:pt x="45882" y="63297"/>
                  </a:lnTo>
                  <a:lnTo>
                    <a:pt x="45600" y="62984"/>
                  </a:lnTo>
                  <a:lnTo>
                    <a:pt x="45333" y="62643"/>
                  </a:lnTo>
                  <a:lnTo>
                    <a:pt x="45079" y="62288"/>
                  </a:lnTo>
                  <a:lnTo>
                    <a:pt x="44838" y="61919"/>
                  </a:lnTo>
                  <a:lnTo>
                    <a:pt x="44610" y="61536"/>
                  </a:lnTo>
                  <a:lnTo>
                    <a:pt x="44395" y="61138"/>
                  </a:lnTo>
                  <a:lnTo>
                    <a:pt x="44193" y="60726"/>
                  </a:lnTo>
                  <a:lnTo>
                    <a:pt x="44004" y="60300"/>
                  </a:lnTo>
                  <a:lnTo>
                    <a:pt x="43829" y="59859"/>
                  </a:lnTo>
                  <a:lnTo>
                    <a:pt x="43666" y="59405"/>
                  </a:lnTo>
                  <a:lnTo>
                    <a:pt x="43517" y="58935"/>
                  </a:lnTo>
                  <a:lnTo>
                    <a:pt x="43379" y="58440"/>
                  </a:lnTo>
                  <a:lnTo>
                    <a:pt x="43253" y="57928"/>
                  </a:lnTo>
                  <a:lnTo>
                    <a:pt x="43136" y="57401"/>
                  </a:lnTo>
                  <a:lnTo>
                    <a:pt x="43031" y="56859"/>
                  </a:lnTo>
                  <a:lnTo>
                    <a:pt x="42936" y="56301"/>
                  </a:lnTo>
                  <a:lnTo>
                    <a:pt x="42852" y="55728"/>
                  </a:lnTo>
                  <a:lnTo>
                    <a:pt x="42779" y="55139"/>
                  </a:lnTo>
                  <a:lnTo>
                    <a:pt x="42717" y="54535"/>
                  </a:lnTo>
                  <a:lnTo>
                    <a:pt x="42665" y="53915"/>
                  </a:lnTo>
                  <a:lnTo>
                    <a:pt x="42624" y="53280"/>
                  </a:lnTo>
                  <a:lnTo>
                    <a:pt x="42267" y="53280"/>
                  </a:lnTo>
                  <a:lnTo>
                    <a:pt x="41918" y="53893"/>
                  </a:lnTo>
                  <a:lnTo>
                    <a:pt x="41562" y="54494"/>
                  </a:lnTo>
                  <a:lnTo>
                    <a:pt x="41199" y="55084"/>
                  </a:lnTo>
                  <a:lnTo>
                    <a:pt x="40828" y="55661"/>
                  </a:lnTo>
                  <a:lnTo>
                    <a:pt x="40451" y="56227"/>
                  </a:lnTo>
                  <a:lnTo>
                    <a:pt x="40066" y="56780"/>
                  </a:lnTo>
                  <a:lnTo>
                    <a:pt x="39675" y="57322"/>
                  </a:lnTo>
                  <a:lnTo>
                    <a:pt x="39276" y="57852"/>
                  </a:lnTo>
                  <a:lnTo>
                    <a:pt x="38870" y="58370"/>
                  </a:lnTo>
                  <a:lnTo>
                    <a:pt x="38457" y="58876"/>
                  </a:lnTo>
                  <a:lnTo>
                    <a:pt x="38045" y="59369"/>
                  </a:lnTo>
                  <a:lnTo>
                    <a:pt x="37618" y="59847"/>
                  </a:lnTo>
                  <a:lnTo>
                    <a:pt x="37178" y="60312"/>
                  </a:lnTo>
                  <a:lnTo>
                    <a:pt x="36723" y="60762"/>
                  </a:lnTo>
                  <a:lnTo>
                    <a:pt x="36254" y="61198"/>
                  </a:lnTo>
                  <a:lnTo>
                    <a:pt x="35771" y="61619"/>
                  </a:lnTo>
                  <a:lnTo>
                    <a:pt x="35273" y="62026"/>
                  </a:lnTo>
                  <a:lnTo>
                    <a:pt x="34761" y="62419"/>
                  </a:lnTo>
                  <a:lnTo>
                    <a:pt x="34235" y="62798"/>
                  </a:lnTo>
                  <a:lnTo>
                    <a:pt x="33694" y="63162"/>
                  </a:lnTo>
                  <a:lnTo>
                    <a:pt x="33139" y="63500"/>
                  </a:lnTo>
                  <a:lnTo>
                    <a:pt x="32568" y="63822"/>
                  </a:lnTo>
                  <a:lnTo>
                    <a:pt x="31981" y="64128"/>
                  </a:lnTo>
                  <a:lnTo>
                    <a:pt x="31380" y="64419"/>
                  </a:lnTo>
                  <a:lnTo>
                    <a:pt x="30762" y="64695"/>
                  </a:lnTo>
                  <a:lnTo>
                    <a:pt x="30129" y="64955"/>
                  </a:lnTo>
                  <a:lnTo>
                    <a:pt x="29481" y="65200"/>
                  </a:lnTo>
                  <a:lnTo>
                    <a:pt x="28817" y="65429"/>
                  </a:lnTo>
                  <a:lnTo>
                    <a:pt x="28138" y="65643"/>
                  </a:lnTo>
                  <a:lnTo>
                    <a:pt x="27443" y="65841"/>
                  </a:lnTo>
                  <a:lnTo>
                    <a:pt x="26742" y="66022"/>
                  </a:lnTo>
                  <a:lnTo>
                    <a:pt x="26019" y="66184"/>
                  </a:lnTo>
                  <a:lnTo>
                    <a:pt x="25275" y="66327"/>
                  </a:lnTo>
                  <a:lnTo>
                    <a:pt x="24510" y="66451"/>
                  </a:lnTo>
                  <a:lnTo>
                    <a:pt x="23723" y="66555"/>
                  </a:lnTo>
                  <a:lnTo>
                    <a:pt x="22914" y="66641"/>
                  </a:lnTo>
                  <a:lnTo>
                    <a:pt x="22084" y="66708"/>
                  </a:lnTo>
                  <a:lnTo>
                    <a:pt x="21233" y="66755"/>
                  </a:lnTo>
                  <a:lnTo>
                    <a:pt x="20360" y="66784"/>
                  </a:lnTo>
                  <a:close/>
                  <a:moveTo>
                    <a:pt x="21907" y="58757"/>
                  </a:moveTo>
                  <a:lnTo>
                    <a:pt x="22918" y="58738"/>
                  </a:lnTo>
                  <a:lnTo>
                    <a:pt x="23902" y="58683"/>
                  </a:lnTo>
                  <a:lnTo>
                    <a:pt x="24861" y="58591"/>
                  </a:lnTo>
                  <a:lnTo>
                    <a:pt x="25793" y="58462"/>
                  </a:lnTo>
                  <a:lnTo>
                    <a:pt x="26699" y="58295"/>
                  </a:lnTo>
                  <a:lnTo>
                    <a:pt x="27579" y="58092"/>
                  </a:lnTo>
                  <a:lnTo>
                    <a:pt x="28433" y="57853"/>
                  </a:lnTo>
                  <a:lnTo>
                    <a:pt x="29260" y="57576"/>
                  </a:lnTo>
                  <a:lnTo>
                    <a:pt x="30062" y="57262"/>
                  </a:lnTo>
                  <a:lnTo>
                    <a:pt x="30837" y="56911"/>
                  </a:lnTo>
                  <a:lnTo>
                    <a:pt x="31597" y="56520"/>
                  </a:lnTo>
                  <a:lnTo>
                    <a:pt x="32330" y="56109"/>
                  </a:lnTo>
                  <a:lnTo>
                    <a:pt x="33035" y="55677"/>
                  </a:lnTo>
                  <a:lnTo>
                    <a:pt x="33713" y="55225"/>
                  </a:lnTo>
                  <a:lnTo>
                    <a:pt x="34364" y="54753"/>
                  </a:lnTo>
                  <a:lnTo>
                    <a:pt x="34987" y="54261"/>
                  </a:lnTo>
                  <a:lnTo>
                    <a:pt x="35583" y="53748"/>
                  </a:lnTo>
                  <a:lnTo>
                    <a:pt x="36152" y="53216"/>
                  </a:lnTo>
                  <a:lnTo>
                    <a:pt x="36693" y="52663"/>
                  </a:lnTo>
                  <a:lnTo>
                    <a:pt x="37207" y="52089"/>
                  </a:lnTo>
                  <a:lnTo>
                    <a:pt x="37705" y="51501"/>
                  </a:lnTo>
                  <a:lnTo>
                    <a:pt x="38178" y="50901"/>
                  </a:lnTo>
                  <a:lnTo>
                    <a:pt x="38625" y="50291"/>
                  </a:lnTo>
                  <a:lnTo>
                    <a:pt x="39045" y="49670"/>
                  </a:lnTo>
                  <a:lnTo>
                    <a:pt x="39439" y="49038"/>
                  </a:lnTo>
                  <a:lnTo>
                    <a:pt x="39807" y="48396"/>
                  </a:lnTo>
                  <a:lnTo>
                    <a:pt x="40149" y="47743"/>
                  </a:lnTo>
                  <a:lnTo>
                    <a:pt x="40464" y="47079"/>
                  </a:lnTo>
                  <a:lnTo>
                    <a:pt x="40753" y="46405"/>
                  </a:lnTo>
                  <a:lnTo>
                    <a:pt x="41017" y="45720"/>
                  </a:lnTo>
                  <a:lnTo>
                    <a:pt x="41254" y="45032"/>
                  </a:lnTo>
                  <a:lnTo>
                    <a:pt x="41467" y="44350"/>
                  </a:lnTo>
                  <a:lnTo>
                    <a:pt x="41654" y="43675"/>
                  </a:lnTo>
                  <a:lnTo>
                    <a:pt x="41817" y="43005"/>
                  </a:lnTo>
                  <a:lnTo>
                    <a:pt x="41954" y="42341"/>
                  </a:lnTo>
                  <a:lnTo>
                    <a:pt x="42067" y="41683"/>
                  </a:lnTo>
                  <a:lnTo>
                    <a:pt x="42154" y="41031"/>
                  </a:lnTo>
                  <a:lnTo>
                    <a:pt x="42217" y="40386"/>
                  </a:lnTo>
                  <a:lnTo>
                    <a:pt x="42254" y="39746"/>
                  </a:lnTo>
                  <a:lnTo>
                    <a:pt x="42267" y="39112"/>
                  </a:lnTo>
                  <a:lnTo>
                    <a:pt x="42267" y="33813"/>
                  </a:lnTo>
                  <a:lnTo>
                    <a:pt x="30539" y="34051"/>
                  </a:lnTo>
                  <a:lnTo>
                    <a:pt x="29757" y="34068"/>
                  </a:lnTo>
                  <a:lnTo>
                    <a:pt x="28982" y="34094"/>
                  </a:lnTo>
                  <a:lnTo>
                    <a:pt x="28214" y="34130"/>
                  </a:lnTo>
                  <a:lnTo>
                    <a:pt x="27453" y="34175"/>
                  </a:lnTo>
                  <a:lnTo>
                    <a:pt x="26699" y="34230"/>
                  </a:lnTo>
                  <a:lnTo>
                    <a:pt x="25953" y="34294"/>
                  </a:lnTo>
                  <a:lnTo>
                    <a:pt x="25213" y="34368"/>
                  </a:lnTo>
                  <a:lnTo>
                    <a:pt x="24481" y="34451"/>
                  </a:lnTo>
                  <a:lnTo>
                    <a:pt x="23756" y="34544"/>
                  </a:lnTo>
                  <a:lnTo>
                    <a:pt x="23038" y="34647"/>
                  </a:lnTo>
                  <a:lnTo>
                    <a:pt x="22344" y="34752"/>
                  </a:lnTo>
                  <a:lnTo>
                    <a:pt x="21666" y="34878"/>
                  </a:lnTo>
                  <a:lnTo>
                    <a:pt x="21006" y="35024"/>
                  </a:lnTo>
                  <a:lnTo>
                    <a:pt x="20362" y="35190"/>
                  </a:lnTo>
                  <a:lnTo>
                    <a:pt x="19734" y="35376"/>
                  </a:lnTo>
                  <a:lnTo>
                    <a:pt x="19123" y="35583"/>
                  </a:lnTo>
                  <a:lnTo>
                    <a:pt x="18529" y="35809"/>
                  </a:lnTo>
                  <a:lnTo>
                    <a:pt x="17952" y="36056"/>
                  </a:lnTo>
                  <a:lnTo>
                    <a:pt x="17391" y="36324"/>
                  </a:lnTo>
                  <a:lnTo>
                    <a:pt x="16847" y="36611"/>
                  </a:lnTo>
                  <a:lnTo>
                    <a:pt x="16322" y="36921"/>
                  </a:lnTo>
                  <a:lnTo>
                    <a:pt x="15818" y="37254"/>
                  </a:lnTo>
                  <a:lnTo>
                    <a:pt x="15336" y="37611"/>
                  </a:lnTo>
                  <a:lnTo>
                    <a:pt x="14875" y="37992"/>
                  </a:lnTo>
                  <a:lnTo>
                    <a:pt x="14436" y="38397"/>
                  </a:lnTo>
                  <a:lnTo>
                    <a:pt x="14018" y="38826"/>
                  </a:lnTo>
                  <a:lnTo>
                    <a:pt x="13621" y="39278"/>
                  </a:lnTo>
                  <a:lnTo>
                    <a:pt x="13246" y="39754"/>
                  </a:lnTo>
                  <a:lnTo>
                    <a:pt x="12893" y="40255"/>
                  </a:lnTo>
                  <a:lnTo>
                    <a:pt x="12561" y="40778"/>
                  </a:lnTo>
                  <a:lnTo>
                    <a:pt x="12267" y="41331"/>
                  </a:lnTo>
                  <a:lnTo>
                    <a:pt x="12003" y="41917"/>
                  </a:lnTo>
                  <a:lnTo>
                    <a:pt x="11771" y="42536"/>
                  </a:lnTo>
                  <a:lnTo>
                    <a:pt x="11570" y="43188"/>
                  </a:lnTo>
                  <a:lnTo>
                    <a:pt x="11400" y="43874"/>
                  </a:lnTo>
                  <a:lnTo>
                    <a:pt x="11260" y="44593"/>
                  </a:lnTo>
                  <a:lnTo>
                    <a:pt x="11152" y="45346"/>
                  </a:lnTo>
                  <a:lnTo>
                    <a:pt x="11075" y="46131"/>
                  </a:lnTo>
                  <a:lnTo>
                    <a:pt x="11028" y="46951"/>
                  </a:lnTo>
                  <a:lnTo>
                    <a:pt x="11013" y="47803"/>
                  </a:lnTo>
                  <a:lnTo>
                    <a:pt x="11041" y="48827"/>
                  </a:lnTo>
                  <a:lnTo>
                    <a:pt x="11125" y="49803"/>
                  </a:lnTo>
                  <a:lnTo>
                    <a:pt x="11265" y="50732"/>
                  </a:lnTo>
                  <a:lnTo>
                    <a:pt x="11460" y="51613"/>
                  </a:lnTo>
                  <a:lnTo>
                    <a:pt x="11712" y="52447"/>
                  </a:lnTo>
                  <a:lnTo>
                    <a:pt x="12020" y="53232"/>
                  </a:lnTo>
                  <a:lnTo>
                    <a:pt x="12384" y="53971"/>
                  </a:lnTo>
                  <a:lnTo>
                    <a:pt x="12803" y="54661"/>
                  </a:lnTo>
                  <a:lnTo>
                    <a:pt x="13279" y="55304"/>
                  </a:lnTo>
                  <a:lnTo>
                    <a:pt x="13811" y="55899"/>
                  </a:lnTo>
                  <a:lnTo>
                    <a:pt x="14406" y="56442"/>
                  </a:lnTo>
                  <a:lnTo>
                    <a:pt x="15049" y="56928"/>
                  </a:lnTo>
                  <a:lnTo>
                    <a:pt x="15740" y="57357"/>
                  </a:lnTo>
                  <a:lnTo>
                    <a:pt x="16478" y="57728"/>
                  </a:lnTo>
                  <a:lnTo>
                    <a:pt x="17264" y="58042"/>
                  </a:lnTo>
                  <a:lnTo>
                    <a:pt x="18097" y="58300"/>
                  </a:lnTo>
                  <a:lnTo>
                    <a:pt x="18978" y="58500"/>
                  </a:lnTo>
                  <a:lnTo>
                    <a:pt x="19907" y="58643"/>
                  </a:lnTo>
                  <a:lnTo>
                    <a:pt x="20883" y="587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4468533" y="6550036"/>
              <a:ext cx="10715" cy="88344"/>
            </a:xfrm>
            <a:custGeom>
              <a:avLst/>
              <a:pathLst>
                <a:path w="10715" h="88344">
                  <a:moveTo>
                    <a:pt x="0" y="88344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4864466" y="6553251"/>
              <a:ext cx="83224" cy="86320"/>
            </a:xfrm>
            <a:custGeom>
              <a:avLst/>
              <a:pathLst>
                <a:path w="83224" h="86320">
                  <a:moveTo>
                    <a:pt x="83224" y="42802"/>
                  </a:moveTo>
                  <a:lnTo>
                    <a:pt x="83196" y="44749"/>
                  </a:lnTo>
                  <a:lnTo>
                    <a:pt x="83110" y="46660"/>
                  </a:lnTo>
                  <a:lnTo>
                    <a:pt x="82967" y="48535"/>
                  </a:lnTo>
                  <a:lnTo>
                    <a:pt x="82767" y="50375"/>
                  </a:lnTo>
                  <a:lnTo>
                    <a:pt x="82510" y="52179"/>
                  </a:lnTo>
                  <a:lnTo>
                    <a:pt x="82195" y="53947"/>
                  </a:lnTo>
                  <a:lnTo>
                    <a:pt x="81824" y="55679"/>
                  </a:lnTo>
                  <a:lnTo>
                    <a:pt x="81395" y="57376"/>
                  </a:lnTo>
                  <a:lnTo>
                    <a:pt x="80910" y="59037"/>
                  </a:lnTo>
                  <a:lnTo>
                    <a:pt x="80367" y="60662"/>
                  </a:lnTo>
                  <a:lnTo>
                    <a:pt x="79781" y="62246"/>
                  </a:lnTo>
                  <a:lnTo>
                    <a:pt x="79145" y="63784"/>
                  </a:lnTo>
                  <a:lnTo>
                    <a:pt x="78458" y="65275"/>
                  </a:lnTo>
                  <a:lnTo>
                    <a:pt x="77719" y="66720"/>
                  </a:lnTo>
                  <a:lnTo>
                    <a:pt x="76929" y="68118"/>
                  </a:lnTo>
                  <a:lnTo>
                    <a:pt x="76088" y="69470"/>
                  </a:lnTo>
                  <a:lnTo>
                    <a:pt x="75195" y="70776"/>
                  </a:lnTo>
                  <a:lnTo>
                    <a:pt x="74252" y="72035"/>
                  </a:lnTo>
                  <a:lnTo>
                    <a:pt x="73257" y="73247"/>
                  </a:lnTo>
                  <a:lnTo>
                    <a:pt x="72211" y="74414"/>
                  </a:lnTo>
                  <a:lnTo>
                    <a:pt x="71116" y="75530"/>
                  </a:lnTo>
                  <a:lnTo>
                    <a:pt x="69973" y="76595"/>
                  </a:lnTo>
                  <a:lnTo>
                    <a:pt x="68782" y="77607"/>
                  </a:lnTo>
                  <a:lnTo>
                    <a:pt x="67544" y="78566"/>
                  </a:lnTo>
                  <a:lnTo>
                    <a:pt x="66258" y="79474"/>
                  </a:lnTo>
                  <a:lnTo>
                    <a:pt x="64924" y="80329"/>
                  </a:lnTo>
                  <a:lnTo>
                    <a:pt x="63543" y="81131"/>
                  </a:lnTo>
                  <a:lnTo>
                    <a:pt x="62114" y="81881"/>
                  </a:lnTo>
                  <a:lnTo>
                    <a:pt x="60638" y="82579"/>
                  </a:lnTo>
                  <a:lnTo>
                    <a:pt x="59114" y="83224"/>
                  </a:lnTo>
                  <a:lnTo>
                    <a:pt x="57545" y="83812"/>
                  </a:lnTo>
                  <a:lnTo>
                    <a:pt x="55935" y="84339"/>
                  </a:lnTo>
                  <a:lnTo>
                    <a:pt x="54283" y="84803"/>
                  </a:lnTo>
                  <a:lnTo>
                    <a:pt x="52589" y="85205"/>
                  </a:lnTo>
                  <a:lnTo>
                    <a:pt x="50854" y="85546"/>
                  </a:lnTo>
                  <a:lnTo>
                    <a:pt x="49077" y="85825"/>
                  </a:lnTo>
                  <a:lnTo>
                    <a:pt x="47258" y="86041"/>
                  </a:lnTo>
                  <a:lnTo>
                    <a:pt x="45398" y="86196"/>
                  </a:lnTo>
                  <a:lnTo>
                    <a:pt x="43496" y="86289"/>
                  </a:lnTo>
                  <a:lnTo>
                    <a:pt x="41552" y="86320"/>
                  </a:lnTo>
                  <a:lnTo>
                    <a:pt x="39506" y="86288"/>
                  </a:lnTo>
                  <a:lnTo>
                    <a:pt x="37511" y="86191"/>
                  </a:lnTo>
                  <a:lnTo>
                    <a:pt x="35568" y="86030"/>
                  </a:lnTo>
                  <a:lnTo>
                    <a:pt x="33675" y="85805"/>
                  </a:lnTo>
                  <a:lnTo>
                    <a:pt x="31834" y="85516"/>
                  </a:lnTo>
                  <a:lnTo>
                    <a:pt x="30044" y="85163"/>
                  </a:lnTo>
                  <a:lnTo>
                    <a:pt x="28305" y="84745"/>
                  </a:lnTo>
                  <a:lnTo>
                    <a:pt x="26617" y="84262"/>
                  </a:lnTo>
                  <a:lnTo>
                    <a:pt x="24981" y="83716"/>
                  </a:lnTo>
                  <a:lnTo>
                    <a:pt x="23395" y="83105"/>
                  </a:lnTo>
                  <a:lnTo>
                    <a:pt x="21862" y="82425"/>
                  </a:lnTo>
                  <a:lnTo>
                    <a:pt x="20381" y="81695"/>
                  </a:lnTo>
                  <a:lnTo>
                    <a:pt x="18952" y="80916"/>
                  </a:lnTo>
                  <a:lnTo>
                    <a:pt x="17576" y="80086"/>
                  </a:lnTo>
                  <a:lnTo>
                    <a:pt x="16252" y="79206"/>
                  </a:lnTo>
                  <a:lnTo>
                    <a:pt x="14980" y="78276"/>
                  </a:lnTo>
                  <a:lnTo>
                    <a:pt x="13761" y="77296"/>
                  </a:lnTo>
                  <a:lnTo>
                    <a:pt x="12594" y="76266"/>
                  </a:lnTo>
                  <a:lnTo>
                    <a:pt x="11480" y="75186"/>
                  </a:lnTo>
                  <a:lnTo>
                    <a:pt x="10417" y="74056"/>
                  </a:lnTo>
                  <a:lnTo>
                    <a:pt x="9407" y="72868"/>
                  </a:lnTo>
                  <a:lnTo>
                    <a:pt x="8448" y="71637"/>
                  </a:lnTo>
                  <a:lnTo>
                    <a:pt x="7540" y="70363"/>
                  </a:lnTo>
                  <a:lnTo>
                    <a:pt x="6684" y="69046"/>
                  </a:lnTo>
                  <a:lnTo>
                    <a:pt x="5878" y="67687"/>
                  </a:lnTo>
                  <a:lnTo>
                    <a:pt x="5124" y="66284"/>
                  </a:lnTo>
                  <a:lnTo>
                    <a:pt x="4421" y="64839"/>
                  </a:lnTo>
                  <a:lnTo>
                    <a:pt x="3769" y="63350"/>
                  </a:lnTo>
                  <a:lnTo>
                    <a:pt x="3168" y="61819"/>
                  </a:lnTo>
                  <a:lnTo>
                    <a:pt x="2619" y="60245"/>
                  </a:lnTo>
                  <a:lnTo>
                    <a:pt x="2121" y="58635"/>
                  </a:lnTo>
                  <a:lnTo>
                    <a:pt x="1676" y="56995"/>
                  </a:lnTo>
                  <a:lnTo>
                    <a:pt x="1283" y="55325"/>
                  </a:lnTo>
                  <a:lnTo>
                    <a:pt x="942" y="53625"/>
                  </a:lnTo>
                  <a:lnTo>
                    <a:pt x="654" y="51896"/>
                  </a:lnTo>
                  <a:lnTo>
                    <a:pt x="419" y="50137"/>
                  </a:lnTo>
                  <a:lnTo>
                    <a:pt x="235" y="48348"/>
                  </a:lnTo>
                  <a:lnTo>
                    <a:pt x="104" y="46529"/>
                  </a:lnTo>
                  <a:lnTo>
                    <a:pt x="26" y="44681"/>
                  </a:lnTo>
                  <a:lnTo>
                    <a:pt x="0" y="42802"/>
                  </a:lnTo>
                  <a:lnTo>
                    <a:pt x="27" y="40857"/>
                  </a:lnTo>
                  <a:lnTo>
                    <a:pt x="109" y="38950"/>
                  </a:lnTo>
                  <a:lnTo>
                    <a:pt x="246" y="37080"/>
                  </a:lnTo>
                  <a:lnTo>
                    <a:pt x="438" y="35249"/>
                  </a:lnTo>
                  <a:lnTo>
                    <a:pt x="684" y="33456"/>
                  </a:lnTo>
                  <a:lnTo>
                    <a:pt x="985" y="31701"/>
                  </a:lnTo>
                  <a:lnTo>
                    <a:pt x="1341" y="29984"/>
                  </a:lnTo>
                  <a:lnTo>
                    <a:pt x="1752" y="28305"/>
                  </a:lnTo>
                  <a:lnTo>
                    <a:pt x="2218" y="26665"/>
                  </a:lnTo>
                  <a:lnTo>
                    <a:pt x="2738" y="25062"/>
                  </a:lnTo>
                  <a:lnTo>
                    <a:pt x="3311" y="23502"/>
                  </a:lnTo>
                  <a:lnTo>
                    <a:pt x="3936" y="21990"/>
                  </a:lnTo>
                  <a:lnTo>
                    <a:pt x="4611" y="20526"/>
                  </a:lnTo>
                  <a:lnTo>
                    <a:pt x="5338" y="19109"/>
                  </a:lnTo>
                  <a:lnTo>
                    <a:pt x="6116" y="17740"/>
                  </a:lnTo>
                  <a:lnTo>
                    <a:pt x="6946" y="16418"/>
                  </a:lnTo>
                  <a:lnTo>
                    <a:pt x="7826" y="15144"/>
                  </a:lnTo>
                  <a:lnTo>
                    <a:pt x="8758" y="13918"/>
                  </a:lnTo>
                  <a:lnTo>
                    <a:pt x="9741" y="12739"/>
                  </a:lnTo>
                  <a:lnTo>
                    <a:pt x="10775" y="11608"/>
                  </a:lnTo>
                  <a:lnTo>
                    <a:pt x="11859" y="10515"/>
                  </a:lnTo>
                  <a:lnTo>
                    <a:pt x="12992" y="9474"/>
                  </a:lnTo>
                  <a:lnTo>
                    <a:pt x="14173" y="8486"/>
                  </a:lnTo>
                  <a:lnTo>
                    <a:pt x="15404" y="7550"/>
                  </a:lnTo>
                  <a:lnTo>
                    <a:pt x="16683" y="6667"/>
                  </a:lnTo>
                  <a:lnTo>
                    <a:pt x="18011" y="5836"/>
                  </a:lnTo>
                  <a:lnTo>
                    <a:pt x="19388" y="5057"/>
                  </a:lnTo>
                  <a:lnTo>
                    <a:pt x="20814" y="4331"/>
                  </a:lnTo>
                  <a:lnTo>
                    <a:pt x="22289" y="3657"/>
                  </a:lnTo>
                  <a:lnTo>
                    <a:pt x="23812" y="3036"/>
                  </a:lnTo>
                  <a:lnTo>
                    <a:pt x="25394" y="2459"/>
                  </a:lnTo>
                  <a:lnTo>
                    <a:pt x="27022" y="1943"/>
                  </a:lnTo>
                  <a:lnTo>
                    <a:pt x="28695" y="1487"/>
                  </a:lnTo>
                  <a:lnTo>
                    <a:pt x="30413" y="1092"/>
                  </a:lnTo>
                  <a:lnTo>
                    <a:pt x="32176" y="759"/>
                  </a:lnTo>
                  <a:lnTo>
                    <a:pt x="33985" y="485"/>
                  </a:lnTo>
                  <a:lnTo>
                    <a:pt x="35839" y="273"/>
                  </a:lnTo>
                  <a:lnTo>
                    <a:pt x="37738" y="121"/>
                  </a:lnTo>
                  <a:lnTo>
                    <a:pt x="39682" y="30"/>
                  </a:lnTo>
                  <a:lnTo>
                    <a:pt x="41671" y="0"/>
                  </a:lnTo>
                  <a:lnTo>
                    <a:pt x="43649" y="30"/>
                  </a:lnTo>
                  <a:lnTo>
                    <a:pt x="45581" y="121"/>
                  </a:lnTo>
                  <a:lnTo>
                    <a:pt x="47469" y="273"/>
                  </a:lnTo>
                  <a:lnTo>
                    <a:pt x="49310" y="485"/>
                  </a:lnTo>
                  <a:lnTo>
                    <a:pt x="51107" y="759"/>
                  </a:lnTo>
                  <a:lnTo>
                    <a:pt x="52858" y="1092"/>
                  </a:lnTo>
                  <a:lnTo>
                    <a:pt x="54565" y="1487"/>
                  </a:lnTo>
                  <a:lnTo>
                    <a:pt x="56226" y="1943"/>
                  </a:lnTo>
                  <a:lnTo>
                    <a:pt x="57841" y="2459"/>
                  </a:lnTo>
                  <a:lnTo>
                    <a:pt x="59412" y="3036"/>
                  </a:lnTo>
                  <a:lnTo>
                    <a:pt x="60946" y="3668"/>
                  </a:lnTo>
                  <a:lnTo>
                    <a:pt x="62429" y="4352"/>
                  </a:lnTo>
                  <a:lnTo>
                    <a:pt x="63860" y="5088"/>
                  </a:lnTo>
                  <a:lnTo>
                    <a:pt x="65241" y="5874"/>
                  </a:lnTo>
                  <a:lnTo>
                    <a:pt x="66570" y="6712"/>
                  </a:lnTo>
                  <a:lnTo>
                    <a:pt x="67848" y="7600"/>
                  </a:lnTo>
                  <a:lnTo>
                    <a:pt x="69075" y="8540"/>
                  </a:lnTo>
                  <a:lnTo>
                    <a:pt x="70251" y="9532"/>
                  </a:lnTo>
                  <a:lnTo>
                    <a:pt x="71376" y="10574"/>
                  </a:lnTo>
                  <a:lnTo>
                    <a:pt x="72449" y="11668"/>
                  </a:lnTo>
                  <a:lnTo>
                    <a:pt x="73483" y="12810"/>
                  </a:lnTo>
                  <a:lnTo>
                    <a:pt x="74466" y="13999"/>
                  </a:lnTo>
                  <a:lnTo>
                    <a:pt x="75398" y="15234"/>
                  </a:lnTo>
                  <a:lnTo>
                    <a:pt x="76278" y="16516"/>
                  </a:lnTo>
                  <a:lnTo>
                    <a:pt x="77107" y="17844"/>
                  </a:lnTo>
                  <a:lnTo>
                    <a:pt x="77885" y="19219"/>
                  </a:lnTo>
                  <a:lnTo>
                    <a:pt x="78612" y="20640"/>
                  </a:lnTo>
                  <a:lnTo>
                    <a:pt x="79288" y="22107"/>
                  </a:lnTo>
                  <a:lnTo>
                    <a:pt x="79912" y="23621"/>
                  </a:lnTo>
                  <a:lnTo>
                    <a:pt x="80486" y="25181"/>
                  </a:lnTo>
                  <a:lnTo>
                    <a:pt x="81006" y="26783"/>
                  </a:lnTo>
                  <a:lnTo>
                    <a:pt x="81472" y="28420"/>
                  </a:lnTo>
                  <a:lnTo>
                    <a:pt x="81882" y="30093"/>
                  </a:lnTo>
                  <a:lnTo>
                    <a:pt x="82238" y="31801"/>
                  </a:lnTo>
                  <a:lnTo>
                    <a:pt x="82540" y="33545"/>
                  </a:lnTo>
                  <a:lnTo>
                    <a:pt x="82786" y="35325"/>
                  </a:lnTo>
                  <a:lnTo>
                    <a:pt x="82978" y="37141"/>
                  </a:lnTo>
                  <a:lnTo>
                    <a:pt x="83115" y="38992"/>
                  </a:lnTo>
                  <a:lnTo>
                    <a:pt x="83197" y="40880"/>
                  </a:lnTo>
                  <a:close/>
                  <a:moveTo>
                    <a:pt x="71616" y="42802"/>
                  </a:moveTo>
                  <a:lnTo>
                    <a:pt x="71596" y="41304"/>
                  </a:lnTo>
                  <a:lnTo>
                    <a:pt x="71537" y="39833"/>
                  </a:lnTo>
                  <a:lnTo>
                    <a:pt x="71439" y="38389"/>
                  </a:lnTo>
                  <a:lnTo>
                    <a:pt x="71301" y="36973"/>
                  </a:lnTo>
                  <a:lnTo>
                    <a:pt x="71124" y="35584"/>
                  </a:lnTo>
                  <a:lnTo>
                    <a:pt x="70908" y="34223"/>
                  </a:lnTo>
                  <a:lnTo>
                    <a:pt x="70653" y="32889"/>
                  </a:lnTo>
                  <a:lnTo>
                    <a:pt x="70358" y="31582"/>
                  </a:lnTo>
                  <a:lnTo>
                    <a:pt x="70024" y="30303"/>
                  </a:lnTo>
                  <a:lnTo>
                    <a:pt x="69651" y="29051"/>
                  </a:lnTo>
                  <a:lnTo>
                    <a:pt x="69251" y="27830"/>
                  </a:lnTo>
                  <a:lnTo>
                    <a:pt x="68813" y="26646"/>
                  </a:lnTo>
                  <a:lnTo>
                    <a:pt x="68337" y="25497"/>
                  </a:lnTo>
                  <a:lnTo>
                    <a:pt x="67822" y="24384"/>
                  </a:lnTo>
                  <a:lnTo>
                    <a:pt x="67270" y="23306"/>
                  </a:lnTo>
                  <a:lnTo>
                    <a:pt x="66679" y="22264"/>
                  </a:lnTo>
                  <a:lnTo>
                    <a:pt x="66051" y="21258"/>
                  </a:lnTo>
                  <a:lnTo>
                    <a:pt x="65384" y="20288"/>
                  </a:lnTo>
                  <a:lnTo>
                    <a:pt x="64679" y="19353"/>
                  </a:lnTo>
                  <a:lnTo>
                    <a:pt x="63936" y="18454"/>
                  </a:lnTo>
                  <a:lnTo>
                    <a:pt x="63168" y="17593"/>
                  </a:lnTo>
                  <a:lnTo>
                    <a:pt x="62362" y="16773"/>
                  </a:lnTo>
                  <a:lnTo>
                    <a:pt x="61520" y="15993"/>
                  </a:lnTo>
                  <a:lnTo>
                    <a:pt x="60640" y="15254"/>
                  </a:lnTo>
                  <a:lnTo>
                    <a:pt x="59724" y="14555"/>
                  </a:lnTo>
                  <a:lnTo>
                    <a:pt x="58771" y="13896"/>
                  </a:lnTo>
                  <a:lnTo>
                    <a:pt x="57781" y="13279"/>
                  </a:lnTo>
                  <a:lnTo>
                    <a:pt x="56754" y="12701"/>
                  </a:lnTo>
                  <a:lnTo>
                    <a:pt x="55690" y="12164"/>
                  </a:lnTo>
                  <a:lnTo>
                    <a:pt x="54590" y="11668"/>
                  </a:lnTo>
                  <a:lnTo>
                    <a:pt x="53453" y="11215"/>
                  </a:lnTo>
                  <a:lnTo>
                    <a:pt x="52282" y="10810"/>
                  </a:lnTo>
                  <a:lnTo>
                    <a:pt x="51077" y="10453"/>
                  </a:lnTo>
                  <a:lnTo>
                    <a:pt x="49837" y="10144"/>
                  </a:lnTo>
                  <a:lnTo>
                    <a:pt x="48562" y="9882"/>
                  </a:lnTo>
                  <a:lnTo>
                    <a:pt x="47253" y="9667"/>
                  </a:lnTo>
                  <a:lnTo>
                    <a:pt x="45909" y="9501"/>
                  </a:lnTo>
                  <a:lnTo>
                    <a:pt x="44531" y="9382"/>
                  </a:lnTo>
                  <a:lnTo>
                    <a:pt x="43119" y="9310"/>
                  </a:lnTo>
                  <a:lnTo>
                    <a:pt x="41671" y="9286"/>
                  </a:lnTo>
                  <a:lnTo>
                    <a:pt x="40190" y="9310"/>
                  </a:lnTo>
                  <a:lnTo>
                    <a:pt x="38745" y="9382"/>
                  </a:lnTo>
                  <a:lnTo>
                    <a:pt x="37337" y="9501"/>
                  </a:lnTo>
                  <a:lnTo>
                    <a:pt x="35966" y="9667"/>
                  </a:lnTo>
                  <a:lnTo>
                    <a:pt x="34632" y="9882"/>
                  </a:lnTo>
                  <a:lnTo>
                    <a:pt x="33335" y="10144"/>
                  </a:lnTo>
                  <a:lnTo>
                    <a:pt x="32074" y="10453"/>
                  </a:lnTo>
                  <a:lnTo>
                    <a:pt x="30851" y="10810"/>
                  </a:lnTo>
                  <a:lnTo>
                    <a:pt x="29665" y="11215"/>
                  </a:lnTo>
                  <a:lnTo>
                    <a:pt x="28515" y="11668"/>
                  </a:lnTo>
                  <a:lnTo>
                    <a:pt x="27402" y="12164"/>
                  </a:lnTo>
                  <a:lnTo>
                    <a:pt x="26327" y="12701"/>
                  </a:lnTo>
                  <a:lnTo>
                    <a:pt x="25288" y="13279"/>
                  </a:lnTo>
                  <a:lnTo>
                    <a:pt x="24286" y="13896"/>
                  </a:lnTo>
                  <a:lnTo>
                    <a:pt x="23321" y="14555"/>
                  </a:lnTo>
                  <a:lnTo>
                    <a:pt x="22393" y="15254"/>
                  </a:lnTo>
                  <a:lnTo>
                    <a:pt x="21502" y="15993"/>
                  </a:lnTo>
                  <a:lnTo>
                    <a:pt x="20647" y="16773"/>
                  </a:lnTo>
                  <a:lnTo>
                    <a:pt x="19830" y="17593"/>
                  </a:lnTo>
                  <a:lnTo>
                    <a:pt x="19050" y="18454"/>
                  </a:lnTo>
                  <a:lnTo>
                    <a:pt x="18318" y="19353"/>
                  </a:lnTo>
                  <a:lnTo>
                    <a:pt x="17623" y="20288"/>
                  </a:lnTo>
                  <a:lnTo>
                    <a:pt x="16965" y="21258"/>
                  </a:lnTo>
                  <a:lnTo>
                    <a:pt x="16344" y="22264"/>
                  </a:lnTo>
                  <a:lnTo>
                    <a:pt x="15760" y="23306"/>
                  </a:lnTo>
                  <a:lnTo>
                    <a:pt x="15213" y="24384"/>
                  </a:lnTo>
                  <a:lnTo>
                    <a:pt x="14703" y="25497"/>
                  </a:lnTo>
                  <a:lnTo>
                    <a:pt x="14230" y="26646"/>
                  </a:lnTo>
                  <a:lnTo>
                    <a:pt x="13793" y="27830"/>
                  </a:lnTo>
                  <a:lnTo>
                    <a:pt x="13394" y="29051"/>
                  </a:lnTo>
                  <a:lnTo>
                    <a:pt x="13043" y="30303"/>
                  </a:lnTo>
                  <a:lnTo>
                    <a:pt x="12730" y="31582"/>
                  </a:lnTo>
                  <a:lnTo>
                    <a:pt x="12453" y="32889"/>
                  </a:lnTo>
                  <a:lnTo>
                    <a:pt x="12213" y="34223"/>
                  </a:lnTo>
                  <a:lnTo>
                    <a:pt x="12010" y="35584"/>
                  </a:lnTo>
                  <a:lnTo>
                    <a:pt x="11844" y="36973"/>
                  </a:lnTo>
                  <a:lnTo>
                    <a:pt x="11715" y="38389"/>
                  </a:lnTo>
                  <a:lnTo>
                    <a:pt x="11622" y="39833"/>
                  </a:lnTo>
                  <a:lnTo>
                    <a:pt x="11567" y="41304"/>
                  </a:lnTo>
                  <a:lnTo>
                    <a:pt x="11549" y="42802"/>
                  </a:lnTo>
                  <a:lnTo>
                    <a:pt x="11568" y="44302"/>
                  </a:lnTo>
                  <a:lnTo>
                    <a:pt x="11625" y="45777"/>
                  </a:lnTo>
                  <a:lnTo>
                    <a:pt x="11720" y="47226"/>
                  </a:lnTo>
                  <a:lnTo>
                    <a:pt x="11853" y="48651"/>
                  </a:lnTo>
                  <a:lnTo>
                    <a:pt x="12025" y="50050"/>
                  </a:lnTo>
                  <a:lnTo>
                    <a:pt x="12234" y="51425"/>
                  </a:lnTo>
                  <a:lnTo>
                    <a:pt x="12482" y="52775"/>
                  </a:lnTo>
                  <a:lnTo>
                    <a:pt x="12768" y="54099"/>
                  </a:lnTo>
                  <a:lnTo>
                    <a:pt x="13092" y="55399"/>
                  </a:lnTo>
                  <a:lnTo>
                    <a:pt x="13454" y="56673"/>
                  </a:lnTo>
                  <a:lnTo>
                    <a:pt x="13864" y="57907"/>
                  </a:lnTo>
                  <a:lnTo>
                    <a:pt x="14311" y="59107"/>
                  </a:lnTo>
                  <a:lnTo>
                    <a:pt x="14793" y="60274"/>
                  </a:lnTo>
                  <a:lnTo>
                    <a:pt x="15311" y="61407"/>
                  </a:lnTo>
                  <a:lnTo>
                    <a:pt x="15865" y="62507"/>
                  </a:lnTo>
                  <a:lnTo>
                    <a:pt x="16454" y="63574"/>
                  </a:lnTo>
                  <a:lnTo>
                    <a:pt x="17079" y="64608"/>
                  </a:lnTo>
                  <a:lnTo>
                    <a:pt x="17740" y="65608"/>
                  </a:lnTo>
                  <a:lnTo>
                    <a:pt x="18436" y="66574"/>
                  </a:lnTo>
                  <a:lnTo>
                    <a:pt x="19169" y="67508"/>
                  </a:lnTo>
                  <a:lnTo>
                    <a:pt x="19948" y="68393"/>
                  </a:lnTo>
                  <a:lnTo>
                    <a:pt x="20764" y="69239"/>
                  </a:lnTo>
                  <a:lnTo>
                    <a:pt x="21615" y="70046"/>
                  </a:lnTo>
                  <a:lnTo>
                    <a:pt x="22502" y="70813"/>
                  </a:lnTo>
                  <a:lnTo>
                    <a:pt x="23425" y="71541"/>
                  </a:lnTo>
                  <a:lnTo>
                    <a:pt x="24384" y="72230"/>
                  </a:lnTo>
                  <a:lnTo>
                    <a:pt x="25378" y="72879"/>
                  </a:lnTo>
                  <a:lnTo>
                    <a:pt x="26408" y="73490"/>
                  </a:lnTo>
                  <a:lnTo>
                    <a:pt x="27473" y="74061"/>
                  </a:lnTo>
                  <a:lnTo>
                    <a:pt x="28575" y="74592"/>
                  </a:lnTo>
                  <a:lnTo>
                    <a:pt x="29722" y="75067"/>
                  </a:lnTo>
                  <a:lnTo>
                    <a:pt x="30903" y="75492"/>
                  </a:lnTo>
                  <a:lnTo>
                    <a:pt x="32118" y="75867"/>
                  </a:lnTo>
                  <a:lnTo>
                    <a:pt x="33366" y="76192"/>
                  </a:lnTo>
                  <a:lnTo>
                    <a:pt x="34647" y="76467"/>
                  </a:lnTo>
                  <a:lnTo>
                    <a:pt x="35961" y="76692"/>
                  </a:lnTo>
                  <a:lnTo>
                    <a:pt x="37309" y="76867"/>
                  </a:lnTo>
                  <a:lnTo>
                    <a:pt x="38690" y="76992"/>
                  </a:lnTo>
                  <a:lnTo>
                    <a:pt x="40105" y="77067"/>
                  </a:lnTo>
                  <a:lnTo>
                    <a:pt x="41552" y="77092"/>
                  </a:lnTo>
                  <a:lnTo>
                    <a:pt x="43102" y="77067"/>
                  </a:lnTo>
                  <a:lnTo>
                    <a:pt x="44607" y="76990"/>
                  </a:lnTo>
                  <a:lnTo>
                    <a:pt x="46069" y="76862"/>
                  </a:lnTo>
                  <a:lnTo>
                    <a:pt x="47486" y="76683"/>
                  </a:lnTo>
                  <a:lnTo>
                    <a:pt x="48860" y="76453"/>
                  </a:lnTo>
                  <a:lnTo>
                    <a:pt x="50189" y="76171"/>
                  </a:lnTo>
                  <a:lnTo>
                    <a:pt x="51474" y="75838"/>
                  </a:lnTo>
                  <a:lnTo>
                    <a:pt x="52716" y="75454"/>
                  </a:lnTo>
                  <a:lnTo>
                    <a:pt x="53913" y="75019"/>
                  </a:lnTo>
                  <a:lnTo>
                    <a:pt x="55066" y="74533"/>
                  </a:lnTo>
                  <a:lnTo>
                    <a:pt x="56188" y="74001"/>
                  </a:lnTo>
                  <a:lnTo>
                    <a:pt x="57269" y="73430"/>
                  </a:lnTo>
                  <a:lnTo>
                    <a:pt x="58307" y="72820"/>
                  </a:lnTo>
                  <a:lnTo>
                    <a:pt x="59305" y="72170"/>
                  </a:lnTo>
                  <a:lnTo>
                    <a:pt x="60260" y="71482"/>
                  </a:lnTo>
                  <a:lnTo>
                    <a:pt x="61174" y="70754"/>
                  </a:lnTo>
                  <a:lnTo>
                    <a:pt x="62046" y="69986"/>
                  </a:lnTo>
                  <a:lnTo>
                    <a:pt x="62876" y="69180"/>
                  </a:lnTo>
                  <a:lnTo>
                    <a:pt x="63665" y="68334"/>
                  </a:lnTo>
                  <a:lnTo>
                    <a:pt x="64412" y="67448"/>
                  </a:lnTo>
                  <a:lnTo>
                    <a:pt x="65131" y="66514"/>
                  </a:lnTo>
                  <a:lnTo>
                    <a:pt x="65810" y="65546"/>
                  </a:lnTo>
                  <a:lnTo>
                    <a:pt x="66450" y="64543"/>
                  </a:lnTo>
                  <a:lnTo>
                    <a:pt x="67051" y="63505"/>
                  </a:lnTo>
                  <a:lnTo>
                    <a:pt x="67612" y="62433"/>
                  </a:lnTo>
                  <a:lnTo>
                    <a:pt x="68134" y="61326"/>
                  </a:lnTo>
                  <a:lnTo>
                    <a:pt x="68617" y="60185"/>
                  </a:lnTo>
                  <a:lnTo>
                    <a:pt x="69061" y="59009"/>
                  </a:lnTo>
                  <a:lnTo>
                    <a:pt x="69465" y="57799"/>
                  </a:lnTo>
                  <a:lnTo>
                    <a:pt x="69830" y="56554"/>
                  </a:lnTo>
                  <a:lnTo>
                    <a:pt x="70169" y="55281"/>
                  </a:lnTo>
                  <a:lnTo>
                    <a:pt x="70473" y="53985"/>
                  </a:lnTo>
                  <a:lnTo>
                    <a:pt x="70740" y="52666"/>
                  </a:lnTo>
                  <a:lnTo>
                    <a:pt x="70973" y="51325"/>
                  </a:lnTo>
                  <a:lnTo>
                    <a:pt x="71169" y="49961"/>
                  </a:lnTo>
                  <a:lnTo>
                    <a:pt x="71330" y="48575"/>
                  </a:lnTo>
                  <a:lnTo>
                    <a:pt x="71455" y="47166"/>
                  </a:lnTo>
                  <a:lnTo>
                    <a:pt x="71544" y="45734"/>
                  </a:lnTo>
                  <a:lnTo>
                    <a:pt x="71598" y="442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4961621" y="6572777"/>
              <a:ext cx="51792" cy="65603"/>
            </a:xfrm>
            <a:custGeom>
              <a:avLst/>
              <a:pathLst>
                <a:path w="51792" h="65603">
                  <a:moveTo>
                    <a:pt x="41017" y="65603"/>
                  </a:moveTo>
                  <a:lnTo>
                    <a:pt x="41017" y="24764"/>
                  </a:lnTo>
                  <a:lnTo>
                    <a:pt x="41009" y="23839"/>
                  </a:lnTo>
                  <a:lnTo>
                    <a:pt x="40988" y="22945"/>
                  </a:lnTo>
                  <a:lnTo>
                    <a:pt x="40952" y="22082"/>
                  </a:lnTo>
                  <a:lnTo>
                    <a:pt x="40902" y="21250"/>
                  </a:lnTo>
                  <a:lnTo>
                    <a:pt x="40838" y="20448"/>
                  </a:lnTo>
                  <a:lnTo>
                    <a:pt x="40759" y="19678"/>
                  </a:lnTo>
                  <a:lnTo>
                    <a:pt x="40666" y="18939"/>
                  </a:lnTo>
                  <a:lnTo>
                    <a:pt x="40559" y="18230"/>
                  </a:lnTo>
                  <a:lnTo>
                    <a:pt x="40438" y="17553"/>
                  </a:lnTo>
                  <a:lnTo>
                    <a:pt x="40302" y="16906"/>
                  </a:lnTo>
                  <a:lnTo>
                    <a:pt x="40162" y="16288"/>
                  </a:lnTo>
                  <a:lnTo>
                    <a:pt x="40005" y="15694"/>
                  </a:lnTo>
                  <a:lnTo>
                    <a:pt x="39829" y="15126"/>
                  </a:lnTo>
                  <a:lnTo>
                    <a:pt x="39635" y="14582"/>
                  </a:lnTo>
                  <a:lnTo>
                    <a:pt x="39424" y="14064"/>
                  </a:lnTo>
                  <a:lnTo>
                    <a:pt x="39195" y="13570"/>
                  </a:lnTo>
                  <a:lnTo>
                    <a:pt x="38948" y="13102"/>
                  </a:lnTo>
                  <a:lnTo>
                    <a:pt x="38683" y="12658"/>
                  </a:lnTo>
                  <a:lnTo>
                    <a:pt x="38400" y="12240"/>
                  </a:lnTo>
                  <a:lnTo>
                    <a:pt x="38100" y="11846"/>
                  </a:lnTo>
                  <a:lnTo>
                    <a:pt x="37780" y="11465"/>
                  </a:lnTo>
                  <a:lnTo>
                    <a:pt x="37440" y="11108"/>
                  </a:lnTo>
                  <a:lnTo>
                    <a:pt x="37080" y="10775"/>
                  </a:lnTo>
                  <a:lnTo>
                    <a:pt x="36699" y="10465"/>
                  </a:lnTo>
                  <a:lnTo>
                    <a:pt x="36299" y="10179"/>
                  </a:lnTo>
                  <a:lnTo>
                    <a:pt x="35878" y="9917"/>
                  </a:lnTo>
                  <a:lnTo>
                    <a:pt x="35437" y="9679"/>
                  </a:lnTo>
                  <a:lnTo>
                    <a:pt x="34975" y="9465"/>
                  </a:lnTo>
                  <a:lnTo>
                    <a:pt x="34494" y="9274"/>
                  </a:lnTo>
                  <a:lnTo>
                    <a:pt x="33992" y="9108"/>
                  </a:lnTo>
                  <a:lnTo>
                    <a:pt x="33479" y="8949"/>
                  </a:lnTo>
                  <a:lnTo>
                    <a:pt x="32942" y="8808"/>
                  </a:lnTo>
                  <a:lnTo>
                    <a:pt x="32379" y="8683"/>
                  </a:lnTo>
                  <a:lnTo>
                    <a:pt x="31792" y="8574"/>
                  </a:lnTo>
                  <a:lnTo>
                    <a:pt x="31179" y="8483"/>
                  </a:lnTo>
                  <a:lnTo>
                    <a:pt x="30541" y="8408"/>
                  </a:lnTo>
                  <a:lnTo>
                    <a:pt x="29879" y="8349"/>
                  </a:lnTo>
                  <a:lnTo>
                    <a:pt x="29191" y="8308"/>
                  </a:lnTo>
                  <a:lnTo>
                    <a:pt x="28479" y="8283"/>
                  </a:lnTo>
                  <a:lnTo>
                    <a:pt x="27741" y="8274"/>
                  </a:lnTo>
                  <a:lnTo>
                    <a:pt x="26986" y="8288"/>
                  </a:lnTo>
                  <a:lnTo>
                    <a:pt x="26246" y="8329"/>
                  </a:lnTo>
                  <a:lnTo>
                    <a:pt x="25519" y="8398"/>
                  </a:lnTo>
                  <a:lnTo>
                    <a:pt x="24807" y="8493"/>
                  </a:lnTo>
                  <a:lnTo>
                    <a:pt x="24110" y="8617"/>
                  </a:lnTo>
                  <a:lnTo>
                    <a:pt x="23426" y="8767"/>
                  </a:lnTo>
                  <a:lnTo>
                    <a:pt x="22757" y="8945"/>
                  </a:lnTo>
                  <a:lnTo>
                    <a:pt x="22102" y="9151"/>
                  </a:lnTo>
                  <a:lnTo>
                    <a:pt x="21462" y="9383"/>
                  </a:lnTo>
                  <a:lnTo>
                    <a:pt x="20835" y="9644"/>
                  </a:lnTo>
                  <a:lnTo>
                    <a:pt x="20237" y="9918"/>
                  </a:lnTo>
                  <a:lnTo>
                    <a:pt x="19654" y="10217"/>
                  </a:lnTo>
                  <a:lnTo>
                    <a:pt x="19089" y="10542"/>
                  </a:lnTo>
                  <a:lnTo>
                    <a:pt x="18540" y="10891"/>
                  </a:lnTo>
                  <a:lnTo>
                    <a:pt x="18008" y="11266"/>
                  </a:lnTo>
                  <a:lnTo>
                    <a:pt x="17492" y="11665"/>
                  </a:lnTo>
                  <a:lnTo>
                    <a:pt x="16993" y="12090"/>
                  </a:lnTo>
                  <a:lnTo>
                    <a:pt x="16511" y="12539"/>
                  </a:lnTo>
                  <a:lnTo>
                    <a:pt x="16046" y="13014"/>
                  </a:lnTo>
                  <a:lnTo>
                    <a:pt x="15597" y="13513"/>
                  </a:lnTo>
                  <a:lnTo>
                    <a:pt x="15178" y="14026"/>
                  </a:lnTo>
                  <a:lnTo>
                    <a:pt x="14778" y="14563"/>
                  </a:lnTo>
                  <a:lnTo>
                    <a:pt x="14397" y="15126"/>
                  </a:lnTo>
                  <a:lnTo>
                    <a:pt x="14035" y="15713"/>
                  </a:lnTo>
                  <a:lnTo>
                    <a:pt x="13692" y="16326"/>
                  </a:lnTo>
                  <a:lnTo>
                    <a:pt x="13368" y="16964"/>
                  </a:lnTo>
                  <a:lnTo>
                    <a:pt x="13063" y="17626"/>
                  </a:lnTo>
                  <a:lnTo>
                    <a:pt x="12777" y="18314"/>
                  </a:lnTo>
                  <a:lnTo>
                    <a:pt x="12511" y="19026"/>
                  </a:lnTo>
                  <a:lnTo>
                    <a:pt x="12263" y="19764"/>
                  </a:lnTo>
                  <a:lnTo>
                    <a:pt x="12037" y="20513"/>
                  </a:lnTo>
                  <a:lnTo>
                    <a:pt x="11834" y="21285"/>
                  </a:lnTo>
                  <a:lnTo>
                    <a:pt x="11656" y="22080"/>
                  </a:lnTo>
                  <a:lnTo>
                    <a:pt x="11501" y="22898"/>
                  </a:lnTo>
                  <a:lnTo>
                    <a:pt x="11370" y="23738"/>
                  </a:lnTo>
                  <a:lnTo>
                    <a:pt x="11263" y="24600"/>
                  </a:lnTo>
                  <a:lnTo>
                    <a:pt x="11179" y="25485"/>
                  </a:lnTo>
                  <a:lnTo>
                    <a:pt x="11120" y="26393"/>
                  </a:lnTo>
                  <a:lnTo>
                    <a:pt x="11084" y="27324"/>
                  </a:lnTo>
                  <a:lnTo>
                    <a:pt x="11072" y="28277"/>
                  </a:lnTo>
                  <a:lnTo>
                    <a:pt x="11072" y="65603"/>
                  </a:lnTo>
                  <a:lnTo>
                    <a:pt x="357" y="65603"/>
                  </a:lnTo>
                  <a:lnTo>
                    <a:pt x="357" y="14942"/>
                  </a:lnTo>
                  <a:lnTo>
                    <a:pt x="356" y="14535"/>
                  </a:lnTo>
                  <a:lnTo>
                    <a:pt x="354" y="14125"/>
                  </a:lnTo>
                  <a:lnTo>
                    <a:pt x="351" y="13711"/>
                  </a:lnTo>
                  <a:lnTo>
                    <a:pt x="347" y="13294"/>
                  </a:lnTo>
                  <a:lnTo>
                    <a:pt x="342" y="12873"/>
                  </a:lnTo>
                  <a:lnTo>
                    <a:pt x="335" y="12449"/>
                  </a:lnTo>
                  <a:lnTo>
                    <a:pt x="328" y="12021"/>
                  </a:lnTo>
                  <a:lnTo>
                    <a:pt x="319" y="11589"/>
                  </a:lnTo>
                  <a:lnTo>
                    <a:pt x="308" y="11154"/>
                  </a:lnTo>
                  <a:lnTo>
                    <a:pt x="297" y="10715"/>
                  </a:lnTo>
                  <a:lnTo>
                    <a:pt x="297" y="10266"/>
                  </a:lnTo>
                  <a:lnTo>
                    <a:pt x="295" y="9822"/>
                  </a:lnTo>
                  <a:lnTo>
                    <a:pt x="292" y="9385"/>
                  </a:lnTo>
                  <a:lnTo>
                    <a:pt x="288" y="8953"/>
                  </a:lnTo>
                  <a:lnTo>
                    <a:pt x="282" y="8527"/>
                  </a:lnTo>
                  <a:lnTo>
                    <a:pt x="276" y="8108"/>
                  </a:lnTo>
                  <a:lnTo>
                    <a:pt x="268" y="7694"/>
                  </a:lnTo>
                  <a:lnTo>
                    <a:pt x="259" y="7286"/>
                  </a:lnTo>
                  <a:lnTo>
                    <a:pt x="249" y="6884"/>
                  </a:lnTo>
                  <a:lnTo>
                    <a:pt x="238" y="6488"/>
                  </a:lnTo>
                  <a:lnTo>
                    <a:pt x="226" y="6090"/>
                  </a:lnTo>
                  <a:lnTo>
                    <a:pt x="214" y="5703"/>
                  </a:lnTo>
                  <a:lnTo>
                    <a:pt x="202" y="5328"/>
                  </a:lnTo>
                  <a:lnTo>
                    <a:pt x="190" y="4964"/>
                  </a:lnTo>
                  <a:lnTo>
                    <a:pt x="178" y="4613"/>
                  </a:lnTo>
                  <a:lnTo>
                    <a:pt x="166" y="4274"/>
                  </a:lnTo>
                  <a:lnTo>
                    <a:pt x="154" y="3946"/>
                  </a:lnTo>
                  <a:lnTo>
                    <a:pt x="142" y="3631"/>
                  </a:lnTo>
                  <a:lnTo>
                    <a:pt x="130" y="3327"/>
                  </a:lnTo>
                  <a:lnTo>
                    <a:pt x="119" y="3036"/>
                  </a:lnTo>
                  <a:lnTo>
                    <a:pt x="107" y="2760"/>
                  </a:lnTo>
                  <a:lnTo>
                    <a:pt x="95" y="2505"/>
                  </a:lnTo>
                  <a:lnTo>
                    <a:pt x="83" y="2269"/>
                  </a:lnTo>
                  <a:lnTo>
                    <a:pt x="71" y="2055"/>
                  </a:lnTo>
                  <a:lnTo>
                    <a:pt x="59" y="1860"/>
                  </a:lnTo>
                  <a:lnTo>
                    <a:pt x="47" y="1685"/>
                  </a:lnTo>
                  <a:lnTo>
                    <a:pt x="35" y="1531"/>
                  </a:lnTo>
                  <a:lnTo>
                    <a:pt x="0" y="1190"/>
                  </a:lnTo>
                  <a:lnTo>
                    <a:pt x="10156" y="1460"/>
                  </a:lnTo>
                  <a:lnTo>
                    <a:pt x="10167" y="1590"/>
                  </a:lnTo>
                  <a:lnTo>
                    <a:pt x="10179" y="1741"/>
                  </a:lnTo>
                  <a:lnTo>
                    <a:pt x="10191" y="1912"/>
                  </a:lnTo>
                  <a:lnTo>
                    <a:pt x="10203" y="2103"/>
                  </a:lnTo>
                  <a:lnTo>
                    <a:pt x="10215" y="2314"/>
                  </a:lnTo>
                  <a:lnTo>
                    <a:pt x="10227" y="2546"/>
                  </a:lnTo>
                  <a:lnTo>
                    <a:pt x="10239" y="2797"/>
                  </a:lnTo>
                  <a:lnTo>
                    <a:pt x="10251" y="3064"/>
                  </a:lnTo>
                  <a:lnTo>
                    <a:pt x="10263" y="3338"/>
                  </a:lnTo>
                  <a:lnTo>
                    <a:pt x="10275" y="3621"/>
                  </a:lnTo>
                  <a:lnTo>
                    <a:pt x="10287" y="3912"/>
                  </a:lnTo>
                  <a:lnTo>
                    <a:pt x="10298" y="4211"/>
                  </a:lnTo>
                  <a:lnTo>
                    <a:pt x="10310" y="4519"/>
                  </a:lnTo>
                  <a:lnTo>
                    <a:pt x="10322" y="4835"/>
                  </a:lnTo>
                  <a:lnTo>
                    <a:pt x="10334" y="5160"/>
                  </a:lnTo>
                  <a:lnTo>
                    <a:pt x="10346" y="5492"/>
                  </a:lnTo>
                  <a:lnTo>
                    <a:pt x="10358" y="5834"/>
                  </a:lnTo>
                  <a:lnTo>
                    <a:pt x="10381" y="6168"/>
                  </a:lnTo>
                  <a:lnTo>
                    <a:pt x="10403" y="6505"/>
                  </a:lnTo>
                  <a:lnTo>
                    <a:pt x="10424" y="6844"/>
                  </a:lnTo>
                  <a:lnTo>
                    <a:pt x="10444" y="7186"/>
                  </a:lnTo>
                  <a:lnTo>
                    <a:pt x="10462" y="7530"/>
                  </a:lnTo>
                  <a:lnTo>
                    <a:pt x="10479" y="7877"/>
                  </a:lnTo>
                  <a:lnTo>
                    <a:pt x="10495" y="8226"/>
                  </a:lnTo>
                  <a:lnTo>
                    <a:pt x="10510" y="8577"/>
                  </a:lnTo>
                  <a:lnTo>
                    <a:pt x="10524" y="8930"/>
                  </a:lnTo>
                  <a:lnTo>
                    <a:pt x="10537" y="9286"/>
                  </a:lnTo>
                  <a:lnTo>
                    <a:pt x="10548" y="9626"/>
                  </a:lnTo>
                  <a:lnTo>
                    <a:pt x="10558" y="9956"/>
                  </a:lnTo>
                  <a:lnTo>
                    <a:pt x="10567" y="10274"/>
                  </a:lnTo>
                  <a:lnTo>
                    <a:pt x="10575" y="10582"/>
                  </a:lnTo>
                  <a:lnTo>
                    <a:pt x="10581" y="10879"/>
                  </a:lnTo>
                  <a:lnTo>
                    <a:pt x="10587" y="11165"/>
                  </a:lnTo>
                  <a:lnTo>
                    <a:pt x="10591" y="11441"/>
                  </a:lnTo>
                  <a:lnTo>
                    <a:pt x="10594" y="11706"/>
                  </a:lnTo>
                  <a:lnTo>
                    <a:pt x="10595" y="11960"/>
                  </a:lnTo>
                  <a:lnTo>
                    <a:pt x="10596" y="12203"/>
                  </a:lnTo>
                  <a:lnTo>
                    <a:pt x="10775" y="12203"/>
                  </a:lnTo>
                  <a:lnTo>
                    <a:pt x="11087" y="11649"/>
                  </a:lnTo>
                  <a:lnTo>
                    <a:pt x="11406" y="11106"/>
                  </a:lnTo>
                  <a:lnTo>
                    <a:pt x="11730" y="10573"/>
                  </a:lnTo>
                  <a:lnTo>
                    <a:pt x="12061" y="10051"/>
                  </a:lnTo>
                  <a:lnTo>
                    <a:pt x="12397" y="9539"/>
                  </a:lnTo>
                  <a:lnTo>
                    <a:pt x="12739" y="9039"/>
                  </a:lnTo>
                  <a:lnTo>
                    <a:pt x="13087" y="8549"/>
                  </a:lnTo>
                  <a:lnTo>
                    <a:pt x="13442" y="8070"/>
                  </a:lnTo>
                  <a:lnTo>
                    <a:pt x="13802" y="7601"/>
                  </a:lnTo>
                  <a:lnTo>
                    <a:pt x="14168" y="7143"/>
                  </a:lnTo>
                  <a:lnTo>
                    <a:pt x="14543" y="6698"/>
                  </a:lnTo>
                  <a:lnTo>
                    <a:pt x="14930" y="6267"/>
                  </a:lnTo>
                  <a:lnTo>
                    <a:pt x="15329" y="5850"/>
                  </a:lnTo>
                  <a:lnTo>
                    <a:pt x="15740" y="5448"/>
                  </a:lnTo>
                  <a:lnTo>
                    <a:pt x="16162" y="5060"/>
                  </a:lnTo>
                  <a:lnTo>
                    <a:pt x="16597" y="4686"/>
                  </a:lnTo>
                  <a:lnTo>
                    <a:pt x="17043" y="4326"/>
                  </a:lnTo>
                  <a:lnTo>
                    <a:pt x="17502" y="3981"/>
                  </a:lnTo>
                  <a:lnTo>
                    <a:pt x="17972" y="3650"/>
                  </a:lnTo>
                  <a:lnTo>
                    <a:pt x="18454" y="3333"/>
                  </a:lnTo>
                  <a:lnTo>
                    <a:pt x="18949" y="3020"/>
                  </a:lnTo>
                  <a:lnTo>
                    <a:pt x="19459" y="2721"/>
                  </a:lnTo>
                  <a:lnTo>
                    <a:pt x="19983" y="2438"/>
                  </a:lnTo>
                  <a:lnTo>
                    <a:pt x="20521" y="2171"/>
                  </a:lnTo>
                  <a:lnTo>
                    <a:pt x="21074" y="1919"/>
                  </a:lnTo>
                  <a:lnTo>
                    <a:pt x="21640" y="1683"/>
                  </a:lnTo>
                  <a:lnTo>
                    <a:pt x="22221" y="1462"/>
                  </a:lnTo>
                  <a:lnTo>
                    <a:pt x="22817" y="1257"/>
                  </a:lnTo>
                  <a:lnTo>
                    <a:pt x="23426" y="1067"/>
                  </a:lnTo>
                  <a:lnTo>
                    <a:pt x="24050" y="892"/>
                  </a:lnTo>
                  <a:lnTo>
                    <a:pt x="24691" y="723"/>
                  </a:lnTo>
                  <a:lnTo>
                    <a:pt x="25353" y="571"/>
                  </a:lnTo>
                  <a:lnTo>
                    <a:pt x="26034" y="437"/>
                  </a:lnTo>
                  <a:lnTo>
                    <a:pt x="26736" y="321"/>
                  </a:lnTo>
                  <a:lnTo>
                    <a:pt x="27458" y="223"/>
                  </a:lnTo>
                  <a:lnTo>
                    <a:pt x="28201" y="142"/>
                  </a:lnTo>
                  <a:lnTo>
                    <a:pt x="28963" y="80"/>
                  </a:lnTo>
                  <a:lnTo>
                    <a:pt x="29746" y="35"/>
                  </a:lnTo>
                  <a:lnTo>
                    <a:pt x="30549" y="8"/>
                  </a:lnTo>
                  <a:lnTo>
                    <a:pt x="31372" y="0"/>
                  </a:lnTo>
                  <a:lnTo>
                    <a:pt x="32429" y="13"/>
                  </a:lnTo>
                  <a:lnTo>
                    <a:pt x="33456" y="52"/>
                  </a:lnTo>
                  <a:lnTo>
                    <a:pt x="34453" y="117"/>
                  </a:lnTo>
                  <a:lnTo>
                    <a:pt x="35421" y="209"/>
                  </a:lnTo>
                  <a:lnTo>
                    <a:pt x="36358" y="327"/>
                  </a:lnTo>
                  <a:lnTo>
                    <a:pt x="37266" y="471"/>
                  </a:lnTo>
                  <a:lnTo>
                    <a:pt x="38144" y="641"/>
                  </a:lnTo>
                  <a:lnTo>
                    <a:pt x="38992" y="838"/>
                  </a:lnTo>
                  <a:lnTo>
                    <a:pt x="39811" y="1060"/>
                  </a:lnTo>
                  <a:lnTo>
                    <a:pt x="40600" y="1309"/>
                  </a:lnTo>
                  <a:lnTo>
                    <a:pt x="41360" y="1585"/>
                  </a:lnTo>
                  <a:lnTo>
                    <a:pt x="42093" y="1890"/>
                  </a:lnTo>
                  <a:lnTo>
                    <a:pt x="42798" y="2224"/>
                  </a:lnTo>
                  <a:lnTo>
                    <a:pt x="43476" y="2586"/>
                  </a:lnTo>
                  <a:lnTo>
                    <a:pt x="44127" y="2976"/>
                  </a:lnTo>
                  <a:lnTo>
                    <a:pt x="44750" y="3395"/>
                  </a:lnTo>
                  <a:lnTo>
                    <a:pt x="45346" y="3843"/>
                  </a:lnTo>
                  <a:lnTo>
                    <a:pt x="45915" y="4319"/>
                  </a:lnTo>
                  <a:lnTo>
                    <a:pt x="46456" y="4824"/>
                  </a:lnTo>
                  <a:lnTo>
                    <a:pt x="46970" y="5357"/>
                  </a:lnTo>
                  <a:lnTo>
                    <a:pt x="47456" y="5921"/>
                  </a:lnTo>
                  <a:lnTo>
                    <a:pt x="47915" y="6517"/>
                  </a:lnTo>
                  <a:lnTo>
                    <a:pt x="48347" y="7145"/>
                  </a:lnTo>
                  <a:lnTo>
                    <a:pt x="48751" y="7805"/>
                  </a:lnTo>
                  <a:lnTo>
                    <a:pt x="49128" y="8498"/>
                  </a:lnTo>
                  <a:lnTo>
                    <a:pt x="49477" y="9222"/>
                  </a:lnTo>
                  <a:lnTo>
                    <a:pt x="49799" y="9979"/>
                  </a:lnTo>
                  <a:lnTo>
                    <a:pt x="50094" y="10768"/>
                  </a:lnTo>
                  <a:lnTo>
                    <a:pt x="50361" y="11588"/>
                  </a:lnTo>
                  <a:lnTo>
                    <a:pt x="50601" y="12442"/>
                  </a:lnTo>
                  <a:lnTo>
                    <a:pt x="50827" y="13315"/>
                  </a:lnTo>
                  <a:lnTo>
                    <a:pt x="51030" y="14223"/>
                  </a:lnTo>
                  <a:lnTo>
                    <a:pt x="51208" y="15163"/>
                  </a:lnTo>
                  <a:lnTo>
                    <a:pt x="51363" y="16137"/>
                  </a:lnTo>
                  <a:lnTo>
                    <a:pt x="51494" y="17145"/>
                  </a:lnTo>
                  <a:lnTo>
                    <a:pt x="51601" y="18185"/>
                  </a:lnTo>
                  <a:lnTo>
                    <a:pt x="51685" y="19259"/>
                  </a:lnTo>
                  <a:lnTo>
                    <a:pt x="51744" y="20366"/>
                  </a:lnTo>
                  <a:lnTo>
                    <a:pt x="51780" y="21507"/>
                  </a:lnTo>
                  <a:lnTo>
                    <a:pt x="51792" y="22681"/>
                  </a:lnTo>
                  <a:lnTo>
                    <a:pt x="5179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5026510" y="6572777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5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5094554" y="6601233"/>
              <a:ext cx="29765" cy="9525"/>
            </a:xfrm>
            <a:custGeom>
              <a:avLst/>
              <a:pathLst>
                <a:path w="29765" h="9525">
                  <a:moveTo>
                    <a:pt x="0" y="9525"/>
                  </a:moveTo>
                  <a:lnTo>
                    <a:pt x="0" y="0"/>
                  </a:lnTo>
                  <a:lnTo>
                    <a:pt x="29765" y="0"/>
                  </a:lnTo>
                  <a:lnTo>
                    <a:pt x="29765" y="95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5133130" y="6572956"/>
              <a:ext cx="53161" cy="66615"/>
            </a:xfrm>
            <a:custGeom>
              <a:avLst/>
              <a:pathLst>
                <a:path w="53161" h="66615">
                  <a:moveTo>
                    <a:pt x="53161" y="47625"/>
                  </a:moveTo>
                  <a:lnTo>
                    <a:pt x="53143" y="48520"/>
                  </a:lnTo>
                  <a:lnTo>
                    <a:pt x="53089" y="49396"/>
                  </a:lnTo>
                  <a:lnTo>
                    <a:pt x="53000" y="50253"/>
                  </a:lnTo>
                  <a:lnTo>
                    <a:pt x="52875" y="51092"/>
                  </a:lnTo>
                  <a:lnTo>
                    <a:pt x="52714" y="51911"/>
                  </a:lnTo>
                  <a:lnTo>
                    <a:pt x="52518" y="52711"/>
                  </a:lnTo>
                  <a:lnTo>
                    <a:pt x="52286" y="53492"/>
                  </a:lnTo>
                  <a:lnTo>
                    <a:pt x="52018" y="54254"/>
                  </a:lnTo>
                  <a:lnTo>
                    <a:pt x="51714" y="54997"/>
                  </a:lnTo>
                  <a:lnTo>
                    <a:pt x="51375" y="55721"/>
                  </a:lnTo>
                  <a:lnTo>
                    <a:pt x="51014" y="56413"/>
                  </a:lnTo>
                  <a:lnTo>
                    <a:pt x="50620" y="57083"/>
                  </a:lnTo>
                  <a:lnTo>
                    <a:pt x="50194" y="57732"/>
                  </a:lnTo>
                  <a:lnTo>
                    <a:pt x="49737" y="58359"/>
                  </a:lnTo>
                  <a:lnTo>
                    <a:pt x="49247" y="58965"/>
                  </a:lnTo>
                  <a:lnTo>
                    <a:pt x="48725" y="59550"/>
                  </a:lnTo>
                  <a:lnTo>
                    <a:pt x="48170" y="60113"/>
                  </a:lnTo>
                  <a:lnTo>
                    <a:pt x="47584" y="60655"/>
                  </a:lnTo>
                  <a:lnTo>
                    <a:pt x="46965" y="61175"/>
                  </a:lnTo>
                  <a:lnTo>
                    <a:pt x="46315" y="61674"/>
                  </a:lnTo>
                  <a:lnTo>
                    <a:pt x="45633" y="62139"/>
                  </a:lnTo>
                  <a:lnTo>
                    <a:pt x="44919" y="62584"/>
                  </a:lnTo>
                  <a:lnTo>
                    <a:pt x="44175" y="63006"/>
                  </a:lnTo>
                  <a:lnTo>
                    <a:pt x="43400" y="63407"/>
                  </a:lnTo>
                  <a:lnTo>
                    <a:pt x="42594" y="63787"/>
                  </a:lnTo>
                  <a:lnTo>
                    <a:pt x="41757" y="64146"/>
                  </a:lnTo>
                  <a:lnTo>
                    <a:pt x="40889" y="64483"/>
                  </a:lnTo>
                  <a:lnTo>
                    <a:pt x="39990" y="64798"/>
                  </a:lnTo>
                  <a:lnTo>
                    <a:pt x="39060" y="65092"/>
                  </a:lnTo>
                  <a:lnTo>
                    <a:pt x="38100" y="65365"/>
                  </a:lnTo>
                  <a:lnTo>
                    <a:pt x="37121" y="65602"/>
                  </a:lnTo>
                  <a:lnTo>
                    <a:pt x="36114" y="65815"/>
                  </a:lnTo>
                  <a:lnTo>
                    <a:pt x="35078" y="66002"/>
                  </a:lnTo>
                  <a:lnTo>
                    <a:pt x="34013" y="66165"/>
                  </a:lnTo>
                  <a:lnTo>
                    <a:pt x="32920" y="66302"/>
                  </a:lnTo>
                  <a:lnTo>
                    <a:pt x="31799" y="66415"/>
                  </a:lnTo>
                  <a:lnTo>
                    <a:pt x="30649" y="66502"/>
                  </a:lnTo>
                  <a:lnTo>
                    <a:pt x="29470" y="66565"/>
                  </a:lnTo>
                  <a:lnTo>
                    <a:pt x="28263" y="66602"/>
                  </a:lnTo>
                  <a:lnTo>
                    <a:pt x="27027" y="66615"/>
                  </a:lnTo>
                  <a:lnTo>
                    <a:pt x="25918" y="66606"/>
                  </a:lnTo>
                  <a:lnTo>
                    <a:pt x="24831" y="66579"/>
                  </a:lnTo>
                  <a:lnTo>
                    <a:pt x="23766" y="66535"/>
                  </a:lnTo>
                  <a:lnTo>
                    <a:pt x="22721" y="66472"/>
                  </a:lnTo>
                  <a:lnTo>
                    <a:pt x="21699" y="66392"/>
                  </a:lnTo>
                  <a:lnTo>
                    <a:pt x="20697" y="66294"/>
                  </a:lnTo>
                  <a:lnTo>
                    <a:pt x="19717" y="66177"/>
                  </a:lnTo>
                  <a:lnTo>
                    <a:pt x="18759" y="66043"/>
                  </a:lnTo>
                  <a:lnTo>
                    <a:pt x="17822" y="65892"/>
                  </a:lnTo>
                  <a:lnTo>
                    <a:pt x="16906" y="65722"/>
                  </a:lnTo>
                  <a:lnTo>
                    <a:pt x="16024" y="65545"/>
                  </a:lnTo>
                  <a:lnTo>
                    <a:pt x="15163" y="65346"/>
                  </a:lnTo>
                  <a:lnTo>
                    <a:pt x="14324" y="65125"/>
                  </a:lnTo>
                  <a:lnTo>
                    <a:pt x="13506" y="64884"/>
                  </a:lnTo>
                  <a:lnTo>
                    <a:pt x="12709" y="64621"/>
                  </a:lnTo>
                  <a:lnTo>
                    <a:pt x="11934" y="64336"/>
                  </a:lnTo>
                  <a:lnTo>
                    <a:pt x="11181" y="64030"/>
                  </a:lnTo>
                  <a:lnTo>
                    <a:pt x="10448" y="63703"/>
                  </a:lnTo>
                  <a:lnTo>
                    <a:pt x="9738" y="63354"/>
                  </a:lnTo>
                  <a:lnTo>
                    <a:pt x="9048" y="62984"/>
                  </a:lnTo>
                  <a:lnTo>
                    <a:pt x="8380" y="62591"/>
                  </a:lnTo>
                  <a:lnTo>
                    <a:pt x="7734" y="62174"/>
                  </a:lnTo>
                  <a:lnTo>
                    <a:pt x="7109" y="61733"/>
                  </a:lnTo>
                  <a:lnTo>
                    <a:pt x="6505" y="61269"/>
                  </a:lnTo>
                  <a:lnTo>
                    <a:pt x="5923" y="60781"/>
                  </a:lnTo>
                  <a:lnTo>
                    <a:pt x="5362" y="60269"/>
                  </a:lnTo>
                  <a:lnTo>
                    <a:pt x="4823" y="59733"/>
                  </a:lnTo>
                  <a:lnTo>
                    <a:pt x="4305" y="59174"/>
                  </a:lnTo>
                  <a:lnTo>
                    <a:pt x="3808" y="58590"/>
                  </a:lnTo>
                  <a:lnTo>
                    <a:pt x="3333" y="57983"/>
                  </a:lnTo>
                  <a:lnTo>
                    <a:pt x="2893" y="57338"/>
                  </a:lnTo>
                  <a:lnTo>
                    <a:pt x="2476" y="56666"/>
                  </a:lnTo>
                  <a:lnTo>
                    <a:pt x="2083" y="55967"/>
                  </a:lnTo>
                  <a:lnTo>
                    <a:pt x="1714" y="55240"/>
                  </a:lnTo>
                  <a:lnTo>
                    <a:pt x="1369" y="54485"/>
                  </a:lnTo>
                  <a:lnTo>
                    <a:pt x="1047" y="53704"/>
                  </a:lnTo>
                  <a:lnTo>
                    <a:pt x="750" y="52895"/>
                  </a:lnTo>
                  <a:lnTo>
                    <a:pt x="476" y="52058"/>
                  </a:lnTo>
                  <a:lnTo>
                    <a:pt x="226" y="51195"/>
                  </a:lnTo>
                  <a:lnTo>
                    <a:pt x="0" y="50303"/>
                  </a:lnTo>
                  <a:lnTo>
                    <a:pt x="9465" y="48458"/>
                  </a:lnTo>
                  <a:lnTo>
                    <a:pt x="9768" y="49466"/>
                  </a:lnTo>
                  <a:lnTo>
                    <a:pt x="10129" y="50420"/>
                  </a:lnTo>
                  <a:lnTo>
                    <a:pt x="10549" y="51319"/>
                  </a:lnTo>
                  <a:lnTo>
                    <a:pt x="11027" y="52163"/>
                  </a:lnTo>
                  <a:lnTo>
                    <a:pt x="11563" y="52953"/>
                  </a:lnTo>
                  <a:lnTo>
                    <a:pt x="12158" y="53687"/>
                  </a:lnTo>
                  <a:lnTo>
                    <a:pt x="12811" y="54367"/>
                  </a:lnTo>
                  <a:lnTo>
                    <a:pt x="13523" y="54992"/>
                  </a:lnTo>
                  <a:lnTo>
                    <a:pt x="14292" y="55562"/>
                  </a:lnTo>
                  <a:lnTo>
                    <a:pt x="15120" y="56078"/>
                  </a:lnTo>
                  <a:lnTo>
                    <a:pt x="16011" y="56530"/>
                  </a:lnTo>
                  <a:lnTo>
                    <a:pt x="16968" y="56935"/>
                  </a:lnTo>
                  <a:lnTo>
                    <a:pt x="17992" y="57292"/>
                  </a:lnTo>
                  <a:lnTo>
                    <a:pt x="19083" y="57602"/>
                  </a:lnTo>
                  <a:lnTo>
                    <a:pt x="20240" y="57864"/>
                  </a:lnTo>
                  <a:lnTo>
                    <a:pt x="21464" y="58078"/>
                  </a:lnTo>
                  <a:lnTo>
                    <a:pt x="22755" y="58245"/>
                  </a:lnTo>
                  <a:lnTo>
                    <a:pt x="24112" y="58364"/>
                  </a:lnTo>
                  <a:lnTo>
                    <a:pt x="25536" y="58435"/>
                  </a:lnTo>
                  <a:lnTo>
                    <a:pt x="27027" y="58459"/>
                  </a:lnTo>
                  <a:lnTo>
                    <a:pt x="27711" y="58454"/>
                  </a:lnTo>
                  <a:lnTo>
                    <a:pt x="28384" y="58440"/>
                  </a:lnTo>
                  <a:lnTo>
                    <a:pt x="29045" y="58416"/>
                  </a:lnTo>
                  <a:lnTo>
                    <a:pt x="29694" y="58383"/>
                  </a:lnTo>
                  <a:lnTo>
                    <a:pt x="30331" y="58340"/>
                  </a:lnTo>
                  <a:lnTo>
                    <a:pt x="30956" y="58288"/>
                  </a:lnTo>
                  <a:lnTo>
                    <a:pt x="31569" y="58226"/>
                  </a:lnTo>
                  <a:lnTo>
                    <a:pt x="32170" y="58154"/>
                  </a:lnTo>
                  <a:lnTo>
                    <a:pt x="32760" y="58073"/>
                  </a:lnTo>
                  <a:lnTo>
                    <a:pt x="33337" y="57983"/>
                  </a:lnTo>
                  <a:lnTo>
                    <a:pt x="33912" y="57881"/>
                  </a:lnTo>
                  <a:lnTo>
                    <a:pt x="34470" y="57766"/>
                  </a:lnTo>
                  <a:lnTo>
                    <a:pt x="35012" y="57638"/>
                  </a:lnTo>
                  <a:lnTo>
                    <a:pt x="35537" y="57497"/>
                  </a:lnTo>
                  <a:lnTo>
                    <a:pt x="36046" y="57343"/>
                  </a:lnTo>
                  <a:lnTo>
                    <a:pt x="36537" y="57176"/>
                  </a:lnTo>
                  <a:lnTo>
                    <a:pt x="37012" y="56995"/>
                  </a:lnTo>
                  <a:lnTo>
                    <a:pt x="37471" y="56802"/>
                  </a:lnTo>
                  <a:lnTo>
                    <a:pt x="37913" y="56595"/>
                  </a:lnTo>
                  <a:lnTo>
                    <a:pt x="38338" y="56376"/>
                  </a:lnTo>
                  <a:lnTo>
                    <a:pt x="38745" y="56130"/>
                  </a:lnTo>
                  <a:lnTo>
                    <a:pt x="39133" y="55871"/>
                  </a:lnTo>
                  <a:lnTo>
                    <a:pt x="39502" y="55597"/>
                  </a:lnTo>
                  <a:lnTo>
                    <a:pt x="39852" y="55309"/>
                  </a:lnTo>
                  <a:lnTo>
                    <a:pt x="40183" y="55006"/>
                  </a:lnTo>
                  <a:lnTo>
                    <a:pt x="40495" y="54690"/>
                  </a:lnTo>
                  <a:lnTo>
                    <a:pt x="40788" y="54359"/>
                  </a:lnTo>
                  <a:lnTo>
                    <a:pt x="41062" y="54013"/>
                  </a:lnTo>
                  <a:lnTo>
                    <a:pt x="41317" y="53654"/>
                  </a:lnTo>
                  <a:lnTo>
                    <a:pt x="41552" y="53280"/>
                  </a:lnTo>
                  <a:lnTo>
                    <a:pt x="41779" y="52878"/>
                  </a:lnTo>
                  <a:lnTo>
                    <a:pt x="41981" y="52458"/>
                  </a:lnTo>
                  <a:lnTo>
                    <a:pt x="42160" y="52021"/>
                  </a:lnTo>
                  <a:lnTo>
                    <a:pt x="42314" y="51565"/>
                  </a:lnTo>
                  <a:lnTo>
                    <a:pt x="42445" y="51092"/>
                  </a:lnTo>
                  <a:lnTo>
                    <a:pt x="42552" y="50601"/>
                  </a:lnTo>
                  <a:lnTo>
                    <a:pt x="42636" y="50092"/>
                  </a:lnTo>
                  <a:lnTo>
                    <a:pt x="42695" y="49565"/>
                  </a:lnTo>
                  <a:lnTo>
                    <a:pt x="42731" y="49021"/>
                  </a:lnTo>
                  <a:lnTo>
                    <a:pt x="42743" y="48458"/>
                  </a:lnTo>
                  <a:lnTo>
                    <a:pt x="42729" y="47885"/>
                  </a:lnTo>
                  <a:lnTo>
                    <a:pt x="42688" y="47334"/>
                  </a:lnTo>
                  <a:lnTo>
                    <a:pt x="42620" y="46804"/>
                  </a:lnTo>
                  <a:lnTo>
                    <a:pt x="42524" y="46296"/>
                  </a:lnTo>
                  <a:lnTo>
                    <a:pt x="42401" y="45809"/>
                  </a:lnTo>
                  <a:lnTo>
                    <a:pt x="42250" y="45343"/>
                  </a:lnTo>
                  <a:lnTo>
                    <a:pt x="42072" y="44899"/>
                  </a:lnTo>
                  <a:lnTo>
                    <a:pt x="41867" y="44476"/>
                  </a:lnTo>
                  <a:lnTo>
                    <a:pt x="41634" y="44075"/>
                  </a:lnTo>
                  <a:lnTo>
                    <a:pt x="41374" y="43695"/>
                  </a:lnTo>
                  <a:lnTo>
                    <a:pt x="41089" y="43321"/>
                  </a:lnTo>
                  <a:lnTo>
                    <a:pt x="40783" y="42960"/>
                  </a:lnTo>
                  <a:lnTo>
                    <a:pt x="40456" y="42611"/>
                  </a:lnTo>
                  <a:lnTo>
                    <a:pt x="40107" y="42276"/>
                  </a:lnTo>
                  <a:lnTo>
                    <a:pt x="39737" y="41954"/>
                  </a:lnTo>
                  <a:lnTo>
                    <a:pt x="39345" y="41645"/>
                  </a:lnTo>
                  <a:lnTo>
                    <a:pt x="38932" y="41349"/>
                  </a:lnTo>
                  <a:lnTo>
                    <a:pt x="38497" y="41067"/>
                  </a:lnTo>
                  <a:lnTo>
                    <a:pt x="38041" y="40797"/>
                  </a:lnTo>
                  <a:lnTo>
                    <a:pt x="37564" y="40540"/>
                  </a:lnTo>
                  <a:lnTo>
                    <a:pt x="37065" y="40294"/>
                  </a:lnTo>
                  <a:lnTo>
                    <a:pt x="36545" y="40055"/>
                  </a:lnTo>
                  <a:lnTo>
                    <a:pt x="36003" y="39822"/>
                  </a:lnTo>
                  <a:lnTo>
                    <a:pt x="35440" y="39597"/>
                  </a:lnTo>
                  <a:lnTo>
                    <a:pt x="34855" y="39379"/>
                  </a:lnTo>
                  <a:lnTo>
                    <a:pt x="34249" y="39169"/>
                  </a:lnTo>
                  <a:lnTo>
                    <a:pt x="33622" y="38965"/>
                  </a:lnTo>
                  <a:lnTo>
                    <a:pt x="32973" y="38769"/>
                  </a:lnTo>
                  <a:lnTo>
                    <a:pt x="32302" y="38579"/>
                  </a:lnTo>
                  <a:lnTo>
                    <a:pt x="31611" y="38397"/>
                  </a:lnTo>
                  <a:lnTo>
                    <a:pt x="30913" y="38205"/>
                  </a:lnTo>
                  <a:lnTo>
                    <a:pt x="30201" y="38009"/>
                  </a:lnTo>
                  <a:lnTo>
                    <a:pt x="29475" y="37810"/>
                  </a:lnTo>
                  <a:lnTo>
                    <a:pt x="28734" y="37607"/>
                  </a:lnTo>
                  <a:lnTo>
                    <a:pt x="27979" y="37400"/>
                  </a:lnTo>
                  <a:lnTo>
                    <a:pt x="27210" y="37190"/>
                  </a:lnTo>
                  <a:lnTo>
                    <a:pt x="26427" y="36976"/>
                  </a:lnTo>
                  <a:lnTo>
                    <a:pt x="25629" y="36759"/>
                  </a:lnTo>
                  <a:lnTo>
                    <a:pt x="24817" y="36538"/>
                  </a:lnTo>
                  <a:lnTo>
                    <a:pt x="23991" y="36314"/>
                  </a:lnTo>
                  <a:lnTo>
                    <a:pt x="23217" y="36109"/>
                  </a:lnTo>
                  <a:lnTo>
                    <a:pt x="22445" y="35899"/>
                  </a:lnTo>
                  <a:lnTo>
                    <a:pt x="21674" y="35685"/>
                  </a:lnTo>
                  <a:lnTo>
                    <a:pt x="20904" y="35466"/>
                  </a:lnTo>
                  <a:lnTo>
                    <a:pt x="20136" y="35242"/>
                  </a:lnTo>
                  <a:lnTo>
                    <a:pt x="19369" y="35013"/>
                  </a:lnTo>
                  <a:lnTo>
                    <a:pt x="18602" y="34780"/>
                  </a:lnTo>
                  <a:lnTo>
                    <a:pt x="17837" y="34542"/>
                  </a:lnTo>
                  <a:lnTo>
                    <a:pt x="17074" y="34299"/>
                  </a:lnTo>
                  <a:lnTo>
                    <a:pt x="16311" y="34051"/>
                  </a:lnTo>
                  <a:lnTo>
                    <a:pt x="15556" y="33794"/>
                  </a:lnTo>
                  <a:lnTo>
                    <a:pt x="14816" y="33520"/>
                  </a:lnTo>
                  <a:lnTo>
                    <a:pt x="14089" y="33232"/>
                  </a:lnTo>
                  <a:lnTo>
                    <a:pt x="13377" y="32927"/>
                  </a:lnTo>
                  <a:lnTo>
                    <a:pt x="12680" y="32608"/>
                  </a:lnTo>
                  <a:lnTo>
                    <a:pt x="11996" y="32273"/>
                  </a:lnTo>
                  <a:lnTo>
                    <a:pt x="11327" y="31922"/>
                  </a:lnTo>
                  <a:lnTo>
                    <a:pt x="10672" y="31556"/>
                  </a:lnTo>
                  <a:lnTo>
                    <a:pt x="10032" y="31174"/>
                  </a:lnTo>
                  <a:lnTo>
                    <a:pt x="9405" y="30777"/>
                  </a:lnTo>
                  <a:lnTo>
                    <a:pt x="8810" y="30351"/>
                  </a:lnTo>
                  <a:lnTo>
                    <a:pt x="8236" y="29906"/>
                  </a:lnTo>
                  <a:lnTo>
                    <a:pt x="7686" y="29441"/>
                  </a:lnTo>
                  <a:lnTo>
                    <a:pt x="7158" y="28958"/>
                  </a:lnTo>
                  <a:lnTo>
                    <a:pt x="6652" y="28455"/>
                  </a:lnTo>
                  <a:lnTo>
                    <a:pt x="6169" y="27934"/>
                  </a:lnTo>
                  <a:lnTo>
                    <a:pt x="5709" y="27393"/>
                  </a:lnTo>
                  <a:lnTo>
                    <a:pt x="5272" y="26834"/>
                  </a:lnTo>
                  <a:lnTo>
                    <a:pt x="4857" y="26255"/>
                  </a:lnTo>
                  <a:lnTo>
                    <a:pt x="4464" y="25657"/>
                  </a:lnTo>
                  <a:lnTo>
                    <a:pt x="4102" y="25035"/>
                  </a:lnTo>
                  <a:lnTo>
                    <a:pt x="3779" y="24381"/>
                  </a:lnTo>
                  <a:lnTo>
                    <a:pt x="3493" y="23697"/>
                  </a:lnTo>
                  <a:lnTo>
                    <a:pt x="3245" y="22981"/>
                  </a:lnTo>
                  <a:lnTo>
                    <a:pt x="3036" y="22234"/>
                  </a:lnTo>
                  <a:lnTo>
                    <a:pt x="2864" y="21457"/>
                  </a:lnTo>
                  <a:lnTo>
                    <a:pt x="2731" y="20649"/>
                  </a:lnTo>
                  <a:lnTo>
                    <a:pt x="2636" y="19809"/>
                  </a:lnTo>
                  <a:lnTo>
                    <a:pt x="2578" y="18939"/>
                  </a:lnTo>
                  <a:lnTo>
                    <a:pt x="2559" y="18037"/>
                  </a:lnTo>
                  <a:lnTo>
                    <a:pt x="2622" y="16318"/>
                  </a:lnTo>
                  <a:lnTo>
                    <a:pt x="2809" y="14682"/>
                  </a:lnTo>
                  <a:lnTo>
                    <a:pt x="3122" y="13131"/>
                  </a:lnTo>
                  <a:lnTo>
                    <a:pt x="3559" y="11665"/>
                  </a:lnTo>
                  <a:lnTo>
                    <a:pt x="4122" y="10284"/>
                  </a:lnTo>
                  <a:lnTo>
                    <a:pt x="4810" y="8986"/>
                  </a:lnTo>
                  <a:lnTo>
                    <a:pt x="5622" y="7774"/>
                  </a:lnTo>
                  <a:lnTo>
                    <a:pt x="6560" y="6646"/>
                  </a:lnTo>
                  <a:lnTo>
                    <a:pt x="7622" y="5602"/>
                  </a:lnTo>
                  <a:lnTo>
                    <a:pt x="8810" y="4643"/>
                  </a:lnTo>
                  <a:lnTo>
                    <a:pt x="10129" y="3761"/>
                  </a:lnTo>
                  <a:lnTo>
                    <a:pt x="11563" y="2971"/>
                  </a:lnTo>
                  <a:lnTo>
                    <a:pt x="13111" y="2275"/>
                  </a:lnTo>
                  <a:lnTo>
                    <a:pt x="14773" y="1671"/>
                  </a:lnTo>
                  <a:lnTo>
                    <a:pt x="16549" y="1160"/>
                  </a:lnTo>
                  <a:lnTo>
                    <a:pt x="18440" y="742"/>
                  </a:lnTo>
                  <a:lnTo>
                    <a:pt x="20445" y="417"/>
                  </a:lnTo>
                  <a:lnTo>
                    <a:pt x="22564" y="185"/>
                  </a:lnTo>
                  <a:lnTo>
                    <a:pt x="24798" y="46"/>
                  </a:lnTo>
                  <a:lnTo>
                    <a:pt x="27146" y="0"/>
                  </a:lnTo>
                  <a:lnTo>
                    <a:pt x="29233" y="37"/>
                  </a:lnTo>
                  <a:lnTo>
                    <a:pt x="31232" y="150"/>
                  </a:lnTo>
                  <a:lnTo>
                    <a:pt x="33143" y="337"/>
                  </a:lnTo>
                  <a:lnTo>
                    <a:pt x="34966" y="600"/>
                  </a:lnTo>
                  <a:lnTo>
                    <a:pt x="36701" y="937"/>
                  </a:lnTo>
                  <a:lnTo>
                    <a:pt x="38347" y="1350"/>
                  </a:lnTo>
                  <a:lnTo>
                    <a:pt x="39906" y="1837"/>
                  </a:lnTo>
                  <a:lnTo>
                    <a:pt x="41376" y="2400"/>
                  </a:lnTo>
                  <a:lnTo>
                    <a:pt x="42758" y="3037"/>
                  </a:lnTo>
                  <a:lnTo>
                    <a:pt x="44053" y="3750"/>
                  </a:lnTo>
                  <a:lnTo>
                    <a:pt x="45268" y="4545"/>
                  </a:lnTo>
                  <a:lnTo>
                    <a:pt x="46391" y="5431"/>
                  </a:lnTo>
                  <a:lnTo>
                    <a:pt x="47421" y="6407"/>
                  </a:lnTo>
                  <a:lnTo>
                    <a:pt x="48358" y="7474"/>
                  </a:lnTo>
                  <a:lnTo>
                    <a:pt x="49202" y="8632"/>
                  </a:lnTo>
                  <a:lnTo>
                    <a:pt x="49953" y="9879"/>
                  </a:lnTo>
                  <a:lnTo>
                    <a:pt x="50612" y="11218"/>
                  </a:lnTo>
                  <a:lnTo>
                    <a:pt x="51177" y="12646"/>
                  </a:lnTo>
                  <a:lnTo>
                    <a:pt x="51650" y="14166"/>
                  </a:lnTo>
                  <a:lnTo>
                    <a:pt x="52030" y="15775"/>
                  </a:lnTo>
                  <a:lnTo>
                    <a:pt x="42386" y="16966"/>
                  </a:lnTo>
                  <a:lnTo>
                    <a:pt x="42270" y="16474"/>
                  </a:lnTo>
                  <a:lnTo>
                    <a:pt x="42136" y="15999"/>
                  </a:lnTo>
                  <a:lnTo>
                    <a:pt x="41984" y="15541"/>
                  </a:lnTo>
                  <a:lnTo>
                    <a:pt x="41814" y="15099"/>
                  </a:lnTo>
                  <a:lnTo>
                    <a:pt x="41627" y="14674"/>
                  </a:lnTo>
                  <a:lnTo>
                    <a:pt x="41421" y="14266"/>
                  </a:lnTo>
                  <a:lnTo>
                    <a:pt x="41198" y="13874"/>
                  </a:lnTo>
                  <a:lnTo>
                    <a:pt x="40957" y="13499"/>
                  </a:lnTo>
                  <a:lnTo>
                    <a:pt x="40698" y="13140"/>
                  </a:lnTo>
                  <a:lnTo>
                    <a:pt x="40421" y="12799"/>
                  </a:lnTo>
                  <a:lnTo>
                    <a:pt x="40130" y="12461"/>
                  </a:lnTo>
                  <a:lnTo>
                    <a:pt x="39826" y="12137"/>
                  </a:lnTo>
                  <a:lnTo>
                    <a:pt x="39510" y="11827"/>
                  </a:lnTo>
                  <a:lnTo>
                    <a:pt x="39183" y="11532"/>
                  </a:lnTo>
                  <a:lnTo>
                    <a:pt x="38844" y="11251"/>
                  </a:lnTo>
                  <a:lnTo>
                    <a:pt x="38492" y="10984"/>
                  </a:lnTo>
                  <a:lnTo>
                    <a:pt x="38129" y="10732"/>
                  </a:lnTo>
                  <a:lnTo>
                    <a:pt x="37754" y="10494"/>
                  </a:lnTo>
                  <a:lnTo>
                    <a:pt x="37367" y="10270"/>
                  </a:lnTo>
                  <a:lnTo>
                    <a:pt x="36968" y="10060"/>
                  </a:lnTo>
                  <a:lnTo>
                    <a:pt x="36558" y="9853"/>
                  </a:lnTo>
                  <a:lnTo>
                    <a:pt x="36137" y="9658"/>
                  </a:lnTo>
                  <a:lnTo>
                    <a:pt x="35706" y="9476"/>
                  </a:lnTo>
                  <a:lnTo>
                    <a:pt x="35263" y="9308"/>
                  </a:lnTo>
                  <a:lnTo>
                    <a:pt x="34810" y="9152"/>
                  </a:lnTo>
                  <a:lnTo>
                    <a:pt x="34347" y="9010"/>
                  </a:lnTo>
                  <a:lnTo>
                    <a:pt x="33872" y="8881"/>
                  </a:lnTo>
                  <a:lnTo>
                    <a:pt x="33387" y="8765"/>
                  </a:lnTo>
                  <a:lnTo>
                    <a:pt x="32891" y="8662"/>
                  </a:lnTo>
                  <a:lnTo>
                    <a:pt x="32385" y="8572"/>
                  </a:lnTo>
                  <a:lnTo>
                    <a:pt x="31882" y="8482"/>
                  </a:lnTo>
                  <a:lnTo>
                    <a:pt x="31375" y="8401"/>
                  </a:lnTo>
                  <a:lnTo>
                    <a:pt x="30863" y="8329"/>
                  </a:lnTo>
                  <a:lnTo>
                    <a:pt x="30346" y="8267"/>
                  </a:lnTo>
                  <a:lnTo>
                    <a:pt x="29825" y="8215"/>
                  </a:lnTo>
                  <a:lnTo>
                    <a:pt x="29298" y="8172"/>
                  </a:lnTo>
                  <a:lnTo>
                    <a:pt x="28767" y="8139"/>
                  </a:lnTo>
                  <a:lnTo>
                    <a:pt x="28232" y="8115"/>
                  </a:lnTo>
                  <a:lnTo>
                    <a:pt x="27691" y="8101"/>
                  </a:lnTo>
                  <a:lnTo>
                    <a:pt x="27146" y="8096"/>
                  </a:lnTo>
                  <a:lnTo>
                    <a:pt x="25731" y="8118"/>
                  </a:lnTo>
                  <a:lnTo>
                    <a:pt x="24393" y="8184"/>
                  </a:lnTo>
                  <a:lnTo>
                    <a:pt x="23131" y="8294"/>
                  </a:lnTo>
                  <a:lnTo>
                    <a:pt x="21945" y="8448"/>
                  </a:lnTo>
                  <a:lnTo>
                    <a:pt x="20835" y="8646"/>
                  </a:lnTo>
                  <a:lnTo>
                    <a:pt x="19802" y="8889"/>
                  </a:lnTo>
                  <a:lnTo>
                    <a:pt x="18845" y="9175"/>
                  </a:lnTo>
                  <a:lnTo>
                    <a:pt x="17964" y="9505"/>
                  </a:lnTo>
                  <a:lnTo>
                    <a:pt x="17159" y="9880"/>
                  </a:lnTo>
                  <a:lnTo>
                    <a:pt x="16430" y="10298"/>
                  </a:lnTo>
                  <a:lnTo>
                    <a:pt x="15774" y="10762"/>
                  </a:lnTo>
                  <a:lnTo>
                    <a:pt x="15187" y="11270"/>
                  </a:lnTo>
                  <a:lnTo>
                    <a:pt x="14669" y="11824"/>
                  </a:lnTo>
                  <a:lnTo>
                    <a:pt x="14220" y="12422"/>
                  </a:lnTo>
                  <a:lnTo>
                    <a:pt x="13841" y="13067"/>
                  </a:lnTo>
                  <a:lnTo>
                    <a:pt x="13530" y="13756"/>
                  </a:lnTo>
                  <a:lnTo>
                    <a:pt x="13288" y="14491"/>
                  </a:lnTo>
                  <a:lnTo>
                    <a:pt x="13115" y="15270"/>
                  </a:lnTo>
                  <a:lnTo>
                    <a:pt x="13012" y="16096"/>
                  </a:lnTo>
                  <a:lnTo>
                    <a:pt x="12977" y="16966"/>
                  </a:lnTo>
                  <a:lnTo>
                    <a:pt x="12990" y="17481"/>
                  </a:lnTo>
                  <a:lnTo>
                    <a:pt x="13027" y="17978"/>
                  </a:lnTo>
                  <a:lnTo>
                    <a:pt x="13090" y="18457"/>
                  </a:lnTo>
                  <a:lnTo>
                    <a:pt x="13177" y="18919"/>
                  </a:lnTo>
                  <a:lnTo>
                    <a:pt x="13290" y="19362"/>
                  </a:lnTo>
                  <a:lnTo>
                    <a:pt x="13427" y="19788"/>
                  </a:lnTo>
                  <a:lnTo>
                    <a:pt x="13590" y="20195"/>
                  </a:lnTo>
                  <a:lnTo>
                    <a:pt x="13777" y="20585"/>
                  </a:lnTo>
                  <a:lnTo>
                    <a:pt x="13990" y="20957"/>
                  </a:lnTo>
                  <a:lnTo>
                    <a:pt x="14227" y="21312"/>
                  </a:lnTo>
                  <a:lnTo>
                    <a:pt x="14499" y="21640"/>
                  </a:lnTo>
                  <a:lnTo>
                    <a:pt x="14789" y="21959"/>
                  </a:lnTo>
                  <a:lnTo>
                    <a:pt x="15099" y="22269"/>
                  </a:lnTo>
                  <a:lnTo>
                    <a:pt x="15428" y="22569"/>
                  </a:lnTo>
                  <a:lnTo>
                    <a:pt x="15775" y="22860"/>
                  </a:lnTo>
                  <a:lnTo>
                    <a:pt x="16142" y="23140"/>
                  </a:lnTo>
                  <a:lnTo>
                    <a:pt x="16528" y="23412"/>
                  </a:lnTo>
                  <a:lnTo>
                    <a:pt x="16933" y="23674"/>
                  </a:lnTo>
                  <a:lnTo>
                    <a:pt x="17356" y="23926"/>
                  </a:lnTo>
                  <a:lnTo>
                    <a:pt x="17799" y="24169"/>
                  </a:lnTo>
                  <a:lnTo>
                    <a:pt x="18273" y="24393"/>
                  </a:lnTo>
                  <a:lnTo>
                    <a:pt x="18764" y="24612"/>
                  </a:lnTo>
                  <a:lnTo>
                    <a:pt x="19273" y="24826"/>
                  </a:lnTo>
                  <a:lnTo>
                    <a:pt x="19800" y="25036"/>
                  </a:lnTo>
                  <a:lnTo>
                    <a:pt x="20344" y="25241"/>
                  </a:lnTo>
                  <a:lnTo>
                    <a:pt x="20907" y="25441"/>
                  </a:lnTo>
                  <a:lnTo>
                    <a:pt x="21487" y="25636"/>
                  </a:lnTo>
                  <a:lnTo>
                    <a:pt x="22086" y="25827"/>
                  </a:lnTo>
                  <a:lnTo>
                    <a:pt x="22702" y="26012"/>
                  </a:lnTo>
                  <a:lnTo>
                    <a:pt x="23336" y="26193"/>
                  </a:lnTo>
                  <a:lnTo>
                    <a:pt x="23985" y="26361"/>
                  </a:lnTo>
                  <a:lnTo>
                    <a:pt x="24648" y="26531"/>
                  </a:lnTo>
                  <a:lnTo>
                    <a:pt x="25323" y="26704"/>
                  </a:lnTo>
                  <a:lnTo>
                    <a:pt x="26012" y="26879"/>
                  </a:lnTo>
                  <a:lnTo>
                    <a:pt x="26714" y="27056"/>
                  </a:lnTo>
                  <a:lnTo>
                    <a:pt x="27429" y="27236"/>
                  </a:lnTo>
                  <a:lnTo>
                    <a:pt x="28157" y="27418"/>
                  </a:lnTo>
                  <a:lnTo>
                    <a:pt x="28898" y="27603"/>
                  </a:lnTo>
                  <a:lnTo>
                    <a:pt x="29653" y="27790"/>
                  </a:lnTo>
                  <a:lnTo>
                    <a:pt x="30420" y="27979"/>
                  </a:lnTo>
                  <a:lnTo>
                    <a:pt x="30933" y="28111"/>
                  </a:lnTo>
                  <a:lnTo>
                    <a:pt x="31449" y="28246"/>
                  </a:lnTo>
                  <a:lnTo>
                    <a:pt x="31967" y="28383"/>
                  </a:lnTo>
                  <a:lnTo>
                    <a:pt x="32487" y="28522"/>
                  </a:lnTo>
                  <a:lnTo>
                    <a:pt x="33010" y="28664"/>
                  </a:lnTo>
                  <a:lnTo>
                    <a:pt x="33535" y="28808"/>
                  </a:lnTo>
                  <a:lnTo>
                    <a:pt x="34062" y="28954"/>
                  </a:lnTo>
                  <a:lnTo>
                    <a:pt x="34592" y="29103"/>
                  </a:lnTo>
                  <a:lnTo>
                    <a:pt x="35124" y="29254"/>
                  </a:lnTo>
                  <a:lnTo>
                    <a:pt x="35659" y="29408"/>
                  </a:lnTo>
                  <a:lnTo>
                    <a:pt x="36193" y="29554"/>
                  </a:lnTo>
                  <a:lnTo>
                    <a:pt x="36723" y="29708"/>
                  </a:lnTo>
                  <a:lnTo>
                    <a:pt x="37250" y="29869"/>
                  </a:lnTo>
                  <a:lnTo>
                    <a:pt x="37773" y="30037"/>
                  </a:lnTo>
                  <a:lnTo>
                    <a:pt x="38293" y="30212"/>
                  </a:lnTo>
                  <a:lnTo>
                    <a:pt x="38809" y="30394"/>
                  </a:lnTo>
                  <a:lnTo>
                    <a:pt x="39322" y="30583"/>
                  </a:lnTo>
                  <a:lnTo>
                    <a:pt x="39831" y="30780"/>
                  </a:lnTo>
                  <a:lnTo>
                    <a:pt x="40336" y="30983"/>
                  </a:lnTo>
                  <a:lnTo>
                    <a:pt x="40838" y="31194"/>
                  </a:lnTo>
                  <a:lnTo>
                    <a:pt x="41346" y="31400"/>
                  </a:lnTo>
                  <a:lnTo>
                    <a:pt x="41848" y="31615"/>
                  </a:lnTo>
                  <a:lnTo>
                    <a:pt x="42342" y="31839"/>
                  </a:lnTo>
                  <a:lnTo>
                    <a:pt x="42829" y="32070"/>
                  </a:lnTo>
                  <a:lnTo>
                    <a:pt x="43308" y="32310"/>
                  </a:lnTo>
                  <a:lnTo>
                    <a:pt x="43781" y="32558"/>
                  </a:lnTo>
                  <a:lnTo>
                    <a:pt x="44247" y="32815"/>
                  </a:lnTo>
                  <a:lnTo>
                    <a:pt x="44705" y="33080"/>
                  </a:lnTo>
                  <a:lnTo>
                    <a:pt x="45156" y="33353"/>
                  </a:lnTo>
                  <a:lnTo>
                    <a:pt x="45600" y="33635"/>
                  </a:lnTo>
                  <a:lnTo>
                    <a:pt x="46047" y="33914"/>
                  </a:lnTo>
                  <a:lnTo>
                    <a:pt x="46482" y="34206"/>
                  </a:lnTo>
                  <a:lnTo>
                    <a:pt x="46904" y="34510"/>
                  </a:lnTo>
                  <a:lnTo>
                    <a:pt x="47315" y="34825"/>
                  </a:lnTo>
                  <a:lnTo>
                    <a:pt x="47714" y="35153"/>
                  </a:lnTo>
                  <a:lnTo>
                    <a:pt x="48101" y="35492"/>
                  </a:lnTo>
                  <a:lnTo>
                    <a:pt x="48476" y="35843"/>
                  </a:lnTo>
                  <a:lnTo>
                    <a:pt x="48839" y="36206"/>
                  </a:lnTo>
                  <a:lnTo>
                    <a:pt x="49190" y="36581"/>
                  </a:lnTo>
                  <a:lnTo>
                    <a:pt x="49529" y="36968"/>
                  </a:lnTo>
                  <a:lnTo>
                    <a:pt x="49856" y="37368"/>
                  </a:lnTo>
                  <a:lnTo>
                    <a:pt x="50168" y="37780"/>
                  </a:lnTo>
                  <a:lnTo>
                    <a:pt x="50465" y="38206"/>
                  </a:lnTo>
                  <a:lnTo>
                    <a:pt x="50749" y="38645"/>
                  </a:lnTo>
                  <a:lnTo>
                    <a:pt x="51018" y="39097"/>
                  </a:lnTo>
                  <a:lnTo>
                    <a:pt x="51273" y="39562"/>
                  </a:lnTo>
                  <a:lnTo>
                    <a:pt x="51513" y="40040"/>
                  </a:lnTo>
                  <a:lnTo>
                    <a:pt x="51739" y="40531"/>
                  </a:lnTo>
                  <a:lnTo>
                    <a:pt x="51951" y="41035"/>
                  </a:lnTo>
                  <a:lnTo>
                    <a:pt x="52149" y="41552"/>
                  </a:lnTo>
                  <a:lnTo>
                    <a:pt x="52341" y="42085"/>
                  </a:lnTo>
                  <a:lnTo>
                    <a:pt x="52513" y="42633"/>
                  </a:lnTo>
                  <a:lnTo>
                    <a:pt x="52665" y="43199"/>
                  </a:lnTo>
                  <a:lnTo>
                    <a:pt x="52797" y="43781"/>
                  </a:lnTo>
                  <a:lnTo>
                    <a:pt x="52908" y="44380"/>
                  </a:lnTo>
                  <a:lnTo>
                    <a:pt x="52999" y="44996"/>
                  </a:lnTo>
                  <a:lnTo>
                    <a:pt x="53070" y="45628"/>
                  </a:lnTo>
                  <a:lnTo>
                    <a:pt x="53120" y="46277"/>
                  </a:lnTo>
                  <a:lnTo>
                    <a:pt x="53151" y="469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5192543" y="6559561"/>
              <a:ext cx="31134" cy="79771"/>
            </a:xfrm>
            <a:custGeom>
              <a:avLst/>
              <a:pathLst>
                <a:path w="31134" h="79771">
                  <a:moveTo>
                    <a:pt x="31134" y="78343"/>
                  </a:moveTo>
                  <a:lnTo>
                    <a:pt x="30645" y="78471"/>
                  </a:lnTo>
                  <a:lnTo>
                    <a:pt x="30153" y="78593"/>
                  </a:lnTo>
                  <a:lnTo>
                    <a:pt x="29659" y="78709"/>
                  </a:lnTo>
                  <a:lnTo>
                    <a:pt x="29163" y="78819"/>
                  </a:lnTo>
                  <a:lnTo>
                    <a:pt x="28664" y="78923"/>
                  </a:lnTo>
                  <a:lnTo>
                    <a:pt x="28163" y="79021"/>
                  </a:lnTo>
                  <a:lnTo>
                    <a:pt x="27659" y="79114"/>
                  </a:lnTo>
                  <a:lnTo>
                    <a:pt x="27153" y="79200"/>
                  </a:lnTo>
                  <a:lnTo>
                    <a:pt x="26644" y="79280"/>
                  </a:lnTo>
                  <a:lnTo>
                    <a:pt x="26134" y="79355"/>
                  </a:lnTo>
                  <a:lnTo>
                    <a:pt x="25625" y="79434"/>
                  </a:lnTo>
                  <a:lnTo>
                    <a:pt x="25100" y="79505"/>
                  </a:lnTo>
                  <a:lnTo>
                    <a:pt x="24559" y="79567"/>
                  </a:lnTo>
                  <a:lnTo>
                    <a:pt x="24000" y="79621"/>
                  </a:lnTo>
                  <a:lnTo>
                    <a:pt x="23425" y="79667"/>
                  </a:lnTo>
                  <a:lnTo>
                    <a:pt x="22833" y="79705"/>
                  </a:lnTo>
                  <a:lnTo>
                    <a:pt x="22225" y="79734"/>
                  </a:lnTo>
                  <a:lnTo>
                    <a:pt x="21600" y="79755"/>
                  </a:lnTo>
                  <a:lnTo>
                    <a:pt x="20958" y="79767"/>
                  </a:lnTo>
                  <a:lnTo>
                    <a:pt x="20300" y="79771"/>
                  </a:lnTo>
                  <a:lnTo>
                    <a:pt x="17856" y="79626"/>
                  </a:lnTo>
                  <a:lnTo>
                    <a:pt x="15671" y="79188"/>
                  </a:lnTo>
                  <a:lnTo>
                    <a:pt x="13742" y="78459"/>
                  </a:lnTo>
                  <a:lnTo>
                    <a:pt x="12070" y="77438"/>
                  </a:lnTo>
                  <a:lnTo>
                    <a:pt x="10656" y="76125"/>
                  </a:lnTo>
                  <a:lnTo>
                    <a:pt x="9498" y="74521"/>
                  </a:lnTo>
                  <a:lnTo>
                    <a:pt x="8598" y="72625"/>
                  </a:lnTo>
                  <a:lnTo>
                    <a:pt x="7955" y="70437"/>
                  </a:lnTo>
                  <a:lnTo>
                    <a:pt x="7569" y="67957"/>
                  </a:lnTo>
                  <a:lnTo>
                    <a:pt x="7441" y="65186"/>
                  </a:lnTo>
                  <a:lnTo>
                    <a:pt x="7441" y="22205"/>
                  </a:lnTo>
                  <a:lnTo>
                    <a:pt x="0" y="22205"/>
                  </a:lnTo>
                  <a:lnTo>
                    <a:pt x="0" y="14406"/>
                  </a:lnTo>
                  <a:lnTo>
                    <a:pt x="7858" y="14406"/>
                  </a:lnTo>
                  <a:lnTo>
                    <a:pt x="11013" y="0"/>
                  </a:lnTo>
                  <a:lnTo>
                    <a:pt x="18157" y="0"/>
                  </a:lnTo>
                  <a:lnTo>
                    <a:pt x="18157" y="14406"/>
                  </a:lnTo>
                  <a:lnTo>
                    <a:pt x="30063" y="14406"/>
                  </a:lnTo>
                  <a:lnTo>
                    <a:pt x="30063" y="22205"/>
                  </a:lnTo>
                  <a:lnTo>
                    <a:pt x="18157" y="22205"/>
                  </a:lnTo>
                  <a:lnTo>
                    <a:pt x="18157" y="62864"/>
                  </a:lnTo>
                  <a:lnTo>
                    <a:pt x="18171" y="63766"/>
                  </a:lnTo>
                  <a:lnTo>
                    <a:pt x="18216" y="64612"/>
                  </a:lnTo>
                  <a:lnTo>
                    <a:pt x="18290" y="65404"/>
                  </a:lnTo>
                  <a:lnTo>
                    <a:pt x="18395" y="66141"/>
                  </a:lnTo>
                  <a:lnTo>
                    <a:pt x="18529" y="66823"/>
                  </a:lnTo>
                  <a:lnTo>
                    <a:pt x="18692" y="67451"/>
                  </a:lnTo>
                  <a:lnTo>
                    <a:pt x="18886" y="68023"/>
                  </a:lnTo>
                  <a:lnTo>
                    <a:pt x="19109" y="68541"/>
                  </a:lnTo>
                  <a:lnTo>
                    <a:pt x="19362" y="69005"/>
                  </a:lnTo>
                  <a:lnTo>
                    <a:pt x="19645" y="69413"/>
                  </a:lnTo>
                  <a:lnTo>
                    <a:pt x="19976" y="69764"/>
                  </a:lnTo>
                  <a:lnTo>
                    <a:pt x="20352" y="70077"/>
                  </a:lnTo>
                  <a:lnTo>
                    <a:pt x="20772" y="70354"/>
                  </a:lnTo>
                  <a:lnTo>
                    <a:pt x="21235" y="70594"/>
                  </a:lnTo>
                  <a:lnTo>
                    <a:pt x="21743" y="70797"/>
                  </a:lnTo>
                  <a:lnTo>
                    <a:pt x="22295" y="70963"/>
                  </a:lnTo>
                  <a:lnTo>
                    <a:pt x="22891" y="71092"/>
                  </a:lnTo>
                  <a:lnTo>
                    <a:pt x="23531" y="71185"/>
                  </a:lnTo>
                  <a:lnTo>
                    <a:pt x="24215" y="71240"/>
                  </a:lnTo>
                  <a:lnTo>
                    <a:pt x="24943" y="71258"/>
                  </a:lnTo>
                  <a:lnTo>
                    <a:pt x="25251" y="71256"/>
                  </a:lnTo>
                  <a:lnTo>
                    <a:pt x="25557" y="71249"/>
                  </a:lnTo>
                  <a:lnTo>
                    <a:pt x="25861" y="71237"/>
                  </a:lnTo>
                  <a:lnTo>
                    <a:pt x="26162" y="71220"/>
                  </a:lnTo>
                  <a:lnTo>
                    <a:pt x="26461" y="71199"/>
                  </a:lnTo>
                  <a:lnTo>
                    <a:pt x="26758" y="71173"/>
                  </a:lnTo>
                  <a:lnTo>
                    <a:pt x="27052" y="71142"/>
                  </a:lnTo>
                  <a:lnTo>
                    <a:pt x="27343" y="71106"/>
                  </a:lnTo>
                  <a:lnTo>
                    <a:pt x="27633" y="71066"/>
                  </a:lnTo>
                  <a:lnTo>
                    <a:pt x="27920" y="71020"/>
                  </a:lnTo>
                  <a:lnTo>
                    <a:pt x="28220" y="70971"/>
                  </a:lnTo>
                  <a:lnTo>
                    <a:pt x="28524" y="70920"/>
                  </a:lnTo>
                  <a:lnTo>
                    <a:pt x="28834" y="70867"/>
                  </a:lnTo>
                  <a:lnTo>
                    <a:pt x="29148" y="70811"/>
                  </a:lnTo>
                  <a:lnTo>
                    <a:pt x="29467" y="70752"/>
                  </a:lnTo>
                  <a:lnTo>
                    <a:pt x="29791" y="70692"/>
                  </a:lnTo>
                  <a:lnTo>
                    <a:pt x="30120" y="70629"/>
                  </a:lnTo>
                  <a:lnTo>
                    <a:pt x="30453" y="70563"/>
                  </a:lnTo>
                  <a:lnTo>
                    <a:pt x="30791" y="70495"/>
                  </a:lnTo>
                  <a:lnTo>
                    <a:pt x="31134" y="70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5229750" y="6572777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4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5300235" y="6572837"/>
              <a:ext cx="54828" cy="90844"/>
            </a:xfrm>
            <a:custGeom>
              <a:avLst/>
              <a:pathLst>
                <a:path w="54828" h="90844">
                  <a:moveTo>
                    <a:pt x="54828" y="33039"/>
                  </a:moveTo>
                  <a:lnTo>
                    <a:pt x="54816" y="34493"/>
                  </a:lnTo>
                  <a:lnTo>
                    <a:pt x="54780" y="35923"/>
                  </a:lnTo>
                  <a:lnTo>
                    <a:pt x="54721" y="37331"/>
                  </a:lnTo>
                  <a:lnTo>
                    <a:pt x="54637" y="38716"/>
                  </a:lnTo>
                  <a:lnTo>
                    <a:pt x="54530" y="40079"/>
                  </a:lnTo>
                  <a:lnTo>
                    <a:pt x="54399" y="41419"/>
                  </a:lnTo>
                  <a:lnTo>
                    <a:pt x="54244" y="42736"/>
                  </a:lnTo>
                  <a:lnTo>
                    <a:pt x="54066" y="44031"/>
                  </a:lnTo>
                  <a:lnTo>
                    <a:pt x="53863" y="45303"/>
                  </a:lnTo>
                  <a:lnTo>
                    <a:pt x="53637" y="46553"/>
                  </a:lnTo>
                  <a:lnTo>
                    <a:pt x="53383" y="47774"/>
                  </a:lnTo>
                  <a:lnTo>
                    <a:pt x="53097" y="48960"/>
                  </a:lnTo>
                  <a:lnTo>
                    <a:pt x="52778" y="50112"/>
                  </a:lnTo>
                  <a:lnTo>
                    <a:pt x="52427" y="51230"/>
                  </a:lnTo>
                  <a:lnTo>
                    <a:pt x="52045" y="52313"/>
                  </a:lnTo>
                  <a:lnTo>
                    <a:pt x="51630" y="53361"/>
                  </a:lnTo>
                  <a:lnTo>
                    <a:pt x="51183" y="54375"/>
                  </a:lnTo>
                  <a:lnTo>
                    <a:pt x="50703" y="55354"/>
                  </a:lnTo>
                  <a:lnTo>
                    <a:pt x="50192" y="56299"/>
                  </a:lnTo>
                  <a:lnTo>
                    <a:pt x="49649" y="57209"/>
                  </a:lnTo>
                  <a:lnTo>
                    <a:pt x="49082" y="58083"/>
                  </a:lnTo>
                  <a:lnTo>
                    <a:pt x="48479" y="58919"/>
                  </a:lnTo>
                  <a:lnTo>
                    <a:pt x="47839" y="59716"/>
                  </a:lnTo>
                  <a:lnTo>
                    <a:pt x="47163" y="60476"/>
                  </a:lnTo>
                  <a:lnTo>
                    <a:pt x="46449" y="61198"/>
                  </a:lnTo>
                  <a:lnTo>
                    <a:pt x="45698" y="61881"/>
                  </a:lnTo>
                  <a:lnTo>
                    <a:pt x="44910" y="62526"/>
                  </a:lnTo>
                  <a:lnTo>
                    <a:pt x="44086" y="63134"/>
                  </a:lnTo>
                  <a:lnTo>
                    <a:pt x="43225" y="63703"/>
                  </a:lnTo>
                  <a:lnTo>
                    <a:pt x="42326" y="64234"/>
                  </a:lnTo>
                  <a:lnTo>
                    <a:pt x="41400" y="64709"/>
                  </a:lnTo>
                  <a:lnTo>
                    <a:pt x="40431" y="65134"/>
                  </a:lnTo>
                  <a:lnTo>
                    <a:pt x="39419" y="65509"/>
                  </a:lnTo>
                  <a:lnTo>
                    <a:pt x="38364" y="65834"/>
                  </a:lnTo>
                  <a:lnTo>
                    <a:pt x="37266" y="66109"/>
                  </a:lnTo>
                  <a:lnTo>
                    <a:pt x="36125" y="66334"/>
                  </a:lnTo>
                  <a:lnTo>
                    <a:pt x="34942" y="66509"/>
                  </a:lnTo>
                  <a:lnTo>
                    <a:pt x="33716" y="66634"/>
                  </a:lnTo>
                  <a:lnTo>
                    <a:pt x="32446" y="66709"/>
                  </a:lnTo>
                  <a:lnTo>
                    <a:pt x="31134" y="66734"/>
                  </a:lnTo>
                  <a:lnTo>
                    <a:pt x="29770" y="66708"/>
                  </a:lnTo>
                  <a:lnTo>
                    <a:pt x="28441" y="66629"/>
                  </a:lnTo>
                  <a:lnTo>
                    <a:pt x="27146" y="66498"/>
                  </a:lnTo>
                  <a:lnTo>
                    <a:pt x="25886" y="66315"/>
                  </a:lnTo>
                  <a:lnTo>
                    <a:pt x="24660" y="66079"/>
                  </a:lnTo>
                  <a:lnTo>
                    <a:pt x="23469" y="65791"/>
                  </a:lnTo>
                  <a:lnTo>
                    <a:pt x="22312" y="65451"/>
                  </a:lnTo>
                  <a:lnTo>
                    <a:pt x="21190" y="65058"/>
                  </a:lnTo>
                  <a:lnTo>
                    <a:pt x="20103" y="64612"/>
                  </a:lnTo>
                  <a:lnTo>
                    <a:pt x="19050" y="64115"/>
                  </a:lnTo>
                  <a:lnTo>
                    <a:pt x="18038" y="63557"/>
                  </a:lnTo>
                  <a:lnTo>
                    <a:pt x="17075" y="62934"/>
                  </a:lnTo>
                  <a:lnTo>
                    <a:pt x="16162" y="62243"/>
                  </a:lnTo>
                  <a:lnTo>
                    <a:pt x="15297" y="61486"/>
                  </a:lnTo>
                  <a:lnTo>
                    <a:pt x="14480" y="60662"/>
                  </a:lnTo>
                  <a:lnTo>
                    <a:pt x="13713" y="59771"/>
                  </a:lnTo>
                  <a:lnTo>
                    <a:pt x="12995" y="58814"/>
                  </a:lnTo>
                  <a:lnTo>
                    <a:pt x="12325" y="57790"/>
                  </a:lnTo>
                  <a:lnTo>
                    <a:pt x="11704" y="56699"/>
                  </a:lnTo>
                  <a:lnTo>
                    <a:pt x="11132" y="55542"/>
                  </a:lnTo>
                  <a:lnTo>
                    <a:pt x="10884" y="55985"/>
                  </a:lnTo>
                  <a:lnTo>
                    <a:pt x="10888" y="56117"/>
                  </a:lnTo>
                  <a:lnTo>
                    <a:pt x="10891" y="56266"/>
                  </a:lnTo>
                  <a:lnTo>
                    <a:pt x="10893" y="56432"/>
                  </a:lnTo>
                  <a:lnTo>
                    <a:pt x="10894" y="56614"/>
                  </a:lnTo>
                  <a:lnTo>
                    <a:pt x="10905" y="56809"/>
                  </a:lnTo>
                  <a:lnTo>
                    <a:pt x="10915" y="57014"/>
                  </a:lnTo>
                  <a:lnTo>
                    <a:pt x="10924" y="57228"/>
                  </a:lnTo>
                  <a:lnTo>
                    <a:pt x="10932" y="57452"/>
                  </a:lnTo>
                  <a:lnTo>
                    <a:pt x="10938" y="57685"/>
                  </a:lnTo>
                  <a:lnTo>
                    <a:pt x="10944" y="57928"/>
                  </a:lnTo>
                  <a:lnTo>
                    <a:pt x="10948" y="58181"/>
                  </a:lnTo>
                  <a:lnTo>
                    <a:pt x="10951" y="58443"/>
                  </a:lnTo>
                  <a:lnTo>
                    <a:pt x="10953" y="58714"/>
                  </a:lnTo>
                  <a:lnTo>
                    <a:pt x="10953" y="58995"/>
                  </a:lnTo>
                  <a:lnTo>
                    <a:pt x="10965" y="59284"/>
                  </a:lnTo>
                  <a:lnTo>
                    <a:pt x="10975" y="59581"/>
                  </a:lnTo>
                  <a:lnTo>
                    <a:pt x="10984" y="59884"/>
                  </a:lnTo>
                  <a:lnTo>
                    <a:pt x="10991" y="60195"/>
                  </a:lnTo>
                  <a:lnTo>
                    <a:pt x="10998" y="60513"/>
                  </a:lnTo>
                  <a:lnTo>
                    <a:pt x="11003" y="60838"/>
                  </a:lnTo>
                  <a:lnTo>
                    <a:pt x="11007" y="61170"/>
                  </a:lnTo>
                  <a:lnTo>
                    <a:pt x="11010" y="61510"/>
                  </a:lnTo>
                  <a:lnTo>
                    <a:pt x="11012" y="61856"/>
                  </a:lnTo>
                  <a:lnTo>
                    <a:pt x="11013" y="62210"/>
                  </a:lnTo>
                  <a:lnTo>
                    <a:pt x="11024" y="62555"/>
                  </a:lnTo>
                  <a:lnTo>
                    <a:pt x="11034" y="62900"/>
                  </a:lnTo>
                  <a:lnTo>
                    <a:pt x="11043" y="63246"/>
                  </a:lnTo>
                  <a:lnTo>
                    <a:pt x="11051" y="63591"/>
                  </a:lnTo>
                  <a:lnTo>
                    <a:pt x="11057" y="63936"/>
                  </a:lnTo>
                  <a:lnTo>
                    <a:pt x="11063" y="64281"/>
                  </a:lnTo>
                  <a:lnTo>
                    <a:pt x="11067" y="64627"/>
                  </a:lnTo>
                  <a:lnTo>
                    <a:pt x="11070" y="64972"/>
                  </a:lnTo>
                  <a:lnTo>
                    <a:pt x="11072" y="65317"/>
                  </a:lnTo>
                  <a:lnTo>
                    <a:pt x="11072" y="65662"/>
                  </a:lnTo>
                  <a:lnTo>
                    <a:pt x="11072" y="90844"/>
                  </a:lnTo>
                  <a:lnTo>
                    <a:pt x="357" y="90844"/>
                  </a:lnTo>
                  <a:lnTo>
                    <a:pt x="357" y="14287"/>
                  </a:lnTo>
                  <a:lnTo>
                    <a:pt x="356" y="13824"/>
                  </a:lnTo>
                  <a:lnTo>
                    <a:pt x="354" y="13365"/>
                  </a:lnTo>
                  <a:lnTo>
                    <a:pt x="351" y="12910"/>
                  </a:lnTo>
                  <a:lnTo>
                    <a:pt x="347" y="12458"/>
                  </a:lnTo>
                  <a:lnTo>
                    <a:pt x="342" y="12010"/>
                  </a:lnTo>
                  <a:lnTo>
                    <a:pt x="335" y="11565"/>
                  </a:lnTo>
                  <a:lnTo>
                    <a:pt x="328" y="11124"/>
                  </a:lnTo>
                  <a:lnTo>
                    <a:pt x="319" y="10687"/>
                  </a:lnTo>
                  <a:lnTo>
                    <a:pt x="308" y="10253"/>
                  </a:lnTo>
                  <a:lnTo>
                    <a:pt x="297" y="9822"/>
                  </a:lnTo>
                  <a:lnTo>
                    <a:pt x="297" y="9398"/>
                  </a:lnTo>
                  <a:lnTo>
                    <a:pt x="295" y="8982"/>
                  </a:lnTo>
                  <a:lnTo>
                    <a:pt x="292" y="8574"/>
                  </a:lnTo>
                  <a:lnTo>
                    <a:pt x="288" y="8174"/>
                  </a:lnTo>
                  <a:lnTo>
                    <a:pt x="282" y="7783"/>
                  </a:lnTo>
                  <a:lnTo>
                    <a:pt x="276" y="7400"/>
                  </a:lnTo>
                  <a:lnTo>
                    <a:pt x="268" y="7026"/>
                  </a:lnTo>
                  <a:lnTo>
                    <a:pt x="259" y="6660"/>
                  </a:lnTo>
                  <a:lnTo>
                    <a:pt x="249" y="6302"/>
                  </a:lnTo>
                  <a:lnTo>
                    <a:pt x="238" y="5953"/>
                  </a:lnTo>
                  <a:lnTo>
                    <a:pt x="226" y="5601"/>
                  </a:lnTo>
                  <a:lnTo>
                    <a:pt x="214" y="5260"/>
                  </a:lnTo>
                  <a:lnTo>
                    <a:pt x="202" y="4929"/>
                  </a:lnTo>
                  <a:lnTo>
                    <a:pt x="190" y="4610"/>
                  </a:lnTo>
                  <a:lnTo>
                    <a:pt x="178" y="4301"/>
                  </a:lnTo>
                  <a:lnTo>
                    <a:pt x="166" y="4002"/>
                  </a:lnTo>
                  <a:lnTo>
                    <a:pt x="154" y="3715"/>
                  </a:lnTo>
                  <a:lnTo>
                    <a:pt x="142" y="3438"/>
                  </a:lnTo>
                  <a:lnTo>
                    <a:pt x="130" y="3172"/>
                  </a:lnTo>
                  <a:lnTo>
                    <a:pt x="119" y="2917"/>
                  </a:lnTo>
                  <a:lnTo>
                    <a:pt x="107" y="2674"/>
                  </a:lnTo>
                  <a:lnTo>
                    <a:pt x="95" y="2445"/>
                  </a:lnTo>
                  <a:lnTo>
                    <a:pt x="83" y="2231"/>
                  </a:lnTo>
                  <a:lnTo>
                    <a:pt x="71" y="2031"/>
                  </a:lnTo>
                  <a:lnTo>
                    <a:pt x="59" y="1845"/>
                  </a:lnTo>
                  <a:lnTo>
                    <a:pt x="47" y="1674"/>
                  </a:lnTo>
                  <a:lnTo>
                    <a:pt x="35" y="1516"/>
                  </a:lnTo>
                  <a:lnTo>
                    <a:pt x="23" y="1373"/>
                  </a:lnTo>
                  <a:lnTo>
                    <a:pt x="0" y="1131"/>
                  </a:lnTo>
                  <a:lnTo>
                    <a:pt x="10417" y="1532"/>
                  </a:lnTo>
                  <a:lnTo>
                    <a:pt x="10429" y="1666"/>
                  </a:lnTo>
                  <a:lnTo>
                    <a:pt x="10441" y="1818"/>
                  </a:lnTo>
                  <a:lnTo>
                    <a:pt x="10453" y="1988"/>
                  </a:lnTo>
                  <a:lnTo>
                    <a:pt x="10465" y="2175"/>
                  </a:lnTo>
                  <a:lnTo>
                    <a:pt x="10477" y="2381"/>
                  </a:lnTo>
                  <a:lnTo>
                    <a:pt x="10500" y="2600"/>
                  </a:lnTo>
                  <a:lnTo>
                    <a:pt x="10522" y="2828"/>
                  </a:lnTo>
                  <a:lnTo>
                    <a:pt x="10543" y="3067"/>
                  </a:lnTo>
                  <a:lnTo>
                    <a:pt x="10563" y="3314"/>
                  </a:lnTo>
                  <a:lnTo>
                    <a:pt x="10581" y="3571"/>
                  </a:lnTo>
                  <a:lnTo>
                    <a:pt x="10598" y="3838"/>
                  </a:lnTo>
                  <a:lnTo>
                    <a:pt x="10615" y="4114"/>
                  </a:lnTo>
                  <a:lnTo>
                    <a:pt x="10629" y="4400"/>
                  </a:lnTo>
                  <a:lnTo>
                    <a:pt x="10643" y="4695"/>
                  </a:lnTo>
                  <a:lnTo>
                    <a:pt x="10656" y="5000"/>
                  </a:lnTo>
                  <a:lnTo>
                    <a:pt x="10679" y="5300"/>
                  </a:lnTo>
                  <a:lnTo>
                    <a:pt x="10701" y="5605"/>
                  </a:lnTo>
                  <a:lnTo>
                    <a:pt x="10722" y="5915"/>
                  </a:lnTo>
                  <a:lnTo>
                    <a:pt x="10741" y="6229"/>
                  </a:lnTo>
                  <a:lnTo>
                    <a:pt x="10760" y="6548"/>
                  </a:lnTo>
                  <a:lnTo>
                    <a:pt x="10777" y="6872"/>
                  </a:lnTo>
                  <a:lnTo>
                    <a:pt x="10793" y="7200"/>
                  </a:lnTo>
                  <a:lnTo>
                    <a:pt x="10808" y="7534"/>
                  </a:lnTo>
                  <a:lnTo>
                    <a:pt x="10822" y="7872"/>
                  </a:lnTo>
                  <a:lnTo>
                    <a:pt x="10834" y="8215"/>
                  </a:lnTo>
                  <a:lnTo>
                    <a:pt x="10857" y="8558"/>
                  </a:lnTo>
                  <a:lnTo>
                    <a:pt x="10877" y="8898"/>
                  </a:lnTo>
                  <a:lnTo>
                    <a:pt x="10895" y="9235"/>
                  </a:lnTo>
                  <a:lnTo>
                    <a:pt x="10910" y="9567"/>
                  </a:lnTo>
                  <a:lnTo>
                    <a:pt x="10923" y="9897"/>
                  </a:lnTo>
                  <a:lnTo>
                    <a:pt x="10934" y="10222"/>
                  </a:lnTo>
                  <a:lnTo>
                    <a:pt x="10943" y="10544"/>
                  </a:lnTo>
                  <a:lnTo>
                    <a:pt x="10948" y="10863"/>
                  </a:lnTo>
                  <a:lnTo>
                    <a:pt x="10952" y="11178"/>
                  </a:lnTo>
                  <a:lnTo>
                    <a:pt x="10953" y="11489"/>
                  </a:lnTo>
                  <a:lnTo>
                    <a:pt x="11191" y="11489"/>
                  </a:lnTo>
                  <a:lnTo>
                    <a:pt x="11493" y="10879"/>
                  </a:lnTo>
                  <a:lnTo>
                    <a:pt x="11803" y="10289"/>
                  </a:lnTo>
                  <a:lnTo>
                    <a:pt x="12122" y="9717"/>
                  </a:lnTo>
                  <a:lnTo>
                    <a:pt x="12449" y="9165"/>
                  </a:lnTo>
                  <a:lnTo>
                    <a:pt x="12784" y="8632"/>
                  </a:lnTo>
                  <a:lnTo>
                    <a:pt x="13127" y="8117"/>
                  </a:lnTo>
                  <a:lnTo>
                    <a:pt x="13479" y="7622"/>
                  </a:lnTo>
                  <a:lnTo>
                    <a:pt x="13839" y="7146"/>
                  </a:lnTo>
                  <a:lnTo>
                    <a:pt x="14208" y="6688"/>
                  </a:lnTo>
                  <a:lnTo>
                    <a:pt x="14585" y="6250"/>
                  </a:lnTo>
                  <a:lnTo>
                    <a:pt x="14971" y="5818"/>
                  </a:lnTo>
                  <a:lnTo>
                    <a:pt x="15368" y="5403"/>
                  </a:lnTo>
                  <a:lnTo>
                    <a:pt x="15776" y="5004"/>
                  </a:lnTo>
                  <a:lnTo>
                    <a:pt x="16194" y="4622"/>
                  </a:lnTo>
                  <a:lnTo>
                    <a:pt x="16624" y="4256"/>
                  </a:lnTo>
                  <a:lnTo>
                    <a:pt x="17064" y="3907"/>
                  </a:lnTo>
                  <a:lnTo>
                    <a:pt x="17514" y="3575"/>
                  </a:lnTo>
                  <a:lnTo>
                    <a:pt x="17976" y="3259"/>
                  </a:lnTo>
                  <a:lnTo>
                    <a:pt x="18448" y="2961"/>
                  </a:lnTo>
                  <a:lnTo>
                    <a:pt x="18930" y="2678"/>
                  </a:lnTo>
                  <a:lnTo>
                    <a:pt x="19424" y="2401"/>
                  </a:lnTo>
                  <a:lnTo>
                    <a:pt x="19928" y="2140"/>
                  </a:lnTo>
                  <a:lnTo>
                    <a:pt x="20443" y="1896"/>
                  </a:lnTo>
                  <a:lnTo>
                    <a:pt x="20969" y="1669"/>
                  </a:lnTo>
                  <a:lnTo>
                    <a:pt x="21505" y="1458"/>
                  </a:lnTo>
                  <a:lnTo>
                    <a:pt x="22052" y="1264"/>
                  </a:lnTo>
                  <a:lnTo>
                    <a:pt x="22610" y="1087"/>
                  </a:lnTo>
                  <a:lnTo>
                    <a:pt x="23179" y="926"/>
                  </a:lnTo>
                  <a:lnTo>
                    <a:pt x="23758" y="782"/>
                  </a:lnTo>
                  <a:lnTo>
                    <a:pt x="24348" y="654"/>
                  </a:lnTo>
                  <a:lnTo>
                    <a:pt x="24962" y="530"/>
                  </a:lnTo>
                  <a:lnTo>
                    <a:pt x="25591" y="419"/>
                  </a:lnTo>
                  <a:lnTo>
                    <a:pt x="26234" y="320"/>
                  </a:lnTo>
                  <a:lnTo>
                    <a:pt x="26891" y="235"/>
                  </a:lnTo>
                  <a:lnTo>
                    <a:pt x="27562" y="163"/>
                  </a:lnTo>
                  <a:lnTo>
                    <a:pt x="28248" y="104"/>
                  </a:lnTo>
                  <a:lnTo>
                    <a:pt x="28948" y="58"/>
                  </a:lnTo>
                  <a:lnTo>
                    <a:pt x="29663" y="26"/>
                  </a:lnTo>
                  <a:lnTo>
                    <a:pt x="30391" y="6"/>
                  </a:lnTo>
                  <a:lnTo>
                    <a:pt x="31134" y="0"/>
                  </a:lnTo>
                  <a:lnTo>
                    <a:pt x="32446" y="23"/>
                  </a:lnTo>
                  <a:lnTo>
                    <a:pt x="33716" y="95"/>
                  </a:lnTo>
                  <a:lnTo>
                    <a:pt x="34942" y="214"/>
                  </a:lnTo>
                  <a:lnTo>
                    <a:pt x="36125" y="381"/>
                  </a:lnTo>
                  <a:lnTo>
                    <a:pt x="37266" y="595"/>
                  </a:lnTo>
                  <a:lnTo>
                    <a:pt x="38364" y="857"/>
                  </a:lnTo>
                  <a:lnTo>
                    <a:pt x="39419" y="1166"/>
                  </a:lnTo>
                  <a:lnTo>
                    <a:pt x="40431" y="1524"/>
                  </a:lnTo>
                  <a:lnTo>
                    <a:pt x="41400" y="1928"/>
                  </a:lnTo>
                  <a:lnTo>
                    <a:pt x="42326" y="2381"/>
                  </a:lnTo>
                  <a:lnTo>
                    <a:pt x="43225" y="2877"/>
                  </a:lnTo>
                  <a:lnTo>
                    <a:pt x="44086" y="3412"/>
                  </a:lnTo>
                  <a:lnTo>
                    <a:pt x="44910" y="3986"/>
                  </a:lnTo>
                  <a:lnTo>
                    <a:pt x="45698" y="4600"/>
                  </a:lnTo>
                  <a:lnTo>
                    <a:pt x="46449" y="5253"/>
                  </a:lnTo>
                  <a:lnTo>
                    <a:pt x="47163" y="5945"/>
                  </a:lnTo>
                  <a:lnTo>
                    <a:pt x="47839" y="6677"/>
                  </a:lnTo>
                  <a:lnTo>
                    <a:pt x="48479" y="7448"/>
                  </a:lnTo>
                  <a:lnTo>
                    <a:pt x="49082" y="8258"/>
                  </a:lnTo>
                  <a:lnTo>
                    <a:pt x="49649" y="9108"/>
                  </a:lnTo>
                  <a:lnTo>
                    <a:pt x="50192" y="9983"/>
                  </a:lnTo>
                  <a:lnTo>
                    <a:pt x="50703" y="10896"/>
                  </a:lnTo>
                  <a:lnTo>
                    <a:pt x="51183" y="11846"/>
                  </a:lnTo>
                  <a:lnTo>
                    <a:pt x="51630" y="12832"/>
                  </a:lnTo>
                  <a:lnTo>
                    <a:pt x="52045" y="13855"/>
                  </a:lnTo>
                  <a:lnTo>
                    <a:pt x="52427" y="14916"/>
                  </a:lnTo>
                  <a:lnTo>
                    <a:pt x="52778" y="16013"/>
                  </a:lnTo>
                  <a:lnTo>
                    <a:pt x="53097" y="17147"/>
                  </a:lnTo>
                  <a:lnTo>
                    <a:pt x="53383" y="18318"/>
                  </a:lnTo>
                  <a:lnTo>
                    <a:pt x="53637" y="19526"/>
                  </a:lnTo>
                  <a:lnTo>
                    <a:pt x="53863" y="20754"/>
                  </a:lnTo>
                  <a:lnTo>
                    <a:pt x="54066" y="22009"/>
                  </a:lnTo>
                  <a:lnTo>
                    <a:pt x="54244" y="23292"/>
                  </a:lnTo>
                  <a:lnTo>
                    <a:pt x="54399" y="24603"/>
                  </a:lnTo>
                  <a:lnTo>
                    <a:pt x="54530" y="25940"/>
                  </a:lnTo>
                  <a:lnTo>
                    <a:pt x="54637" y="27305"/>
                  </a:lnTo>
                  <a:lnTo>
                    <a:pt x="54721" y="28698"/>
                  </a:lnTo>
                  <a:lnTo>
                    <a:pt x="54780" y="30118"/>
                  </a:lnTo>
                  <a:lnTo>
                    <a:pt x="54816" y="31565"/>
                  </a:lnTo>
                  <a:close/>
                  <a:moveTo>
                    <a:pt x="43576" y="33277"/>
                  </a:moveTo>
                  <a:lnTo>
                    <a:pt x="43569" y="32100"/>
                  </a:lnTo>
                  <a:lnTo>
                    <a:pt x="43548" y="30949"/>
                  </a:lnTo>
                  <a:lnTo>
                    <a:pt x="43512" y="29823"/>
                  </a:lnTo>
                  <a:lnTo>
                    <a:pt x="43462" y="28725"/>
                  </a:lnTo>
                  <a:lnTo>
                    <a:pt x="43398" y="27652"/>
                  </a:lnTo>
                  <a:lnTo>
                    <a:pt x="43319" y="26605"/>
                  </a:lnTo>
                  <a:lnTo>
                    <a:pt x="43226" y="25585"/>
                  </a:lnTo>
                  <a:lnTo>
                    <a:pt x="43119" y="24591"/>
                  </a:lnTo>
                  <a:lnTo>
                    <a:pt x="42998" y="23623"/>
                  </a:lnTo>
                  <a:lnTo>
                    <a:pt x="42862" y="22681"/>
                  </a:lnTo>
                  <a:lnTo>
                    <a:pt x="42708" y="21767"/>
                  </a:lnTo>
                  <a:lnTo>
                    <a:pt x="42533" y="20881"/>
                  </a:lnTo>
                  <a:lnTo>
                    <a:pt x="42337" y="20023"/>
                  </a:lnTo>
                  <a:lnTo>
                    <a:pt x="42119" y="19195"/>
                  </a:lnTo>
                  <a:lnTo>
                    <a:pt x="41880" y="18395"/>
                  </a:lnTo>
                  <a:lnTo>
                    <a:pt x="41619" y="17623"/>
                  </a:lnTo>
                  <a:lnTo>
                    <a:pt x="41337" y="16880"/>
                  </a:lnTo>
                  <a:lnTo>
                    <a:pt x="41033" y="16166"/>
                  </a:lnTo>
                  <a:lnTo>
                    <a:pt x="40708" y="15480"/>
                  </a:lnTo>
                  <a:lnTo>
                    <a:pt x="40362" y="14823"/>
                  </a:lnTo>
                  <a:lnTo>
                    <a:pt x="40005" y="14195"/>
                  </a:lnTo>
                  <a:lnTo>
                    <a:pt x="39624" y="13599"/>
                  </a:lnTo>
                  <a:lnTo>
                    <a:pt x="39219" y="13033"/>
                  </a:lnTo>
                  <a:lnTo>
                    <a:pt x="38790" y="12499"/>
                  </a:lnTo>
                  <a:lnTo>
                    <a:pt x="38338" y="11995"/>
                  </a:lnTo>
                  <a:lnTo>
                    <a:pt x="37861" y="11522"/>
                  </a:lnTo>
                  <a:lnTo>
                    <a:pt x="37361" y="11081"/>
                  </a:lnTo>
                  <a:lnTo>
                    <a:pt x="36837" y="10670"/>
                  </a:lnTo>
                  <a:lnTo>
                    <a:pt x="36290" y="10290"/>
                  </a:lnTo>
                  <a:lnTo>
                    <a:pt x="35718" y="9941"/>
                  </a:lnTo>
                  <a:lnTo>
                    <a:pt x="35120" y="9625"/>
                  </a:lnTo>
                  <a:lnTo>
                    <a:pt x="34492" y="9341"/>
                  </a:lnTo>
                  <a:lnTo>
                    <a:pt x="33834" y="9091"/>
                  </a:lnTo>
                  <a:lnTo>
                    <a:pt x="33147" y="8874"/>
                  </a:lnTo>
                  <a:lnTo>
                    <a:pt x="32429" y="8691"/>
                  </a:lnTo>
                  <a:lnTo>
                    <a:pt x="31682" y="8541"/>
                  </a:lnTo>
                  <a:lnTo>
                    <a:pt x="30905" y="8424"/>
                  </a:lnTo>
                  <a:lnTo>
                    <a:pt x="30099" y="8341"/>
                  </a:lnTo>
                  <a:lnTo>
                    <a:pt x="29262" y="8291"/>
                  </a:lnTo>
                  <a:lnTo>
                    <a:pt x="28396" y="8274"/>
                  </a:lnTo>
                  <a:lnTo>
                    <a:pt x="27686" y="8284"/>
                  </a:lnTo>
                  <a:lnTo>
                    <a:pt x="26984" y="8315"/>
                  </a:lnTo>
                  <a:lnTo>
                    <a:pt x="26290" y="8365"/>
                  </a:lnTo>
                  <a:lnTo>
                    <a:pt x="25605" y="8436"/>
                  </a:lnTo>
                  <a:lnTo>
                    <a:pt x="24928" y="8527"/>
                  </a:lnTo>
                  <a:lnTo>
                    <a:pt x="24260" y="8639"/>
                  </a:lnTo>
                  <a:lnTo>
                    <a:pt x="23599" y="8770"/>
                  </a:lnTo>
                  <a:lnTo>
                    <a:pt x="22948" y="8922"/>
                  </a:lnTo>
                  <a:lnTo>
                    <a:pt x="22304" y="9094"/>
                  </a:lnTo>
                  <a:lnTo>
                    <a:pt x="21669" y="9286"/>
                  </a:lnTo>
                  <a:lnTo>
                    <a:pt x="21046" y="9507"/>
                  </a:lnTo>
                  <a:lnTo>
                    <a:pt x="20438" y="9765"/>
                  </a:lnTo>
                  <a:lnTo>
                    <a:pt x="19845" y="10060"/>
                  </a:lnTo>
                  <a:lnTo>
                    <a:pt x="19269" y="10391"/>
                  </a:lnTo>
                  <a:lnTo>
                    <a:pt x="18707" y="10760"/>
                  </a:lnTo>
                  <a:lnTo>
                    <a:pt x="18161" y="11165"/>
                  </a:lnTo>
                  <a:lnTo>
                    <a:pt x="17631" y="11607"/>
                  </a:lnTo>
                  <a:lnTo>
                    <a:pt x="17116" y="12087"/>
                  </a:lnTo>
                  <a:lnTo>
                    <a:pt x="16616" y="12603"/>
                  </a:lnTo>
                  <a:lnTo>
                    <a:pt x="16132" y="13156"/>
                  </a:lnTo>
                  <a:lnTo>
                    <a:pt x="15678" y="13749"/>
                  </a:lnTo>
                  <a:lnTo>
                    <a:pt x="15242" y="14387"/>
                  </a:lnTo>
                  <a:lnTo>
                    <a:pt x="14825" y="15069"/>
                  </a:lnTo>
                  <a:lnTo>
                    <a:pt x="14427" y="15794"/>
                  </a:lnTo>
                  <a:lnTo>
                    <a:pt x="14049" y="16564"/>
                  </a:lnTo>
                  <a:lnTo>
                    <a:pt x="13689" y="17378"/>
                  </a:lnTo>
                  <a:lnTo>
                    <a:pt x="13349" y="18236"/>
                  </a:lnTo>
                  <a:lnTo>
                    <a:pt x="13027" y="19138"/>
                  </a:lnTo>
                  <a:lnTo>
                    <a:pt x="12725" y="20084"/>
                  </a:lnTo>
                  <a:lnTo>
                    <a:pt x="12442" y="21074"/>
                  </a:lnTo>
                  <a:lnTo>
                    <a:pt x="12181" y="22104"/>
                  </a:lnTo>
                  <a:lnTo>
                    <a:pt x="11949" y="23195"/>
                  </a:lnTo>
                  <a:lnTo>
                    <a:pt x="11743" y="24347"/>
                  </a:lnTo>
                  <a:lnTo>
                    <a:pt x="11565" y="25560"/>
                  </a:lnTo>
                  <a:lnTo>
                    <a:pt x="11415" y="26833"/>
                  </a:lnTo>
                  <a:lnTo>
                    <a:pt x="11291" y="28167"/>
                  </a:lnTo>
                  <a:lnTo>
                    <a:pt x="11196" y="29562"/>
                  </a:lnTo>
                  <a:lnTo>
                    <a:pt x="11127" y="31018"/>
                  </a:lnTo>
                  <a:lnTo>
                    <a:pt x="11086" y="32534"/>
                  </a:lnTo>
                  <a:lnTo>
                    <a:pt x="11072" y="34111"/>
                  </a:lnTo>
                  <a:lnTo>
                    <a:pt x="11084" y="35459"/>
                  </a:lnTo>
                  <a:lnTo>
                    <a:pt x="11118" y="36766"/>
                  </a:lnTo>
                  <a:lnTo>
                    <a:pt x="11174" y="38031"/>
                  </a:lnTo>
                  <a:lnTo>
                    <a:pt x="11253" y="39254"/>
                  </a:lnTo>
                  <a:lnTo>
                    <a:pt x="11355" y="40436"/>
                  </a:lnTo>
                  <a:lnTo>
                    <a:pt x="11480" y="41576"/>
                  </a:lnTo>
                  <a:lnTo>
                    <a:pt x="11627" y="42674"/>
                  </a:lnTo>
                  <a:lnTo>
                    <a:pt x="11796" y="43731"/>
                  </a:lnTo>
                  <a:lnTo>
                    <a:pt x="11988" y="44746"/>
                  </a:lnTo>
                  <a:lnTo>
                    <a:pt x="12203" y="45720"/>
                  </a:lnTo>
                  <a:lnTo>
                    <a:pt x="12440" y="46642"/>
                  </a:lnTo>
                  <a:lnTo>
                    <a:pt x="12696" y="47529"/>
                  </a:lnTo>
                  <a:lnTo>
                    <a:pt x="12973" y="48381"/>
                  </a:lnTo>
                  <a:lnTo>
                    <a:pt x="13270" y="49196"/>
                  </a:lnTo>
                  <a:lnTo>
                    <a:pt x="13588" y="49976"/>
                  </a:lnTo>
                  <a:lnTo>
                    <a:pt x="13925" y="50720"/>
                  </a:lnTo>
                  <a:lnTo>
                    <a:pt x="14283" y="51429"/>
                  </a:lnTo>
                  <a:lnTo>
                    <a:pt x="14661" y="52101"/>
                  </a:lnTo>
                  <a:lnTo>
                    <a:pt x="15059" y="52738"/>
                  </a:lnTo>
                  <a:lnTo>
                    <a:pt x="15478" y="53340"/>
                  </a:lnTo>
                  <a:lnTo>
                    <a:pt x="15928" y="53907"/>
                  </a:lnTo>
                  <a:lnTo>
                    <a:pt x="16399" y="54442"/>
                  </a:lnTo>
                  <a:lnTo>
                    <a:pt x="16890" y="54945"/>
                  </a:lnTo>
                  <a:lnTo>
                    <a:pt x="17402" y="55416"/>
                  </a:lnTo>
                  <a:lnTo>
                    <a:pt x="17933" y="55855"/>
                  </a:lnTo>
                  <a:lnTo>
                    <a:pt x="18485" y="56261"/>
                  </a:lnTo>
                  <a:lnTo>
                    <a:pt x="19057" y="56636"/>
                  </a:lnTo>
                  <a:lnTo>
                    <a:pt x="19650" y="56978"/>
                  </a:lnTo>
                  <a:lnTo>
                    <a:pt x="20262" y="57288"/>
                  </a:lnTo>
                  <a:lnTo>
                    <a:pt x="20895" y="57566"/>
                  </a:lnTo>
                  <a:lnTo>
                    <a:pt x="21547" y="57804"/>
                  </a:lnTo>
                  <a:lnTo>
                    <a:pt x="22219" y="58016"/>
                  </a:lnTo>
                  <a:lnTo>
                    <a:pt x="22910" y="58204"/>
                  </a:lnTo>
                  <a:lnTo>
                    <a:pt x="23619" y="58366"/>
                  </a:lnTo>
                  <a:lnTo>
                    <a:pt x="24348" y="58504"/>
                  </a:lnTo>
                  <a:lnTo>
                    <a:pt x="25095" y="58616"/>
                  </a:lnTo>
                  <a:lnTo>
                    <a:pt x="25862" y="58704"/>
                  </a:lnTo>
                  <a:lnTo>
                    <a:pt x="26648" y="58766"/>
                  </a:lnTo>
                  <a:lnTo>
                    <a:pt x="27453" y="58804"/>
                  </a:lnTo>
                  <a:lnTo>
                    <a:pt x="28277" y="58816"/>
                  </a:lnTo>
                  <a:lnTo>
                    <a:pt x="29154" y="58799"/>
                  </a:lnTo>
                  <a:lnTo>
                    <a:pt x="30001" y="58747"/>
                  </a:lnTo>
                  <a:lnTo>
                    <a:pt x="30816" y="58661"/>
                  </a:lnTo>
                  <a:lnTo>
                    <a:pt x="31601" y="58540"/>
                  </a:lnTo>
                  <a:lnTo>
                    <a:pt x="32355" y="58385"/>
                  </a:lnTo>
                  <a:lnTo>
                    <a:pt x="33077" y="58195"/>
                  </a:lnTo>
                  <a:lnTo>
                    <a:pt x="33769" y="57970"/>
                  </a:lnTo>
                  <a:lnTo>
                    <a:pt x="34430" y="57711"/>
                  </a:lnTo>
                  <a:lnTo>
                    <a:pt x="35060" y="57418"/>
                  </a:lnTo>
                  <a:lnTo>
                    <a:pt x="35659" y="57090"/>
                  </a:lnTo>
                  <a:lnTo>
                    <a:pt x="36242" y="56729"/>
                  </a:lnTo>
                  <a:lnTo>
                    <a:pt x="36799" y="56337"/>
                  </a:lnTo>
                  <a:lnTo>
                    <a:pt x="37332" y="55915"/>
                  </a:lnTo>
                  <a:lnTo>
                    <a:pt x="37840" y="55461"/>
                  </a:lnTo>
                  <a:lnTo>
                    <a:pt x="38323" y="54977"/>
                  </a:lnTo>
                  <a:lnTo>
                    <a:pt x="38781" y="54461"/>
                  </a:lnTo>
                  <a:lnTo>
                    <a:pt x="39213" y="53915"/>
                  </a:lnTo>
                  <a:lnTo>
                    <a:pt x="39621" y="53337"/>
                  </a:lnTo>
                  <a:lnTo>
                    <a:pt x="40004" y="52729"/>
                  </a:lnTo>
                  <a:lnTo>
                    <a:pt x="40362" y="52089"/>
                  </a:lnTo>
                  <a:lnTo>
                    <a:pt x="40708" y="51420"/>
                  </a:lnTo>
                  <a:lnTo>
                    <a:pt x="41033" y="50723"/>
                  </a:lnTo>
                  <a:lnTo>
                    <a:pt x="41337" y="49996"/>
                  </a:lnTo>
                  <a:lnTo>
                    <a:pt x="41619" y="49241"/>
                  </a:lnTo>
                  <a:lnTo>
                    <a:pt x="41880" y="48458"/>
                  </a:lnTo>
                  <a:lnTo>
                    <a:pt x="42119" y="47646"/>
                  </a:lnTo>
                  <a:lnTo>
                    <a:pt x="42337" y="46805"/>
                  </a:lnTo>
                  <a:lnTo>
                    <a:pt x="42533" y="45936"/>
                  </a:lnTo>
                  <a:lnTo>
                    <a:pt x="42708" y="45038"/>
                  </a:lnTo>
                  <a:lnTo>
                    <a:pt x="42862" y="44112"/>
                  </a:lnTo>
                  <a:lnTo>
                    <a:pt x="42998" y="43147"/>
                  </a:lnTo>
                  <a:lnTo>
                    <a:pt x="43119" y="42155"/>
                  </a:lnTo>
                  <a:lnTo>
                    <a:pt x="43226" y="41137"/>
                  </a:lnTo>
                  <a:lnTo>
                    <a:pt x="43319" y="40093"/>
                  </a:lnTo>
                  <a:lnTo>
                    <a:pt x="43398" y="39022"/>
                  </a:lnTo>
                  <a:lnTo>
                    <a:pt x="43462" y="37926"/>
                  </a:lnTo>
                  <a:lnTo>
                    <a:pt x="43512" y="36803"/>
                  </a:lnTo>
                  <a:lnTo>
                    <a:pt x="43548" y="35654"/>
                  </a:lnTo>
                  <a:lnTo>
                    <a:pt x="43569" y="344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5737006" y="6553251"/>
              <a:ext cx="70187" cy="86320"/>
            </a:xfrm>
            <a:custGeom>
              <a:avLst/>
              <a:pathLst>
                <a:path w="70187" h="86320">
                  <a:moveTo>
                    <a:pt x="70187" y="61972"/>
                  </a:moveTo>
                  <a:lnTo>
                    <a:pt x="70166" y="63023"/>
                  </a:lnTo>
                  <a:lnTo>
                    <a:pt x="70104" y="64058"/>
                  </a:lnTo>
                  <a:lnTo>
                    <a:pt x="69999" y="65075"/>
                  </a:lnTo>
                  <a:lnTo>
                    <a:pt x="69853" y="66077"/>
                  </a:lnTo>
                  <a:lnTo>
                    <a:pt x="69666" y="67061"/>
                  </a:lnTo>
                  <a:lnTo>
                    <a:pt x="69437" y="68029"/>
                  </a:lnTo>
                  <a:lnTo>
                    <a:pt x="69166" y="68981"/>
                  </a:lnTo>
                  <a:lnTo>
                    <a:pt x="68853" y="69915"/>
                  </a:lnTo>
                  <a:lnTo>
                    <a:pt x="68499" y="70833"/>
                  </a:lnTo>
                  <a:lnTo>
                    <a:pt x="68103" y="71735"/>
                  </a:lnTo>
                  <a:lnTo>
                    <a:pt x="67676" y="72616"/>
                  </a:lnTo>
                  <a:lnTo>
                    <a:pt x="67203" y="73473"/>
                  </a:lnTo>
                  <a:lnTo>
                    <a:pt x="66685" y="74306"/>
                  </a:lnTo>
                  <a:lnTo>
                    <a:pt x="66122" y="75116"/>
                  </a:lnTo>
                  <a:lnTo>
                    <a:pt x="65514" y="75902"/>
                  </a:lnTo>
                  <a:lnTo>
                    <a:pt x="64860" y="76664"/>
                  </a:lnTo>
                  <a:lnTo>
                    <a:pt x="64161" y="77402"/>
                  </a:lnTo>
                  <a:lnTo>
                    <a:pt x="63417" y="78116"/>
                  </a:lnTo>
                  <a:lnTo>
                    <a:pt x="62628" y="78807"/>
                  </a:lnTo>
                  <a:lnTo>
                    <a:pt x="61793" y="79474"/>
                  </a:lnTo>
                  <a:lnTo>
                    <a:pt x="60913" y="80103"/>
                  </a:lnTo>
                  <a:lnTo>
                    <a:pt x="59988" y="80705"/>
                  </a:lnTo>
                  <a:lnTo>
                    <a:pt x="59018" y="81279"/>
                  </a:lnTo>
                  <a:lnTo>
                    <a:pt x="58002" y="81826"/>
                  </a:lnTo>
                  <a:lnTo>
                    <a:pt x="56941" y="82346"/>
                  </a:lnTo>
                  <a:lnTo>
                    <a:pt x="55835" y="82838"/>
                  </a:lnTo>
                  <a:lnTo>
                    <a:pt x="54684" y="83303"/>
                  </a:lnTo>
                  <a:lnTo>
                    <a:pt x="53487" y="83741"/>
                  </a:lnTo>
                  <a:lnTo>
                    <a:pt x="52245" y="84151"/>
                  </a:lnTo>
                  <a:lnTo>
                    <a:pt x="50958" y="84534"/>
                  </a:lnTo>
                  <a:lnTo>
                    <a:pt x="49636" y="84873"/>
                  </a:lnTo>
                  <a:lnTo>
                    <a:pt x="48265" y="85177"/>
                  </a:lnTo>
                  <a:lnTo>
                    <a:pt x="46845" y="85445"/>
                  </a:lnTo>
                  <a:lnTo>
                    <a:pt x="45377" y="85677"/>
                  </a:lnTo>
                  <a:lnTo>
                    <a:pt x="43859" y="85873"/>
                  </a:lnTo>
                  <a:lnTo>
                    <a:pt x="42293" y="86034"/>
                  </a:lnTo>
                  <a:lnTo>
                    <a:pt x="40678" y="86159"/>
                  </a:lnTo>
                  <a:lnTo>
                    <a:pt x="39014" y="86248"/>
                  </a:lnTo>
                  <a:lnTo>
                    <a:pt x="37301" y="86302"/>
                  </a:lnTo>
                  <a:lnTo>
                    <a:pt x="35540" y="86320"/>
                  </a:lnTo>
                  <a:lnTo>
                    <a:pt x="32477" y="86265"/>
                  </a:lnTo>
                  <a:lnTo>
                    <a:pt x="29553" y="86101"/>
                  </a:lnTo>
                  <a:lnTo>
                    <a:pt x="26767" y="85827"/>
                  </a:lnTo>
                  <a:lnTo>
                    <a:pt x="24119" y="85444"/>
                  </a:lnTo>
                  <a:lnTo>
                    <a:pt x="21609" y="84951"/>
                  </a:lnTo>
                  <a:lnTo>
                    <a:pt x="19238" y="84348"/>
                  </a:lnTo>
                  <a:lnTo>
                    <a:pt x="17004" y="83636"/>
                  </a:lnTo>
                  <a:lnTo>
                    <a:pt x="14909" y="82815"/>
                  </a:lnTo>
                  <a:lnTo>
                    <a:pt x="12951" y="81884"/>
                  </a:lnTo>
                  <a:lnTo>
                    <a:pt x="11132" y="80843"/>
                  </a:lnTo>
                  <a:lnTo>
                    <a:pt x="9445" y="79699"/>
                  </a:lnTo>
                  <a:lnTo>
                    <a:pt x="7886" y="78457"/>
                  </a:lnTo>
                  <a:lnTo>
                    <a:pt x="6454" y="77117"/>
                  </a:lnTo>
                  <a:lnTo>
                    <a:pt x="5150" y="75680"/>
                  </a:lnTo>
                  <a:lnTo>
                    <a:pt x="3973" y="74146"/>
                  </a:lnTo>
                  <a:lnTo>
                    <a:pt x="2924" y="72513"/>
                  </a:lnTo>
                  <a:lnTo>
                    <a:pt x="2002" y="70783"/>
                  </a:lnTo>
                  <a:lnTo>
                    <a:pt x="1207" y="68956"/>
                  </a:lnTo>
                  <a:lnTo>
                    <a:pt x="539" y="67030"/>
                  </a:lnTo>
                  <a:lnTo>
                    <a:pt x="0" y="65008"/>
                  </a:lnTo>
                  <a:lnTo>
                    <a:pt x="11013" y="62805"/>
                  </a:lnTo>
                  <a:lnTo>
                    <a:pt x="11188" y="63454"/>
                  </a:lnTo>
                  <a:lnTo>
                    <a:pt x="11382" y="64091"/>
                  </a:lnTo>
                  <a:lnTo>
                    <a:pt x="11593" y="64716"/>
                  </a:lnTo>
                  <a:lnTo>
                    <a:pt x="11822" y="65329"/>
                  </a:lnTo>
                  <a:lnTo>
                    <a:pt x="12069" y="65930"/>
                  </a:lnTo>
                  <a:lnTo>
                    <a:pt x="12334" y="66520"/>
                  </a:lnTo>
                  <a:lnTo>
                    <a:pt x="12617" y="67097"/>
                  </a:lnTo>
                  <a:lnTo>
                    <a:pt x="12918" y="67663"/>
                  </a:lnTo>
                  <a:lnTo>
                    <a:pt x="13236" y="68216"/>
                  </a:lnTo>
                  <a:lnTo>
                    <a:pt x="13573" y="68758"/>
                  </a:lnTo>
                  <a:lnTo>
                    <a:pt x="13930" y="69287"/>
                  </a:lnTo>
                  <a:lnTo>
                    <a:pt x="14311" y="69801"/>
                  </a:lnTo>
                  <a:lnTo>
                    <a:pt x="14716" y="70301"/>
                  </a:lnTo>
                  <a:lnTo>
                    <a:pt x="15144" y="70787"/>
                  </a:lnTo>
                  <a:lnTo>
                    <a:pt x="15597" y="71258"/>
                  </a:lnTo>
                  <a:lnTo>
                    <a:pt x="16073" y="71716"/>
                  </a:lnTo>
                  <a:lnTo>
                    <a:pt x="16573" y="72159"/>
                  </a:lnTo>
                  <a:lnTo>
                    <a:pt x="17097" y="72587"/>
                  </a:lnTo>
                  <a:lnTo>
                    <a:pt x="17645" y="73001"/>
                  </a:lnTo>
                  <a:lnTo>
                    <a:pt x="18216" y="73402"/>
                  </a:lnTo>
                  <a:lnTo>
                    <a:pt x="18825" y="73774"/>
                  </a:lnTo>
                  <a:lnTo>
                    <a:pt x="19461" y="74130"/>
                  </a:lnTo>
                  <a:lnTo>
                    <a:pt x="20125" y="74470"/>
                  </a:lnTo>
                  <a:lnTo>
                    <a:pt x="20816" y="74792"/>
                  </a:lnTo>
                  <a:lnTo>
                    <a:pt x="21535" y="75098"/>
                  </a:lnTo>
                  <a:lnTo>
                    <a:pt x="22281" y="75387"/>
                  </a:lnTo>
                  <a:lnTo>
                    <a:pt x="23054" y="75660"/>
                  </a:lnTo>
                  <a:lnTo>
                    <a:pt x="23855" y="75916"/>
                  </a:lnTo>
                  <a:lnTo>
                    <a:pt x="24683" y="76155"/>
                  </a:lnTo>
                  <a:lnTo>
                    <a:pt x="25538" y="76378"/>
                  </a:lnTo>
                  <a:lnTo>
                    <a:pt x="26425" y="76582"/>
                  </a:lnTo>
                  <a:lnTo>
                    <a:pt x="27346" y="76764"/>
                  </a:lnTo>
                  <a:lnTo>
                    <a:pt x="28301" y="76925"/>
                  </a:lnTo>
                  <a:lnTo>
                    <a:pt x="29291" y="77064"/>
                  </a:lnTo>
                  <a:lnTo>
                    <a:pt x="30316" y="77182"/>
                  </a:lnTo>
                  <a:lnTo>
                    <a:pt x="31375" y="77278"/>
                  </a:lnTo>
                  <a:lnTo>
                    <a:pt x="32468" y="77353"/>
                  </a:lnTo>
                  <a:lnTo>
                    <a:pt x="33597" y="77407"/>
                  </a:lnTo>
                  <a:lnTo>
                    <a:pt x="34759" y="77439"/>
                  </a:lnTo>
                  <a:lnTo>
                    <a:pt x="35956" y="77450"/>
                  </a:lnTo>
                  <a:lnTo>
                    <a:pt x="36960" y="77441"/>
                  </a:lnTo>
                  <a:lnTo>
                    <a:pt x="37947" y="77416"/>
                  </a:lnTo>
                  <a:lnTo>
                    <a:pt x="38917" y="77375"/>
                  </a:lnTo>
                  <a:lnTo>
                    <a:pt x="39871" y="77316"/>
                  </a:lnTo>
                  <a:lnTo>
                    <a:pt x="40808" y="77241"/>
                  </a:lnTo>
                  <a:lnTo>
                    <a:pt x="41729" y="77150"/>
                  </a:lnTo>
                  <a:lnTo>
                    <a:pt x="42632" y="77041"/>
                  </a:lnTo>
                  <a:lnTo>
                    <a:pt x="43519" y="76916"/>
                  </a:lnTo>
                  <a:lnTo>
                    <a:pt x="44390" y="76775"/>
                  </a:lnTo>
                  <a:lnTo>
                    <a:pt x="45243" y="76616"/>
                  </a:lnTo>
                  <a:lnTo>
                    <a:pt x="46077" y="76429"/>
                  </a:lnTo>
                  <a:lnTo>
                    <a:pt x="46886" y="76223"/>
                  </a:lnTo>
                  <a:lnTo>
                    <a:pt x="47672" y="76000"/>
                  </a:lnTo>
                  <a:lnTo>
                    <a:pt x="48434" y="75759"/>
                  </a:lnTo>
                  <a:lnTo>
                    <a:pt x="49172" y="75500"/>
                  </a:lnTo>
                  <a:lnTo>
                    <a:pt x="49887" y="75223"/>
                  </a:lnTo>
                  <a:lnTo>
                    <a:pt x="50577" y="74929"/>
                  </a:lnTo>
                  <a:lnTo>
                    <a:pt x="51244" y="74616"/>
                  </a:lnTo>
                  <a:lnTo>
                    <a:pt x="51887" y="74286"/>
                  </a:lnTo>
                  <a:lnTo>
                    <a:pt x="52506" y="73937"/>
                  </a:lnTo>
                  <a:lnTo>
                    <a:pt x="53100" y="73570"/>
                  </a:lnTo>
                  <a:lnTo>
                    <a:pt x="53666" y="73182"/>
                  </a:lnTo>
                  <a:lnTo>
                    <a:pt x="54204" y="72775"/>
                  </a:lnTo>
                  <a:lnTo>
                    <a:pt x="54716" y="72347"/>
                  </a:lnTo>
                  <a:lnTo>
                    <a:pt x="55200" y="71898"/>
                  </a:lnTo>
                  <a:lnTo>
                    <a:pt x="55656" y="71430"/>
                  </a:lnTo>
                  <a:lnTo>
                    <a:pt x="56086" y="70941"/>
                  </a:lnTo>
                  <a:lnTo>
                    <a:pt x="56488" y="70432"/>
                  </a:lnTo>
                  <a:lnTo>
                    <a:pt x="56862" y="69903"/>
                  </a:lnTo>
                  <a:lnTo>
                    <a:pt x="57209" y="69353"/>
                  </a:lnTo>
                  <a:lnTo>
                    <a:pt x="57537" y="68771"/>
                  </a:lnTo>
                  <a:lnTo>
                    <a:pt x="57831" y="68168"/>
                  </a:lnTo>
                  <a:lnTo>
                    <a:pt x="58089" y="67542"/>
                  </a:lnTo>
                  <a:lnTo>
                    <a:pt x="58314" y="66896"/>
                  </a:lnTo>
                  <a:lnTo>
                    <a:pt x="58504" y="66228"/>
                  </a:lnTo>
                  <a:lnTo>
                    <a:pt x="58659" y="65539"/>
                  </a:lnTo>
                  <a:lnTo>
                    <a:pt x="58780" y="64828"/>
                  </a:lnTo>
                  <a:lnTo>
                    <a:pt x="58866" y="64096"/>
                  </a:lnTo>
                  <a:lnTo>
                    <a:pt x="58918" y="63342"/>
                  </a:lnTo>
                  <a:lnTo>
                    <a:pt x="58935" y="62567"/>
                  </a:lnTo>
                  <a:lnTo>
                    <a:pt x="58916" y="61761"/>
                  </a:lnTo>
                  <a:lnTo>
                    <a:pt x="58859" y="60986"/>
                  </a:lnTo>
                  <a:lnTo>
                    <a:pt x="58764" y="60242"/>
                  </a:lnTo>
                  <a:lnTo>
                    <a:pt x="58631" y="59528"/>
                  </a:lnTo>
                  <a:lnTo>
                    <a:pt x="58459" y="58846"/>
                  </a:lnTo>
                  <a:lnTo>
                    <a:pt x="58250" y="58195"/>
                  </a:lnTo>
                  <a:lnTo>
                    <a:pt x="58002" y="57575"/>
                  </a:lnTo>
                  <a:lnTo>
                    <a:pt x="57716" y="56985"/>
                  </a:lnTo>
                  <a:lnTo>
                    <a:pt x="57392" y="56427"/>
                  </a:lnTo>
                  <a:lnTo>
                    <a:pt x="57030" y="55899"/>
                  </a:lnTo>
                  <a:lnTo>
                    <a:pt x="56646" y="55396"/>
                  </a:lnTo>
                  <a:lnTo>
                    <a:pt x="56230" y="54911"/>
                  </a:lnTo>
                  <a:lnTo>
                    <a:pt x="55784" y="54444"/>
                  </a:lnTo>
                  <a:lnTo>
                    <a:pt x="55306" y="53994"/>
                  </a:lnTo>
                  <a:lnTo>
                    <a:pt x="54798" y="53563"/>
                  </a:lnTo>
                  <a:lnTo>
                    <a:pt x="54259" y="53149"/>
                  </a:lnTo>
                  <a:lnTo>
                    <a:pt x="53688" y="52753"/>
                  </a:lnTo>
                  <a:lnTo>
                    <a:pt x="53087" y="52375"/>
                  </a:lnTo>
                  <a:lnTo>
                    <a:pt x="52455" y="52015"/>
                  </a:lnTo>
                  <a:lnTo>
                    <a:pt x="51792" y="51673"/>
                  </a:lnTo>
                  <a:lnTo>
                    <a:pt x="51100" y="51345"/>
                  </a:lnTo>
                  <a:lnTo>
                    <a:pt x="50382" y="51027"/>
                  </a:lnTo>
                  <a:lnTo>
                    <a:pt x="49638" y="50721"/>
                  </a:lnTo>
                  <a:lnTo>
                    <a:pt x="48868" y="50425"/>
                  </a:lnTo>
                  <a:lnTo>
                    <a:pt x="48071" y="50140"/>
                  </a:lnTo>
                  <a:lnTo>
                    <a:pt x="47248" y="49865"/>
                  </a:lnTo>
                  <a:lnTo>
                    <a:pt x="46399" y="49602"/>
                  </a:lnTo>
                  <a:lnTo>
                    <a:pt x="45524" y="49349"/>
                  </a:lnTo>
                  <a:lnTo>
                    <a:pt x="44623" y="49106"/>
                  </a:lnTo>
                  <a:lnTo>
                    <a:pt x="43695" y="48875"/>
                  </a:lnTo>
                  <a:lnTo>
                    <a:pt x="42745" y="48647"/>
                  </a:lnTo>
                  <a:lnTo>
                    <a:pt x="41774" y="48415"/>
                  </a:lnTo>
                  <a:lnTo>
                    <a:pt x="40783" y="48180"/>
                  </a:lnTo>
                  <a:lnTo>
                    <a:pt x="39771" y="47941"/>
                  </a:lnTo>
                  <a:lnTo>
                    <a:pt x="38739" y="47699"/>
                  </a:lnTo>
                  <a:lnTo>
                    <a:pt x="37688" y="47453"/>
                  </a:lnTo>
                  <a:lnTo>
                    <a:pt x="36615" y="47204"/>
                  </a:lnTo>
                  <a:lnTo>
                    <a:pt x="35523" y="46951"/>
                  </a:lnTo>
                  <a:lnTo>
                    <a:pt x="34410" y="46694"/>
                  </a:lnTo>
                  <a:lnTo>
                    <a:pt x="33277" y="46434"/>
                  </a:lnTo>
                  <a:lnTo>
                    <a:pt x="32574" y="46278"/>
                  </a:lnTo>
                  <a:lnTo>
                    <a:pt x="31870" y="46120"/>
                  </a:lnTo>
                  <a:lnTo>
                    <a:pt x="31165" y="45959"/>
                  </a:lnTo>
                  <a:lnTo>
                    <a:pt x="30458" y="45796"/>
                  </a:lnTo>
                  <a:lnTo>
                    <a:pt x="29750" y="45630"/>
                  </a:lnTo>
                  <a:lnTo>
                    <a:pt x="29041" y="45462"/>
                  </a:lnTo>
                  <a:lnTo>
                    <a:pt x="28331" y="45292"/>
                  </a:lnTo>
                  <a:lnTo>
                    <a:pt x="27620" y="45119"/>
                  </a:lnTo>
                  <a:lnTo>
                    <a:pt x="26907" y="44944"/>
                  </a:lnTo>
                  <a:lnTo>
                    <a:pt x="26193" y="44767"/>
                  </a:lnTo>
                  <a:lnTo>
                    <a:pt x="25493" y="44574"/>
                  </a:lnTo>
                  <a:lnTo>
                    <a:pt x="24798" y="44374"/>
                  </a:lnTo>
                  <a:lnTo>
                    <a:pt x="24107" y="44169"/>
                  </a:lnTo>
                  <a:lnTo>
                    <a:pt x="23421" y="43957"/>
                  </a:lnTo>
                  <a:lnTo>
                    <a:pt x="22740" y="43740"/>
                  </a:lnTo>
                  <a:lnTo>
                    <a:pt x="22064" y="43517"/>
                  </a:lnTo>
                  <a:lnTo>
                    <a:pt x="21393" y="43288"/>
                  </a:lnTo>
                  <a:lnTo>
                    <a:pt x="20726" y="43053"/>
                  </a:lnTo>
                  <a:lnTo>
                    <a:pt x="20064" y="42811"/>
                  </a:lnTo>
                  <a:lnTo>
                    <a:pt x="19407" y="42564"/>
                  </a:lnTo>
                  <a:lnTo>
                    <a:pt x="18767" y="42298"/>
                  </a:lnTo>
                  <a:lnTo>
                    <a:pt x="18135" y="42024"/>
                  </a:lnTo>
                  <a:lnTo>
                    <a:pt x="17510" y="41741"/>
                  </a:lnTo>
                  <a:lnTo>
                    <a:pt x="16892" y="41450"/>
                  </a:lnTo>
                  <a:lnTo>
                    <a:pt x="16281" y="41150"/>
                  </a:lnTo>
                  <a:lnTo>
                    <a:pt x="15678" y="40843"/>
                  </a:lnTo>
                  <a:lnTo>
                    <a:pt x="15081" y="40527"/>
                  </a:lnTo>
                  <a:lnTo>
                    <a:pt x="14492" y="40202"/>
                  </a:lnTo>
                  <a:lnTo>
                    <a:pt x="13910" y="39869"/>
                  </a:lnTo>
                  <a:lnTo>
                    <a:pt x="13334" y="39528"/>
                  </a:lnTo>
                  <a:lnTo>
                    <a:pt x="12771" y="39176"/>
                  </a:lnTo>
                  <a:lnTo>
                    <a:pt x="12222" y="38811"/>
                  </a:lnTo>
                  <a:lnTo>
                    <a:pt x="11690" y="38433"/>
                  </a:lnTo>
                  <a:lnTo>
                    <a:pt x="11172" y="38042"/>
                  </a:lnTo>
                  <a:lnTo>
                    <a:pt x="10670" y="37638"/>
                  </a:lnTo>
                  <a:lnTo>
                    <a:pt x="10184" y="37221"/>
                  </a:lnTo>
                  <a:lnTo>
                    <a:pt x="9713" y="36790"/>
                  </a:lnTo>
                  <a:lnTo>
                    <a:pt x="9258" y="36347"/>
                  </a:lnTo>
                  <a:lnTo>
                    <a:pt x="8818" y="35890"/>
                  </a:lnTo>
                  <a:lnTo>
                    <a:pt x="8393" y="35421"/>
                  </a:lnTo>
                  <a:lnTo>
                    <a:pt x="7986" y="34925"/>
                  </a:lnTo>
                  <a:lnTo>
                    <a:pt x="7596" y="34416"/>
                  </a:lnTo>
                  <a:lnTo>
                    <a:pt x="7224" y="33892"/>
                  </a:lnTo>
                  <a:lnTo>
                    <a:pt x="6869" y="33354"/>
                  </a:lnTo>
                  <a:lnTo>
                    <a:pt x="6533" y="32801"/>
                  </a:lnTo>
                  <a:lnTo>
                    <a:pt x="6215" y="32234"/>
                  </a:lnTo>
                  <a:lnTo>
                    <a:pt x="5914" y="31653"/>
                  </a:lnTo>
                  <a:lnTo>
                    <a:pt x="5631" y="31058"/>
                  </a:lnTo>
                  <a:lnTo>
                    <a:pt x="5366" y="30449"/>
                  </a:lnTo>
                  <a:lnTo>
                    <a:pt x="5119" y="29825"/>
                  </a:lnTo>
                  <a:lnTo>
                    <a:pt x="4893" y="29172"/>
                  </a:lnTo>
                  <a:lnTo>
                    <a:pt x="4691" y="28501"/>
                  </a:lnTo>
                  <a:lnTo>
                    <a:pt x="4512" y="27810"/>
                  </a:lnTo>
                  <a:lnTo>
                    <a:pt x="4357" y="27101"/>
                  </a:lnTo>
                  <a:lnTo>
                    <a:pt x="4226" y="26372"/>
                  </a:lnTo>
                  <a:lnTo>
                    <a:pt x="4119" y="25624"/>
                  </a:lnTo>
                  <a:lnTo>
                    <a:pt x="4036" y="24857"/>
                  </a:lnTo>
                  <a:lnTo>
                    <a:pt x="3976" y="24072"/>
                  </a:lnTo>
                  <a:lnTo>
                    <a:pt x="3940" y="23267"/>
                  </a:lnTo>
                  <a:lnTo>
                    <a:pt x="3929" y="22443"/>
                  </a:lnTo>
                  <a:lnTo>
                    <a:pt x="3952" y="21269"/>
                  </a:lnTo>
                  <a:lnTo>
                    <a:pt x="4024" y="20131"/>
                  </a:lnTo>
                  <a:lnTo>
                    <a:pt x="4143" y="19026"/>
                  </a:lnTo>
                  <a:lnTo>
                    <a:pt x="4310" y="17957"/>
                  </a:lnTo>
                  <a:lnTo>
                    <a:pt x="4524" y="16921"/>
                  </a:lnTo>
                  <a:lnTo>
                    <a:pt x="4786" y="15921"/>
                  </a:lnTo>
                  <a:lnTo>
                    <a:pt x="5095" y="14954"/>
                  </a:lnTo>
                  <a:lnTo>
                    <a:pt x="5453" y="14023"/>
                  </a:lnTo>
                  <a:lnTo>
                    <a:pt x="5857" y="13126"/>
                  </a:lnTo>
                  <a:lnTo>
                    <a:pt x="6310" y="12263"/>
                  </a:lnTo>
                  <a:lnTo>
                    <a:pt x="6816" y="11421"/>
                  </a:lnTo>
                  <a:lnTo>
                    <a:pt x="7360" y="10610"/>
                  </a:lnTo>
                  <a:lnTo>
                    <a:pt x="7940" y="9830"/>
                  </a:lnTo>
                  <a:lnTo>
                    <a:pt x="8558" y="9082"/>
                  </a:lnTo>
                  <a:lnTo>
                    <a:pt x="9212" y="8364"/>
                  </a:lnTo>
                  <a:lnTo>
                    <a:pt x="9903" y="7677"/>
                  </a:lnTo>
                  <a:lnTo>
                    <a:pt x="10631" y="7021"/>
                  </a:lnTo>
                  <a:lnTo>
                    <a:pt x="11396" y="6396"/>
                  </a:lnTo>
                  <a:lnTo>
                    <a:pt x="12198" y="5801"/>
                  </a:lnTo>
                  <a:lnTo>
                    <a:pt x="13037" y="5238"/>
                  </a:lnTo>
                  <a:lnTo>
                    <a:pt x="13910" y="4705"/>
                  </a:lnTo>
                  <a:lnTo>
                    <a:pt x="14813" y="4202"/>
                  </a:lnTo>
                  <a:lnTo>
                    <a:pt x="15748" y="3729"/>
                  </a:lnTo>
                  <a:lnTo>
                    <a:pt x="16713" y="3286"/>
                  </a:lnTo>
                  <a:lnTo>
                    <a:pt x="17710" y="2872"/>
                  </a:lnTo>
                  <a:lnTo>
                    <a:pt x="18738" y="2488"/>
                  </a:lnTo>
                  <a:lnTo>
                    <a:pt x="19796" y="2134"/>
                  </a:lnTo>
                  <a:lnTo>
                    <a:pt x="20885" y="1809"/>
                  </a:lnTo>
                  <a:lnTo>
                    <a:pt x="22006" y="1515"/>
                  </a:lnTo>
                  <a:lnTo>
                    <a:pt x="23157" y="1250"/>
                  </a:lnTo>
                  <a:lnTo>
                    <a:pt x="24333" y="1012"/>
                  </a:lnTo>
                  <a:lnTo>
                    <a:pt x="25529" y="800"/>
                  </a:lnTo>
                  <a:lnTo>
                    <a:pt x="26743" y="612"/>
                  </a:lnTo>
                  <a:lnTo>
                    <a:pt x="27977" y="450"/>
                  </a:lnTo>
                  <a:lnTo>
                    <a:pt x="29229" y="312"/>
                  </a:lnTo>
                  <a:lnTo>
                    <a:pt x="30501" y="200"/>
                  </a:lnTo>
                  <a:lnTo>
                    <a:pt x="31792" y="112"/>
                  </a:lnTo>
                  <a:lnTo>
                    <a:pt x="33101" y="50"/>
                  </a:lnTo>
                  <a:lnTo>
                    <a:pt x="34430" y="12"/>
                  </a:lnTo>
                  <a:lnTo>
                    <a:pt x="35778" y="0"/>
                  </a:lnTo>
                  <a:lnTo>
                    <a:pt x="37315" y="12"/>
                  </a:lnTo>
                  <a:lnTo>
                    <a:pt x="38807" y="50"/>
                  </a:lnTo>
                  <a:lnTo>
                    <a:pt x="40253" y="112"/>
                  </a:lnTo>
                  <a:lnTo>
                    <a:pt x="41655" y="200"/>
                  </a:lnTo>
                  <a:lnTo>
                    <a:pt x="43011" y="312"/>
                  </a:lnTo>
                  <a:lnTo>
                    <a:pt x="44322" y="450"/>
                  </a:lnTo>
                  <a:lnTo>
                    <a:pt x="45587" y="612"/>
                  </a:lnTo>
                  <a:lnTo>
                    <a:pt x="46808" y="800"/>
                  </a:lnTo>
                  <a:lnTo>
                    <a:pt x="47983" y="1012"/>
                  </a:lnTo>
                  <a:lnTo>
                    <a:pt x="49113" y="1250"/>
                  </a:lnTo>
                  <a:lnTo>
                    <a:pt x="50203" y="1500"/>
                  </a:lnTo>
                  <a:lnTo>
                    <a:pt x="51258" y="1776"/>
                  </a:lnTo>
                  <a:lnTo>
                    <a:pt x="52279" y="2077"/>
                  </a:lnTo>
                  <a:lnTo>
                    <a:pt x="53266" y="2402"/>
                  </a:lnTo>
                  <a:lnTo>
                    <a:pt x="54218" y="2753"/>
                  </a:lnTo>
                  <a:lnTo>
                    <a:pt x="55135" y="3128"/>
                  </a:lnTo>
                  <a:lnTo>
                    <a:pt x="56018" y="3529"/>
                  </a:lnTo>
                  <a:lnTo>
                    <a:pt x="56866" y="3955"/>
                  </a:lnTo>
                  <a:lnTo>
                    <a:pt x="57680" y="4405"/>
                  </a:lnTo>
                  <a:lnTo>
                    <a:pt x="58459" y="4881"/>
                  </a:lnTo>
                  <a:lnTo>
                    <a:pt x="59206" y="5381"/>
                  </a:lnTo>
                  <a:lnTo>
                    <a:pt x="59921" y="5905"/>
                  </a:lnTo>
                  <a:lnTo>
                    <a:pt x="60606" y="6453"/>
                  </a:lnTo>
                  <a:lnTo>
                    <a:pt x="61260" y="7024"/>
                  </a:lnTo>
                  <a:lnTo>
                    <a:pt x="61882" y="7620"/>
                  </a:lnTo>
                  <a:lnTo>
                    <a:pt x="62474" y="8239"/>
                  </a:lnTo>
                  <a:lnTo>
                    <a:pt x="63035" y="8882"/>
                  </a:lnTo>
                  <a:lnTo>
                    <a:pt x="63565" y="9548"/>
                  </a:lnTo>
                  <a:lnTo>
                    <a:pt x="64063" y="10239"/>
                  </a:lnTo>
                  <a:lnTo>
                    <a:pt x="64531" y="10953"/>
                  </a:lnTo>
                  <a:lnTo>
                    <a:pt x="64986" y="11680"/>
                  </a:lnTo>
                  <a:lnTo>
                    <a:pt x="65422" y="12430"/>
                  </a:lnTo>
                  <a:lnTo>
                    <a:pt x="65839" y="13204"/>
                  </a:lnTo>
                  <a:lnTo>
                    <a:pt x="66236" y="14001"/>
                  </a:lnTo>
                  <a:lnTo>
                    <a:pt x="66615" y="14823"/>
                  </a:lnTo>
                  <a:lnTo>
                    <a:pt x="66975" y="15668"/>
                  </a:lnTo>
                  <a:lnTo>
                    <a:pt x="67315" y="16537"/>
                  </a:lnTo>
                  <a:lnTo>
                    <a:pt x="67637" y="17430"/>
                  </a:lnTo>
                  <a:lnTo>
                    <a:pt x="67939" y="18347"/>
                  </a:lnTo>
                  <a:lnTo>
                    <a:pt x="68222" y="19288"/>
                  </a:lnTo>
                  <a:lnTo>
                    <a:pt x="57030" y="21252"/>
                  </a:lnTo>
                  <a:lnTo>
                    <a:pt x="56856" y="20651"/>
                  </a:lnTo>
                  <a:lnTo>
                    <a:pt x="56666" y="20064"/>
                  </a:lnTo>
                  <a:lnTo>
                    <a:pt x="56461" y="19489"/>
                  </a:lnTo>
                  <a:lnTo>
                    <a:pt x="56240" y="18928"/>
                  </a:lnTo>
                  <a:lnTo>
                    <a:pt x="56004" y="18380"/>
                  </a:lnTo>
                  <a:lnTo>
                    <a:pt x="55752" y="17845"/>
                  </a:lnTo>
                  <a:lnTo>
                    <a:pt x="55484" y="17322"/>
                  </a:lnTo>
                  <a:lnTo>
                    <a:pt x="55202" y="16814"/>
                  </a:lnTo>
                  <a:lnTo>
                    <a:pt x="54903" y="16318"/>
                  </a:lnTo>
                  <a:lnTo>
                    <a:pt x="54590" y="15835"/>
                  </a:lnTo>
                  <a:lnTo>
                    <a:pt x="54270" y="15366"/>
                  </a:lnTo>
                  <a:lnTo>
                    <a:pt x="53930" y="14913"/>
                  </a:lnTo>
                  <a:lnTo>
                    <a:pt x="53570" y="14476"/>
                  </a:lnTo>
                  <a:lnTo>
                    <a:pt x="53189" y="14054"/>
                  </a:lnTo>
                  <a:lnTo>
                    <a:pt x="52789" y="13647"/>
                  </a:lnTo>
                  <a:lnTo>
                    <a:pt x="52368" y="13256"/>
                  </a:lnTo>
                  <a:lnTo>
                    <a:pt x="51927" y="12880"/>
                  </a:lnTo>
                  <a:lnTo>
                    <a:pt x="51465" y="12520"/>
                  </a:lnTo>
                  <a:lnTo>
                    <a:pt x="50984" y="12175"/>
                  </a:lnTo>
                  <a:lnTo>
                    <a:pt x="50482" y="11846"/>
                  </a:lnTo>
                  <a:lnTo>
                    <a:pt x="49959" y="11532"/>
                  </a:lnTo>
                  <a:lnTo>
                    <a:pt x="49413" y="11234"/>
                  </a:lnTo>
                  <a:lnTo>
                    <a:pt x="48844" y="10951"/>
                  </a:lnTo>
                  <a:lnTo>
                    <a:pt x="48253" y="10684"/>
                  </a:lnTo>
                  <a:lnTo>
                    <a:pt x="47639" y="10432"/>
                  </a:lnTo>
                  <a:lnTo>
                    <a:pt x="47003" y="10196"/>
                  </a:lnTo>
                  <a:lnTo>
                    <a:pt x="46344" y="9975"/>
                  </a:lnTo>
                  <a:lnTo>
                    <a:pt x="45662" y="9770"/>
                  </a:lnTo>
                  <a:lnTo>
                    <a:pt x="44958" y="9580"/>
                  </a:lnTo>
                  <a:lnTo>
                    <a:pt x="44231" y="9405"/>
                  </a:lnTo>
                  <a:lnTo>
                    <a:pt x="43492" y="9247"/>
                  </a:lnTo>
                  <a:lnTo>
                    <a:pt x="42726" y="9105"/>
                  </a:lnTo>
                  <a:lnTo>
                    <a:pt x="41935" y="8980"/>
                  </a:lnTo>
                  <a:lnTo>
                    <a:pt x="41117" y="8872"/>
                  </a:lnTo>
                  <a:lnTo>
                    <a:pt x="40272" y="8780"/>
                  </a:lnTo>
                  <a:lnTo>
                    <a:pt x="39402" y="8705"/>
                  </a:lnTo>
                  <a:lnTo>
                    <a:pt x="38506" y="8647"/>
                  </a:lnTo>
                  <a:lnTo>
                    <a:pt x="37583" y="8605"/>
                  </a:lnTo>
                  <a:lnTo>
                    <a:pt x="36634" y="8580"/>
                  </a:lnTo>
                  <a:lnTo>
                    <a:pt x="35659" y="8572"/>
                  </a:lnTo>
                  <a:lnTo>
                    <a:pt x="34510" y="8583"/>
                  </a:lnTo>
                  <a:lnTo>
                    <a:pt x="33399" y="8615"/>
                  </a:lnTo>
                  <a:lnTo>
                    <a:pt x="32324" y="8668"/>
                  </a:lnTo>
                  <a:lnTo>
                    <a:pt x="31287" y="8743"/>
                  </a:lnTo>
                  <a:lnTo>
                    <a:pt x="30286" y="8840"/>
                  </a:lnTo>
                  <a:lnTo>
                    <a:pt x="29322" y="8958"/>
                  </a:lnTo>
                  <a:lnTo>
                    <a:pt x="28395" y="9097"/>
                  </a:lnTo>
                  <a:lnTo>
                    <a:pt x="27505" y="9258"/>
                  </a:lnTo>
                  <a:lnTo>
                    <a:pt x="26652" y="9440"/>
                  </a:lnTo>
                  <a:lnTo>
                    <a:pt x="25836" y="9644"/>
                  </a:lnTo>
                  <a:lnTo>
                    <a:pt x="25065" y="9854"/>
                  </a:lnTo>
                  <a:lnTo>
                    <a:pt x="24324" y="10079"/>
                  </a:lnTo>
                  <a:lnTo>
                    <a:pt x="23613" y="10320"/>
                  </a:lnTo>
                  <a:lnTo>
                    <a:pt x="22931" y="10577"/>
                  </a:lnTo>
                  <a:lnTo>
                    <a:pt x="22279" y="10849"/>
                  </a:lnTo>
                  <a:lnTo>
                    <a:pt x="21657" y="11137"/>
                  </a:lnTo>
                  <a:lnTo>
                    <a:pt x="21065" y="11440"/>
                  </a:lnTo>
                  <a:lnTo>
                    <a:pt x="20502" y="11758"/>
                  </a:lnTo>
                  <a:lnTo>
                    <a:pt x="19969" y="12092"/>
                  </a:lnTo>
                  <a:lnTo>
                    <a:pt x="19466" y="12442"/>
                  </a:lnTo>
                  <a:lnTo>
                    <a:pt x="19003" y="12805"/>
                  </a:lnTo>
                  <a:lnTo>
                    <a:pt x="18566" y="13182"/>
                  </a:lnTo>
                  <a:lnTo>
                    <a:pt x="18155" y="13572"/>
                  </a:lnTo>
                  <a:lnTo>
                    <a:pt x="17771" y="13975"/>
                  </a:lnTo>
                  <a:lnTo>
                    <a:pt x="17412" y="14391"/>
                  </a:lnTo>
                  <a:lnTo>
                    <a:pt x="17080" y="14820"/>
                  </a:lnTo>
                  <a:lnTo>
                    <a:pt x="16774" y="15263"/>
                  </a:lnTo>
                  <a:lnTo>
                    <a:pt x="16494" y="15718"/>
                  </a:lnTo>
                  <a:lnTo>
                    <a:pt x="16241" y="16187"/>
                  </a:lnTo>
                  <a:lnTo>
                    <a:pt x="16013" y="16668"/>
                  </a:lnTo>
                  <a:lnTo>
                    <a:pt x="15821" y="17149"/>
                  </a:lnTo>
                  <a:lnTo>
                    <a:pt x="15649" y="17637"/>
                  </a:lnTo>
                  <a:lnTo>
                    <a:pt x="15497" y="18135"/>
                  </a:lnTo>
                  <a:lnTo>
                    <a:pt x="15366" y="18640"/>
                  </a:lnTo>
                  <a:lnTo>
                    <a:pt x="15254" y="19154"/>
                  </a:lnTo>
                  <a:lnTo>
                    <a:pt x="15163" y="19676"/>
                  </a:lnTo>
                  <a:lnTo>
                    <a:pt x="15092" y="20206"/>
                  </a:lnTo>
                  <a:lnTo>
                    <a:pt x="15042" y="20745"/>
                  </a:lnTo>
                  <a:lnTo>
                    <a:pt x="15011" y="21292"/>
                  </a:lnTo>
                  <a:lnTo>
                    <a:pt x="15001" y="21847"/>
                  </a:lnTo>
                  <a:lnTo>
                    <a:pt x="15020" y="22584"/>
                  </a:lnTo>
                  <a:lnTo>
                    <a:pt x="15075" y="23295"/>
                  </a:lnTo>
                  <a:lnTo>
                    <a:pt x="15167" y="23980"/>
                  </a:lnTo>
                  <a:lnTo>
                    <a:pt x="15297" y="24638"/>
                  </a:lnTo>
                  <a:lnTo>
                    <a:pt x="15463" y="25271"/>
                  </a:lnTo>
                  <a:lnTo>
                    <a:pt x="15666" y="25877"/>
                  </a:lnTo>
                  <a:lnTo>
                    <a:pt x="15906" y="26456"/>
                  </a:lnTo>
                  <a:lnTo>
                    <a:pt x="16182" y="27010"/>
                  </a:lnTo>
                  <a:lnTo>
                    <a:pt x="16496" y="27537"/>
                  </a:lnTo>
                  <a:lnTo>
                    <a:pt x="16847" y="28039"/>
                  </a:lnTo>
                  <a:lnTo>
                    <a:pt x="17241" y="28507"/>
                  </a:lnTo>
                  <a:lnTo>
                    <a:pt x="17661" y="28960"/>
                  </a:lnTo>
                  <a:lnTo>
                    <a:pt x="18108" y="29398"/>
                  </a:lnTo>
                  <a:lnTo>
                    <a:pt x="18580" y="29820"/>
                  </a:lnTo>
                  <a:lnTo>
                    <a:pt x="19079" y="30226"/>
                  </a:lnTo>
                  <a:lnTo>
                    <a:pt x="19604" y="30618"/>
                  </a:lnTo>
                  <a:lnTo>
                    <a:pt x="20156" y="30993"/>
                  </a:lnTo>
                  <a:lnTo>
                    <a:pt x="20733" y="31353"/>
                  </a:lnTo>
                  <a:lnTo>
                    <a:pt x="21337" y="31698"/>
                  </a:lnTo>
                  <a:lnTo>
                    <a:pt x="21967" y="32027"/>
                  </a:lnTo>
                  <a:lnTo>
                    <a:pt x="22620" y="32343"/>
                  </a:lnTo>
                  <a:lnTo>
                    <a:pt x="23293" y="32649"/>
                  </a:lnTo>
                  <a:lnTo>
                    <a:pt x="23986" y="32943"/>
                  </a:lnTo>
                  <a:lnTo>
                    <a:pt x="24700" y="33227"/>
                  </a:lnTo>
                  <a:lnTo>
                    <a:pt x="25434" y="33501"/>
                  </a:lnTo>
                  <a:lnTo>
                    <a:pt x="26188" y="33763"/>
                  </a:lnTo>
                  <a:lnTo>
                    <a:pt x="26963" y="34015"/>
                  </a:lnTo>
                  <a:lnTo>
                    <a:pt x="27758" y="34256"/>
                  </a:lnTo>
                  <a:lnTo>
                    <a:pt x="28573" y="34487"/>
                  </a:lnTo>
                  <a:lnTo>
                    <a:pt x="29408" y="34706"/>
                  </a:lnTo>
                  <a:lnTo>
                    <a:pt x="30259" y="34921"/>
                  </a:lnTo>
                  <a:lnTo>
                    <a:pt x="31120" y="35135"/>
                  </a:lnTo>
                  <a:lnTo>
                    <a:pt x="31992" y="35349"/>
                  </a:lnTo>
                  <a:lnTo>
                    <a:pt x="32875" y="35563"/>
                  </a:lnTo>
                  <a:lnTo>
                    <a:pt x="33769" y="35778"/>
                  </a:lnTo>
                  <a:lnTo>
                    <a:pt x="34673" y="35992"/>
                  </a:lnTo>
                  <a:lnTo>
                    <a:pt x="35588" y="36206"/>
                  </a:lnTo>
                  <a:lnTo>
                    <a:pt x="36514" y="36421"/>
                  </a:lnTo>
                  <a:lnTo>
                    <a:pt x="37450" y="36635"/>
                  </a:lnTo>
                  <a:lnTo>
                    <a:pt x="38397" y="36849"/>
                  </a:lnTo>
                  <a:lnTo>
                    <a:pt x="39170" y="37029"/>
                  </a:lnTo>
                  <a:lnTo>
                    <a:pt x="39943" y="37209"/>
                  </a:lnTo>
                  <a:lnTo>
                    <a:pt x="40714" y="37390"/>
                  </a:lnTo>
                  <a:lnTo>
                    <a:pt x="41483" y="37573"/>
                  </a:lnTo>
                  <a:lnTo>
                    <a:pt x="42252" y="37757"/>
                  </a:lnTo>
                  <a:lnTo>
                    <a:pt x="43019" y="37942"/>
                  </a:lnTo>
                  <a:lnTo>
                    <a:pt x="43785" y="38129"/>
                  </a:lnTo>
                  <a:lnTo>
                    <a:pt x="44550" y="38316"/>
                  </a:lnTo>
                  <a:lnTo>
                    <a:pt x="45314" y="38505"/>
                  </a:lnTo>
                  <a:lnTo>
                    <a:pt x="46077" y="38695"/>
                  </a:lnTo>
                  <a:lnTo>
                    <a:pt x="46847" y="38878"/>
                  </a:lnTo>
                  <a:lnTo>
                    <a:pt x="47610" y="39069"/>
                  </a:lnTo>
                  <a:lnTo>
                    <a:pt x="48366" y="39268"/>
                  </a:lnTo>
                  <a:lnTo>
                    <a:pt x="49115" y="39476"/>
                  </a:lnTo>
                  <a:lnTo>
                    <a:pt x="49857" y="39692"/>
                  </a:lnTo>
                  <a:lnTo>
                    <a:pt x="50592" y="39916"/>
                  </a:lnTo>
                  <a:lnTo>
                    <a:pt x="51319" y="40149"/>
                  </a:lnTo>
                  <a:lnTo>
                    <a:pt x="52039" y="40390"/>
                  </a:lnTo>
                  <a:lnTo>
                    <a:pt x="52753" y="40640"/>
                  </a:lnTo>
                  <a:lnTo>
                    <a:pt x="53459" y="40897"/>
                  </a:lnTo>
                  <a:lnTo>
                    <a:pt x="54156" y="41152"/>
                  </a:lnTo>
                  <a:lnTo>
                    <a:pt x="54844" y="41417"/>
                  </a:lnTo>
                  <a:lnTo>
                    <a:pt x="55523" y="41690"/>
                  </a:lnTo>
                  <a:lnTo>
                    <a:pt x="56192" y="41974"/>
                  </a:lnTo>
                  <a:lnTo>
                    <a:pt x="56852" y="42267"/>
                  </a:lnTo>
                  <a:lnTo>
                    <a:pt x="57502" y="42569"/>
                  </a:lnTo>
                  <a:lnTo>
                    <a:pt x="58142" y="42881"/>
                  </a:lnTo>
                  <a:lnTo>
                    <a:pt x="58774" y="43203"/>
                  </a:lnTo>
                  <a:lnTo>
                    <a:pt x="59395" y="43534"/>
                  </a:lnTo>
                  <a:lnTo>
                    <a:pt x="60007" y="43874"/>
                  </a:lnTo>
                  <a:lnTo>
                    <a:pt x="60618" y="44227"/>
                  </a:lnTo>
                  <a:lnTo>
                    <a:pt x="61212" y="44596"/>
                  </a:lnTo>
                  <a:lnTo>
                    <a:pt x="61789" y="44980"/>
                  </a:lnTo>
                  <a:lnTo>
                    <a:pt x="62350" y="45379"/>
                  </a:lnTo>
                  <a:lnTo>
                    <a:pt x="62894" y="45794"/>
                  </a:lnTo>
                  <a:lnTo>
                    <a:pt x="63422" y="46224"/>
                  </a:lnTo>
                  <a:lnTo>
                    <a:pt x="63932" y="46670"/>
                  </a:lnTo>
                  <a:lnTo>
                    <a:pt x="64427" y="47132"/>
                  </a:lnTo>
                  <a:lnTo>
                    <a:pt x="64904" y="47608"/>
                  </a:lnTo>
                  <a:lnTo>
                    <a:pt x="65365" y="48101"/>
                  </a:lnTo>
                  <a:lnTo>
                    <a:pt x="65807" y="48610"/>
                  </a:lnTo>
                  <a:lnTo>
                    <a:pt x="66229" y="49137"/>
                  </a:lnTo>
                  <a:lnTo>
                    <a:pt x="66631" y="49681"/>
                  </a:lnTo>
                  <a:lnTo>
                    <a:pt x="67013" y="50244"/>
                  </a:lnTo>
                  <a:lnTo>
                    <a:pt x="67374" y="50824"/>
                  </a:lnTo>
                  <a:lnTo>
                    <a:pt x="67715" y="51423"/>
                  </a:lnTo>
                  <a:lnTo>
                    <a:pt x="68036" y="52039"/>
                  </a:lnTo>
                  <a:lnTo>
                    <a:pt x="68337" y="52673"/>
                  </a:lnTo>
                  <a:lnTo>
                    <a:pt x="68617" y="53325"/>
                  </a:lnTo>
                  <a:lnTo>
                    <a:pt x="68877" y="53994"/>
                  </a:lnTo>
                  <a:lnTo>
                    <a:pt x="69126" y="54685"/>
                  </a:lnTo>
                  <a:lnTo>
                    <a:pt x="69349" y="55399"/>
                  </a:lnTo>
                  <a:lnTo>
                    <a:pt x="69545" y="56137"/>
                  </a:lnTo>
                  <a:lnTo>
                    <a:pt x="69715" y="56899"/>
                  </a:lnTo>
                  <a:lnTo>
                    <a:pt x="69859" y="57685"/>
                  </a:lnTo>
                  <a:lnTo>
                    <a:pt x="69977" y="58495"/>
                  </a:lnTo>
                  <a:lnTo>
                    <a:pt x="70069" y="59328"/>
                  </a:lnTo>
                  <a:lnTo>
                    <a:pt x="70134" y="60186"/>
                  </a:lnTo>
                  <a:lnTo>
                    <a:pt x="70174" y="610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5813027" y="6554501"/>
              <a:ext cx="80843" cy="83879"/>
            </a:xfrm>
            <a:custGeom>
              <a:avLst/>
              <a:pathLst>
                <a:path w="80843" h="83879">
                  <a:moveTo>
                    <a:pt x="69234" y="83879"/>
                  </a:moveTo>
                  <a:lnTo>
                    <a:pt x="59650" y="59352"/>
                  </a:lnTo>
                  <a:lnTo>
                    <a:pt x="21431" y="59352"/>
                  </a:lnTo>
                  <a:lnTo>
                    <a:pt x="11787" y="83879"/>
                  </a:lnTo>
                  <a:lnTo>
                    <a:pt x="0" y="83879"/>
                  </a:lnTo>
                  <a:lnTo>
                    <a:pt x="34230" y="0"/>
                  </a:lnTo>
                  <a:lnTo>
                    <a:pt x="47148" y="0"/>
                  </a:lnTo>
                  <a:lnTo>
                    <a:pt x="80843" y="83879"/>
                  </a:lnTo>
                  <a:close/>
                  <a:moveTo>
                    <a:pt x="45481" y="22800"/>
                  </a:moveTo>
                  <a:lnTo>
                    <a:pt x="45291" y="22323"/>
                  </a:lnTo>
                  <a:lnTo>
                    <a:pt x="45103" y="21845"/>
                  </a:lnTo>
                  <a:lnTo>
                    <a:pt x="44915" y="21366"/>
                  </a:lnTo>
                  <a:lnTo>
                    <a:pt x="44729" y="20885"/>
                  </a:lnTo>
                  <a:lnTo>
                    <a:pt x="44544" y="20404"/>
                  </a:lnTo>
                  <a:lnTo>
                    <a:pt x="44360" y="19921"/>
                  </a:lnTo>
                  <a:lnTo>
                    <a:pt x="44177" y="19437"/>
                  </a:lnTo>
                  <a:lnTo>
                    <a:pt x="43995" y="18952"/>
                  </a:lnTo>
                  <a:lnTo>
                    <a:pt x="43815" y="18465"/>
                  </a:lnTo>
                  <a:lnTo>
                    <a:pt x="43636" y="17978"/>
                  </a:lnTo>
                  <a:lnTo>
                    <a:pt x="43471" y="17495"/>
                  </a:lnTo>
                  <a:lnTo>
                    <a:pt x="43310" y="17021"/>
                  </a:lnTo>
                  <a:lnTo>
                    <a:pt x="43152" y="16556"/>
                  </a:lnTo>
                  <a:lnTo>
                    <a:pt x="42998" y="16102"/>
                  </a:lnTo>
                  <a:lnTo>
                    <a:pt x="42847" y="15656"/>
                  </a:lnTo>
                  <a:lnTo>
                    <a:pt x="42700" y="15220"/>
                  </a:lnTo>
                  <a:lnTo>
                    <a:pt x="42557" y="14794"/>
                  </a:lnTo>
                  <a:lnTo>
                    <a:pt x="42417" y="14377"/>
                  </a:lnTo>
                  <a:lnTo>
                    <a:pt x="42280" y="13970"/>
                  </a:lnTo>
                  <a:lnTo>
                    <a:pt x="42148" y="13573"/>
                  </a:lnTo>
                  <a:lnTo>
                    <a:pt x="42018" y="13175"/>
                  </a:lnTo>
                  <a:lnTo>
                    <a:pt x="41893" y="12792"/>
                  </a:lnTo>
                  <a:lnTo>
                    <a:pt x="41771" y="12422"/>
                  </a:lnTo>
                  <a:lnTo>
                    <a:pt x="41652" y="12068"/>
                  </a:lnTo>
                  <a:lnTo>
                    <a:pt x="41537" y="11727"/>
                  </a:lnTo>
                  <a:lnTo>
                    <a:pt x="41426" y="11401"/>
                  </a:lnTo>
                  <a:lnTo>
                    <a:pt x="41318" y="11089"/>
                  </a:lnTo>
                  <a:lnTo>
                    <a:pt x="41214" y="10791"/>
                  </a:lnTo>
                  <a:lnTo>
                    <a:pt x="41114" y="10508"/>
                  </a:lnTo>
                  <a:lnTo>
                    <a:pt x="41017" y="10239"/>
                  </a:lnTo>
                  <a:lnTo>
                    <a:pt x="40937" y="9976"/>
                  </a:lnTo>
                  <a:lnTo>
                    <a:pt x="40864" y="9734"/>
                  </a:lnTo>
                  <a:lnTo>
                    <a:pt x="40799" y="9514"/>
                  </a:lnTo>
                  <a:lnTo>
                    <a:pt x="40740" y="9315"/>
                  </a:lnTo>
                  <a:lnTo>
                    <a:pt x="40689" y="9138"/>
                  </a:lnTo>
                  <a:lnTo>
                    <a:pt x="40645" y="8982"/>
                  </a:lnTo>
                  <a:lnTo>
                    <a:pt x="40442" y="8847"/>
                  </a:lnTo>
                  <a:lnTo>
                    <a:pt x="40397" y="8982"/>
                  </a:lnTo>
                  <a:lnTo>
                    <a:pt x="40347" y="9138"/>
                  </a:lnTo>
                  <a:lnTo>
                    <a:pt x="40290" y="9315"/>
                  </a:lnTo>
                  <a:lnTo>
                    <a:pt x="40228" y="9514"/>
                  </a:lnTo>
                  <a:lnTo>
                    <a:pt x="40159" y="9734"/>
                  </a:lnTo>
                  <a:lnTo>
                    <a:pt x="40085" y="9976"/>
                  </a:lnTo>
                  <a:lnTo>
                    <a:pt x="40004" y="10239"/>
                  </a:lnTo>
                  <a:lnTo>
                    <a:pt x="39918" y="10519"/>
                  </a:lnTo>
                  <a:lnTo>
                    <a:pt x="39826" y="10813"/>
                  </a:lnTo>
                  <a:lnTo>
                    <a:pt x="39728" y="11119"/>
                  </a:lnTo>
                  <a:lnTo>
                    <a:pt x="39624" y="11439"/>
                  </a:lnTo>
                  <a:lnTo>
                    <a:pt x="39513" y="11772"/>
                  </a:lnTo>
                  <a:lnTo>
                    <a:pt x="39397" y="12118"/>
                  </a:lnTo>
                  <a:lnTo>
                    <a:pt x="39275" y="12477"/>
                  </a:lnTo>
                  <a:lnTo>
                    <a:pt x="39147" y="12849"/>
                  </a:lnTo>
                  <a:lnTo>
                    <a:pt x="39013" y="13234"/>
                  </a:lnTo>
                  <a:lnTo>
                    <a:pt x="38873" y="13632"/>
                  </a:lnTo>
                  <a:lnTo>
                    <a:pt x="38740" y="14041"/>
                  </a:lnTo>
                  <a:lnTo>
                    <a:pt x="38602" y="14458"/>
                  </a:lnTo>
                  <a:lnTo>
                    <a:pt x="38459" y="14884"/>
                  </a:lnTo>
                  <a:lnTo>
                    <a:pt x="38311" y="15318"/>
                  </a:lnTo>
                  <a:lnTo>
                    <a:pt x="38159" y="15760"/>
                  </a:lnTo>
                  <a:lnTo>
                    <a:pt x="38002" y="16211"/>
                  </a:lnTo>
                  <a:lnTo>
                    <a:pt x="37840" y="16670"/>
                  </a:lnTo>
                  <a:lnTo>
                    <a:pt x="37673" y="17137"/>
                  </a:lnTo>
                  <a:lnTo>
                    <a:pt x="37502" y="17613"/>
                  </a:lnTo>
                  <a:lnTo>
                    <a:pt x="37326" y="18097"/>
                  </a:lnTo>
                  <a:lnTo>
                    <a:pt x="37158" y="18585"/>
                  </a:lnTo>
                  <a:lnTo>
                    <a:pt x="36990" y="19071"/>
                  </a:lnTo>
                  <a:lnTo>
                    <a:pt x="36820" y="19556"/>
                  </a:lnTo>
                  <a:lnTo>
                    <a:pt x="36649" y="20040"/>
                  </a:lnTo>
                  <a:lnTo>
                    <a:pt x="36477" y="20523"/>
                  </a:lnTo>
                  <a:lnTo>
                    <a:pt x="36304" y="21005"/>
                  </a:lnTo>
                  <a:lnTo>
                    <a:pt x="36130" y="21485"/>
                  </a:lnTo>
                  <a:lnTo>
                    <a:pt x="35954" y="21964"/>
                  </a:lnTo>
                  <a:lnTo>
                    <a:pt x="35777" y="22442"/>
                  </a:lnTo>
                  <a:lnTo>
                    <a:pt x="35599" y="22919"/>
                  </a:lnTo>
                  <a:lnTo>
                    <a:pt x="24884" y="50482"/>
                  </a:lnTo>
                  <a:lnTo>
                    <a:pt x="56257" y="504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5904110" y="6554501"/>
              <a:ext cx="66079" cy="83879"/>
            </a:xfrm>
            <a:custGeom>
              <a:avLst/>
              <a:pathLst>
                <a:path w="66079" h="83879">
                  <a:moveTo>
                    <a:pt x="0" y="83879"/>
                  </a:moveTo>
                  <a:lnTo>
                    <a:pt x="0" y="0"/>
                  </a:lnTo>
                  <a:lnTo>
                    <a:pt x="63638" y="0"/>
                  </a:lnTo>
                  <a:lnTo>
                    <a:pt x="63638" y="9286"/>
                  </a:lnTo>
                  <a:lnTo>
                    <a:pt x="11370" y="9286"/>
                  </a:lnTo>
                  <a:lnTo>
                    <a:pt x="11370" y="36194"/>
                  </a:lnTo>
                  <a:lnTo>
                    <a:pt x="60067" y="36194"/>
                  </a:lnTo>
                  <a:lnTo>
                    <a:pt x="60067" y="45362"/>
                  </a:lnTo>
                  <a:lnTo>
                    <a:pt x="11370" y="45362"/>
                  </a:lnTo>
                  <a:lnTo>
                    <a:pt x="11370" y="74592"/>
                  </a:lnTo>
                  <a:lnTo>
                    <a:pt x="66079" y="74592"/>
                  </a:lnTo>
                  <a:lnTo>
                    <a:pt x="66079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30496" y="4980724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30496" y="3655100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30496" y="2329476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30496" y="1003852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30496" y="5643536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30496" y="4317912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30496" y="2992288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30496" y="1666664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30496" y="341040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33629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05516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77403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849290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21177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93065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364952" y="75915"/>
              <a:ext cx="0" cy="5832745"/>
            </a:xfrm>
            <a:custGeom>
              <a:avLst/>
              <a:pathLst>
                <a:path w="0" h="5832745">
                  <a:moveTo>
                    <a:pt x="0" y="58327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150054" y="341040"/>
              <a:ext cx="1054698" cy="5302496"/>
            </a:xfrm>
            <a:prstGeom prst="rect">
              <a:avLst/>
            </a:prstGeom>
            <a:solidFill>
              <a:srgbClr val="316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806279" y="341040"/>
              <a:ext cx="1054698" cy="5302496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978167" y="341040"/>
              <a:ext cx="1054698" cy="5302496"/>
            </a:xfrm>
            <a:prstGeom prst="rect">
              <a:avLst/>
            </a:prstGeom>
            <a:solidFill>
              <a:srgbClr val="443A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6665715" y="341040"/>
              <a:ext cx="1054698" cy="5302496"/>
            </a:xfrm>
            <a:prstGeom prst="rect">
              <a:avLst/>
            </a:prstGeom>
            <a:solidFill>
              <a:srgbClr val="8FD7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321941" y="341040"/>
              <a:ext cx="1054698" cy="5302496"/>
            </a:xfrm>
            <a:prstGeom prst="rect">
              <a:avLst/>
            </a:prstGeom>
            <a:solidFill>
              <a:srgbClr val="2190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493828" y="341040"/>
              <a:ext cx="1054698" cy="5302496"/>
            </a:xfrm>
            <a:prstGeom prst="rect">
              <a:avLst/>
            </a:prstGeom>
            <a:solidFill>
              <a:srgbClr val="35B77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837603" y="341040"/>
              <a:ext cx="1054698" cy="5302496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0496" y="606164"/>
              <a:ext cx="8437587" cy="0"/>
            </a:xfrm>
            <a:custGeom>
              <a:avLst/>
              <a:pathLst>
                <a:path w="8437587" h="0">
                  <a:moveTo>
                    <a:pt x="0" y="0"/>
                  </a:moveTo>
                  <a:lnTo>
                    <a:pt x="8437587" y="0"/>
                  </a:lnTo>
                  <a:lnTo>
                    <a:pt x="8437587" y="0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3437396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3503040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3573378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3650324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3678854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3749192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3819098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1093621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1159266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1229604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306549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335080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405418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475324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2265508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331153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401491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2478437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2506967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2577305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2647211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6953057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7018702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7089040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7165985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7194516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7264854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7334760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4609283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4674927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4745265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4822211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4850741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4921079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4990985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5781170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5846815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5917153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5994098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6022629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6092967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6162872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8124944" y="210522"/>
              <a:ext cx="54528" cy="87011"/>
            </a:xfrm>
            <a:custGeom>
              <a:avLst/>
              <a:pathLst>
                <a:path w="54528" h="87011">
                  <a:moveTo>
                    <a:pt x="0" y="87011"/>
                  </a:moveTo>
                  <a:lnTo>
                    <a:pt x="0" y="77563"/>
                  </a:lnTo>
                  <a:lnTo>
                    <a:pt x="22169" y="77563"/>
                  </a:lnTo>
                  <a:lnTo>
                    <a:pt x="22169" y="10621"/>
                  </a:lnTo>
                  <a:lnTo>
                    <a:pt x="2531" y="24639"/>
                  </a:lnTo>
                  <a:lnTo>
                    <a:pt x="2531" y="14141"/>
                  </a:lnTo>
                  <a:lnTo>
                    <a:pt x="23096" y="0"/>
                  </a:lnTo>
                  <a:lnTo>
                    <a:pt x="33347" y="0"/>
                  </a:lnTo>
                  <a:lnTo>
                    <a:pt x="33347" y="77563"/>
                  </a:lnTo>
                  <a:lnTo>
                    <a:pt x="54528" y="77563"/>
                  </a:lnTo>
                  <a:lnTo>
                    <a:pt x="54528" y="87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8190589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8260927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8337873" y="284010"/>
              <a:ext cx="12042" cy="13524"/>
            </a:xfrm>
            <a:custGeom>
              <a:avLst/>
              <a:pathLst>
                <a:path w="12042" h="13524">
                  <a:moveTo>
                    <a:pt x="0" y="13524"/>
                  </a:moveTo>
                  <a:lnTo>
                    <a:pt x="0" y="0"/>
                  </a:lnTo>
                  <a:lnTo>
                    <a:pt x="12042" y="0"/>
                  </a:lnTo>
                  <a:lnTo>
                    <a:pt x="12042" y="135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8366403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8436741" y="209225"/>
              <a:ext cx="60457" cy="89543"/>
            </a:xfrm>
            <a:custGeom>
              <a:avLst/>
              <a:pathLst>
                <a:path w="60457" h="89543">
                  <a:moveTo>
                    <a:pt x="60457" y="44771"/>
                  </a:moveTo>
                  <a:lnTo>
                    <a:pt x="60433" y="47239"/>
                  </a:lnTo>
                  <a:lnTo>
                    <a:pt x="60360" y="49628"/>
                  </a:lnTo>
                  <a:lnTo>
                    <a:pt x="60240" y="51937"/>
                  </a:lnTo>
                  <a:lnTo>
                    <a:pt x="60071" y="54168"/>
                  </a:lnTo>
                  <a:lnTo>
                    <a:pt x="59855" y="56319"/>
                  </a:lnTo>
                  <a:lnTo>
                    <a:pt x="59590" y="58392"/>
                  </a:lnTo>
                  <a:lnTo>
                    <a:pt x="59277" y="60385"/>
                  </a:lnTo>
                  <a:lnTo>
                    <a:pt x="58915" y="62300"/>
                  </a:lnTo>
                  <a:lnTo>
                    <a:pt x="58506" y="64135"/>
                  </a:lnTo>
                  <a:lnTo>
                    <a:pt x="58048" y="65891"/>
                  </a:lnTo>
                  <a:lnTo>
                    <a:pt x="57561" y="67563"/>
                  </a:lnTo>
                  <a:lnTo>
                    <a:pt x="57038" y="69172"/>
                  </a:lnTo>
                  <a:lnTo>
                    <a:pt x="56479" y="70715"/>
                  </a:lnTo>
                  <a:lnTo>
                    <a:pt x="55885" y="72195"/>
                  </a:lnTo>
                  <a:lnTo>
                    <a:pt x="55254" y="73610"/>
                  </a:lnTo>
                  <a:lnTo>
                    <a:pt x="54588" y="74962"/>
                  </a:lnTo>
                  <a:lnTo>
                    <a:pt x="53886" y="76249"/>
                  </a:lnTo>
                  <a:lnTo>
                    <a:pt x="53148" y="77471"/>
                  </a:lnTo>
                  <a:lnTo>
                    <a:pt x="52374" y="78630"/>
                  </a:lnTo>
                  <a:lnTo>
                    <a:pt x="51564" y="79724"/>
                  </a:lnTo>
                  <a:lnTo>
                    <a:pt x="50734" y="80744"/>
                  </a:lnTo>
                  <a:lnTo>
                    <a:pt x="49875" y="81705"/>
                  </a:lnTo>
                  <a:lnTo>
                    <a:pt x="48985" y="82607"/>
                  </a:lnTo>
                  <a:lnTo>
                    <a:pt x="48066" y="83449"/>
                  </a:lnTo>
                  <a:lnTo>
                    <a:pt x="47118" y="84232"/>
                  </a:lnTo>
                  <a:lnTo>
                    <a:pt x="46140" y="84956"/>
                  </a:lnTo>
                  <a:lnTo>
                    <a:pt x="45132" y="85620"/>
                  </a:lnTo>
                  <a:lnTo>
                    <a:pt x="44094" y="86226"/>
                  </a:lnTo>
                  <a:lnTo>
                    <a:pt x="43027" y="86771"/>
                  </a:lnTo>
                  <a:lnTo>
                    <a:pt x="41931" y="87258"/>
                  </a:lnTo>
                  <a:lnTo>
                    <a:pt x="40812" y="87692"/>
                  </a:lnTo>
                  <a:lnTo>
                    <a:pt x="39678" y="88081"/>
                  </a:lnTo>
                  <a:lnTo>
                    <a:pt x="38529" y="88423"/>
                  </a:lnTo>
                  <a:lnTo>
                    <a:pt x="37366" y="88720"/>
                  </a:lnTo>
                  <a:lnTo>
                    <a:pt x="36187" y="88972"/>
                  </a:lnTo>
                  <a:lnTo>
                    <a:pt x="34994" y="89177"/>
                  </a:lnTo>
                  <a:lnTo>
                    <a:pt x="33786" y="89337"/>
                  </a:lnTo>
                  <a:lnTo>
                    <a:pt x="32564" y="89452"/>
                  </a:lnTo>
                  <a:lnTo>
                    <a:pt x="31326" y="89520"/>
                  </a:lnTo>
                  <a:lnTo>
                    <a:pt x="30074" y="89543"/>
                  </a:lnTo>
                  <a:lnTo>
                    <a:pt x="28810" y="89520"/>
                  </a:lnTo>
                  <a:lnTo>
                    <a:pt x="27564" y="89452"/>
                  </a:lnTo>
                  <a:lnTo>
                    <a:pt x="26335" y="89337"/>
                  </a:lnTo>
                  <a:lnTo>
                    <a:pt x="25124" y="89177"/>
                  </a:lnTo>
                  <a:lnTo>
                    <a:pt x="23929" y="88972"/>
                  </a:lnTo>
                  <a:lnTo>
                    <a:pt x="22752" y="88720"/>
                  </a:lnTo>
                  <a:lnTo>
                    <a:pt x="21592" y="88423"/>
                  </a:lnTo>
                  <a:lnTo>
                    <a:pt x="20450" y="88081"/>
                  </a:lnTo>
                  <a:lnTo>
                    <a:pt x="19325" y="87692"/>
                  </a:lnTo>
                  <a:lnTo>
                    <a:pt x="18217" y="87258"/>
                  </a:lnTo>
                  <a:lnTo>
                    <a:pt x="17132" y="86771"/>
                  </a:lnTo>
                  <a:lnTo>
                    <a:pt x="16075" y="86226"/>
                  </a:lnTo>
                  <a:lnTo>
                    <a:pt x="15047" y="85620"/>
                  </a:lnTo>
                  <a:lnTo>
                    <a:pt x="14047" y="84956"/>
                  </a:lnTo>
                  <a:lnTo>
                    <a:pt x="13076" y="84232"/>
                  </a:lnTo>
                  <a:lnTo>
                    <a:pt x="12133" y="83449"/>
                  </a:lnTo>
                  <a:lnTo>
                    <a:pt x="11218" y="82607"/>
                  </a:lnTo>
                  <a:lnTo>
                    <a:pt x="10332" y="81705"/>
                  </a:lnTo>
                  <a:lnTo>
                    <a:pt x="9474" y="80744"/>
                  </a:lnTo>
                  <a:lnTo>
                    <a:pt x="8645" y="79724"/>
                  </a:lnTo>
                  <a:lnTo>
                    <a:pt x="7859" y="78642"/>
                  </a:lnTo>
                  <a:lnTo>
                    <a:pt x="7106" y="77494"/>
                  </a:lnTo>
                  <a:lnTo>
                    <a:pt x="6387" y="76280"/>
                  </a:lnTo>
                  <a:lnTo>
                    <a:pt x="5701" y="75001"/>
                  </a:lnTo>
                  <a:lnTo>
                    <a:pt x="5048" y="73657"/>
                  </a:lnTo>
                  <a:lnTo>
                    <a:pt x="4429" y="72247"/>
                  </a:lnTo>
                  <a:lnTo>
                    <a:pt x="3842" y="70772"/>
                  </a:lnTo>
                  <a:lnTo>
                    <a:pt x="3290" y="69231"/>
                  </a:lnTo>
                  <a:lnTo>
                    <a:pt x="2770" y="67625"/>
                  </a:lnTo>
                  <a:lnTo>
                    <a:pt x="2284" y="65953"/>
                  </a:lnTo>
                  <a:lnTo>
                    <a:pt x="1850" y="64196"/>
                  </a:lnTo>
                  <a:lnTo>
                    <a:pt x="1462" y="62359"/>
                  </a:lnTo>
                  <a:lnTo>
                    <a:pt x="1119" y="60441"/>
                  </a:lnTo>
                  <a:lnTo>
                    <a:pt x="822" y="58444"/>
                  </a:lnTo>
                  <a:lnTo>
                    <a:pt x="571" y="56366"/>
                  </a:lnTo>
                  <a:lnTo>
                    <a:pt x="365" y="54207"/>
                  </a:lnTo>
                  <a:lnTo>
                    <a:pt x="205" y="51969"/>
                  </a:lnTo>
                  <a:lnTo>
                    <a:pt x="91" y="49650"/>
                  </a:lnTo>
                  <a:lnTo>
                    <a:pt x="22" y="47251"/>
                  </a:lnTo>
                  <a:lnTo>
                    <a:pt x="0" y="44771"/>
                  </a:lnTo>
                  <a:lnTo>
                    <a:pt x="22" y="42186"/>
                  </a:lnTo>
                  <a:lnTo>
                    <a:pt x="91" y="39693"/>
                  </a:lnTo>
                  <a:lnTo>
                    <a:pt x="205" y="37290"/>
                  </a:lnTo>
                  <a:lnTo>
                    <a:pt x="365" y="34980"/>
                  </a:lnTo>
                  <a:lnTo>
                    <a:pt x="571" y="32760"/>
                  </a:lnTo>
                  <a:lnTo>
                    <a:pt x="822" y="30632"/>
                  </a:lnTo>
                  <a:lnTo>
                    <a:pt x="1119" y="28595"/>
                  </a:lnTo>
                  <a:lnTo>
                    <a:pt x="1462" y="26650"/>
                  </a:lnTo>
                  <a:lnTo>
                    <a:pt x="1850" y="24796"/>
                  </a:lnTo>
                  <a:lnTo>
                    <a:pt x="2284" y="23034"/>
                  </a:lnTo>
                  <a:lnTo>
                    <a:pt x="2771" y="21340"/>
                  </a:lnTo>
                  <a:lnTo>
                    <a:pt x="3292" y="19716"/>
                  </a:lnTo>
                  <a:lnTo>
                    <a:pt x="3848" y="18163"/>
                  </a:lnTo>
                  <a:lnTo>
                    <a:pt x="4438" y="16681"/>
                  </a:lnTo>
                  <a:lnTo>
                    <a:pt x="5063" y="15268"/>
                  </a:lnTo>
                  <a:lnTo>
                    <a:pt x="5723" y="13926"/>
                  </a:lnTo>
                  <a:lnTo>
                    <a:pt x="6417" y="12655"/>
                  </a:lnTo>
                  <a:lnTo>
                    <a:pt x="7146" y="11454"/>
                  </a:lnTo>
                  <a:lnTo>
                    <a:pt x="7909" y="10323"/>
                  </a:lnTo>
                  <a:lnTo>
                    <a:pt x="8707" y="9263"/>
                  </a:lnTo>
                  <a:lnTo>
                    <a:pt x="9537" y="8268"/>
                  </a:lnTo>
                  <a:lnTo>
                    <a:pt x="10396" y="7336"/>
                  </a:lnTo>
                  <a:lnTo>
                    <a:pt x="11286" y="6465"/>
                  </a:lnTo>
                  <a:lnTo>
                    <a:pt x="12205" y="5656"/>
                  </a:lnTo>
                  <a:lnTo>
                    <a:pt x="13153" y="4909"/>
                  </a:lnTo>
                  <a:lnTo>
                    <a:pt x="14131" y="4223"/>
                  </a:lnTo>
                  <a:lnTo>
                    <a:pt x="15139" y="3600"/>
                  </a:lnTo>
                  <a:lnTo>
                    <a:pt x="16177" y="3038"/>
                  </a:lnTo>
                  <a:lnTo>
                    <a:pt x="17244" y="2538"/>
                  </a:lnTo>
                  <a:lnTo>
                    <a:pt x="18340" y="2099"/>
                  </a:lnTo>
                  <a:lnTo>
                    <a:pt x="19462" y="1700"/>
                  </a:lnTo>
                  <a:lnTo>
                    <a:pt x="20603" y="1343"/>
                  </a:lnTo>
                  <a:lnTo>
                    <a:pt x="21764" y="1028"/>
                  </a:lnTo>
                  <a:lnTo>
                    <a:pt x="22945" y="755"/>
                  </a:lnTo>
                  <a:lnTo>
                    <a:pt x="24145" y="524"/>
                  </a:lnTo>
                  <a:lnTo>
                    <a:pt x="25366" y="335"/>
                  </a:lnTo>
                  <a:lnTo>
                    <a:pt x="26606" y="188"/>
                  </a:lnTo>
                  <a:lnTo>
                    <a:pt x="27865" y="83"/>
                  </a:lnTo>
                  <a:lnTo>
                    <a:pt x="29145" y="20"/>
                  </a:lnTo>
                  <a:lnTo>
                    <a:pt x="30444" y="0"/>
                  </a:lnTo>
                  <a:lnTo>
                    <a:pt x="31684" y="20"/>
                  </a:lnTo>
                  <a:lnTo>
                    <a:pt x="32907" y="83"/>
                  </a:lnTo>
                  <a:lnTo>
                    <a:pt x="34114" y="188"/>
                  </a:lnTo>
                  <a:lnTo>
                    <a:pt x="35306" y="335"/>
                  </a:lnTo>
                  <a:lnTo>
                    <a:pt x="36481" y="524"/>
                  </a:lnTo>
                  <a:lnTo>
                    <a:pt x="37640" y="755"/>
                  </a:lnTo>
                  <a:lnTo>
                    <a:pt x="38783" y="1028"/>
                  </a:lnTo>
                  <a:lnTo>
                    <a:pt x="39910" y="1343"/>
                  </a:lnTo>
                  <a:lnTo>
                    <a:pt x="41021" y="1700"/>
                  </a:lnTo>
                  <a:lnTo>
                    <a:pt x="42116" y="2099"/>
                  </a:lnTo>
                  <a:lnTo>
                    <a:pt x="43201" y="2538"/>
                  </a:lnTo>
                  <a:lnTo>
                    <a:pt x="44257" y="3038"/>
                  </a:lnTo>
                  <a:lnTo>
                    <a:pt x="45286" y="3600"/>
                  </a:lnTo>
                  <a:lnTo>
                    <a:pt x="46285" y="4223"/>
                  </a:lnTo>
                  <a:lnTo>
                    <a:pt x="47257" y="4909"/>
                  </a:lnTo>
                  <a:lnTo>
                    <a:pt x="48200" y="5656"/>
                  </a:lnTo>
                  <a:lnTo>
                    <a:pt x="49114" y="6465"/>
                  </a:lnTo>
                  <a:lnTo>
                    <a:pt x="50001" y="7336"/>
                  </a:lnTo>
                  <a:lnTo>
                    <a:pt x="50858" y="8268"/>
                  </a:lnTo>
                  <a:lnTo>
                    <a:pt x="51688" y="9263"/>
                  </a:lnTo>
                  <a:lnTo>
                    <a:pt x="52486" y="10323"/>
                  </a:lnTo>
                  <a:lnTo>
                    <a:pt x="53249" y="11454"/>
                  </a:lnTo>
                  <a:lnTo>
                    <a:pt x="53978" y="12655"/>
                  </a:lnTo>
                  <a:lnTo>
                    <a:pt x="54672" y="13926"/>
                  </a:lnTo>
                  <a:lnTo>
                    <a:pt x="55331" y="15268"/>
                  </a:lnTo>
                  <a:lnTo>
                    <a:pt x="55956" y="16681"/>
                  </a:lnTo>
                  <a:lnTo>
                    <a:pt x="56547" y="18163"/>
                  </a:lnTo>
                  <a:lnTo>
                    <a:pt x="57102" y="19716"/>
                  </a:lnTo>
                  <a:lnTo>
                    <a:pt x="57624" y="21340"/>
                  </a:lnTo>
                  <a:lnTo>
                    <a:pt x="58110" y="23034"/>
                  </a:lnTo>
                  <a:lnTo>
                    <a:pt x="58556" y="24796"/>
                  </a:lnTo>
                  <a:lnTo>
                    <a:pt x="58955" y="26650"/>
                  </a:lnTo>
                  <a:lnTo>
                    <a:pt x="59307" y="28595"/>
                  </a:lnTo>
                  <a:lnTo>
                    <a:pt x="59612" y="30632"/>
                  </a:lnTo>
                  <a:lnTo>
                    <a:pt x="59870" y="32760"/>
                  </a:lnTo>
                  <a:lnTo>
                    <a:pt x="60081" y="34980"/>
                  </a:lnTo>
                  <a:lnTo>
                    <a:pt x="60246" y="37290"/>
                  </a:lnTo>
                  <a:lnTo>
                    <a:pt x="60363" y="39693"/>
                  </a:lnTo>
                  <a:lnTo>
                    <a:pt x="60433" y="42186"/>
                  </a:lnTo>
                  <a:close/>
                  <a:moveTo>
                    <a:pt x="49156" y="44771"/>
                  </a:moveTo>
                  <a:lnTo>
                    <a:pt x="49143" y="42732"/>
                  </a:lnTo>
                  <a:lnTo>
                    <a:pt x="49106" y="40762"/>
                  </a:lnTo>
                  <a:lnTo>
                    <a:pt x="49045" y="38863"/>
                  </a:lnTo>
                  <a:lnTo>
                    <a:pt x="48958" y="37035"/>
                  </a:lnTo>
                  <a:lnTo>
                    <a:pt x="48847" y="35277"/>
                  </a:lnTo>
                  <a:lnTo>
                    <a:pt x="48711" y="33589"/>
                  </a:lnTo>
                  <a:lnTo>
                    <a:pt x="48551" y="31971"/>
                  </a:lnTo>
                  <a:lnTo>
                    <a:pt x="48365" y="30425"/>
                  </a:lnTo>
                  <a:lnTo>
                    <a:pt x="48155" y="28948"/>
                  </a:lnTo>
                  <a:lnTo>
                    <a:pt x="47921" y="27542"/>
                  </a:lnTo>
                  <a:lnTo>
                    <a:pt x="47662" y="26187"/>
                  </a:lnTo>
                  <a:lnTo>
                    <a:pt x="47380" y="24889"/>
                  </a:lnTo>
                  <a:lnTo>
                    <a:pt x="47074" y="23648"/>
                  </a:lnTo>
                  <a:lnTo>
                    <a:pt x="46745" y="22463"/>
                  </a:lnTo>
                  <a:lnTo>
                    <a:pt x="46392" y="21336"/>
                  </a:lnTo>
                  <a:lnTo>
                    <a:pt x="46016" y="20265"/>
                  </a:lnTo>
                  <a:lnTo>
                    <a:pt x="45617" y="19251"/>
                  </a:lnTo>
                  <a:lnTo>
                    <a:pt x="45194" y="18294"/>
                  </a:lnTo>
                  <a:lnTo>
                    <a:pt x="44747" y="17393"/>
                  </a:lnTo>
                  <a:lnTo>
                    <a:pt x="44277" y="16550"/>
                  </a:lnTo>
                  <a:lnTo>
                    <a:pt x="43784" y="15747"/>
                  </a:lnTo>
                  <a:lnTo>
                    <a:pt x="43269" y="14993"/>
                  </a:lnTo>
                  <a:lnTo>
                    <a:pt x="42732" y="14289"/>
                  </a:lnTo>
                  <a:lnTo>
                    <a:pt x="42173" y="13635"/>
                  </a:lnTo>
                  <a:lnTo>
                    <a:pt x="41591" y="13030"/>
                  </a:lnTo>
                  <a:lnTo>
                    <a:pt x="40987" y="12474"/>
                  </a:lnTo>
                  <a:lnTo>
                    <a:pt x="40361" y="11967"/>
                  </a:lnTo>
                  <a:lnTo>
                    <a:pt x="39712" y="11510"/>
                  </a:lnTo>
                  <a:lnTo>
                    <a:pt x="39042" y="11103"/>
                  </a:lnTo>
                  <a:lnTo>
                    <a:pt x="38349" y="10745"/>
                  </a:lnTo>
                  <a:lnTo>
                    <a:pt x="37647" y="10416"/>
                  </a:lnTo>
                  <a:lnTo>
                    <a:pt x="36926" y="10122"/>
                  </a:lnTo>
                  <a:lnTo>
                    <a:pt x="36185" y="9863"/>
                  </a:lnTo>
                  <a:lnTo>
                    <a:pt x="35424" y="9638"/>
                  </a:lnTo>
                  <a:lnTo>
                    <a:pt x="34644" y="9448"/>
                  </a:lnTo>
                  <a:lnTo>
                    <a:pt x="33843" y="9292"/>
                  </a:lnTo>
                  <a:lnTo>
                    <a:pt x="33023" y="9171"/>
                  </a:lnTo>
                  <a:lnTo>
                    <a:pt x="32183" y="9085"/>
                  </a:lnTo>
                  <a:lnTo>
                    <a:pt x="31324" y="9033"/>
                  </a:lnTo>
                  <a:lnTo>
                    <a:pt x="30444" y="9016"/>
                  </a:lnTo>
                  <a:lnTo>
                    <a:pt x="29517" y="9033"/>
                  </a:lnTo>
                  <a:lnTo>
                    <a:pt x="28611" y="9085"/>
                  </a:lnTo>
                  <a:lnTo>
                    <a:pt x="27728" y="9171"/>
                  </a:lnTo>
                  <a:lnTo>
                    <a:pt x="26867" y="9292"/>
                  </a:lnTo>
                  <a:lnTo>
                    <a:pt x="26029" y="9448"/>
                  </a:lnTo>
                  <a:lnTo>
                    <a:pt x="25212" y="9638"/>
                  </a:lnTo>
                  <a:lnTo>
                    <a:pt x="24418" y="9863"/>
                  </a:lnTo>
                  <a:lnTo>
                    <a:pt x="23646" y="10122"/>
                  </a:lnTo>
                  <a:lnTo>
                    <a:pt x="22897" y="10416"/>
                  </a:lnTo>
                  <a:lnTo>
                    <a:pt x="22169" y="10745"/>
                  </a:lnTo>
                  <a:lnTo>
                    <a:pt x="21464" y="11115"/>
                  </a:lnTo>
                  <a:lnTo>
                    <a:pt x="20781" y="11533"/>
                  </a:lnTo>
                  <a:lnTo>
                    <a:pt x="20120" y="11999"/>
                  </a:lnTo>
                  <a:lnTo>
                    <a:pt x="19482" y="12513"/>
                  </a:lnTo>
                  <a:lnTo>
                    <a:pt x="18865" y="13076"/>
                  </a:lnTo>
                  <a:lnTo>
                    <a:pt x="18271" y="13687"/>
                  </a:lnTo>
                  <a:lnTo>
                    <a:pt x="17699" y="14346"/>
                  </a:lnTo>
                  <a:lnTo>
                    <a:pt x="17150" y="15053"/>
                  </a:lnTo>
                  <a:lnTo>
                    <a:pt x="16622" y="15808"/>
                  </a:lnTo>
                  <a:lnTo>
                    <a:pt x="16117" y="16611"/>
                  </a:lnTo>
                  <a:lnTo>
                    <a:pt x="15647" y="17455"/>
                  </a:lnTo>
                  <a:lnTo>
                    <a:pt x="15201" y="18355"/>
                  </a:lnTo>
                  <a:lnTo>
                    <a:pt x="14778" y="19312"/>
                  </a:lnTo>
                  <a:lnTo>
                    <a:pt x="14378" y="20326"/>
                  </a:lnTo>
                  <a:lnTo>
                    <a:pt x="14002" y="21397"/>
                  </a:lnTo>
                  <a:lnTo>
                    <a:pt x="13650" y="22525"/>
                  </a:lnTo>
                  <a:lnTo>
                    <a:pt x="13320" y="23709"/>
                  </a:lnTo>
                  <a:lnTo>
                    <a:pt x="13015" y="24951"/>
                  </a:lnTo>
                  <a:lnTo>
                    <a:pt x="12733" y="26249"/>
                  </a:lnTo>
                  <a:lnTo>
                    <a:pt x="12474" y="27604"/>
                  </a:lnTo>
                  <a:lnTo>
                    <a:pt x="12239" y="29009"/>
                  </a:lnTo>
                  <a:lnTo>
                    <a:pt x="12029" y="30484"/>
                  </a:lnTo>
                  <a:lnTo>
                    <a:pt x="11844" y="32028"/>
                  </a:lnTo>
                  <a:lnTo>
                    <a:pt x="11683" y="33641"/>
                  </a:lnTo>
                  <a:lnTo>
                    <a:pt x="11548" y="35323"/>
                  </a:lnTo>
                  <a:lnTo>
                    <a:pt x="11436" y="37074"/>
                  </a:lnTo>
                  <a:lnTo>
                    <a:pt x="11350" y="38895"/>
                  </a:lnTo>
                  <a:lnTo>
                    <a:pt x="11288" y="40784"/>
                  </a:lnTo>
                  <a:lnTo>
                    <a:pt x="11251" y="42743"/>
                  </a:lnTo>
                  <a:lnTo>
                    <a:pt x="11239" y="44771"/>
                  </a:lnTo>
                  <a:lnTo>
                    <a:pt x="11251" y="46741"/>
                  </a:lnTo>
                  <a:lnTo>
                    <a:pt x="11288" y="48647"/>
                  </a:lnTo>
                  <a:lnTo>
                    <a:pt x="11350" y="50490"/>
                  </a:lnTo>
                  <a:lnTo>
                    <a:pt x="11436" y="52271"/>
                  </a:lnTo>
                  <a:lnTo>
                    <a:pt x="11548" y="53988"/>
                  </a:lnTo>
                  <a:lnTo>
                    <a:pt x="11683" y="55642"/>
                  </a:lnTo>
                  <a:lnTo>
                    <a:pt x="11844" y="57234"/>
                  </a:lnTo>
                  <a:lnTo>
                    <a:pt x="12029" y="58762"/>
                  </a:lnTo>
                  <a:lnTo>
                    <a:pt x="12239" y="60228"/>
                  </a:lnTo>
                  <a:lnTo>
                    <a:pt x="12474" y="61630"/>
                  </a:lnTo>
                  <a:lnTo>
                    <a:pt x="12744" y="62975"/>
                  </a:lnTo>
                  <a:lnTo>
                    <a:pt x="13037" y="64266"/>
                  </a:lnTo>
                  <a:lnTo>
                    <a:pt x="13352" y="65504"/>
                  </a:lnTo>
                  <a:lnTo>
                    <a:pt x="13689" y="66689"/>
                  </a:lnTo>
                  <a:lnTo>
                    <a:pt x="14049" y="67821"/>
                  </a:lnTo>
                  <a:lnTo>
                    <a:pt x="14430" y="68900"/>
                  </a:lnTo>
                  <a:lnTo>
                    <a:pt x="14834" y="69926"/>
                  </a:lnTo>
                  <a:lnTo>
                    <a:pt x="15260" y="70898"/>
                  </a:lnTo>
                  <a:lnTo>
                    <a:pt x="15709" y="71818"/>
                  </a:lnTo>
                  <a:lnTo>
                    <a:pt x="16179" y="72684"/>
                  </a:lnTo>
                  <a:lnTo>
                    <a:pt x="16684" y="73489"/>
                  </a:lnTo>
                  <a:lnTo>
                    <a:pt x="17209" y="74248"/>
                  </a:lnTo>
                  <a:lnTo>
                    <a:pt x="17756" y="74961"/>
                  </a:lnTo>
                  <a:lnTo>
                    <a:pt x="18323" y="75629"/>
                  </a:lnTo>
                  <a:lnTo>
                    <a:pt x="18912" y="76250"/>
                  </a:lnTo>
                  <a:lnTo>
                    <a:pt x="19521" y="76827"/>
                  </a:lnTo>
                  <a:lnTo>
                    <a:pt x="20152" y="77357"/>
                  </a:lnTo>
                  <a:lnTo>
                    <a:pt x="20803" y="77842"/>
                  </a:lnTo>
                  <a:lnTo>
                    <a:pt x="21476" y="78281"/>
                  </a:lnTo>
                  <a:lnTo>
                    <a:pt x="22169" y="78674"/>
                  </a:lnTo>
                  <a:lnTo>
                    <a:pt x="22883" y="79015"/>
                  </a:lnTo>
                  <a:lnTo>
                    <a:pt x="23617" y="79319"/>
                  </a:lnTo>
                  <a:lnTo>
                    <a:pt x="24370" y="79588"/>
                  </a:lnTo>
                  <a:lnTo>
                    <a:pt x="25143" y="79820"/>
                  </a:lnTo>
                  <a:lnTo>
                    <a:pt x="25936" y="80017"/>
                  </a:lnTo>
                  <a:lnTo>
                    <a:pt x="26749" y="80179"/>
                  </a:lnTo>
                  <a:lnTo>
                    <a:pt x="27581" y="80304"/>
                  </a:lnTo>
                  <a:lnTo>
                    <a:pt x="28434" y="80394"/>
                  </a:lnTo>
                  <a:lnTo>
                    <a:pt x="29306" y="80447"/>
                  </a:lnTo>
                  <a:lnTo>
                    <a:pt x="30197" y="80465"/>
                  </a:lnTo>
                  <a:lnTo>
                    <a:pt x="31066" y="80447"/>
                  </a:lnTo>
                  <a:lnTo>
                    <a:pt x="31917" y="80394"/>
                  </a:lnTo>
                  <a:lnTo>
                    <a:pt x="32750" y="80304"/>
                  </a:lnTo>
                  <a:lnTo>
                    <a:pt x="33567" y="80179"/>
                  </a:lnTo>
                  <a:lnTo>
                    <a:pt x="34366" y="80017"/>
                  </a:lnTo>
                  <a:lnTo>
                    <a:pt x="35147" y="79820"/>
                  </a:lnTo>
                  <a:lnTo>
                    <a:pt x="35912" y="79588"/>
                  </a:lnTo>
                  <a:lnTo>
                    <a:pt x="36659" y="79319"/>
                  </a:lnTo>
                  <a:lnTo>
                    <a:pt x="37389" y="79015"/>
                  </a:lnTo>
                  <a:lnTo>
                    <a:pt x="38102" y="78674"/>
                  </a:lnTo>
                  <a:lnTo>
                    <a:pt x="38795" y="78281"/>
                  </a:lnTo>
                  <a:lnTo>
                    <a:pt x="39465" y="77842"/>
                  </a:lnTo>
                  <a:lnTo>
                    <a:pt x="40114" y="77357"/>
                  </a:lnTo>
                  <a:lnTo>
                    <a:pt x="40740" y="76827"/>
                  </a:lnTo>
                  <a:lnTo>
                    <a:pt x="41344" y="76250"/>
                  </a:lnTo>
                  <a:lnTo>
                    <a:pt x="41926" y="75629"/>
                  </a:lnTo>
                  <a:lnTo>
                    <a:pt x="42485" y="74961"/>
                  </a:lnTo>
                  <a:lnTo>
                    <a:pt x="43022" y="74248"/>
                  </a:lnTo>
                  <a:lnTo>
                    <a:pt x="43537" y="73489"/>
                  </a:lnTo>
                  <a:lnTo>
                    <a:pt x="44030" y="72684"/>
                  </a:lnTo>
                  <a:lnTo>
                    <a:pt x="44513" y="71818"/>
                  </a:lnTo>
                  <a:lnTo>
                    <a:pt x="44971" y="70898"/>
                  </a:lnTo>
                  <a:lnTo>
                    <a:pt x="45407" y="69926"/>
                  </a:lnTo>
                  <a:lnTo>
                    <a:pt x="45819" y="68900"/>
                  </a:lnTo>
                  <a:lnTo>
                    <a:pt x="46207" y="67821"/>
                  </a:lnTo>
                  <a:lnTo>
                    <a:pt x="46572" y="66689"/>
                  </a:lnTo>
                  <a:lnTo>
                    <a:pt x="46914" y="65504"/>
                  </a:lnTo>
                  <a:lnTo>
                    <a:pt x="47232" y="64266"/>
                  </a:lnTo>
                  <a:lnTo>
                    <a:pt x="47526" y="62975"/>
                  </a:lnTo>
                  <a:lnTo>
                    <a:pt x="47797" y="61630"/>
                  </a:lnTo>
                  <a:lnTo>
                    <a:pt x="48055" y="60228"/>
                  </a:lnTo>
                  <a:lnTo>
                    <a:pt x="48286" y="58762"/>
                  </a:lnTo>
                  <a:lnTo>
                    <a:pt x="48490" y="57234"/>
                  </a:lnTo>
                  <a:lnTo>
                    <a:pt x="48667" y="55642"/>
                  </a:lnTo>
                  <a:lnTo>
                    <a:pt x="48816" y="53988"/>
                  </a:lnTo>
                  <a:lnTo>
                    <a:pt x="48938" y="52271"/>
                  </a:lnTo>
                  <a:lnTo>
                    <a:pt x="49034" y="50490"/>
                  </a:lnTo>
                  <a:lnTo>
                    <a:pt x="49101" y="48647"/>
                  </a:lnTo>
                  <a:lnTo>
                    <a:pt x="49142" y="4674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8506647" y="209781"/>
              <a:ext cx="103438" cy="88493"/>
            </a:xfrm>
            <a:custGeom>
              <a:avLst/>
              <a:pathLst>
                <a:path w="103438" h="88493">
                  <a:moveTo>
                    <a:pt x="103438" y="60951"/>
                  </a:moveTo>
                  <a:lnTo>
                    <a:pt x="103422" y="62471"/>
                  </a:lnTo>
                  <a:lnTo>
                    <a:pt x="103373" y="63942"/>
                  </a:lnTo>
                  <a:lnTo>
                    <a:pt x="103293" y="65366"/>
                  </a:lnTo>
                  <a:lnTo>
                    <a:pt x="103181" y="66741"/>
                  </a:lnTo>
                  <a:lnTo>
                    <a:pt x="103036" y="68068"/>
                  </a:lnTo>
                  <a:lnTo>
                    <a:pt x="102860" y="69347"/>
                  </a:lnTo>
                  <a:lnTo>
                    <a:pt x="102651" y="70578"/>
                  </a:lnTo>
                  <a:lnTo>
                    <a:pt x="102410" y="71760"/>
                  </a:lnTo>
                  <a:lnTo>
                    <a:pt x="102137" y="72895"/>
                  </a:lnTo>
                  <a:lnTo>
                    <a:pt x="101832" y="73981"/>
                  </a:lnTo>
                  <a:lnTo>
                    <a:pt x="101512" y="75011"/>
                  </a:lnTo>
                  <a:lnTo>
                    <a:pt x="101168" y="76002"/>
                  </a:lnTo>
                  <a:lnTo>
                    <a:pt x="100800" y="76953"/>
                  </a:lnTo>
                  <a:lnTo>
                    <a:pt x="100409" y="77864"/>
                  </a:lnTo>
                  <a:lnTo>
                    <a:pt x="99995" y="78736"/>
                  </a:lnTo>
                  <a:lnTo>
                    <a:pt x="99557" y="79568"/>
                  </a:lnTo>
                  <a:lnTo>
                    <a:pt x="99096" y="80361"/>
                  </a:lnTo>
                  <a:lnTo>
                    <a:pt x="98611" y="81115"/>
                  </a:lnTo>
                  <a:lnTo>
                    <a:pt x="98103" y="81829"/>
                  </a:lnTo>
                  <a:lnTo>
                    <a:pt x="97571" y="82503"/>
                  </a:lnTo>
                  <a:lnTo>
                    <a:pt x="97031" y="83127"/>
                  </a:lnTo>
                  <a:lnTo>
                    <a:pt x="96472" y="83716"/>
                  </a:lnTo>
                  <a:lnTo>
                    <a:pt x="95894" y="84269"/>
                  </a:lnTo>
                  <a:lnTo>
                    <a:pt x="95299" y="84785"/>
                  </a:lnTo>
                  <a:lnTo>
                    <a:pt x="94684" y="85267"/>
                  </a:lnTo>
                  <a:lnTo>
                    <a:pt x="94051" y="85712"/>
                  </a:lnTo>
                  <a:lnTo>
                    <a:pt x="93400" y="86121"/>
                  </a:lnTo>
                  <a:lnTo>
                    <a:pt x="92730" y="86495"/>
                  </a:lnTo>
                  <a:lnTo>
                    <a:pt x="92041" y="86833"/>
                  </a:lnTo>
                  <a:lnTo>
                    <a:pt x="91334" y="87135"/>
                  </a:lnTo>
                  <a:lnTo>
                    <a:pt x="90613" y="87393"/>
                  </a:lnTo>
                  <a:lnTo>
                    <a:pt x="89881" y="87624"/>
                  </a:lnTo>
                  <a:lnTo>
                    <a:pt x="89140" y="87827"/>
                  </a:lnTo>
                  <a:lnTo>
                    <a:pt x="88389" y="88004"/>
                  </a:lnTo>
                  <a:lnTo>
                    <a:pt x="87629" y="88154"/>
                  </a:lnTo>
                  <a:lnTo>
                    <a:pt x="86858" y="88276"/>
                  </a:lnTo>
                  <a:lnTo>
                    <a:pt x="86077" y="88371"/>
                  </a:lnTo>
                  <a:lnTo>
                    <a:pt x="85287" y="88439"/>
                  </a:lnTo>
                  <a:lnTo>
                    <a:pt x="84487" y="88480"/>
                  </a:lnTo>
                  <a:lnTo>
                    <a:pt x="83676" y="88493"/>
                  </a:lnTo>
                  <a:lnTo>
                    <a:pt x="82866" y="88480"/>
                  </a:lnTo>
                  <a:lnTo>
                    <a:pt x="82066" y="88439"/>
                  </a:lnTo>
                  <a:lnTo>
                    <a:pt x="81275" y="88371"/>
                  </a:lnTo>
                  <a:lnTo>
                    <a:pt x="80495" y="88276"/>
                  </a:lnTo>
                  <a:lnTo>
                    <a:pt x="79724" y="88154"/>
                  </a:lnTo>
                  <a:lnTo>
                    <a:pt x="78963" y="88004"/>
                  </a:lnTo>
                  <a:lnTo>
                    <a:pt x="78212" y="87827"/>
                  </a:lnTo>
                  <a:lnTo>
                    <a:pt x="77471" y="87624"/>
                  </a:lnTo>
                  <a:lnTo>
                    <a:pt x="76740" y="87393"/>
                  </a:lnTo>
                  <a:lnTo>
                    <a:pt x="76019" y="87135"/>
                  </a:lnTo>
                  <a:lnTo>
                    <a:pt x="75324" y="86833"/>
                  </a:lnTo>
                  <a:lnTo>
                    <a:pt x="74645" y="86495"/>
                  </a:lnTo>
                  <a:lnTo>
                    <a:pt x="73985" y="86121"/>
                  </a:lnTo>
                  <a:lnTo>
                    <a:pt x="73341" y="85712"/>
                  </a:lnTo>
                  <a:lnTo>
                    <a:pt x="72715" y="85267"/>
                  </a:lnTo>
                  <a:lnTo>
                    <a:pt x="72106" y="84785"/>
                  </a:lnTo>
                  <a:lnTo>
                    <a:pt x="71515" y="84269"/>
                  </a:lnTo>
                  <a:lnTo>
                    <a:pt x="70940" y="83716"/>
                  </a:lnTo>
                  <a:lnTo>
                    <a:pt x="70383" y="83127"/>
                  </a:lnTo>
                  <a:lnTo>
                    <a:pt x="69843" y="82503"/>
                  </a:lnTo>
                  <a:lnTo>
                    <a:pt x="69335" y="81840"/>
                  </a:lnTo>
                  <a:lnTo>
                    <a:pt x="68848" y="81137"/>
                  </a:lnTo>
                  <a:lnTo>
                    <a:pt x="68382" y="80393"/>
                  </a:lnTo>
                  <a:lnTo>
                    <a:pt x="67936" y="79608"/>
                  </a:lnTo>
                  <a:lnTo>
                    <a:pt x="67512" y="78782"/>
                  </a:lnTo>
                  <a:lnTo>
                    <a:pt x="67109" y="77916"/>
                  </a:lnTo>
                  <a:lnTo>
                    <a:pt x="66727" y="77009"/>
                  </a:lnTo>
                  <a:lnTo>
                    <a:pt x="66365" y="76061"/>
                  </a:lnTo>
                  <a:lnTo>
                    <a:pt x="66025" y="75072"/>
                  </a:lnTo>
                  <a:lnTo>
                    <a:pt x="65706" y="74043"/>
                  </a:lnTo>
                  <a:lnTo>
                    <a:pt x="65424" y="72956"/>
                  </a:lnTo>
                  <a:lnTo>
                    <a:pt x="65172" y="71820"/>
                  </a:lnTo>
                  <a:lnTo>
                    <a:pt x="64950" y="70634"/>
                  </a:lnTo>
                  <a:lnTo>
                    <a:pt x="64757" y="69399"/>
                  </a:lnTo>
                  <a:lnTo>
                    <a:pt x="64594" y="68114"/>
                  </a:lnTo>
                  <a:lnTo>
                    <a:pt x="64461" y="66780"/>
                  </a:lnTo>
                  <a:lnTo>
                    <a:pt x="64357" y="65397"/>
                  </a:lnTo>
                  <a:lnTo>
                    <a:pt x="64283" y="63964"/>
                  </a:lnTo>
                  <a:lnTo>
                    <a:pt x="64239" y="62482"/>
                  </a:lnTo>
                  <a:lnTo>
                    <a:pt x="64224" y="60951"/>
                  </a:lnTo>
                  <a:lnTo>
                    <a:pt x="64239" y="59337"/>
                  </a:lnTo>
                  <a:lnTo>
                    <a:pt x="64283" y="57779"/>
                  </a:lnTo>
                  <a:lnTo>
                    <a:pt x="64357" y="56279"/>
                  </a:lnTo>
                  <a:lnTo>
                    <a:pt x="64461" y="54835"/>
                  </a:lnTo>
                  <a:lnTo>
                    <a:pt x="64594" y="53448"/>
                  </a:lnTo>
                  <a:lnTo>
                    <a:pt x="64757" y="52118"/>
                  </a:lnTo>
                  <a:lnTo>
                    <a:pt x="64950" y="50844"/>
                  </a:lnTo>
                  <a:lnTo>
                    <a:pt x="65172" y="49628"/>
                  </a:lnTo>
                  <a:lnTo>
                    <a:pt x="65424" y="48468"/>
                  </a:lnTo>
                  <a:lnTo>
                    <a:pt x="65706" y="47365"/>
                  </a:lnTo>
                  <a:lnTo>
                    <a:pt x="66014" y="46313"/>
                  </a:lnTo>
                  <a:lnTo>
                    <a:pt x="66346" y="45305"/>
                  </a:lnTo>
                  <a:lnTo>
                    <a:pt x="66701" y="44341"/>
                  </a:lnTo>
                  <a:lnTo>
                    <a:pt x="67079" y="43423"/>
                  </a:lnTo>
                  <a:lnTo>
                    <a:pt x="67481" y="42548"/>
                  </a:lnTo>
                  <a:lnTo>
                    <a:pt x="67907" y="41718"/>
                  </a:lnTo>
                  <a:lnTo>
                    <a:pt x="68356" y="40933"/>
                  </a:lnTo>
                  <a:lnTo>
                    <a:pt x="68828" y="40192"/>
                  </a:lnTo>
                  <a:lnTo>
                    <a:pt x="69324" y="39495"/>
                  </a:lnTo>
                  <a:lnTo>
                    <a:pt x="69843" y="38843"/>
                  </a:lnTo>
                  <a:lnTo>
                    <a:pt x="70384" y="38220"/>
                  </a:lnTo>
                  <a:lnTo>
                    <a:pt x="70943" y="37637"/>
                  </a:lnTo>
                  <a:lnTo>
                    <a:pt x="71520" y="37094"/>
                  </a:lnTo>
                  <a:lnTo>
                    <a:pt x="72116" y="36590"/>
                  </a:lnTo>
                  <a:lnTo>
                    <a:pt x="72730" y="36126"/>
                  </a:lnTo>
                  <a:lnTo>
                    <a:pt x="73363" y="35701"/>
                  </a:lnTo>
                  <a:lnTo>
                    <a:pt x="74015" y="35315"/>
                  </a:lnTo>
                  <a:lnTo>
                    <a:pt x="74685" y="34970"/>
                  </a:lnTo>
                  <a:lnTo>
                    <a:pt x="75374" y="34663"/>
                  </a:lnTo>
                  <a:lnTo>
                    <a:pt x="76081" y="34397"/>
                  </a:lnTo>
                  <a:lnTo>
                    <a:pt x="76815" y="34150"/>
                  </a:lnTo>
                  <a:lnTo>
                    <a:pt x="77560" y="33930"/>
                  </a:lnTo>
                  <a:lnTo>
                    <a:pt x="78317" y="33735"/>
                  </a:lnTo>
                  <a:lnTo>
                    <a:pt x="79084" y="33567"/>
                  </a:lnTo>
                  <a:lnTo>
                    <a:pt x="79863" y="33424"/>
                  </a:lnTo>
                  <a:lnTo>
                    <a:pt x="80653" y="33307"/>
                  </a:lnTo>
                  <a:lnTo>
                    <a:pt x="81454" y="33216"/>
                  </a:lnTo>
                  <a:lnTo>
                    <a:pt x="82266" y="33152"/>
                  </a:lnTo>
                  <a:lnTo>
                    <a:pt x="83089" y="33113"/>
                  </a:lnTo>
                  <a:lnTo>
                    <a:pt x="83923" y="33100"/>
                  </a:lnTo>
                  <a:lnTo>
                    <a:pt x="84733" y="33113"/>
                  </a:lnTo>
                  <a:lnTo>
                    <a:pt x="85531" y="33152"/>
                  </a:lnTo>
                  <a:lnTo>
                    <a:pt x="86319" y="33216"/>
                  </a:lnTo>
                  <a:lnTo>
                    <a:pt x="87095" y="33307"/>
                  </a:lnTo>
                  <a:lnTo>
                    <a:pt x="87860" y="33424"/>
                  </a:lnTo>
                  <a:lnTo>
                    <a:pt x="88614" y="33567"/>
                  </a:lnTo>
                  <a:lnTo>
                    <a:pt x="89357" y="33735"/>
                  </a:lnTo>
                  <a:lnTo>
                    <a:pt x="90089" y="33930"/>
                  </a:lnTo>
                  <a:lnTo>
                    <a:pt x="90810" y="34150"/>
                  </a:lnTo>
                  <a:lnTo>
                    <a:pt x="91519" y="34397"/>
                  </a:lnTo>
                  <a:lnTo>
                    <a:pt x="92226" y="34663"/>
                  </a:lnTo>
                  <a:lnTo>
                    <a:pt x="92912" y="34970"/>
                  </a:lnTo>
                  <a:lnTo>
                    <a:pt x="93579" y="35315"/>
                  </a:lnTo>
                  <a:lnTo>
                    <a:pt x="94226" y="35701"/>
                  </a:lnTo>
                  <a:lnTo>
                    <a:pt x="94854" y="36126"/>
                  </a:lnTo>
                  <a:lnTo>
                    <a:pt x="95462" y="36590"/>
                  </a:lnTo>
                  <a:lnTo>
                    <a:pt x="96049" y="37094"/>
                  </a:lnTo>
                  <a:lnTo>
                    <a:pt x="96618" y="37637"/>
                  </a:lnTo>
                  <a:lnTo>
                    <a:pt x="97166" y="38220"/>
                  </a:lnTo>
                  <a:lnTo>
                    <a:pt x="97695" y="38843"/>
                  </a:lnTo>
                  <a:lnTo>
                    <a:pt x="98215" y="39495"/>
                  </a:lnTo>
                  <a:lnTo>
                    <a:pt x="98712" y="40192"/>
                  </a:lnTo>
                  <a:lnTo>
                    <a:pt x="99188" y="40933"/>
                  </a:lnTo>
                  <a:lnTo>
                    <a:pt x="99641" y="41718"/>
                  </a:lnTo>
                  <a:lnTo>
                    <a:pt x="100072" y="42548"/>
                  </a:lnTo>
                  <a:lnTo>
                    <a:pt x="100481" y="43423"/>
                  </a:lnTo>
                  <a:lnTo>
                    <a:pt x="100867" y="44341"/>
                  </a:lnTo>
                  <a:lnTo>
                    <a:pt x="101232" y="45305"/>
                  </a:lnTo>
                  <a:lnTo>
                    <a:pt x="101574" y="46313"/>
                  </a:lnTo>
                  <a:lnTo>
                    <a:pt x="101894" y="47365"/>
                  </a:lnTo>
                  <a:lnTo>
                    <a:pt x="102187" y="48468"/>
                  </a:lnTo>
                  <a:lnTo>
                    <a:pt x="102450" y="49628"/>
                  </a:lnTo>
                  <a:lnTo>
                    <a:pt x="102681" y="50844"/>
                  </a:lnTo>
                  <a:lnTo>
                    <a:pt x="102882" y="52118"/>
                  </a:lnTo>
                  <a:lnTo>
                    <a:pt x="103052" y="53448"/>
                  </a:lnTo>
                  <a:lnTo>
                    <a:pt x="103191" y="54835"/>
                  </a:lnTo>
                  <a:lnTo>
                    <a:pt x="103299" y="56279"/>
                  </a:lnTo>
                  <a:lnTo>
                    <a:pt x="103376" y="57779"/>
                  </a:lnTo>
                  <a:lnTo>
                    <a:pt x="103422" y="59337"/>
                  </a:lnTo>
                  <a:close/>
                  <a:moveTo>
                    <a:pt x="28036" y="87752"/>
                  </a:moveTo>
                  <a:lnTo>
                    <a:pt x="18464" y="87752"/>
                  </a:lnTo>
                  <a:lnTo>
                    <a:pt x="75401" y="741"/>
                  </a:lnTo>
                  <a:lnTo>
                    <a:pt x="85097" y="741"/>
                  </a:lnTo>
                  <a:close/>
                  <a:moveTo>
                    <a:pt x="19823" y="0"/>
                  </a:moveTo>
                  <a:lnTo>
                    <a:pt x="20609" y="12"/>
                  </a:lnTo>
                  <a:lnTo>
                    <a:pt x="21386" y="51"/>
                  </a:lnTo>
                  <a:lnTo>
                    <a:pt x="22155" y="116"/>
                  </a:lnTo>
                  <a:lnTo>
                    <a:pt x="22915" y="207"/>
                  </a:lnTo>
                  <a:lnTo>
                    <a:pt x="23667" y="324"/>
                  </a:lnTo>
                  <a:lnTo>
                    <a:pt x="24410" y="466"/>
                  </a:lnTo>
                  <a:lnTo>
                    <a:pt x="25144" y="635"/>
                  </a:lnTo>
                  <a:lnTo>
                    <a:pt x="25870" y="829"/>
                  </a:lnTo>
                  <a:lnTo>
                    <a:pt x="26587" y="1050"/>
                  </a:lnTo>
                  <a:lnTo>
                    <a:pt x="27295" y="1296"/>
                  </a:lnTo>
                  <a:lnTo>
                    <a:pt x="27990" y="1562"/>
                  </a:lnTo>
                  <a:lnTo>
                    <a:pt x="28668" y="1867"/>
                  </a:lnTo>
                  <a:lnTo>
                    <a:pt x="29329" y="2210"/>
                  </a:lnTo>
                  <a:lnTo>
                    <a:pt x="29972" y="2591"/>
                  </a:lnTo>
                  <a:lnTo>
                    <a:pt x="30599" y="3010"/>
                  </a:lnTo>
                  <a:lnTo>
                    <a:pt x="31208" y="3468"/>
                  </a:lnTo>
                  <a:lnTo>
                    <a:pt x="31799" y="3963"/>
                  </a:lnTo>
                  <a:lnTo>
                    <a:pt x="32373" y="4498"/>
                  </a:lnTo>
                  <a:lnTo>
                    <a:pt x="32931" y="5070"/>
                  </a:lnTo>
                  <a:lnTo>
                    <a:pt x="33470" y="5681"/>
                  </a:lnTo>
                  <a:lnTo>
                    <a:pt x="33990" y="6332"/>
                  </a:lnTo>
                  <a:lnTo>
                    <a:pt x="34485" y="7027"/>
                  </a:lnTo>
                  <a:lnTo>
                    <a:pt x="34958" y="7765"/>
                  </a:lnTo>
                  <a:lnTo>
                    <a:pt x="35407" y="8546"/>
                  </a:lnTo>
                  <a:lnTo>
                    <a:pt x="35832" y="9371"/>
                  </a:lnTo>
                  <a:lnTo>
                    <a:pt x="36234" y="10238"/>
                  </a:lnTo>
                  <a:lnTo>
                    <a:pt x="36613" y="11149"/>
                  </a:lnTo>
                  <a:lnTo>
                    <a:pt x="36968" y="12103"/>
                  </a:lnTo>
                  <a:lnTo>
                    <a:pt x="37300" y="13101"/>
                  </a:lnTo>
                  <a:lnTo>
                    <a:pt x="37608" y="14141"/>
                  </a:lnTo>
                  <a:lnTo>
                    <a:pt x="37901" y="15231"/>
                  </a:lnTo>
                  <a:lnTo>
                    <a:pt x="38164" y="16377"/>
                  </a:lnTo>
                  <a:lnTo>
                    <a:pt x="38395" y="17578"/>
                  </a:lnTo>
                  <a:lnTo>
                    <a:pt x="38596" y="18835"/>
                  </a:lnTo>
                  <a:lnTo>
                    <a:pt x="38766" y="20147"/>
                  </a:lnTo>
                  <a:lnTo>
                    <a:pt x="38905" y="21515"/>
                  </a:lnTo>
                  <a:lnTo>
                    <a:pt x="39013" y="22938"/>
                  </a:lnTo>
                  <a:lnTo>
                    <a:pt x="39090" y="24417"/>
                  </a:lnTo>
                  <a:lnTo>
                    <a:pt x="39136" y="25952"/>
                  </a:lnTo>
                  <a:lnTo>
                    <a:pt x="39152" y="27542"/>
                  </a:lnTo>
                  <a:lnTo>
                    <a:pt x="39136" y="29073"/>
                  </a:lnTo>
                  <a:lnTo>
                    <a:pt x="39090" y="30555"/>
                  </a:lnTo>
                  <a:lnTo>
                    <a:pt x="39013" y="31988"/>
                  </a:lnTo>
                  <a:lnTo>
                    <a:pt x="38905" y="33371"/>
                  </a:lnTo>
                  <a:lnTo>
                    <a:pt x="38766" y="34705"/>
                  </a:lnTo>
                  <a:lnTo>
                    <a:pt x="38596" y="35990"/>
                  </a:lnTo>
                  <a:lnTo>
                    <a:pt x="38395" y="37225"/>
                  </a:lnTo>
                  <a:lnTo>
                    <a:pt x="38164" y="38411"/>
                  </a:lnTo>
                  <a:lnTo>
                    <a:pt x="37901" y="39547"/>
                  </a:lnTo>
                  <a:lnTo>
                    <a:pt x="37608" y="40634"/>
                  </a:lnTo>
                  <a:lnTo>
                    <a:pt x="37288" y="41676"/>
                  </a:lnTo>
                  <a:lnTo>
                    <a:pt x="36946" y="42679"/>
                  </a:lnTo>
                  <a:lnTo>
                    <a:pt x="36581" y="43642"/>
                  </a:lnTo>
                  <a:lnTo>
                    <a:pt x="36195" y="44566"/>
                  </a:lnTo>
                  <a:lnTo>
                    <a:pt x="35786" y="45451"/>
                  </a:lnTo>
                  <a:lnTo>
                    <a:pt x="35355" y="46295"/>
                  </a:lnTo>
                  <a:lnTo>
                    <a:pt x="34902" y="47101"/>
                  </a:lnTo>
                  <a:lnTo>
                    <a:pt x="34426" y="47866"/>
                  </a:lnTo>
                  <a:lnTo>
                    <a:pt x="33928" y="48593"/>
                  </a:lnTo>
                  <a:lnTo>
                    <a:pt x="33408" y="49279"/>
                  </a:lnTo>
                  <a:lnTo>
                    <a:pt x="32880" y="49915"/>
                  </a:lnTo>
                  <a:lnTo>
                    <a:pt x="32332" y="50514"/>
                  </a:lnTo>
                  <a:lnTo>
                    <a:pt x="31763" y="51076"/>
                  </a:lnTo>
                  <a:lnTo>
                    <a:pt x="31175" y="51601"/>
                  </a:lnTo>
                  <a:lnTo>
                    <a:pt x="30568" y="52089"/>
                  </a:lnTo>
                  <a:lnTo>
                    <a:pt x="29940" y="52540"/>
                  </a:lnTo>
                  <a:lnTo>
                    <a:pt x="29293" y="52954"/>
                  </a:lnTo>
                  <a:lnTo>
                    <a:pt x="28626" y="53330"/>
                  </a:lnTo>
                  <a:lnTo>
                    <a:pt x="27940" y="53670"/>
                  </a:lnTo>
                  <a:lnTo>
                    <a:pt x="27233" y="53973"/>
                  </a:lnTo>
                  <a:lnTo>
                    <a:pt x="26512" y="54242"/>
                  </a:lnTo>
                  <a:lnTo>
                    <a:pt x="25781" y="54484"/>
                  </a:lnTo>
                  <a:lnTo>
                    <a:pt x="25040" y="54697"/>
                  </a:lnTo>
                  <a:lnTo>
                    <a:pt x="24289" y="54882"/>
                  </a:lnTo>
                  <a:lnTo>
                    <a:pt x="23528" y="55038"/>
                  </a:lnTo>
                  <a:lnTo>
                    <a:pt x="22757" y="55166"/>
                  </a:lnTo>
                  <a:lnTo>
                    <a:pt x="21977" y="55265"/>
                  </a:lnTo>
                  <a:lnTo>
                    <a:pt x="21186" y="55336"/>
                  </a:lnTo>
                  <a:lnTo>
                    <a:pt x="20386" y="55379"/>
                  </a:lnTo>
                  <a:lnTo>
                    <a:pt x="19576" y="55393"/>
                  </a:lnTo>
                  <a:lnTo>
                    <a:pt x="18754" y="55379"/>
                  </a:lnTo>
                  <a:lnTo>
                    <a:pt x="17943" y="55336"/>
                  </a:lnTo>
                  <a:lnTo>
                    <a:pt x="17143" y="55265"/>
                  </a:lnTo>
                  <a:lnTo>
                    <a:pt x="16354" y="55166"/>
                  </a:lnTo>
                  <a:lnTo>
                    <a:pt x="15577" y="55038"/>
                  </a:lnTo>
                  <a:lnTo>
                    <a:pt x="14811" y="54882"/>
                  </a:lnTo>
                  <a:lnTo>
                    <a:pt x="14055" y="54697"/>
                  </a:lnTo>
                  <a:lnTo>
                    <a:pt x="13311" y="54484"/>
                  </a:lnTo>
                  <a:lnTo>
                    <a:pt x="12578" y="54242"/>
                  </a:lnTo>
                  <a:lnTo>
                    <a:pt x="11856" y="53973"/>
                  </a:lnTo>
                  <a:lnTo>
                    <a:pt x="11149" y="53670"/>
                  </a:lnTo>
                  <a:lnTo>
                    <a:pt x="10461" y="53330"/>
                  </a:lnTo>
                  <a:lnTo>
                    <a:pt x="9791" y="52954"/>
                  </a:lnTo>
                  <a:lnTo>
                    <a:pt x="9139" y="52540"/>
                  </a:lnTo>
                  <a:lnTo>
                    <a:pt x="8506" y="52089"/>
                  </a:lnTo>
                  <a:lnTo>
                    <a:pt x="7892" y="51601"/>
                  </a:lnTo>
                  <a:lnTo>
                    <a:pt x="7296" y="51076"/>
                  </a:lnTo>
                  <a:lnTo>
                    <a:pt x="6718" y="50514"/>
                  </a:lnTo>
                  <a:lnTo>
                    <a:pt x="6159" y="49915"/>
                  </a:lnTo>
                  <a:lnTo>
                    <a:pt x="5619" y="49279"/>
                  </a:lnTo>
                  <a:lnTo>
                    <a:pt x="5111" y="48604"/>
                  </a:lnTo>
                  <a:lnTo>
                    <a:pt x="4624" y="47889"/>
                  </a:lnTo>
                  <a:lnTo>
                    <a:pt x="4157" y="47132"/>
                  </a:lnTo>
                  <a:lnTo>
                    <a:pt x="3712" y="46335"/>
                  </a:lnTo>
                  <a:lnTo>
                    <a:pt x="3288" y="45497"/>
                  </a:lnTo>
                  <a:lnTo>
                    <a:pt x="2885" y="44618"/>
                  </a:lnTo>
                  <a:lnTo>
                    <a:pt x="2502" y="43699"/>
                  </a:lnTo>
                  <a:lnTo>
                    <a:pt x="2141" y="42738"/>
                  </a:lnTo>
                  <a:lnTo>
                    <a:pt x="1801" y="41737"/>
                  </a:lnTo>
                  <a:lnTo>
                    <a:pt x="1482" y="40695"/>
                  </a:lnTo>
                  <a:lnTo>
                    <a:pt x="1200" y="39608"/>
                  </a:lnTo>
                  <a:lnTo>
                    <a:pt x="948" y="38470"/>
                  </a:lnTo>
                  <a:lnTo>
                    <a:pt x="726" y="37281"/>
                  </a:lnTo>
                  <a:lnTo>
                    <a:pt x="533" y="36042"/>
                  </a:lnTo>
                  <a:lnTo>
                    <a:pt x="370" y="34752"/>
                  </a:lnTo>
                  <a:lnTo>
                    <a:pt x="237" y="33411"/>
                  </a:lnTo>
                  <a:lnTo>
                    <a:pt x="133" y="32020"/>
                  </a:lnTo>
                  <a:lnTo>
                    <a:pt x="59" y="30578"/>
                  </a:lnTo>
                  <a:lnTo>
                    <a:pt x="14" y="29085"/>
                  </a:lnTo>
                  <a:lnTo>
                    <a:pt x="0" y="27542"/>
                  </a:lnTo>
                  <a:lnTo>
                    <a:pt x="14" y="25952"/>
                  </a:lnTo>
                  <a:lnTo>
                    <a:pt x="59" y="24417"/>
                  </a:lnTo>
                  <a:lnTo>
                    <a:pt x="133" y="22938"/>
                  </a:lnTo>
                  <a:lnTo>
                    <a:pt x="237" y="21515"/>
                  </a:lnTo>
                  <a:lnTo>
                    <a:pt x="370" y="20147"/>
                  </a:lnTo>
                  <a:lnTo>
                    <a:pt x="533" y="18835"/>
                  </a:lnTo>
                  <a:lnTo>
                    <a:pt x="726" y="17578"/>
                  </a:lnTo>
                  <a:lnTo>
                    <a:pt x="948" y="16377"/>
                  </a:lnTo>
                  <a:lnTo>
                    <a:pt x="1200" y="15231"/>
                  </a:lnTo>
                  <a:lnTo>
                    <a:pt x="1482" y="14141"/>
                  </a:lnTo>
                  <a:lnTo>
                    <a:pt x="1801" y="13101"/>
                  </a:lnTo>
                  <a:lnTo>
                    <a:pt x="2144" y="12103"/>
                  </a:lnTo>
                  <a:lnTo>
                    <a:pt x="2508" y="11149"/>
                  </a:lnTo>
                  <a:lnTo>
                    <a:pt x="2895" y="10238"/>
                  </a:lnTo>
                  <a:lnTo>
                    <a:pt x="3303" y="9371"/>
                  </a:lnTo>
                  <a:lnTo>
                    <a:pt x="3734" y="8546"/>
                  </a:lnTo>
                  <a:lnTo>
                    <a:pt x="4188" y="7765"/>
                  </a:lnTo>
                  <a:lnTo>
                    <a:pt x="4663" y="7027"/>
                  </a:lnTo>
                  <a:lnTo>
                    <a:pt x="5161" y="6332"/>
                  </a:lnTo>
                  <a:lnTo>
                    <a:pt x="5681" y="5681"/>
                  </a:lnTo>
                  <a:lnTo>
                    <a:pt x="6222" y="5070"/>
                  </a:lnTo>
                  <a:lnTo>
                    <a:pt x="6783" y="4498"/>
                  </a:lnTo>
                  <a:lnTo>
                    <a:pt x="7363" y="3963"/>
                  </a:lnTo>
                  <a:lnTo>
                    <a:pt x="7963" y="3468"/>
                  </a:lnTo>
                  <a:lnTo>
                    <a:pt x="8583" y="3010"/>
                  </a:lnTo>
                  <a:lnTo>
                    <a:pt x="9223" y="2591"/>
                  </a:lnTo>
                  <a:lnTo>
                    <a:pt x="9883" y="2210"/>
                  </a:lnTo>
                  <a:lnTo>
                    <a:pt x="10562" y="1867"/>
                  </a:lnTo>
                  <a:lnTo>
                    <a:pt x="11261" y="1562"/>
                  </a:lnTo>
                  <a:lnTo>
                    <a:pt x="11980" y="1296"/>
                  </a:lnTo>
                  <a:lnTo>
                    <a:pt x="12714" y="1050"/>
                  </a:lnTo>
                  <a:lnTo>
                    <a:pt x="13459" y="829"/>
                  </a:lnTo>
                  <a:lnTo>
                    <a:pt x="14216" y="635"/>
                  </a:lnTo>
                  <a:lnTo>
                    <a:pt x="14984" y="466"/>
                  </a:lnTo>
                  <a:lnTo>
                    <a:pt x="15762" y="324"/>
                  </a:lnTo>
                  <a:lnTo>
                    <a:pt x="16552" y="207"/>
                  </a:lnTo>
                  <a:lnTo>
                    <a:pt x="17353" y="116"/>
                  </a:lnTo>
                  <a:lnTo>
                    <a:pt x="18165" y="51"/>
                  </a:lnTo>
                  <a:lnTo>
                    <a:pt x="18988" y="12"/>
                  </a:lnTo>
                  <a:close/>
                  <a:moveTo>
                    <a:pt x="94298" y="60951"/>
                  </a:moveTo>
                  <a:lnTo>
                    <a:pt x="94291" y="59749"/>
                  </a:lnTo>
                  <a:lnTo>
                    <a:pt x="94271" y="58589"/>
                  </a:lnTo>
                  <a:lnTo>
                    <a:pt x="94237" y="57472"/>
                  </a:lnTo>
                  <a:lnTo>
                    <a:pt x="94189" y="56396"/>
                  </a:lnTo>
                  <a:lnTo>
                    <a:pt x="94128" y="55362"/>
                  </a:lnTo>
                  <a:lnTo>
                    <a:pt x="94054" y="54370"/>
                  </a:lnTo>
                  <a:lnTo>
                    <a:pt x="93965" y="53421"/>
                  </a:lnTo>
                  <a:lnTo>
                    <a:pt x="93863" y="52513"/>
                  </a:lnTo>
                  <a:lnTo>
                    <a:pt x="93748" y="51647"/>
                  </a:lnTo>
                  <a:lnTo>
                    <a:pt x="93619" y="50823"/>
                  </a:lnTo>
                  <a:lnTo>
                    <a:pt x="93476" y="50025"/>
                  </a:lnTo>
                  <a:lnTo>
                    <a:pt x="93320" y="49260"/>
                  </a:lnTo>
                  <a:lnTo>
                    <a:pt x="93150" y="48528"/>
                  </a:lnTo>
                  <a:lnTo>
                    <a:pt x="92967" y="47829"/>
                  </a:lnTo>
                  <a:lnTo>
                    <a:pt x="92770" y="47164"/>
                  </a:lnTo>
                  <a:lnTo>
                    <a:pt x="92559" y="46532"/>
                  </a:lnTo>
                  <a:lnTo>
                    <a:pt x="92335" y="45934"/>
                  </a:lnTo>
                  <a:lnTo>
                    <a:pt x="92097" y="45369"/>
                  </a:lnTo>
                  <a:lnTo>
                    <a:pt x="91846" y="44837"/>
                  </a:lnTo>
                  <a:lnTo>
                    <a:pt x="91581" y="44339"/>
                  </a:lnTo>
                  <a:lnTo>
                    <a:pt x="91315" y="43872"/>
                  </a:lnTo>
                  <a:lnTo>
                    <a:pt x="91035" y="43432"/>
                  </a:lnTo>
                  <a:lnTo>
                    <a:pt x="90742" y="43022"/>
                  </a:lnTo>
                  <a:lnTo>
                    <a:pt x="90435" y="42640"/>
                  </a:lnTo>
                  <a:lnTo>
                    <a:pt x="90114" y="42286"/>
                  </a:lnTo>
                  <a:lnTo>
                    <a:pt x="89780" y="41960"/>
                  </a:lnTo>
                  <a:lnTo>
                    <a:pt x="89432" y="41663"/>
                  </a:lnTo>
                  <a:lnTo>
                    <a:pt x="89071" y="41395"/>
                  </a:lnTo>
                  <a:lnTo>
                    <a:pt x="88696" y="41154"/>
                  </a:lnTo>
                  <a:lnTo>
                    <a:pt x="88308" y="40943"/>
                  </a:lnTo>
                  <a:lnTo>
                    <a:pt x="87920" y="40755"/>
                  </a:lnTo>
                  <a:lnTo>
                    <a:pt x="87520" y="40587"/>
                  </a:lnTo>
                  <a:lnTo>
                    <a:pt x="87109" y="40439"/>
                  </a:lnTo>
                  <a:lnTo>
                    <a:pt x="86688" y="40310"/>
                  </a:lnTo>
                  <a:lnTo>
                    <a:pt x="86255" y="40201"/>
                  </a:lnTo>
                  <a:lnTo>
                    <a:pt x="85811" y="40113"/>
                  </a:lnTo>
                  <a:lnTo>
                    <a:pt x="85355" y="40043"/>
                  </a:lnTo>
                  <a:lnTo>
                    <a:pt x="84889" y="39994"/>
                  </a:lnTo>
                  <a:lnTo>
                    <a:pt x="84412" y="39964"/>
                  </a:lnTo>
                  <a:lnTo>
                    <a:pt x="83923" y="39954"/>
                  </a:lnTo>
                  <a:lnTo>
                    <a:pt x="83411" y="39965"/>
                  </a:lnTo>
                  <a:lnTo>
                    <a:pt x="82911" y="39996"/>
                  </a:lnTo>
                  <a:lnTo>
                    <a:pt x="82423" y="40049"/>
                  </a:lnTo>
                  <a:lnTo>
                    <a:pt x="81947" y="40122"/>
                  </a:lnTo>
                  <a:lnTo>
                    <a:pt x="81484" y="40217"/>
                  </a:lnTo>
                  <a:lnTo>
                    <a:pt x="81033" y="40332"/>
                  </a:lnTo>
                  <a:lnTo>
                    <a:pt x="80595" y="40469"/>
                  </a:lnTo>
                  <a:lnTo>
                    <a:pt x="80169" y="40626"/>
                  </a:lnTo>
                  <a:lnTo>
                    <a:pt x="79755" y="40805"/>
                  </a:lnTo>
                  <a:lnTo>
                    <a:pt x="79354" y="41004"/>
                  </a:lnTo>
                  <a:lnTo>
                    <a:pt x="78965" y="41216"/>
                  </a:lnTo>
                  <a:lnTo>
                    <a:pt x="78588" y="41456"/>
                  </a:lnTo>
                  <a:lnTo>
                    <a:pt x="78223" y="41725"/>
                  </a:lnTo>
                  <a:lnTo>
                    <a:pt x="77871" y="42022"/>
                  </a:lnTo>
                  <a:lnTo>
                    <a:pt x="77532" y="42347"/>
                  </a:lnTo>
                  <a:lnTo>
                    <a:pt x="77205" y="42701"/>
                  </a:lnTo>
                  <a:lnTo>
                    <a:pt x="76890" y="43084"/>
                  </a:lnTo>
                  <a:lnTo>
                    <a:pt x="76587" y="43494"/>
                  </a:lnTo>
                  <a:lnTo>
                    <a:pt x="76297" y="43933"/>
                  </a:lnTo>
                  <a:lnTo>
                    <a:pt x="76019" y="44401"/>
                  </a:lnTo>
                  <a:lnTo>
                    <a:pt x="75754" y="44899"/>
                  </a:lnTo>
                  <a:lnTo>
                    <a:pt x="75503" y="45431"/>
                  </a:lnTo>
                  <a:lnTo>
                    <a:pt x="75265" y="45996"/>
                  </a:lnTo>
                  <a:lnTo>
                    <a:pt x="75041" y="46594"/>
                  </a:lnTo>
                  <a:lnTo>
                    <a:pt x="74830" y="47226"/>
                  </a:lnTo>
                  <a:lnTo>
                    <a:pt x="74633" y="47891"/>
                  </a:lnTo>
                  <a:lnTo>
                    <a:pt x="74450" y="48590"/>
                  </a:lnTo>
                  <a:lnTo>
                    <a:pt x="74280" y="49321"/>
                  </a:lnTo>
                  <a:lnTo>
                    <a:pt x="74124" y="50086"/>
                  </a:lnTo>
                  <a:lnTo>
                    <a:pt x="73981" y="50885"/>
                  </a:lnTo>
                  <a:lnTo>
                    <a:pt x="73852" y="51708"/>
                  </a:lnTo>
                  <a:lnTo>
                    <a:pt x="73736" y="52572"/>
                  </a:lnTo>
                  <a:lnTo>
                    <a:pt x="73635" y="53477"/>
                  </a:lnTo>
                  <a:lnTo>
                    <a:pt x="73546" y="54422"/>
                  </a:lnTo>
                  <a:lnTo>
                    <a:pt x="73472" y="55408"/>
                  </a:lnTo>
                  <a:lnTo>
                    <a:pt x="73410" y="56435"/>
                  </a:lnTo>
                  <a:lnTo>
                    <a:pt x="73363" y="57503"/>
                  </a:lnTo>
                  <a:lnTo>
                    <a:pt x="73329" y="58612"/>
                  </a:lnTo>
                  <a:lnTo>
                    <a:pt x="73308" y="59761"/>
                  </a:lnTo>
                  <a:lnTo>
                    <a:pt x="73302" y="60951"/>
                  </a:lnTo>
                  <a:lnTo>
                    <a:pt x="73308" y="62105"/>
                  </a:lnTo>
                  <a:lnTo>
                    <a:pt x="73329" y="63221"/>
                  </a:lnTo>
                  <a:lnTo>
                    <a:pt x="73363" y="64299"/>
                  </a:lnTo>
                  <a:lnTo>
                    <a:pt x="73410" y="65338"/>
                  </a:lnTo>
                  <a:lnTo>
                    <a:pt x="73472" y="66339"/>
                  </a:lnTo>
                  <a:lnTo>
                    <a:pt x="73546" y="67302"/>
                  </a:lnTo>
                  <a:lnTo>
                    <a:pt x="73635" y="68226"/>
                  </a:lnTo>
                  <a:lnTo>
                    <a:pt x="73736" y="69112"/>
                  </a:lnTo>
                  <a:lnTo>
                    <a:pt x="73852" y="69960"/>
                  </a:lnTo>
                  <a:lnTo>
                    <a:pt x="73981" y="70770"/>
                  </a:lnTo>
                  <a:lnTo>
                    <a:pt x="74135" y="71545"/>
                  </a:lnTo>
                  <a:lnTo>
                    <a:pt x="74300" y="72291"/>
                  </a:lnTo>
                  <a:lnTo>
                    <a:pt x="74476" y="73008"/>
                  </a:lnTo>
                  <a:lnTo>
                    <a:pt x="74663" y="73694"/>
                  </a:lnTo>
                  <a:lnTo>
                    <a:pt x="74861" y="74351"/>
                  </a:lnTo>
                  <a:lnTo>
                    <a:pt x="75070" y="74979"/>
                  </a:lnTo>
                  <a:lnTo>
                    <a:pt x="75291" y="75577"/>
                  </a:lnTo>
                  <a:lnTo>
                    <a:pt x="75522" y="76145"/>
                  </a:lnTo>
                  <a:lnTo>
                    <a:pt x="75765" y="76683"/>
                  </a:lnTo>
                  <a:lnTo>
                    <a:pt x="76019" y="77192"/>
                  </a:lnTo>
                  <a:lnTo>
                    <a:pt x="76296" y="77660"/>
                  </a:lnTo>
                  <a:lnTo>
                    <a:pt x="76585" y="78101"/>
                  </a:lnTo>
                  <a:lnTo>
                    <a:pt x="76884" y="78515"/>
                  </a:lnTo>
                  <a:lnTo>
                    <a:pt x="77195" y="78902"/>
                  </a:lnTo>
                  <a:lnTo>
                    <a:pt x="77516" y="79261"/>
                  </a:lnTo>
                  <a:lnTo>
                    <a:pt x="77849" y="79593"/>
                  </a:lnTo>
                  <a:lnTo>
                    <a:pt x="78193" y="79898"/>
                  </a:lnTo>
                  <a:lnTo>
                    <a:pt x="78548" y="80176"/>
                  </a:lnTo>
                  <a:lnTo>
                    <a:pt x="78915" y="80427"/>
                  </a:lnTo>
                  <a:lnTo>
                    <a:pt x="79292" y="80650"/>
                  </a:lnTo>
                  <a:lnTo>
                    <a:pt x="79693" y="80850"/>
                  </a:lnTo>
                  <a:lnTo>
                    <a:pt x="80105" y="81028"/>
                  </a:lnTo>
                  <a:lnTo>
                    <a:pt x="80528" y="81186"/>
                  </a:lnTo>
                  <a:lnTo>
                    <a:pt x="80962" y="81322"/>
                  </a:lnTo>
                  <a:lnTo>
                    <a:pt x="81407" y="81438"/>
                  </a:lnTo>
                  <a:lnTo>
                    <a:pt x="81863" y="81532"/>
                  </a:lnTo>
                  <a:lnTo>
                    <a:pt x="82331" y="81606"/>
                  </a:lnTo>
                  <a:lnTo>
                    <a:pt x="82809" y="81658"/>
                  </a:lnTo>
                  <a:lnTo>
                    <a:pt x="83299" y="81690"/>
                  </a:lnTo>
                  <a:lnTo>
                    <a:pt x="83800" y="81700"/>
                  </a:lnTo>
                  <a:lnTo>
                    <a:pt x="84277" y="81690"/>
                  </a:lnTo>
                  <a:lnTo>
                    <a:pt x="84743" y="81658"/>
                  </a:lnTo>
                  <a:lnTo>
                    <a:pt x="85200" y="81606"/>
                  </a:lnTo>
                  <a:lnTo>
                    <a:pt x="85648" y="81532"/>
                  </a:lnTo>
                  <a:lnTo>
                    <a:pt x="86085" y="81438"/>
                  </a:lnTo>
                  <a:lnTo>
                    <a:pt x="86512" y="81322"/>
                  </a:lnTo>
                  <a:lnTo>
                    <a:pt x="86930" y="81186"/>
                  </a:lnTo>
                  <a:lnTo>
                    <a:pt x="87337" y="81028"/>
                  </a:lnTo>
                  <a:lnTo>
                    <a:pt x="87735" y="80850"/>
                  </a:lnTo>
                  <a:lnTo>
                    <a:pt x="88123" y="80650"/>
                  </a:lnTo>
                  <a:lnTo>
                    <a:pt x="88512" y="80427"/>
                  </a:lnTo>
                  <a:lnTo>
                    <a:pt x="88888" y="80176"/>
                  </a:lnTo>
                  <a:lnTo>
                    <a:pt x="89253" y="79898"/>
                  </a:lnTo>
                  <a:lnTo>
                    <a:pt x="89605" y="79593"/>
                  </a:lnTo>
                  <a:lnTo>
                    <a:pt x="89944" y="79261"/>
                  </a:lnTo>
                  <a:lnTo>
                    <a:pt x="90272" y="78902"/>
                  </a:lnTo>
                  <a:lnTo>
                    <a:pt x="90587" y="78515"/>
                  </a:lnTo>
                  <a:lnTo>
                    <a:pt x="90889" y="78101"/>
                  </a:lnTo>
                  <a:lnTo>
                    <a:pt x="91180" y="77660"/>
                  </a:lnTo>
                  <a:lnTo>
                    <a:pt x="91457" y="77192"/>
                  </a:lnTo>
                  <a:lnTo>
                    <a:pt x="91723" y="76683"/>
                  </a:lnTo>
                  <a:lnTo>
                    <a:pt x="91976" y="76145"/>
                  </a:lnTo>
                  <a:lnTo>
                    <a:pt x="92217" y="75577"/>
                  </a:lnTo>
                  <a:lnTo>
                    <a:pt x="92445" y="74979"/>
                  </a:lnTo>
                  <a:lnTo>
                    <a:pt x="92662" y="74351"/>
                  </a:lnTo>
                  <a:lnTo>
                    <a:pt x="92865" y="73694"/>
                  </a:lnTo>
                  <a:lnTo>
                    <a:pt x="93057" y="73008"/>
                  </a:lnTo>
                  <a:lnTo>
                    <a:pt x="93236" y="72291"/>
                  </a:lnTo>
                  <a:lnTo>
                    <a:pt x="93403" y="71545"/>
                  </a:lnTo>
                  <a:lnTo>
                    <a:pt x="93557" y="70770"/>
                  </a:lnTo>
                  <a:lnTo>
                    <a:pt x="93698" y="69960"/>
                  </a:lnTo>
                  <a:lnTo>
                    <a:pt x="93824" y="69112"/>
                  </a:lnTo>
                  <a:lnTo>
                    <a:pt x="93935" y="68226"/>
                  </a:lnTo>
                  <a:lnTo>
                    <a:pt x="94031" y="67302"/>
                  </a:lnTo>
                  <a:lnTo>
                    <a:pt x="94113" y="66339"/>
                  </a:lnTo>
                  <a:lnTo>
                    <a:pt x="94180" y="65338"/>
                  </a:lnTo>
                  <a:lnTo>
                    <a:pt x="94231" y="64299"/>
                  </a:lnTo>
                  <a:lnTo>
                    <a:pt x="94268" y="63221"/>
                  </a:lnTo>
                  <a:lnTo>
                    <a:pt x="94291" y="62105"/>
                  </a:lnTo>
                  <a:close/>
                  <a:moveTo>
                    <a:pt x="30074" y="27542"/>
                  </a:moveTo>
                  <a:lnTo>
                    <a:pt x="30067" y="26352"/>
                  </a:lnTo>
                  <a:lnTo>
                    <a:pt x="30047" y="25203"/>
                  </a:lnTo>
                  <a:lnTo>
                    <a:pt x="30013" y="24094"/>
                  </a:lnTo>
                  <a:lnTo>
                    <a:pt x="29965" y="23026"/>
                  </a:lnTo>
                  <a:lnTo>
                    <a:pt x="29904" y="21999"/>
                  </a:lnTo>
                  <a:lnTo>
                    <a:pt x="29829" y="21013"/>
                  </a:lnTo>
                  <a:lnTo>
                    <a:pt x="29741" y="20068"/>
                  </a:lnTo>
                  <a:lnTo>
                    <a:pt x="29639" y="19163"/>
                  </a:lnTo>
                  <a:lnTo>
                    <a:pt x="29524" y="18299"/>
                  </a:lnTo>
                  <a:lnTo>
                    <a:pt x="29394" y="17476"/>
                  </a:lnTo>
                  <a:lnTo>
                    <a:pt x="29252" y="16689"/>
                  </a:lnTo>
                  <a:lnTo>
                    <a:pt x="29098" y="15935"/>
                  </a:lnTo>
                  <a:lnTo>
                    <a:pt x="28931" y="15212"/>
                  </a:lnTo>
                  <a:lnTo>
                    <a:pt x="28752" y="14522"/>
                  </a:lnTo>
                  <a:lnTo>
                    <a:pt x="28561" y="13863"/>
                  </a:lnTo>
                  <a:lnTo>
                    <a:pt x="28357" y="13237"/>
                  </a:lnTo>
                  <a:lnTo>
                    <a:pt x="28141" y="12643"/>
                  </a:lnTo>
                  <a:lnTo>
                    <a:pt x="27912" y="12081"/>
                  </a:lnTo>
                  <a:lnTo>
                    <a:pt x="27672" y="11551"/>
                  </a:lnTo>
                  <a:lnTo>
                    <a:pt x="27418" y="11053"/>
                  </a:lnTo>
                  <a:lnTo>
                    <a:pt x="27153" y="10586"/>
                  </a:lnTo>
                  <a:lnTo>
                    <a:pt x="26875" y="10147"/>
                  </a:lnTo>
                  <a:lnTo>
                    <a:pt x="26585" y="9736"/>
                  </a:lnTo>
                  <a:lnTo>
                    <a:pt x="26282" y="9354"/>
                  </a:lnTo>
                  <a:lnTo>
                    <a:pt x="25967" y="9000"/>
                  </a:lnTo>
                  <a:lnTo>
                    <a:pt x="25640" y="8675"/>
                  </a:lnTo>
                  <a:lnTo>
                    <a:pt x="25300" y="8378"/>
                  </a:lnTo>
                  <a:lnTo>
                    <a:pt x="24948" y="8109"/>
                  </a:lnTo>
                  <a:lnTo>
                    <a:pt x="24584" y="7869"/>
                  </a:lnTo>
                  <a:lnTo>
                    <a:pt x="24207" y="7657"/>
                  </a:lnTo>
                  <a:lnTo>
                    <a:pt x="23819" y="7469"/>
                  </a:lnTo>
                  <a:lnTo>
                    <a:pt x="23419" y="7301"/>
                  </a:lnTo>
                  <a:lnTo>
                    <a:pt x="23008" y="7153"/>
                  </a:lnTo>
                  <a:lnTo>
                    <a:pt x="22587" y="7025"/>
                  </a:lnTo>
                  <a:lnTo>
                    <a:pt x="22154" y="6916"/>
                  </a:lnTo>
                  <a:lnTo>
                    <a:pt x="21710" y="6827"/>
                  </a:lnTo>
                  <a:lnTo>
                    <a:pt x="21255" y="6758"/>
                  </a:lnTo>
                  <a:lnTo>
                    <a:pt x="20788" y="6708"/>
                  </a:lnTo>
                  <a:lnTo>
                    <a:pt x="20311" y="6679"/>
                  </a:lnTo>
                  <a:lnTo>
                    <a:pt x="19823" y="6669"/>
                  </a:lnTo>
                  <a:lnTo>
                    <a:pt x="19298" y="6679"/>
                  </a:lnTo>
                  <a:lnTo>
                    <a:pt x="18785" y="6711"/>
                  </a:lnTo>
                  <a:lnTo>
                    <a:pt x="18285" y="6763"/>
                  </a:lnTo>
                  <a:lnTo>
                    <a:pt x="17797" y="6837"/>
                  </a:lnTo>
                  <a:lnTo>
                    <a:pt x="17322" y="6931"/>
                  </a:lnTo>
                  <a:lnTo>
                    <a:pt x="16858" y="7047"/>
                  </a:lnTo>
                  <a:lnTo>
                    <a:pt x="16408" y="7183"/>
                  </a:lnTo>
                  <a:lnTo>
                    <a:pt x="15969" y="7341"/>
                  </a:lnTo>
                  <a:lnTo>
                    <a:pt x="15543" y="7519"/>
                  </a:lnTo>
                  <a:lnTo>
                    <a:pt x="15129" y="7719"/>
                  </a:lnTo>
                  <a:lnTo>
                    <a:pt x="14740" y="7931"/>
                  </a:lnTo>
                  <a:lnTo>
                    <a:pt x="14364" y="8171"/>
                  </a:lnTo>
                  <a:lnTo>
                    <a:pt x="13999" y="8439"/>
                  </a:lnTo>
                  <a:lnTo>
                    <a:pt x="13647" y="8736"/>
                  </a:lnTo>
                  <a:lnTo>
                    <a:pt x="13308" y="9062"/>
                  </a:lnTo>
                  <a:lnTo>
                    <a:pt x="12980" y="9416"/>
                  </a:lnTo>
                  <a:lnTo>
                    <a:pt x="12665" y="9798"/>
                  </a:lnTo>
                  <a:lnTo>
                    <a:pt x="12363" y="10209"/>
                  </a:lnTo>
                  <a:lnTo>
                    <a:pt x="12072" y="10648"/>
                  </a:lnTo>
                  <a:lnTo>
                    <a:pt x="11795" y="11115"/>
                  </a:lnTo>
                  <a:lnTo>
                    <a:pt x="11530" y="11613"/>
                  </a:lnTo>
                  <a:lnTo>
                    <a:pt x="11278" y="12143"/>
                  </a:lnTo>
                  <a:lnTo>
                    <a:pt x="11041" y="12705"/>
                  </a:lnTo>
                  <a:lnTo>
                    <a:pt x="10816" y="13299"/>
                  </a:lnTo>
                  <a:lnTo>
                    <a:pt x="10606" y="13925"/>
                  </a:lnTo>
                  <a:lnTo>
                    <a:pt x="10409" y="14583"/>
                  </a:lnTo>
                  <a:lnTo>
                    <a:pt x="10225" y="15274"/>
                  </a:lnTo>
                  <a:lnTo>
                    <a:pt x="10056" y="15996"/>
                  </a:lnTo>
                  <a:lnTo>
                    <a:pt x="9899" y="16751"/>
                  </a:lnTo>
                  <a:lnTo>
                    <a:pt x="9757" y="17538"/>
                  </a:lnTo>
                  <a:lnTo>
                    <a:pt x="9628" y="18360"/>
                  </a:lnTo>
                  <a:lnTo>
                    <a:pt x="9512" y="19222"/>
                  </a:lnTo>
                  <a:lnTo>
                    <a:pt x="9410" y="20124"/>
                  </a:lnTo>
                  <a:lnTo>
                    <a:pt x="9322" y="21065"/>
                  </a:lnTo>
                  <a:lnTo>
                    <a:pt x="9247" y="22046"/>
                  </a:lnTo>
                  <a:lnTo>
                    <a:pt x="9186" y="23066"/>
                  </a:lnTo>
                  <a:lnTo>
                    <a:pt x="9138" y="24126"/>
                  </a:lnTo>
                  <a:lnTo>
                    <a:pt x="9105" y="25225"/>
                  </a:lnTo>
                  <a:lnTo>
                    <a:pt x="9084" y="26364"/>
                  </a:lnTo>
                  <a:lnTo>
                    <a:pt x="9077" y="27542"/>
                  </a:lnTo>
                  <a:lnTo>
                    <a:pt x="9084" y="28697"/>
                  </a:lnTo>
                  <a:lnTo>
                    <a:pt x="9105" y="29814"/>
                  </a:lnTo>
                  <a:lnTo>
                    <a:pt x="9138" y="30895"/>
                  </a:lnTo>
                  <a:lnTo>
                    <a:pt x="9186" y="31939"/>
                  </a:lnTo>
                  <a:lnTo>
                    <a:pt x="9247" y="32945"/>
                  </a:lnTo>
                  <a:lnTo>
                    <a:pt x="9322" y="33915"/>
                  </a:lnTo>
                  <a:lnTo>
                    <a:pt x="9410" y="34847"/>
                  </a:lnTo>
                  <a:lnTo>
                    <a:pt x="9512" y="35743"/>
                  </a:lnTo>
                  <a:lnTo>
                    <a:pt x="9628" y="36601"/>
                  </a:lnTo>
                  <a:lnTo>
                    <a:pt x="9757" y="37423"/>
                  </a:lnTo>
                  <a:lnTo>
                    <a:pt x="9910" y="38210"/>
                  </a:lnTo>
                  <a:lnTo>
                    <a:pt x="10075" y="38966"/>
                  </a:lnTo>
                  <a:lnTo>
                    <a:pt x="10251" y="39692"/>
                  </a:lnTo>
                  <a:lnTo>
                    <a:pt x="10438" y="40387"/>
                  </a:lnTo>
                  <a:lnTo>
                    <a:pt x="10637" y="41051"/>
                  </a:lnTo>
                  <a:lnTo>
                    <a:pt x="10846" y="41684"/>
                  </a:lnTo>
                  <a:lnTo>
                    <a:pt x="11066" y="42286"/>
                  </a:lnTo>
                  <a:lnTo>
                    <a:pt x="11298" y="42857"/>
                  </a:lnTo>
                  <a:lnTo>
                    <a:pt x="11541" y="43397"/>
                  </a:lnTo>
                  <a:lnTo>
                    <a:pt x="11795" y="43907"/>
                  </a:lnTo>
                  <a:lnTo>
                    <a:pt x="12072" y="44375"/>
                  </a:lnTo>
                  <a:lnTo>
                    <a:pt x="12363" y="44816"/>
                  </a:lnTo>
                  <a:lnTo>
                    <a:pt x="12665" y="45229"/>
                  </a:lnTo>
                  <a:lnTo>
                    <a:pt x="12980" y="45616"/>
                  </a:lnTo>
                  <a:lnTo>
                    <a:pt x="13308" y="45975"/>
                  </a:lnTo>
                  <a:lnTo>
                    <a:pt x="13647" y="46308"/>
                  </a:lnTo>
                  <a:lnTo>
                    <a:pt x="13999" y="46613"/>
                  </a:lnTo>
                  <a:lnTo>
                    <a:pt x="14364" y="46891"/>
                  </a:lnTo>
                  <a:lnTo>
                    <a:pt x="14740" y="47141"/>
                  </a:lnTo>
                  <a:lnTo>
                    <a:pt x="15129" y="47365"/>
                  </a:lnTo>
                  <a:lnTo>
                    <a:pt x="15531" y="47564"/>
                  </a:lnTo>
                  <a:lnTo>
                    <a:pt x="15944" y="47743"/>
                  </a:lnTo>
                  <a:lnTo>
                    <a:pt x="16371" y="47900"/>
                  </a:lnTo>
                  <a:lnTo>
                    <a:pt x="16809" y="48037"/>
                  </a:lnTo>
                  <a:lnTo>
                    <a:pt x="17260" y="48152"/>
                  </a:lnTo>
                  <a:lnTo>
                    <a:pt x="17723" y="48247"/>
                  </a:lnTo>
                  <a:lnTo>
                    <a:pt x="18198" y="48320"/>
                  </a:lnTo>
                  <a:lnTo>
                    <a:pt x="18686" y="48373"/>
                  </a:lnTo>
                  <a:lnTo>
                    <a:pt x="19187" y="48404"/>
                  </a:lnTo>
                  <a:lnTo>
                    <a:pt x="19699" y="48415"/>
                  </a:lnTo>
                  <a:lnTo>
                    <a:pt x="20164" y="48404"/>
                  </a:lnTo>
                  <a:lnTo>
                    <a:pt x="20620" y="48373"/>
                  </a:lnTo>
                  <a:lnTo>
                    <a:pt x="21068" y="48320"/>
                  </a:lnTo>
                  <a:lnTo>
                    <a:pt x="21507" y="48247"/>
                  </a:lnTo>
                  <a:lnTo>
                    <a:pt x="21938" y="48152"/>
                  </a:lnTo>
                  <a:lnTo>
                    <a:pt x="22359" y="48037"/>
                  </a:lnTo>
                  <a:lnTo>
                    <a:pt x="22773" y="47900"/>
                  </a:lnTo>
                  <a:lnTo>
                    <a:pt x="23177" y="47743"/>
                  </a:lnTo>
                  <a:lnTo>
                    <a:pt x="23573" y="47564"/>
                  </a:lnTo>
                  <a:lnTo>
                    <a:pt x="23960" y="47365"/>
                  </a:lnTo>
                  <a:lnTo>
                    <a:pt x="24337" y="47141"/>
                  </a:lnTo>
                  <a:lnTo>
                    <a:pt x="24704" y="46891"/>
                  </a:lnTo>
                  <a:lnTo>
                    <a:pt x="25059" y="46613"/>
                  </a:lnTo>
                  <a:lnTo>
                    <a:pt x="25403" y="46308"/>
                  </a:lnTo>
                  <a:lnTo>
                    <a:pt x="25736" y="45975"/>
                  </a:lnTo>
                  <a:lnTo>
                    <a:pt x="26057" y="45616"/>
                  </a:lnTo>
                  <a:lnTo>
                    <a:pt x="26368" y="45229"/>
                  </a:lnTo>
                  <a:lnTo>
                    <a:pt x="26667" y="44816"/>
                  </a:lnTo>
                  <a:lnTo>
                    <a:pt x="26956" y="44375"/>
                  </a:lnTo>
                  <a:lnTo>
                    <a:pt x="27233" y="43907"/>
                  </a:lnTo>
                  <a:lnTo>
                    <a:pt x="27499" y="43397"/>
                  </a:lnTo>
                  <a:lnTo>
                    <a:pt x="27752" y="42857"/>
                  </a:lnTo>
                  <a:lnTo>
                    <a:pt x="27993" y="42286"/>
                  </a:lnTo>
                  <a:lnTo>
                    <a:pt x="28221" y="41684"/>
                  </a:lnTo>
                  <a:lnTo>
                    <a:pt x="28437" y="41051"/>
                  </a:lnTo>
                  <a:lnTo>
                    <a:pt x="28641" y="40387"/>
                  </a:lnTo>
                  <a:lnTo>
                    <a:pt x="28833" y="39692"/>
                  </a:lnTo>
                  <a:lnTo>
                    <a:pt x="29012" y="38966"/>
                  </a:lnTo>
                  <a:lnTo>
                    <a:pt x="29178" y="38210"/>
                  </a:lnTo>
                  <a:lnTo>
                    <a:pt x="29333" y="37423"/>
                  </a:lnTo>
                  <a:lnTo>
                    <a:pt x="29474" y="36601"/>
                  </a:lnTo>
                  <a:lnTo>
                    <a:pt x="29599" y="35743"/>
                  </a:lnTo>
                  <a:lnTo>
                    <a:pt x="29711" y="34847"/>
                  </a:lnTo>
                  <a:lnTo>
                    <a:pt x="29807" y="33915"/>
                  </a:lnTo>
                  <a:lnTo>
                    <a:pt x="29889" y="32945"/>
                  </a:lnTo>
                  <a:lnTo>
                    <a:pt x="29955" y="31939"/>
                  </a:lnTo>
                  <a:lnTo>
                    <a:pt x="30007" y="30895"/>
                  </a:lnTo>
                  <a:lnTo>
                    <a:pt x="30044" y="29814"/>
                  </a:lnTo>
                  <a:lnTo>
                    <a:pt x="30066" y="286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390723" y="5600346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458112" y="5600882"/>
              <a:ext cx="99714" cy="85308"/>
            </a:xfrm>
            <a:custGeom>
              <a:avLst/>
              <a:pathLst>
                <a:path w="99714" h="85308">
                  <a:moveTo>
                    <a:pt x="99714" y="58757"/>
                  </a:moveTo>
                  <a:lnTo>
                    <a:pt x="99699" y="60222"/>
                  </a:lnTo>
                  <a:lnTo>
                    <a:pt x="99652" y="61641"/>
                  </a:lnTo>
                  <a:lnTo>
                    <a:pt x="99575" y="63013"/>
                  </a:lnTo>
                  <a:lnTo>
                    <a:pt x="99467" y="64338"/>
                  </a:lnTo>
                  <a:lnTo>
                    <a:pt x="99327" y="65618"/>
                  </a:lnTo>
                  <a:lnTo>
                    <a:pt x="99157" y="66851"/>
                  </a:lnTo>
                  <a:lnTo>
                    <a:pt x="98956" y="68037"/>
                  </a:lnTo>
                  <a:lnTo>
                    <a:pt x="98724" y="69177"/>
                  </a:lnTo>
                  <a:lnTo>
                    <a:pt x="98461" y="70271"/>
                  </a:lnTo>
                  <a:lnTo>
                    <a:pt x="98167" y="71318"/>
                  </a:lnTo>
                  <a:lnTo>
                    <a:pt x="97858" y="72311"/>
                  </a:lnTo>
                  <a:lnTo>
                    <a:pt x="97526" y="73266"/>
                  </a:lnTo>
                  <a:lnTo>
                    <a:pt x="97172" y="74183"/>
                  </a:lnTo>
                  <a:lnTo>
                    <a:pt x="96795" y="75061"/>
                  </a:lnTo>
                  <a:lnTo>
                    <a:pt x="96395" y="75902"/>
                  </a:lnTo>
                  <a:lnTo>
                    <a:pt x="95973" y="76704"/>
                  </a:lnTo>
                  <a:lnTo>
                    <a:pt x="95529" y="77469"/>
                  </a:lnTo>
                  <a:lnTo>
                    <a:pt x="95061" y="78195"/>
                  </a:lnTo>
                  <a:lnTo>
                    <a:pt x="94571" y="78883"/>
                  </a:lnTo>
                  <a:lnTo>
                    <a:pt x="94059" y="79533"/>
                  </a:lnTo>
                  <a:lnTo>
                    <a:pt x="93538" y="80135"/>
                  </a:lnTo>
                  <a:lnTo>
                    <a:pt x="92999" y="80702"/>
                  </a:lnTo>
                  <a:lnTo>
                    <a:pt x="92443" y="81235"/>
                  </a:lnTo>
                  <a:lnTo>
                    <a:pt x="91868" y="81734"/>
                  </a:lnTo>
                  <a:lnTo>
                    <a:pt x="91276" y="82197"/>
                  </a:lnTo>
                  <a:lnTo>
                    <a:pt x="90666" y="82626"/>
                  </a:lnTo>
                  <a:lnTo>
                    <a:pt x="90038" y="83021"/>
                  </a:lnTo>
                  <a:lnTo>
                    <a:pt x="89392" y="83381"/>
                  </a:lnTo>
                  <a:lnTo>
                    <a:pt x="88728" y="83707"/>
                  </a:lnTo>
                  <a:lnTo>
                    <a:pt x="88046" y="83998"/>
                  </a:lnTo>
                  <a:lnTo>
                    <a:pt x="87351" y="84247"/>
                  </a:lnTo>
                  <a:lnTo>
                    <a:pt x="86646" y="84470"/>
                  </a:lnTo>
                  <a:lnTo>
                    <a:pt x="85932" y="84666"/>
                  </a:lnTo>
                  <a:lnTo>
                    <a:pt x="85208" y="84836"/>
                  </a:lnTo>
                  <a:lnTo>
                    <a:pt x="84474" y="84980"/>
                  </a:lnTo>
                  <a:lnTo>
                    <a:pt x="83731" y="85098"/>
                  </a:lnTo>
                  <a:lnTo>
                    <a:pt x="82979" y="85190"/>
                  </a:lnTo>
                  <a:lnTo>
                    <a:pt x="82217" y="85255"/>
                  </a:lnTo>
                  <a:lnTo>
                    <a:pt x="81445" y="85295"/>
                  </a:lnTo>
                  <a:lnTo>
                    <a:pt x="80664" y="85308"/>
                  </a:lnTo>
                  <a:lnTo>
                    <a:pt x="79883" y="85295"/>
                  </a:lnTo>
                  <a:lnTo>
                    <a:pt x="79112" y="85255"/>
                  </a:lnTo>
                  <a:lnTo>
                    <a:pt x="78350" y="85190"/>
                  </a:lnTo>
                  <a:lnTo>
                    <a:pt x="77597" y="85098"/>
                  </a:lnTo>
                  <a:lnTo>
                    <a:pt x="76854" y="84980"/>
                  </a:lnTo>
                  <a:lnTo>
                    <a:pt x="76121" y="84836"/>
                  </a:lnTo>
                  <a:lnTo>
                    <a:pt x="75397" y="84666"/>
                  </a:lnTo>
                  <a:lnTo>
                    <a:pt x="74683" y="84470"/>
                  </a:lnTo>
                  <a:lnTo>
                    <a:pt x="73978" y="84247"/>
                  </a:lnTo>
                  <a:lnTo>
                    <a:pt x="73282" y="83998"/>
                  </a:lnTo>
                  <a:lnTo>
                    <a:pt x="72612" y="83707"/>
                  </a:lnTo>
                  <a:lnTo>
                    <a:pt x="71958" y="83381"/>
                  </a:lnTo>
                  <a:lnTo>
                    <a:pt x="71322" y="83021"/>
                  </a:lnTo>
                  <a:lnTo>
                    <a:pt x="70701" y="82626"/>
                  </a:lnTo>
                  <a:lnTo>
                    <a:pt x="70098" y="82197"/>
                  </a:lnTo>
                  <a:lnTo>
                    <a:pt x="69511" y="81734"/>
                  </a:lnTo>
                  <a:lnTo>
                    <a:pt x="68940" y="81235"/>
                  </a:lnTo>
                  <a:lnTo>
                    <a:pt x="68387" y="80702"/>
                  </a:lnTo>
                  <a:lnTo>
                    <a:pt x="67850" y="80135"/>
                  </a:lnTo>
                  <a:lnTo>
                    <a:pt x="67329" y="79533"/>
                  </a:lnTo>
                  <a:lnTo>
                    <a:pt x="66839" y="78894"/>
                  </a:lnTo>
                  <a:lnTo>
                    <a:pt x="66370" y="78216"/>
                  </a:lnTo>
                  <a:lnTo>
                    <a:pt x="65920" y="77499"/>
                  </a:lnTo>
                  <a:lnTo>
                    <a:pt x="65491" y="76742"/>
                  </a:lnTo>
                  <a:lnTo>
                    <a:pt x="65082" y="75946"/>
                  </a:lnTo>
                  <a:lnTo>
                    <a:pt x="64693" y="75111"/>
                  </a:lnTo>
                  <a:lnTo>
                    <a:pt x="64325" y="74237"/>
                  </a:lnTo>
                  <a:lnTo>
                    <a:pt x="63977" y="73323"/>
                  </a:lnTo>
                  <a:lnTo>
                    <a:pt x="63649" y="72370"/>
                  </a:lnTo>
                  <a:lnTo>
                    <a:pt x="63341" y="71377"/>
                  </a:lnTo>
                  <a:lnTo>
                    <a:pt x="63069" y="70330"/>
                  </a:lnTo>
                  <a:lnTo>
                    <a:pt x="62826" y="69234"/>
                  </a:lnTo>
                  <a:lnTo>
                    <a:pt x="62612" y="68091"/>
                  </a:lnTo>
                  <a:lnTo>
                    <a:pt x="62426" y="66901"/>
                  </a:lnTo>
                  <a:lnTo>
                    <a:pt x="62269" y="65662"/>
                  </a:lnTo>
                  <a:lnTo>
                    <a:pt x="62141" y="64377"/>
                  </a:lnTo>
                  <a:lnTo>
                    <a:pt x="62041" y="63043"/>
                  </a:lnTo>
                  <a:lnTo>
                    <a:pt x="61969" y="61662"/>
                  </a:lnTo>
                  <a:lnTo>
                    <a:pt x="61926" y="60233"/>
                  </a:lnTo>
                  <a:lnTo>
                    <a:pt x="61912" y="58757"/>
                  </a:lnTo>
                  <a:lnTo>
                    <a:pt x="61926" y="57201"/>
                  </a:lnTo>
                  <a:lnTo>
                    <a:pt x="61969" y="55699"/>
                  </a:lnTo>
                  <a:lnTo>
                    <a:pt x="62041" y="54253"/>
                  </a:lnTo>
                  <a:lnTo>
                    <a:pt x="62141" y="52861"/>
                  </a:lnTo>
                  <a:lnTo>
                    <a:pt x="62269" y="51524"/>
                  </a:lnTo>
                  <a:lnTo>
                    <a:pt x="62426" y="50241"/>
                  </a:lnTo>
                  <a:lnTo>
                    <a:pt x="62612" y="49014"/>
                  </a:lnTo>
                  <a:lnTo>
                    <a:pt x="62826" y="47841"/>
                  </a:lnTo>
                  <a:lnTo>
                    <a:pt x="63069" y="46723"/>
                  </a:lnTo>
                  <a:lnTo>
                    <a:pt x="63341" y="45660"/>
                  </a:lnTo>
                  <a:lnTo>
                    <a:pt x="63638" y="44646"/>
                  </a:lnTo>
                  <a:lnTo>
                    <a:pt x="63957" y="43674"/>
                  </a:lnTo>
                  <a:lnTo>
                    <a:pt x="64300" y="42745"/>
                  </a:lnTo>
                  <a:lnTo>
                    <a:pt x="64665" y="41859"/>
                  </a:lnTo>
                  <a:lnTo>
                    <a:pt x="65052" y="41017"/>
                  </a:lnTo>
                  <a:lnTo>
                    <a:pt x="65462" y="40216"/>
                  </a:lnTo>
                  <a:lnTo>
                    <a:pt x="65895" y="39459"/>
                  </a:lnTo>
                  <a:lnTo>
                    <a:pt x="66351" y="38745"/>
                  </a:lnTo>
                  <a:lnTo>
                    <a:pt x="66829" y="38073"/>
                  </a:lnTo>
                  <a:lnTo>
                    <a:pt x="67329" y="37445"/>
                  </a:lnTo>
                  <a:lnTo>
                    <a:pt x="67850" y="36845"/>
                  </a:lnTo>
                  <a:lnTo>
                    <a:pt x="68389" y="36283"/>
                  </a:lnTo>
                  <a:lnTo>
                    <a:pt x="68946" y="35759"/>
                  </a:lnTo>
                  <a:lnTo>
                    <a:pt x="69520" y="35273"/>
                  </a:lnTo>
                  <a:lnTo>
                    <a:pt x="70112" y="34825"/>
                  </a:lnTo>
                  <a:lnTo>
                    <a:pt x="70723" y="34416"/>
                  </a:lnTo>
                  <a:lnTo>
                    <a:pt x="71351" y="34044"/>
                  </a:lnTo>
                  <a:lnTo>
                    <a:pt x="71997" y="33711"/>
                  </a:lnTo>
                  <a:lnTo>
                    <a:pt x="72660" y="33416"/>
                  </a:lnTo>
                  <a:lnTo>
                    <a:pt x="73342" y="33158"/>
                  </a:lnTo>
                  <a:lnTo>
                    <a:pt x="74050" y="32921"/>
                  </a:lnTo>
                  <a:lnTo>
                    <a:pt x="74768" y="32708"/>
                  </a:lnTo>
                  <a:lnTo>
                    <a:pt x="75498" y="32521"/>
                  </a:lnTo>
                  <a:lnTo>
                    <a:pt x="76238" y="32358"/>
                  </a:lnTo>
                  <a:lnTo>
                    <a:pt x="76988" y="32221"/>
                  </a:lnTo>
                  <a:lnTo>
                    <a:pt x="77750" y="32108"/>
                  </a:lnTo>
                  <a:lnTo>
                    <a:pt x="78522" y="32021"/>
                  </a:lnTo>
                  <a:lnTo>
                    <a:pt x="79305" y="31958"/>
                  </a:lnTo>
                  <a:lnTo>
                    <a:pt x="80098" y="31921"/>
                  </a:lnTo>
                  <a:lnTo>
                    <a:pt x="80902" y="31908"/>
                  </a:lnTo>
                  <a:lnTo>
                    <a:pt x="81683" y="31921"/>
                  </a:lnTo>
                  <a:lnTo>
                    <a:pt x="82453" y="31958"/>
                  </a:lnTo>
                  <a:lnTo>
                    <a:pt x="83212" y="32021"/>
                  </a:lnTo>
                  <a:lnTo>
                    <a:pt x="83960" y="32108"/>
                  </a:lnTo>
                  <a:lnTo>
                    <a:pt x="84698" y="32221"/>
                  </a:lnTo>
                  <a:lnTo>
                    <a:pt x="85424" y="32358"/>
                  </a:lnTo>
                  <a:lnTo>
                    <a:pt x="86141" y="32521"/>
                  </a:lnTo>
                  <a:lnTo>
                    <a:pt x="86846" y="32708"/>
                  </a:lnTo>
                  <a:lnTo>
                    <a:pt x="87541" y="32921"/>
                  </a:lnTo>
                  <a:lnTo>
                    <a:pt x="88225" y="33158"/>
                  </a:lnTo>
                  <a:lnTo>
                    <a:pt x="88906" y="33416"/>
                  </a:lnTo>
                  <a:lnTo>
                    <a:pt x="89568" y="33711"/>
                  </a:lnTo>
                  <a:lnTo>
                    <a:pt x="90211" y="34044"/>
                  </a:lnTo>
                  <a:lnTo>
                    <a:pt x="90835" y="34416"/>
                  </a:lnTo>
                  <a:lnTo>
                    <a:pt x="91440" y="34825"/>
                  </a:lnTo>
                  <a:lnTo>
                    <a:pt x="92025" y="35273"/>
                  </a:lnTo>
                  <a:lnTo>
                    <a:pt x="92592" y="35759"/>
                  </a:lnTo>
                  <a:lnTo>
                    <a:pt x="93140" y="36283"/>
                  </a:lnTo>
                  <a:lnTo>
                    <a:pt x="93668" y="36845"/>
                  </a:lnTo>
                  <a:lnTo>
                    <a:pt x="94178" y="37445"/>
                  </a:lnTo>
                  <a:lnTo>
                    <a:pt x="94679" y="38073"/>
                  </a:lnTo>
                  <a:lnTo>
                    <a:pt x="95159" y="38745"/>
                  </a:lnTo>
                  <a:lnTo>
                    <a:pt x="95617" y="39459"/>
                  </a:lnTo>
                  <a:lnTo>
                    <a:pt x="96054" y="40216"/>
                  </a:lnTo>
                  <a:lnTo>
                    <a:pt x="96470" y="41017"/>
                  </a:lnTo>
                  <a:lnTo>
                    <a:pt x="96864" y="41859"/>
                  </a:lnTo>
                  <a:lnTo>
                    <a:pt x="97237" y="42745"/>
                  </a:lnTo>
                  <a:lnTo>
                    <a:pt x="97588" y="43674"/>
                  </a:lnTo>
                  <a:lnTo>
                    <a:pt x="97918" y="44646"/>
                  </a:lnTo>
                  <a:lnTo>
                    <a:pt x="98226" y="45660"/>
                  </a:lnTo>
                  <a:lnTo>
                    <a:pt x="98509" y="46723"/>
                  </a:lnTo>
                  <a:lnTo>
                    <a:pt x="98762" y="47841"/>
                  </a:lnTo>
                  <a:lnTo>
                    <a:pt x="98985" y="49014"/>
                  </a:lnTo>
                  <a:lnTo>
                    <a:pt x="99179" y="50241"/>
                  </a:lnTo>
                  <a:lnTo>
                    <a:pt x="99342" y="51524"/>
                  </a:lnTo>
                  <a:lnTo>
                    <a:pt x="99476" y="52861"/>
                  </a:lnTo>
                  <a:lnTo>
                    <a:pt x="99580" y="54253"/>
                  </a:lnTo>
                  <a:lnTo>
                    <a:pt x="99655" y="55699"/>
                  </a:lnTo>
                  <a:lnTo>
                    <a:pt x="99699" y="57201"/>
                  </a:lnTo>
                  <a:close/>
                  <a:moveTo>
                    <a:pt x="27027" y="84593"/>
                  </a:moveTo>
                  <a:lnTo>
                    <a:pt x="17799" y="84593"/>
                  </a:lnTo>
                  <a:lnTo>
                    <a:pt x="72687" y="714"/>
                  </a:lnTo>
                  <a:lnTo>
                    <a:pt x="82034" y="714"/>
                  </a:lnTo>
                  <a:close/>
                  <a:moveTo>
                    <a:pt x="19109" y="0"/>
                  </a:moveTo>
                  <a:lnTo>
                    <a:pt x="19867" y="12"/>
                  </a:lnTo>
                  <a:lnTo>
                    <a:pt x="20616" y="50"/>
                  </a:lnTo>
                  <a:lnTo>
                    <a:pt x="21358" y="112"/>
                  </a:lnTo>
                  <a:lnTo>
                    <a:pt x="22090" y="200"/>
                  </a:lnTo>
                  <a:lnTo>
                    <a:pt x="22815" y="312"/>
                  </a:lnTo>
                  <a:lnTo>
                    <a:pt x="23531" y="450"/>
                  </a:lnTo>
                  <a:lnTo>
                    <a:pt x="24239" y="612"/>
                  </a:lnTo>
                  <a:lnTo>
                    <a:pt x="24938" y="800"/>
                  </a:lnTo>
                  <a:lnTo>
                    <a:pt x="25629" y="1012"/>
                  </a:lnTo>
                  <a:lnTo>
                    <a:pt x="26312" y="1250"/>
                  </a:lnTo>
                  <a:lnTo>
                    <a:pt x="26983" y="1506"/>
                  </a:lnTo>
                  <a:lnTo>
                    <a:pt x="27636" y="1800"/>
                  </a:lnTo>
                  <a:lnTo>
                    <a:pt x="28273" y="2130"/>
                  </a:lnTo>
                  <a:lnTo>
                    <a:pt x="28894" y="2497"/>
                  </a:lnTo>
                  <a:lnTo>
                    <a:pt x="29497" y="2902"/>
                  </a:lnTo>
                  <a:lnTo>
                    <a:pt x="30084" y="3343"/>
                  </a:lnTo>
                  <a:lnTo>
                    <a:pt x="30655" y="3821"/>
                  </a:lnTo>
                  <a:lnTo>
                    <a:pt x="31208" y="4336"/>
                  </a:lnTo>
                  <a:lnTo>
                    <a:pt x="31745" y="4888"/>
                  </a:lnTo>
                  <a:lnTo>
                    <a:pt x="32265" y="5476"/>
                  </a:lnTo>
                  <a:lnTo>
                    <a:pt x="32766" y="6104"/>
                  </a:lnTo>
                  <a:lnTo>
                    <a:pt x="33244" y="6774"/>
                  </a:lnTo>
                  <a:lnTo>
                    <a:pt x="33700" y="7486"/>
                  </a:lnTo>
                  <a:lnTo>
                    <a:pt x="34132" y="8239"/>
                  </a:lnTo>
                  <a:lnTo>
                    <a:pt x="34543" y="9033"/>
                  </a:lnTo>
                  <a:lnTo>
                    <a:pt x="34930" y="9870"/>
                  </a:lnTo>
                  <a:lnTo>
                    <a:pt x="35295" y="10748"/>
                  </a:lnTo>
                  <a:lnTo>
                    <a:pt x="35637" y="11668"/>
                  </a:lnTo>
                  <a:lnTo>
                    <a:pt x="35957" y="12629"/>
                  </a:lnTo>
                  <a:lnTo>
                    <a:pt x="36254" y="13632"/>
                  </a:lnTo>
                  <a:lnTo>
                    <a:pt x="36537" y="14683"/>
                  </a:lnTo>
                  <a:lnTo>
                    <a:pt x="36790" y="15787"/>
                  </a:lnTo>
                  <a:lnTo>
                    <a:pt x="37013" y="16945"/>
                  </a:lnTo>
                  <a:lnTo>
                    <a:pt x="37207" y="18157"/>
                  </a:lnTo>
                  <a:lnTo>
                    <a:pt x="37370" y="19422"/>
                  </a:lnTo>
                  <a:lnTo>
                    <a:pt x="37504" y="20740"/>
                  </a:lnTo>
                  <a:lnTo>
                    <a:pt x="37608" y="22112"/>
                  </a:lnTo>
                  <a:lnTo>
                    <a:pt x="37683" y="23538"/>
                  </a:lnTo>
                  <a:lnTo>
                    <a:pt x="37727" y="25018"/>
                  </a:lnTo>
                  <a:lnTo>
                    <a:pt x="37742" y="26550"/>
                  </a:lnTo>
                  <a:lnTo>
                    <a:pt x="37727" y="28027"/>
                  </a:lnTo>
                  <a:lnTo>
                    <a:pt x="37683" y="29456"/>
                  </a:lnTo>
                  <a:lnTo>
                    <a:pt x="37608" y="30837"/>
                  </a:lnTo>
                  <a:lnTo>
                    <a:pt x="37504" y="32170"/>
                  </a:lnTo>
                  <a:lnTo>
                    <a:pt x="37370" y="33456"/>
                  </a:lnTo>
                  <a:lnTo>
                    <a:pt x="37207" y="34694"/>
                  </a:lnTo>
                  <a:lnTo>
                    <a:pt x="37013" y="35885"/>
                  </a:lnTo>
                  <a:lnTo>
                    <a:pt x="36790" y="37028"/>
                  </a:lnTo>
                  <a:lnTo>
                    <a:pt x="36537" y="38123"/>
                  </a:lnTo>
                  <a:lnTo>
                    <a:pt x="36254" y="39171"/>
                  </a:lnTo>
                  <a:lnTo>
                    <a:pt x="35946" y="40176"/>
                  </a:lnTo>
                  <a:lnTo>
                    <a:pt x="35616" y="41143"/>
                  </a:lnTo>
                  <a:lnTo>
                    <a:pt x="35265" y="42071"/>
                  </a:lnTo>
                  <a:lnTo>
                    <a:pt x="34892" y="42962"/>
                  </a:lnTo>
                  <a:lnTo>
                    <a:pt x="34498" y="43815"/>
                  </a:lnTo>
                  <a:lnTo>
                    <a:pt x="34082" y="44629"/>
                  </a:lnTo>
                  <a:lnTo>
                    <a:pt x="33645" y="45405"/>
                  </a:lnTo>
                  <a:lnTo>
                    <a:pt x="33187" y="46143"/>
                  </a:lnTo>
                  <a:lnTo>
                    <a:pt x="32707" y="46843"/>
                  </a:lnTo>
                  <a:lnTo>
                    <a:pt x="32206" y="47505"/>
                  </a:lnTo>
                  <a:lnTo>
                    <a:pt x="31696" y="48119"/>
                  </a:lnTo>
                  <a:lnTo>
                    <a:pt x="31168" y="48696"/>
                  </a:lnTo>
                  <a:lnTo>
                    <a:pt x="30620" y="49238"/>
                  </a:lnTo>
                  <a:lnTo>
                    <a:pt x="30053" y="49744"/>
                  </a:lnTo>
                  <a:lnTo>
                    <a:pt x="29467" y="50214"/>
                  </a:lnTo>
                  <a:lnTo>
                    <a:pt x="28863" y="50649"/>
                  </a:lnTo>
                  <a:lnTo>
                    <a:pt x="28239" y="51048"/>
                  </a:lnTo>
                  <a:lnTo>
                    <a:pt x="27596" y="51411"/>
                  </a:lnTo>
                  <a:lnTo>
                    <a:pt x="26934" y="51738"/>
                  </a:lnTo>
                  <a:lnTo>
                    <a:pt x="26253" y="52030"/>
                  </a:lnTo>
                  <a:lnTo>
                    <a:pt x="25557" y="52290"/>
                  </a:lnTo>
                  <a:lnTo>
                    <a:pt x="24853" y="52523"/>
                  </a:lnTo>
                  <a:lnTo>
                    <a:pt x="24138" y="52728"/>
                  </a:lnTo>
                  <a:lnTo>
                    <a:pt x="23414" y="52906"/>
                  </a:lnTo>
                  <a:lnTo>
                    <a:pt x="22681" y="53057"/>
                  </a:lnTo>
                  <a:lnTo>
                    <a:pt x="21938" y="53180"/>
                  </a:lnTo>
                  <a:lnTo>
                    <a:pt x="21185" y="53276"/>
                  </a:lnTo>
                  <a:lnTo>
                    <a:pt x="20423" y="53344"/>
                  </a:lnTo>
                  <a:lnTo>
                    <a:pt x="19652" y="53385"/>
                  </a:lnTo>
                  <a:lnTo>
                    <a:pt x="18871" y="53399"/>
                  </a:lnTo>
                  <a:lnTo>
                    <a:pt x="18079" y="53385"/>
                  </a:lnTo>
                  <a:lnTo>
                    <a:pt x="17297" y="53344"/>
                  </a:lnTo>
                  <a:lnTo>
                    <a:pt x="16526" y="53276"/>
                  </a:lnTo>
                  <a:lnTo>
                    <a:pt x="15766" y="53180"/>
                  </a:lnTo>
                  <a:lnTo>
                    <a:pt x="15016" y="53057"/>
                  </a:lnTo>
                  <a:lnTo>
                    <a:pt x="14277" y="52906"/>
                  </a:lnTo>
                  <a:lnTo>
                    <a:pt x="13549" y="52728"/>
                  </a:lnTo>
                  <a:lnTo>
                    <a:pt x="12832" y="52523"/>
                  </a:lnTo>
                  <a:lnTo>
                    <a:pt x="12125" y="52290"/>
                  </a:lnTo>
                  <a:lnTo>
                    <a:pt x="11430" y="52030"/>
                  </a:lnTo>
                  <a:lnTo>
                    <a:pt x="10748" y="51738"/>
                  </a:lnTo>
                  <a:lnTo>
                    <a:pt x="10084" y="51411"/>
                  </a:lnTo>
                  <a:lnTo>
                    <a:pt x="9438" y="51048"/>
                  </a:lnTo>
                  <a:lnTo>
                    <a:pt x="8810" y="50649"/>
                  </a:lnTo>
                  <a:lnTo>
                    <a:pt x="8200" y="50214"/>
                  </a:lnTo>
                  <a:lnTo>
                    <a:pt x="7608" y="49744"/>
                  </a:lnTo>
                  <a:lnTo>
                    <a:pt x="7033" y="49238"/>
                  </a:lnTo>
                  <a:lnTo>
                    <a:pt x="6477" y="48696"/>
                  </a:lnTo>
                  <a:lnTo>
                    <a:pt x="5938" y="48119"/>
                  </a:lnTo>
                  <a:lnTo>
                    <a:pt x="5417" y="47505"/>
                  </a:lnTo>
                  <a:lnTo>
                    <a:pt x="4927" y="46855"/>
                  </a:lnTo>
                  <a:lnTo>
                    <a:pt x="4457" y="46165"/>
                  </a:lnTo>
                  <a:lnTo>
                    <a:pt x="4008" y="45436"/>
                  </a:lnTo>
                  <a:lnTo>
                    <a:pt x="3579" y="44667"/>
                  </a:lnTo>
                  <a:lnTo>
                    <a:pt x="3170" y="43859"/>
                  </a:lnTo>
                  <a:lnTo>
                    <a:pt x="2781" y="43012"/>
                  </a:lnTo>
                  <a:lnTo>
                    <a:pt x="2412" y="42126"/>
                  </a:lnTo>
                  <a:lnTo>
                    <a:pt x="2064" y="41200"/>
                  </a:lnTo>
                  <a:lnTo>
                    <a:pt x="1736" y="40235"/>
                  </a:lnTo>
                  <a:lnTo>
                    <a:pt x="1428" y="39231"/>
                  </a:lnTo>
                  <a:lnTo>
                    <a:pt x="1157" y="38182"/>
                  </a:lnTo>
                  <a:lnTo>
                    <a:pt x="914" y="37085"/>
                  </a:lnTo>
                  <a:lnTo>
                    <a:pt x="700" y="35939"/>
                  </a:lnTo>
                  <a:lnTo>
                    <a:pt x="514" y="34744"/>
                  </a:lnTo>
                  <a:lnTo>
                    <a:pt x="357" y="33501"/>
                  </a:lnTo>
                  <a:lnTo>
                    <a:pt x="228" y="32208"/>
                  </a:lnTo>
                  <a:lnTo>
                    <a:pt x="128" y="30867"/>
                  </a:lnTo>
                  <a:lnTo>
                    <a:pt x="57" y="29477"/>
                  </a:lnTo>
                  <a:lnTo>
                    <a:pt x="14" y="28038"/>
                  </a:lnTo>
                  <a:lnTo>
                    <a:pt x="0" y="26550"/>
                  </a:lnTo>
                  <a:lnTo>
                    <a:pt x="14" y="25018"/>
                  </a:lnTo>
                  <a:lnTo>
                    <a:pt x="57" y="23538"/>
                  </a:lnTo>
                  <a:lnTo>
                    <a:pt x="128" y="22112"/>
                  </a:lnTo>
                  <a:lnTo>
                    <a:pt x="228" y="20740"/>
                  </a:lnTo>
                  <a:lnTo>
                    <a:pt x="357" y="19422"/>
                  </a:lnTo>
                  <a:lnTo>
                    <a:pt x="514" y="18157"/>
                  </a:lnTo>
                  <a:lnTo>
                    <a:pt x="700" y="16945"/>
                  </a:lnTo>
                  <a:lnTo>
                    <a:pt x="914" y="15787"/>
                  </a:lnTo>
                  <a:lnTo>
                    <a:pt x="1157" y="14683"/>
                  </a:lnTo>
                  <a:lnTo>
                    <a:pt x="1428" y="13632"/>
                  </a:lnTo>
                  <a:lnTo>
                    <a:pt x="1737" y="12629"/>
                  </a:lnTo>
                  <a:lnTo>
                    <a:pt x="2066" y="11668"/>
                  </a:lnTo>
                  <a:lnTo>
                    <a:pt x="2418" y="10748"/>
                  </a:lnTo>
                  <a:lnTo>
                    <a:pt x="2790" y="9870"/>
                  </a:lnTo>
                  <a:lnTo>
                    <a:pt x="3184" y="9033"/>
                  </a:lnTo>
                  <a:lnTo>
                    <a:pt x="3600" y="8239"/>
                  </a:lnTo>
                  <a:lnTo>
                    <a:pt x="4037" y="7486"/>
                  </a:lnTo>
                  <a:lnTo>
                    <a:pt x="4495" y="6774"/>
                  </a:lnTo>
                  <a:lnTo>
                    <a:pt x="4975" y="6104"/>
                  </a:lnTo>
                  <a:lnTo>
                    <a:pt x="5476" y="5476"/>
                  </a:lnTo>
                  <a:lnTo>
                    <a:pt x="5998" y="4888"/>
                  </a:lnTo>
                  <a:lnTo>
                    <a:pt x="6538" y="4336"/>
                  </a:lnTo>
                  <a:lnTo>
                    <a:pt x="7098" y="3821"/>
                  </a:lnTo>
                  <a:lnTo>
                    <a:pt x="7677" y="3343"/>
                  </a:lnTo>
                  <a:lnTo>
                    <a:pt x="8274" y="2902"/>
                  </a:lnTo>
                  <a:lnTo>
                    <a:pt x="8891" y="2497"/>
                  </a:lnTo>
                  <a:lnTo>
                    <a:pt x="9527" y="2130"/>
                  </a:lnTo>
                  <a:lnTo>
                    <a:pt x="10182" y="1800"/>
                  </a:lnTo>
                  <a:lnTo>
                    <a:pt x="10856" y="1506"/>
                  </a:lnTo>
                  <a:lnTo>
                    <a:pt x="11549" y="1250"/>
                  </a:lnTo>
                  <a:lnTo>
                    <a:pt x="12256" y="1012"/>
                  </a:lnTo>
                  <a:lnTo>
                    <a:pt x="12975" y="800"/>
                  </a:lnTo>
                  <a:lnTo>
                    <a:pt x="13704" y="612"/>
                  </a:lnTo>
                  <a:lnTo>
                    <a:pt x="14444" y="450"/>
                  </a:lnTo>
                  <a:lnTo>
                    <a:pt x="15195" y="312"/>
                  </a:lnTo>
                  <a:lnTo>
                    <a:pt x="15956" y="200"/>
                  </a:lnTo>
                  <a:lnTo>
                    <a:pt x="16728" y="112"/>
                  </a:lnTo>
                  <a:lnTo>
                    <a:pt x="17511" y="50"/>
                  </a:lnTo>
                  <a:lnTo>
                    <a:pt x="18305" y="12"/>
                  </a:lnTo>
                  <a:close/>
                  <a:moveTo>
                    <a:pt x="90904" y="58757"/>
                  </a:moveTo>
                  <a:lnTo>
                    <a:pt x="90897" y="57598"/>
                  </a:lnTo>
                  <a:lnTo>
                    <a:pt x="90878" y="56480"/>
                  </a:lnTo>
                  <a:lnTo>
                    <a:pt x="90845" y="55403"/>
                  </a:lnTo>
                  <a:lnTo>
                    <a:pt x="90799" y="54366"/>
                  </a:lnTo>
                  <a:lnTo>
                    <a:pt x="90740" y="53369"/>
                  </a:lnTo>
                  <a:lnTo>
                    <a:pt x="90668" y="52413"/>
                  </a:lnTo>
                  <a:lnTo>
                    <a:pt x="90583" y="51498"/>
                  </a:lnTo>
                  <a:lnTo>
                    <a:pt x="90485" y="50622"/>
                  </a:lnTo>
                  <a:lnTo>
                    <a:pt x="90373" y="49788"/>
                  </a:lnTo>
                  <a:lnTo>
                    <a:pt x="90249" y="48994"/>
                  </a:lnTo>
                  <a:lnTo>
                    <a:pt x="90111" y="48224"/>
                  </a:lnTo>
                  <a:lnTo>
                    <a:pt x="89961" y="47486"/>
                  </a:lnTo>
                  <a:lnTo>
                    <a:pt x="89797" y="46781"/>
                  </a:lnTo>
                  <a:lnTo>
                    <a:pt x="89620" y="46108"/>
                  </a:lnTo>
                  <a:lnTo>
                    <a:pt x="89430" y="45466"/>
                  </a:lnTo>
                  <a:lnTo>
                    <a:pt x="89227" y="44857"/>
                  </a:lnTo>
                  <a:lnTo>
                    <a:pt x="89011" y="44281"/>
                  </a:lnTo>
                  <a:lnTo>
                    <a:pt x="88782" y="43736"/>
                  </a:lnTo>
                  <a:lnTo>
                    <a:pt x="88540" y="43223"/>
                  </a:lnTo>
                  <a:lnTo>
                    <a:pt x="88284" y="42743"/>
                  </a:lnTo>
                  <a:lnTo>
                    <a:pt x="88028" y="42292"/>
                  </a:lnTo>
                  <a:lnTo>
                    <a:pt x="87758" y="41869"/>
                  </a:lnTo>
                  <a:lnTo>
                    <a:pt x="87475" y="41473"/>
                  </a:lnTo>
                  <a:lnTo>
                    <a:pt x="87179" y="41105"/>
                  </a:lnTo>
                  <a:lnTo>
                    <a:pt x="86870" y="40764"/>
                  </a:lnTo>
                  <a:lnTo>
                    <a:pt x="86548" y="40450"/>
                  </a:lnTo>
                  <a:lnTo>
                    <a:pt x="86213" y="40163"/>
                  </a:lnTo>
                  <a:lnTo>
                    <a:pt x="85865" y="39904"/>
                  </a:lnTo>
                  <a:lnTo>
                    <a:pt x="85504" y="39673"/>
                  </a:lnTo>
                  <a:lnTo>
                    <a:pt x="85129" y="39469"/>
                  </a:lnTo>
                  <a:lnTo>
                    <a:pt x="84755" y="39288"/>
                  </a:lnTo>
                  <a:lnTo>
                    <a:pt x="84370" y="39126"/>
                  </a:lnTo>
                  <a:lnTo>
                    <a:pt x="83974" y="38983"/>
                  </a:lnTo>
                  <a:lnTo>
                    <a:pt x="83567" y="38859"/>
                  </a:lnTo>
                  <a:lnTo>
                    <a:pt x="83150" y="38754"/>
                  </a:lnTo>
                  <a:lnTo>
                    <a:pt x="82722" y="38669"/>
                  </a:lnTo>
                  <a:lnTo>
                    <a:pt x="82283" y="38602"/>
                  </a:lnTo>
                  <a:lnTo>
                    <a:pt x="81834" y="38554"/>
                  </a:lnTo>
                  <a:lnTo>
                    <a:pt x="81373" y="38526"/>
                  </a:lnTo>
                  <a:lnTo>
                    <a:pt x="80902" y="38516"/>
                  </a:lnTo>
                  <a:lnTo>
                    <a:pt x="80408" y="38526"/>
                  </a:lnTo>
                  <a:lnTo>
                    <a:pt x="79926" y="38557"/>
                  </a:lnTo>
                  <a:lnTo>
                    <a:pt x="79456" y="38607"/>
                  </a:lnTo>
                  <a:lnTo>
                    <a:pt x="78997" y="38678"/>
                  </a:lnTo>
                  <a:lnTo>
                    <a:pt x="78551" y="38769"/>
                  </a:lnTo>
                  <a:lnTo>
                    <a:pt x="78116" y="38881"/>
                  </a:lnTo>
                  <a:lnTo>
                    <a:pt x="77694" y="39012"/>
                  </a:lnTo>
                  <a:lnTo>
                    <a:pt x="77283" y="39164"/>
                  </a:lnTo>
                  <a:lnTo>
                    <a:pt x="76884" y="39336"/>
                  </a:lnTo>
                  <a:lnTo>
                    <a:pt x="76497" y="39528"/>
                  </a:lnTo>
                  <a:lnTo>
                    <a:pt x="76122" y="39732"/>
                  </a:lnTo>
                  <a:lnTo>
                    <a:pt x="75759" y="39964"/>
                  </a:lnTo>
                  <a:lnTo>
                    <a:pt x="75408" y="40223"/>
                  </a:lnTo>
                  <a:lnTo>
                    <a:pt x="75068" y="40509"/>
                  </a:lnTo>
                  <a:lnTo>
                    <a:pt x="74741" y="40823"/>
                  </a:lnTo>
                  <a:lnTo>
                    <a:pt x="74425" y="41164"/>
                  </a:lnTo>
                  <a:lnTo>
                    <a:pt x="74122" y="41533"/>
                  </a:lnTo>
                  <a:lnTo>
                    <a:pt x="73830" y="41929"/>
                  </a:lnTo>
                  <a:lnTo>
                    <a:pt x="73550" y="42352"/>
                  </a:lnTo>
                  <a:lnTo>
                    <a:pt x="73282" y="42802"/>
                  </a:lnTo>
                  <a:lnTo>
                    <a:pt x="73027" y="43283"/>
                  </a:lnTo>
                  <a:lnTo>
                    <a:pt x="72785" y="43795"/>
                  </a:lnTo>
                  <a:lnTo>
                    <a:pt x="72556" y="44340"/>
                  </a:lnTo>
                  <a:lnTo>
                    <a:pt x="72339" y="44917"/>
                  </a:lnTo>
                  <a:lnTo>
                    <a:pt x="72136" y="45526"/>
                  </a:lnTo>
                  <a:lnTo>
                    <a:pt x="71947" y="46167"/>
                  </a:lnTo>
                  <a:lnTo>
                    <a:pt x="71770" y="46840"/>
                  </a:lnTo>
                  <a:lnTo>
                    <a:pt x="71606" y="47546"/>
                  </a:lnTo>
                  <a:lnTo>
                    <a:pt x="71455" y="48284"/>
                  </a:lnTo>
                  <a:lnTo>
                    <a:pt x="71318" y="49053"/>
                  </a:lnTo>
                  <a:lnTo>
                    <a:pt x="71194" y="49847"/>
                  </a:lnTo>
                  <a:lnTo>
                    <a:pt x="71082" y="50680"/>
                  </a:lnTo>
                  <a:lnTo>
                    <a:pt x="70984" y="51552"/>
                  </a:lnTo>
                  <a:lnTo>
                    <a:pt x="70899" y="52463"/>
                  </a:lnTo>
                  <a:lnTo>
                    <a:pt x="70827" y="53414"/>
                  </a:lnTo>
                  <a:lnTo>
                    <a:pt x="70768" y="54404"/>
                  </a:lnTo>
                  <a:lnTo>
                    <a:pt x="70722" y="55433"/>
                  </a:lnTo>
                  <a:lnTo>
                    <a:pt x="70689" y="56502"/>
                  </a:lnTo>
                  <a:lnTo>
                    <a:pt x="70670" y="57610"/>
                  </a:lnTo>
                  <a:lnTo>
                    <a:pt x="70663" y="58757"/>
                  </a:lnTo>
                  <a:lnTo>
                    <a:pt x="70670" y="59869"/>
                  </a:lnTo>
                  <a:lnTo>
                    <a:pt x="70689" y="60945"/>
                  </a:lnTo>
                  <a:lnTo>
                    <a:pt x="70722" y="61984"/>
                  </a:lnTo>
                  <a:lnTo>
                    <a:pt x="70768" y="62986"/>
                  </a:lnTo>
                  <a:lnTo>
                    <a:pt x="70827" y="63951"/>
                  </a:lnTo>
                  <a:lnTo>
                    <a:pt x="70899" y="64879"/>
                  </a:lnTo>
                  <a:lnTo>
                    <a:pt x="70984" y="65770"/>
                  </a:lnTo>
                  <a:lnTo>
                    <a:pt x="71082" y="66624"/>
                  </a:lnTo>
                  <a:lnTo>
                    <a:pt x="71194" y="67442"/>
                  </a:lnTo>
                  <a:lnTo>
                    <a:pt x="71318" y="68222"/>
                  </a:lnTo>
                  <a:lnTo>
                    <a:pt x="71466" y="68970"/>
                  </a:lnTo>
                  <a:lnTo>
                    <a:pt x="71625" y="69689"/>
                  </a:lnTo>
                  <a:lnTo>
                    <a:pt x="71795" y="70380"/>
                  </a:lnTo>
                  <a:lnTo>
                    <a:pt x="71975" y="71042"/>
                  </a:lnTo>
                  <a:lnTo>
                    <a:pt x="72166" y="71675"/>
                  </a:lnTo>
                  <a:lnTo>
                    <a:pt x="72368" y="72280"/>
                  </a:lnTo>
                  <a:lnTo>
                    <a:pt x="72581" y="72856"/>
                  </a:lnTo>
                  <a:lnTo>
                    <a:pt x="72804" y="73404"/>
                  </a:lnTo>
                  <a:lnTo>
                    <a:pt x="73038" y="73923"/>
                  </a:lnTo>
                  <a:lnTo>
                    <a:pt x="73282" y="74414"/>
                  </a:lnTo>
                  <a:lnTo>
                    <a:pt x="73550" y="74865"/>
                  </a:lnTo>
                  <a:lnTo>
                    <a:pt x="73828" y="75290"/>
                  </a:lnTo>
                  <a:lnTo>
                    <a:pt x="74117" y="75689"/>
                  </a:lnTo>
                  <a:lnTo>
                    <a:pt x="74416" y="76061"/>
                  </a:lnTo>
                  <a:lnTo>
                    <a:pt x="74726" y="76408"/>
                  </a:lnTo>
                  <a:lnTo>
                    <a:pt x="75047" y="76728"/>
                  </a:lnTo>
                  <a:lnTo>
                    <a:pt x="75379" y="77022"/>
                  </a:lnTo>
                  <a:lnTo>
                    <a:pt x="75721" y="77290"/>
                  </a:lnTo>
                  <a:lnTo>
                    <a:pt x="76074" y="77532"/>
                  </a:lnTo>
                  <a:lnTo>
                    <a:pt x="76438" y="77747"/>
                  </a:lnTo>
                  <a:lnTo>
                    <a:pt x="76824" y="77940"/>
                  </a:lnTo>
                  <a:lnTo>
                    <a:pt x="77221" y="78112"/>
                  </a:lnTo>
                  <a:lnTo>
                    <a:pt x="77629" y="78263"/>
                  </a:lnTo>
                  <a:lnTo>
                    <a:pt x="78047" y="78395"/>
                  </a:lnTo>
                  <a:lnTo>
                    <a:pt x="78477" y="78506"/>
                  </a:lnTo>
                  <a:lnTo>
                    <a:pt x="78917" y="78597"/>
                  </a:lnTo>
                  <a:lnTo>
                    <a:pt x="79367" y="78668"/>
                  </a:lnTo>
                  <a:lnTo>
                    <a:pt x="79829" y="78719"/>
                  </a:lnTo>
                  <a:lnTo>
                    <a:pt x="80301" y="78749"/>
                  </a:lnTo>
                  <a:lnTo>
                    <a:pt x="80783" y="78759"/>
                  </a:lnTo>
                  <a:lnTo>
                    <a:pt x="81243" y="78749"/>
                  </a:lnTo>
                  <a:lnTo>
                    <a:pt x="81693" y="78719"/>
                  </a:lnTo>
                  <a:lnTo>
                    <a:pt x="82134" y="78668"/>
                  </a:lnTo>
                  <a:lnTo>
                    <a:pt x="82565" y="78597"/>
                  </a:lnTo>
                  <a:lnTo>
                    <a:pt x="82986" y="78506"/>
                  </a:lnTo>
                  <a:lnTo>
                    <a:pt x="83398" y="78395"/>
                  </a:lnTo>
                  <a:lnTo>
                    <a:pt x="83800" y="78263"/>
                  </a:lnTo>
                  <a:lnTo>
                    <a:pt x="84193" y="78112"/>
                  </a:lnTo>
                  <a:lnTo>
                    <a:pt x="84577" y="77940"/>
                  </a:lnTo>
                  <a:lnTo>
                    <a:pt x="84951" y="77747"/>
                  </a:lnTo>
                  <a:lnTo>
                    <a:pt x="85326" y="77532"/>
                  </a:lnTo>
                  <a:lnTo>
                    <a:pt x="85689" y="77290"/>
                  </a:lnTo>
                  <a:lnTo>
                    <a:pt x="86040" y="77022"/>
                  </a:lnTo>
                  <a:lnTo>
                    <a:pt x="86379" y="76728"/>
                  </a:lnTo>
                  <a:lnTo>
                    <a:pt x="86707" y="76408"/>
                  </a:lnTo>
                  <a:lnTo>
                    <a:pt x="87022" y="76061"/>
                  </a:lnTo>
                  <a:lnTo>
                    <a:pt x="87326" y="75689"/>
                  </a:lnTo>
                  <a:lnTo>
                    <a:pt x="87618" y="75290"/>
                  </a:lnTo>
                  <a:lnTo>
                    <a:pt x="87897" y="74865"/>
                  </a:lnTo>
                  <a:lnTo>
                    <a:pt x="88165" y="74414"/>
                  </a:lnTo>
                  <a:lnTo>
                    <a:pt x="88421" y="73923"/>
                  </a:lnTo>
                  <a:lnTo>
                    <a:pt x="88665" y="73404"/>
                  </a:lnTo>
                  <a:lnTo>
                    <a:pt x="88898" y="72856"/>
                  </a:lnTo>
                  <a:lnTo>
                    <a:pt x="89118" y="72280"/>
                  </a:lnTo>
                  <a:lnTo>
                    <a:pt x="89326" y="71675"/>
                  </a:lnTo>
                  <a:lnTo>
                    <a:pt x="89523" y="71042"/>
                  </a:lnTo>
                  <a:lnTo>
                    <a:pt x="89707" y="70380"/>
                  </a:lnTo>
                  <a:lnTo>
                    <a:pt x="89880" y="69689"/>
                  </a:lnTo>
                  <a:lnTo>
                    <a:pt x="90041" y="68970"/>
                  </a:lnTo>
                  <a:lnTo>
                    <a:pt x="90189" y="68222"/>
                  </a:lnTo>
                  <a:lnTo>
                    <a:pt x="90325" y="67442"/>
                  </a:lnTo>
                  <a:lnTo>
                    <a:pt x="90447" y="66624"/>
                  </a:lnTo>
                  <a:lnTo>
                    <a:pt x="90554" y="65770"/>
                  </a:lnTo>
                  <a:lnTo>
                    <a:pt x="90647" y="64879"/>
                  </a:lnTo>
                  <a:lnTo>
                    <a:pt x="90725" y="63951"/>
                  </a:lnTo>
                  <a:lnTo>
                    <a:pt x="90789" y="62986"/>
                  </a:lnTo>
                  <a:lnTo>
                    <a:pt x="90839" y="61984"/>
                  </a:lnTo>
                  <a:lnTo>
                    <a:pt x="90875" y="60945"/>
                  </a:lnTo>
                  <a:lnTo>
                    <a:pt x="90897" y="59869"/>
                  </a:lnTo>
                  <a:close/>
                  <a:moveTo>
                    <a:pt x="28991" y="26550"/>
                  </a:moveTo>
                  <a:lnTo>
                    <a:pt x="28985" y="25403"/>
                  </a:lnTo>
                  <a:lnTo>
                    <a:pt x="28965" y="24295"/>
                  </a:lnTo>
                  <a:lnTo>
                    <a:pt x="28932" y="23227"/>
                  </a:lnTo>
                  <a:lnTo>
                    <a:pt x="28886" y="22198"/>
                  </a:lnTo>
                  <a:lnTo>
                    <a:pt x="28828" y="21208"/>
                  </a:lnTo>
                  <a:lnTo>
                    <a:pt x="28755" y="20257"/>
                  </a:lnTo>
                  <a:lnTo>
                    <a:pt x="28670" y="19345"/>
                  </a:lnTo>
                  <a:lnTo>
                    <a:pt x="28572" y="18473"/>
                  </a:lnTo>
                  <a:lnTo>
                    <a:pt x="28461" y="17640"/>
                  </a:lnTo>
                  <a:lnTo>
                    <a:pt x="28336" y="16847"/>
                  </a:lnTo>
                  <a:lnTo>
                    <a:pt x="28199" y="16088"/>
                  </a:lnTo>
                  <a:lnTo>
                    <a:pt x="28051" y="15361"/>
                  </a:lnTo>
                  <a:lnTo>
                    <a:pt x="27890" y="14664"/>
                  </a:lnTo>
                  <a:lnTo>
                    <a:pt x="27717" y="13999"/>
                  </a:lnTo>
                  <a:lnTo>
                    <a:pt x="27533" y="13364"/>
                  </a:lnTo>
                  <a:lnTo>
                    <a:pt x="27336" y="12761"/>
                  </a:lnTo>
                  <a:lnTo>
                    <a:pt x="27128" y="12188"/>
                  </a:lnTo>
                  <a:lnTo>
                    <a:pt x="26908" y="11646"/>
                  </a:lnTo>
                  <a:lnTo>
                    <a:pt x="26675" y="11135"/>
                  </a:lnTo>
                  <a:lnTo>
                    <a:pt x="26431" y="10656"/>
                  </a:lnTo>
                  <a:lnTo>
                    <a:pt x="26175" y="10205"/>
                  </a:lnTo>
                  <a:lnTo>
                    <a:pt x="25908" y="9782"/>
                  </a:lnTo>
                  <a:lnTo>
                    <a:pt x="25628" y="9386"/>
                  </a:lnTo>
                  <a:lnTo>
                    <a:pt x="25336" y="9017"/>
                  </a:lnTo>
                  <a:lnTo>
                    <a:pt x="25032" y="8676"/>
                  </a:lnTo>
                  <a:lnTo>
                    <a:pt x="24717" y="8362"/>
                  </a:lnTo>
                  <a:lnTo>
                    <a:pt x="24389" y="8076"/>
                  </a:lnTo>
                  <a:lnTo>
                    <a:pt x="24050" y="7817"/>
                  </a:lnTo>
                  <a:lnTo>
                    <a:pt x="23699" y="7586"/>
                  </a:lnTo>
                  <a:lnTo>
                    <a:pt x="23336" y="7381"/>
                  </a:lnTo>
                  <a:lnTo>
                    <a:pt x="22961" y="7200"/>
                  </a:lnTo>
                  <a:lnTo>
                    <a:pt x="22576" y="7038"/>
                  </a:lnTo>
                  <a:lnTo>
                    <a:pt x="22180" y="6896"/>
                  </a:lnTo>
                  <a:lnTo>
                    <a:pt x="21774" y="6772"/>
                  </a:lnTo>
                  <a:lnTo>
                    <a:pt x="21356" y="6667"/>
                  </a:lnTo>
                  <a:lnTo>
                    <a:pt x="20928" y="6581"/>
                  </a:lnTo>
                  <a:lnTo>
                    <a:pt x="20490" y="6515"/>
                  </a:lnTo>
                  <a:lnTo>
                    <a:pt x="20040" y="6467"/>
                  </a:lnTo>
                  <a:lnTo>
                    <a:pt x="19580" y="6438"/>
                  </a:lnTo>
                  <a:lnTo>
                    <a:pt x="19109" y="6429"/>
                  </a:lnTo>
                  <a:lnTo>
                    <a:pt x="18603" y="6439"/>
                  </a:lnTo>
                  <a:lnTo>
                    <a:pt x="18109" y="6469"/>
                  </a:lnTo>
                  <a:lnTo>
                    <a:pt x="17627" y="6520"/>
                  </a:lnTo>
                  <a:lnTo>
                    <a:pt x="17156" y="6591"/>
                  </a:lnTo>
                  <a:lnTo>
                    <a:pt x="16698" y="6682"/>
                  </a:lnTo>
                  <a:lnTo>
                    <a:pt x="16252" y="6793"/>
                  </a:lnTo>
                  <a:lnTo>
                    <a:pt x="15817" y="6925"/>
                  </a:lnTo>
                  <a:lnTo>
                    <a:pt x="15394" y="7077"/>
                  </a:lnTo>
                  <a:lnTo>
                    <a:pt x="14984" y="7249"/>
                  </a:lnTo>
                  <a:lnTo>
                    <a:pt x="14585" y="7441"/>
                  </a:lnTo>
                  <a:lnTo>
                    <a:pt x="14210" y="7645"/>
                  </a:lnTo>
                  <a:lnTo>
                    <a:pt x="13846" y="7877"/>
                  </a:lnTo>
                  <a:lnTo>
                    <a:pt x="13495" y="8136"/>
                  </a:lnTo>
                  <a:lnTo>
                    <a:pt x="13156" y="8422"/>
                  </a:lnTo>
                  <a:lnTo>
                    <a:pt x="12828" y="8736"/>
                  </a:lnTo>
                  <a:lnTo>
                    <a:pt x="12513" y="9077"/>
                  </a:lnTo>
                  <a:lnTo>
                    <a:pt x="12209" y="9445"/>
                  </a:lnTo>
                  <a:lnTo>
                    <a:pt x="11918" y="9841"/>
                  </a:lnTo>
                  <a:lnTo>
                    <a:pt x="11638" y="10264"/>
                  </a:lnTo>
                  <a:lnTo>
                    <a:pt x="11370" y="10715"/>
                  </a:lnTo>
                  <a:lnTo>
                    <a:pt x="11115" y="11195"/>
                  </a:lnTo>
                  <a:lnTo>
                    <a:pt x="10872" y="11706"/>
                  </a:lnTo>
                  <a:lnTo>
                    <a:pt x="10643" y="12247"/>
                  </a:lnTo>
                  <a:lnTo>
                    <a:pt x="10427" y="12820"/>
                  </a:lnTo>
                  <a:lnTo>
                    <a:pt x="10224" y="13424"/>
                  </a:lnTo>
                  <a:lnTo>
                    <a:pt x="10034" y="14058"/>
                  </a:lnTo>
                  <a:lnTo>
                    <a:pt x="9857" y="14724"/>
                  </a:lnTo>
                  <a:lnTo>
                    <a:pt x="9694" y="15420"/>
                  </a:lnTo>
                  <a:lnTo>
                    <a:pt x="9543" y="16148"/>
                  </a:lnTo>
                  <a:lnTo>
                    <a:pt x="9405" y="16906"/>
                  </a:lnTo>
                  <a:lnTo>
                    <a:pt x="9281" y="17699"/>
                  </a:lnTo>
                  <a:lnTo>
                    <a:pt x="9170" y="18530"/>
                  </a:lnTo>
                  <a:lnTo>
                    <a:pt x="9071" y="19400"/>
                  </a:lnTo>
                  <a:lnTo>
                    <a:pt x="8986" y="20307"/>
                  </a:lnTo>
                  <a:lnTo>
                    <a:pt x="8914" y="21252"/>
                  </a:lnTo>
                  <a:lnTo>
                    <a:pt x="8855" y="22236"/>
                  </a:lnTo>
                  <a:lnTo>
                    <a:pt x="8810" y="23257"/>
                  </a:lnTo>
                  <a:lnTo>
                    <a:pt x="8777" y="24317"/>
                  </a:lnTo>
                  <a:lnTo>
                    <a:pt x="8757" y="25415"/>
                  </a:lnTo>
                  <a:lnTo>
                    <a:pt x="8751" y="26550"/>
                  </a:lnTo>
                  <a:lnTo>
                    <a:pt x="8757" y="27664"/>
                  </a:lnTo>
                  <a:lnTo>
                    <a:pt x="8777" y="28741"/>
                  </a:lnTo>
                  <a:lnTo>
                    <a:pt x="8810" y="29783"/>
                  </a:lnTo>
                  <a:lnTo>
                    <a:pt x="8855" y="30789"/>
                  </a:lnTo>
                  <a:lnTo>
                    <a:pt x="8914" y="31759"/>
                  </a:lnTo>
                  <a:lnTo>
                    <a:pt x="8986" y="32694"/>
                  </a:lnTo>
                  <a:lnTo>
                    <a:pt x="9071" y="33593"/>
                  </a:lnTo>
                  <a:lnTo>
                    <a:pt x="9170" y="34456"/>
                  </a:lnTo>
                  <a:lnTo>
                    <a:pt x="9281" y="35284"/>
                  </a:lnTo>
                  <a:lnTo>
                    <a:pt x="9405" y="36075"/>
                  </a:lnTo>
                  <a:lnTo>
                    <a:pt x="9554" y="36834"/>
                  </a:lnTo>
                  <a:lnTo>
                    <a:pt x="9713" y="37564"/>
                  </a:lnTo>
                  <a:lnTo>
                    <a:pt x="9882" y="38263"/>
                  </a:lnTo>
                  <a:lnTo>
                    <a:pt x="10063" y="38933"/>
                  </a:lnTo>
                  <a:lnTo>
                    <a:pt x="10254" y="39573"/>
                  </a:lnTo>
                  <a:lnTo>
                    <a:pt x="10456" y="40183"/>
                  </a:lnTo>
                  <a:lnTo>
                    <a:pt x="10668" y="40764"/>
                  </a:lnTo>
                  <a:lnTo>
                    <a:pt x="10891" y="41314"/>
                  </a:lnTo>
                  <a:lnTo>
                    <a:pt x="11125" y="41835"/>
                  </a:lnTo>
                  <a:lnTo>
                    <a:pt x="11370" y="42326"/>
                  </a:lnTo>
                  <a:lnTo>
                    <a:pt x="11638" y="42777"/>
                  </a:lnTo>
                  <a:lnTo>
                    <a:pt x="11918" y="43203"/>
                  </a:lnTo>
                  <a:lnTo>
                    <a:pt x="12209" y="43601"/>
                  </a:lnTo>
                  <a:lnTo>
                    <a:pt x="12513" y="43974"/>
                  </a:lnTo>
                  <a:lnTo>
                    <a:pt x="12828" y="44321"/>
                  </a:lnTo>
                  <a:lnTo>
                    <a:pt x="13156" y="44641"/>
                  </a:lnTo>
                  <a:lnTo>
                    <a:pt x="13495" y="44935"/>
                  </a:lnTo>
                  <a:lnTo>
                    <a:pt x="13846" y="45203"/>
                  </a:lnTo>
                  <a:lnTo>
                    <a:pt x="14210" y="45444"/>
                  </a:lnTo>
                  <a:lnTo>
                    <a:pt x="14585" y="45660"/>
                  </a:lnTo>
                  <a:lnTo>
                    <a:pt x="14972" y="45852"/>
                  </a:lnTo>
                  <a:lnTo>
                    <a:pt x="15370" y="46024"/>
                  </a:lnTo>
                  <a:lnTo>
                    <a:pt x="15781" y="46176"/>
                  </a:lnTo>
                  <a:lnTo>
                    <a:pt x="16204" y="46308"/>
                  </a:lnTo>
                  <a:lnTo>
                    <a:pt x="16638" y="46419"/>
                  </a:lnTo>
                  <a:lnTo>
                    <a:pt x="17085" y="46510"/>
                  </a:lnTo>
                  <a:lnTo>
                    <a:pt x="17543" y="46581"/>
                  </a:lnTo>
                  <a:lnTo>
                    <a:pt x="18014" y="46632"/>
                  </a:lnTo>
                  <a:lnTo>
                    <a:pt x="18496" y="46662"/>
                  </a:lnTo>
                  <a:lnTo>
                    <a:pt x="18990" y="46672"/>
                  </a:lnTo>
                  <a:lnTo>
                    <a:pt x="19438" y="46662"/>
                  </a:lnTo>
                  <a:lnTo>
                    <a:pt x="19878" y="46632"/>
                  </a:lnTo>
                  <a:lnTo>
                    <a:pt x="20310" y="46581"/>
                  </a:lnTo>
                  <a:lnTo>
                    <a:pt x="20733" y="46510"/>
                  </a:lnTo>
                  <a:lnTo>
                    <a:pt x="21148" y="46419"/>
                  </a:lnTo>
                  <a:lnTo>
                    <a:pt x="21555" y="46308"/>
                  </a:lnTo>
                  <a:lnTo>
                    <a:pt x="21953" y="46176"/>
                  </a:lnTo>
                  <a:lnTo>
                    <a:pt x="22343" y="46024"/>
                  </a:lnTo>
                  <a:lnTo>
                    <a:pt x="22724" y="45852"/>
                  </a:lnTo>
                  <a:lnTo>
                    <a:pt x="23098" y="45660"/>
                  </a:lnTo>
                  <a:lnTo>
                    <a:pt x="23461" y="45444"/>
                  </a:lnTo>
                  <a:lnTo>
                    <a:pt x="23814" y="45203"/>
                  </a:lnTo>
                  <a:lnTo>
                    <a:pt x="24157" y="44935"/>
                  </a:lnTo>
                  <a:lnTo>
                    <a:pt x="24488" y="44641"/>
                  </a:lnTo>
                  <a:lnTo>
                    <a:pt x="24809" y="44321"/>
                  </a:lnTo>
                  <a:lnTo>
                    <a:pt x="25119" y="43974"/>
                  </a:lnTo>
                  <a:lnTo>
                    <a:pt x="25419" y="43601"/>
                  </a:lnTo>
                  <a:lnTo>
                    <a:pt x="25707" y="43203"/>
                  </a:lnTo>
                  <a:lnTo>
                    <a:pt x="25985" y="42777"/>
                  </a:lnTo>
                  <a:lnTo>
                    <a:pt x="26253" y="42326"/>
                  </a:lnTo>
                  <a:lnTo>
                    <a:pt x="26509" y="41835"/>
                  </a:lnTo>
                  <a:lnTo>
                    <a:pt x="26753" y="41314"/>
                  </a:lnTo>
                  <a:lnTo>
                    <a:pt x="26985" y="40764"/>
                  </a:lnTo>
                  <a:lnTo>
                    <a:pt x="27205" y="40183"/>
                  </a:lnTo>
                  <a:lnTo>
                    <a:pt x="27414" y="39573"/>
                  </a:lnTo>
                  <a:lnTo>
                    <a:pt x="27610" y="38933"/>
                  </a:lnTo>
                  <a:lnTo>
                    <a:pt x="27795" y="38263"/>
                  </a:lnTo>
                  <a:lnTo>
                    <a:pt x="27967" y="37564"/>
                  </a:lnTo>
                  <a:lnTo>
                    <a:pt x="28128" y="36834"/>
                  </a:lnTo>
                  <a:lnTo>
                    <a:pt x="28277" y="36075"/>
                  </a:lnTo>
                  <a:lnTo>
                    <a:pt x="28413" y="35284"/>
                  </a:lnTo>
                  <a:lnTo>
                    <a:pt x="28534" y="34456"/>
                  </a:lnTo>
                  <a:lnTo>
                    <a:pt x="28641" y="33593"/>
                  </a:lnTo>
                  <a:lnTo>
                    <a:pt x="28734" y="32694"/>
                  </a:lnTo>
                  <a:lnTo>
                    <a:pt x="28813" y="31759"/>
                  </a:lnTo>
                  <a:lnTo>
                    <a:pt x="28877" y="30789"/>
                  </a:lnTo>
                  <a:lnTo>
                    <a:pt x="28927" y="29783"/>
                  </a:lnTo>
                  <a:lnTo>
                    <a:pt x="28963" y="28741"/>
                  </a:lnTo>
                  <a:lnTo>
                    <a:pt x="28984" y="276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324286" y="4274722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29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390842" y="4275972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458112" y="4275258"/>
              <a:ext cx="99714" cy="85308"/>
            </a:xfrm>
            <a:custGeom>
              <a:avLst/>
              <a:pathLst>
                <a:path w="99714" h="85308">
                  <a:moveTo>
                    <a:pt x="99714" y="58757"/>
                  </a:moveTo>
                  <a:lnTo>
                    <a:pt x="99699" y="60222"/>
                  </a:lnTo>
                  <a:lnTo>
                    <a:pt x="99652" y="61641"/>
                  </a:lnTo>
                  <a:lnTo>
                    <a:pt x="99575" y="63013"/>
                  </a:lnTo>
                  <a:lnTo>
                    <a:pt x="99467" y="64338"/>
                  </a:lnTo>
                  <a:lnTo>
                    <a:pt x="99327" y="65618"/>
                  </a:lnTo>
                  <a:lnTo>
                    <a:pt x="99157" y="66851"/>
                  </a:lnTo>
                  <a:lnTo>
                    <a:pt x="98956" y="68037"/>
                  </a:lnTo>
                  <a:lnTo>
                    <a:pt x="98724" y="69177"/>
                  </a:lnTo>
                  <a:lnTo>
                    <a:pt x="98461" y="70271"/>
                  </a:lnTo>
                  <a:lnTo>
                    <a:pt x="98167" y="71318"/>
                  </a:lnTo>
                  <a:lnTo>
                    <a:pt x="97858" y="72311"/>
                  </a:lnTo>
                  <a:lnTo>
                    <a:pt x="97526" y="73266"/>
                  </a:lnTo>
                  <a:lnTo>
                    <a:pt x="97172" y="74183"/>
                  </a:lnTo>
                  <a:lnTo>
                    <a:pt x="96795" y="75061"/>
                  </a:lnTo>
                  <a:lnTo>
                    <a:pt x="96395" y="75902"/>
                  </a:lnTo>
                  <a:lnTo>
                    <a:pt x="95973" y="76704"/>
                  </a:lnTo>
                  <a:lnTo>
                    <a:pt x="95529" y="77469"/>
                  </a:lnTo>
                  <a:lnTo>
                    <a:pt x="95061" y="78195"/>
                  </a:lnTo>
                  <a:lnTo>
                    <a:pt x="94571" y="78883"/>
                  </a:lnTo>
                  <a:lnTo>
                    <a:pt x="94059" y="79533"/>
                  </a:lnTo>
                  <a:lnTo>
                    <a:pt x="93538" y="80135"/>
                  </a:lnTo>
                  <a:lnTo>
                    <a:pt x="92999" y="80702"/>
                  </a:lnTo>
                  <a:lnTo>
                    <a:pt x="92443" y="81235"/>
                  </a:lnTo>
                  <a:lnTo>
                    <a:pt x="91868" y="81734"/>
                  </a:lnTo>
                  <a:lnTo>
                    <a:pt x="91276" y="82197"/>
                  </a:lnTo>
                  <a:lnTo>
                    <a:pt x="90666" y="82626"/>
                  </a:lnTo>
                  <a:lnTo>
                    <a:pt x="90038" y="83021"/>
                  </a:lnTo>
                  <a:lnTo>
                    <a:pt x="89392" y="83381"/>
                  </a:lnTo>
                  <a:lnTo>
                    <a:pt x="88728" y="83707"/>
                  </a:lnTo>
                  <a:lnTo>
                    <a:pt x="88046" y="83998"/>
                  </a:lnTo>
                  <a:lnTo>
                    <a:pt x="87351" y="84247"/>
                  </a:lnTo>
                  <a:lnTo>
                    <a:pt x="86646" y="84470"/>
                  </a:lnTo>
                  <a:lnTo>
                    <a:pt x="85932" y="84666"/>
                  </a:lnTo>
                  <a:lnTo>
                    <a:pt x="85208" y="84836"/>
                  </a:lnTo>
                  <a:lnTo>
                    <a:pt x="84474" y="84980"/>
                  </a:lnTo>
                  <a:lnTo>
                    <a:pt x="83731" y="85098"/>
                  </a:lnTo>
                  <a:lnTo>
                    <a:pt x="82979" y="85190"/>
                  </a:lnTo>
                  <a:lnTo>
                    <a:pt x="82217" y="85255"/>
                  </a:lnTo>
                  <a:lnTo>
                    <a:pt x="81445" y="85295"/>
                  </a:lnTo>
                  <a:lnTo>
                    <a:pt x="80664" y="85308"/>
                  </a:lnTo>
                  <a:lnTo>
                    <a:pt x="79883" y="85295"/>
                  </a:lnTo>
                  <a:lnTo>
                    <a:pt x="79112" y="85255"/>
                  </a:lnTo>
                  <a:lnTo>
                    <a:pt x="78350" y="85190"/>
                  </a:lnTo>
                  <a:lnTo>
                    <a:pt x="77597" y="85098"/>
                  </a:lnTo>
                  <a:lnTo>
                    <a:pt x="76854" y="84980"/>
                  </a:lnTo>
                  <a:lnTo>
                    <a:pt x="76121" y="84836"/>
                  </a:lnTo>
                  <a:lnTo>
                    <a:pt x="75397" y="84666"/>
                  </a:lnTo>
                  <a:lnTo>
                    <a:pt x="74683" y="84470"/>
                  </a:lnTo>
                  <a:lnTo>
                    <a:pt x="73978" y="84247"/>
                  </a:lnTo>
                  <a:lnTo>
                    <a:pt x="73282" y="83998"/>
                  </a:lnTo>
                  <a:lnTo>
                    <a:pt x="72612" y="83707"/>
                  </a:lnTo>
                  <a:lnTo>
                    <a:pt x="71958" y="83381"/>
                  </a:lnTo>
                  <a:lnTo>
                    <a:pt x="71322" y="83021"/>
                  </a:lnTo>
                  <a:lnTo>
                    <a:pt x="70701" y="82626"/>
                  </a:lnTo>
                  <a:lnTo>
                    <a:pt x="70098" y="82197"/>
                  </a:lnTo>
                  <a:lnTo>
                    <a:pt x="69511" y="81734"/>
                  </a:lnTo>
                  <a:lnTo>
                    <a:pt x="68940" y="81235"/>
                  </a:lnTo>
                  <a:lnTo>
                    <a:pt x="68387" y="80702"/>
                  </a:lnTo>
                  <a:lnTo>
                    <a:pt x="67850" y="80135"/>
                  </a:lnTo>
                  <a:lnTo>
                    <a:pt x="67329" y="79533"/>
                  </a:lnTo>
                  <a:lnTo>
                    <a:pt x="66839" y="78894"/>
                  </a:lnTo>
                  <a:lnTo>
                    <a:pt x="66370" y="78216"/>
                  </a:lnTo>
                  <a:lnTo>
                    <a:pt x="65920" y="77499"/>
                  </a:lnTo>
                  <a:lnTo>
                    <a:pt x="65491" y="76742"/>
                  </a:lnTo>
                  <a:lnTo>
                    <a:pt x="65082" y="75946"/>
                  </a:lnTo>
                  <a:lnTo>
                    <a:pt x="64693" y="75111"/>
                  </a:lnTo>
                  <a:lnTo>
                    <a:pt x="64325" y="74237"/>
                  </a:lnTo>
                  <a:lnTo>
                    <a:pt x="63977" y="73323"/>
                  </a:lnTo>
                  <a:lnTo>
                    <a:pt x="63649" y="72370"/>
                  </a:lnTo>
                  <a:lnTo>
                    <a:pt x="63341" y="71377"/>
                  </a:lnTo>
                  <a:lnTo>
                    <a:pt x="63069" y="70330"/>
                  </a:lnTo>
                  <a:lnTo>
                    <a:pt x="62826" y="69234"/>
                  </a:lnTo>
                  <a:lnTo>
                    <a:pt x="62612" y="68091"/>
                  </a:lnTo>
                  <a:lnTo>
                    <a:pt x="62426" y="66901"/>
                  </a:lnTo>
                  <a:lnTo>
                    <a:pt x="62269" y="65662"/>
                  </a:lnTo>
                  <a:lnTo>
                    <a:pt x="62141" y="64377"/>
                  </a:lnTo>
                  <a:lnTo>
                    <a:pt x="62041" y="63043"/>
                  </a:lnTo>
                  <a:lnTo>
                    <a:pt x="61969" y="61662"/>
                  </a:lnTo>
                  <a:lnTo>
                    <a:pt x="61926" y="60233"/>
                  </a:lnTo>
                  <a:lnTo>
                    <a:pt x="61912" y="58757"/>
                  </a:lnTo>
                  <a:lnTo>
                    <a:pt x="61926" y="57201"/>
                  </a:lnTo>
                  <a:lnTo>
                    <a:pt x="61969" y="55699"/>
                  </a:lnTo>
                  <a:lnTo>
                    <a:pt x="62041" y="54253"/>
                  </a:lnTo>
                  <a:lnTo>
                    <a:pt x="62141" y="52861"/>
                  </a:lnTo>
                  <a:lnTo>
                    <a:pt x="62269" y="51524"/>
                  </a:lnTo>
                  <a:lnTo>
                    <a:pt x="62426" y="50241"/>
                  </a:lnTo>
                  <a:lnTo>
                    <a:pt x="62612" y="49014"/>
                  </a:lnTo>
                  <a:lnTo>
                    <a:pt x="62826" y="47841"/>
                  </a:lnTo>
                  <a:lnTo>
                    <a:pt x="63069" y="46723"/>
                  </a:lnTo>
                  <a:lnTo>
                    <a:pt x="63341" y="45660"/>
                  </a:lnTo>
                  <a:lnTo>
                    <a:pt x="63638" y="44646"/>
                  </a:lnTo>
                  <a:lnTo>
                    <a:pt x="63957" y="43674"/>
                  </a:lnTo>
                  <a:lnTo>
                    <a:pt x="64300" y="42745"/>
                  </a:lnTo>
                  <a:lnTo>
                    <a:pt x="64665" y="41859"/>
                  </a:lnTo>
                  <a:lnTo>
                    <a:pt x="65052" y="41017"/>
                  </a:lnTo>
                  <a:lnTo>
                    <a:pt x="65462" y="40216"/>
                  </a:lnTo>
                  <a:lnTo>
                    <a:pt x="65895" y="39459"/>
                  </a:lnTo>
                  <a:lnTo>
                    <a:pt x="66351" y="38745"/>
                  </a:lnTo>
                  <a:lnTo>
                    <a:pt x="66829" y="38073"/>
                  </a:lnTo>
                  <a:lnTo>
                    <a:pt x="67329" y="37445"/>
                  </a:lnTo>
                  <a:lnTo>
                    <a:pt x="67850" y="36845"/>
                  </a:lnTo>
                  <a:lnTo>
                    <a:pt x="68389" y="36283"/>
                  </a:lnTo>
                  <a:lnTo>
                    <a:pt x="68946" y="35759"/>
                  </a:lnTo>
                  <a:lnTo>
                    <a:pt x="69520" y="35273"/>
                  </a:lnTo>
                  <a:lnTo>
                    <a:pt x="70112" y="34825"/>
                  </a:lnTo>
                  <a:lnTo>
                    <a:pt x="70723" y="34416"/>
                  </a:lnTo>
                  <a:lnTo>
                    <a:pt x="71351" y="34044"/>
                  </a:lnTo>
                  <a:lnTo>
                    <a:pt x="71997" y="33711"/>
                  </a:lnTo>
                  <a:lnTo>
                    <a:pt x="72660" y="33416"/>
                  </a:lnTo>
                  <a:lnTo>
                    <a:pt x="73342" y="33158"/>
                  </a:lnTo>
                  <a:lnTo>
                    <a:pt x="74050" y="32921"/>
                  </a:lnTo>
                  <a:lnTo>
                    <a:pt x="74768" y="32708"/>
                  </a:lnTo>
                  <a:lnTo>
                    <a:pt x="75498" y="32521"/>
                  </a:lnTo>
                  <a:lnTo>
                    <a:pt x="76238" y="32358"/>
                  </a:lnTo>
                  <a:lnTo>
                    <a:pt x="76988" y="32221"/>
                  </a:lnTo>
                  <a:lnTo>
                    <a:pt x="77750" y="32108"/>
                  </a:lnTo>
                  <a:lnTo>
                    <a:pt x="78522" y="32021"/>
                  </a:lnTo>
                  <a:lnTo>
                    <a:pt x="79305" y="31958"/>
                  </a:lnTo>
                  <a:lnTo>
                    <a:pt x="80098" y="31921"/>
                  </a:lnTo>
                  <a:lnTo>
                    <a:pt x="80902" y="31908"/>
                  </a:lnTo>
                  <a:lnTo>
                    <a:pt x="81683" y="31921"/>
                  </a:lnTo>
                  <a:lnTo>
                    <a:pt x="82453" y="31958"/>
                  </a:lnTo>
                  <a:lnTo>
                    <a:pt x="83212" y="32021"/>
                  </a:lnTo>
                  <a:lnTo>
                    <a:pt x="83960" y="32108"/>
                  </a:lnTo>
                  <a:lnTo>
                    <a:pt x="84698" y="32221"/>
                  </a:lnTo>
                  <a:lnTo>
                    <a:pt x="85424" y="32358"/>
                  </a:lnTo>
                  <a:lnTo>
                    <a:pt x="86141" y="32521"/>
                  </a:lnTo>
                  <a:lnTo>
                    <a:pt x="86846" y="32708"/>
                  </a:lnTo>
                  <a:lnTo>
                    <a:pt x="87541" y="32921"/>
                  </a:lnTo>
                  <a:lnTo>
                    <a:pt x="88225" y="33158"/>
                  </a:lnTo>
                  <a:lnTo>
                    <a:pt x="88906" y="33416"/>
                  </a:lnTo>
                  <a:lnTo>
                    <a:pt x="89568" y="33711"/>
                  </a:lnTo>
                  <a:lnTo>
                    <a:pt x="90211" y="34044"/>
                  </a:lnTo>
                  <a:lnTo>
                    <a:pt x="90835" y="34416"/>
                  </a:lnTo>
                  <a:lnTo>
                    <a:pt x="91440" y="34825"/>
                  </a:lnTo>
                  <a:lnTo>
                    <a:pt x="92025" y="35273"/>
                  </a:lnTo>
                  <a:lnTo>
                    <a:pt x="92592" y="35759"/>
                  </a:lnTo>
                  <a:lnTo>
                    <a:pt x="93140" y="36283"/>
                  </a:lnTo>
                  <a:lnTo>
                    <a:pt x="93668" y="36845"/>
                  </a:lnTo>
                  <a:lnTo>
                    <a:pt x="94178" y="37445"/>
                  </a:lnTo>
                  <a:lnTo>
                    <a:pt x="94679" y="38073"/>
                  </a:lnTo>
                  <a:lnTo>
                    <a:pt x="95159" y="38745"/>
                  </a:lnTo>
                  <a:lnTo>
                    <a:pt x="95617" y="39459"/>
                  </a:lnTo>
                  <a:lnTo>
                    <a:pt x="96054" y="40216"/>
                  </a:lnTo>
                  <a:lnTo>
                    <a:pt x="96470" y="41017"/>
                  </a:lnTo>
                  <a:lnTo>
                    <a:pt x="96864" y="41859"/>
                  </a:lnTo>
                  <a:lnTo>
                    <a:pt x="97237" y="42745"/>
                  </a:lnTo>
                  <a:lnTo>
                    <a:pt x="97588" y="43674"/>
                  </a:lnTo>
                  <a:lnTo>
                    <a:pt x="97918" y="44646"/>
                  </a:lnTo>
                  <a:lnTo>
                    <a:pt x="98226" y="45660"/>
                  </a:lnTo>
                  <a:lnTo>
                    <a:pt x="98509" y="46723"/>
                  </a:lnTo>
                  <a:lnTo>
                    <a:pt x="98762" y="47841"/>
                  </a:lnTo>
                  <a:lnTo>
                    <a:pt x="98985" y="49014"/>
                  </a:lnTo>
                  <a:lnTo>
                    <a:pt x="99179" y="50241"/>
                  </a:lnTo>
                  <a:lnTo>
                    <a:pt x="99342" y="51524"/>
                  </a:lnTo>
                  <a:lnTo>
                    <a:pt x="99476" y="52861"/>
                  </a:lnTo>
                  <a:lnTo>
                    <a:pt x="99580" y="54253"/>
                  </a:lnTo>
                  <a:lnTo>
                    <a:pt x="99655" y="55699"/>
                  </a:lnTo>
                  <a:lnTo>
                    <a:pt x="99699" y="57201"/>
                  </a:lnTo>
                  <a:close/>
                  <a:moveTo>
                    <a:pt x="27027" y="84593"/>
                  </a:moveTo>
                  <a:lnTo>
                    <a:pt x="17799" y="84593"/>
                  </a:lnTo>
                  <a:lnTo>
                    <a:pt x="72687" y="714"/>
                  </a:lnTo>
                  <a:lnTo>
                    <a:pt x="82034" y="714"/>
                  </a:lnTo>
                  <a:close/>
                  <a:moveTo>
                    <a:pt x="19109" y="0"/>
                  </a:moveTo>
                  <a:lnTo>
                    <a:pt x="19867" y="12"/>
                  </a:lnTo>
                  <a:lnTo>
                    <a:pt x="20616" y="50"/>
                  </a:lnTo>
                  <a:lnTo>
                    <a:pt x="21358" y="112"/>
                  </a:lnTo>
                  <a:lnTo>
                    <a:pt x="22090" y="200"/>
                  </a:lnTo>
                  <a:lnTo>
                    <a:pt x="22815" y="312"/>
                  </a:lnTo>
                  <a:lnTo>
                    <a:pt x="23531" y="450"/>
                  </a:lnTo>
                  <a:lnTo>
                    <a:pt x="24239" y="612"/>
                  </a:lnTo>
                  <a:lnTo>
                    <a:pt x="24938" y="800"/>
                  </a:lnTo>
                  <a:lnTo>
                    <a:pt x="25629" y="1012"/>
                  </a:lnTo>
                  <a:lnTo>
                    <a:pt x="26312" y="1250"/>
                  </a:lnTo>
                  <a:lnTo>
                    <a:pt x="26983" y="1506"/>
                  </a:lnTo>
                  <a:lnTo>
                    <a:pt x="27636" y="1800"/>
                  </a:lnTo>
                  <a:lnTo>
                    <a:pt x="28273" y="2130"/>
                  </a:lnTo>
                  <a:lnTo>
                    <a:pt x="28894" y="2497"/>
                  </a:lnTo>
                  <a:lnTo>
                    <a:pt x="29497" y="2902"/>
                  </a:lnTo>
                  <a:lnTo>
                    <a:pt x="30084" y="3343"/>
                  </a:lnTo>
                  <a:lnTo>
                    <a:pt x="30655" y="3821"/>
                  </a:lnTo>
                  <a:lnTo>
                    <a:pt x="31208" y="4336"/>
                  </a:lnTo>
                  <a:lnTo>
                    <a:pt x="31745" y="4888"/>
                  </a:lnTo>
                  <a:lnTo>
                    <a:pt x="32265" y="5476"/>
                  </a:lnTo>
                  <a:lnTo>
                    <a:pt x="32766" y="6104"/>
                  </a:lnTo>
                  <a:lnTo>
                    <a:pt x="33244" y="6774"/>
                  </a:lnTo>
                  <a:lnTo>
                    <a:pt x="33700" y="7486"/>
                  </a:lnTo>
                  <a:lnTo>
                    <a:pt x="34132" y="8239"/>
                  </a:lnTo>
                  <a:lnTo>
                    <a:pt x="34543" y="9033"/>
                  </a:lnTo>
                  <a:lnTo>
                    <a:pt x="34930" y="9870"/>
                  </a:lnTo>
                  <a:lnTo>
                    <a:pt x="35295" y="10748"/>
                  </a:lnTo>
                  <a:lnTo>
                    <a:pt x="35637" y="11668"/>
                  </a:lnTo>
                  <a:lnTo>
                    <a:pt x="35957" y="12629"/>
                  </a:lnTo>
                  <a:lnTo>
                    <a:pt x="36254" y="13632"/>
                  </a:lnTo>
                  <a:lnTo>
                    <a:pt x="36537" y="14683"/>
                  </a:lnTo>
                  <a:lnTo>
                    <a:pt x="36790" y="15787"/>
                  </a:lnTo>
                  <a:lnTo>
                    <a:pt x="37013" y="16945"/>
                  </a:lnTo>
                  <a:lnTo>
                    <a:pt x="37207" y="18157"/>
                  </a:lnTo>
                  <a:lnTo>
                    <a:pt x="37370" y="19422"/>
                  </a:lnTo>
                  <a:lnTo>
                    <a:pt x="37504" y="20740"/>
                  </a:lnTo>
                  <a:lnTo>
                    <a:pt x="37608" y="22112"/>
                  </a:lnTo>
                  <a:lnTo>
                    <a:pt x="37683" y="23538"/>
                  </a:lnTo>
                  <a:lnTo>
                    <a:pt x="37727" y="25018"/>
                  </a:lnTo>
                  <a:lnTo>
                    <a:pt x="37742" y="26550"/>
                  </a:lnTo>
                  <a:lnTo>
                    <a:pt x="37727" y="28027"/>
                  </a:lnTo>
                  <a:lnTo>
                    <a:pt x="37683" y="29456"/>
                  </a:lnTo>
                  <a:lnTo>
                    <a:pt x="37608" y="30837"/>
                  </a:lnTo>
                  <a:lnTo>
                    <a:pt x="37504" y="32170"/>
                  </a:lnTo>
                  <a:lnTo>
                    <a:pt x="37370" y="33456"/>
                  </a:lnTo>
                  <a:lnTo>
                    <a:pt x="37207" y="34694"/>
                  </a:lnTo>
                  <a:lnTo>
                    <a:pt x="37013" y="35885"/>
                  </a:lnTo>
                  <a:lnTo>
                    <a:pt x="36790" y="37028"/>
                  </a:lnTo>
                  <a:lnTo>
                    <a:pt x="36537" y="38123"/>
                  </a:lnTo>
                  <a:lnTo>
                    <a:pt x="36254" y="39171"/>
                  </a:lnTo>
                  <a:lnTo>
                    <a:pt x="35946" y="40176"/>
                  </a:lnTo>
                  <a:lnTo>
                    <a:pt x="35616" y="41143"/>
                  </a:lnTo>
                  <a:lnTo>
                    <a:pt x="35265" y="42071"/>
                  </a:lnTo>
                  <a:lnTo>
                    <a:pt x="34892" y="42962"/>
                  </a:lnTo>
                  <a:lnTo>
                    <a:pt x="34498" y="43815"/>
                  </a:lnTo>
                  <a:lnTo>
                    <a:pt x="34082" y="44629"/>
                  </a:lnTo>
                  <a:lnTo>
                    <a:pt x="33645" y="45405"/>
                  </a:lnTo>
                  <a:lnTo>
                    <a:pt x="33187" y="46143"/>
                  </a:lnTo>
                  <a:lnTo>
                    <a:pt x="32707" y="46843"/>
                  </a:lnTo>
                  <a:lnTo>
                    <a:pt x="32206" y="47505"/>
                  </a:lnTo>
                  <a:lnTo>
                    <a:pt x="31696" y="48119"/>
                  </a:lnTo>
                  <a:lnTo>
                    <a:pt x="31168" y="48696"/>
                  </a:lnTo>
                  <a:lnTo>
                    <a:pt x="30620" y="49238"/>
                  </a:lnTo>
                  <a:lnTo>
                    <a:pt x="30053" y="49744"/>
                  </a:lnTo>
                  <a:lnTo>
                    <a:pt x="29467" y="50214"/>
                  </a:lnTo>
                  <a:lnTo>
                    <a:pt x="28863" y="50649"/>
                  </a:lnTo>
                  <a:lnTo>
                    <a:pt x="28239" y="51048"/>
                  </a:lnTo>
                  <a:lnTo>
                    <a:pt x="27596" y="51411"/>
                  </a:lnTo>
                  <a:lnTo>
                    <a:pt x="26934" y="51738"/>
                  </a:lnTo>
                  <a:lnTo>
                    <a:pt x="26253" y="52030"/>
                  </a:lnTo>
                  <a:lnTo>
                    <a:pt x="25557" y="52290"/>
                  </a:lnTo>
                  <a:lnTo>
                    <a:pt x="24853" y="52523"/>
                  </a:lnTo>
                  <a:lnTo>
                    <a:pt x="24138" y="52728"/>
                  </a:lnTo>
                  <a:lnTo>
                    <a:pt x="23414" y="52906"/>
                  </a:lnTo>
                  <a:lnTo>
                    <a:pt x="22681" y="53057"/>
                  </a:lnTo>
                  <a:lnTo>
                    <a:pt x="21938" y="53180"/>
                  </a:lnTo>
                  <a:lnTo>
                    <a:pt x="21185" y="53276"/>
                  </a:lnTo>
                  <a:lnTo>
                    <a:pt x="20423" y="53344"/>
                  </a:lnTo>
                  <a:lnTo>
                    <a:pt x="19652" y="53385"/>
                  </a:lnTo>
                  <a:lnTo>
                    <a:pt x="18871" y="53399"/>
                  </a:lnTo>
                  <a:lnTo>
                    <a:pt x="18079" y="53385"/>
                  </a:lnTo>
                  <a:lnTo>
                    <a:pt x="17297" y="53344"/>
                  </a:lnTo>
                  <a:lnTo>
                    <a:pt x="16526" y="53276"/>
                  </a:lnTo>
                  <a:lnTo>
                    <a:pt x="15766" y="53180"/>
                  </a:lnTo>
                  <a:lnTo>
                    <a:pt x="15016" y="53057"/>
                  </a:lnTo>
                  <a:lnTo>
                    <a:pt x="14277" y="52906"/>
                  </a:lnTo>
                  <a:lnTo>
                    <a:pt x="13549" y="52728"/>
                  </a:lnTo>
                  <a:lnTo>
                    <a:pt x="12832" y="52523"/>
                  </a:lnTo>
                  <a:lnTo>
                    <a:pt x="12125" y="52290"/>
                  </a:lnTo>
                  <a:lnTo>
                    <a:pt x="11429" y="52030"/>
                  </a:lnTo>
                  <a:lnTo>
                    <a:pt x="10748" y="51738"/>
                  </a:lnTo>
                  <a:lnTo>
                    <a:pt x="10084" y="51411"/>
                  </a:lnTo>
                  <a:lnTo>
                    <a:pt x="9438" y="51048"/>
                  </a:lnTo>
                  <a:lnTo>
                    <a:pt x="8810" y="50649"/>
                  </a:lnTo>
                  <a:lnTo>
                    <a:pt x="8200" y="50214"/>
                  </a:lnTo>
                  <a:lnTo>
                    <a:pt x="7608" y="49744"/>
                  </a:lnTo>
                  <a:lnTo>
                    <a:pt x="7033" y="49238"/>
                  </a:lnTo>
                  <a:lnTo>
                    <a:pt x="6477" y="48696"/>
                  </a:lnTo>
                  <a:lnTo>
                    <a:pt x="5938" y="48119"/>
                  </a:lnTo>
                  <a:lnTo>
                    <a:pt x="5417" y="47505"/>
                  </a:lnTo>
                  <a:lnTo>
                    <a:pt x="4927" y="46855"/>
                  </a:lnTo>
                  <a:lnTo>
                    <a:pt x="4457" y="46165"/>
                  </a:lnTo>
                  <a:lnTo>
                    <a:pt x="4008" y="45436"/>
                  </a:lnTo>
                  <a:lnTo>
                    <a:pt x="3579" y="44667"/>
                  </a:lnTo>
                  <a:lnTo>
                    <a:pt x="3170" y="43859"/>
                  </a:lnTo>
                  <a:lnTo>
                    <a:pt x="2781" y="43012"/>
                  </a:lnTo>
                  <a:lnTo>
                    <a:pt x="2412" y="42126"/>
                  </a:lnTo>
                  <a:lnTo>
                    <a:pt x="2064" y="41200"/>
                  </a:lnTo>
                  <a:lnTo>
                    <a:pt x="1736" y="40235"/>
                  </a:lnTo>
                  <a:lnTo>
                    <a:pt x="1428" y="39231"/>
                  </a:lnTo>
                  <a:lnTo>
                    <a:pt x="1157" y="38182"/>
                  </a:lnTo>
                  <a:lnTo>
                    <a:pt x="914" y="37085"/>
                  </a:lnTo>
                  <a:lnTo>
                    <a:pt x="700" y="35939"/>
                  </a:lnTo>
                  <a:lnTo>
                    <a:pt x="514" y="34744"/>
                  </a:lnTo>
                  <a:lnTo>
                    <a:pt x="357" y="33501"/>
                  </a:lnTo>
                  <a:lnTo>
                    <a:pt x="228" y="32208"/>
                  </a:lnTo>
                  <a:lnTo>
                    <a:pt x="128" y="30867"/>
                  </a:lnTo>
                  <a:lnTo>
                    <a:pt x="57" y="29477"/>
                  </a:lnTo>
                  <a:lnTo>
                    <a:pt x="14" y="28038"/>
                  </a:lnTo>
                  <a:lnTo>
                    <a:pt x="0" y="26550"/>
                  </a:lnTo>
                  <a:lnTo>
                    <a:pt x="14" y="25018"/>
                  </a:lnTo>
                  <a:lnTo>
                    <a:pt x="57" y="23538"/>
                  </a:lnTo>
                  <a:lnTo>
                    <a:pt x="128" y="22112"/>
                  </a:lnTo>
                  <a:lnTo>
                    <a:pt x="228" y="20740"/>
                  </a:lnTo>
                  <a:lnTo>
                    <a:pt x="357" y="19422"/>
                  </a:lnTo>
                  <a:lnTo>
                    <a:pt x="514" y="18157"/>
                  </a:lnTo>
                  <a:lnTo>
                    <a:pt x="700" y="16945"/>
                  </a:lnTo>
                  <a:lnTo>
                    <a:pt x="914" y="15787"/>
                  </a:lnTo>
                  <a:lnTo>
                    <a:pt x="1157" y="14683"/>
                  </a:lnTo>
                  <a:lnTo>
                    <a:pt x="1428" y="13632"/>
                  </a:lnTo>
                  <a:lnTo>
                    <a:pt x="1737" y="12629"/>
                  </a:lnTo>
                  <a:lnTo>
                    <a:pt x="2066" y="11668"/>
                  </a:lnTo>
                  <a:lnTo>
                    <a:pt x="2418" y="10748"/>
                  </a:lnTo>
                  <a:lnTo>
                    <a:pt x="2790" y="9870"/>
                  </a:lnTo>
                  <a:lnTo>
                    <a:pt x="3184" y="9033"/>
                  </a:lnTo>
                  <a:lnTo>
                    <a:pt x="3600" y="8239"/>
                  </a:lnTo>
                  <a:lnTo>
                    <a:pt x="4037" y="7486"/>
                  </a:lnTo>
                  <a:lnTo>
                    <a:pt x="4495" y="6774"/>
                  </a:lnTo>
                  <a:lnTo>
                    <a:pt x="4975" y="6104"/>
                  </a:lnTo>
                  <a:lnTo>
                    <a:pt x="5476" y="5476"/>
                  </a:lnTo>
                  <a:lnTo>
                    <a:pt x="5998" y="4888"/>
                  </a:lnTo>
                  <a:lnTo>
                    <a:pt x="6538" y="4336"/>
                  </a:lnTo>
                  <a:lnTo>
                    <a:pt x="7098" y="3821"/>
                  </a:lnTo>
                  <a:lnTo>
                    <a:pt x="7677" y="3343"/>
                  </a:lnTo>
                  <a:lnTo>
                    <a:pt x="8274" y="2902"/>
                  </a:lnTo>
                  <a:lnTo>
                    <a:pt x="8891" y="2497"/>
                  </a:lnTo>
                  <a:lnTo>
                    <a:pt x="9527" y="2130"/>
                  </a:lnTo>
                  <a:lnTo>
                    <a:pt x="10182" y="1800"/>
                  </a:lnTo>
                  <a:lnTo>
                    <a:pt x="10856" y="1506"/>
                  </a:lnTo>
                  <a:lnTo>
                    <a:pt x="11549" y="1250"/>
                  </a:lnTo>
                  <a:lnTo>
                    <a:pt x="12256" y="1012"/>
                  </a:lnTo>
                  <a:lnTo>
                    <a:pt x="12975" y="800"/>
                  </a:lnTo>
                  <a:lnTo>
                    <a:pt x="13704" y="612"/>
                  </a:lnTo>
                  <a:lnTo>
                    <a:pt x="14444" y="450"/>
                  </a:lnTo>
                  <a:lnTo>
                    <a:pt x="15195" y="312"/>
                  </a:lnTo>
                  <a:lnTo>
                    <a:pt x="15956" y="200"/>
                  </a:lnTo>
                  <a:lnTo>
                    <a:pt x="16728" y="112"/>
                  </a:lnTo>
                  <a:lnTo>
                    <a:pt x="17511" y="50"/>
                  </a:lnTo>
                  <a:lnTo>
                    <a:pt x="18305" y="12"/>
                  </a:lnTo>
                  <a:close/>
                  <a:moveTo>
                    <a:pt x="90904" y="58757"/>
                  </a:moveTo>
                  <a:lnTo>
                    <a:pt x="90897" y="57598"/>
                  </a:lnTo>
                  <a:lnTo>
                    <a:pt x="90878" y="56480"/>
                  </a:lnTo>
                  <a:lnTo>
                    <a:pt x="90845" y="55403"/>
                  </a:lnTo>
                  <a:lnTo>
                    <a:pt x="90799" y="54366"/>
                  </a:lnTo>
                  <a:lnTo>
                    <a:pt x="90740" y="53369"/>
                  </a:lnTo>
                  <a:lnTo>
                    <a:pt x="90668" y="52413"/>
                  </a:lnTo>
                  <a:lnTo>
                    <a:pt x="90583" y="51498"/>
                  </a:lnTo>
                  <a:lnTo>
                    <a:pt x="90485" y="50622"/>
                  </a:lnTo>
                  <a:lnTo>
                    <a:pt x="90373" y="49788"/>
                  </a:lnTo>
                  <a:lnTo>
                    <a:pt x="90249" y="48994"/>
                  </a:lnTo>
                  <a:lnTo>
                    <a:pt x="90111" y="48224"/>
                  </a:lnTo>
                  <a:lnTo>
                    <a:pt x="89961" y="47486"/>
                  </a:lnTo>
                  <a:lnTo>
                    <a:pt x="89797" y="46781"/>
                  </a:lnTo>
                  <a:lnTo>
                    <a:pt x="89620" y="46108"/>
                  </a:lnTo>
                  <a:lnTo>
                    <a:pt x="89430" y="45466"/>
                  </a:lnTo>
                  <a:lnTo>
                    <a:pt x="89227" y="44857"/>
                  </a:lnTo>
                  <a:lnTo>
                    <a:pt x="89011" y="44281"/>
                  </a:lnTo>
                  <a:lnTo>
                    <a:pt x="88782" y="43736"/>
                  </a:lnTo>
                  <a:lnTo>
                    <a:pt x="88540" y="43223"/>
                  </a:lnTo>
                  <a:lnTo>
                    <a:pt x="88284" y="42743"/>
                  </a:lnTo>
                  <a:lnTo>
                    <a:pt x="88028" y="42292"/>
                  </a:lnTo>
                  <a:lnTo>
                    <a:pt x="87758" y="41869"/>
                  </a:lnTo>
                  <a:lnTo>
                    <a:pt x="87475" y="41473"/>
                  </a:lnTo>
                  <a:lnTo>
                    <a:pt x="87179" y="41105"/>
                  </a:lnTo>
                  <a:lnTo>
                    <a:pt x="86870" y="40764"/>
                  </a:lnTo>
                  <a:lnTo>
                    <a:pt x="86548" y="40450"/>
                  </a:lnTo>
                  <a:lnTo>
                    <a:pt x="86213" y="40163"/>
                  </a:lnTo>
                  <a:lnTo>
                    <a:pt x="85865" y="39904"/>
                  </a:lnTo>
                  <a:lnTo>
                    <a:pt x="85504" y="39673"/>
                  </a:lnTo>
                  <a:lnTo>
                    <a:pt x="85129" y="39469"/>
                  </a:lnTo>
                  <a:lnTo>
                    <a:pt x="84755" y="39288"/>
                  </a:lnTo>
                  <a:lnTo>
                    <a:pt x="84370" y="39126"/>
                  </a:lnTo>
                  <a:lnTo>
                    <a:pt x="83974" y="38983"/>
                  </a:lnTo>
                  <a:lnTo>
                    <a:pt x="83567" y="38859"/>
                  </a:lnTo>
                  <a:lnTo>
                    <a:pt x="83150" y="38754"/>
                  </a:lnTo>
                  <a:lnTo>
                    <a:pt x="82722" y="38669"/>
                  </a:lnTo>
                  <a:lnTo>
                    <a:pt x="82283" y="38602"/>
                  </a:lnTo>
                  <a:lnTo>
                    <a:pt x="81834" y="38554"/>
                  </a:lnTo>
                  <a:lnTo>
                    <a:pt x="81373" y="38526"/>
                  </a:lnTo>
                  <a:lnTo>
                    <a:pt x="80902" y="38516"/>
                  </a:lnTo>
                  <a:lnTo>
                    <a:pt x="80408" y="38526"/>
                  </a:lnTo>
                  <a:lnTo>
                    <a:pt x="79926" y="38557"/>
                  </a:lnTo>
                  <a:lnTo>
                    <a:pt x="79456" y="38607"/>
                  </a:lnTo>
                  <a:lnTo>
                    <a:pt x="78997" y="38678"/>
                  </a:lnTo>
                  <a:lnTo>
                    <a:pt x="78551" y="38769"/>
                  </a:lnTo>
                  <a:lnTo>
                    <a:pt x="78116" y="38881"/>
                  </a:lnTo>
                  <a:lnTo>
                    <a:pt x="77694" y="39012"/>
                  </a:lnTo>
                  <a:lnTo>
                    <a:pt x="77283" y="39164"/>
                  </a:lnTo>
                  <a:lnTo>
                    <a:pt x="76884" y="39336"/>
                  </a:lnTo>
                  <a:lnTo>
                    <a:pt x="76497" y="39528"/>
                  </a:lnTo>
                  <a:lnTo>
                    <a:pt x="76122" y="39732"/>
                  </a:lnTo>
                  <a:lnTo>
                    <a:pt x="75759" y="39964"/>
                  </a:lnTo>
                  <a:lnTo>
                    <a:pt x="75408" y="40223"/>
                  </a:lnTo>
                  <a:lnTo>
                    <a:pt x="75068" y="40509"/>
                  </a:lnTo>
                  <a:lnTo>
                    <a:pt x="74741" y="40823"/>
                  </a:lnTo>
                  <a:lnTo>
                    <a:pt x="74425" y="41164"/>
                  </a:lnTo>
                  <a:lnTo>
                    <a:pt x="74122" y="41533"/>
                  </a:lnTo>
                  <a:lnTo>
                    <a:pt x="73830" y="41929"/>
                  </a:lnTo>
                  <a:lnTo>
                    <a:pt x="73550" y="42352"/>
                  </a:lnTo>
                  <a:lnTo>
                    <a:pt x="73282" y="42802"/>
                  </a:lnTo>
                  <a:lnTo>
                    <a:pt x="73027" y="43283"/>
                  </a:lnTo>
                  <a:lnTo>
                    <a:pt x="72785" y="43795"/>
                  </a:lnTo>
                  <a:lnTo>
                    <a:pt x="72556" y="44340"/>
                  </a:lnTo>
                  <a:lnTo>
                    <a:pt x="72339" y="44917"/>
                  </a:lnTo>
                  <a:lnTo>
                    <a:pt x="72136" y="45526"/>
                  </a:lnTo>
                  <a:lnTo>
                    <a:pt x="71947" y="46167"/>
                  </a:lnTo>
                  <a:lnTo>
                    <a:pt x="71770" y="46840"/>
                  </a:lnTo>
                  <a:lnTo>
                    <a:pt x="71606" y="47546"/>
                  </a:lnTo>
                  <a:lnTo>
                    <a:pt x="71455" y="48284"/>
                  </a:lnTo>
                  <a:lnTo>
                    <a:pt x="71318" y="49053"/>
                  </a:lnTo>
                  <a:lnTo>
                    <a:pt x="71194" y="49847"/>
                  </a:lnTo>
                  <a:lnTo>
                    <a:pt x="71082" y="50680"/>
                  </a:lnTo>
                  <a:lnTo>
                    <a:pt x="70984" y="51552"/>
                  </a:lnTo>
                  <a:lnTo>
                    <a:pt x="70899" y="52463"/>
                  </a:lnTo>
                  <a:lnTo>
                    <a:pt x="70827" y="53414"/>
                  </a:lnTo>
                  <a:lnTo>
                    <a:pt x="70768" y="54404"/>
                  </a:lnTo>
                  <a:lnTo>
                    <a:pt x="70722" y="55433"/>
                  </a:lnTo>
                  <a:lnTo>
                    <a:pt x="70689" y="56502"/>
                  </a:lnTo>
                  <a:lnTo>
                    <a:pt x="70670" y="57610"/>
                  </a:lnTo>
                  <a:lnTo>
                    <a:pt x="70663" y="58757"/>
                  </a:lnTo>
                  <a:lnTo>
                    <a:pt x="70670" y="59869"/>
                  </a:lnTo>
                  <a:lnTo>
                    <a:pt x="70689" y="60945"/>
                  </a:lnTo>
                  <a:lnTo>
                    <a:pt x="70722" y="61984"/>
                  </a:lnTo>
                  <a:lnTo>
                    <a:pt x="70768" y="62986"/>
                  </a:lnTo>
                  <a:lnTo>
                    <a:pt x="70827" y="63951"/>
                  </a:lnTo>
                  <a:lnTo>
                    <a:pt x="70899" y="64879"/>
                  </a:lnTo>
                  <a:lnTo>
                    <a:pt x="70984" y="65770"/>
                  </a:lnTo>
                  <a:lnTo>
                    <a:pt x="71082" y="66624"/>
                  </a:lnTo>
                  <a:lnTo>
                    <a:pt x="71194" y="67442"/>
                  </a:lnTo>
                  <a:lnTo>
                    <a:pt x="71318" y="68222"/>
                  </a:lnTo>
                  <a:lnTo>
                    <a:pt x="71466" y="68970"/>
                  </a:lnTo>
                  <a:lnTo>
                    <a:pt x="71625" y="69689"/>
                  </a:lnTo>
                  <a:lnTo>
                    <a:pt x="71795" y="70380"/>
                  </a:lnTo>
                  <a:lnTo>
                    <a:pt x="71975" y="71042"/>
                  </a:lnTo>
                  <a:lnTo>
                    <a:pt x="72166" y="71675"/>
                  </a:lnTo>
                  <a:lnTo>
                    <a:pt x="72368" y="72280"/>
                  </a:lnTo>
                  <a:lnTo>
                    <a:pt x="72581" y="72856"/>
                  </a:lnTo>
                  <a:lnTo>
                    <a:pt x="72804" y="73404"/>
                  </a:lnTo>
                  <a:lnTo>
                    <a:pt x="73038" y="73923"/>
                  </a:lnTo>
                  <a:lnTo>
                    <a:pt x="73282" y="74414"/>
                  </a:lnTo>
                  <a:lnTo>
                    <a:pt x="73550" y="74865"/>
                  </a:lnTo>
                  <a:lnTo>
                    <a:pt x="73828" y="75290"/>
                  </a:lnTo>
                  <a:lnTo>
                    <a:pt x="74117" y="75689"/>
                  </a:lnTo>
                  <a:lnTo>
                    <a:pt x="74416" y="76061"/>
                  </a:lnTo>
                  <a:lnTo>
                    <a:pt x="74726" y="76408"/>
                  </a:lnTo>
                  <a:lnTo>
                    <a:pt x="75047" y="76728"/>
                  </a:lnTo>
                  <a:lnTo>
                    <a:pt x="75379" y="77022"/>
                  </a:lnTo>
                  <a:lnTo>
                    <a:pt x="75721" y="77290"/>
                  </a:lnTo>
                  <a:lnTo>
                    <a:pt x="76074" y="77532"/>
                  </a:lnTo>
                  <a:lnTo>
                    <a:pt x="76438" y="77747"/>
                  </a:lnTo>
                  <a:lnTo>
                    <a:pt x="76824" y="77940"/>
                  </a:lnTo>
                  <a:lnTo>
                    <a:pt x="77221" y="78112"/>
                  </a:lnTo>
                  <a:lnTo>
                    <a:pt x="77629" y="78263"/>
                  </a:lnTo>
                  <a:lnTo>
                    <a:pt x="78047" y="78395"/>
                  </a:lnTo>
                  <a:lnTo>
                    <a:pt x="78477" y="78506"/>
                  </a:lnTo>
                  <a:lnTo>
                    <a:pt x="78917" y="78597"/>
                  </a:lnTo>
                  <a:lnTo>
                    <a:pt x="79367" y="78668"/>
                  </a:lnTo>
                  <a:lnTo>
                    <a:pt x="79829" y="78719"/>
                  </a:lnTo>
                  <a:lnTo>
                    <a:pt x="80301" y="78749"/>
                  </a:lnTo>
                  <a:lnTo>
                    <a:pt x="80783" y="78759"/>
                  </a:lnTo>
                  <a:lnTo>
                    <a:pt x="81243" y="78749"/>
                  </a:lnTo>
                  <a:lnTo>
                    <a:pt x="81693" y="78719"/>
                  </a:lnTo>
                  <a:lnTo>
                    <a:pt x="82134" y="78668"/>
                  </a:lnTo>
                  <a:lnTo>
                    <a:pt x="82565" y="78597"/>
                  </a:lnTo>
                  <a:lnTo>
                    <a:pt x="82986" y="78506"/>
                  </a:lnTo>
                  <a:lnTo>
                    <a:pt x="83398" y="78395"/>
                  </a:lnTo>
                  <a:lnTo>
                    <a:pt x="83800" y="78263"/>
                  </a:lnTo>
                  <a:lnTo>
                    <a:pt x="84193" y="78112"/>
                  </a:lnTo>
                  <a:lnTo>
                    <a:pt x="84577" y="77940"/>
                  </a:lnTo>
                  <a:lnTo>
                    <a:pt x="84951" y="77747"/>
                  </a:lnTo>
                  <a:lnTo>
                    <a:pt x="85326" y="77532"/>
                  </a:lnTo>
                  <a:lnTo>
                    <a:pt x="85689" y="77290"/>
                  </a:lnTo>
                  <a:lnTo>
                    <a:pt x="86040" y="77022"/>
                  </a:lnTo>
                  <a:lnTo>
                    <a:pt x="86379" y="76728"/>
                  </a:lnTo>
                  <a:lnTo>
                    <a:pt x="86707" y="76408"/>
                  </a:lnTo>
                  <a:lnTo>
                    <a:pt x="87022" y="76061"/>
                  </a:lnTo>
                  <a:lnTo>
                    <a:pt x="87326" y="75689"/>
                  </a:lnTo>
                  <a:lnTo>
                    <a:pt x="87618" y="75290"/>
                  </a:lnTo>
                  <a:lnTo>
                    <a:pt x="87897" y="74865"/>
                  </a:lnTo>
                  <a:lnTo>
                    <a:pt x="88165" y="74414"/>
                  </a:lnTo>
                  <a:lnTo>
                    <a:pt x="88421" y="73923"/>
                  </a:lnTo>
                  <a:lnTo>
                    <a:pt x="88665" y="73404"/>
                  </a:lnTo>
                  <a:lnTo>
                    <a:pt x="88898" y="72856"/>
                  </a:lnTo>
                  <a:lnTo>
                    <a:pt x="89118" y="72280"/>
                  </a:lnTo>
                  <a:lnTo>
                    <a:pt x="89326" y="71675"/>
                  </a:lnTo>
                  <a:lnTo>
                    <a:pt x="89523" y="71042"/>
                  </a:lnTo>
                  <a:lnTo>
                    <a:pt x="89707" y="70380"/>
                  </a:lnTo>
                  <a:lnTo>
                    <a:pt x="89880" y="69689"/>
                  </a:lnTo>
                  <a:lnTo>
                    <a:pt x="90041" y="68970"/>
                  </a:lnTo>
                  <a:lnTo>
                    <a:pt x="90189" y="68222"/>
                  </a:lnTo>
                  <a:lnTo>
                    <a:pt x="90325" y="67442"/>
                  </a:lnTo>
                  <a:lnTo>
                    <a:pt x="90447" y="66624"/>
                  </a:lnTo>
                  <a:lnTo>
                    <a:pt x="90554" y="65770"/>
                  </a:lnTo>
                  <a:lnTo>
                    <a:pt x="90647" y="64879"/>
                  </a:lnTo>
                  <a:lnTo>
                    <a:pt x="90725" y="63951"/>
                  </a:lnTo>
                  <a:lnTo>
                    <a:pt x="90789" y="62986"/>
                  </a:lnTo>
                  <a:lnTo>
                    <a:pt x="90839" y="61984"/>
                  </a:lnTo>
                  <a:lnTo>
                    <a:pt x="90875" y="60945"/>
                  </a:lnTo>
                  <a:lnTo>
                    <a:pt x="90897" y="59869"/>
                  </a:lnTo>
                  <a:close/>
                  <a:moveTo>
                    <a:pt x="28991" y="26550"/>
                  </a:moveTo>
                  <a:lnTo>
                    <a:pt x="28985" y="25403"/>
                  </a:lnTo>
                  <a:lnTo>
                    <a:pt x="28965" y="24295"/>
                  </a:lnTo>
                  <a:lnTo>
                    <a:pt x="28932" y="23227"/>
                  </a:lnTo>
                  <a:lnTo>
                    <a:pt x="28886" y="22198"/>
                  </a:lnTo>
                  <a:lnTo>
                    <a:pt x="28828" y="21208"/>
                  </a:lnTo>
                  <a:lnTo>
                    <a:pt x="28755" y="20257"/>
                  </a:lnTo>
                  <a:lnTo>
                    <a:pt x="28670" y="19345"/>
                  </a:lnTo>
                  <a:lnTo>
                    <a:pt x="28572" y="18473"/>
                  </a:lnTo>
                  <a:lnTo>
                    <a:pt x="28461" y="17640"/>
                  </a:lnTo>
                  <a:lnTo>
                    <a:pt x="28336" y="16847"/>
                  </a:lnTo>
                  <a:lnTo>
                    <a:pt x="28199" y="16088"/>
                  </a:lnTo>
                  <a:lnTo>
                    <a:pt x="28051" y="15361"/>
                  </a:lnTo>
                  <a:lnTo>
                    <a:pt x="27890" y="14664"/>
                  </a:lnTo>
                  <a:lnTo>
                    <a:pt x="27717" y="13999"/>
                  </a:lnTo>
                  <a:lnTo>
                    <a:pt x="27533" y="13364"/>
                  </a:lnTo>
                  <a:lnTo>
                    <a:pt x="27336" y="12761"/>
                  </a:lnTo>
                  <a:lnTo>
                    <a:pt x="27128" y="12188"/>
                  </a:lnTo>
                  <a:lnTo>
                    <a:pt x="26908" y="11646"/>
                  </a:lnTo>
                  <a:lnTo>
                    <a:pt x="26675" y="11135"/>
                  </a:lnTo>
                  <a:lnTo>
                    <a:pt x="26431" y="10656"/>
                  </a:lnTo>
                  <a:lnTo>
                    <a:pt x="26175" y="10205"/>
                  </a:lnTo>
                  <a:lnTo>
                    <a:pt x="25908" y="9782"/>
                  </a:lnTo>
                  <a:lnTo>
                    <a:pt x="25628" y="9386"/>
                  </a:lnTo>
                  <a:lnTo>
                    <a:pt x="25336" y="9017"/>
                  </a:lnTo>
                  <a:lnTo>
                    <a:pt x="25032" y="8676"/>
                  </a:lnTo>
                  <a:lnTo>
                    <a:pt x="24717" y="8362"/>
                  </a:lnTo>
                  <a:lnTo>
                    <a:pt x="24389" y="8076"/>
                  </a:lnTo>
                  <a:lnTo>
                    <a:pt x="24050" y="7817"/>
                  </a:lnTo>
                  <a:lnTo>
                    <a:pt x="23699" y="7586"/>
                  </a:lnTo>
                  <a:lnTo>
                    <a:pt x="23336" y="7381"/>
                  </a:lnTo>
                  <a:lnTo>
                    <a:pt x="22961" y="7200"/>
                  </a:lnTo>
                  <a:lnTo>
                    <a:pt x="22576" y="7038"/>
                  </a:lnTo>
                  <a:lnTo>
                    <a:pt x="22180" y="6896"/>
                  </a:lnTo>
                  <a:lnTo>
                    <a:pt x="21774" y="6772"/>
                  </a:lnTo>
                  <a:lnTo>
                    <a:pt x="21356" y="6667"/>
                  </a:lnTo>
                  <a:lnTo>
                    <a:pt x="20928" y="6581"/>
                  </a:lnTo>
                  <a:lnTo>
                    <a:pt x="20490" y="6515"/>
                  </a:lnTo>
                  <a:lnTo>
                    <a:pt x="20040" y="6467"/>
                  </a:lnTo>
                  <a:lnTo>
                    <a:pt x="19580" y="6438"/>
                  </a:lnTo>
                  <a:lnTo>
                    <a:pt x="19109" y="6429"/>
                  </a:lnTo>
                  <a:lnTo>
                    <a:pt x="18603" y="6439"/>
                  </a:lnTo>
                  <a:lnTo>
                    <a:pt x="18109" y="6469"/>
                  </a:lnTo>
                  <a:lnTo>
                    <a:pt x="17627" y="6520"/>
                  </a:lnTo>
                  <a:lnTo>
                    <a:pt x="17156" y="6591"/>
                  </a:lnTo>
                  <a:lnTo>
                    <a:pt x="16698" y="6682"/>
                  </a:lnTo>
                  <a:lnTo>
                    <a:pt x="16252" y="6793"/>
                  </a:lnTo>
                  <a:lnTo>
                    <a:pt x="15817" y="6925"/>
                  </a:lnTo>
                  <a:lnTo>
                    <a:pt x="15394" y="7077"/>
                  </a:lnTo>
                  <a:lnTo>
                    <a:pt x="14984" y="7249"/>
                  </a:lnTo>
                  <a:lnTo>
                    <a:pt x="14585" y="7441"/>
                  </a:lnTo>
                  <a:lnTo>
                    <a:pt x="14210" y="7645"/>
                  </a:lnTo>
                  <a:lnTo>
                    <a:pt x="13846" y="7877"/>
                  </a:lnTo>
                  <a:lnTo>
                    <a:pt x="13495" y="8136"/>
                  </a:lnTo>
                  <a:lnTo>
                    <a:pt x="13156" y="8422"/>
                  </a:lnTo>
                  <a:lnTo>
                    <a:pt x="12828" y="8736"/>
                  </a:lnTo>
                  <a:lnTo>
                    <a:pt x="12513" y="9077"/>
                  </a:lnTo>
                  <a:lnTo>
                    <a:pt x="12209" y="9445"/>
                  </a:lnTo>
                  <a:lnTo>
                    <a:pt x="11918" y="9841"/>
                  </a:lnTo>
                  <a:lnTo>
                    <a:pt x="11638" y="10264"/>
                  </a:lnTo>
                  <a:lnTo>
                    <a:pt x="11370" y="10715"/>
                  </a:lnTo>
                  <a:lnTo>
                    <a:pt x="11115" y="11195"/>
                  </a:lnTo>
                  <a:lnTo>
                    <a:pt x="10872" y="11706"/>
                  </a:lnTo>
                  <a:lnTo>
                    <a:pt x="10643" y="12247"/>
                  </a:lnTo>
                  <a:lnTo>
                    <a:pt x="10427" y="12820"/>
                  </a:lnTo>
                  <a:lnTo>
                    <a:pt x="10224" y="13424"/>
                  </a:lnTo>
                  <a:lnTo>
                    <a:pt x="10034" y="14058"/>
                  </a:lnTo>
                  <a:lnTo>
                    <a:pt x="9857" y="14724"/>
                  </a:lnTo>
                  <a:lnTo>
                    <a:pt x="9694" y="15420"/>
                  </a:lnTo>
                  <a:lnTo>
                    <a:pt x="9543" y="16148"/>
                  </a:lnTo>
                  <a:lnTo>
                    <a:pt x="9405" y="16906"/>
                  </a:lnTo>
                  <a:lnTo>
                    <a:pt x="9281" y="17699"/>
                  </a:lnTo>
                  <a:lnTo>
                    <a:pt x="9170" y="18530"/>
                  </a:lnTo>
                  <a:lnTo>
                    <a:pt x="9071" y="19400"/>
                  </a:lnTo>
                  <a:lnTo>
                    <a:pt x="8986" y="20307"/>
                  </a:lnTo>
                  <a:lnTo>
                    <a:pt x="8914" y="21252"/>
                  </a:lnTo>
                  <a:lnTo>
                    <a:pt x="8855" y="22236"/>
                  </a:lnTo>
                  <a:lnTo>
                    <a:pt x="8810" y="23257"/>
                  </a:lnTo>
                  <a:lnTo>
                    <a:pt x="8777" y="24317"/>
                  </a:lnTo>
                  <a:lnTo>
                    <a:pt x="8757" y="25415"/>
                  </a:lnTo>
                  <a:lnTo>
                    <a:pt x="8751" y="26550"/>
                  </a:lnTo>
                  <a:lnTo>
                    <a:pt x="8757" y="27664"/>
                  </a:lnTo>
                  <a:lnTo>
                    <a:pt x="8777" y="28741"/>
                  </a:lnTo>
                  <a:lnTo>
                    <a:pt x="8810" y="29783"/>
                  </a:lnTo>
                  <a:lnTo>
                    <a:pt x="8855" y="30789"/>
                  </a:lnTo>
                  <a:lnTo>
                    <a:pt x="8914" y="31759"/>
                  </a:lnTo>
                  <a:lnTo>
                    <a:pt x="8986" y="32694"/>
                  </a:lnTo>
                  <a:lnTo>
                    <a:pt x="9071" y="33593"/>
                  </a:lnTo>
                  <a:lnTo>
                    <a:pt x="9170" y="34456"/>
                  </a:lnTo>
                  <a:lnTo>
                    <a:pt x="9281" y="35284"/>
                  </a:lnTo>
                  <a:lnTo>
                    <a:pt x="9405" y="36075"/>
                  </a:lnTo>
                  <a:lnTo>
                    <a:pt x="9554" y="36834"/>
                  </a:lnTo>
                  <a:lnTo>
                    <a:pt x="9713" y="37564"/>
                  </a:lnTo>
                  <a:lnTo>
                    <a:pt x="9882" y="38263"/>
                  </a:lnTo>
                  <a:lnTo>
                    <a:pt x="10063" y="38933"/>
                  </a:lnTo>
                  <a:lnTo>
                    <a:pt x="10254" y="39573"/>
                  </a:lnTo>
                  <a:lnTo>
                    <a:pt x="10456" y="40183"/>
                  </a:lnTo>
                  <a:lnTo>
                    <a:pt x="10668" y="40764"/>
                  </a:lnTo>
                  <a:lnTo>
                    <a:pt x="10891" y="41314"/>
                  </a:lnTo>
                  <a:lnTo>
                    <a:pt x="11125" y="41835"/>
                  </a:lnTo>
                  <a:lnTo>
                    <a:pt x="11370" y="42326"/>
                  </a:lnTo>
                  <a:lnTo>
                    <a:pt x="11638" y="42777"/>
                  </a:lnTo>
                  <a:lnTo>
                    <a:pt x="11918" y="43203"/>
                  </a:lnTo>
                  <a:lnTo>
                    <a:pt x="12209" y="43601"/>
                  </a:lnTo>
                  <a:lnTo>
                    <a:pt x="12513" y="43974"/>
                  </a:lnTo>
                  <a:lnTo>
                    <a:pt x="12828" y="44321"/>
                  </a:lnTo>
                  <a:lnTo>
                    <a:pt x="13156" y="44641"/>
                  </a:lnTo>
                  <a:lnTo>
                    <a:pt x="13495" y="44935"/>
                  </a:lnTo>
                  <a:lnTo>
                    <a:pt x="13846" y="45203"/>
                  </a:lnTo>
                  <a:lnTo>
                    <a:pt x="14210" y="45444"/>
                  </a:lnTo>
                  <a:lnTo>
                    <a:pt x="14585" y="45660"/>
                  </a:lnTo>
                  <a:lnTo>
                    <a:pt x="14972" y="45852"/>
                  </a:lnTo>
                  <a:lnTo>
                    <a:pt x="15370" y="46024"/>
                  </a:lnTo>
                  <a:lnTo>
                    <a:pt x="15781" y="46176"/>
                  </a:lnTo>
                  <a:lnTo>
                    <a:pt x="16204" y="46308"/>
                  </a:lnTo>
                  <a:lnTo>
                    <a:pt x="16638" y="46419"/>
                  </a:lnTo>
                  <a:lnTo>
                    <a:pt x="17085" y="46510"/>
                  </a:lnTo>
                  <a:lnTo>
                    <a:pt x="17543" y="46581"/>
                  </a:lnTo>
                  <a:lnTo>
                    <a:pt x="18014" y="46632"/>
                  </a:lnTo>
                  <a:lnTo>
                    <a:pt x="18496" y="46662"/>
                  </a:lnTo>
                  <a:lnTo>
                    <a:pt x="18990" y="46672"/>
                  </a:lnTo>
                  <a:lnTo>
                    <a:pt x="19438" y="46662"/>
                  </a:lnTo>
                  <a:lnTo>
                    <a:pt x="19878" y="46632"/>
                  </a:lnTo>
                  <a:lnTo>
                    <a:pt x="20310" y="46581"/>
                  </a:lnTo>
                  <a:lnTo>
                    <a:pt x="20733" y="46510"/>
                  </a:lnTo>
                  <a:lnTo>
                    <a:pt x="21148" y="46419"/>
                  </a:lnTo>
                  <a:lnTo>
                    <a:pt x="21555" y="46308"/>
                  </a:lnTo>
                  <a:lnTo>
                    <a:pt x="21953" y="46176"/>
                  </a:lnTo>
                  <a:lnTo>
                    <a:pt x="22343" y="46024"/>
                  </a:lnTo>
                  <a:lnTo>
                    <a:pt x="22724" y="45852"/>
                  </a:lnTo>
                  <a:lnTo>
                    <a:pt x="23098" y="45660"/>
                  </a:lnTo>
                  <a:lnTo>
                    <a:pt x="23461" y="45444"/>
                  </a:lnTo>
                  <a:lnTo>
                    <a:pt x="23814" y="45203"/>
                  </a:lnTo>
                  <a:lnTo>
                    <a:pt x="24157" y="44935"/>
                  </a:lnTo>
                  <a:lnTo>
                    <a:pt x="24488" y="44641"/>
                  </a:lnTo>
                  <a:lnTo>
                    <a:pt x="24809" y="44321"/>
                  </a:lnTo>
                  <a:lnTo>
                    <a:pt x="25119" y="43974"/>
                  </a:lnTo>
                  <a:lnTo>
                    <a:pt x="25419" y="43601"/>
                  </a:lnTo>
                  <a:lnTo>
                    <a:pt x="25707" y="43203"/>
                  </a:lnTo>
                  <a:lnTo>
                    <a:pt x="25985" y="42777"/>
                  </a:lnTo>
                  <a:lnTo>
                    <a:pt x="26253" y="42326"/>
                  </a:lnTo>
                  <a:lnTo>
                    <a:pt x="26509" y="41835"/>
                  </a:lnTo>
                  <a:lnTo>
                    <a:pt x="26753" y="41314"/>
                  </a:lnTo>
                  <a:lnTo>
                    <a:pt x="26985" y="40764"/>
                  </a:lnTo>
                  <a:lnTo>
                    <a:pt x="27205" y="40183"/>
                  </a:lnTo>
                  <a:lnTo>
                    <a:pt x="27414" y="39573"/>
                  </a:lnTo>
                  <a:lnTo>
                    <a:pt x="27610" y="38933"/>
                  </a:lnTo>
                  <a:lnTo>
                    <a:pt x="27795" y="38263"/>
                  </a:lnTo>
                  <a:lnTo>
                    <a:pt x="27967" y="37564"/>
                  </a:lnTo>
                  <a:lnTo>
                    <a:pt x="28128" y="36834"/>
                  </a:lnTo>
                  <a:lnTo>
                    <a:pt x="28277" y="36075"/>
                  </a:lnTo>
                  <a:lnTo>
                    <a:pt x="28413" y="35284"/>
                  </a:lnTo>
                  <a:lnTo>
                    <a:pt x="28534" y="34456"/>
                  </a:lnTo>
                  <a:lnTo>
                    <a:pt x="28641" y="33593"/>
                  </a:lnTo>
                  <a:lnTo>
                    <a:pt x="28734" y="32694"/>
                  </a:lnTo>
                  <a:lnTo>
                    <a:pt x="28813" y="31759"/>
                  </a:lnTo>
                  <a:lnTo>
                    <a:pt x="28877" y="30789"/>
                  </a:lnTo>
                  <a:lnTo>
                    <a:pt x="28927" y="29783"/>
                  </a:lnTo>
                  <a:lnTo>
                    <a:pt x="28963" y="28741"/>
                  </a:lnTo>
                  <a:lnTo>
                    <a:pt x="28984" y="276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323036" y="2950348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5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390723" y="2949098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458112" y="2949634"/>
              <a:ext cx="99714" cy="85308"/>
            </a:xfrm>
            <a:custGeom>
              <a:avLst/>
              <a:pathLst>
                <a:path w="99714" h="85308">
                  <a:moveTo>
                    <a:pt x="99714" y="58757"/>
                  </a:moveTo>
                  <a:lnTo>
                    <a:pt x="99699" y="60222"/>
                  </a:lnTo>
                  <a:lnTo>
                    <a:pt x="99652" y="61641"/>
                  </a:lnTo>
                  <a:lnTo>
                    <a:pt x="99575" y="63013"/>
                  </a:lnTo>
                  <a:lnTo>
                    <a:pt x="99467" y="64338"/>
                  </a:lnTo>
                  <a:lnTo>
                    <a:pt x="99327" y="65618"/>
                  </a:lnTo>
                  <a:lnTo>
                    <a:pt x="99157" y="66851"/>
                  </a:lnTo>
                  <a:lnTo>
                    <a:pt x="98956" y="68037"/>
                  </a:lnTo>
                  <a:lnTo>
                    <a:pt x="98724" y="69177"/>
                  </a:lnTo>
                  <a:lnTo>
                    <a:pt x="98461" y="70271"/>
                  </a:lnTo>
                  <a:lnTo>
                    <a:pt x="98167" y="71318"/>
                  </a:lnTo>
                  <a:lnTo>
                    <a:pt x="97858" y="72311"/>
                  </a:lnTo>
                  <a:lnTo>
                    <a:pt x="97526" y="73266"/>
                  </a:lnTo>
                  <a:lnTo>
                    <a:pt x="97172" y="74183"/>
                  </a:lnTo>
                  <a:lnTo>
                    <a:pt x="96795" y="75061"/>
                  </a:lnTo>
                  <a:lnTo>
                    <a:pt x="96395" y="75902"/>
                  </a:lnTo>
                  <a:lnTo>
                    <a:pt x="95973" y="76704"/>
                  </a:lnTo>
                  <a:lnTo>
                    <a:pt x="95529" y="77469"/>
                  </a:lnTo>
                  <a:lnTo>
                    <a:pt x="95061" y="78195"/>
                  </a:lnTo>
                  <a:lnTo>
                    <a:pt x="94571" y="78883"/>
                  </a:lnTo>
                  <a:lnTo>
                    <a:pt x="94059" y="79533"/>
                  </a:lnTo>
                  <a:lnTo>
                    <a:pt x="93538" y="80135"/>
                  </a:lnTo>
                  <a:lnTo>
                    <a:pt x="92999" y="80702"/>
                  </a:lnTo>
                  <a:lnTo>
                    <a:pt x="92443" y="81235"/>
                  </a:lnTo>
                  <a:lnTo>
                    <a:pt x="91868" y="81734"/>
                  </a:lnTo>
                  <a:lnTo>
                    <a:pt x="91276" y="82197"/>
                  </a:lnTo>
                  <a:lnTo>
                    <a:pt x="90666" y="82626"/>
                  </a:lnTo>
                  <a:lnTo>
                    <a:pt x="90038" y="83021"/>
                  </a:lnTo>
                  <a:lnTo>
                    <a:pt x="89392" y="83381"/>
                  </a:lnTo>
                  <a:lnTo>
                    <a:pt x="88728" y="83707"/>
                  </a:lnTo>
                  <a:lnTo>
                    <a:pt x="88046" y="83998"/>
                  </a:lnTo>
                  <a:lnTo>
                    <a:pt x="87351" y="84247"/>
                  </a:lnTo>
                  <a:lnTo>
                    <a:pt x="86646" y="84470"/>
                  </a:lnTo>
                  <a:lnTo>
                    <a:pt x="85932" y="84666"/>
                  </a:lnTo>
                  <a:lnTo>
                    <a:pt x="85208" y="84836"/>
                  </a:lnTo>
                  <a:lnTo>
                    <a:pt x="84474" y="84980"/>
                  </a:lnTo>
                  <a:lnTo>
                    <a:pt x="83731" y="85098"/>
                  </a:lnTo>
                  <a:lnTo>
                    <a:pt x="82979" y="85190"/>
                  </a:lnTo>
                  <a:lnTo>
                    <a:pt x="82217" y="85255"/>
                  </a:lnTo>
                  <a:lnTo>
                    <a:pt x="81445" y="85295"/>
                  </a:lnTo>
                  <a:lnTo>
                    <a:pt x="80664" y="85308"/>
                  </a:lnTo>
                  <a:lnTo>
                    <a:pt x="79883" y="85295"/>
                  </a:lnTo>
                  <a:lnTo>
                    <a:pt x="79112" y="85255"/>
                  </a:lnTo>
                  <a:lnTo>
                    <a:pt x="78350" y="85190"/>
                  </a:lnTo>
                  <a:lnTo>
                    <a:pt x="77597" y="85098"/>
                  </a:lnTo>
                  <a:lnTo>
                    <a:pt x="76854" y="84980"/>
                  </a:lnTo>
                  <a:lnTo>
                    <a:pt x="76121" y="84836"/>
                  </a:lnTo>
                  <a:lnTo>
                    <a:pt x="75397" y="84666"/>
                  </a:lnTo>
                  <a:lnTo>
                    <a:pt x="74683" y="84470"/>
                  </a:lnTo>
                  <a:lnTo>
                    <a:pt x="73978" y="84247"/>
                  </a:lnTo>
                  <a:lnTo>
                    <a:pt x="73282" y="83998"/>
                  </a:lnTo>
                  <a:lnTo>
                    <a:pt x="72612" y="83707"/>
                  </a:lnTo>
                  <a:lnTo>
                    <a:pt x="71958" y="83381"/>
                  </a:lnTo>
                  <a:lnTo>
                    <a:pt x="71322" y="83021"/>
                  </a:lnTo>
                  <a:lnTo>
                    <a:pt x="70701" y="82626"/>
                  </a:lnTo>
                  <a:lnTo>
                    <a:pt x="70098" y="82197"/>
                  </a:lnTo>
                  <a:lnTo>
                    <a:pt x="69511" y="81734"/>
                  </a:lnTo>
                  <a:lnTo>
                    <a:pt x="68940" y="81235"/>
                  </a:lnTo>
                  <a:lnTo>
                    <a:pt x="68387" y="80702"/>
                  </a:lnTo>
                  <a:lnTo>
                    <a:pt x="67850" y="80135"/>
                  </a:lnTo>
                  <a:lnTo>
                    <a:pt x="67329" y="79533"/>
                  </a:lnTo>
                  <a:lnTo>
                    <a:pt x="66839" y="78894"/>
                  </a:lnTo>
                  <a:lnTo>
                    <a:pt x="66370" y="78216"/>
                  </a:lnTo>
                  <a:lnTo>
                    <a:pt x="65920" y="77499"/>
                  </a:lnTo>
                  <a:lnTo>
                    <a:pt x="65491" y="76742"/>
                  </a:lnTo>
                  <a:lnTo>
                    <a:pt x="65082" y="75946"/>
                  </a:lnTo>
                  <a:lnTo>
                    <a:pt x="64693" y="75111"/>
                  </a:lnTo>
                  <a:lnTo>
                    <a:pt x="64325" y="74237"/>
                  </a:lnTo>
                  <a:lnTo>
                    <a:pt x="63977" y="73323"/>
                  </a:lnTo>
                  <a:lnTo>
                    <a:pt x="63649" y="72370"/>
                  </a:lnTo>
                  <a:lnTo>
                    <a:pt x="63341" y="71377"/>
                  </a:lnTo>
                  <a:lnTo>
                    <a:pt x="63069" y="70330"/>
                  </a:lnTo>
                  <a:lnTo>
                    <a:pt x="62826" y="69234"/>
                  </a:lnTo>
                  <a:lnTo>
                    <a:pt x="62612" y="68091"/>
                  </a:lnTo>
                  <a:lnTo>
                    <a:pt x="62426" y="66901"/>
                  </a:lnTo>
                  <a:lnTo>
                    <a:pt x="62269" y="65662"/>
                  </a:lnTo>
                  <a:lnTo>
                    <a:pt x="62141" y="64377"/>
                  </a:lnTo>
                  <a:lnTo>
                    <a:pt x="62041" y="63043"/>
                  </a:lnTo>
                  <a:lnTo>
                    <a:pt x="61969" y="61662"/>
                  </a:lnTo>
                  <a:lnTo>
                    <a:pt x="61926" y="60233"/>
                  </a:lnTo>
                  <a:lnTo>
                    <a:pt x="61912" y="58757"/>
                  </a:lnTo>
                  <a:lnTo>
                    <a:pt x="61926" y="57201"/>
                  </a:lnTo>
                  <a:lnTo>
                    <a:pt x="61969" y="55699"/>
                  </a:lnTo>
                  <a:lnTo>
                    <a:pt x="62041" y="54253"/>
                  </a:lnTo>
                  <a:lnTo>
                    <a:pt x="62141" y="52861"/>
                  </a:lnTo>
                  <a:lnTo>
                    <a:pt x="62269" y="51524"/>
                  </a:lnTo>
                  <a:lnTo>
                    <a:pt x="62426" y="50241"/>
                  </a:lnTo>
                  <a:lnTo>
                    <a:pt x="62612" y="49014"/>
                  </a:lnTo>
                  <a:lnTo>
                    <a:pt x="62826" y="47841"/>
                  </a:lnTo>
                  <a:lnTo>
                    <a:pt x="63069" y="46723"/>
                  </a:lnTo>
                  <a:lnTo>
                    <a:pt x="63341" y="45660"/>
                  </a:lnTo>
                  <a:lnTo>
                    <a:pt x="63638" y="44646"/>
                  </a:lnTo>
                  <a:lnTo>
                    <a:pt x="63957" y="43674"/>
                  </a:lnTo>
                  <a:lnTo>
                    <a:pt x="64300" y="42745"/>
                  </a:lnTo>
                  <a:lnTo>
                    <a:pt x="64665" y="41859"/>
                  </a:lnTo>
                  <a:lnTo>
                    <a:pt x="65052" y="41017"/>
                  </a:lnTo>
                  <a:lnTo>
                    <a:pt x="65462" y="40216"/>
                  </a:lnTo>
                  <a:lnTo>
                    <a:pt x="65895" y="39459"/>
                  </a:lnTo>
                  <a:lnTo>
                    <a:pt x="66351" y="38745"/>
                  </a:lnTo>
                  <a:lnTo>
                    <a:pt x="66829" y="38073"/>
                  </a:lnTo>
                  <a:lnTo>
                    <a:pt x="67329" y="37445"/>
                  </a:lnTo>
                  <a:lnTo>
                    <a:pt x="67850" y="36845"/>
                  </a:lnTo>
                  <a:lnTo>
                    <a:pt x="68389" y="36283"/>
                  </a:lnTo>
                  <a:lnTo>
                    <a:pt x="68946" y="35759"/>
                  </a:lnTo>
                  <a:lnTo>
                    <a:pt x="69520" y="35273"/>
                  </a:lnTo>
                  <a:lnTo>
                    <a:pt x="70112" y="34825"/>
                  </a:lnTo>
                  <a:lnTo>
                    <a:pt x="70723" y="34416"/>
                  </a:lnTo>
                  <a:lnTo>
                    <a:pt x="71351" y="34044"/>
                  </a:lnTo>
                  <a:lnTo>
                    <a:pt x="71997" y="33711"/>
                  </a:lnTo>
                  <a:lnTo>
                    <a:pt x="72660" y="33416"/>
                  </a:lnTo>
                  <a:lnTo>
                    <a:pt x="73342" y="33158"/>
                  </a:lnTo>
                  <a:lnTo>
                    <a:pt x="74050" y="32921"/>
                  </a:lnTo>
                  <a:lnTo>
                    <a:pt x="74768" y="32708"/>
                  </a:lnTo>
                  <a:lnTo>
                    <a:pt x="75498" y="32521"/>
                  </a:lnTo>
                  <a:lnTo>
                    <a:pt x="76238" y="32358"/>
                  </a:lnTo>
                  <a:lnTo>
                    <a:pt x="76988" y="32221"/>
                  </a:lnTo>
                  <a:lnTo>
                    <a:pt x="77750" y="32108"/>
                  </a:lnTo>
                  <a:lnTo>
                    <a:pt x="78522" y="32021"/>
                  </a:lnTo>
                  <a:lnTo>
                    <a:pt x="79305" y="31958"/>
                  </a:lnTo>
                  <a:lnTo>
                    <a:pt x="80098" y="31921"/>
                  </a:lnTo>
                  <a:lnTo>
                    <a:pt x="80902" y="31908"/>
                  </a:lnTo>
                  <a:lnTo>
                    <a:pt x="81683" y="31921"/>
                  </a:lnTo>
                  <a:lnTo>
                    <a:pt x="82453" y="31958"/>
                  </a:lnTo>
                  <a:lnTo>
                    <a:pt x="83212" y="32021"/>
                  </a:lnTo>
                  <a:lnTo>
                    <a:pt x="83960" y="32108"/>
                  </a:lnTo>
                  <a:lnTo>
                    <a:pt x="84698" y="32221"/>
                  </a:lnTo>
                  <a:lnTo>
                    <a:pt x="85424" y="32358"/>
                  </a:lnTo>
                  <a:lnTo>
                    <a:pt x="86141" y="32521"/>
                  </a:lnTo>
                  <a:lnTo>
                    <a:pt x="86846" y="32708"/>
                  </a:lnTo>
                  <a:lnTo>
                    <a:pt x="87541" y="32921"/>
                  </a:lnTo>
                  <a:lnTo>
                    <a:pt x="88225" y="33158"/>
                  </a:lnTo>
                  <a:lnTo>
                    <a:pt x="88906" y="33416"/>
                  </a:lnTo>
                  <a:lnTo>
                    <a:pt x="89568" y="33711"/>
                  </a:lnTo>
                  <a:lnTo>
                    <a:pt x="90211" y="34044"/>
                  </a:lnTo>
                  <a:lnTo>
                    <a:pt x="90835" y="34416"/>
                  </a:lnTo>
                  <a:lnTo>
                    <a:pt x="91440" y="34825"/>
                  </a:lnTo>
                  <a:lnTo>
                    <a:pt x="92025" y="35273"/>
                  </a:lnTo>
                  <a:lnTo>
                    <a:pt x="92592" y="35759"/>
                  </a:lnTo>
                  <a:lnTo>
                    <a:pt x="93140" y="36283"/>
                  </a:lnTo>
                  <a:lnTo>
                    <a:pt x="93668" y="36845"/>
                  </a:lnTo>
                  <a:lnTo>
                    <a:pt x="94178" y="37445"/>
                  </a:lnTo>
                  <a:lnTo>
                    <a:pt x="94679" y="38073"/>
                  </a:lnTo>
                  <a:lnTo>
                    <a:pt x="95159" y="38745"/>
                  </a:lnTo>
                  <a:lnTo>
                    <a:pt x="95617" y="39459"/>
                  </a:lnTo>
                  <a:lnTo>
                    <a:pt x="96054" y="40216"/>
                  </a:lnTo>
                  <a:lnTo>
                    <a:pt x="96470" y="41017"/>
                  </a:lnTo>
                  <a:lnTo>
                    <a:pt x="96864" y="41859"/>
                  </a:lnTo>
                  <a:lnTo>
                    <a:pt x="97237" y="42745"/>
                  </a:lnTo>
                  <a:lnTo>
                    <a:pt x="97588" y="43674"/>
                  </a:lnTo>
                  <a:lnTo>
                    <a:pt x="97918" y="44646"/>
                  </a:lnTo>
                  <a:lnTo>
                    <a:pt x="98226" y="45660"/>
                  </a:lnTo>
                  <a:lnTo>
                    <a:pt x="98509" y="46723"/>
                  </a:lnTo>
                  <a:lnTo>
                    <a:pt x="98762" y="47841"/>
                  </a:lnTo>
                  <a:lnTo>
                    <a:pt x="98985" y="49014"/>
                  </a:lnTo>
                  <a:lnTo>
                    <a:pt x="99179" y="50241"/>
                  </a:lnTo>
                  <a:lnTo>
                    <a:pt x="99342" y="51524"/>
                  </a:lnTo>
                  <a:lnTo>
                    <a:pt x="99476" y="52861"/>
                  </a:lnTo>
                  <a:lnTo>
                    <a:pt x="99580" y="54253"/>
                  </a:lnTo>
                  <a:lnTo>
                    <a:pt x="99655" y="55699"/>
                  </a:lnTo>
                  <a:lnTo>
                    <a:pt x="99699" y="57201"/>
                  </a:lnTo>
                  <a:close/>
                  <a:moveTo>
                    <a:pt x="27027" y="84593"/>
                  </a:moveTo>
                  <a:lnTo>
                    <a:pt x="17799" y="84593"/>
                  </a:lnTo>
                  <a:lnTo>
                    <a:pt x="72687" y="714"/>
                  </a:lnTo>
                  <a:lnTo>
                    <a:pt x="82034" y="714"/>
                  </a:lnTo>
                  <a:close/>
                  <a:moveTo>
                    <a:pt x="19109" y="0"/>
                  </a:moveTo>
                  <a:lnTo>
                    <a:pt x="19867" y="12"/>
                  </a:lnTo>
                  <a:lnTo>
                    <a:pt x="20616" y="50"/>
                  </a:lnTo>
                  <a:lnTo>
                    <a:pt x="21358" y="112"/>
                  </a:lnTo>
                  <a:lnTo>
                    <a:pt x="22090" y="200"/>
                  </a:lnTo>
                  <a:lnTo>
                    <a:pt x="22815" y="312"/>
                  </a:lnTo>
                  <a:lnTo>
                    <a:pt x="23531" y="450"/>
                  </a:lnTo>
                  <a:lnTo>
                    <a:pt x="24239" y="612"/>
                  </a:lnTo>
                  <a:lnTo>
                    <a:pt x="24938" y="800"/>
                  </a:lnTo>
                  <a:lnTo>
                    <a:pt x="25629" y="1012"/>
                  </a:lnTo>
                  <a:lnTo>
                    <a:pt x="26312" y="1250"/>
                  </a:lnTo>
                  <a:lnTo>
                    <a:pt x="26983" y="1506"/>
                  </a:lnTo>
                  <a:lnTo>
                    <a:pt x="27636" y="1800"/>
                  </a:lnTo>
                  <a:lnTo>
                    <a:pt x="28273" y="2130"/>
                  </a:lnTo>
                  <a:lnTo>
                    <a:pt x="28894" y="2497"/>
                  </a:lnTo>
                  <a:lnTo>
                    <a:pt x="29497" y="2902"/>
                  </a:lnTo>
                  <a:lnTo>
                    <a:pt x="30084" y="3343"/>
                  </a:lnTo>
                  <a:lnTo>
                    <a:pt x="30655" y="3821"/>
                  </a:lnTo>
                  <a:lnTo>
                    <a:pt x="31208" y="4336"/>
                  </a:lnTo>
                  <a:lnTo>
                    <a:pt x="31745" y="4888"/>
                  </a:lnTo>
                  <a:lnTo>
                    <a:pt x="32265" y="5476"/>
                  </a:lnTo>
                  <a:lnTo>
                    <a:pt x="32766" y="6104"/>
                  </a:lnTo>
                  <a:lnTo>
                    <a:pt x="33244" y="6774"/>
                  </a:lnTo>
                  <a:lnTo>
                    <a:pt x="33700" y="7486"/>
                  </a:lnTo>
                  <a:lnTo>
                    <a:pt x="34132" y="8239"/>
                  </a:lnTo>
                  <a:lnTo>
                    <a:pt x="34543" y="9033"/>
                  </a:lnTo>
                  <a:lnTo>
                    <a:pt x="34930" y="9870"/>
                  </a:lnTo>
                  <a:lnTo>
                    <a:pt x="35295" y="10748"/>
                  </a:lnTo>
                  <a:lnTo>
                    <a:pt x="35637" y="11668"/>
                  </a:lnTo>
                  <a:lnTo>
                    <a:pt x="35957" y="12629"/>
                  </a:lnTo>
                  <a:lnTo>
                    <a:pt x="36254" y="13632"/>
                  </a:lnTo>
                  <a:lnTo>
                    <a:pt x="36537" y="14683"/>
                  </a:lnTo>
                  <a:lnTo>
                    <a:pt x="36790" y="15787"/>
                  </a:lnTo>
                  <a:lnTo>
                    <a:pt x="37013" y="16945"/>
                  </a:lnTo>
                  <a:lnTo>
                    <a:pt x="37207" y="18157"/>
                  </a:lnTo>
                  <a:lnTo>
                    <a:pt x="37370" y="19422"/>
                  </a:lnTo>
                  <a:lnTo>
                    <a:pt x="37504" y="20740"/>
                  </a:lnTo>
                  <a:lnTo>
                    <a:pt x="37608" y="22112"/>
                  </a:lnTo>
                  <a:lnTo>
                    <a:pt x="37683" y="23538"/>
                  </a:lnTo>
                  <a:lnTo>
                    <a:pt x="37727" y="25018"/>
                  </a:lnTo>
                  <a:lnTo>
                    <a:pt x="37742" y="26550"/>
                  </a:lnTo>
                  <a:lnTo>
                    <a:pt x="37727" y="28027"/>
                  </a:lnTo>
                  <a:lnTo>
                    <a:pt x="37683" y="29456"/>
                  </a:lnTo>
                  <a:lnTo>
                    <a:pt x="37608" y="30837"/>
                  </a:lnTo>
                  <a:lnTo>
                    <a:pt x="37504" y="32170"/>
                  </a:lnTo>
                  <a:lnTo>
                    <a:pt x="37370" y="33456"/>
                  </a:lnTo>
                  <a:lnTo>
                    <a:pt x="37207" y="34694"/>
                  </a:lnTo>
                  <a:lnTo>
                    <a:pt x="37013" y="35885"/>
                  </a:lnTo>
                  <a:lnTo>
                    <a:pt x="36790" y="37028"/>
                  </a:lnTo>
                  <a:lnTo>
                    <a:pt x="36537" y="38123"/>
                  </a:lnTo>
                  <a:lnTo>
                    <a:pt x="36254" y="39171"/>
                  </a:lnTo>
                  <a:lnTo>
                    <a:pt x="35946" y="40176"/>
                  </a:lnTo>
                  <a:lnTo>
                    <a:pt x="35616" y="41143"/>
                  </a:lnTo>
                  <a:lnTo>
                    <a:pt x="35265" y="42071"/>
                  </a:lnTo>
                  <a:lnTo>
                    <a:pt x="34892" y="42962"/>
                  </a:lnTo>
                  <a:lnTo>
                    <a:pt x="34498" y="43815"/>
                  </a:lnTo>
                  <a:lnTo>
                    <a:pt x="34082" y="44629"/>
                  </a:lnTo>
                  <a:lnTo>
                    <a:pt x="33645" y="45405"/>
                  </a:lnTo>
                  <a:lnTo>
                    <a:pt x="33187" y="46143"/>
                  </a:lnTo>
                  <a:lnTo>
                    <a:pt x="32707" y="46843"/>
                  </a:lnTo>
                  <a:lnTo>
                    <a:pt x="32206" y="47505"/>
                  </a:lnTo>
                  <a:lnTo>
                    <a:pt x="31696" y="48119"/>
                  </a:lnTo>
                  <a:lnTo>
                    <a:pt x="31168" y="48696"/>
                  </a:lnTo>
                  <a:lnTo>
                    <a:pt x="30620" y="49238"/>
                  </a:lnTo>
                  <a:lnTo>
                    <a:pt x="30053" y="49744"/>
                  </a:lnTo>
                  <a:lnTo>
                    <a:pt x="29467" y="50214"/>
                  </a:lnTo>
                  <a:lnTo>
                    <a:pt x="28863" y="50649"/>
                  </a:lnTo>
                  <a:lnTo>
                    <a:pt x="28239" y="51048"/>
                  </a:lnTo>
                  <a:lnTo>
                    <a:pt x="27596" y="51411"/>
                  </a:lnTo>
                  <a:lnTo>
                    <a:pt x="26934" y="51738"/>
                  </a:lnTo>
                  <a:lnTo>
                    <a:pt x="26253" y="52030"/>
                  </a:lnTo>
                  <a:lnTo>
                    <a:pt x="25557" y="52290"/>
                  </a:lnTo>
                  <a:lnTo>
                    <a:pt x="24853" y="52523"/>
                  </a:lnTo>
                  <a:lnTo>
                    <a:pt x="24138" y="52728"/>
                  </a:lnTo>
                  <a:lnTo>
                    <a:pt x="23414" y="52906"/>
                  </a:lnTo>
                  <a:lnTo>
                    <a:pt x="22681" y="53057"/>
                  </a:lnTo>
                  <a:lnTo>
                    <a:pt x="21938" y="53180"/>
                  </a:lnTo>
                  <a:lnTo>
                    <a:pt x="21185" y="53276"/>
                  </a:lnTo>
                  <a:lnTo>
                    <a:pt x="20423" y="53344"/>
                  </a:lnTo>
                  <a:lnTo>
                    <a:pt x="19652" y="53385"/>
                  </a:lnTo>
                  <a:lnTo>
                    <a:pt x="18871" y="53399"/>
                  </a:lnTo>
                  <a:lnTo>
                    <a:pt x="18079" y="53385"/>
                  </a:lnTo>
                  <a:lnTo>
                    <a:pt x="17297" y="53344"/>
                  </a:lnTo>
                  <a:lnTo>
                    <a:pt x="16526" y="53276"/>
                  </a:lnTo>
                  <a:lnTo>
                    <a:pt x="15766" y="53180"/>
                  </a:lnTo>
                  <a:lnTo>
                    <a:pt x="15016" y="53057"/>
                  </a:lnTo>
                  <a:lnTo>
                    <a:pt x="14277" y="52906"/>
                  </a:lnTo>
                  <a:lnTo>
                    <a:pt x="13549" y="52728"/>
                  </a:lnTo>
                  <a:lnTo>
                    <a:pt x="12832" y="52523"/>
                  </a:lnTo>
                  <a:lnTo>
                    <a:pt x="12125" y="52290"/>
                  </a:lnTo>
                  <a:lnTo>
                    <a:pt x="11429" y="52030"/>
                  </a:lnTo>
                  <a:lnTo>
                    <a:pt x="10748" y="51738"/>
                  </a:lnTo>
                  <a:lnTo>
                    <a:pt x="10084" y="51411"/>
                  </a:lnTo>
                  <a:lnTo>
                    <a:pt x="9438" y="51048"/>
                  </a:lnTo>
                  <a:lnTo>
                    <a:pt x="8810" y="50649"/>
                  </a:lnTo>
                  <a:lnTo>
                    <a:pt x="8200" y="50214"/>
                  </a:lnTo>
                  <a:lnTo>
                    <a:pt x="7608" y="49744"/>
                  </a:lnTo>
                  <a:lnTo>
                    <a:pt x="7033" y="49238"/>
                  </a:lnTo>
                  <a:lnTo>
                    <a:pt x="6477" y="48696"/>
                  </a:lnTo>
                  <a:lnTo>
                    <a:pt x="5938" y="48119"/>
                  </a:lnTo>
                  <a:lnTo>
                    <a:pt x="5417" y="47505"/>
                  </a:lnTo>
                  <a:lnTo>
                    <a:pt x="4927" y="46855"/>
                  </a:lnTo>
                  <a:lnTo>
                    <a:pt x="4457" y="46165"/>
                  </a:lnTo>
                  <a:lnTo>
                    <a:pt x="4008" y="45436"/>
                  </a:lnTo>
                  <a:lnTo>
                    <a:pt x="3579" y="44667"/>
                  </a:lnTo>
                  <a:lnTo>
                    <a:pt x="3170" y="43859"/>
                  </a:lnTo>
                  <a:lnTo>
                    <a:pt x="2781" y="43012"/>
                  </a:lnTo>
                  <a:lnTo>
                    <a:pt x="2412" y="42126"/>
                  </a:lnTo>
                  <a:lnTo>
                    <a:pt x="2064" y="41200"/>
                  </a:lnTo>
                  <a:lnTo>
                    <a:pt x="1736" y="40235"/>
                  </a:lnTo>
                  <a:lnTo>
                    <a:pt x="1428" y="39231"/>
                  </a:lnTo>
                  <a:lnTo>
                    <a:pt x="1157" y="38182"/>
                  </a:lnTo>
                  <a:lnTo>
                    <a:pt x="914" y="37085"/>
                  </a:lnTo>
                  <a:lnTo>
                    <a:pt x="700" y="35939"/>
                  </a:lnTo>
                  <a:lnTo>
                    <a:pt x="514" y="34744"/>
                  </a:lnTo>
                  <a:lnTo>
                    <a:pt x="357" y="33501"/>
                  </a:lnTo>
                  <a:lnTo>
                    <a:pt x="228" y="32208"/>
                  </a:lnTo>
                  <a:lnTo>
                    <a:pt x="128" y="30867"/>
                  </a:lnTo>
                  <a:lnTo>
                    <a:pt x="57" y="29477"/>
                  </a:lnTo>
                  <a:lnTo>
                    <a:pt x="14" y="28038"/>
                  </a:lnTo>
                  <a:lnTo>
                    <a:pt x="0" y="26550"/>
                  </a:lnTo>
                  <a:lnTo>
                    <a:pt x="14" y="25018"/>
                  </a:lnTo>
                  <a:lnTo>
                    <a:pt x="57" y="23538"/>
                  </a:lnTo>
                  <a:lnTo>
                    <a:pt x="128" y="22112"/>
                  </a:lnTo>
                  <a:lnTo>
                    <a:pt x="228" y="20740"/>
                  </a:lnTo>
                  <a:lnTo>
                    <a:pt x="357" y="19422"/>
                  </a:lnTo>
                  <a:lnTo>
                    <a:pt x="514" y="18157"/>
                  </a:lnTo>
                  <a:lnTo>
                    <a:pt x="700" y="16945"/>
                  </a:lnTo>
                  <a:lnTo>
                    <a:pt x="914" y="15787"/>
                  </a:lnTo>
                  <a:lnTo>
                    <a:pt x="1157" y="14683"/>
                  </a:lnTo>
                  <a:lnTo>
                    <a:pt x="1428" y="13632"/>
                  </a:lnTo>
                  <a:lnTo>
                    <a:pt x="1737" y="12629"/>
                  </a:lnTo>
                  <a:lnTo>
                    <a:pt x="2066" y="11668"/>
                  </a:lnTo>
                  <a:lnTo>
                    <a:pt x="2418" y="10748"/>
                  </a:lnTo>
                  <a:lnTo>
                    <a:pt x="2790" y="9870"/>
                  </a:lnTo>
                  <a:lnTo>
                    <a:pt x="3184" y="9033"/>
                  </a:lnTo>
                  <a:lnTo>
                    <a:pt x="3600" y="8239"/>
                  </a:lnTo>
                  <a:lnTo>
                    <a:pt x="4037" y="7486"/>
                  </a:lnTo>
                  <a:lnTo>
                    <a:pt x="4495" y="6774"/>
                  </a:lnTo>
                  <a:lnTo>
                    <a:pt x="4975" y="6104"/>
                  </a:lnTo>
                  <a:lnTo>
                    <a:pt x="5476" y="5476"/>
                  </a:lnTo>
                  <a:lnTo>
                    <a:pt x="5998" y="4888"/>
                  </a:lnTo>
                  <a:lnTo>
                    <a:pt x="6538" y="4336"/>
                  </a:lnTo>
                  <a:lnTo>
                    <a:pt x="7098" y="3821"/>
                  </a:lnTo>
                  <a:lnTo>
                    <a:pt x="7677" y="3343"/>
                  </a:lnTo>
                  <a:lnTo>
                    <a:pt x="8274" y="2902"/>
                  </a:lnTo>
                  <a:lnTo>
                    <a:pt x="8891" y="2497"/>
                  </a:lnTo>
                  <a:lnTo>
                    <a:pt x="9527" y="2130"/>
                  </a:lnTo>
                  <a:lnTo>
                    <a:pt x="10182" y="1800"/>
                  </a:lnTo>
                  <a:lnTo>
                    <a:pt x="10856" y="1506"/>
                  </a:lnTo>
                  <a:lnTo>
                    <a:pt x="11549" y="1250"/>
                  </a:lnTo>
                  <a:lnTo>
                    <a:pt x="12256" y="1012"/>
                  </a:lnTo>
                  <a:lnTo>
                    <a:pt x="12975" y="800"/>
                  </a:lnTo>
                  <a:lnTo>
                    <a:pt x="13704" y="612"/>
                  </a:lnTo>
                  <a:lnTo>
                    <a:pt x="14444" y="450"/>
                  </a:lnTo>
                  <a:lnTo>
                    <a:pt x="15195" y="312"/>
                  </a:lnTo>
                  <a:lnTo>
                    <a:pt x="15956" y="200"/>
                  </a:lnTo>
                  <a:lnTo>
                    <a:pt x="16728" y="112"/>
                  </a:lnTo>
                  <a:lnTo>
                    <a:pt x="17511" y="50"/>
                  </a:lnTo>
                  <a:lnTo>
                    <a:pt x="18305" y="12"/>
                  </a:lnTo>
                  <a:close/>
                  <a:moveTo>
                    <a:pt x="90904" y="58757"/>
                  </a:moveTo>
                  <a:lnTo>
                    <a:pt x="90897" y="57598"/>
                  </a:lnTo>
                  <a:lnTo>
                    <a:pt x="90878" y="56480"/>
                  </a:lnTo>
                  <a:lnTo>
                    <a:pt x="90845" y="55403"/>
                  </a:lnTo>
                  <a:lnTo>
                    <a:pt x="90799" y="54366"/>
                  </a:lnTo>
                  <a:lnTo>
                    <a:pt x="90740" y="53369"/>
                  </a:lnTo>
                  <a:lnTo>
                    <a:pt x="90668" y="52413"/>
                  </a:lnTo>
                  <a:lnTo>
                    <a:pt x="90583" y="51498"/>
                  </a:lnTo>
                  <a:lnTo>
                    <a:pt x="90485" y="50622"/>
                  </a:lnTo>
                  <a:lnTo>
                    <a:pt x="90373" y="49788"/>
                  </a:lnTo>
                  <a:lnTo>
                    <a:pt x="90249" y="48994"/>
                  </a:lnTo>
                  <a:lnTo>
                    <a:pt x="90111" y="48224"/>
                  </a:lnTo>
                  <a:lnTo>
                    <a:pt x="89961" y="47486"/>
                  </a:lnTo>
                  <a:lnTo>
                    <a:pt x="89797" y="46781"/>
                  </a:lnTo>
                  <a:lnTo>
                    <a:pt x="89620" y="46108"/>
                  </a:lnTo>
                  <a:lnTo>
                    <a:pt x="89430" y="45466"/>
                  </a:lnTo>
                  <a:lnTo>
                    <a:pt x="89227" y="44857"/>
                  </a:lnTo>
                  <a:lnTo>
                    <a:pt x="89011" y="44281"/>
                  </a:lnTo>
                  <a:lnTo>
                    <a:pt x="88782" y="43736"/>
                  </a:lnTo>
                  <a:lnTo>
                    <a:pt x="88540" y="43223"/>
                  </a:lnTo>
                  <a:lnTo>
                    <a:pt x="88284" y="42743"/>
                  </a:lnTo>
                  <a:lnTo>
                    <a:pt x="88028" y="42292"/>
                  </a:lnTo>
                  <a:lnTo>
                    <a:pt x="87758" y="41869"/>
                  </a:lnTo>
                  <a:lnTo>
                    <a:pt x="87475" y="41473"/>
                  </a:lnTo>
                  <a:lnTo>
                    <a:pt x="87179" y="41105"/>
                  </a:lnTo>
                  <a:lnTo>
                    <a:pt x="86870" y="40764"/>
                  </a:lnTo>
                  <a:lnTo>
                    <a:pt x="86548" y="40450"/>
                  </a:lnTo>
                  <a:lnTo>
                    <a:pt x="86213" y="40163"/>
                  </a:lnTo>
                  <a:lnTo>
                    <a:pt x="85865" y="39904"/>
                  </a:lnTo>
                  <a:lnTo>
                    <a:pt x="85504" y="39673"/>
                  </a:lnTo>
                  <a:lnTo>
                    <a:pt x="85129" y="39469"/>
                  </a:lnTo>
                  <a:lnTo>
                    <a:pt x="84755" y="39288"/>
                  </a:lnTo>
                  <a:lnTo>
                    <a:pt x="84370" y="39126"/>
                  </a:lnTo>
                  <a:lnTo>
                    <a:pt x="83974" y="38983"/>
                  </a:lnTo>
                  <a:lnTo>
                    <a:pt x="83567" y="38859"/>
                  </a:lnTo>
                  <a:lnTo>
                    <a:pt x="83150" y="38754"/>
                  </a:lnTo>
                  <a:lnTo>
                    <a:pt x="82722" y="38669"/>
                  </a:lnTo>
                  <a:lnTo>
                    <a:pt x="82283" y="38602"/>
                  </a:lnTo>
                  <a:lnTo>
                    <a:pt x="81834" y="38554"/>
                  </a:lnTo>
                  <a:lnTo>
                    <a:pt x="81373" y="38526"/>
                  </a:lnTo>
                  <a:lnTo>
                    <a:pt x="80902" y="38516"/>
                  </a:lnTo>
                  <a:lnTo>
                    <a:pt x="80408" y="38526"/>
                  </a:lnTo>
                  <a:lnTo>
                    <a:pt x="79926" y="38557"/>
                  </a:lnTo>
                  <a:lnTo>
                    <a:pt x="79456" y="38607"/>
                  </a:lnTo>
                  <a:lnTo>
                    <a:pt x="78997" y="38678"/>
                  </a:lnTo>
                  <a:lnTo>
                    <a:pt x="78551" y="38769"/>
                  </a:lnTo>
                  <a:lnTo>
                    <a:pt x="78116" y="38881"/>
                  </a:lnTo>
                  <a:lnTo>
                    <a:pt x="77694" y="39012"/>
                  </a:lnTo>
                  <a:lnTo>
                    <a:pt x="77283" y="39164"/>
                  </a:lnTo>
                  <a:lnTo>
                    <a:pt x="76884" y="39336"/>
                  </a:lnTo>
                  <a:lnTo>
                    <a:pt x="76497" y="39528"/>
                  </a:lnTo>
                  <a:lnTo>
                    <a:pt x="76122" y="39732"/>
                  </a:lnTo>
                  <a:lnTo>
                    <a:pt x="75759" y="39964"/>
                  </a:lnTo>
                  <a:lnTo>
                    <a:pt x="75408" y="40223"/>
                  </a:lnTo>
                  <a:lnTo>
                    <a:pt x="75068" y="40509"/>
                  </a:lnTo>
                  <a:lnTo>
                    <a:pt x="74741" y="40823"/>
                  </a:lnTo>
                  <a:lnTo>
                    <a:pt x="74425" y="41164"/>
                  </a:lnTo>
                  <a:lnTo>
                    <a:pt x="74122" y="41533"/>
                  </a:lnTo>
                  <a:lnTo>
                    <a:pt x="73830" y="41929"/>
                  </a:lnTo>
                  <a:lnTo>
                    <a:pt x="73550" y="42352"/>
                  </a:lnTo>
                  <a:lnTo>
                    <a:pt x="73282" y="42802"/>
                  </a:lnTo>
                  <a:lnTo>
                    <a:pt x="73027" y="43283"/>
                  </a:lnTo>
                  <a:lnTo>
                    <a:pt x="72785" y="43795"/>
                  </a:lnTo>
                  <a:lnTo>
                    <a:pt x="72556" y="44340"/>
                  </a:lnTo>
                  <a:lnTo>
                    <a:pt x="72339" y="44917"/>
                  </a:lnTo>
                  <a:lnTo>
                    <a:pt x="72136" y="45526"/>
                  </a:lnTo>
                  <a:lnTo>
                    <a:pt x="71947" y="46167"/>
                  </a:lnTo>
                  <a:lnTo>
                    <a:pt x="71770" y="46840"/>
                  </a:lnTo>
                  <a:lnTo>
                    <a:pt x="71606" y="47546"/>
                  </a:lnTo>
                  <a:lnTo>
                    <a:pt x="71455" y="48284"/>
                  </a:lnTo>
                  <a:lnTo>
                    <a:pt x="71318" y="49053"/>
                  </a:lnTo>
                  <a:lnTo>
                    <a:pt x="71194" y="49847"/>
                  </a:lnTo>
                  <a:lnTo>
                    <a:pt x="71082" y="50680"/>
                  </a:lnTo>
                  <a:lnTo>
                    <a:pt x="70984" y="51552"/>
                  </a:lnTo>
                  <a:lnTo>
                    <a:pt x="70899" y="52463"/>
                  </a:lnTo>
                  <a:lnTo>
                    <a:pt x="70827" y="53414"/>
                  </a:lnTo>
                  <a:lnTo>
                    <a:pt x="70768" y="54404"/>
                  </a:lnTo>
                  <a:lnTo>
                    <a:pt x="70722" y="55433"/>
                  </a:lnTo>
                  <a:lnTo>
                    <a:pt x="70689" y="56502"/>
                  </a:lnTo>
                  <a:lnTo>
                    <a:pt x="70670" y="57610"/>
                  </a:lnTo>
                  <a:lnTo>
                    <a:pt x="70663" y="58757"/>
                  </a:lnTo>
                  <a:lnTo>
                    <a:pt x="70670" y="59869"/>
                  </a:lnTo>
                  <a:lnTo>
                    <a:pt x="70689" y="60945"/>
                  </a:lnTo>
                  <a:lnTo>
                    <a:pt x="70722" y="61984"/>
                  </a:lnTo>
                  <a:lnTo>
                    <a:pt x="70768" y="62986"/>
                  </a:lnTo>
                  <a:lnTo>
                    <a:pt x="70827" y="63951"/>
                  </a:lnTo>
                  <a:lnTo>
                    <a:pt x="70899" y="64879"/>
                  </a:lnTo>
                  <a:lnTo>
                    <a:pt x="70984" y="65770"/>
                  </a:lnTo>
                  <a:lnTo>
                    <a:pt x="71082" y="66624"/>
                  </a:lnTo>
                  <a:lnTo>
                    <a:pt x="71194" y="67442"/>
                  </a:lnTo>
                  <a:lnTo>
                    <a:pt x="71318" y="68222"/>
                  </a:lnTo>
                  <a:lnTo>
                    <a:pt x="71466" y="68970"/>
                  </a:lnTo>
                  <a:lnTo>
                    <a:pt x="71625" y="69689"/>
                  </a:lnTo>
                  <a:lnTo>
                    <a:pt x="71795" y="70380"/>
                  </a:lnTo>
                  <a:lnTo>
                    <a:pt x="71975" y="71042"/>
                  </a:lnTo>
                  <a:lnTo>
                    <a:pt x="72166" y="71675"/>
                  </a:lnTo>
                  <a:lnTo>
                    <a:pt x="72368" y="72280"/>
                  </a:lnTo>
                  <a:lnTo>
                    <a:pt x="72581" y="72856"/>
                  </a:lnTo>
                  <a:lnTo>
                    <a:pt x="72804" y="73404"/>
                  </a:lnTo>
                  <a:lnTo>
                    <a:pt x="73038" y="73923"/>
                  </a:lnTo>
                  <a:lnTo>
                    <a:pt x="73282" y="74414"/>
                  </a:lnTo>
                  <a:lnTo>
                    <a:pt x="73550" y="74865"/>
                  </a:lnTo>
                  <a:lnTo>
                    <a:pt x="73828" y="75290"/>
                  </a:lnTo>
                  <a:lnTo>
                    <a:pt x="74117" y="75689"/>
                  </a:lnTo>
                  <a:lnTo>
                    <a:pt x="74416" y="76061"/>
                  </a:lnTo>
                  <a:lnTo>
                    <a:pt x="74726" y="76408"/>
                  </a:lnTo>
                  <a:lnTo>
                    <a:pt x="75047" y="76728"/>
                  </a:lnTo>
                  <a:lnTo>
                    <a:pt x="75379" y="77022"/>
                  </a:lnTo>
                  <a:lnTo>
                    <a:pt x="75721" y="77290"/>
                  </a:lnTo>
                  <a:lnTo>
                    <a:pt x="76074" y="77532"/>
                  </a:lnTo>
                  <a:lnTo>
                    <a:pt x="76438" y="77747"/>
                  </a:lnTo>
                  <a:lnTo>
                    <a:pt x="76824" y="77940"/>
                  </a:lnTo>
                  <a:lnTo>
                    <a:pt x="77221" y="78112"/>
                  </a:lnTo>
                  <a:lnTo>
                    <a:pt x="77629" y="78263"/>
                  </a:lnTo>
                  <a:lnTo>
                    <a:pt x="78047" y="78395"/>
                  </a:lnTo>
                  <a:lnTo>
                    <a:pt x="78477" y="78506"/>
                  </a:lnTo>
                  <a:lnTo>
                    <a:pt x="78917" y="78597"/>
                  </a:lnTo>
                  <a:lnTo>
                    <a:pt x="79367" y="78668"/>
                  </a:lnTo>
                  <a:lnTo>
                    <a:pt x="79829" y="78719"/>
                  </a:lnTo>
                  <a:lnTo>
                    <a:pt x="80301" y="78749"/>
                  </a:lnTo>
                  <a:lnTo>
                    <a:pt x="80783" y="78759"/>
                  </a:lnTo>
                  <a:lnTo>
                    <a:pt x="81243" y="78749"/>
                  </a:lnTo>
                  <a:lnTo>
                    <a:pt x="81693" y="78719"/>
                  </a:lnTo>
                  <a:lnTo>
                    <a:pt x="82134" y="78668"/>
                  </a:lnTo>
                  <a:lnTo>
                    <a:pt x="82565" y="78597"/>
                  </a:lnTo>
                  <a:lnTo>
                    <a:pt x="82986" y="78506"/>
                  </a:lnTo>
                  <a:lnTo>
                    <a:pt x="83398" y="78395"/>
                  </a:lnTo>
                  <a:lnTo>
                    <a:pt x="83800" y="78263"/>
                  </a:lnTo>
                  <a:lnTo>
                    <a:pt x="84193" y="78112"/>
                  </a:lnTo>
                  <a:lnTo>
                    <a:pt x="84577" y="77940"/>
                  </a:lnTo>
                  <a:lnTo>
                    <a:pt x="84951" y="77747"/>
                  </a:lnTo>
                  <a:lnTo>
                    <a:pt x="85326" y="77532"/>
                  </a:lnTo>
                  <a:lnTo>
                    <a:pt x="85689" y="77290"/>
                  </a:lnTo>
                  <a:lnTo>
                    <a:pt x="86040" y="77022"/>
                  </a:lnTo>
                  <a:lnTo>
                    <a:pt x="86379" y="76728"/>
                  </a:lnTo>
                  <a:lnTo>
                    <a:pt x="86707" y="76408"/>
                  </a:lnTo>
                  <a:lnTo>
                    <a:pt x="87022" y="76061"/>
                  </a:lnTo>
                  <a:lnTo>
                    <a:pt x="87326" y="75689"/>
                  </a:lnTo>
                  <a:lnTo>
                    <a:pt x="87618" y="75290"/>
                  </a:lnTo>
                  <a:lnTo>
                    <a:pt x="87897" y="74865"/>
                  </a:lnTo>
                  <a:lnTo>
                    <a:pt x="88165" y="74414"/>
                  </a:lnTo>
                  <a:lnTo>
                    <a:pt x="88421" y="73923"/>
                  </a:lnTo>
                  <a:lnTo>
                    <a:pt x="88665" y="73404"/>
                  </a:lnTo>
                  <a:lnTo>
                    <a:pt x="88898" y="72856"/>
                  </a:lnTo>
                  <a:lnTo>
                    <a:pt x="89118" y="72280"/>
                  </a:lnTo>
                  <a:lnTo>
                    <a:pt x="89326" y="71675"/>
                  </a:lnTo>
                  <a:lnTo>
                    <a:pt x="89523" y="71042"/>
                  </a:lnTo>
                  <a:lnTo>
                    <a:pt x="89707" y="70380"/>
                  </a:lnTo>
                  <a:lnTo>
                    <a:pt x="89880" y="69689"/>
                  </a:lnTo>
                  <a:lnTo>
                    <a:pt x="90041" y="68970"/>
                  </a:lnTo>
                  <a:lnTo>
                    <a:pt x="90189" y="68222"/>
                  </a:lnTo>
                  <a:lnTo>
                    <a:pt x="90325" y="67442"/>
                  </a:lnTo>
                  <a:lnTo>
                    <a:pt x="90447" y="66624"/>
                  </a:lnTo>
                  <a:lnTo>
                    <a:pt x="90554" y="65770"/>
                  </a:lnTo>
                  <a:lnTo>
                    <a:pt x="90647" y="64879"/>
                  </a:lnTo>
                  <a:lnTo>
                    <a:pt x="90725" y="63951"/>
                  </a:lnTo>
                  <a:lnTo>
                    <a:pt x="90789" y="62986"/>
                  </a:lnTo>
                  <a:lnTo>
                    <a:pt x="90839" y="61984"/>
                  </a:lnTo>
                  <a:lnTo>
                    <a:pt x="90875" y="60945"/>
                  </a:lnTo>
                  <a:lnTo>
                    <a:pt x="90897" y="59869"/>
                  </a:lnTo>
                  <a:close/>
                  <a:moveTo>
                    <a:pt x="28991" y="26550"/>
                  </a:moveTo>
                  <a:lnTo>
                    <a:pt x="28985" y="25403"/>
                  </a:lnTo>
                  <a:lnTo>
                    <a:pt x="28965" y="24295"/>
                  </a:lnTo>
                  <a:lnTo>
                    <a:pt x="28932" y="23227"/>
                  </a:lnTo>
                  <a:lnTo>
                    <a:pt x="28886" y="22198"/>
                  </a:lnTo>
                  <a:lnTo>
                    <a:pt x="28828" y="21208"/>
                  </a:lnTo>
                  <a:lnTo>
                    <a:pt x="28755" y="20257"/>
                  </a:lnTo>
                  <a:lnTo>
                    <a:pt x="28670" y="19345"/>
                  </a:lnTo>
                  <a:lnTo>
                    <a:pt x="28572" y="18473"/>
                  </a:lnTo>
                  <a:lnTo>
                    <a:pt x="28461" y="17640"/>
                  </a:lnTo>
                  <a:lnTo>
                    <a:pt x="28336" y="16847"/>
                  </a:lnTo>
                  <a:lnTo>
                    <a:pt x="28199" y="16088"/>
                  </a:lnTo>
                  <a:lnTo>
                    <a:pt x="28051" y="15361"/>
                  </a:lnTo>
                  <a:lnTo>
                    <a:pt x="27890" y="14664"/>
                  </a:lnTo>
                  <a:lnTo>
                    <a:pt x="27717" y="13999"/>
                  </a:lnTo>
                  <a:lnTo>
                    <a:pt x="27533" y="13364"/>
                  </a:lnTo>
                  <a:lnTo>
                    <a:pt x="27336" y="12761"/>
                  </a:lnTo>
                  <a:lnTo>
                    <a:pt x="27128" y="12188"/>
                  </a:lnTo>
                  <a:lnTo>
                    <a:pt x="26908" y="11646"/>
                  </a:lnTo>
                  <a:lnTo>
                    <a:pt x="26675" y="11135"/>
                  </a:lnTo>
                  <a:lnTo>
                    <a:pt x="26431" y="10656"/>
                  </a:lnTo>
                  <a:lnTo>
                    <a:pt x="26175" y="10205"/>
                  </a:lnTo>
                  <a:lnTo>
                    <a:pt x="25908" y="9782"/>
                  </a:lnTo>
                  <a:lnTo>
                    <a:pt x="25628" y="9386"/>
                  </a:lnTo>
                  <a:lnTo>
                    <a:pt x="25336" y="9017"/>
                  </a:lnTo>
                  <a:lnTo>
                    <a:pt x="25032" y="8676"/>
                  </a:lnTo>
                  <a:lnTo>
                    <a:pt x="24717" y="8362"/>
                  </a:lnTo>
                  <a:lnTo>
                    <a:pt x="24389" y="8076"/>
                  </a:lnTo>
                  <a:lnTo>
                    <a:pt x="24050" y="7817"/>
                  </a:lnTo>
                  <a:lnTo>
                    <a:pt x="23699" y="7586"/>
                  </a:lnTo>
                  <a:lnTo>
                    <a:pt x="23336" y="7381"/>
                  </a:lnTo>
                  <a:lnTo>
                    <a:pt x="22961" y="7200"/>
                  </a:lnTo>
                  <a:lnTo>
                    <a:pt x="22576" y="7038"/>
                  </a:lnTo>
                  <a:lnTo>
                    <a:pt x="22180" y="6896"/>
                  </a:lnTo>
                  <a:lnTo>
                    <a:pt x="21774" y="6772"/>
                  </a:lnTo>
                  <a:lnTo>
                    <a:pt x="21356" y="6667"/>
                  </a:lnTo>
                  <a:lnTo>
                    <a:pt x="20928" y="6581"/>
                  </a:lnTo>
                  <a:lnTo>
                    <a:pt x="20490" y="6515"/>
                  </a:lnTo>
                  <a:lnTo>
                    <a:pt x="20040" y="6467"/>
                  </a:lnTo>
                  <a:lnTo>
                    <a:pt x="19580" y="6438"/>
                  </a:lnTo>
                  <a:lnTo>
                    <a:pt x="19109" y="6429"/>
                  </a:lnTo>
                  <a:lnTo>
                    <a:pt x="18603" y="6439"/>
                  </a:lnTo>
                  <a:lnTo>
                    <a:pt x="18109" y="6469"/>
                  </a:lnTo>
                  <a:lnTo>
                    <a:pt x="17627" y="6520"/>
                  </a:lnTo>
                  <a:lnTo>
                    <a:pt x="17156" y="6591"/>
                  </a:lnTo>
                  <a:lnTo>
                    <a:pt x="16698" y="6682"/>
                  </a:lnTo>
                  <a:lnTo>
                    <a:pt x="16252" y="6793"/>
                  </a:lnTo>
                  <a:lnTo>
                    <a:pt x="15817" y="6925"/>
                  </a:lnTo>
                  <a:lnTo>
                    <a:pt x="15394" y="7077"/>
                  </a:lnTo>
                  <a:lnTo>
                    <a:pt x="14984" y="7249"/>
                  </a:lnTo>
                  <a:lnTo>
                    <a:pt x="14585" y="7441"/>
                  </a:lnTo>
                  <a:lnTo>
                    <a:pt x="14210" y="7645"/>
                  </a:lnTo>
                  <a:lnTo>
                    <a:pt x="13846" y="7877"/>
                  </a:lnTo>
                  <a:lnTo>
                    <a:pt x="13495" y="8136"/>
                  </a:lnTo>
                  <a:lnTo>
                    <a:pt x="13156" y="8422"/>
                  </a:lnTo>
                  <a:lnTo>
                    <a:pt x="12828" y="8736"/>
                  </a:lnTo>
                  <a:lnTo>
                    <a:pt x="12513" y="9077"/>
                  </a:lnTo>
                  <a:lnTo>
                    <a:pt x="12209" y="9445"/>
                  </a:lnTo>
                  <a:lnTo>
                    <a:pt x="11918" y="9841"/>
                  </a:lnTo>
                  <a:lnTo>
                    <a:pt x="11638" y="10264"/>
                  </a:lnTo>
                  <a:lnTo>
                    <a:pt x="11370" y="10715"/>
                  </a:lnTo>
                  <a:lnTo>
                    <a:pt x="11115" y="11195"/>
                  </a:lnTo>
                  <a:lnTo>
                    <a:pt x="10872" y="11706"/>
                  </a:lnTo>
                  <a:lnTo>
                    <a:pt x="10643" y="12247"/>
                  </a:lnTo>
                  <a:lnTo>
                    <a:pt x="10427" y="12820"/>
                  </a:lnTo>
                  <a:lnTo>
                    <a:pt x="10224" y="13424"/>
                  </a:lnTo>
                  <a:lnTo>
                    <a:pt x="10034" y="14058"/>
                  </a:lnTo>
                  <a:lnTo>
                    <a:pt x="9857" y="14724"/>
                  </a:lnTo>
                  <a:lnTo>
                    <a:pt x="9694" y="15420"/>
                  </a:lnTo>
                  <a:lnTo>
                    <a:pt x="9543" y="16148"/>
                  </a:lnTo>
                  <a:lnTo>
                    <a:pt x="9405" y="16906"/>
                  </a:lnTo>
                  <a:lnTo>
                    <a:pt x="9281" y="17699"/>
                  </a:lnTo>
                  <a:lnTo>
                    <a:pt x="9170" y="18530"/>
                  </a:lnTo>
                  <a:lnTo>
                    <a:pt x="9071" y="19400"/>
                  </a:lnTo>
                  <a:lnTo>
                    <a:pt x="8986" y="20307"/>
                  </a:lnTo>
                  <a:lnTo>
                    <a:pt x="8914" y="21252"/>
                  </a:lnTo>
                  <a:lnTo>
                    <a:pt x="8855" y="22236"/>
                  </a:lnTo>
                  <a:lnTo>
                    <a:pt x="8810" y="23257"/>
                  </a:lnTo>
                  <a:lnTo>
                    <a:pt x="8777" y="24317"/>
                  </a:lnTo>
                  <a:lnTo>
                    <a:pt x="8757" y="25415"/>
                  </a:lnTo>
                  <a:lnTo>
                    <a:pt x="8751" y="26550"/>
                  </a:lnTo>
                  <a:lnTo>
                    <a:pt x="8757" y="27664"/>
                  </a:lnTo>
                  <a:lnTo>
                    <a:pt x="8777" y="28741"/>
                  </a:lnTo>
                  <a:lnTo>
                    <a:pt x="8810" y="29783"/>
                  </a:lnTo>
                  <a:lnTo>
                    <a:pt x="8855" y="30789"/>
                  </a:lnTo>
                  <a:lnTo>
                    <a:pt x="8914" y="31759"/>
                  </a:lnTo>
                  <a:lnTo>
                    <a:pt x="8986" y="32694"/>
                  </a:lnTo>
                  <a:lnTo>
                    <a:pt x="9071" y="33593"/>
                  </a:lnTo>
                  <a:lnTo>
                    <a:pt x="9170" y="34456"/>
                  </a:lnTo>
                  <a:lnTo>
                    <a:pt x="9281" y="35284"/>
                  </a:lnTo>
                  <a:lnTo>
                    <a:pt x="9405" y="36075"/>
                  </a:lnTo>
                  <a:lnTo>
                    <a:pt x="9554" y="36834"/>
                  </a:lnTo>
                  <a:lnTo>
                    <a:pt x="9713" y="37564"/>
                  </a:lnTo>
                  <a:lnTo>
                    <a:pt x="9882" y="38263"/>
                  </a:lnTo>
                  <a:lnTo>
                    <a:pt x="10063" y="38933"/>
                  </a:lnTo>
                  <a:lnTo>
                    <a:pt x="10254" y="39573"/>
                  </a:lnTo>
                  <a:lnTo>
                    <a:pt x="10456" y="40183"/>
                  </a:lnTo>
                  <a:lnTo>
                    <a:pt x="10668" y="40764"/>
                  </a:lnTo>
                  <a:lnTo>
                    <a:pt x="10891" y="41314"/>
                  </a:lnTo>
                  <a:lnTo>
                    <a:pt x="11125" y="41835"/>
                  </a:lnTo>
                  <a:lnTo>
                    <a:pt x="11370" y="42326"/>
                  </a:lnTo>
                  <a:lnTo>
                    <a:pt x="11638" y="42777"/>
                  </a:lnTo>
                  <a:lnTo>
                    <a:pt x="11918" y="43203"/>
                  </a:lnTo>
                  <a:lnTo>
                    <a:pt x="12209" y="43601"/>
                  </a:lnTo>
                  <a:lnTo>
                    <a:pt x="12513" y="43974"/>
                  </a:lnTo>
                  <a:lnTo>
                    <a:pt x="12828" y="44321"/>
                  </a:lnTo>
                  <a:lnTo>
                    <a:pt x="13156" y="44641"/>
                  </a:lnTo>
                  <a:lnTo>
                    <a:pt x="13495" y="44935"/>
                  </a:lnTo>
                  <a:lnTo>
                    <a:pt x="13846" y="45203"/>
                  </a:lnTo>
                  <a:lnTo>
                    <a:pt x="14210" y="45444"/>
                  </a:lnTo>
                  <a:lnTo>
                    <a:pt x="14585" y="45660"/>
                  </a:lnTo>
                  <a:lnTo>
                    <a:pt x="14972" y="45852"/>
                  </a:lnTo>
                  <a:lnTo>
                    <a:pt x="15370" y="46024"/>
                  </a:lnTo>
                  <a:lnTo>
                    <a:pt x="15781" y="46176"/>
                  </a:lnTo>
                  <a:lnTo>
                    <a:pt x="16204" y="46308"/>
                  </a:lnTo>
                  <a:lnTo>
                    <a:pt x="16638" y="46419"/>
                  </a:lnTo>
                  <a:lnTo>
                    <a:pt x="17085" y="46510"/>
                  </a:lnTo>
                  <a:lnTo>
                    <a:pt x="17543" y="46581"/>
                  </a:lnTo>
                  <a:lnTo>
                    <a:pt x="18014" y="46632"/>
                  </a:lnTo>
                  <a:lnTo>
                    <a:pt x="18496" y="46662"/>
                  </a:lnTo>
                  <a:lnTo>
                    <a:pt x="18990" y="46672"/>
                  </a:lnTo>
                  <a:lnTo>
                    <a:pt x="19438" y="46662"/>
                  </a:lnTo>
                  <a:lnTo>
                    <a:pt x="19878" y="46632"/>
                  </a:lnTo>
                  <a:lnTo>
                    <a:pt x="20310" y="46581"/>
                  </a:lnTo>
                  <a:lnTo>
                    <a:pt x="20733" y="46510"/>
                  </a:lnTo>
                  <a:lnTo>
                    <a:pt x="21148" y="46419"/>
                  </a:lnTo>
                  <a:lnTo>
                    <a:pt x="21555" y="46308"/>
                  </a:lnTo>
                  <a:lnTo>
                    <a:pt x="21953" y="46176"/>
                  </a:lnTo>
                  <a:lnTo>
                    <a:pt x="22343" y="46024"/>
                  </a:lnTo>
                  <a:lnTo>
                    <a:pt x="22724" y="45852"/>
                  </a:lnTo>
                  <a:lnTo>
                    <a:pt x="23098" y="45660"/>
                  </a:lnTo>
                  <a:lnTo>
                    <a:pt x="23461" y="45444"/>
                  </a:lnTo>
                  <a:lnTo>
                    <a:pt x="23814" y="45203"/>
                  </a:lnTo>
                  <a:lnTo>
                    <a:pt x="24157" y="44935"/>
                  </a:lnTo>
                  <a:lnTo>
                    <a:pt x="24488" y="44641"/>
                  </a:lnTo>
                  <a:lnTo>
                    <a:pt x="24809" y="44321"/>
                  </a:lnTo>
                  <a:lnTo>
                    <a:pt x="25119" y="43974"/>
                  </a:lnTo>
                  <a:lnTo>
                    <a:pt x="25419" y="43601"/>
                  </a:lnTo>
                  <a:lnTo>
                    <a:pt x="25707" y="43203"/>
                  </a:lnTo>
                  <a:lnTo>
                    <a:pt x="25985" y="42777"/>
                  </a:lnTo>
                  <a:lnTo>
                    <a:pt x="26253" y="42326"/>
                  </a:lnTo>
                  <a:lnTo>
                    <a:pt x="26509" y="41835"/>
                  </a:lnTo>
                  <a:lnTo>
                    <a:pt x="26753" y="41314"/>
                  </a:lnTo>
                  <a:lnTo>
                    <a:pt x="26985" y="40764"/>
                  </a:lnTo>
                  <a:lnTo>
                    <a:pt x="27205" y="40183"/>
                  </a:lnTo>
                  <a:lnTo>
                    <a:pt x="27414" y="39573"/>
                  </a:lnTo>
                  <a:lnTo>
                    <a:pt x="27610" y="38933"/>
                  </a:lnTo>
                  <a:lnTo>
                    <a:pt x="27795" y="38263"/>
                  </a:lnTo>
                  <a:lnTo>
                    <a:pt x="27967" y="37564"/>
                  </a:lnTo>
                  <a:lnTo>
                    <a:pt x="28128" y="36834"/>
                  </a:lnTo>
                  <a:lnTo>
                    <a:pt x="28277" y="36075"/>
                  </a:lnTo>
                  <a:lnTo>
                    <a:pt x="28413" y="35284"/>
                  </a:lnTo>
                  <a:lnTo>
                    <a:pt x="28534" y="34456"/>
                  </a:lnTo>
                  <a:lnTo>
                    <a:pt x="28641" y="33593"/>
                  </a:lnTo>
                  <a:lnTo>
                    <a:pt x="28734" y="32694"/>
                  </a:lnTo>
                  <a:lnTo>
                    <a:pt x="28813" y="31759"/>
                  </a:lnTo>
                  <a:lnTo>
                    <a:pt x="28877" y="30789"/>
                  </a:lnTo>
                  <a:lnTo>
                    <a:pt x="28927" y="29783"/>
                  </a:lnTo>
                  <a:lnTo>
                    <a:pt x="28963" y="28741"/>
                  </a:lnTo>
                  <a:lnTo>
                    <a:pt x="28984" y="276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324405" y="1624724"/>
              <a:ext cx="55423" cy="83879"/>
            </a:xfrm>
            <a:custGeom>
              <a:avLst/>
              <a:pathLst>
                <a:path w="55423" h="83879">
                  <a:moveTo>
                    <a:pt x="55423" y="8691"/>
                  </a:moveTo>
                  <a:lnTo>
                    <a:pt x="54171" y="10613"/>
                  </a:lnTo>
                  <a:lnTo>
                    <a:pt x="52939" y="12520"/>
                  </a:lnTo>
                  <a:lnTo>
                    <a:pt x="51728" y="14413"/>
                  </a:lnTo>
                  <a:lnTo>
                    <a:pt x="50537" y="16292"/>
                  </a:lnTo>
                  <a:lnTo>
                    <a:pt x="49366" y="18157"/>
                  </a:lnTo>
                  <a:lnTo>
                    <a:pt x="48215" y="20007"/>
                  </a:lnTo>
                  <a:lnTo>
                    <a:pt x="47085" y="21843"/>
                  </a:lnTo>
                  <a:lnTo>
                    <a:pt x="45974" y="23664"/>
                  </a:lnTo>
                  <a:lnTo>
                    <a:pt x="44884" y="25472"/>
                  </a:lnTo>
                  <a:lnTo>
                    <a:pt x="43814" y="27265"/>
                  </a:lnTo>
                  <a:lnTo>
                    <a:pt x="42770" y="29041"/>
                  </a:lnTo>
                  <a:lnTo>
                    <a:pt x="41755" y="30820"/>
                  </a:lnTo>
                  <a:lnTo>
                    <a:pt x="40769" y="32603"/>
                  </a:lnTo>
                  <a:lnTo>
                    <a:pt x="39814" y="34390"/>
                  </a:lnTo>
                  <a:lnTo>
                    <a:pt x="38888" y="36180"/>
                  </a:lnTo>
                  <a:lnTo>
                    <a:pt x="37992" y="37973"/>
                  </a:lnTo>
                  <a:lnTo>
                    <a:pt x="37126" y="39771"/>
                  </a:lnTo>
                  <a:lnTo>
                    <a:pt x="36290" y="41571"/>
                  </a:lnTo>
                  <a:lnTo>
                    <a:pt x="35483" y="43376"/>
                  </a:lnTo>
                  <a:lnTo>
                    <a:pt x="34706" y="45184"/>
                  </a:lnTo>
                  <a:lnTo>
                    <a:pt x="33961" y="46987"/>
                  </a:lnTo>
                  <a:lnTo>
                    <a:pt x="33249" y="48801"/>
                  </a:lnTo>
                  <a:lnTo>
                    <a:pt x="32570" y="50625"/>
                  </a:lnTo>
                  <a:lnTo>
                    <a:pt x="31925" y="52461"/>
                  </a:lnTo>
                  <a:lnTo>
                    <a:pt x="31313" y="54307"/>
                  </a:lnTo>
                  <a:lnTo>
                    <a:pt x="30734" y="56164"/>
                  </a:lnTo>
                  <a:lnTo>
                    <a:pt x="30189" y="58031"/>
                  </a:lnTo>
                  <a:lnTo>
                    <a:pt x="29677" y="59909"/>
                  </a:lnTo>
                  <a:lnTo>
                    <a:pt x="29198" y="61798"/>
                  </a:lnTo>
                  <a:lnTo>
                    <a:pt x="28753" y="63698"/>
                  </a:lnTo>
                  <a:lnTo>
                    <a:pt x="28357" y="65604"/>
                  </a:lnTo>
                  <a:lnTo>
                    <a:pt x="28003" y="67534"/>
                  </a:lnTo>
                  <a:lnTo>
                    <a:pt x="27690" y="69490"/>
                  </a:lnTo>
                  <a:lnTo>
                    <a:pt x="27420" y="71470"/>
                  </a:lnTo>
                  <a:lnTo>
                    <a:pt x="27190" y="73476"/>
                  </a:lnTo>
                  <a:lnTo>
                    <a:pt x="27003" y="75507"/>
                  </a:lnTo>
                  <a:lnTo>
                    <a:pt x="26857" y="77562"/>
                  </a:lnTo>
                  <a:lnTo>
                    <a:pt x="26753" y="79643"/>
                  </a:lnTo>
                  <a:lnTo>
                    <a:pt x="26690" y="81748"/>
                  </a:lnTo>
                  <a:lnTo>
                    <a:pt x="26670" y="83879"/>
                  </a:lnTo>
                  <a:lnTo>
                    <a:pt x="15478" y="83879"/>
                  </a:lnTo>
                  <a:lnTo>
                    <a:pt x="15501" y="81871"/>
                  </a:lnTo>
                  <a:lnTo>
                    <a:pt x="15573" y="79871"/>
                  </a:lnTo>
                  <a:lnTo>
                    <a:pt x="15692" y="77880"/>
                  </a:lnTo>
                  <a:lnTo>
                    <a:pt x="15859" y="75897"/>
                  </a:lnTo>
                  <a:lnTo>
                    <a:pt x="16073" y="73922"/>
                  </a:lnTo>
                  <a:lnTo>
                    <a:pt x="16335" y="71956"/>
                  </a:lnTo>
                  <a:lnTo>
                    <a:pt x="16644" y="69998"/>
                  </a:lnTo>
                  <a:lnTo>
                    <a:pt x="17002" y="68048"/>
                  </a:lnTo>
                  <a:lnTo>
                    <a:pt x="17406" y="66107"/>
                  </a:lnTo>
                  <a:lnTo>
                    <a:pt x="17859" y="64174"/>
                  </a:lnTo>
                  <a:lnTo>
                    <a:pt x="18352" y="62238"/>
                  </a:lnTo>
                  <a:lnTo>
                    <a:pt x="18878" y="60309"/>
                  </a:lnTo>
                  <a:lnTo>
                    <a:pt x="19438" y="58390"/>
                  </a:lnTo>
                  <a:lnTo>
                    <a:pt x="20031" y="56478"/>
                  </a:lnTo>
                  <a:lnTo>
                    <a:pt x="20657" y="54575"/>
                  </a:lnTo>
                  <a:lnTo>
                    <a:pt x="21316" y="52680"/>
                  </a:lnTo>
                  <a:lnTo>
                    <a:pt x="22009" y="50793"/>
                  </a:lnTo>
                  <a:lnTo>
                    <a:pt x="22736" y="48915"/>
                  </a:lnTo>
                  <a:lnTo>
                    <a:pt x="23495" y="47045"/>
                  </a:lnTo>
                  <a:lnTo>
                    <a:pt x="24288" y="45184"/>
                  </a:lnTo>
                  <a:lnTo>
                    <a:pt x="25111" y="43318"/>
                  </a:lnTo>
                  <a:lnTo>
                    <a:pt x="25960" y="41459"/>
                  </a:lnTo>
                  <a:lnTo>
                    <a:pt x="26835" y="39608"/>
                  </a:lnTo>
                  <a:lnTo>
                    <a:pt x="27736" y="37764"/>
                  </a:lnTo>
                  <a:lnTo>
                    <a:pt x="28664" y="35927"/>
                  </a:lnTo>
                  <a:lnTo>
                    <a:pt x="29617" y="34097"/>
                  </a:lnTo>
                  <a:lnTo>
                    <a:pt x="30597" y="32274"/>
                  </a:lnTo>
                  <a:lnTo>
                    <a:pt x="31603" y="30458"/>
                  </a:lnTo>
                  <a:lnTo>
                    <a:pt x="32636" y="28650"/>
                  </a:lnTo>
                  <a:lnTo>
                    <a:pt x="33694" y="26848"/>
                  </a:lnTo>
                  <a:lnTo>
                    <a:pt x="34772" y="25053"/>
                  </a:lnTo>
                  <a:lnTo>
                    <a:pt x="35864" y="23262"/>
                  </a:lnTo>
                  <a:lnTo>
                    <a:pt x="36968" y="21476"/>
                  </a:lnTo>
                  <a:lnTo>
                    <a:pt x="38085" y="19695"/>
                  </a:lnTo>
                  <a:lnTo>
                    <a:pt x="39216" y="17918"/>
                  </a:lnTo>
                  <a:lnTo>
                    <a:pt x="40359" y="16147"/>
                  </a:lnTo>
                  <a:lnTo>
                    <a:pt x="41516" y="14380"/>
                  </a:lnTo>
                  <a:lnTo>
                    <a:pt x="42686" y="12618"/>
                  </a:lnTo>
                  <a:lnTo>
                    <a:pt x="43869" y="10860"/>
                  </a:lnTo>
                  <a:lnTo>
                    <a:pt x="45065" y="9108"/>
                  </a:lnTo>
                  <a:lnTo>
                    <a:pt x="0" y="9108"/>
                  </a:lnTo>
                  <a:lnTo>
                    <a:pt x="0" y="0"/>
                  </a:lnTo>
                  <a:lnTo>
                    <a:pt x="55423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390842" y="1624724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458112" y="1624010"/>
              <a:ext cx="99714" cy="85308"/>
            </a:xfrm>
            <a:custGeom>
              <a:avLst/>
              <a:pathLst>
                <a:path w="99714" h="85308">
                  <a:moveTo>
                    <a:pt x="99714" y="58757"/>
                  </a:moveTo>
                  <a:lnTo>
                    <a:pt x="99699" y="60222"/>
                  </a:lnTo>
                  <a:lnTo>
                    <a:pt x="99652" y="61641"/>
                  </a:lnTo>
                  <a:lnTo>
                    <a:pt x="99575" y="63013"/>
                  </a:lnTo>
                  <a:lnTo>
                    <a:pt x="99467" y="64338"/>
                  </a:lnTo>
                  <a:lnTo>
                    <a:pt x="99327" y="65618"/>
                  </a:lnTo>
                  <a:lnTo>
                    <a:pt x="99157" y="66851"/>
                  </a:lnTo>
                  <a:lnTo>
                    <a:pt x="98956" y="68037"/>
                  </a:lnTo>
                  <a:lnTo>
                    <a:pt x="98724" y="69177"/>
                  </a:lnTo>
                  <a:lnTo>
                    <a:pt x="98461" y="70271"/>
                  </a:lnTo>
                  <a:lnTo>
                    <a:pt x="98167" y="71318"/>
                  </a:lnTo>
                  <a:lnTo>
                    <a:pt x="97858" y="72311"/>
                  </a:lnTo>
                  <a:lnTo>
                    <a:pt x="97526" y="73266"/>
                  </a:lnTo>
                  <a:lnTo>
                    <a:pt x="97172" y="74183"/>
                  </a:lnTo>
                  <a:lnTo>
                    <a:pt x="96795" y="75061"/>
                  </a:lnTo>
                  <a:lnTo>
                    <a:pt x="96395" y="75902"/>
                  </a:lnTo>
                  <a:lnTo>
                    <a:pt x="95973" y="76704"/>
                  </a:lnTo>
                  <a:lnTo>
                    <a:pt x="95529" y="77469"/>
                  </a:lnTo>
                  <a:lnTo>
                    <a:pt x="95061" y="78195"/>
                  </a:lnTo>
                  <a:lnTo>
                    <a:pt x="94571" y="78883"/>
                  </a:lnTo>
                  <a:lnTo>
                    <a:pt x="94059" y="79533"/>
                  </a:lnTo>
                  <a:lnTo>
                    <a:pt x="93538" y="80135"/>
                  </a:lnTo>
                  <a:lnTo>
                    <a:pt x="92999" y="80702"/>
                  </a:lnTo>
                  <a:lnTo>
                    <a:pt x="92443" y="81235"/>
                  </a:lnTo>
                  <a:lnTo>
                    <a:pt x="91868" y="81734"/>
                  </a:lnTo>
                  <a:lnTo>
                    <a:pt x="91276" y="82197"/>
                  </a:lnTo>
                  <a:lnTo>
                    <a:pt x="90666" y="82626"/>
                  </a:lnTo>
                  <a:lnTo>
                    <a:pt x="90038" y="83021"/>
                  </a:lnTo>
                  <a:lnTo>
                    <a:pt x="89392" y="83381"/>
                  </a:lnTo>
                  <a:lnTo>
                    <a:pt x="88728" y="83707"/>
                  </a:lnTo>
                  <a:lnTo>
                    <a:pt x="88046" y="83998"/>
                  </a:lnTo>
                  <a:lnTo>
                    <a:pt x="87351" y="84247"/>
                  </a:lnTo>
                  <a:lnTo>
                    <a:pt x="86646" y="84470"/>
                  </a:lnTo>
                  <a:lnTo>
                    <a:pt x="85932" y="84666"/>
                  </a:lnTo>
                  <a:lnTo>
                    <a:pt x="85208" y="84836"/>
                  </a:lnTo>
                  <a:lnTo>
                    <a:pt x="84474" y="84980"/>
                  </a:lnTo>
                  <a:lnTo>
                    <a:pt x="83731" y="85098"/>
                  </a:lnTo>
                  <a:lnTo>
                    <a:pt x="82979" y="85190"/>
                  </a:lnTo>
                  <a:lnTo>
                    <a:pt x="82217" y="85255"/>
                  </a:lnTo>
                  <a:lnTo>
                    <a:pt x="81445" y="85295"/>
                  </a:lnTo>
                  <a:lnTo>
                    <a:pt x="80664" y="85308"/>
                  </a:lnTo>
                  <a:lnTo>
                    <a:pt x="79883" y="85295"/>
                  </a:lnTo>
                  <a:lnTo>
                    <a:pt x="79112" y="85255"/>
                  </a:lnTo>
                  <a:lnTo>
                    <a:pt x="78350" y="85190"/>
                  </a:lnTo>
                  <a:lnTo>
                    <a:pt x="77597" y="85098"/>
                  </a:lnTo>
                  <a:lnTo>
                    <a:pt x="76854" y="84980"/>
                  </a:lnTo>
                  <a:lnTo>
                    <a:pt x="76121" y="84836"/>
                  </a:lnTo>
                  <a:lnTo>
                    <a:pt x="75397" y="84666"/>
                  </a:lnTo>
                  <a:lnTo>
                    <a:pt x="74683" y="84470"/>
                  </a:lnTo>
                  <a:lnTo>
                    <a:pt x="73978" y="84247"/>
                  </a:lnTo>
                  <a:lnTo>
                    <a:pt x="73282" y="83998"/>
                  </a:lnTo>
                  <a:lnTo>
                    <a:pt x="72612" y="83707"/>
                  </a:lnTo>
                  <a:lnTo>
                    <a:pt x="71958" y="83381"/>
                  </a:lnTo>
                  <a:lnTo>
                    <a:pt x="71322" y="83021"/>
                  </a:lnTo>
                  <a:lnTo>
                    <a:pt x="70701" y="82626"/>
                  </a:lnTo>
                  <a:lnTo>
                    <a:pt x="70098" y="82197"/>
                  </a:lnTo>
                  <a:lnTo>
                    <a:pt x="69511" y="81734"/>
                  </a:lnTo>
                  <a:lnTo>
                    <a:pt x="68940" y="81235"/>
                  </a:lnTo>
                  <a:lnTo>
                    <a:pt x="68387" y="80702"/>
                  </a:lnTo>
                  <a:lnTo>
                    <a:pt x="67850" y="80135"/>
                  </a:lnTo>
                  <a:lnTo>
                    <a:pt x="67329" y="79533"/>
                  </a:lnTo>
                  <a:lnTo>
                    <a:pt x="66839" y="78894"/>
                  </a:lnTo>
                  <a:lnTo>
                    <a:pt x="66370" y="78216"/>
                  </a:lnTo>
                  <a:lnTo>
                    <a:pt x="65920" y="77499"/>
                  </a:lnTo>
                  <a:lnTo>
                    <a:pt x="65491" y="76742"/>
                  </a:lnTo>
                  <a:lnTo>
                    <a:pt x="65082" y="75946"/>
                  </a:lnTo>
                  <a:lnTo>
                    <a:pt x="64693" y="75111"/>
                  </a:lnTo>
                  <a:lnTo>
                    <a:pt x="64325" y="74237"/>
                  </a:lnTo>
                  <a:lnTo>
                    <a:pt x="63977" y="73323"/>
                  </a:lnTo>
                  <a:lnTo>
                    <a:pt x="63649" y="72370"/>
                  </a:lnTo>
                  <a:lnTo>
                    <a:pt x="63341" y="71377"/>
                  </a:lnTo>
                  <a:lnTo>
                    <a:pt x="63069" y="70330"/>
                  </a:lnTo>
                  <a:lnTo>
                    <a:pt x="62826" y="69234"/>
                  </a:lnTo>
                  <a:lnTo>
                    <a:pt x="62612" y="68091"/>
                  </a:lnTo>
                  <a:lnTo>
                    <a:pt x="62426" y="66901"/>
                  </a:lnTo>
                  <a:lnTo>
                    <a:pt x="62269" y="65662"/>
                  </a:lnTo>
                  <a:lnTo>
                    <a:pt x="62141" y="64377"/>
                  </a:lnTo>
                  <a:lnTo>
                    <a:pt x="62041" y="63043"/>
                  </a:lnTo>
                  <a:lnTo>
                    <a:pt x="61969" y="61662"/>
                  </a:lnTo>
                  <a:lnTo>
                    <a:pt x="61926" y="60233"/>
                  </a:lnTo>
                  <a:lnTo>
                    <a:pt x="61912" y="58757"/>
                  </a:lnTo>
                  <a:lnTo>
                    <a:pt x="61926" y="57201"/>
                  </a:lnTo>
                  <a:lnTo>
                    <a:pt x="61969" y="55699"/>
                  </a:lnTo>
                  <a:lnTo>
                    <a:pt x="62041" y="54253"/>
                  </a:lnTo>
                  <a:lnTo>
                    <a:pt x="62141" y="52861"/>
                  </a:lnTo>
                  <a:lnTo>
                    <a:pt x="62269" y="51524"/>
                  </a:lnTo>
                  <a:lnTo>
                    <a:pt x="62426" y="50241"/>
                  </a:lnTo>
                  <a:lnTo>
                    <a:pt x="62612" y="49014"/>
                  </a:lnTo>
                  <a:lnTo>
                    <a:pt x="62826" y="47841"/>
                  </a:lnTo>
                  <a:lnTo>
                    <a:pt x="63069" y="46723"/>
                  </a:lnTo>
                  <a:lnTo>
                    <a:pt x="63341" y="45660"/>
                  </a:lnTo>
                  <a:lnTo>
                    <a:pt x="63638" y="44646"/>
                  </a:lnTo>
                  <a:lnTo>
                    <a:pt x="63957" y="43674"/>
                  </a:lnTo>
                  <a:lnTo>
                    <a:pt x="64300" y="42745"/>
                  </a:lnTo>
                  <a:lnTo>
                    <a:pt x="64665" y="41859"/>
                  </a:lnTo>
                  <a:lnTo>
                    <a:pt x="65052" y="41017"/>
                  </a:lnTo>
                  <a:lnTo>
                    <a:pt x="65462" y="40216"/>
                  </a:lnTo>
                  <a:lnTo>
                    <a:pt x="65895" y="39459"/>
                  </a:lnTo>
                  <a:lnTo>
                    <a:pt x="66351" y="38745"/>
                  </a:lnTo>
                  <a:lnTo>
                    <a:pt x="66829" y="38073"/>
                  </a:lnTo>
                  <a:lnTo>
                    <a:pt x="67329" y="37445"/>
                  </a:lnTo>
                  <a:lnTo>
                    <a:pt x="67850" y="36845"/>
                  </a:lnTo>
                  <a:lnTo>
                    <a:pt x="68389" y="36283"/>
                  </a:lnTo>
                  <a:lnTo>
                    <a:pt x="68946" y="35759"/>
                  </a:lnTo>
                  <a:lnTo>
                    <a:pt x="69520" y="35273"/>
                  </a:lnTo>
                  <a:lnTo>
                    <a:pt x="70112" y="34825"/>
                  </a:lnTo>
                  <a:lnTo>
                    <a:pt x="70723" y="34416"/>
                  </a:lnTo>
                  <a:lnTo>
                    <a:pt x="71351" y="34044"/>
                  </a:lnTo>
                  <a:lnTo>
                    <a:pt x="71997" y="33711"/>
                  </a:lnTo>
                  <a:lnTo>
                    <a:pt x="72660" y="33416"/>
                  </a:lnTo>
                  <a:lnTo>
                    <a:pt x="73342" y="33158"/>
                  </a:lnTo>
                  <a:lnTo>
                    <a:pt x="74050" y="32921"/>
                  </a:lnTo>
                  <a:lnTo>
                    <a:pt x="74768" y="32708"/>
                  </a:lnTo>
                  <a:lnTo>
                    <a:pt x="75498" y="32521"/>
                  </a:lnTo>
                  <a:lnTo>
                    <a:pt x="76238" y="32358"/>
                  </a:lnTo>
                  <a:lnTo>
                    <a:pt x="76988" y="32221"/>
                  </a:lnTo>
                  <a:lnTo>
                    <a:pt x="77750" y="32108"/>
                  </a:lnTo>
                  <a:lnTo>
                    <a:pt x="78522" y="32021"/>
                  </a:lnTo>
                  <a:lnTo>
                    <a:pt x="79305" y="31958"/>
                  </a:lnTo>
                  <a:lnTo>
                    <a:pt x="80098" y="31921"/>
                  </a:lnTo>
                  <a:lnTo>
                    <a:pt x="80902" y="31908"/>
                  </a:lnTo>
                  <a:lnTo>
                    <a:pt x="81683" y="31921"/>
                  </a:lnTo>
                  <a:lnTo>
                    <a:pt x="82453" y="31958"/>
                  </a:lnTo>
                  <a:lnTo>
                    <a:pt x="83212" y="32021"/>
                  </a:lnTo>
                  <a:lnTo>
                    <a:pt x="83960" y="32108"/>
                  </a:lnTo>
                  <a:lnTo>
                    <a:pt x="84698" y="32221"/>
                  </a:lnTo>
                  <a:lnTo>
                    <a:pt x="85424" y="32358"/>
                  </a:lnTo>
                  <a:lnTo>
                    <a:pt x="86141" y="32521"/>
                  </a:lnTo>
                  <a:lnTo>
                    <a:pt x="86846" y="32708"/>
                  </a:lnTo>
                  <a:lnTo>
                    <a:pt x="87541" y="32921"/>
                  </a:lnTo>
                  <a:lnTo>
                    <a:pt x="88225" y="33158"/>
                  </a:lnTo>
                  <a:lnTo>
                    <a:pt x="88906" y="33416"/>
                  </a:lnTo>
                  <a:lnTo>
                    <a:pt x="89568" y="33711"/>
                  </a:lnTo>
                  <a:lnTo>
                    <a:pt x="90211" y="34044"/>
                  </a:lnTo>
                  <a:lnTo>
                    <a:pt x="90835" y="34416"/>
                  </a:lnTo>
                  <a:lnTo>
                    <a:pt x="91440" y="34825"/>
                  </a:lnTo>
                  <a:lnTo>
                    <a:pt x="92025" y="35273"/>
                  </a:lnTo>
                  <a:lnTo>
                    <a:pt x="92592" y="35759"/>
                  </a:lnTo>
                  <a:lnTo>
                    <a:pt x="93140" y="36283"/>
                  </a:lnTo>
                  <a:lnTo>
                    <a:pt x="93668" y="36845"/>
                  </a:lnTo>
                  <a:lnTo>
                    <a:pt x="94178" y="37445"/>
                  </a:lnTo>
                  <a:lnTo>
                    <a:pt x="94679" y="38073"/>
                  </a:lnTo>
                  <a:lnTo>
                    <a:pt x="95159" y="38745"/>
                  </a:lnTo>
                  <a:lnTo>
                    <a:pt x="95617" y="39459"/>
                  </a:lnTo>
                  <a:lnTo>
                    <a:pt x="96054" y="40216"/>
                  </a:lnTo>
                  <a:lnTo>
                    <a:pt x="96470" y="41017"/>
                  </a:lnTo>
                  <a:lnTo>
                    <a:pt x="96864" y="41859"/>
                  </a:lnTo>
                  <a:lnTo>
                    <a:pt x="97237" y="42745"/>
                  </a:lnTo>
                  <a:lnTo>
                    <a:pt x="97588" y="43674"/>
                  </a:lnTo>
                  <a:lnTo>
                    <a:pt x="97918" y="44646"/>
                  </a:lnTo>
                  <a:lnTo>
                    <a:pt x="98226" y="45660"/>
                  </a:lnTo>
                  <a:lnTo>
                    <a:pt x="98509" y="46723"/>
                  </a:lnTo>
                  <a:lnTo>
                    <a:pt x="98762" y="47841"/>
                  </a:lnTo>
                  <a:lnTo>
                    <a:pt x="98985" y="49014"/>
                  </a:lnTo>
                  <a:lnTo>
                    <a:pt x="99179" y="50241"/>
                  </a:lnTo>
                  <a:lnTo>
                    <a:pt x="99342" y="51524"/>
                  </a:lnTo>
                  <a:lnTo>
                    <a:pt x="99476" y="52861"/>
                  </a:lnTo>
                  <a:lnTo>
                    <a:pt x="99580" y="54253"/>
                  </a:lnTo>
                  <a:lnTo>
                    <a:pt x="99655" y="55699"/>
                  </a:lnTo>
                  <a:lnTo>
                    <a:pt x="99699" y="57201"/>
                  </a:lnTo>
                  <a:close/>
                  <a:moveTo>
                    <a:pt x="27027" y="84593"/>
                  </a:moveTo>
                  <a:lnTo>
                    <a:pt x="17799" y="84593"/>
                  </a:lnTo>
                  <a:lnTo>
                    <a:pt x="72687" y="714"/>
                  </a:lnTo>
                  <a:lnTo>
                    <a:pt x="82034" y="714"/>
                  </a:lnTo>
                  <a:close/>
                  <a:moveTo>
                    <a:pt x="19109" y="0"/>
                  </a:moveTo>
                  <a:lnTo>
                    <a:pt x="19867" y="12"/>
                  </a:lnTo>
                  <a:lnTo>
                    <a:pt x="20616" y="50"/>
                  </a:lnTo>
                  <a:lnTo>
                    <a:pt x="21358" y="112"/>
                  </a:lnTo>
                  <a:lnTo>
                    <a:pt x="22090" y="200"/>
                  </a:lnTo>
                  <a:lnTo>
                    <a:pt x="22815" y="312"/>
                  </a:lnTo>
                  <a:lnTo>
                    <a:pt x="23531" y="450"/>
                  </a:lnTo>
                  <a:lnTo>
                    <a:pt x="24239" y="612"/>
                  </a:lnTo>
                  <a:lnTo>
                    <a:pt x="24938" y="800"/>
                  </a:lnTo>
                  <a:lnTo>
                    <a:pt x="25629" y="1012"/>
                  </a:lnTo>
                  <a:lnTo>
                    <a:pt x="26312" y="1250"/>
                  </a:lnTo>
                  <a:lnTo>
                    <a:pt x="26983" y="1506"/>
                  </a:lnTo>
                  <a:lnTo>
                    <a:pt x="27636" y="1800"/>
                  </a:lnTo>
                  <a:lnTo>
                    <a:pt x="28273" y="2130"/>
                  </a:lnTo>
                  <a:lnTo>
                    <a:pt x="28894" y="2497"/>
                  </a:lnTo>
                  <a:lnTo>
                    <a:pt x="29497" y="2902"/>
                  </a:lnTo>
                  <a:lnTo>
                    <a:pt x="30084" y="3343"/>
                  </a:lnTo>
                  <a:lnTo>
                    <a:pt x="30655" y="3821"/>
                  </a:lnTo>
                  <a:lnTo>
                    <a:pt x="31208" y="4336"/>
                  </a:lnTo>
                  <a:lnTo>
                    <a:pt x="31745" y="4888"/>
                  </a:lnTo>
                  <a:lnTo>
                    <a:pt x="32265" y="5476"/>
                  </a:lnTo>
                  <a:lnTo>
                    <a:pt x="32766" y="6104"/>
                  </a:lnTo>
                  <a:lnTo>
                    <a:pt x="33244" y="6774"/>
                  </a:lnTo>
                  <a:lnTo>
                    <a:pt x="33700" y="7486"/>
                  </a:lnTo>
                  <a:lnTo>
                    <a:pt x="34132" y="8239"/>
                  </a:lnTo>
                  <a:lnTo>
                    <a:pt x="34543" y="9033"/>
                  </a:lnTo>
                  <a:lnTo>
                    <a:pt x="34930" y="9870"/>
                  </a:lnTo>
                  <a:lnTo>
                    <a:pt x="35295" y="10748"/>
                  </a:lnTo>
                  <a:lnTo>
                    <a:pt x="35637" y="11668"/>
                  </a:lnTo>
                  <a:lnTo>
                    <a:pt x="35957" y="12629"/>
                  </a:lnTo>
                  <a:lnTo>
                    <a:pt x="36254" y="13632"/>
                  </a:lnTo>
                  <a:lnTo>
                    <a:pt x="36537" y="14683"/>
                  </a:lnTo>
                  <a:lnTo>
                    <a:pt x="36790" y="15787"/>
                  </a:lnTo>
                  <a:lnTo>
                    <a:pt x="37013" y="16945"/>
                  </a:lnTo>
                  <a:lnTo>
                    <a:pt x="37207" y="18157"/>
                  </a:lnTo>
                  <a:lnTo>
                    <a:pt x="37370" y="19422"/>
                  </a:lnTo>
                  <a:lnTo>
                    <a:pt x="37504" y="20740"/>
                  </a:lnTo>
                  <a:lnTo>
                    <a:pt x="37608" y="22112"/>
                  </a:lnTo>
                  <a:lnTo>
                    <a:pt x="37683" y="23538"/>
                  </a:lnTo>
                  <a:lnTo>
                    <a:pt x="37727" y="25018"/>
                  </a:lnTo>
                  <a:lnTo>
                    <a:pt x="37742" y="26550"/>
                  </a:lnTo>
                  <a:lnTo>
                    <a:pt x="37727" y="28027"/>
                  </a:lnTo>
                  <a:lnTo>
                    <a:pt x="37683" y="29456"/>
                  </a:lnTo>
                  <a:lnTo>
                    <a:pt x="37608" y="30837"/>
                  </a:lnTo>
                  <a:lnTo>
                    <a:pt x="37504" y="32170"/>
                  </a:lnTo>
                  <a:lnTo>
                    <a:pt x="37370" y="33456"/>
                  </a:lnTo>
                  <a:lnTo>
                    <a:pt x="37207" y="34694"/>
                  </a:lnTo>
                  <a:lnTo>
                    <a:pt x="37013" y="35885"/>
                  </a:lnTo>
                  <a:lnTo>
                    <a:pt x="36790" y="37028"/>
                  </a:lnTo>
                  <a:lnTo>
                    <a:pt x="36537" y="38123"/>
                  </a:lnTo>
                  <a:lnTo>
                    <a:pt x="36254" y="39171"/>
                  </a:lnTo>
                  <a:lnTo>
                    <a:pt x="35946" y="40176"/>
                  </a:lnTo>
                  <a:lnTo>
                    <a:pt x="35616" y="41143"/>
                  </a:lnTo>
                  <a:lnTo>
                    <a:pt x="35265" y="42071"/>
                  </a:lnTo>
                  <a:lnTo>
                    <a:pt x="34892" y="42962"/>
                  </a:lnTo>
                  <a:lnTo>
                    <a:pt x="34498" y="43815"/>
                  </a:lnTo>
                  <a:lnTo>
                    <a:pt x="34082" y="44629"/>
                  </a:lnTo>
                  <a:lnTo>
                    <a:pt x="33645" y="45405"/>
                  </a:lnTo>
                  <a:lnTo>
                    <a:pt x="33187" y="46143"/>
                  </a:lnTo>
                  <a:lnTo>
                    <a:pt x="32707" y="46843"/>
                  </a:lnTo>
                  <a:lnTo>
                    <a:pt x="32206" y="47505"/>
                  </a:lnTo>
                  <a:lnTo>
                    <a:pt x="31696" y="48119"/>
                  </a:lnTo>
                  <a:lnTo>
                    <a:pt x="31168" y="48696"/>
                  </a:lnTo>
                  <a:lnTo>
                    <a:pt x="30620" y="49238"/>
                  </a:lnTo>
                  <a:lnTo>
                    <a:pt x="30053" y="49744"/>
                  </a:lnTo>
                  <a:lnTo>
                    <a:pt x="29467" y="50214"/>
                  </a:lnTo>
                  <a:lnTo>
                    <a:pt x="28863" y="50649"/>
                  </a:lnTo>
                  <a:lnTo>
                    <a:pt x="28239" y="51048"/>
                  </a:lnTo>
                  <a:lnTo>
                    <a:pt x="27596" y="51411"/>
                  </a:lnTo>
                  <a:lnTo>
                    <a:pt x="26934" y="51738"/>
                  </a:lnTo>
                  <a:lnTo>
                    <a:pt x="26253" y="52030"/>
                  </a:lnTo>
                  <a:lnTo>
                    <a:pt x="25557" y="52290"/>
                  </a:lnTo>
                  <a:lnTo>
                    <a:pt x="24853" y="52523"/>
                  </a:lnTo>
                  <a:lnTo>
                    <a:pt x="24138" y="52728"/>
                  </a:lnTo>
                  <a:lnTo>
                    <a:pt x="23414" y="52906"/>
                  </a:lnTo>
                  <a:lnTo>
                    <a:pt x="22681" y="53057"/>
                  </a:lnTo>
                  <a:lnTo>
                    <a:pt x="21938" y="53180"/>
                  </a:lnTo>
                  <a:lnTo>
                    <a:pt x="21185" y="53276"/>
                  </a:lnTo>
                  <a:lnTo>
                    <a:pt x="20423" y="53344"/>
                  </a:lnTo>
                  <a:lnTo>
                    <a:pt x="19652" y="53385"/>
                  </a:lnTo>
                  <a:lnTo>
                    <a:pt x="18871" y="53399"/>
                  </a:lnTo>
                  <a:lnTo>
                    <a:pt x="18079" y="53385"/>
                  </a:lnTo>
                  <a:lnTo>
                    <a:pt x="17297" y="53344"/>
                  </a:lnTo>
                  <a:lnTo>
                    <a:pt x="16526" y="53276"/>
                  </a:lnTo>
                  <a:lnTo>
                    <a:pt x="15766" y="53180"/>
                  </a:lnTo>
                  <a:lnTo>
                    <a:pt x="15016" y="53057"/>
                  </a:lnTo>
                  <a:lnTo>
                    <a:pt x="14277" y="52906"/>
                  </a:lnTo>
                  <a:lnTo>
                    <a:pt x="13549" y="52728"/>
                  </a:lnTo>
                  <a:lnTo>
                    <a:pt x="12832" y="52523"/>
                  </a:lnTo>
                  <a:lnTo>
                    <a:pt x="12125" y="52290"/>
                  </a:lnTo>
                  <a:lnTo>
                    <a:pt x="11429" y="52030"/>
                  </a:lnTo>
                  <a:lnTo>
                    <a:pt x="10748" y="51738"/>
                  </a:lnTo>
                  <a:lnTo>
                    <a:pt x="10084" y="51411"/>
                  </a:lnTo>
                  <a:lnTo>
                    <a:pt x="9438" y="51048"/>
                  </a:lnTo>
                  <a:lnTo>
                    <a:pt x="8810" y="50649"/>
                  </a:lnTo>
                  <a:lnTo>
                    <a:pt x="8200" y="50214"/>
                  </a:lnTo>
                  <a:lnTo>
                    <a:pt x="7608" y="49744"/>
                  </a:lnTo>
                  <a:lnTo>
                    <a:pt x="7033" y="49238"/>
                  </a:lnTo>
                  <a:lnTo>
                    <a:pt x="6477" y="48696"/>
                  </a:lnTo>
                  <a:lnTo>
                    <a:pt x="5938" y="48119"/>
                  </a:lnTo>
                  <a:lnTo>
                    <a:pt x="5417" y="47505"/>
                  </a:lnTo>
                  <a:lnTo>
                    <a:pt x="4927" y="46855"/>
                  </a:lnTo>
                  <a:lnTo>
                    <a:pt x="4457" y="46165"/>
                  </a:lnTo>
                  <a:lnTo>
                    <a:pt x="4008" y="45436"/>
                  </a:lnTo>
                  <a:lnTo>
                    <a:pt x="3579" y="44667"/>
                  </a:lnTo>
                  <a:lnTo>
                    <a:pt x="3170" y="43859"/>
                  </a:lnTo>
                  <a:lnTo>
                    <a:pt x="2781" y="43012"/>
                  </a:lnTo>
                  <a:lnTo>
                    <a:pt x="2412" y="42126"/>
                  </a:lnTo>
                  <a:lnTo>
                    <a:pt x="2064" y="41200"/>
                  </a:lnTo>
                  <a:lnTo>
                    <a:pt x="1736" y="40235"/>
                  </a:lnTo>
                  <a:lnTo>
                    <a:pt x="1428" y="39231"/>
                  </a:lnTo>
                  <a:lnTo>
                    <a:pt x="1157" y="38182"/>
                  </a:lnTo>
                  <a:lnTo>
                    <a:pt x="914" y="37085"/>
                  </a:lnTo>
                  <a:lnTo>
                    <a:pt x="700" y="35939"/>
                  </a:lnTo>
                  <a:lnTo>
                    <a:pt x="514" y="34744"/>
                  </a:lnTo>
                  <a:lnTo>
                    <a:pt x="357" y="33501"/>
                  </a:lnTo>
                  <a:lnTo>
                    <a:pt x="228" y="32208"/>
                  </a:lnTo>
                  <a:lnTo>
                    <a:pt x="128" y="30867"/>
                  </a:lnTo>
                  <a:lnTo>
                    <a:pt x="57" y="29477"/>
                  </a:lnTo>
                  <a:lnTo>
                    <a:pt x="14" y="28038"/>
                  </a:lnTo>
                  <a:lnTo>
                    <a:pt x="0" y="26550"/>
                  </a:lnTo>
                  <a:lnTo>
                    <a:pt x="14" y="25018"/>
                  </a:lnTo>
                  <a:lnTo>
                    <a:pt x="57" y="23538"/>
                  </a:lnTo>
                  <a:lnTo>
                    <a:pt x="128" y="22112"/>
                  </a:lnTo>
                  <a:lnTo>
                    <a:pt x="228" y="20740"/>
                  </a:lnTo>
                  <a:lnTo>
                    <a:pt x="357" y="19422"/>
                  </a:lnTo>
                  <a:lnTo>
                    <a:pt x="514" y="18157"/>
                  </a:lnTo>
                  <a:lnTo>
                    <a:pt x="700" y="16945"/>
                  </a:lnTo>
                  <a:lnTo>
                    <a:pt x="914" y="15787"/>
                  </a:lnTo>
                  <a:lnTo>
                    <a:pt x="1157" y="14683"/>
                  </a:lnTo>
                  <a:lnTo>
                    <a:pt x="1428" y="13632"/>
                  </a:lnTo>
                  <a:lnTo>
                    <a:pt x="1737" y="12629"/>
                  </a:lnTo>
                  <a:lnTo>
                    <a:pt x="2066" y="11668"/>
                  </a:lnTo>
                  <a:lnTo>
                    <a:pt x="2418" y="10748"/>
                  </a:lnTo>
                  <a:lnTo>
                    <a:pt x="2790" y="9870"/>
                  </a:lnTo>
                  <a:lnTo>
                    <a:pt x="3184" y="9033"/>
                  </a:lnTo>
                  <a:lnTo>
                    <a:pt x="3600" y="8239"/>
                  </a:lnTo>
                  <a:lnTo>
                    <a:pt x="4037" y="7486"/>
                  </a:lnTo>
                  <a:lnTo>
                    <a:pt x="4495" y="6774"/>
                  </a:lnTo>
                  <a:lnTo>
                    <a:pt x="4975" y="6104"/>
                  </a:lnTo>
                  <a:lnTo>
                    <a:pt x="5476" y="5476"/>
                  </a:lnTo>
                  <a:lnTo>
                    <a:pt x="5998" y="4888"/>
                  </a:lnTo>
                  <a:lnTo>
                    <a:pt x="6538" y="4336"/>
                  </a:lnTo>
                  <a:lnTo>
                    <a:pt x="7098" y="3821"/>
                  </a:lnTo>
                  <a:lnTo>
                    <a:pt x="7677" y="3343"/>
                  </a:lnTo>
                  <a:lnTo>
                    <a:pt x="8274" y="2902"/>
                  </a:lnTo>
                  <a:lnTo>
                    <a:pt x="8891" y="2497"/>
                  </a:lnTo>
                  <a:lnTo>
                    <a:pt x="9527" y="2130"/>
                  </a:lnTo>
                  <a:lnTo>
                    <a:pt x="10182" y="1800"/>
                  </a:lnTo>
                  <a:lnTo>
                    <a:pt x="10856" y="1506"/>
                  </a:lnTo>
                  <a:lnTo>
                    <a:pt x="11549" y="1250"/>
                  </a:lnTo>
                  <a:lnTo>
                    <a:pt x="12256" y="1012"/>
                  </a:lnTo>
                  <a:lnTo>
                    <a:pt x="12975" y="800"/>
                  </a:lnTo>
                  <a:lnTo>
                    <a:pt x="13704" y="612"/>
                  </a:lnTo>
                  <a:lnTo>
                    <a:pt x="14444" y="450"/>
                  </a:lnTo>
                  <a:lnTo>
                    <a:pt x="15195" y="312"/>
                  </a:lnTo>
                  <a:lnTo>
                    <a:pt x="15956" y="200"/>
                  </a:lnTo>
                  <a:lnTo>
                    <a:pt x="16728" y="112"/>
                  </a:lnTo>
                  <a:lnTo>
                    <a:pt x="17511" y="50"/>
                  </a:lnTo>
                  <a:lnTo>
                    <a:pt x="18305" y="12"/>
                  </a:lnTo>
                  <a:close/>
                  <a:moveTo>
                    <a:pt x="90904" y="58757"/>
                  </a:moveTo>
                  <a:lnTo>
                    <a:pt x="90897" y="57598"/>
                  </a:lnTo>
                  <a:lnTo>
                    <a:pt x="90878" y="56480"/>
                  </a:lnTo>
                  <a:lnTo>
                    <a:pt x="90845" y="55403"/>
                  </a:lnTo>
                  <a:lnTo>
                    <a:pt x="90799" y="54366"/>
                  </a:lnTo>
                  <a:lnTo>
                    <a:pt x="90740" y="53369"/>
                  </a:lnTo>
                  <a:lnTo>
                    <a:pt x="90668" y="52413"/>
                  </a:lnTo>
                  <a:lnTo>
                    <a:pt x="90583" y="51498"/>
                  </a:lnTo>
                  <a:lnTo>
                    <a:pt x="90485" y="50622"/>
                  </a:lnTo>
                  <a:lnTo>
                    <a:pt x="90373" y="49788"/>
                  </a:lnTo>
                  <a:lnTo>
                    <a:pt x="90249" y="48994"/>
                  </a:lnTo>
                  <a:lnTo>
                    <a:pt x="90111" y="48224"/>
                  </a:lnTo>
                  <a:lnTo>
                    <a:pt x="89961" y="47486"/>
                  </a:lnTo>
                  <a:lnTo>
                    <a:pt x="89797" y="46781"/>
                  </a:lnTo>
                  <a:lnTo>
                    <a:pt x="89620" y="46108"/>
                  </a:lnTo>
                  <a:lnTo>
                    <a:pt x="89430" y="45466"/>
                  </a:lnTo>
                  <a:lnTo>
                    <a:pt x="89227" y="44857"/>
                  </a:lnTo>
                  <a:lnTo>
                    <a:pt x="89011" y="44281"/>
                  </a:lnTo>
                  <a:lnTo>
                    <a:pt x="88782" y="43736"/>
                  </a:lnTo>
                  <a:lnTo>
                    <a:pt x="88540" y="43223"/>
                  </a:lnTo>
                  <a:lnTo>
                    <a:pt x="88284" y="42743"/>
                  </a:lnTo>
                  <a:lnTo>
                    <a:pt x="88028" y="42292"/>
                  </a:lnTo>
                  <a:lnTo>
                    <a:pt x="87758" y="41869"/>
                  </a:lnTo>
                  <a:lnTo>
                    <a:pt x="87475" y="41473"/>
                  </a:lnTo>
                  <a:lnTo>
                    <a:pt x="87179" y="41105"/>
                  </a:lnTo>
                  <a:lnTo>
                    <a:pt x="86870" y="40764"/>
                  </a:lnTo>
                  <a:lnTo>
                    <a:pt x="86548" y="40450"/>
                  </a:lnTo>
                  <a:lnTo>
                    <a:pt x="86213" y="40163"/>
                  </a:lnTo>
                  <a:lnTo>
                    <a:pt x="85865" y="39904"/>
                  </a:lnTo>
                  <a:lnTo>
                    <a:pt x="85504" y="39673"/>
                  </a:lnTo>
                  <a:lnTo>
                    <a:pt x="85129" y="39469"/>
                  </a:lnTo>
                  <a:lnTo>
                    <a:pt x="84755" y="39288"/>
                  </a:lnTo>
                  <a:lnTo>
                    <a:pt x="84370" y="39126"/>
                  </a:lnTo>
                  <a:lnTo>
                    <a:pt x="83974" y="38983"/>
                  </a:lnTo>
                  <a:lnTo>
                    <a:pt x="83567" y="38859"/>
                  </a:lnTo>
                  <a:lnTo>
                    <a:pt x="83150" y="38754"/>
                  </a:lnTo>
                  <a:lnTo>
                    <a:pt x="82722" y="38669"/>
                  </a:lnTo>
                  <a:lnTo>
                    <a:pt x="82283" y="38602"/>
                  </a:lnTo>
                  <a:lnTo>
                    <a:pt x="81834" y="38554"/>
                  </a:lnTo>
                  <a:lnTo>
                    <a:pt x="81373" y="38526"/>
                  </a:lnTo>
                  <a:lnTo>
                    <a:pt x="80902" y="38516"/>
                  </a:lnTo>
                  <a:lnTo>
                    <a:pt x="80408" y="38526"/>
                  </a:lnTo>
                  <a:lnTo>
                    <a:pt x="79926" y="38557"/>
                  </a:lnTo>
                  <a:lnTo>
                    <a:pt x="79456" y="38607"/>
                  </a:lnTo>
                  <a:lnTo>
                    <a:pt x="78997" y="38678"/>
                  </a:lnTo>
                  <a:lnTo>
                    <a:pt x="78551" y="38769"/>
                  </a:lnTo>
                  <a:lnTo>
                    <a:pt x="78116" y="38881"/>
                  </a:lnTo>
                  <a:lnTo>
                    <a:pt x="77694" y="39012"/>
                  </a:lnTo>
                  <a:lnTo>
                    <a:pt x="77283" y="39164"/>
                  </a:lnTo>
                  <a:lnTo>
                    <a:pt x="76884" y="39336"/>
                  </a:lnTo>
                  <a:lnTo>
                    <a:pt x="76497" y="39528"/>
                  </a:lnTo>
                  <a:lnTo>
                    <a:pt x="76122" y="39732"/>
                  </a:lnTo>
                  <a:lnTo>
                    <a:pt x="75759" y="39964"/>
                  </a:lnTo>
                  <a:lnTo>
                    <a:pt x="75408" y="40223"/>
                  </a:lnTo>
                  <a:lnTo>
                    <a:pt x="75068" y="40509"/>
                  </a:lnTo>
                  <a:lnTo>
                    <a:pt x="74741" y="40823"/>
                  </a:lnTo>
                  <a:lnTo>
                    <a:pt x="74425" y="41164"/>
                  </a:lnTo>
                  <a:lnTo>
                    <a:pt x="74122" y="41533"/>
                  </a:lnTo>
                  <a:lnTo>
                    <a:pt x="73830" y="41929"/>
                  </a:lnTo>
                  <a:lnTo>
                    <a:pt x="73550" y="42352"/>
                  </a:lnTo>
                  <a:lnTo>
                    <a:pt x="73282" y="42802"/>
                  </a:lnTo>
                  <a:lnTo>
                    <a:pt x="73027" y="43283"/>
                  </a:lnTo>
                  <a:lnTo>
                    <a:pt x="72785" y="43795"/>
                  </a:lnTo>
                  <a:lnTo>
                    <a:pt x="72556" y="44340"/>
                  </a:lnTo>
                  <a:lnTo>
                    <a:pt x="72339" y="44917"/>
                  </a:lnTo>
                  <a:lnTo>
                    <a:pt x="72136" y="45526"/>
                  </a:lnTo>
                  <a:lnTo>
                    <a:pt x="71947" y="46167"/>
                  </a:lnTo>
                  <a:lnTo>
                    <a:pt x="71770" y="46840"/>
                  </a:lnTo>
                  <a:lnTo>
                    <a:pt x="71606" y="47546"/>
                  </a:lnTo>
                  <a:lnTo>
                    <a:pt x="71455" y="48284"/>
                  </a:lnTo>
                  <a:lnTo>
                    <a:pt x="71318" y="49053"/>
                  </a:lnTo>
                  <a:lnTo>
                    <a:pt x="71194" y="49847"/>
                  </a:lnTo>
                  <a:lnTo>
                    <a:pt x="71082" y="50680"/>
                  </a:lnTo>
                  <a:lnTo>
                    <a:pt x="70984" y="51552"/>
                  </a:lnTo>
                  <a:lnTo>
                    <a:pt x="70899" y="52463"/>
                  </a:lnTo>
                  <a:lnTo>
                    <a:pt x="70827" y="53414"/>
                  </a:lnTo>
                  <a:lnTo>
                    <a:pt x="70768" y="54404"/>
                  </a:lnTo>
                  <a:lnTo>
                    <a:pt x="70722" y="55433"/>
                  </a:lnTo>
                  <a:lnTo>
                    <a:pt x="70689" y="56502"/>
                  </a:lnTo>
                  <a:lnTo>
                    <a:pt x="70670" y="57610"/>
                  </a:lnTo>
                  <a:lnTo>
                    <a:pt x="70663" y="58757"/>
                  </a:lnTo>
                  <a:lnTo>
                    <a:pt x="70670" y="59869"/>
                  </a:lnTo>
                  <a:lnTo>
                    <a:pt x="70689" y="60945"/>
                  </a:lnTo>
                  <a:lnTo>
                    <a:pt x="70722" y="61984"/>
                  </a:lnTo>
                  <a:lnTo>
                    <a:pt x="70768" y="62986"/>
                  </a:lnTo>
                  <a:lnTo>
                    <a:pt x="70827" y="63951"/>
                  </a:lnTo>
                  <a:lnTo>
                    <a:pt x="70899" y="64879"/>
                  </a:lnTo>
                  <a:lnTo>
                    <a:pt x="70984" y="65770"/>
                  </a:lnTo>
                  <a:lnTo>
                    <a:pt x="71082" y="66624"/>
                  </a:lnTo>
                  <a:lnTo>
                    <a:pt x="71194" y="67442"/>
                  </a:lnTo>
                  <a:lnTo>
                    <a:pt x="71318" y="68222"/>
                  </a:lnTo>
                  <a:lnTo>
                    <a:pt x="71466" y="68970"/>
                  </a:lnTo>
                  <a:lnTo>
                    <a:pt x="71625" y="69689"/>
                  </a:lnTo>
                  <a:lnTo>
                    <a:pt x="71795" y="70380"/>
                  </a:lnTo>
                  <a:lnTo>
                    <a:pt x="71975" y="71042"/>
                  </a:lnTo>
                  <a:lnTo>
                    <a:pt x="72166" y="71675"/>
                  </a:lnTo>
                  <a:lnTo>
                    <a:pt x="72368" y="72280"/>
                  </a:lnTo>
                  <a:lnTo>
                    <a:pt x="72581" y="72856"/>
                  </a:lnTo>
                  <a:lnTo>
                    <a:pt x="72804" y="73404"/>
                  </a:lnTo>
                  <a:lnTo>
                    <a:pt x="73038" y="73923"/>
                  </a:lnTo>
                  <a:lnTo>
                    <a:pt x="73282" y="74414"/>
                  </a:lnTo>
                  <a:lnTo>
                    <a:pt x="73550" y="74865"/>
                  </a:lnTo>
                  <a:lnTo>
                    <a:pt x="73828" y="75290"/>
                  </a:lnTo>
                  <a:lnTo>
                    <a:pt x="74117" y="75689"/>
                  </a:lnTo>
                  <a:lnTo>
                    <a:pt x="74416" y="76061"/>
                  </a:lnTo>
                  <a:lnTo>
                    <a:pt x="74726" y="76408"/>
                  </a:lnTo>
                  <a:lnTo>
                    <a:pt x="75047" y="76728"/>
                  </a:lnTo>
                  <a:lnTo>
                    <a:pt x="75379" y="77022"/>
                  </a:lnTo>
                  <a:lnTo>
                    <a:pt x="75721" y="77290"/>
                  </a:lnTo>
                  <a:lnTo>
                    <a:pt x="76074" y="77532"/>
                  </a:lnTo>
                  <a:lnTo>
                    <a:pt x="76438" y="77747"/>
                  </a:lnTo>
                  <a:lnTo>
                    <a:pt x="76824" y="77940"/>
                  </a:lnTo>
                  <a:lnTo>
                    <a:pt x="77221" y="78112"/>
                  </a:lnTo>
                  <a:lnTo>
                    <a:pt x="77629" y="78263"/>
                  </a:lnTo>
                  <a:lnTo>
                    <a:pt x="78047" y="78395"/>
                  </a:lnTo>
                  <a:lnTo>
                    <a:pt x="78477" y="78506"/>
                  </a:lnTo>
                  <a:lnTo>
                    <a:pt x="78917" y="78597"/>
                  </a:lnTo>
                  <a:lnTo>
                    <a:pt x="79367" y="78668"/>
                  </a:lnTo>
                  <a:lnTo>
                    <a:pt x="79829" y="78719"/>
                  </a:lnTo>
                  <a:lnTo>
                    <a:pt x="80301" y="78749"/>
                  </a:lnTo>
                  <a:lnTo>
                    <a:pt x="80783" y="78759"/>
                  </a:lnTo>
                  <a:lnTo>
                    <a:pt x="81243" y="78749"/>
                  </a:lnTo>
                  <a:lnTo>
                    <a:pt x="81693" y="78719"/>
                  </a:lnTo>
                  <a:lnTo>
                    <a:pt x="82134" y="78668"/>
                  </a:lnTo>
                  <a:lnTo>
                    <a:pt x="82565" y="78597"/>
                  </a:lnTo>
                  <a:lnTo>
                    <a:pt x="82986" y="78506"/>
                  </a:lnTo>
                  <a:lnTo>
                    <a:pt x="83398" y="78395"/>
                  </a:lnTo>
                  <a:lnTo>
                    <a:pt x="83800" y="78263"/>
                  </a:lnTo>
                  <a:lnTo>
                    <a:pt x="84193" y="78112"/>
                  </a:lnTo>
                  <a:lnTo>
                    <a:pt x="84577" y="77940"/>
                  </a:lnTo>
                  <a:lnTo>
                    <a:pt x="84951" y="77747"/>
                  </a:lnTo>
                  <a:lnTo>
                    <a:pt x="85326" y="77532"/>
                  </a:lnTo>
                  <a:lnTo>
                    <a:pt x="85689" y="77290"/>
                  </a:lnTo>
                  <a:lnTo>
                    <a:pt x="86040" y="77022"/>
                  </a:lnTo>
                  <a:lnTo>
                    <a:pt x="86379" y="76728"/>
                  </a:lnTo>
                  <a:lnTo>
                    <a:pt x="86707" y="76408"/>
                  </a:lnTo>
                  <a:lnTo>
                    <a:pt x="87022" y="76061"/>
                  </a:lnTo>
                  <a:lnTo>
                    <a:pt x="87326" y="75689"/>
                  </a:lnTo>
                  <a:lnTo>
                    <a:pt x="87618" y="75290"/>
                  </a:lnTo>
                  <a:lnTo>
                    <a:pt x="87897" y="74865"/>
                  </a:lnTo>
                  <a:lnTo>
                    <a:pt x="88165" y="74414"/>
                  </a:lnTo>
                  <a:lnTo>
                    <a:pt x="88421" y="73923"/>
                  </a:lnTo>
                  <a:lnTo>
                    <a:pt x="88665" y="73404"/>
                  </a:lnTo>
                  <a:lnTo>
                    <a:pt x="88898" y="72856"/>
                  </a:lnTo>
                  <a:lnTo>
                    <a:pt x="89118" y="72280"/>
                  </a:lnTo>
                  <a:lnTo>
                    <a:pt x="89326" y="71675"/>
                  </a:lnTo>
                  <a:lnTo>
                    <a:pt x="89523" y="71042"/>
                  </a:lnTo>
                  <a:lnTo>
                    <a:pt x="89707" y="70380"/>
                  </a:lnTo>
                  <a:lnTo>
                    <a:pt x="89880" y="69689"/>
                  </a:lnTo>
                  <a:lnTo>
                    <a:pt x="90041" y="68970"/>
                  </a:lnTo>
                  <a:lnTo>
                    <a:pt x="90189" y="68222"/>
                  </a:lnTo>
                  <a:lnTo>
                    <a:pt x="90325" y="67442"/>
                  </a:lnTo>
                  <a:lnTo>
                    <a:pt x="90447" y="66624"/>
                  </a:lnTo>
                  <a:lnTo>
                    <a:pt x="90554" y="65770"/>
                  </a:lnTo>
                  <a:lnTo>
                    <a:pt x="90647" y="64879"/>
                  </a:lnTo>
                  <a:lnTo>
                    <a:pt x="90725" y="63951"/>
                  </a:lnTo>
                  <a:lnTo>
                    <a:pt x="90789" y="62986"/>
                  </a:lnTo>
                  <a:lnTo>
                    <a:pt x="90839" y="61984"/>
                  </a:lnTo>
                  <a:lnTo>
                    <a:pt x="90875" y="60945"/>
                  </a:lnTo>
                  <a:lnTo>
                    <a:pt x="90897" y="59869"/>
                  </a:lnTo>
                  <a:close/>
                  <a:moveTo>
                    <a:pt x="28991" y="26550"/>
                  </a:moveTo>
                  <a:lnTo>
                    <a:pt x="28985" y="25403"/>
                  </a:lnTo>
                  <a:lnTo>
                    <a:pt x="28965" y="24295"/>
                  </a:lnTo>
                  <a:lnTo>
                    <a:pt x="28932" y="23227"/>
                  </a:lnTo>
                  <a:lnTo>
                    <a:pt x="28886" y="22198"/>
                  </a:lnTo>
                  <a:lnTo>
                    <a:pt x="28828" y="21208"/>
                  </a:lnTo>
                  <a:lnTo>
                    <a:pt x="28755" y="20257"/>
                  </a:lnTo>
                  <a:lnTo>
                    <a:pt x="28670" y="19345"/>
                  </a:lnTo>
                  <a:lnTo>
                    <a:pt x="28572" y="18473"/>
                  </a:lnTo>
                  <a:lnTo>
                    <a:pt x="28461" y="17640"/>
                  </a:lnTo>
                  <a:lnTo>
                    <a:pt x="28336" y="16847"/>
                  </a:lnTo>
                  <a:lnTo>
                    <a:pt x="28199" y="16088"/>
                  </a:lnTo>
                  <a:lnTo>
                    <a:pt x="28051" y="15361"/>
                  </a:lnTo>
                  <a:lnTo>
                    <a:pt x="27890" y="14664"/>
                  </a:lnTo>
                  <a:lnTo>
                    <a:pt x="27717" y="13999"/>
                  </a:lnTo>
                  <a:lnTo>
                    <a:pt x="27533" y="13364"/>
                  </a:lnTo>
                  <a:lnTo>
                    <a:pt x="27336" y="12761"/>
                  </a:lnTo>
                  <a:lnTo>
                    <a:pt x="27128" y="12188"/>
                  </a:lnTo>
                  <a:lnTo>
                    <a:pt x="26908" y="11646"/>
                  </a:lnTo>
                  <a:lnTo>
                    <a:pt x="26675" y="11135"/>
                  </a:lnTo>
                  <a:lnTo>
                    <a:pt x="26431" y="10656"/>
                  </a:lnTo>
                  <a:lnTo>
                    <a:pt x="26175" y="10205"/>
                  </a:lnTo>
                  <a:lnTo>
                    <a:pt x="25908" y="9782"/>
                  </a:lnTo>
                  <a:lnTo>
                    <a:pt x="25628" y="9386"/>
                  </a:lnTo>
                  <a:lnTo>
                    <a:pt x="25336" y="9017"/>
                  </a:lnTo>
                  <a:lnTo>
                    <a:pt x="25032" y="8676"/>
                  </a:lnTo>
                  <a:lnTo>
                    <a:pt x="24717" y="8362"/>
                  </a:lnTo>
                  <a:lnTo>
                    <a:pt x="24389" y="8076"/>
                  </a:lnTo>
                  <a:lnTo>
                    <a:pt x="24050" y="7817"/>
                  </a:lnTo>
                  <a:lnTo>
                    <a:pt x="23699" y="7586"/>
                  </a:lnTo>
                  <a:lnTo>
                    <a:pt x="23336" y="7381"/>
                  </a:lnTo>
                  <a:lnTo>
                    <a:pt x="22961" y="7200"/>
                  </a:lnTo>
                  <a:lnTo>
                    <a:pt x="22576" y="7038"/>
                  </a:lnTo>
                  <a:lnTo>
                    <a:pt x="22180" y="6896"/>
                  </a:lnTo>
                  <a:lnTo>
                    <a:pt x="21774" y="6772"/>
                  </a:lnTo>
                  <a:lnTo>
                    <a:pt x="21356" y="6667"/>
                  </a:lnTo>
                  <a:lnTo>
                    <a:pt x="20928" y="6581"/>
                  </a:lnTo>
                  <a:lnTo>
                    <a:pt x="20490" y="6515"/>
                  </a:lnTo>
                  <a:lnTo>
                    <a:pt x="20040" y="6467"/>
                  </a:lnTo>
                  <a:lnTo>
                    <a:pt x="19580" y="6438"/>
                  </a:lnTo>
                  <a:lnTo>
                    <a:pt x="19109" y="6429"/>
                  </a:lnTo>
                  <a:lnTo>
                    <a:pt x="18603" y="6439"/>
                  </a:lnTo>
                  <a:lnTo>
                    <a:pt x="18109" y="6469"/>
                  </a:lnTo>
                  <a:lnTo>
                    <a:pt x="17627" y="6520"/>
                  </a:lnTo>
                  <a:lnTo>
                    <a:pt x="17156" y="6591"/>
                  </a:lnTo>
                  <a:lnTo>
                    <a:pt x="16698" y="6682"/>
                  </a:lnTo>
                  <a:lnTo>
                    <a:pt x="16252" y="6793"/>
                  </a:lnTo>
                  <a:lnTo>
                    <a:pt x="15817" y="6925"/>
                  </a:lnTo>
                  <a:lnTo>
                    <a:pt x="15394" y="7077"/>
                  </a:lnTo>
                  <a:lnTo>
                    <a:pt x="14984" y="7249"/>
                  </a:lnTo>
                  <a:lnTo>
                    <a:pt x="14585" y="7441"/>
                  </a:lnTo>
                  <a:lnTo>
                    <a:pt x="14210" y="7645"/>
                  </a:lnTo>
                  <a:lnTo>
                    <a:pt x="13846" y="7877"/>
                  </a:lnTo>
                  <a:lnTo>
                    <a:pt x="13495" y="8136"/>
                  </a:lnTo>
                  <a:lnTo>
                    <a:pt x="13156" y="8422"/>
                  </a:lnTo>
                  <a:lnTo>
                    <a:pt x="12828" y="8736"/>
                  </a:lnTo>
                  <a:lnTo>
                    <a:pt x="12513" y="9077"/>
                  </a:lnTo>
                  <a:lnTo>
                    <a:pt x="12209" y="9445"/>
                  </a:lnTo>
                  <a:lnTo>
                    <a:pt x="11918" y="9841"/>
                  </a:lnTo>
                  <a:lnTo>
                    <a:pt x="11638" y="10264"/>
                  </a:lnTo>
                  <a:lnTo>
                    <a:pt x="11370" y="10715"/>
                  </a:lnTo>
                  <a:lnTo>
                    <a:pt x="11115" y="11195"/>
                  </a:lnTo>
                  <a:lnTo>
                    <a:pt x="10872" y="11706"/>
                  </a:lnTo>
                  <a:lnTo>
                    <a:pt x="10643" y="12247"/>
                  </a:lnTo>
                  <a:lnTo>
                    <a:pt x="10427" y="12820"/>
                  </a:lnTo>
                  <a:lnTo>
                    <a:pt x="10224" y="13424"/>
                  </a:lnTo>
                  <a:lnTo>
                    <a:pt x="10034" y="14058"/>
                  </a:lnTo>
                  <a:lnTo>
                    <a:pt x="9857" y="14724"/>
                  </a:lnTo>
                  <a:lnTo>
                    <a:pt x="9694" y="15420"/>
                  </a:lnTo>
                  <a:lnTo>
                    <a:pt x="9543" y="16148"/>
                  </a:lnTo>
                  <a:lnTo>
                    <a:pt x="9405" y="16906"/>
                  </a:lnTo>
                  <a:lnTo>
                    <a:pt x="9281" y="17699"/>
                  </a:lnTo>
                  <a:lnTo>
                    <a:pt x="9170" y="18530"/>
                  </a:lnTo>
                  <a:lnTo>
                    <a:pt x="9071" y="19400"/>
                  </a:lnTo>
                  <a:lnTo>
                    <a:pt x="8986" y="20307"/>
                  </a:lnTo>
                  <a:lnTo>
                    <a:pt x="8914" y="21252"/>
                  </a:lnTo>
                  <a:lnTo>
                    <a:pt x="8855" y="22236"/>
                  </a:lnTo>
                  <a:lnTo>
                    <a:pt x="8810" y="23257"/>
                  </a:lnTo>
                  <a:lnTo>
                    <a:pt x="8777" y="24317"/>
                  </a:lnTo>
                  <a:lnTo>
                    <a:pt x="8757" y="25415"/>
                  </a:lnTo>
                  <a:lnTo>
                    <a:pt x="8751" y="26550"/>
                  </a:lnTo>
                  <a:lnTo>
                    <a:pt x="8757" y="27664"/>
                  </a:lnTo>
                  <a:lnTo>
                    <a:pt x="8777" y="28741"/>
                  </a:lnTo>
                  <a:lnTo>
                    <a:pt x="8810" y="29783"/>
                  </a:lnTo>
                  <a:lnTo>
                    <a:pt x="8855" y="30789"/>
                  </a:lnTo>
                  <a:lnTo>
                    <a:pt x="8914" y="31759"/>
                  </a:lnTo>
                  <a:lnTo>
                    <a:pt x="8986" y="32694"/>
                  </a:lnTo>
                  <a:lnTo>
                    <a:pt x="9071" y="33593"/>
                  </a:lnTo>
                  <a:lnTo>
                    <a:pt x="9170" y="34456"/>
                  </a:lnTo>
                  <a:lnTo>
                    <a:pt x="9281" y="35284"/>
                  </a:lnTo>
                  <a:lnTo>
                    <a:pt x="9405" y="36075"/>
                  </a:lnTo>
                  <a:lnTo>
                    <a:pt x="9554" y="36834"/>
                  </a:lnTo>
                  <a:lnTo>
                    <a:pt x="9713" y="37564"/>
                  </a:lnTo>
                  <a:lnTo>
                    <a:pt x="9882" y="38263"/>
                  </a:lnTo>
                  <a:lnTo>
                    <a:pt x="10063" y="38933"/>
                  </a:lnTo>
                  <a:lnTo>
                    <a:pt x="10254" y="39573"/>
                  </a:lnTo>
                  <a:lnTo>
                    <a:pt x="10456" y="40183"/>
                  </a:lnTo>
                  <a:lnTo>
                    <a:pt x="10668" y="40764"/>
                  </a:lnTo>
                  <a:lnTo>
                    <a:pt x="10891" y="41314"/>
                  </a:lnTo>
                  <a:lnTo>
                    <a:pt x="11125" y="41835"/>
                  </a:lnTo>
                  <a:lnTo>
                    <a:pt x="11370" y="42326"/>
                  </a:lnTo>
                  <a:lnTo>
                    <a:pt x="11638" y="42777"/>
                  </a:lnTo>
                  <a:lnTo>
                    <a:pt x="11918" y="43203"/>
                  </a:lnTo>
                  <a:lnTo>
                    <a:pt x="12209" y="43601"/>
                  </a:lnTo>
                  <a:lnTo>
                    <a:pt x="12513" y="43974"/>
                  </a:lnTo>
                  <a:lnTo>
                    <a:pt x="12828" y="44321"/>
                  </a:lnTo>
                  <a:lnTo>
                    <a:pt x="13156" y="44641"/>
                  </a:lnTo>
                  <a:lnTo>
                    <a:pt x="13495" y="44935"/>
                  </a:lnTo>
                  <a:lnTo>
                    <a:pt x="13846" y="45203"/>
                  </a:lnTo>
                  <a:lnTo>
                    <a:pt x="14210" y="45444"/>
                  </a:lnTo>
                  <a:lnTo>
                    <a:pt x="14585" y="45660"/>
                  </a:lnTo>
                  <a:lnTo>
                    <a:pt x="14972" y="45852"/>
                  </a:lnTo>
                  <a:lnTo>
                    <a:pt x="15370" y="46024"/>
                  </a:lnTo>
                  <a:lnTo>
                    <a:pt x="15781" y="46176"/>
                  </a:lnTo>
                  <a:lnTo>
                    <a:pt x="16204" y="46308"/>
                  </a:lnTo>
                  <a:lnTo>
                    <a:pt x="16638" y="46419"/>
                  </a:lnTo>
                  <a:lnTo>
                    <a:pt x="17085" y="46510"/>
                  </a:lnTo>
                  <a:lnTo>
                    <a:pt x="17543" y="46581"/>
                  </a:lnTo>
                  <a:lnTo>
                    <a:pt x="18014" y="46632"/>
                  </a:lnTo>
                  <a:lnTo>
                    <a:pt x="18496" y="46662"/>
                  </a:lnTo>
                  <a:lnTo>
                    <a:pt x="18990" y="46672"/>
                  </a:lnTo>
                  <a:lnTo>
                    <a:pt x="19438" y="46662"/>
                  </a:lnTo>
                  <a:lnTo>
                    <a:pt x="19878" y="46632"/>
                  </a:lnTo>
                  <a:lnTo>
                    <a:pt x="20310" y="46581"/>
                  </a:lnTo>
                  <a:lnTo>
                    <a:pt x="20733" y="46510"/>
                  </a:lnTo>
                  <a:lnTo>
                    <a:pt x="21148" y="46419"/>
                  </a:lnTo>
                  <a:lnTo>
                    <a:pt x="21555" y="46308"/>
                  </a:lnTo>
                  <a:lnTo>
                    <a:pt x="21953" y="46176"/>
                  </a:lnTo>
                  <a:lnTo>
                    <a:pt x="22343" y="46024"/>
                  </a:lnTo>
                  <a:lnTo>
                    <a:pt x="22724" y="45852"/>
                  </a:lnTo>
                  <a:lnTo>
                    <a:pt x="23098" y="45660"/>
                  </a:lnTo>
                  <a:lnTo>
                    <a:pt x="23461" y="45444"/>
                  </a:lnTo>
                  <a:lnTo>
                    <a:pt x="23814" y="45203"/>
                  </a:lnTo>
                  <a:lnTo>
                    <a:pt x="24157" y="44935"/>
                  </a:lnTo>
                  <a:lnTo>
                    <a:pt x="24488" y="44641"/>
                  </a:lnTo>
                  <a:lnTo>
                    <a:pt x="24809" y="44321"/>
                  </a:lnTo>
                  <a:lnTo>
                    <a:pt x="25119" y="43974"/>
                  </a:lnTo>
                  <a:lnTo>
                    <a:pt x="25419" y="43601"/>
                  </a:lnTo>
                  <a:lnTo>
                    <a:pt x="25707" y="43203"/>
                  </a:lnTo>
                  <a:lnTo>
                    <a:pt x="25985" y="42777"/>
                  </a:lnTo>
                  <a:lnTo>
                    <a:pt x="26253" y="42326"/>
                  </a:lnTo>
                  <a:lnTo>
                    <a:pt x="26509" y="41835"/>
                  </a:lnTo>
                  <a:lnTo>
                    <a:pt x="26753" y="41314"/>
                  </a:lnTo>
                  <a:lnTo>
                    <a:pt x="26985" y="40764"/>
                  </a:lnTo>
                  <a:lnTo>
                    <a:pt x="27205" y="40183"/>
                  </a:lnTo>
                  <a:lnTo>
                    <a:pt x="27414" y="39573"/>
                  </a:lnTo>
                  <a:lnTo>
                    <a:pt x="27610" y="38933"/>
                  </a:lnTo>
                  <a:lnTo>
                    <a:pt x="27795" y="38263"/>
                  </a:lnTo>
                  <a:lnTo>
                    <a:pt x="27967" y="37564"/>
                  </a:lnTo>
                  <a:lnTo>
                    <a:pt x="28128" y="36834"/>
                  </a:lnTo>
                  <a:lnTo>
                    <a:pt x="28277" y="36075"/>
                  </a:lnTo>
                  <a:lnTo>
                    <a:pt x="28413" y="35284"/>
                  </a:lnTo>
                  <a:lnTo>
                    <a:pt x="28534" y="34456"/>
                  </a:lnTo>
                  <a:lnTo>
                    <a:pt x="28641" y="33593"/>
                  </a:lnTo>
                  <a:lnTo>
                    <a:pt x="28734" y="32694"/>
                  </a:lnTo>
                  <a:lnTo>
                    <a:pt x="28813" y="31759"/>
                  </a:lnTo>
                  <a:lnTo>
                    <a:pt x="28877" y="30789"/>
                  </a:lnTo>
                  <a:lnTo>
                    <a:pt x="28927" y="29783"/>
                  </a:lnTo>
                  <a:lnTo>
                    <a:pt x="28963" y="28741"/>
                  </a:lnTo>
                  <a:lnTo>
                    <a:pt x="28984" y="276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h89"/>
            <p:cNvSpPr/>
            <p:nvPr/>
          </p:nvSpPr>
          <p:spPr>
            <a:xfrm>
              <a:off x="259635" y="299100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h90"/>
            <p:cNvSpPr/>
            <p:nvPr/>
          </p:nvSpPr>
          <p:spPr>
            <a:xfrm>
              <a:off x="322916" y="297850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h91"/>
            <p:cNvSpPr/>
            <p:nvPr/>
          </p:nvSpPr>
          <p:spPr>
            <a:xfrm>
              <a:off x="390723" y="297850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h92"/>
            <p:cNvSpPr/>
            <p:nvPr/>
          </p:nvSpPr>
          <p:spPr>
            <a:xfrm>
              <a:off x="458112" y="298385"/>
              <a:ext cx="99714" cy="85308"/>
            </a:xfrm>
            <a:custGeom>
              <a:avLst/>
              <a:pathLst>
                <a:path w="99714" h="85308">
                  <a:moveTo>
                    <a:pt x="99714" y="58757"/>
                  </a:moveTo>
                  <a:lnTo>
                    <a:pt x="99699" y="60222"/>
                  </a:lnTo>
                  <a:lnTo>
                    <a:pt x="99652" y="61641"/>
                  </a:lnTo>
                  <a:lnTo>
                    <a:pt x="99575" y="63013"/>
                  </a:lnTo>
                  <a:lnTo>
                    <a:pt x="99467" y="64338"/>
                  </a:lnTo>
                  <a:lnTo>
                    <a:pt x="99327" y="65618"/>
                  </a:lnTo>
                  <a:lnTo>
                    <a:pt x="99157" y="66851"/>
                  </a:lnTo>
                  <a:lnTo>
                    <a:pt x="98956" y="68037"/>
                  </a:lnTo>
                  <a:lnTo>
                    <a:pt x="98724" y="69177"/>
                  </a:lnTo>
                  <a:lnTo>
                    <a:pt x="98461" y="70271"/>
                  </a:lnTo>
                  <a:lnTo>
                    <a:pt x="98167" y="71318"/>
                  </a:lnTo>
                  <a:lnTo>
                    <a:pt x="97858" y="72311"/>
                  </a:lnTo>
                  <a:lnTo>
                    <a:pt x="97526" y="73266"/>
                  </a:lnTo>
                  <a:lnTo>
                    <a:pt x="97172" y="74183"/>
                  </a:lnTo>
                  <a:lnTo>
                    <a:pt x="96795" y="75061"/>
                  </a:lnTo>
                  <a:lnTo>
                    <a:pt x="96395" y="75902"/>
                  </a:lnTo>
                  <a:lnTo>
                    <a:pt x="95973" y="76704"/>
                  </a:lnTo>
                  <a:lnTo>
                    <a:pt x="95529" y="77469"/>
                  </a:lnTo>
                  <a:lnTo>
                    <a:pt x="95061" y="78195"/>
                  </a:lnTo>
                  <a:lnTo>
                    <a:pt x="94571" y="78883"/>
                  </a:lnTo>
                  <a:lnTo>
                    <a:pt x="94059" y="79533"/>
                  </a:lnTo>
                  <a:lnTo>
                    <a:pt x="93538" y="80135"/>
                  </a:lnTo>
                  <a:lnTo>
                    <a:pt x="92999" y="80702"/>
                  </a:lnTo>
                  <a:lnTo>
                    <a:pt x="92443" y="81235"/>
                  </a:lnTo>
                  <a:lnTo>
                    <a:pt x="91868" y="81734"/>
                  </a:lnTo>
                  <a:lnTo>
                    <a:pt x="91276" y="82197"/>
                  </a:lnTo>
                  <a:lnTo>
                    <a:pt x="90666" y="82626"/>
                  </a:lnTo>
                  <a:lnTo>
                    <a:pt x="90038" y="83021"/>
                  </a:lnTo>
                  <a:lnTo>
                    <a:pt x="89392" y="83381"/>
                  </a:lnTo>
                  <a:lnTo>
                    <a:pt x="88728" y="83707"/>
                  </a:lnTo>
                  <a:lnTo>
                    <a:pt x="88046" y="83998"/>
                  </a:lnTo>
                  <a:lnTo>
                    <a:pt x="87351" y="84247"/>
                  </a:lnTo>
                  <a:lnTo>
                    <a:pt x="86646" y="84470"/>
                  </a:lnTo>
                  <a:lnTo>
                    <a:pt x="85932" y="84666"/>
                  </a:lnTo>
                  <a:lnTo>
                    <a:pt x="85208" y="84836"/>
                  </a:lnTo>
                  <a:lnTo>
                    <a:pt x="84474" y="84980"/>
                  </a:lnTo>
                  <a:lnTo>
                    <a:pt x="83731" y="85098"/>
                  </a:lnTo>
                  <a:lnTo>
                    <a:pt x="82979" y="85190"/>
                  </a:lnTo>
                  <a:lnTo>
                    <a:pt x="82217" y="85255"/>
                  </a:lnTo>
                  <a:lnTo>
                    <a:pt x="81445" y="85295"/>
                  </a:lnTo>
                  <a:lnTo>
                    <a:pt x="80664" y="85308"/>
                  </a:lnTo>
                  <a:lnTo>
                    <a:pt x="79883" y="85295"/>
                  </a:lnTo>
                  <a:lnTo>
                    <a:pt x="79112" y="85255"/>
                  </a:lnTo>
                  <a:lnTo>
                    <a:pt x="78350" y="85190"/>
                  </a:lnTo>
                  <a:lnTo>
                    <a:pt x="77597" y="85098"/>
                  </a:lnTo>
                  <a:lnTo>
                    <a:pt x="76854" y="84980"/>
                  </a:lnTo>
                  <a:lnTo>
                    <a:pt x="76121" y="84836"/>
                  </a:lnTo>
                  <a:lnTo>
                    <a:pt x="75397" y="84666"/>
                  </a:lnTo>
                  <a:lnTo>
                    <a:pt x="74683" y="84470"/>
                  </a:lnTo>
                  <a:lnTo>
                    <a:pt x="73978" y="84247"/>
                  </a:lnTo>
                  <a:lnTo>
                    <a:pt x="73282" y="83998"/>
                  </a:lnTo>
                  <a:lnTo>
                    <a:pt x="72612" y="83707"/>
                  </a:lnTo>
                  <a:lnTo>
                    <a:pt x="71958" y="83381"/>
                  </a:lnTo>
                  <a:lnTo>
                    <a:pt x="71322" y="83021"/>
                  </a:lnTo>
                  <a:lnTo>
                    <a:pt x="70701" y="82626"/>
                  </a:lnTo>
                  <a:lnTo>
                    <a:pt x="70098" y="82197"/>
                  </a:lnTo>
                  <a:lnTo>
                    <a:pt x="69511" y="81734"/>
                  </a:lnTo>
                  <a:lnTo>
                    <a:pt x="68940" y="81235"/>
                  </a:lnTo>
                  <a:lnTo>
                    <a:pt x="68387" y="80702"/>
                  </a:lnTo>
                  <a:lnTo>
                    <a:pt x="67850" y="80135"/>
                  </a:lnTo>
                  <a:lnTo>
                    <a:pt x="67329" y="79533"/>
                  </a:lnTo>
                  <a:lnTo>
                    <a:pt x="66839" y="78894"/>
                  </a:lnTo>
                  <a:lnTo>
                    <a:pt x="66370" y="78216"/>
                  </a:lnTo>
                  <a:lnTo>
                    <a:pt x="65920" y="77499"/>
                  </a:lnTo>
                  <a:lnTo>
                    <a:pt x="65491" y="76742"/>
                  </a:lnTo>
                  <a:lnTo>
                    <a:pt x="65082" y="75946"/>
                  </a:lnTo>
                  <a:lnTo>
                    <a:pt x="64693" y="75111"/>
                  </a:lnTo>
                  <a:lnTo>
                    <a:pt x="64325" y="74237"/>
                  </a:lnTo>
                  <a:lnTo>
                    <a:pt x="63977" y="73323"/>
                  </a:lnTo>
                  <a:lnTo>
                    <a:pt x="63649" y="72370"/>
                  </a:lnTo>
                  <a:lnTo>
                    <a:pt x="63341" y="71377"/>
                  </a:lnTo>
                  <a:lnTo>
                    <a:pt x="63069" y="70330"/>
                  </a:lnTo>
                  <a:lnTo>
                    <a:pt x="62826" y="69234"/>
                  </a:lnTo>
                  <a:lnTo>
                    <a:pt x="62612" y="68091"/>
                  </a:lnTo>
                  <a:lnTo>
                    <a:pt x="62426" y="66901"/>
                  </a:lnTo>
                  <a:lnTo>
                    <a:pt x="62269" y="65662"/>
                  </a:lnTo>
                  <a:lnTo>
                    <a:pt x="62141" y="64377"/>
                  </a:lnTo>
                  <a:lnTo>
                    <a:pt x="62041" y="63043"/>
                  </a:lnTo>
                  <a:lnTo>
                    <a:pt x="61969" y="61662"/>
                  </a:lnTo>
                  <a:lnTo>
                    <a:pt x="61926" y="60233"/>
                  </a:lnTo>
                  <a:lnTo>
                    <a:pt x="61912" y="58757"/>
                  </a:lnTo>
                  <a:lnTo>
                    <a:pt x="61926" y="57201"/>
                  </a:lnTo>
                  <a:lnTo>
                    <a:pt x="61969" y="55699"/>
                  </a:lnTo>
                  <a:lnTo>
                    <a:pt x="62041" y="54253"/>
                  </a:lnTo>
                  <a:lnTo>
                    <a:pt x="62141" y="52861"/>
                  </a:lnTo>
                  <a:lnTo>
                    <a:pt x="62269" y="51524"/>
                  </a:lnTo>
                  <a:lnTo>
                    <a:pt x="62426" y="50241"/>
                  </a:lnTo>
                  <a:lnTo>
                    <a:pt x="62612" y="49014"/>
                  </a:lnTo>
                  <a:lnTo>
                    <a:pt x="62826" y="47841"/>
                  </a:lnTo>
                  <a:lnTo>
                    <a:pt x="63069" y="46723"/>
                  </a:lnTo>
                  <a:lnTo>
                    <a:pt x="63341" y="45660"/>
                  </a:lnTo>
                  <a:lnTo>
                    <a:pt x="63638" y="44646"/>
                  </a:lnTo>
                  <a:lnTo>
                    <a:pt x="63957" y="43674"/>
                  </a:lnTo>
                  <a:lnTo>
                    <a:pt x="64300" y="42745"/>
                  </a:lnTo>
                  <a:lnTo>
                    <a:pt x="64665" y="41859"/>
                  </a:lnTo>
                  <a:lnTo>
                    <a:pt x="65052" y="41017"/>
                  </a:lnTo>
                  <a:lnTo>
                    <a:pt x="65462" y="40216"/>
                  </a:lnTo>
                  <a:lnTo>
                    <a:pt x="65895" y="39459"/>
                  </a:lnTo>
                  <a:lnTo>
                    <a:pt x="66351" y="38745"/>
                  </a:lnTo>
                  <a:lnTo>
                    <a:pt x="66829" y="38073"/>
                  </a:lnTo>
                  <a:lnTo>
                    <a:pt x="67329" y="37445"/>
                  </a:lnTo>
                  <a:lnTo>
                    <a:pt x="67850" y="36845"/>
                  </a:lnTo>
                  <a:lnTo>
                    <a:pt x="68389" y="36283"/>
                  </a:lnTo>
                  <a:lnTo>
                    <a:pt x="68946" y="35759"/>
                  </a:lnTo>
                  <a:lnTo>
                    <a:pt x="69520" y="35273"/>
                  </a:lnTo>
                  <a:lnTo>
                    <a:pt x="70112" y="34825"/>
                  </a:lnTo>
                  <a:lnTo>
                    <a:pt x="70723" y="34416"/>
                  </a:lnTo>
                  <a:lnTo>
                    <a:pt x="71351" y="34044"/>
                  </a:lnTo>
                  <a:lnTo>
                    <a:pt x="71997" y="33711"/>
                  </a:lnTo>
                  <a:lnTo>
                    <a:pt x="72660" y="33416"/>
                  </a:lnTo>
                  <a:lnTo>
                    <a:pt x="73342" y="33158"/>
                  </a:lnTo>
                  <a:lnTo>
                    <a:pt x="74050" y="32921"/>
                  </a:lnTo>
                  <a:lnTo>
                    <a:pt x="74768" y="32708"/>
                  </a:lnTo>
                  <a:lnTo>
                    <a:pt x="75498" y="32521"/>
                  </a:lnTo>
                  <a:lnTo>
                    <a:pt x="76238" y="32358"/>
                  </a:lnTo>
                  <a:lnTo>
                    <a:pt x="76988" y="32221"/>
                  </a:lnTo>
                  <a:lnTo>
                    <a:pt x="77750" y="32108"/>
                  </a:lnTo>
                  <a:lnTo>
                    <a:pt x="78522" y="32021"/>
                  </a:lnTo>
                  <a:lnTo>
                    <a:pt x="79305" y="31958"/>
                  </a:lnTo>
                  <a:lnTo>
                    <a:pt x="80098" y="31921"/>
                  </a:lnTo>
                  <a:lnTo>
                    <a:pt x="80902" y="31908"/>
                  </a:lnTo>
                  <a:lnTo>
                    <a:pt x="81683" y="31921"/>
                  </a:lnTo>
                  <a:lnTo>
                    <a:pt x="82453" y="31958"/>
                  </a:lnTo>
                  <a:lnTo>
                    <a:pt x="83212" y="32021"/>
                  </a:lnTo>
                  <a:lnTo>
                    <a:pt x="83960" y="32108"/>
                  </a:lnTo>
                  <a:lnTo>
                    <a:pt x="84698" y="32221"/>
                  </a:lnTo>
                  <a:lnTo>
                    <a:pt x="85424" y="32358"/>
                  </a:lnTo>
                  <a:lnTo>
                    <a:pt x="86141" y="32521"/>
                  </a:lnTo>
                  <a:lnTo>
                    <a:pt x="86846" y="32708"/>
                  </a:lnTo>
                  <a:lnTo>
                    <a:pt x="87541" y="32921"/>
                  </a:lnTo>
                  <a:lnTo>
                    <a:pt x="88225" y="33158"/>
                  </a:lnTo>
                  <a:lnTo>
                    <a:pt x="88906" y="33416"/>
                  </a:lnTo>
                  <a:lnTo>
                    <a:pt x="89568" y="33711"/>
                  </a:lnTo>
                  <a:lnTo>
                    <a:pt x="90211" y="34044"/>
                  </a:lnTo>
                  <a:lnTo>
                    <a:pt x="90835" y="34416"/>
                  </a:lnTo>
                  <a:lnTo>
                    <a:pt x="91440" y="34825"/>
                  </a:lnTo>
                  <a:lnTo>
                    <a:pt x="92025" y="35273"/>
                  </a:lnTo>
                  <a:lnTo>
                    <a:pt x="92592" y="35759"/>
                  </a:lnTo>
                  <a:lnTo>
                    <a:pt x="93140" y="36283"/>
                  </a:lnTo>
                  <a:lnTo>
                    <a:pt x="93668" y="36845"/>
                  </a:lnTo>
                  <a:lnTo>
                    <a:pt x="94178" y="37445"/>
                  </a:lnTo>
                  <a:lnTo>
                    <a:pt x="94679" y="38073"/>
                  </a:lnTo>
                  <a:lnTo>
                    <a:pt x="95159" y="38745"/>
                  </a:lnTo>
                  <a:lnTo>
                    <a:pt x="95617" y="39459"/>
                  </a:lnTo>
                  <a:lnTo>
                    <a:pt x="96054" y="40216"/>
                  </a:lnTo>
                  <a:lnTo>
                    <a:pt x="96470" y="41017"/>
                  </a:lnTo>
                  <a:lnTo>
                    <a:pt x="96864" y="41859"/>
                  </a:lnTo>
                  <a:lnTo>
                    <a:pt x="97237" y="42745"/>
                  </a:lnTo>
                  <a:lnTo>
                    <a:pt x="97588" y="43674"/>
                  </a:lnTo>
                  <a:lnTo>
                    <a:pt x="97918" y="44646"/>
                  </a:lnTo>
                  <a:lnTo>
                    <a:pt x="98226" y="45660"/>
                  </a:lnTo>
                  <a:lnTo>
                    <a:pt x="98509" y="46723"/>
                  </a:lnTo>
                  <a:lnTo>
                    <a:pt x="98762" y="47841"/>
                  </a:lnTo>
                  <a:lnTo>
                    <a:pt x="98985" y="49014"/>
                  </a:lnTo>
                  <a:lnTo>
                    <a:pt x="99179" y="50241"/>
                  </a:lnTo>
                  <a:lnTo>
                    <a:pt x="99342" y="51524"/>
                  </a:lnTo>
                  <a:lnTo>
                    <a:pt x="99476" y="52861"/>
                  </a:lnTo>
                  <a:lnTo>
                    <a:pt x="99580" y="54253"/>
                  </a:lnTo>
                  <a:lnTo>
                    <a:pt x="99655" y="55699"/>
                  </a:lnTo>
                  <a:lnTo>
                    <a:pt x="99699" y="57201"/>
                  </a:lnTo>
                  <a:close/>
                  <a:moveTo>
                    <a:pt x="27027" y="84593"/>
                  </a:moveTo>
                  <a:lnTo>
                    <a:pt x="17799" y="84593"/>
                  </a:lnTo>
                  <a:lnTo>
                    <a:pt x="72687" y="714"/>
                  </a:lnTo>
                  <a:lnTo>
                    <a:pt x="82034" y="714"/>
                  </a:lnTo>
                  <a:close/>
                  <a:moveTo>
                    <a:pt x="19109" y="0"/>
                  </a:moveTo>
                  <a:lnTo>
                    <a:pt x="19867" y="12"/>
                  </a:lnTo>
                  <a:lnTo>
                    <a:pt x="20616" y="50"/>
                  </a:lnTo>
                  <a:lnTo>
                    <a:pt x="21358" y="112"/>
                  </a:lnTo>
                  <a:lnTo>
                    <a:pt x="22090" y="200"/>
                  </a:lnTo>
                  <a:lnTo>
                    <a:pt x="22815" y="312"/>
                  </a:lnTo>
                  <a:lnTo>
                    <a:pt x="23531" y="450"/>
                  </a:lnTo>
                  <a:lnTo>
                    <a:pt x="24239" y="612"/>
                  </a:lnTo>
                  <a:lnTo>
                    <a:pt x="24938" y="800"/>
                  </a:lnTo>
                  <a:lnTo>
                    <a:pt x="25629" y="1012"/>
                  </a:lnTo>
                  <a:lnTo>
                    <a:pt x="26312" y="1250"/>
                  </a:lnTo>
                  <a:lnTo>
                    <a:pt x="26983" y="1506"/>
                  </a:lnTo>
                  <a:lnTo>
                    <a:pt x="27636" y="1800"/>
                  </a:lnTo>
                  <a:lnTo>
                    <a:pt x="28273" y="2130"/>
                  </a:lnTo>
                  <a:lnTo>
                    <a:pt x="28894" y="2497"/>
                  </a:lnTo>
                  <a:lnTo>
                    <a:pt x="29497" y="2902"/>
                  </a:lnTo>
                  <a:lnTo>
                    <a:pt x="30084" y="3343"/>
                  </a:lnTo>
                  <a:lnTo>
                    <a:pt x="30655" y="3821"/>
                  </a:lnTo>
                  <a:lnTo>
                    <a:pt x="31208" y="4336"/>
                  </a:lnTo>
                  <a:lnTo>
                    <a:pt x="31745" y="4888"/>
                  </a:lnTo>
                  <a:lnTo>
                    <a:pt x="32265" y="5476"/>
                  </a:lnTo>
                  <a:lnTo>
                    <a:pt x="32766" y="6104"/>
                  </a:lnTo>
                  <a:lnTo>
                    <a:pt x="33244" y="6774"/>
                  </a:lnTo>
                  <a:lnTo>
                    <a:pt x="33700" y="7486"/>
                  </a:lnTo>
                  <a:lnTo>
                    <a:pt x="34132" y="8239"/>
                  </a:lnTo>
                  <a:lnTo>
                    <a:pt x="34543" y="9033"/>
                  </a:lnTo>
                  <a:lnTo>
                    <a:pt x="34930" y="9870"/>
                  </a:lnTo>
                  <a:lnTo>
                    <a:pt x="35295" y="10748"/>
                  </a:lnTo>
                  <a:lnTo>
                    <a:pt x="35637" y="11668"/>
                  </a:lnTo>
                  <a:lnTo>
                    <a:pt x="35957" y="12629"/>
                  </a:lnTo>
                  <a:lnTo>
                    <a:pt x="36254" y="13632"/>
                  </a:lnTo>
                  <a:lnTo>
                    <a:pt x="36537" y="14683"/>
                  </a:lnTo>
                  <a:lnTo>
                    <a:pt x="36790" y="15787"/>
                  </a:lnTo>
                  <a:lnTo>
                    <a:pt x="37013" y="16945"/>
                  </a:lnTo>
                  <a:lnTo>
                    <a:pt x="37207" y="18157"/>
                  </a:lnTo>
                  <a:lnTo>
                    <a:pt x="37370" y="19422"/>
                  </a:lnTo>
                  <a:lnTo>
                    <a:pt x="37504" y="20740"/>
                  </a:lnTo>
                  <a:lnTo>
                    <a:pt x="37608" y="22112"/>
                  </a:lnTo>
                  <a:lnTo>
                    <a:pt x="37683" y="23538"/>
                  </a:lnTo>
                  <a:lnTo>
                    <a:pt x="37727" y="25018"/>
                  </a:lnTo>
                  <a:lnTo>
                    <a:pt x="37742" y="26550"/>
                  </a:lnTo>
                  <a:lnTo>
                    <a:pt x="37727" y="28027"/>
                  </a:lnTo>
                  <a:lnTo>
                    <a:pt x="37683" y="29456"/>
                  </a:lnTo>
                  <a:lnTo>
                    <a:pt x="37608" y="30837"/>
                  </a:lnTo>
                  <a:lnTo>
                    <a:pt x="37504" y="32170"/>
                  </a:lnTo>
                  <a:lnTo>
                    <a:pt x="37370" y="33456"/>
                  </a:lnTo>
                  <a:lnTo>
                    <a:pt x="37207" y="34694"/>
                  </a:lnTo>
                  <a:lnTo>
                    <a:pt x="37013" y="35885"/>
                  </a:lnTo>
                  <a:lnTo>
                    <a:pt x="36790" y="37028"/>
                  </a:lnTo>
                  <a:lnTo>
                    <a:pt x="36537" y="38123"/>
                  </a:lnTo>
                  <a:lnTo>
                    <a:pt x="36254" y="39171"/>
                  </a:lnTo>
                  <a:lnTo>
                    <a:pt x="35946" y="40176"/>
                  </a:lnTo>
                  <a:lnTo>
                    <a:pt x="35616" y="41143"/>
                  </a:lnTo>
                  <a:lnTo>
                    <a:pt x="35265" y="42071"/>
                  </a:lnTo>
                  <a:lnTo>
                    <a:pt x="34892" y="42962"/>
                  </a:lnTo>
                  <a:lnTo>
                    <a:pt x="34498" y="43815"/>
                  </a:lnTo>
                  <a:lnTo>
                    <a:pt x="34082" y="44629"/>
                  </a:lnTo>
                  <a:lnTo>
                    <a:pt x="33645" y="45405"/>
                  </a:lnTo>
                  <a:lnTo>
                    <a:pt x="33187" y="46143"/>
                  </a:lnTo>
                  <a:lnTo>
                    <a:pt x="32707" y="46843"/>
                  </a:lnTo>
                  <a:lnTo>
                    <a:pt x="32206" y="47505"/>
                  </a:lnTo>
                  <a:lnTo>
                    <a:pt x="31696" y="48119"/>
                  </a:lnTo>
                  <a:lnTo>
                    <a:pt x="31168" y="48696"/>
                  </a:lnTo>
                  <a:lnTo>
                    <a:pt x="30620" y="49238"/>
                  </a:lnTo>
                  <a:lnTo>
                    <a:pt x="30053" y="49744"/>
                  </a:lnTo>
                  <a:lnTo>
                    <a:pt x="29467" y="50214"/>
                  </a:lnTo>
                  <a:lnTo>
                    <a:pt x="28863" y="50649"/>
                  </a:lnTo>
                  <a:lnTo>
                    <a:pt x="28239" y="51048"/>
                  </a:lnTo>
                  <a:lnTo>
                    <a:pt x="27596" y="51411"/>
                  </a:lnTo>
                  <a:lnTo>
                    <a:pt x="26934" y="51738"/>
                  </a:lnTo>
                  <a:lnTo>
                    <a:pt x="26253" y="52030"/>
                  </a:lnTo>
                  <a:lnTo>
                    <a:pt x="25557" y="52290"/>
                  </a:lnTo>
                  <a:lnTo>
                    <a:pt x="24853" y="52523"/>
                  </a:lnTo>
                  <a:lnTo>
                    <a:pt x="24138" y="52728"/>
                  </a:lnTo>
                  <a:lnTo>
                    <a:pt x="23414" y="52906"/>
                  </a:lnTo>
                  <a:lnTo>
                    <a:pt x="22681" y="53057"/>
                  </a:lnTo>
                  <a:lnTo>
                    <a:pt x="21938" y="53180"/>
                  </a:lnTo>
                  <a:lnTo>
                    <a:pt x="21185" y="53276"/>
                  </a:lnTo>
                  <a:lnTo>
                    <a:pt x="20423" y="53344"/>
                  </a:lnTo>
                  <a:lnTo>
                    <a:pt x="19652" y="53385"/>
                  </a:lnTo>
                  <a:lnTo>
                    <a:pt x="18871" y="53399"/>
                  </a:lnTo>
                  <a:lnTo>
                    <a:pt x="18079" y="53385"/>
                  </a:lnTo>
                  <a:lnTo>
                    <a:pt x="17297" y="53344"/>
                  </a:lnTo>
                  <a:lnTo>
                    <a:pt x="16526" y="53276"/>
                  </a:lnTo>
                  <a:lnTo>
                    <a:pt x="15766" y="53180"/>
                  </a:lnTo>
                  <a:lnTo>
                    <a:pt x="15016" y="53057"/>
                  </a:lnTo>
                  <a:lnTo>
                    <a:pt x="14277" y="52906"/>
                  </a:lnTo>
                  <a:lnTo>
                    <a:pt x="13549" y="52728"/>
                  </a:lnTo>
                  <a:lnTo>
                    <a:pt x="12832" y="52523"/>
                  </a:lnTo>
                  <a:lnTo>
                    <a:pt x="12125" y="52290"/>
                  </a:lnTo>
                  <a:lnTo>
                    <a:pt x="11430" y="52030"/>
                  </a:lnTo>
                  <a:lnTo>
                    <a:pt x="10748" y="51738"/>
                  </a:lnTo>
                  <a:lnTo>
                    <a:pt x="10084" y="51411"/>
                  </a:lnTo>
                  <a:lnTo>
                    <a:pt x="9438" y="51048"/>
                  </a:lnTo>
                  <a:lnTo>
                    <a:pt x="8810" y="50649"/>
                  </a:lnTo>
                  <a:lnTo>
                    <a:pt x="8200" y="50214"/>
                  </a:lnTo>
                  <a:lnTo>
                    <a:pt x="7608" y="49744"/>
                  </a:lnTo>
                  <a:lnTo>
                    <a:pt x="7033" y="49238"/>
                  </a:lnTo>
                  <a:lnTo>
                    <a:pt x="6477" y="48696"/>
                  </a:lnTo>
                  <a:lnTo>
                    <a:pt x="5938" y="48119"/>
                  </a:lnTo>
                  <a:lnTo>
                    <a:pt x="5417" y="47505"/>
                  </a:lnTo>
                  <a:lnTo>
                    <a:pt x="4927" y="46855"/>
                  </a:lnTo>
                  <a:lnTo>
                    <a:pt x="4457" y="46165"/>
                  </a:lnTo>
                  <a:lnTo>
                    <a:pt x="4008" y="45436"/>
                  </a:lnTo>
                  <a:lnTo>
                    <a:pt x="3579" y="44667"/>
                  </a:lnTo>
                  <a:lnTo>
                    <a:pt x="3170" y="43859"/>
                  </a:lnTo>
                  <a:lnTo>
                    <a:pt x="2781" y="43012"/>
                  </a:lnTo>
                  <a:lnTo>
                    <a:pt x="2412" y="42126"/>
                  </a:lnTo>
                  <a:lnTo>
                    <a:pt x="2064" y="41200"/>
                  </a:lnTo>
                  <a:lnTo>
                    <a:pt x="1736" y="40235"/>
                  </a:lnTo>
                  <a:lnTo>
                    <a:pt x="1428" y="39231"/>
                  </a:lnTo>
                  <a:lnTo>
                    <a:pt x="1157" y="38182"/>
                  </a:lnTo>
                  <a:lnTo>
                    <a:pt x="914" y="37085"/>
                  </a:lnTo>
                  <a:lnTo>
                    <a:pt x="700" y="35939"/>
                  </a:lnTo>
                  <a:lnTo>
                    <a:pt x="514" y="34744"/>
                  </a:lnTo>
                  <a:lnTo>
                    <a:pt x="357" y="33501"/>
                  </a:lnTo>
                  <a:lnTo>
                    <a:pt x="228" y="32208"/>
                  </a:lnTo>
                  <a:lnTo>
                    <a:pt x="128" y="30867"/>
                  </a:lnTo>
                  <a:lnTo>
                    <a:pt x="57" y="29477"/>
                  </a:lnTo>
                  <a:lnTo>
                    <a:pt x="14" y="28038"/>
                  </a:lnTo>
                  <a:lnTo>
                    <a:pt x="0" y="26550"/>
                  </a:lnTo>
                  <a:lnTo>
                    <a:pt x="14" y="25018"/>
                  </a:lnTo>
                  <a:lnTo>
                    <a:pt x="57" y="23538"/>
                  </a:lnTo>
                  <a:lnTo>
                    <a:pt x="128" y="22112"/>
                  </a:lnTo>
                  <a:lnTo>
                    <a:pt x="228" y="20740"/>
                  </a:lnTo>
                  <a:lnTo>
                    <a:pt x="357" y="19422"/>
                  </a:lnTo>
                  <a:lnTo>
                    <a:pt x="514" y="18157"/>
                  </a:lnTo>
                  <a:lnTo>
                    <a:pt x="700" y="16945"/>
                  </a:lnTo>
                  <a:lnTo>
                    <a:pt x="914" y="15787"/>
                  </a:lnTo>
                  <a:lnTo>
                    <a:pt x="1157" y="14683"/>
                  </a:lnTo>
                  <a:lnTo>
                    <a:pt x="1428" y="13632"/>
                  </a:lnTo>
                  <a:lnTo>
                    <a:pt x="1737" y="12629"/>
                  </a:lnTo>
                  <a:lnTo>
                    <a:pt x="2066" y="11668"/>
                  </a:lnTo>
                  <a:lnTo>
                    <a:pt x="2418" y="10748"/>
                  </a:lnTo>
                  <a:lnTo>
                    <a:pt x="2790" y="9870"/>
                  </a:lnTo>
                  <a:lnTo>
                    <a:pt x="3184" y="9033"/>
                  </a:lnTo>
                  <a:lnTo>
                    <a:pt x="3600" y="8239"/>
                  </a:lnTo>
                  <a:lnTo>
                    <a:pt x="4037" y="7486"/>
                  </a:lnTo>
                  <a:lnTo>
                    <a:pt x="4495" y="6774"/>
                  </a:lnTo>
                  <a:lnTo>
                    <a:pt x="4975" y="6104"/>
                  </a:lnTo>
                  <a:lnTo>
                    <a:pt x="5476" y="5476"/>
                  </a:lnTo>
                  <a:lnTo>
                    <a:pt x="5998" y="4888"/>
                  </a:lnTo>
                  <a:lnTo>
                    <a:pt x="6538" y="4336"/>
                  </a:lnTo>
                  <a:lnTo>
                    <a:pt x="7098" y="3821"/>
                  </a:lnTo>
                  <a:lnTo>
                    <a:pt x="7677" y="3343"/>
                  </a:lnTo>
                  <a:lnTo>
                    <a:pt x="8274" y="2902"/>
                  </a:lnTo>
                  <a:lnTo>
                    <a:pt x="8891" y="2497"/>
                  </a:lnTo>
                  <a:lnTo>
                    <a:pt x="9527" y="2130"/>
                  </a:lnTo>
                  <a:lnTo>
                    <a:pt x="10182" y="1800"/>
                  </a:lnTo>
                  <a:lnTo>
                    <a:pt x="10856" y="1506"/>
                  </a:lnTo>
                  <a:lnTo>
                    <a:pt x="11549" y="1250"/>
                  </a:lnTo>
                  <a:lnTo>
                    <a:pt x="12256" y="1012"/>
                  </a:lnTo>
                  <a:lnTo>
                    <a:pt x="12975" y="800"/>
                  </a:lnTo>
                  <a:lnTo>
                    <a:pt x="13704" y="612"/>
                  </a:lnTo>
                  <a:lnTo>
                    <a:pt x="14444" y="450"/>
                  </a:lnTo>
                  <a:lnTo>
                    <a:pt x="15195" y="312"/>
                  </a:lnTo>
                  <a:lnTo>
                    <a:pt x="15956" y="200"/>
                  </a:lnTo>
                  <a:lnTo>
                    <a:pt x="16728" y="112"/>
                  </a:lnTo>
                  <a:lnTo>
                    <a:pt x="17511" y="50"/>
                  </a:lnTo>
                  <a:lnTo>
                    <a:pt x="18305" y="12"/>
                  </a:lnTo>
                  <a:close/>
                  <a:moveTo>
                    <a:pt x="90904" y="58757"/>
                  </a:moveTo>
                  <a:lnTo>
                    <a:pt x="90897" y="57598"/>
                  </a:lnTo>
                  <a:lnTo>
                    <a:pt x="90878" y="56480"/>
                  </a:lnTo>
                  <a:lnTo>
                    <a:pt x="90845" y="55403"/>
                  </a:lnTo>
                  <a:lnTo>
                    <a:pt x="90799" y="54366"/>
                  </a:lnTo>
                  <a:lnTo>
                    <a:pt x="90740" y="53369"/>
                  </a:lnTo>
                  <a:lnTo>
                    <a:pt x="90668" y="52413"/>
                  </a:lnTo>
                  <a:lnTo>
                    <a:pt x="90583" y="51498"/>
                  </a:lnTo>
                  <a:lnTo>
                    <a:pt x="90485" y="50622"/>
                  </a:lnTo>
                  <a:lnTo>
                    <a:pt x="90373" y="49788"/>
                  </a:lnTo>
                  <a:lnTo>
                    <a:pt x="90249" y="48994"/>
                  </a:lnTo>
                  <a:lnTo>
                    <a:pt x="90111" y="48224"/>
                  </a:lnTo>
                  <a:lnTo>
                    <a:pt x="89961" y="47486"/>
                  </a:lnTo>
                  <a:lnTo>
                    <a:pt x="89797" y="46781"/>
                  </a:lnTo>
                  <a:lnTo>
                    <a:pt x="89620" y="46108"/>
                  </a:lnTo>
                  <a:lnTo>
                    <a:pt x="89430" y="45466"/>
                  </a:lnTo>
                  <a:lnTo>
                    <a:pt x="89227" y="44857"/>
                  </a:lnTo>
                  <a:lnTo>
                    <a:pt x="89011" y="44281"/>
                  </a:lnTo>
                  <a:lnTo>
                    <a:pt x="88782" y="43736"/>
                  </a:lnTo>
                  <a:lnTo>
                    <a:pt x="88540" y="43223"/>
                  </a:lnTo>
                  <a:lnTo>
                    <a:pt x="88284" y="42743"/>
                  </a:lnTo>
                  <a:lnTo>
                    <a:pt x="88028" y="42292"/>
                  </a:lnTo>
                  <a:lnTo>
                    <a:pt x="87758" y="41869"/>
                  </a:lnTo>
                  <a:lnTo>
                    <a:pt x="87475" y="41473"/>
                  </a:lnTo>
                  <a:lnTo>
                    <a:pt x="87179" y="41105"/>
                  </a:lnTo>
                  <a:lnTo>
                    <a:pt x="86870" y="40764"/>
                  </a:lnTo>
                  <a:lnTo>
                    <a:pt x="86548" y="40450"/>
                  </a:lnTo>
                  <a:lnTo>
                    <a:pt x="86213" y="40163"/>
                  </a:lnTo>
                  <a:lnTo>
                    <a:pt x="85865" y="39904"/>
                  </a:lnTo>
                  <a:lnTo>
                    <a:pt x="85504" y="39673"/>
                  </a:lnTo>
                  <a:lnTo>
                    <a:pt x="85129" y="39469"/>
                  </a:lnTo>
                  <a:lnTo>
                    <a:pt x="84755" y="39288"/>
                  </a:lnTo>
                  <a:lnTo>
                    <a:pt x="84370" y="39126"/>
                  </a:lnTo>
                  <a:lnTo>
                    <a:pt x="83974" y="38983"/>
                  </a:lnTo>
                  <a:lnTo>
                    <a:pt x="83567" y="38859"/>
                  </a:lnTo>
                  <a:lnTo>
                    <a:pt x="83150" y="38754"/>
                  </a:lnTo>
                  <a:lnTo>
                    <a:pt x="82722" y="38669"/>
                  </a:lnTo>
                  <a:lnTo>
                    <a:pt x="82283" y="38602"/>
                  </a:lnTo>
                  <a:lnTo>
                    <a:pt x="81834" y="38554"/>
                  </a:lnTo>
                  <a:lnTo>
                    <a:pt x="81373" y="38526"/>
                  </a:lnTo>
                  <a:lnTo>
                    <a:pt x="80902" y="38516"/>
                  </a:lnTo>
                  <a:lnTo>
                    <a:pt x="80408" y="38526"/>
                  </a:lnTo>
                  <a:lnTo>
                    <a:pt x="79926" y="38557"/>
                  </a:lnTo>
                  <a:lnTo>
                    <a:pt x="79456" y="38607"/>
                  </a:lnTo>
                  <a:lnTo>
                    <a:pt x="78997" y="38678"/>
                  </a:lnTo>
                  <a:lnTo>
                    <a:pt x="78551" y="38769"/>
                  </a:lnTo>
                  <a:lnTo>
                    <a:pt x="78116" y="38881"/>
                  </a:lnTo>
                  <a:lnTo>
                    <a:pt x="77694" y="39012"/>
                  </a:lnTo>
                  <a:lnTo>
                    <a:pt x="77283" y="39164"/>
                  </a:lnTo>
                  <a:lnTo>
                    <a:pt x="76884" y="39336"/>
                  </a:lnTo>
                  <a:lnTo>
                    <a:pt x="76497" y="39528"/>
                  </a:lnTo>
                  <a:lnTo>
                    <a:pt x="76122" y="39732"/>
                  </a:lnTo>
                  <a:lnTo>
                    <a:pt x="75759" y="39964"/>
                  </a:lnTo>
                  <a:lnTo>
                    <a:pt x="75408" y="40223"/>
                  </a:lnTo>
                  <a:lnTo>
                    <a:pt x="75068" y="40509"/>
                  </a:lnTo>
                  <a:lnTo>
                    <a:pt x="74741" y="40823"/>
                  </a:lnTo>
                  <a:lnTo>
                    <a:pt x="74425" y="41164"/>
                  </a:lnTo>
                  <a:lnTo>
                    <a:pt x="74122" y="41533"/>
                  </a:lnTo>
                  <a:lnTo>
                    <a:pt x="73830" y="41929"/>
                  </a:lnTo>
                  <a:lnTo>
                    <a:pt x="73550" y="42352"/>
                  </a:lnTo>
                  <a:lnTo>
                    <a:pt x="73282" y="42802"/>
                  </a:lnTo>
                  <a:lnTo>
                    <a:pt x="73027" y="43283"/>
                  </a:lnTo>
                  <a:lnTo>
                    <a:pt x="72785" y="43795"/>
                  </a:lnTo>
                  <a:lnTo>
                    <a:pt x="72556" y="44340"/>
                  </a:lnTo>
                  <a:lnTo>
                    <a:pt x="72339" y="44917"/>
                  </a:lnTo>
                  <a:lnTo>
                    <a:pt x="72136" y="45526"/>
                  </a:lnTo>
                  <a:lnTo>
                    <a:pt x="71947" y="46167"/>
                  </a:lnTo>
                  <a:lnTo>
                    <a:pt x="71770" y="46840"/>
                  </a:lnTo>
                  <a:lnTo>
                    <a:pt x="71606" y="47546"/>
                  </a:lnTo>
                  <a:lnTo>
                    <a:pt x="71455" y="48284"/>
                  </a:lnTo>
                  <a:lnTo>
                    <a:pt x="71318" y="49053"/>
                  </a:lnTo>
                  <a:lnTo>
                    <a:pt x="71194" y="49847"/>
                  </a:lnTo>
                  <a:lnTo>
                    <a:pt x="71082" y="50680"/>
                  </a:lnTo>
                  <a:lnTo>
                    <a:pt x="70984" y="51552"/>
                  </a:lnTo>
                  <a:lnTo>
                    <a:pt x="70899" y="52463"/>
                  </a:lnTo>
                  <a:lnTo>
                    <a:pt x="70827" y="53414"/>
                  </a:lnTo>
                  <a:lnTo>
                    <a:pt x="70768" y="54404"/>
                  </a:lnTo>
                  <a:lnTo>
                    <a:pt x="70722" y="55433"/>
                  </a:lnTo>
                  <a:lnTo>
                    <a:pt x="70689" y="56502"/>
                  </a:lnTo>
                  <a:lnTo>
                    <a:pt x="70670" y="57610"/>
                  </a:lnTo>
                  <a:lnTo>
                    <a:pt x="70663" y="58757"/>
                  </a:lnTo>
                  <a:lnTo>
                    <a:pt x="70670" y="59869"/>
                  </a:lnTo>
                  <a:lnTo>
                    <a:pt x="70689" y="60945"/>
                  </a:lnTo>
                  <a:lnTo>
                    <a:pt x="70722" y="61984"/>
                  </a:lnTo>
                  <a:lnTo>
                    <a:pt x="70768" y="62986"/>
                  </a:lnTo>
                  <a:lnTo>
                    <a:pt x="70827" y="63951"/>
                  </a:lnTo>
                  <a:lnTo>
                    <a:pt x="70899" y="64879"/>
                  </a:lnTo>
                  <a:lnTo>
                    <a:pt x="70984" y="65770"/>
                  </a:lnTo>
                  <a:lnTo>
                    <a:pt x="71082" y="66624"/>
                  </a:lnTo>
                  <a:lnTo>
                    <a:pt x="71194" y="67442"/>
                  </a:lnTo>
                  <a:lnTo>
                    <a:pt x="71318" y="68222"/>
                  </a:lnTo>
                  <a:lnTo>
                    <a:pt x="71466" y="68970"/>
                  </a:lnTo>
                  <a:lnTo>
                    <a:pt x="71625" y="69689"/>
                  </a:lnTo>
                  <a:lnTo>
                    <a:pt x="71795" y="70380"/>
                  </a:lnTo>
                  <a:lnTo>
                    <a:pt x="71975" y="71042"/>
                  </a:lnTo>
                  <a:lnTo>
                    <a:pt x="72166" y="71675"/>
                  </a:lnTo>
                  <a:lnTo>
                    <a:pt x="72368" y="72280"/>
                  </a:lnTo>
                  <a:lnTo>
                    <a:pt x="72581" y="72856"/>
                  </a:lnTo>
                  <a:lnTo>
                    <a:pt x="72804" y="73404"/>
                  </a:lnTo>
                  <a:lnTo>
                    <a:pt x="73038" y="73923"/>
                  </a:lnTo>
                  <a:lnTo>
                    <a:pt x="73282" y="74414"/>
                  </a:lnTo>
                  <a:lnTo>
                    <a:pt x="73550" y="74865"/>
                  </a:lnTo>
                  <a:lnTo>
                    <a:pt x="73828" y="75290"/>
                  </a:lnTo>
                  <a:lnTo>
                    <a:pt x="74117" y="75689"/>
                  </a:lnTo>
                  <a:lnTo>
                    <a:pt x="74416" y="76061"/>
                  </a:lnTo>
                  <a:lnTo>
                    <a:pt x="74726" y="76408"/>
                  </a:lnTo>
                  <a:lnTo>
                    <a:pt x="75047" y="76728"/>
                  </a:lnTo>
                  <a:lnTo>
                    <a:pt x="75379" y="77022"/>
                  </a:lnTo>
                  <a:lnTo>
                    <a:pt x="75721" y="77290"/>
                  </a:lnTo>
                  <a:lnTo>
                    <a:pt x="76074" y="77532"/>
                  </a:lnTo>
                  <a:lnTo>
                    <a:pt x="76438" y="77747"/>
                  </a:lnTo>
                  <a:lnTo>
                    <a:pt x="76824" y="77940"/>
                  </a:lnTo>
                  <a:lnTo>
                    <a:pt x="77221" y="78112"/>
                  </a:lnTo>
                  <a:lnTo>
                    <a:pt x="77629" y="78263"/>
                  </a:lnTo>
                  <a:lnTo>
                    <a:pt x="78047" y="78395"/>
                  </a:lnTo>
                  <a:lnTo>
                    <a:pt x="78477" y="78506"/>
                  </a:lnTo>
                  <a:lnTo>
                    <a:pt x="78917" y="78597"/>
                  </a:lnTo>
                  <a:lnTo>
                    <a:pt x="79367" y="78668"/>
                  </a:lnTo>
                  <a:lnTo>
                    <a:pt x="79829" y="78719"/>
                  </a:lnTo>
                  <a:lnTo>
                    <a:pt x="80301" y="78749"/>
                  </a:lnTo>
                  <a:lnTo>
                    <a:pt x="80783" y="78759"/>
                  </a:lnTo>
                  <a:lnTo>
                    <a:pt x="81243" y="78749"/>
                  </a:lnTo>
                  <a:lnTo>
                    <a:pt x="81693" y="78719"/>
                  </a:lnTo>
                  <a:lnTo>
                    <a:pt x="82134" y="78668"/>
                  </a:lnTo>
                  <a:lnTo>
                    <a:pt x="82565" y="78597"/>
                  </a:lnTo>
                  <a:lnTo>
                    <a:pt x="82986" y="78506"/>
                  </a:lnTo>
                  <a:lnTo>
                    <a:pt x="83398" y="78395"/>
                  </a:lnTo>
                  <a:lnTo>
                    <a:pt x="83800" y="78263"/>
                  </a:lnTo>
                  <a:lnTo>
                    <a:pt x="84193" y="78112"/>
                  </a:lnTo>
                  <a:lnTo>
                    <a:pt x="84577" y="77940"/>
                  </a:lnTo>
                  <a:lnTo>
                    <a:pt x="84951" y="77747"/>
                  </a:lnTo>
                  <a:lnTo>
                    <a:pt x="85326" y="77532"/>
                  </a:lnTo>
                  <a:lnTo>
                    <a:pt x="85689" y="77290"/>
                  </a:lnTo>
                  <a:lnTo>
                    <a:pt x="86040" y="77022"/>
                  </a:lnTo>
                  <a:lnTo>
                    <a:pt x="86379" y="76728"/>
                  </a:lnTo>
                  <a:lnTo>
                    <a:pt x="86707" y="76408"/>
                  </a:lnTo>
                  <a:lnTo>
                    <a:pt x="87022" y="76061"/>
                  </a:lnTo>
                  <a:lnTo>
                    <a:pt x="87326" y="75689"/>
                  </a:lnTo>
                  <a:lnTo>
                    <a:pt x="87618" y="75290"/>
                  </a:lnTo>
                  <a:lnTo>
                    <a:pt x="87897" y="74865"/>
                  </a:lnTo>
                  <a:lnTo>
                    <a:pt x="88165" y="74414"/>
                  </a:lnTo>
                  <a:lnTo>
                    <a:pt x="88421" y="73923"/>
                  </a:lnTo>
                  <a:lnTo>
                    <a:pt x="88665" y="73404"/>
                  </a:lnTo>
                  <a:lnTo>
                    <a:pt x="88898" y="72856"/>
                  </a:lnTo>
                  <a:lnTo>
                    <a:pt x="89118" y="72280"/>
                  </a:lnTo>
                  <a:lnTo>
                    <a:pt x="89326" y="71675"/>
                  </a:lnTo>
                  <a:lnTo>
                    <a:pt x="89523" y="71042"/>
                  </a:lnTo>
                  <a:lnTo>
                    <a:pt x="89707" y="70380"/>
                  </a:lnTo>
                  <a:lnTo>
                    <a:pt x="89880" y="69689"/>
                  </a:lnTo>
                  <a:lnTo>
                    <a:pt x="90041" y="68970"/>
                  </a:lnTo>
                  <a:lnTo>
                    <a:pt x="90189" y="68222"/>
                  </a:lnTo>
                  <a:lnTo>
                    <a:pt x="90325" y="67442"/>
                  </a:lnTo>
                  <a:lnTo>
                    <a:pt x="90447" y="66624"/>
                  </a:lnTo>
                  <a:lnTo>
                    <a:pt x="90554" y="65770"/>
                  </a:lnTo>
                  <a:lnTo>
                    <a:pt x="90647" y="64879"/>
                  </a:lnTo>
                  <a:lnTo>
                    <a:pt x="90725" y="63951"/>
                  </a:lnTo>
                  <a:lnTo>
                    <a:pt x="90789" y="62986"/>
                  </a:lnTo>
                  <a:lnTo>
                    <a:pt x="90839" y="61984"/>
                  </a:lnTo>
                  <a:lnTo>
                    <a:pt x="90875" y="60945"/>
                  </a:lnTo>
                  <a:lnTo>
                    <a:pt x="90897" y="59869"/>
                  </a:lnTo>
                  <a:close/>
                  <a:moveTo>
                    <a:pt x="28991" y="26550"/>
                  </a:moveTo>
                  <a:lnTo>
                    <a:pt x="28985" y="25403"/>
                  </a:lnTo>
                  <a:lnTo>
                    <a:pt x="28965" y="24295"/>
                  </a:lnTo>
                  <a:lnTo>
                    <a:pt x="28932" y="23227"/>
                  </a:lnTo>
                  <a:lnTo>
                    <a:pt x="28886" y="22198"/>
                  </a:lnTo>
                  <a:lnTo>
                    <a:pt x="28828" y="21208"/>
                  </a:lnTo>
                  <a:lnTo>
                    <a:pt x="28755" y="20257"/>
                  </a:lnTo>
                  <a:lnTo>
                    <a:pt x="28670" y="19345"/>
                  </a:lnTo>
                  <a:lnTo>
                    <a:pt x="28572" y="18473"/>
                  </a:lnTo>
                  <a:lnTo>
                    <a:pt x="28461" y="17640"/>
                  </a:lnTo>
                  <a:lnTo>
                    <a:pt x="28336" y="16847"/>
                  </a:lnTo>
                  <a:lnTo>
                    <a:pt x="28199" y="16088"/>
                  </a:lnTo>
                  <a:lnTo>
                    <a:pt x="28051" y="15361"/>
                  </a:lnTo>
                  <a:lnTo>
                    <a:pt x="27890" y="14664"/>
                  </a:lnTo>
                  <a:lnTo>
                    <a:pt x="27717" y="13999"/>
                  </a:lnTo>
                  <a:lnTo>
                    <a:pt x="27533" y="13364"/>
                  </a:lnTo>
                  <a:lnTo>
                    <a:pt x="27336" y="12761"/>
                  </a:lnTo>
                  <a:lnTo>
                    <a:pt x="27128" y="12188"/>
                  </a:lnTo>
                  <a:lnTo>
                    <a:pt x="26908" y="11646"/>
                  </a:lnTo>
                  <a:lnTo>
                    <a:pt x="26675" y="11135"/>
                  </a:lnTo>
                  <a:lnTo>
                    <a:pt x="26431" y="10656"/>
                  </a:lnTo>
                  <a:lnTo>
                    <a:pt x="26175" y="10205"/>
                  </a:lnTo>
                  <a:lnTo>
                    <a:pt x="25908" y="9782"/>
                  </a:lnTo>
                  <a:lnTo>
                    <a:pt x="25628" y="9386"/>
                  </a:lnTo>
                  <a:lnTo>
                    <a:pt x="25336" y="9017"/>
                  </a:lnTo>
                  <a:lnTo>
                    <a:pt x="25032" y="8676"/>
                  </a:lnTo>
                  <a:lnTo>
                    <a:pt x="24717" y="8362"/>
                  </a:lnTo>
                  <a:lnTo>
                    <a:pt x="24389" y="8076"/>
                  </a:lnTo>
                  <a:lnTo>
                    <a:pt x="24050" y="7817"/>
                  </a:lnTo>
                  <a:lnTo>
                    <a:pt x="23699" y="7586"/>
                  </a:lnTo>
                  <a:lnTo>
                    <a:pt x="23336" y="7381"/>
                  </a:lnTo>
                  <a:lnTo>
                    <a:pt x="22961" y="7200"/>
                  </a:lnTo>
                  <a:lnTo>
                    <a:pt x="22576" y="7038"/>
                  </a:lnTo>
                  <a:lnTo>
                    <a:pt x="22180" y="6896"/>
                  </a:lnTo>
                  <a:lnTo>
                    <a:pt x="21774" y="6772"/>
                  </a:lnTo>
                  <a:lnTo>
                    <a:pt x="21356" y="6667"/>
                  </a:lnTo>
                  <a:lnTo>
                    <a:pt x="20928" y="6581"/>
                  </a:lnTo>
                  <a:lnTo>
                    <a:pt x="20490" y="6515"/>
                  </a:lnTo>
                  <a:lnTo>
                    <a:pt x="20040" y="6467"/>
                  </a:lnTo>
                  <a:lnTo>
                    <a:pt x="19580" y="6438"/>
                  </a:lnTo>
                  <a:lnTo>
                    <a:pt x="19109" y="6429"/>
                  </a:lnTo>
                  <a:lnTo>
                    <a:pt x="18603" y="6439"/>
                  </a:lnTo>
                  <a:lnTo>
                    <a:pt x="18109" y="6469"/>
                  </a:lnTo>
                  <a:lnTo>
                    <a:pt x="17627" y="6520"/>
                  </a:lnTo>
                  <a:lnTo>
                    <a:pt x="17156" y="6591"/>
                  </a:lnTo>
                  <a:lnTo>
                    <a:pt x="16698" y="6682"/>
                  </a:lnTo>
                  <a:lnTo>
                    <a:pt x="16252" y="6793"/>
                  </a:lnTo>
                  <a:lnTo>
                    <a:pt x="15817" y="6925"/>
                  </a:lnTo>
                  <a:lnTo>
                    <a:pt x="15394" y="7077"/>
                  </a:lnTo>
                  <a:lnTo>
                    <a:pt x="14984" y="7249"/>
                  </a:lnTo>
                  <a:lnTo>
                    <a:pt x="14585" y="7441"/>
                  </a:lnTo>
                  <a:lnTo>
                    <a:pt x="14210" y="7645"/>
                  </a:lnTo>
                  <a:lnTo>
                    <a:pt x="13846" y="7877"/>
                  </a:lnTo>
                  <a:lnTo>
                    <a:pt x="13495" y="8136"/>
                  </a:lnTo>
                  <a:lnTo>
                    <a:pt x="13156" y="8422"/>
                  </a:lnTo>
                  <a:lnTo>
                    <a:pt x="12828" y="8736"/>
                  </a:lnTo>
                  <a:lnTo>
                    <a:pt x="12513" y="9077"/>
                  </a:lnTo>
                  <a:lnTo>
                    <a:pt x="12209" y="9445"/>
                  </a:lnTo>
                  <a:lnTo>
                    <a:pt x="11918" y="9841"/>
                  </a:lnTo>
                  <a:lnTo>
                    <a:pt x="11638" y="10264"/>
                  </a:lnTo>
                  <a:lnTo>
                    <a:pt x="11370" y="10715"/>
                  </a:lnTo>
                  <a:lnTo>
                    <a:pt x="11115" y="11195"/>
                  </a:lnTo>
                  <a:lnTo>
                    <a:pt x="10872" y="11706"/>
                  </a:lnTo>
                  <a:lnTo>
                    <a:pt x="10643" y="12247"/>
                  </a:lnTo>
                  <a:lnTo>
                    <a:pt x="10427" y="12820"/>
                  </a:lnTo>
                  <a:lnTo>
                    <a:pt x="10224" y="13424"/>
                  </a:lnTo>
                  <a:lnTo>
                    <a:pt x="10034" y="14058"/>
                  </a:lnTo>
                  <a:lnTo>
                    <a:pt x="9857" y="14724"/>
                  </a:lnTo>
                  <a:lnTo>
                    <a:pt x="9694" y="15420"/>
                  </a:lnTo>
                  <a:lnTo>
                    <a:pt x="9543" y="16148"/>
                  </a:lnTo>
                  <a:lnTo>
                    <a:pt x="9405" y="16906"/>
                  </a:lnTo>
                  <a:lnTo>
                    <a:pt x="9281" y="17699"/>
                  </a:lnTo>
                  <a:lnTo>
                    <a:pt x="9170" y="18530"/>
                  </a:lnTo>
                  <a:lnTo>
                    <a:pt x="9071" y="19400"/>
                  </a:lnTo>
                  <a:lnTo>
                    <a:pt x="8986" y="20307"/>
                  </a:lnTo>
                  <a:lnTo>
                    <a:pt x="8914" y="21252"/>
                  </a:lnTo>
                  <a:lnTo>
                    <a:pt x="8855" y="22236"/>
                  </a:lnTo>
                  <a:lnTo>
                    <a:pt x="8810" y="23257"/>
                  </a:lnTo>
                  <a:lnTo>
                    <a:pt x="8777" y="24317"/>
                  </a:lnTo>
                  <a:lnTo>
                    <a:pt x="8757" y="25415"/>
                  </a:lnTo>
                  <a:lnTo>
                    <a:pt x="8751" y="26550"/>
                  </a:lnTo>
                  <a:lnTo>
                    <a:pt x="8757" y="27664"/>
                  </a:lnTo>
                  <a:lnTo>
                    <a:pt x="8777" y="28741"/>
                  </a:lnTo>
                  <a:lnTo>
                    <a:pt x="8810" y="29783"/>
                  </a:lnTo>
                  <a:lnTo>
                    <a:pt x="8855" y="30789"/>
                  </a:lnTo>
                  <a:lnTo>
                    <a:pt x="8914" y="31759"/>
                  </a:lnTo>
                  <a:lnTo>
                    <a:pt x="8986" y="32694"/>
                  </a:lnTo>
                  <a:lnTo>
                    <a:pt x="9071" y="33593"/>
                  </a:lnTo>
                  <a:lnTo>
                    <a:pt x="9170" y="34456"/>
                  </a:lnTo>
                  <a:lnTo>
                    <a:pt x="9281" y="35284"/>
                  </a:lnTo>
                  <a:lnTo>
                    <a:pt x="9405" y="36075"/>
                  </a:lnTo>
                  <a:lnTo>
                    <a:pt x="9554" y="36834"/>
                  </a:lnTo>
                  <a:lnTo>
                    <a:pt x="9713" y="37564"/>
                  </a:lnTo>
                  <a:lnTo>
                    <a:pt x="9882" y="38263"/>
                  </a:lnTo>
                  <a:lnTo>
                    <a:pt x="10063" y="38933"/>
                  </a:lnTo>
                  <a:lnTo>
                    <a:pt x="10254" y="39573"/>
                  </a:lnTo>
                  <a:lnTo>
                    <a:pt x="10456" y="40183"/>
                  </a:lnTo>
                  <a:lnTo>
                    <a:pt x="10668" y="40764"/>
                  </a:lnTo>
                  <a:lnTo>
                    <a:pt x="10891" y="41314"/>
                  </a:lnTo>
                  <a:lnTo>
                    <a:pt x="11125" y="41835"/>
                  </a:lnTo>
                  <a:lnTo>
                    <a:pt x="11370" y="42326"/>
                  </a:lnTo>
                  <a:lnTo>
                    <a:pt x="11638" y="42777"/>
                  </a:lnTo>
                  <a:lnTo>
                    <a:pt x="11918" y="43203"/>
                  </a:lnTo>
                  <a:lnTo>
                    <a:pt x="12209" y="43601"/>
                  </a:lnTo>
                  <a:lnTo>
                    <a:pt x="12513" y="43974"/>
                  </a:lnTo>
                  <a:lnTo>
                    <a:pt x="12828" y="44321"/>
                  </a:lnTo>
                  <a:lnTo>
                    <a:pt x="13156" y="44641"/>
                  </a:lnTo>
                  <a:lnTo>
                    <a:pt x="13495" y="44935"/>
                  </a:lnTo>
                  <a:lnTo>
                    <a:pt x="13846" y="45203"/>
                  </a:lnTo>
                  <a:lnTo>
                    <a:pt x="14210" y="45444"/>
                  </a:lnTo>
                  <a:lnTo>
                    <a:pt x="14585" y="45660"/>
                  </a:lnTo>
                  <a:lnTo>
                    <a:pt x="14972" y="45852"/>
                  </a:lnTo>
                  <a:lnTo>
                    <a:pt x="15370" y="46024"/>
                  </a:lnTo>
                  <a:lnTo>
                    <a:pt x="15781" y="46176"/>
                  </a:lnTo>
                  <a:lnTo>
                    <a:pt x="16204" y="46308"/>
                  </a:lnTo>
                  <a:lnTo>
                    <a:pt x="16638" y="46419"/>
                  </a:lnTo>
                  <a:lnTo>
                    <a:pt x="17085" y="46510"/>
                  </a:lnTo>
                  <a:lnTo>
                    <a:pt x="17543" y="46581"/>
                  </a:lnTo>
                  <a:lnTo>
                    <a:pt x="18014" y="46632"/>
                  </a:lnTo>
                  <a:lnTo>
                    <a:pt x="18496" y="46662"/>
                  </a:lnTo>
                  <a:lnTo>
                    <a:pt x="18990" y="46672"/>
                  </a:lnTo>
                  <a:lnTo>
                    <a:pt x="19438" y="46662"/>
                  </a:lnTo>
                  <a:lnTo>
                    <a:pt x="19878" y="46632"/>
                  </a:lnTo>
                  <a:lnTo>
                    <a:pt x="20310" y="46581"/>
                  </a:lnTo>
                  <a:lnTo>
                    <a:pt x="20733" y="46510"/>
                  </a:lnTo>
                  <a:lnTo>
                    <a:pt x="21148" y="46419"/>
                  </a:lnTo>
                  <a:lnTo>
                    <a:pt x="21555" y="46308"/>
                  </a:lnTo>
                  <a:lnTo>
                    <a:pt x="21953" y="46176"/>
                  </a:lnTo>
                  <a:lnTo>
                    <a:pt x="22343" y="46024"/>
                  </a:lnTo>
                  <a:lnTo>
                    <a:pt x="22724" y="45852"/>
                  </a:lnTo>
                  <a:lnTo>
                    <a:pt x="23098" y="45660"/>
                  </a:lnTo>
                  <a:lnTo>
                    <a:pt x="23461" y="45444"/>
                  </a:lnTo>
                  <a:lnTo>
                    <a:pt x="23814" y="45203"/>
                  </a:lnTo>
                  <a:lnTo>
                    <a:pt x="24157" y="44935"/>
                  </a:lnTo>
                  <a:lnTo>
                    <a:pt x="24488" y="44641"/>
                  </a:lnTo>
                  <a:lnTo>
                    <a:pt x="24809" y="44321"/>
                  </a:lnTo>
                  <a:lnTo>
                    <a:pt x="25119" y="43974"/>
                  </a:lnTo>
                  <a:lnTo>
                    <a:pt x="25419" y="43601"/>
                  </a:lnTo>
                  <a:lnTo>
                    <a:pt x="25707" y="43203"/>
                  </a:lnTo>
                  <a:lnTo>
                    <a:pt x="25985" y="42777"/>
                  </a:lnTo>
                  <a:lnTo>
                    <a:pt x="26253" y="42326"/>
                  </a:lnTo>
                  <a:lnTo>
                    <a:pt x="26509" y="41835"/>
                  </a:lnTo>
                  <a:lnTo>
                    <a:pt x="26753" y="41314"/>
                  </a:lnTo>
                  <a:lnTo>
                    <a:pt x="26985" y="40764"/>
                  </a:lnTo>
                  <a:lnTo>
                    <a:pt x="27205" y="40183"/>
                  </a:lnTo>
                  <a:lnTo>
                    <a:pt x="27414" y="39573"/>
                  </a:lnTo>
                  <a:lnTo>
                    <a:pt x="27610" y="38933"/>
                  </a:lnTo>
                  <a:lnTo>
                    <a:pt x="27795" y="38263"/>
                  </a:lnTo>
                  <a:lnTo>
                    <a:pt x="27967" y="37564"/>
                  </a:lnTo>
                  <a:lnTo>
                    <a:pt x="28128" y="36834"/>
                  </a:lnTo>
                  <a:lnTo>
                    <a:pt x="28277" y="36075"/>
                  </a:lnTo>
                  <a:lnTo>
                    <a:pt x="28413" y="35284"/>
                  </a:lnTo>
                  <a:lnTo>
                    <a:pt x="28534" y="34456"/>
                  </a:lnTo>
                  <a:lnTo>
                    <a:pt x="28641" y="33593"/>
                  </a:lnTo>
                  <a:lnTo>
                    <a:pt x="28734" y="32694"/>
                  </a:lnTo>
                  <a:lnTo>
                    <a:pt x="28813" y="31759"/>
                  </a:lnTo>
                  <a:lnTo>
                    <a:pt x="28877" y="30789"/>
                  </a:lnTo>
                  <a:lnTo>
                    <a:pt x="28927" y="29783"/>
                  </a:lnTo>
                  <a:lnTo>
                    <a:pt x="28963" y="28741"/>
                  </a:lnTo>
                  <a:lnTo>
                    <a:pt x="28984" y="2766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h93"/>
            <p:cNvSpPr/>
            <p:nvPr/>
          </p:nvSpPr>
          <p:spPr>
            <a:xfrm>
              <a:off x="897146" y="6398481"/>
              <a:ext cx="85073" cy="92272"/>
            </a:xfrm>
            <a:custGeom>
              <a:avLst/>
              <a:pathLst>
                <a:path w="85073" h="92272">
                  <a:moveTo>
                    <a:pt x="0" y="42515"/>
                  </a:moveTo>
                  <a:lnTo>
                    <a:pt x="8082" y="34433"/>
                  </a:lnTo>
                  <a:lnTo>
                    <a:pt x="46809" y="52534"/>
                  </a:lnTo>
                  <a:lnTo>
                    <a:pt x="47059" y="52663"/>
                  </a:lnTo>
                  <a:lnTo>
                    <a:pt x="47319" y="52798"/>
                  </a:lnTo>
                  <a:lnTo>
                    <a:pt x="47591" y="52939"/>
                  </a:lnTo>
                  <a:lnTo>
                    <a:pt x="47873" y="53086"/>
                  </a:lnTo>
                  <a:lnTo>
                    <a:pt x="48167" y="53239"/>
                  </a:lnTo>
                  <a:lnTo>
                    <a:pt x="48471" y="53398"/>
                  </a:lnTo>
                  <a:lnTo>
                    <a:pt x="48786" y="53562"/>
                  </a:lnTo>
                  <a:lnTo>
                    <a:pt x="49113" y="53733"/>
                  </a:lnTo>
                  <a:lnTo>
                    <a:pt x="49450" y="53909"/>
                  </a:lnTo>
                  <a:lnTo>
                    <a:pt x="49798" y="54092"/>
                  </a:lnTo>
                  <a:lnTo>
                    <a:pt x="50152" y="54262"/>
                  </a:lnTo>
                  <a:lnTo>
                    <a:pt x="50508" y="54435"/>
                  </a:lnTo>
                  <a:lnTo>
                    <a:pt x="50866" y="54612"/>
                  </a:lnTo>
                  <a:lnTo>
                    <a:pt x="51226" y="54792"/>
                  </a:lnTo>
                  <a:lnTo>
                    <a:pt x="51587" y="54976"/>
                  </a:lnTo>
                  <a:lnTo>
                    <a:pt x="51950" y="55162"/>
                  </a:lnTo>
                  <a:lnTo>
                    <a:pt x="52314" y="55353"/>
                  </a:lnTo>
                  <a:lnTo>
                    <a:pt x="52680" y="55546"/>
                  </a:lnTo>
                  <a:lnTo>
                    <a:pt x="53048" y="55743"/>
                  </a:lnTo>
                  <a:lnTo>
                    <a:pt x="53418" y="55944"/>
                  </a:lnTo>
                  <a:lnTo>
                    <a:pt x="53779" y="56138"/>
                  </a:lnTo>
                  <a:lnTo>
                    <a:pt x="54137" y="56333"/>
                  </a:lnTo>
                  <a:lnTo>
                    <a:pt x="54493" y="56528"/>
                  </a:lnTo>
                  <a:lnTo>
                    <a:pt x="54846" y="56725"/>
                  </a:lnTo>
                  <a:lnTo>
                    <a:pt x="55197" y="56922"/>
                  </a:lnTo>
                  <a:lnTo>
                    <a:pt x="55545" y="57121"/>
                  </a:lnTo>
                  <a:lnTo>
                    <a:pt x="55890" y="57320"/>
                  </a:lnTo>
                  <a:lnTo>
                    <a:pt x="56233" y="57520"/>
                  </a:lnTo>
                  <a:lnTo>
                    <a:pt x="56574" y="57721"/>
                  </a:lnTo>
                  <a:lnTo>
                    <a:pt x="56912" y="57922"/>
                  </a:lnTo>
                  <a:lnTo>
                    <a:pt x="57243" y="58106"/>
                  </a:lnTo>
                  <a:lnTo>
                    <a:pt x="57562" y="58286"/>
                  </a:lnTo>
                  <a:lnTo>
                    <a:pt x="57869" y="58463"/>
                  </a:lnTo>
                  <a:lnTo>
                    <a:pt x="58165" y="58636"/>
                  </a:lnTo>
                  <a:lnTo>
                    <a:pt x="58448" y="58806"/>
                  </a:lnTo>
                  <a:lnTo>
                    <a:pt x="58720" y="58973"/>
                  </a:lnTo>
                  <a:lnTo>
                    <a:pt x="58980" y="59136"/>
                  </a:lnTo>
                  <a:lnTo>
                    <a:pt x="59229" y="59296"/>
                  </a:lnTo>
                  <a:lnTo>
                    <a:pt x="59465" y="59453"/>
                  </a:lnTo>
                  <a:lnTo>
                    <a:pt x="59690" y="59606"/>
                  </a:lnTo>
                  <a:lnTo>
                    <a:pt x="59553" y="59381"/>
                  </a:lnTo>
                  <a:lnTo>
                    <a:pt x="59411" y="59145"/>
                  </a:lnTo>
                  <a:lnTo>
                    <a:pt x="59263" y="58896"/>
                  </a:lnTo>
                  <a:lnTo>
                    <a:pt x="59111" y="58636"/>
                  </a:lnTo>
                  <a:lnTo>
                    <a:pt x="58953" y="58364"/>
                  </a:lnTo>
                  <a:lnTo>
                    <a:pt x="58791" y="58080"/>
                  </a:lnTo>
                  <a:lnTo>
                    <a:pt x="58623" y="57785"/>
                  </a:lnTo>
                  <a:lnTo>
                    <a:pt x="58451" y="57478"/>
                  </a:lnTo>
                  <a:lnTo>
                    <a:pt x="58273" y="57159"/>
                  </a:lnTo>
                  <a:lnTo>
                    <a:pt x="58091" y="56828"/>
                  </a:lnTo>
                  <a:lnTo>
                    <a:pt x="57905" y="56490"/>
                  </a:lnTo>
                  <a:lnTo>
                    <a:pt x="57718" y="56149"/>
                  </a:lnTo>
                  <a:lnTo>
                    <a:pt x="57531" y="55806"/>
                  </a:lnTo>
                  <a:lnTo>
                    <a:pt x="57343" y="55460"/>
                  </a:lnTo>
                  <a:lnTo>
                    <a:pt x="57154" y="55112"/>
                  </a:lnTo>
                  <a:lnTo>
                    <a:pt x="56964" y="54762"/>
                  </a:lnTo>
                  <a:lnTo>
                    <a:pt x="56773" y="54408"/>
                  </a:lnTo>
                  <a:lnTo>
                    <a:pt x="56582" y="54053"/>
                  </a:lnTo>
                  <a:lnTo>
                    <a:pt x="56389" y="53695"/>
                  </a:lnTo>
                  <a:lnTo>
                    <a:pt x="56196" y="53334"/>
                  </a:lnTo>
                  <a:lnTo>
                    <a:pt x="56004" y="52956"/>
                  </a:lnTo>
                  <a:lnTo>
                    <a:pt x="55814" y="52581"/>
                  </a:lnTo>
                  <a:lnTo>
                    <a:pt x="55627" y="52209"/>
                  </a:lnTo>
                  <a:lnTo>
                    <a:pt x="55442" y="51839"/>
                  </a:lnTo>
                  <a:lnTo>
                    <a:pt x="55260" y="51471"/>
                  </a:lnTo>
                  <a:lnTo>
                    <a:pt x="55080" y="51106"/>
                  </a:lnTo>
                  <a:lnTo>
                    <a:pt x="54903" y="50744"/>
                  </a:lnTo>
                  <a:lnTo>
                    <a:pt x="54728" y="50384"/>
                  </a:lnTo>
                  <a:lnTo>
                    <a:pt x="54556" y="50026"/>
                  </a:lnTo>
                  <a:lnTo>
                    <a:pt x="54386" y="49672"/>
                  </a:lnTo>
                  <a:lnTo>
                    <a:pt x="54212" y="49315"/>
                  </a:lnTo>
                  <a:lnTo>
                    <a:pt x="54044" y="48969"/>
                  </a:lnTo>
                  <a:lnTo>
                    <a:pt x="53882" y="48635"/>
                  </a:lnTo>
                  <a:lnTo>
                    <a:pt x="53726" y="48311"/>
                  </a:lnTo>
                  <a:lnTo>
                    <a:pt x="53576" y="47998"/>
                  </a:lnTo>
                  <a:lnTo>
                    <a:pt x="53431" y="47696"/>
                  </a:lnTo>
                  <a:lnTo>
                    <a:pt x="53293" y="47406"/>
                  </a:lnTo>
                  <a:lnTo>
                    <a:pt x="53160" y="47126"/>
                  </a:lnTo>
                  <a:lnTo>
                    <a:pt x="53034" y="46857"/>
                  </a:lnTo>
                  <a:lnTo>
                    <a:pt x="52913" y="46599"/>
                  </a:lnTo>
                  <a:lnTo>
                    <a:pt x="34475" y="8040"/>
                  </a:lnTo>
                  <a:lnTo>
                    <a:pt x="42515" y="0"/>
                  </a:lnTo>
                  <a:lnTo>
                    <a:pt x="69414" y="59732"/>
                  </a:lnTo>
                  <a:lnTo>
                    <a:pt x="69654" y="60258"/>
                  </a:lnTo>
                  <a:lnTo>
                    <a:pt x="69904" y="60791"/>
                  </a:lnTo>
                  <a:lnTo>
                    <a:pt x="70163" y="61332"/>
                  </a:lnTo>
                  <a:lnTo>
                    <a:pt x="70431" y="61881"/>
                  </a:lnTo>
                  <a:lnTo>
                    <a:pt x="70708" y="62437"/>
                  </a:lnTo>
                  <a:lnTo>
                    <a:pt x="70995" y="63000"/>
                  </a:lnTo>
                  <a:lnTo>
                    <a:pt x="71291" y="63572"/>
                  </a:lnTo>
                  <a:lnTo>
                    <a:pt x="71596" y="64151"/>
                  </a:lnTo>
                  <a:lnTo>
                    <a:pt x="71911" y="64737"/>
                  </a:lnTo>
                  <a:lnTo>
                    <a:pt x="72234" y="65331"/>
                  </a:lnTo>
                  <a:lnTo>
                    <a:pt x="72583" y="65931"/>
                  </a:lnTo>
                  <a:lnTo>
                    <a:pt x="72937" y="66535"/>
                  </a:lnTo>
                  <a:lnTo>
                    <a:pt x="73296" y="67143"/>
                  </a:lnTo>
                  <a:lnTo>
                    <a:pt x="73662" y="67756"/>
                  </a:lnTo>
                  <a:lnTo>
                    <a:pt x="74034" y="68372"/>
                  </a:lnTo>
                  <a:lnTo>
                    <a:pt x="74412" y="68993"/>
                  </a:lnTo>
                  <a:lnTo>
                    <a:pt x="74795" y="69618"/>
                  </a:lnTo>
                  <a:lnTo>
                    <a:pt x="75184" y="70248"/>
                  </a:lnTo>
                  <a:lnTo>
                    <a:pt x="75580" y="70881"/>
                  </a:lnTo>
                  <a:lnTo>
                    <a:pt x="75981" y="71519"/>
                  </a:lnTo>
                  <a:lnTo>
                    <a:pt x="76396" y="72152"/>
                  </a:lnTo>
                  <a:lnTo>
                    <a:pt x="76814" y="72787"/>
                  </a:lnTo>
                  <a:lnTo>
                    <a:pt x="77237" y="73424"/>
                  </a:lnTo>
                  <a:lnTo>
                    <a:pt x="77665" y="74065"/>
                  </a:lnTo>
                  <a:lnTo>
                    <a:pt x="78096" y="74708"/>
                  </a:lnTo>
                  <a:lnTo>
                    <a:pt x="78532" y="75353"/>
                  </a:lnTo>
                  <a:lnTo>
                    <a:pt x="78972" y="76001"/>
                  </a:lnTo>
                  <a:lnTo>
                    <a:pt x="79416" y="76651"/>
                  </a:lnTo>
                  <a:lnTo>
                    <a:pt x="79864" y="77304"/>
                  </a:lnTo>
                  <a:lnTo>
                    <a:pt x="80317" y="77959"/>
                  </a:lnTo>
                  <a:lnTo>
                    <a:pt x="80781" y="78606"/>
                  </a:lnTo>
                  <a:lnTo>
                    <a:pt x="81248" y="79247"/>
                  </a:lnTo>
                  <a:lnTo>
                    <a:pt x="81717" y="79885"/>
                  </a:lnTo>
                  <a:lnTo>
                    <a:pt x="82189" y="80519"/>
                  </a:lnTo>
                  <a:lnTo>
                    <a:pt x="82663" y="81148"/>
                  </a:lnTo>
                  <a:lnTo>
                    <a:pt x="83140" y="81773"/>
                  </a:lnTo>
                  <a:lnTo>
                    <a:pt x="83620" y="82394"/>
                  </a:lnTo>
                  <a:lnTo>
                    <a:pt x="84102" y="83011"/>
                  </a:lnTo>
                  <a:lnTo>
                    <a:pt x="84586" y="83623"/>
                  </a:lnTo>
                  <a:lnTo>
                    <a:pt x="85073" y="84231"/>
                  </a:lnTo>
                  <a:lnTo>
                    <a:pt x="77033" y="92272"/>
                  </a:lnTo>
                  <a:lnTo>
                    <a:pt x="76087" y="91033"/>
                  </a:lnTo>
                  <a:lnTo>
                    <a:pt x="75166" y="89808"/>
                  </a:lnTo>
                  <a:lnTo>
                    <a:pt x="74271" y="88598"/>
                  </a:lnTo>
                  <a:lnTo>
                    <a:pt x="73403" y="87402"/>
                  </a:lnTo>
                  <a:lnTo>
                    <a:pt x="72561" y="86220"/>
                  </a:lnTo>
                  <a:lnTo>
                    <a:pt x="71744" y="85053"/>
                  </a:lnTo>
                  <a:lnTo>
                    <a:pt x="70954" y="83900"/>
                  </a:lnTo>
                  <a:lnTo>
                    <a:pt x="70190" y="82762"/>
                  </a:lnTo>
                  <a:lnTo>
                    <a:pt x="69452" y="81637"/>
                  </a:lnTo>
                  <a:lnTo>
                    <a:pt x="68741" y="80527"/>
                  </a:lnTo>
                  <a:lnTo>
                    <a:pt x="68057" y="79439"/>
                  </a:lnTo>
                  <a:lnTo>
                    <a:pt x="67385" y="78363"/>
                  </a:lnTo>
                  <a:lnTo>
                    <a:pt x="66726" y="77301"/>
                  </a:lnTo>
                  <a:lnTo>
                    <a:pt x="66080" y="76250"/>
                  </a:lnTo>
                  <a:lnTo>
                    <a:pt x="65447" y="75213"/>
                  </a:lnTo>
                  <a:lnTo>
                    <a:pt x="64826" y="74188"/>
                  </a:lnTo>
                  <a:lnTo>
                    <a:pt x="64217" y="73175"/>
                  </a:lnTo>
                  <a:lnTo>
                    <a:pt x="63622" y="72176"/>
                  </a:lnTo>
                  <a:lnTo>
                    <a:pt x="63039" y="71188"/>
                  </a:lnTo>
                  <a:lnTo>
                    <a:pt x="62468" y="702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h94"/>
            <p:cNvSpPr/>
            <p:nvPr/>
          </p:nvSpPr>
          <p:spPr>
            <a:xfrm>
              <a:off x="947450" y="6355376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h95"/>
            <p:cNvSpPr/>
            <p:nvPr/>
          </p:nvSpPr>
          <p:spPr>
            <a:xfrm>
              <a:off x="991109" y="6300742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h96"/>
            <p:cNvSpPr/>
            <p:nvPr/>
          </p:nvSpPr>
          <p:spPr>
            <a:xfrm>
              <a:off x="1082448" y="6320143"/>
              <a:ext cx="17427" cy="17427"/>
            </a:xfrm>
            <a:custGeom>
              <a:avLst/>
              <a:pathLst>
                <a:path w="17427" h="17427">
                  <a:moveTo>
                    <a:pt x="9218" y="17427"/>
                  </a:moveTo>
                  <a:lnTo>
                    <a:pt x="0" y="8208"/>
                  </a:lnTo>
                  <a:lnTo>
                    <a:pt x="8208" y="0"/>
                  </a:lnTo>
                  <a:lnTo>
                    <a:pt x="17427" y="921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h97"/>
            <p:cNvSpPr/>
            <p:nvPr/>
          </p:nvSpPr>
          <p:spPr>
            <a:xfrm>
              <a:off x="1065105" y="6227481"/>
              <a:ext cx="77103" cy="78100"/>
            </a:xfrm>
            <a:custGeom>
              <a:avLst/>
              <a:pathLst>
                <a:path w="77103" h="78100">
                  <a:moveTo>
                    <a:pt x="67394" y="30445"/>
                  </a:moveTo>
                  <a:lnTo>
                    <a:pt x="68266" y="31343"/>
                  </a:lnTo>
                  <a:lnTo>
                    <a:pt x="69099" y="32251"/>
                  </a:lnTo>
                  <a:lnTo>
                    <a:pt x="69893" y="33171"/>
                  </a:lnTo>
                  <a:lnTo>
                    <a:pt x="70647" y="34102"/>
                  </a:lnTo>
                  <a:lnTo>
                    <a:pt x="71361" y="35044"/>
                  </a:lnTo>
                  <a:lnTo>
                    <a:pt x="72036" y="35996"/>
                  </a:lnTo>
                  <a:lnTo>
                    <a:pt x="72671" y="36960"/>
                  </a:lnTo>
                  <a:lnTo>
                    <a:pt x="73267" y="37934"/>
                  </a:lnTo>
                  <a:lnTo>
                    <a:pt x="73823" y="38920"/>
                  </a:lnTo>
                  <a:lnTo>
                    <a:pt x="74339" y="39916"/>
                  </a:lnTo>
                  <a:lnTo>
                    <a:pt x="74814" y="40903"/>
                  </a:lnTo>
                  <a:lnTo>
                    <a:pt x="75243" y="41894"/>
                  </a:lnTo>
                  <a:lnTo>
                    <a:pt x="75629" y="42890"/>
                  </a:lnTo>
                  <a:lnTo>
                    <a:pt x="75969" y="43890"/>
                  </a:lnTo>
                  <a:lnTo>
                    <a:pt x="76265" y="44894"/>
                  </a:lnTo>
                  <a:lnTo>
                    <a:pt x="76516" y="45902"/>
                  </a:lnTo>
                  <a:lnTo>
                    <a:pt x="76723" y="46914"/>
                  </a:lnTo>
                  <a:lnTo>
                    <a:pt x="76885" y="47931"/>
                  </a:lnTo>
                  <a:lnTo>
                    <a:pt x="77003" y="48952"/>
                  </a:lnTo>
                  <a:lnTo>
                    <a:pt x="77075" y="49977"/>
                  </a:lnTo>
                  <a:lnTo>
                    <a:pt x="77103" y="50987"/>
                  </a:lnTo>
                  <a:lnTo>
                    <a:pt x="77084" y="51999"/>
                  </a:lnTo>
                  <a:lnTo>
                    <a:pt x="77019" y="53011"/>
                  </a:lnTo>
                  <a:lnTo>
                    <a:pt x="76907" y="54025"/>
                  </a:lnTo>
                  <a:lnTo>
                    <a:pt x="76749" y="55039"/>
                  </a:lnTo>
                  <a:lnTo>
                    <a:pt x="76545" y="56054"/>
                  </a:lnTo>
                  <a:lnTo>
                    <a:pt x="76294" y="57069"/>
                  </a:lnTo>
                  <a:lnTo>
                    <a:pt x="75998" y="58086"/>
                  </a:lnTo>
                  <a:lnTo>
                    <a:pt x="75655" y="59103"/>
                  </a:lnTo>
                  <a:lnTo>
                    <a:pt x="75265" y="60122"/>
                  </a:lnTo>
                  <a:lnTo>
                    <a:pt x="74819" y="61128"/>
                  </a:lnTo>
                  <a:lnTo>
                    <a:pt x="74321" y="62127"/>
                  </a:lnTo>
                  <a:lnTo>
                    <a:pt x="73771" y="63118"/>
                  </a:lnTo>
                  <a:lnTo>
                    <a:pt x="73171" y="64102"/>
                  </a:lnTo>
                  <a:lnTo>
                    <a:pt x="72519" y="65078"/>
                  </a:lnTo>
                  <a:lnTo>
                    <a:pt x="71815" y="66047"/>
                  </a:lnTo>
                  <a:lnTo>
                    <a:pt x="71060" y="67008"/>
                  </a:lnTo>
                  <a:lnTo>
                    <a:pt x="70254" y="67961"/>
                  </a:lnTo>
                  <a:lnTo>
                    <a:pt x="69397" y="68907"/>
                  </a:lnTo>
                  <a:lnTo>
                    <a:pt x="68488" y="69846"/>
                  </a:lnTo>
                  <a:lnTo>
                    <a:pt x="67446" y="70848"/>
                  </a:lnTo>
                  <a:lnTo>
                    <a:pt x="66390" y="71785"/>
                  </a:lnTo>
                  <a:lnTo>
                    <a:pt x="65321" y="72657"/>
                  </a:lnTo>
                  <a:lnTo>
                    <a:pt x="64238" y="73462"/>
                  </a:lnTo>
                  <a:lnTo>
                    <a:pt x="63142" y="74202"/>
                  </a:lnTo>
                  <a:lnTo>
                    <a:pt x="62032" y="74877"/>
                  </a:lnTo>
                  <a:lnTo>
                    <a:pt x="60909" y="75485"/>
                  </a:lnTo>
                  <a:lnTo>
                    <a:pt x="59773" y="76028"/>
                  </a:lnTo>
                  <a:lnTo>
                    <a:pt x="58623" y="76506"/>
                  </a:lnTo>
                  <a:lnTo>
                    <a:pt x="57459" y="76917"/>
                  </a:lnTo>
                  <a:lnTo>
                    <a:pt x="56285" y="77266"/>
                  </a:lnTo>
                  <a:lnTo>
                    <a:pt x="55102" y="77554"/>
                  </a:lnTo>
                  <a:lnTo>
                    <a:pt x="53911" y="77781"/>
                  </a:lnTo>
                  <a:lnTo>
                    <a:pt x="52711" y="77948"/>
                  </a:lnTo>
                  <a:lnTo>
                    <a:pt x="51503" y="78054"/>
                  </a:lnTo>
                  <a:lnTo>
                    <a:pt x="50286" y="78100"/>
                  </a:lnTo>
                  <a:lnTo>
                    <a:pt x="49061" y="78084"/>
                  </a:lnTo>
                  <a:lnTo>
                    <a:pt x="47828" y="78009"/>
                  </a:lnTo>
                  <a:lnTo>
                    <a:pt x="46586" y="77872"/>
                  </a:lnTo>
                  <a:lnTo>
                    <a:pt x="45336" y="77675"/>
                  </a:lnTo>
                  <a:lnTo>
                    <a:pt x="44069" y="77410"/>
                  </a:lnTo>
                  <a:lnTo>
                    <a:pt x="42795" y="77088"/>
                  </a:lnTo>
                  <a:lnTo>
                    <a:pt x="41513" y="76707"/>
                  </a:lnTo>
                  <a:lnTo>
                    <a:pt x="40224" y="76268"/>
                  </a:lnTo>
                  <a:lnTo>
                    <a:pt x="38927" y="75770"/>
                  </a:lnTo>
                  <a:lnTo>
                    <a:pt x="37622" y="75215"/>
                  </a:lnTo>
                  <a:lnTo>
                    <a:pt x="36310" y="74602"/>
                  </a:lnTo>
                  <a:lnTo>
                    <a:pt x="34991" y="73930"/>
                  </a:lnTo>
                  <a:lnTo>
                    <a:pt x="33663" y="73201"/>
                  </a:lnTo>
                  <a:lnTo>
                    <a:pt x="32328" y="72413"/>
                  </a:lnTo>
                  <a:lnTo>
                    <a:pt x="30988" y="71552"/>
                  </a:lnTo>
                  <a:lnTo>
                    <a:pt x="29643" y="70637"/>
                  </a:lnTo>
                  <a:lnTo>
                    <a:pt x="28294" y="69667"/>
                  </a:lnTo>
                  <a:lnTo>
                    <a:pt x="26940" y="68642"/>
                  </a:lnTo>
                  <a:lnTo>
                    <a:pt x="25583" y="67562"/>
                  </a:lnTo>
                  <a:lnTo>
                    <a:pt x="24221" y="66427"/>
                  </a:lnTo>
                  <a:lnTo>
                    <a:pt x="22855" y="65238"/>
                  </a:lnTo>
                  <a:lnTo>
                    <a:pt x="21485" y="63994"/>
                  </a:lnTo>
                  <a:lnTo>
                    <a:pt x="20110" y="62696"/>
                  </a:lnTo>
                  <a:lnTo>
                    <a:pt x="18732" y="61342"/>
                  </a:lnTo>
                  <a:lnTo>
                    <a:pt x="17183" y="59765"/>
                  </a:lnTo>
                  <a:lnTo>
                    <a:pt x="15701" y="58197"/>
                  </a:lnTo>
                  <a:lnTo>
                    <a:pt x="14287" y="56640"/>
                  </a:lnTo>
                  <a:lnTo>
                    <a:pt x="12939" y="55092"/>
                  </a:lnTo>
                  <a:lnTo>
                    <a:pt x="11660" y="53555"/>
                  </a:lnTo>
                  <a:lnTo>
                    <a:pt x="10447" y="52028"/>
                  </a:lnTo>
                  <a:lnTo>
                    <a:pt x="9302" y="50510"/>
                  </a:lnTo>
                  <a:lnTo>
                    <a:pt x="8225" y="49003"/>
                  </a:lnTo>
                  <a:lnTo>
                    <a:pt x="7215" y="47507"/>
                  </a:lnTo>
                  <a:lnTo>
                    <a:pt x="6272" y="46020"/>
                  </a:lnTo>
                  <a:lnTo>
                    <a:pt x="5403" y="44537"/>
                  </a:lnTo>
                  <a:lnTo>
                    <a:pt x="4600" y="43068"/>
                  </a:lnTo>
                  <a:lnTo>
                    <a:pt x="3861" y="41614"/>
                  </a:lnTo>
                  <a:lnTo>
                    <a:pt x="3187" y="40174"/>
                  </a:lnTo>
                  <a:lnTo>
                    <a:pt x="2578" y="38748"/>
                  </a:lnTo>
                  <a:lnTo>
                    <a:pt x="2034" y="37336"/>
                  </a:lnTo>
                  <a:lnTo>
                    <a:pt x="1554" y="35939"/>
                  </a:lnTo>
                  <a:lnTo>
                    <a:pt x="1139" y="34557"/>
                  </a:lnTo>
                  <a:lnTo>
                    <a:pt x="790" y="33188"/>
                  </a:lnTo>
                  <a:lnTo>
                    <a:pt x="505" y="31834"/>
                  </a:lnTo>
                  <a:lnTo>
                    <a:pt x="284" y="30495"/>
                  </a:lnTo>
                  <a:lnTo>
                    <a:pt x="126" y="29172"/>
                  </a:lnTo>
                  <a:lnTo>
                    <a:pt x="31" y="27865"/>
                  </a:lnTo>
                  <a:lnTo>
                    <a:pt x="0" y="26574"/>
                  </a:lnTo>
                  <a:lnTo>
                    <a:pt x="31" y="25299"/>
                  </a:lnTo>
                  <a:lnTo>
                    <a:pt x="126" y="24040"/>
                  </a:lnTo>
                  <a:lnTo>
                    <a:pt x="284" y="22796"/>
                  </a:lnTo>
                  <a:lnTo>
                    <a:pt x="505" y="21569"/>
                  </a:lnTo>
                  <a:lnTo>
                    <a:pt x="789" y="20358"/>
                  </a:lnTo>
                  <a:lnTo>
                    <a:pt x="1136" y="19163"/>
                  </a:lnTo>
                  <a:lnTo>
                    <a:pt x="1554" y="17978"/>
                  </a:lnTo>
                  <a:lnTo>
                    <a:pt x="2032" y="16813"/>
                  </a:lnTo>
                  <a:lnTo>
                    <a:pt x="2571" y="15668"/>
                  </a:lnTo>
                  <a:lnTo>
                    <a:pt x="3170" y="14543"/>
                  </a:lnTo>
                  <a:lnTo>
                    <a:pt x="3830" y="13438"/>
                  </a:lnTo>
                  <a:lnTo>
                    <a:pt x="4551" y="12354"/>
                  </a:lnTo>
                  <a:lnTo>
                    <a:pt x="5332" y="11290"/>
                  </a:lnTo>
                  <a:lnTo>
                    <a:pt x="6174" y="10246"/>
                  </a:lnTo>
                  <a:lnTo>
                    <a:pt x="7077" y="9222"/>
                  </a:lnTo>
                  <a:lnTo>
                    <a:pt x="8040" y="8219"/>
                  </a:lnTo>
                  <a:lnTo>
                    <a:pt x="8648" y="7622"/>
                  </a:lnTo>
                  <a:lnTo>
                    <a:pt x="9262" y="7047"/>
                  </a:lnTo>
                  <a:lnTo>
                    <a:pt x="9881" y="6491"/>
                  </a:lnTo>
                  <a:lnTo>
                    <a:pt x="10505" y="5956"/>
                  </a:lnTo>
                  <a:lnTo>
                    <a:pt x="11134" y="5440"/>
                  </a:lnTo>
                  <a:lnTo>
                    <a:pt x="11768" y="4945"/>
                  </a:lnTo>
                  <a:lnTo>
                    <a:pt x="12407" y="4470"/>
                  </a:lnTo>
                  <a:lnTo>
                    <a:pt x="13051" y="4016"/>
                  </a:lnTo>
                  <a:lnTo>
                    <a:pt x="13700" y="3581"/>
                  </a:lnTo>
                  <a:lnTo>
                    <a:pt x="14354" y="3167"/>
                  </a:lnTo>
                  <a:lnTo>
                    <a:pt x="15014" y="2776"/>
                  </a:lnTo>
                  <a:lnTo>
                    <a:pt x="15679" y="2411"/>
                  </a:lnTo>
                  <a:lnTo>
                    <a:pt x="16350" y="2072"/>
                  </a:lnTo>
                  <a:lnTo>
                    <a:pt x="17028" y="1759"/>
                  </a:lnTo>
                  <a:lnTo>
                    <a:pt x="17711" y="1473"/>
                  </a:lnTo>
                  <a:lnTo>
                    <a:pt x="18400" y="1212"/>
                  </a:lnTo>
                  <a:lnTo>
                    <a:pt x="19095" y="978"/>
                  </a:lnTo>
                  <a:lnTo>
                    <a:pt x="19796" y="769"/>
                  </a:lnTo>
                  <a:lnTo>
                    <a:pt x="20503" y="587"/>
                  </a:lnTo>
                  <a:lnTo>
                    <a:pt x="21215" y="431"/>
                  </a:lnTo>
                  <a:lnTo>
                    <a:pt x="21935" y="286"/>
                  </a:lnTo>
                  <a:lnTo>
                    <a:pt x="22662" y="170"/>
                  </a:lnTo>
                  <a:lnTo>
                    <a:pt x="23396" y="84"/>
                  </a:lnTo>
                  <a:lnTo>
                    <a:pt x="24138" y="27"/>
                  </a:lnTo>
                  <a:lnTo>
                    <a:pt x="24888" y="0"/>
                  </a:lnTo>
                  <a:lnTo>
                    <a:pt x="25645" y="2"/>
                  </a:lnTo>
                  <a:lnTo>
                    <a:pt x="26410" y="33"/>
                  </a:lnTo>
                  <a:lnTo>
                    <a:pt x="27183" y="94"/>
                  </a:lnTo>
                  <a:lnTo>
                    <a:pt x="27963" y="185"/>
                  </a:lnTo>
                  <a:lnTo>
                    <a:pt x="28750" y="305"/>
                  </a:lnTo>
                  <a:lnTo>
                    <a:pt x="29546" y="457"/>
                  </a:lnTo>
                  <a:lnTo>
                    <a:pt x="30348" y="643"/>
                  </a:lnTo>
                  <a:lnTo>
                    <a:pt x="31159" y="864"/>
                  </a:lnTo>
                  <a:lnTo>
                    <a:pt x="31977" y="1120"/>
                  </a:lnTo>
                  <a:lnTo>
                    <a:pt x="32802" y="1410"/>
                  </a:lnTo>
                  <a:lnTo>
                    <a:pt x="33635" y="1734"/>
                  </a:lnTo>
                  <a:lnTo>
                    <a:pt x="34476" y="2093"/>
                  </a:lnTo>
                  <a:lnTo>
                    <a:pt x="35324" y="2487"/>
                  </a:lnTo>
                  <a:lnTo>
                    <a:pt x="36180" y="2915"/>
                  </a:lnTo>
                  <a:lnTo>
                    <a:pt x="37043" y="3378"/>
                  </a:lnTo>
                  <a:lnTo>
                    <a:pt x="31108" y="11923"/>
                  </a:lnTo>
                  <a:lnTo>
                    <a:pt x="30113" y="11428"/>
                  </a:lnTo>
                  <a:lnTo>
                    <a:pt x="29133" y="11005"/>
                  </a:lnTo>
                  <a:lnTo>
                    <a:pt x="28166" y="10654"/>
                  </a:lnTo>
                  <a:lnTo>
                    <a:pt x="27215" y="10374"/>
                  </a:lnTo>
                  <a:lnTo>
                    <a:pt x="26277" y="10165"/>
                  </a:lnTo>
                  <a:lnTo>
                    <a:pt x="25354" y="10029"/>
                  </a:lnTo>
                  <a:lnTo>
                    <a:pt x="24445" y="9963"/>
                  </a:lnTo>
                  <a:lnTo>
                    <a:pt x="23551" y="9970"/>
                  </a:lnTo>
                  <a:lnTo>
                    <a:pt x="22671" y="10048"/>
                  </a:lnTo>
                  <a:lnTo>
                    <a:pt x="21805" y="10197"/>
                  </a:lnTo>
                  <a:lnTo>
                    <a:pt x="20955" y="10391"/>
                  </a:lnTo>
                  <a:lnTo>
                    <a:pt x="20123" y="10636"/>
                  </a:lnTo>
                  <a:lnTo>
                    <a:pt x="19308" y="10933"/>
                  </a:lnTo>
                  <a:lnTo>
                    <a:pt x="18511" y="11281"/>
                  </a:lnTo>
                  <a:lnTo>
                    <a:pt x="17732" y="11681"/>
                  </a:lnTo>
                  <a:lnTo>
                    <a:pt x="16971" y="12132"/>
                  </a:lnTo>
                  <a:lnTo>
                    <a:pt x="16227" y="12634"/>
                  </a:lnTo>
                  <a:lnTo>
                    <a:pt x="15501" y="13187"/>
                  </a:lnTo>
                  <a:lnTo>
                    <a:pt x="14792" y="13792"/>
                  </a:lnTo>
                  <a:lnTo>
                    <a:pt x="14101" y="14449"/>
                  </a:lnTo>
                  <a:lnTo>
                    <a:pt x="13499" y="15080"/>
                  </a:lnTo>
                  <a:lnTo>
                    <a:pt x="12938" y="15730"/>
                  </a:lnTo>
                  <a:lnTo>
                    <a:pt x="12418" y="16397"/>
                  </a:lnTo>
                  <a:lnTo>
                    <a:pt x="11939" y="17082"/>
                  </a:lnTo>
                  <a:lnTo>
                    <a:pt x="11502" y="17785"/>
                  </a:lnTo>
                  <a:lnTo>
                    <a:pt x="11106" y="18505"/>
                  </a:lnTo>
                  <a:lnTo>
                    <a:pt x="10751" y="19243"/>
                  </a:lnTo>
                  <a:lnTo>
                    <a:pt x="10437" y="19998"/>
                  </a:lnTo>
                  <a:lnTo>
                    <a:pt x="10165" y="20772"/>
                  </a:lnTo>
                  <a:lnTo>
                    <a:pt x="9934" y="21563"/>
                  </a:lnTo>
                  <a:lnTo>
                    <a:pt x="9746" y="22370"/>
                  </a:lnTo>
                  <a:lnTo>
                    <a:pt x="9602" y="23191"/>
                  </a:lnTo>
                  <a:lnTo>
                    <a:pt x="9503" y="24026"/>
                  </a:lnTo>
                  <a:lnTo>
                    <a:pt x="9449" y="24876"/>
                  </a:lnTo>
                  <a:lnTo>
                    <a:pt x="9439" y="25741"/>
                  </a:lnTo>
                  <a:lnTo>
                    <a:pt x="9474" y="26619"/>
                  </a:lnTo>
                  <a:lnTo>
                    <a:pt x="9554" y="27512"/>
                  </a:lnTo>
                  <a:lnTo>
                    <a:pt x="9678" y="28419"/>
                  </a:lnTo>
                  <a:lnTo>
                    <a:pt x="9847" y="29341"/>
                  </a:lnTo>
                  <a:lnTo>
                    <a:pt x="10060" y="30276"/>
                  </a:lnTo>
                  <a:lnTo>
                    <a:pt x="10311" y="31218"/>
                  </a:lnTo>
                  <a:lnTo>
                    <a:pt x="10607" y="32174"/>
                  </a:lnTo>
                  <a:lnTo>
                    <a:pt x="10951" y="33144"/>
                  </a:lnTo>
                  <a:lnTo>
                    <a:pt x="11340" y="34129"/>
                  </a:lnTo>
                  <a:lnTo>
                    <a:pt x="11776" y="35128"/>
                  </a:lnTo>
                  <a:lnTo>
                    <a:pt x="12258" y="36141"/>
                  </a:lnTo>
                  <a:lnTo>
                    <a:pt x="12786" y="37168"/>
                  </a:lnTo>
                  <a:lnTo>
                    <a:pt x="13360" y="38210"/>
                  </a:lnTo>
                  <a:lnTo>
                    <a:pt x="13981" y="39267"/>
                  </a:lnTo>
                  <a:lnTo>
                    <a:pt x="14649" y="40337"/>
                  </a:lnTo>
                  <a:lnTo>
                    <a:pt x="15371" y="41412"/>
                  </a:lnTo>
                  <a:lnTo>
                    <a:pt x="16142" y="42497"/>
                  </a:lnTo>
                  <a:lnTo>
                    <a:pt x="16961" y="43594"/>
                  </a:lnTo>
                  <a:lnTo>
                    <a:pt x="17828" y="44701"/>
                  </a:lnTo>
                  <a:lnTo>
                    <a:pt x="18742" y="45820"/>
                  </a:lnTo>
                  <a:lnTo>
                    <a:pt x="19705" y="46949"/>
                  </a:lnTo>
                  <a:lnTo>
                    <a:pt x="20716" y="48090"/>
                  </a:lnTo>
                  <a:lnTo>
                    <a:pt x="21774" y="49241"/>
                  </a:lnTo>
                  <a:lnTo>
                    <a:pt x="22881" y="50403"/>
                  </a:lnTo>
                  <a:lnTo>
                    <a:pt x="24036" y="51576"/>
                  </a:lnTo>
                  <a:lnTo>
                    <a:pt x="23717" y="50399"/>
                  </a:lnTo>
                  <a:lnTo>
                    <a:pt x="23470" y="49226"/>
                  </a:lnTo>
                  <a:lnTo>
                    <a:pt x="23293" y="48056"/>
                  </a:lnTo>
                  <a:lnTo>
                    <a:pt x="23187" y="46889"/>
                  </a:lnTo>
                  <a:lnTo>
                    <a:pt x="23152" y="45725"/>
                  </a:lnTo>
                  <a:lnTo>
                    <a:pt x="23187" y="44565"/>
                  </a:lnTo>
                  <a:lnTo>
                    <a:pt x="23293" y="43408"/>
                  </a:lnTo>
                  <a:lnTo>
                    <a:pt x="23470" y="42255"/>
                  </a:lnTo>
                  <a:lnTo>
                    <a:pt x="23717" y="41105"/>
                  </a:lnTo>
                  <a:lnTo>
                    <a:pt x="24036" y="39958"/>
                  </a:lnTo>
                  <a:lnTo>
                    <a:pt x="24412" y="38814"/>
                  </a:lnTo>
                  <a:lnTo>
                    <a:pt x="24851" y="37688"/>
                  </a:lnTo>
                  <a:lnTo>
                    <a:pt x="25352" y="36581"/>
                  </a:lnTo>
                  <a:lnTo>
                    <a:pt x="25915" y="35493"/>
                  </a:lnTo>
                  <a:lnTo>
                    <a:pt x="26540" y="34423"/>
                  </a:lnTo>
                  <a:lnTo>
                    <a:pt x="27228" y="33371"/>
                  </a:lnTo>
                  <a:lnTo>
                    <a:pt x="27978" y="32338"/>
                  </a:lnTo>
                  <a:lnTo>
                    <a:pt x="28791" y="31324"/>
                  </a:lnTo>
                  <a:lnTo>
                    <a:pt x="29665" y="30328"/>
                  </a:lnTo>
                  <a:lnTo>
                    <a:pt x="30603" y="29350"/>
                  </a:lnTo>
                  <a:lnTo>
                    <a:pt x="31416" y="28563"/>
                  </a:lnTo>
                  <a:lnTo>
                    <a:pt x="32241" y="27816"/>
                  </a:lnTo>
                  <a:lnTo>
                    <a:pt x="33076" y="27111"/>
                  </a:lnTo>
                  <a:lnTo>
                    <a:pt x="33923" y="26447"/>
                  </a:lnTo>
                  <a:lnTo>
                    <a:pt x="34780" y="25825"/>
                  </a:lnTo>
                  <a:lnTo>
                    <a:pt x="35649" y="25243"/>
                  </a:lnTo>
                  <a:lnTo>
                    <a:pt x="36528" y="24703"/>
                  </a:lnTo>
                  <a:lnTo>
                    <a:pt x="37419" y="24205"/>
                  </a:lnTo>
                  <a:lnTo>
                    <a:pt x="38320" y="23747"/>
                  </a:lnTo>
                  <a:lnTo>
                    <a:pt x="39232" y="23331"/>
                  </a:lnTo>
                  <a:lnTo>
                    <a:pt x="40152" y="22956"/>
                  </a:lnTo>
                  <a:lnTo>
                    <a:pt x="41076" y="22625"/>
                  </a:lnTo>
                  <a:lnTo>
                    <a:pt x="42004" y="22337"/>
                  </a:lnTo>
                  <a:lnTo>
                    <a:pt x="42936" y="22091"/>
                  </a:lnTo>
                  <a:lnTo>
                    <a:pt x="43873" y="21889"/>
                  </a:lnTo>
                  <a:lnTo>
                    <a:pt x="44814" y="21729"/>
                  </a:lnTo>
                  <a:lnTo>
                    <a:pt x="45759" y="21613"/>
                  </a:lnTo>
                  <a:lnTo>
                    <a:pt x="46708" y="21539"/>
                  </a:lnTo>
                  <a:lnTo>
                    <a:pt x="47662" y="21508"/>
                  </a:lnTo>
                  <a:lnTo>
                    <a:pt x="48619" y="21521"/>
                  </a:lnTo>
                  <a:lnTo>
                    <a:pt x="49579" y="21559"/>
                  </a:lnTo>
                  <a:lnTo>
                    <a:pt x="50539" y="21642"/>
                  </a:lnTo>
                  <a:lnTo>
                    <a:pt x="51498" y="21768"/>
                  </a:lnTo>
                  <a:lnTo>
                    <a:pt x="52458" y="21938"/>
                  </a:lnTo>
                  <a:lnTo>
                    <a:pt x="53418" y="22152"/>
                  </a:lnTo>
                  <a:lnTo>
                    <a:pt x="54378" y="22410"/>
                  </a:lnTo>
                  <a:lnTo>
                    <a:pt x="55338" y="22711"/>
                  </a:lnTo>
                  <a:lnTo>
                    <a:pt x="56297" y="23056"/>
                  </a:lnTo>
                  <a:lnTo>
                    <a:pt x="57257" y="23445"/>
                  </a:lnTo>
                  <a:lnTo>
                    <a:pt x="58217" y="23878"/>
                  </a:lnTo>
                  <a:lnTo>
                    <a:pt x="59172" y="24338"/>
                  </a:lnTo>
                  <a:lnTo>
                    <a:pt x="60120" y="24841"/>
                  </a:lnTo>
                  <a:lnTo>
                    <a:pt x="61058" y="25388"/>
                  </a:lnTo>
                  <a:lnTo>
                    <a:pt x="61989" y="25979"/>
                  </a:lnTo>
                  <a:lnTo>
                    <a:pt x="62910" y="26614"/>
                  </a:lnTo>
                  <a:lnTo>
                    <a:pt x="63824" y="27293"/>
                  </a:lnTo>
                  <a:lnTo>
                    <a:pt x="64729" y="28015"/>
                  </a:lnTo>
                  <a:lnTo>
                    <a:pt x="65626" y="28781"/>
                  </a:lnTo>
                  <a:lnTo>
                    <a:pt x="66514" y="29591"/>
                  </a:lnTo>
                  <a:close/>
                  <a:moveTo>
                    <a:pt x="60027" y="38485"/>
                  </a:moveTo>
                  <a:lnTo>
                    <a:pt x="59411" y="37884"/>
                  </a:lnTo>
                  <a:lnTo>
                    <a:pt x="58791" y="37310"/>
                  </a:lnTo>
                  <a:lnTo>
                    <a:pt x="58168" y="36762"/>
                  </a:lnTo>
                  <a:lnTo>
                    <a:pt x="57542" y="36242"/>
                  </a:lnTo>
                  <a:lnTo>
                    <a:pt x="56912" y="35749"/>
                  </a:lnTo>
                  <a:lnTo>
                    <a:pt x="56279" y="35282"/>
                  </a:lnTo>
                  <a:lnTo>
                    <a:pt x="55642" y="34843"/>
                  </a:lnTo>
                  <a:lnTo>
                    <a:pt x="55002" y="34430"/>
                  </a:lnTo>
                  <a:lnTo>
                    <a:pt x="54359" y="34045"/>
                  </a:lnTo>
                  <a:lnTo>
                    <a:pt x="53713" y="33686"/>
                  </a:lnTo>
                  <a:lnTo>
                    <a:pt x="53064" y="33356"/>
                  </a:lnTo>
                  <a:lnTo>
                    <a:pt x="52416" y="33056"/>
                  </a:lnTo>
                  <a:lnTo>
                    <a:pt x="51768" y="32787"/>
                  </a:lnTo>
                  <a:lnTo>
                    <a:pt x="51120" y="32548"/>
                  </a:lnTo>
                  <a:lnTo>
                    <a:pt x="50471" y="32339"/>
                  </a:lnTo>
                  <a:lnTo>
                    <a:pt x="49823" y="32160"/>
                  </a:lnTo>
                  <a:lnTo>
                    <a:pt x="49175" y="32012"/>
                  </a:lnTo>
                  <a:lnTo>
                    <a:pt x="48527" y="31894"/>
                  </a:lnTo>
                  <a:lnTo>
                    <a:pt x="47878" y="31807"/>
                  </a:lnTo>
                  <a:lnTo>
                    <a:pt x="47230" y="31750"/>
                  </a:lnTo>
                  <a:lnTo>
                    <a:pt x="46575" y="31715"/>
                  </a:lnTo>
                  <a:lnTo>
                    <a:pt x="45922" y="31711"/>
                  </a:lnTo>
                  <a:lnTo>
                    <a:pt x="45271" y="31738"/>
                  </a:lnTo>
                  <a:lnTo>
                    <a:pt x="44624" y="31797"/>
                  </a:lnTo>
                  <a:lnTo>
                    <a:pt x="43978" y="31886"/>
                  </a:lnTo>
                  <a:lnTo>
                    <a:pt x="43335" y="32007"/>
                  </a:lnTo>
                  <a:lnTo>
                    <a:pt x="42695" y="32159"/>
                  </a:lnTo>
                  <a:lnTo>
                    <a:pt x="42057" y="32342"/>
                  </a:lnTo>
                  <a:lnTo>
                    <a:pt x="41422" y="32557"/>
                  </a:lnTo>
                  <a:lnTo>
                    <a:pt x="40790" y="32802"/>
                  </a:lnTo>
                  <a:lnTo>
                    <a:pt x="40152" y="33071"/>
                  </a:lnTo>
                  <a:lnTo>
                    <a:pt x="39520" y="33374"/>
                  </a:lnTo>
                  <a:lnTo>
                    <a:pt x="38893" y="33711"/>
                  </a:lnTo>
                  <a:lnTo>
                    <a:pt x="38271" y="34082"/>
                  </a:lnTo>
                  <a:lnTo>
                    <a:pt x="37653" y="34486"/>
                  </a:lnTo>
                  <a:lnTo>
                    <a:pt x="37041" y="34924"/>
                  </a:lnTo>
                  <a:lnTo>
                    <a:pt x="36434" y="35395"/>
                  </a:lnTo>
                  <a:lnTo>
                    <a:pt x="35832" y="35900"/>
                  </a:lnTo>
                  <a:lnTo>
                    <a:pt x="35235" y="36439"/>
                  </a:lnTo>
                  <a:lnTo>
                    <a:pt x="34644" y="37011"/>
                  </a:lnTo>
                  <a:lnTo>
                    <a:pt x="34237" y="37431"/>
                  </a:lnTo>
                  <a:lnTo>
                    <a:pt x="33842" y="37863"/>
                  </a:lnTo>
                  <a:lnTo>
                    <a:pt x="33459" y="38310"/>
                  </a:lnTo>
                  <a:lnTo>
                    <a:pt x="33088" y="38769"/>
                  </a:lnTo>
                  <a:lnTo>
                    <a:pt x="32728" y="39243"/>
                  </a:lnTo>
                  <a:lnTo>
                    <a:pt x="32381" y="39729"/>
                  </a:lnTo>
                  <a:lnTo>
                    <a:pt x="32045" y="40229"/>
                  </a:lnTo>
                  <a:lnTo>
                    <a:pt x="31721" y="40743"/>
                  </a:lnTo>
                  <a:lnTo>
                    <a:pt x="31408" y="41270"/>
                  </a:lnTo>
                  <a:lnTo>
                    <a:pt x="31108" y="41810"/>
                  </a:lnTo>
                  <a:lnTo>
                    <a:pt x="30816" y="42353"/>
                  </a:lnTo>
                  <a:lnTo>
                    <a:pt x="30549" y="42905"/>
                  </a:lnTo>
                  <a:lnTo>
                    <a:pt x="30304" y="43465"/>
                  </a:lnTo>
                  <a:lnTo>
                    <a:pt x="30084" y="44033"/>
                  </a:lnTo>
                  <a:lnTo>
                    <a:pt x="29887" y="44610"/>
                  </a:lnTo>
                  <a:lnTo>
                    <a:pt x="29713" y="45195"/>
                  </a:lnTo>
                  <a:lnTo>
                    <a:pt x="29564" y="45788"/>
                  </a:lnTo>
                  <a:lnTo>
                    <a:pt x="29437" y="46390"/>
                  </a:lnTo>
                  <a:lnTo>
                    <a:pt x="29335" y="47001"/>
                  </a:lnTo>
                  <a:lnTo>
                    <a:pt x="29255" y="47619"/>
                  </a:lnTo>
                  <a:lnTo>
                    <a:pt x="29203" y="48229"/>
                  </a:lnTo>
                  <a:lnTo>
                    <a:pt x="29180" y="48844"/>
                  </a:lnTo>
                  <a:lnTo>
                    <a:pt x="29186" y="49464"/>
                  </a:lnTo>
                  <a:lnTo>
                    <a:pt x="29222" y="50091"/>
                  </a:lnTo>
                  <a:lnTo>
                    <a:pt x="29287" y="50724"/>
                  </a:lnTo>
                  <a:lnTo>
                    <a:pt x="29382" y="51362"/>
                  </a:lnTo>
                  <a:lnTo>
                    <a:pt x="29506" y="52007"/>
                  </a:lnTo>
                  <a:lnTo>
                    <a:pt x="29660" y="52657"/>
                  </a:lnTo>
                  <a:lnTo>
                    <a:pt x="29843" y="53314"/>
                  </a:lnTo>
                  <a:lnTo>
                    <a:pt x="30055" y="53976"/>
                  </a:lnTo>
                  <a:lnTo>
                    <a:pt x="30311" y="54632"/>
                  </a:lnTo>
                  <a:lnTo>
                    <a:pt x="30608" y="55286"/>
                  </a:lnTo>
                  <a:lnTo>
                    <a:pt x="30944" y="55938"/>
                  </a:lnTo>
                  <a:lnTo>
                    <a:pt x="31322" y="56589"/>
                  </a:lnTo>
                  <a:lnTo>
                    <a:pt x="31739" y="57238"/>
                  </a:lnTo>
                  <a:lnTo>
                    <a:pt x="32197" y="57886"/>
                  </a:lnTo>
                  <a:lnTo>
                    <a:pt x="32695" y="58531"/>
                  </a:lnTo>
                  <a:lnTo>
                    <a:pt x="33234" y="59175"/>
                  </a:lnTo>
                  <a:lnTo>
                    <a:pt x="33814" y="59818"/>
                  </a:lnTo>
                  <a:lnTo>
                    <a:pt x="34433" y="60458"/>
                  </a:lnTo>
                  <a:lnTo>
                    <a:pt x="35094" y="61102"/>
                  </a:lnTo>
                  <a:lnTo>
                    <a:pt x="35763" y="61721"/>
                  </a:lnTo>
                  <a:lnTo>
                    <a:pt x="36441" y="62315"/>
                  </a:lnTo>
                  <a:lnTo>
                    <a:pt x="37127" y="62883"/>
                  </a:lnTo>
                  <a:lnTo>
                    <a:pt x="37822" y="63426"/>
                  </a:lnTo>
                  <a:lnTo>
                    <a:pt x="38525" y="63944"/>
                  </a:lnTo>
                  <a:lnTo>
                    <a:pt x="39236" y="64436"/>
                  </a:lnTo>
                  <a:lnTo>
                    <a:pt x="39956" y="64904"/>
                  </a:lnTo>
                  <a:lnTo>
                    <a:pt x="40684" y="65346"/>
                  </a:lnTo>
                  <a:lnTo>
                    <a:pt x="41421" y="65762"/>
                  </a:lnTo>
                  <a:lnTo>
                    <a:pt x="42153" y="66144"/>
                  </a:lnTo>
                  <a:lnTo>
                    <a:pt x="42886" y="66496"/>
                  </a:lnTo>
                  <a:lnTo>
                    <a:pt x="43618" y="66821"/>
                  </a:lnTo>
                  <a:lnTo>
                    <a:pt x="44351" y="67116"/>
                  </a:lnTo>
                  <a:lnTo>
                    <a:pt x="45083" y="67383"/>
                  </a:lnTo>
                  <a:lnTo>
                    <a:pt x="45816" y="67621"/>
                  </a:lnTo>
                  <a:lnTo>
                    <a:pt x="46548" y="67831"/>
                  </a:lnTo>
                  <a:lnTo>
                    <a:pt x="47281" y="68012"/>
                  </a:lnTo>
                  <a:lnTo>
                    <a:pt x="48013" y="68164"/>
                  </a:lnTo>
                  <a:lnTo>
                    <a:pt x="48745" y="68288"/>
                  </a:lnTo>
                  <a:lnTo>
                    <a:pt x="49484" y="68374"/>
                  </a:lnTo>
                  <a:lnTo>
                    <a:pt x="50217" y="68429"/>
                  </a:lnTo>
                  <a:lnTo>
                    <a:pt x="50945" y="68455"/>
                  </a:lnTo>
                  <a:lnTo>
                    <a:pt x="51669" y="68450"/>
                  </a:lnTo>
                  <a:lnTo>
                    <a:pt x="52387" y="68414"/>
                  </a:lnTo>
                  <a:lnTo>
                    <a:pt x="53100" y="68349"/>
                  </a:lnTo>
                  <a:lnTo>
                    <a:pt x="53808" y="68253"/>
                  </a:lnTo>
                  <a:lnTo>
                    <a:pt x="54511" y="68126"/>
                  </a:lnTo>
                  <a:lnTo>
                    <a:pt x="55209" y="67970"/>
                  </a:lnTo>
                  <a:lnTo>
                    <a:pt x="55902" y="67783"/>
                  </a:lnTo>
                  <a:lnTo>
                    <a:pt x="56585" y="67563"/>
                  </a:lnTo>
                  <a:lnTo>
                    <a:pt x="57255" y="67308"/>
                  </a:lnTo>
                  <a:lnTo>
                    <a:pt x="57912" y="67018"/>
                  </a:lnTo>
                  <a:lnTo>
                    <a:pt x="58555" y="66692"/>
                  </a:lnTo>
                  <a:lnTo>
                    <a:pt x="59185" y="66331"/>
                  </a:lnTo>
                  <a:lnTo>
                    <a:pt x="59801" y="65934"/>
                  </a:lnTo>
                  <a:lnTo>
                    <a:pt x="60404" y="65502"/>
                  </a:lnTo>
                  <a:lnTo>
                    <a:pt x="60993" y="65035"/>
                  </a:lnTo>
                  <a:lnTo>
                    <a:pt x="61569" y="64532"/>
                  </a:lnTo>
                  <a:lnTo>
                    <a:pt x="62132" y="63994"/>
                  </a:lnTo>
                  <a:lnTo>
                    <a:pt x="62664" y="63444"/>
                  </a:lnTo>
                  <a:lnTo>
                    <a:pt x="63165" y="62886"/>
                  </a:lnTo>
                  <a:lnTo>
                    <a:pt x="63637" y="62322"/>
                  </a:lnTo>
                  <a:lnTo>
                    <a:pt x="64078" y="61752"/>
                  </a:lnTo>
                  <a:lnTo>
                    <a:pt x="64489" y="61174"/>
                  </a:lnTo>
                  <a:lnTo>
                    <a:pt x="64870" y="60590"/>
                  </a:lnTo>
                  <a:lnTo>
                    <a:pt x="65220" y="59999"/>
                  </a:lnTo>
                  <a:lnTo>
                    <a:pt x="65540" y="59401"/>
                  </a:lnTo>
                  <a:lnTo>
                    <a:pt x="65829" y="58796"/>
                  </a:lnTo>
                  <a:lnTo>
                    <a:pt x="66089" y="58185"/>
                  </a:lnTo>
                  <a:lnTo>
                    <a:pt x="66318" y="57553"/>
                  </a:lnTo>
                  <a:lnTo>
                    <a:pt x="66518" y="56917"/>
                  </a:lnTo>
                  <a:lnTo>
                    <a:pt x="66688" y="56280"/>
                  </a:lnTo>
                  <a:lnTo>
                    <a:pt x="66829" y="55639"/>
                  </a:lnTo>
                  <a:lnTo>
                    <a:pt x="66941" y="54997"/>
                  </a:lnTo>
                  <a:lnTo>
                    <a:pt x="67023" y="54351"/>
                  </a:lnTo>
                  <a:lnTo>
                    <a:pt x="67076" y="53703"/>
                  </a:lnTo>
                  <a:lnTo>
                    <a:pt x="67099" y="53053"/>
                  </a:lnTo>
                  <a:lnTo>
                    <a:pt x="67093" y="52400"/>
                  </a:lnTo>
                  <a:lnTo>
                    <a:pt x="67057" y="51745"/>
                  </a:lnTo>
                  <a:lnTo>
                    <a:pt x="66983" y="51079"/>
                  </a:lnTo>
                  <a:lnTo>
                    <a:pt x="66880" y="50413"/>
                  </a:lnTo>
                  <a:lnTo>
                    <a:pt x="66747" y="49746"/>
                  </a:lnTo>
                  <a:lnTo>
                    <a:pt x="66585" y="49078"/>
                  </a:lnTo>
                  <a:lnTo>
                    <a:pt x="66394" y="48409"/>
                  </a:lnTo>
                  <a:lnTo>
                    <a:pt x="66173" y="47739"/>
                  </a:lnTo>
                  <a:lnTo>
                    <a:pt x="65922" y="47068"/>
                  </a:lnTo>
                  <a:lnTo>
                    <a:pt x="65642" y="46397"/>
                  </a:lnTo>
                  <a:lnTo>
                    <a:pt x="65333" y="45725"/>
                  </a:lnTo>
                  <a:lnTo>
                    <a:pt x="64994" y="45052"/>
                  </a:lnTo>
                  <a:lnTo>
                    <a:pt x="64626" y="44380"/>
                  </a:lnTo>
                  <a:lnTo>
                    <a:pt x="64230" y="43711"/>
                  </a:lnTo>
                  <a:lnTo>
                    <a:pt x="63805" y="43046"/>
                  </a:lnTo>
                  <a:lnTo>
                    <a:pt x="63351" y="42384"/>
                  </a:lnTo>
                  <a:lnTo>
                    <a:pt x="62868" y="41726"/>
                  </a:lnTo>
                  <a:lnTo>
                    <a:pt x="62357" y="41071"/>
                  </a:lnTo>
                  <a:lnTo>
                    <a:pt x="61818" y="40419"/>
                  </a:lnTo>
                  <a:lnTo>
                    <a:pt x="61249" y="39771"/>
                  </a:lnTo>
                  <a:lnTo>
                    <a:pt x="60652" y="3912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h98"/>
            <p:cNvSpPr/>
            <p:nvPr/>
          </p:nvSpPr>
          <p:spPr>
            <a:xfrm>
              <a:off x="1154473" y="6248118"/>
              <a:ext cx="25172" cy="28708"/>
            </a:xfrm>
            <a:custGeom>
              <a:avLst/>
              <a:pathLst>
                <a:path w="25172" h="28708">
                  <a:moveTo>
                    <a:pt x="8208" y="0"/>
                  </a:moveTo>
                  <a:lnTo>
                    <a:pt x="15280" y="7071"/>
                  </a:lnTo>
                  <a:lnTo>
                    <a:pt x="15720" y="7516"/>
                  </a:lnTo>
                  <a:lnTo>
                    <a:pt x="16147" y="7955"/>
                  </a:lnTo>
                  <a:lnTo>
                    <a:pt x="16562" y="8391"/>
                  </a:lnTo>
                  <a:lnTo>
                    <a:pt x="16964" y="8823"/>
                  </a:lnTo>
                  <a:lnTo>
                    <a:pt x="17353" y="9250"/>
                  </a:lnTo>
                  <a:lnTo>
                    <a:pt x="17730" y="9673"/>
                  </a:lnTo>
                  <a:lnTo>
                    <a:pt x="18094" y="10092"/>
                  </a:lnTo>
                  <a:lnTo>
                    <a:pt x="18446" y="10506"/>
                  </a:lnTo>
                  <a:lnTo>
                    <a:pt x="18784" y="10917"/>
                  </a:lnTo>
                  <a:lnTo>
                    <a:pt x="19111" y="11323"/>
                  </a:lnTo>
                  <a:lnTo>
                    <a:pt x="19442" y="11727"/>
                  </a:lnTo>
                  <a:lnTo>
                    <a:pt x="19762" y="12130"/>
                  </a:lnTo>
                  <a:lnTo>
                    <a:pt x="20072" y="12532"/>
                  </a:lnTo>
                  <a:lnTo>
                    <a:pt x="20370" y="12933"/>
                  </a:lnTo>
                  <a:lnTo>
                    <a:pt x="20658" y="13333"/>
                  </a:lnTo>
                  <a:lnTo>
                    <a:pt x="20934" y="13733"/>
                  </a:lnTo>
                  <a:lnTo>
                    <a:pt x="21200" y="14131"/>
                  </a:lnTo>
                  <a:lnTo>
                    <a:pt x="21454" y="14529"/>
                  </a:lnTo>
                  <a:lnTo>
                    <a:pt x="21698" y="14926"/>
                  </a:lnTo>
                  <a:lnTo>
                    <a:pt x="21931" y="15322"/>
                  </a:lnTo>
                  <a:lnTo>
                    <a:pt x="22162" y="15726"/>
                  </a:lnTo>
                  <a:lnTo>
                    <a:pt x="22386" y="16130"/>
                  </a:lnTo>
                  <a:lnTo>
                    <a:pt x="22600" y="16534"/>
                  </a:lnTo>
                  <a:lnTo>
                    <a:pt x="22807" y="16939"/>
                  </a:lnTo>
                  <a:lnTo>
                    <a:pt x="23004" y="17343"/>
                  </a:lnTo>
                  <a:lnTo>
                    <a:pt x="23194" y="17747"/>
                  </a:lnTo>
                  <a:lnTo>
                    <a:pt x="23375" y="18151"/>
                  </a:lnTo>
                  <a:lnTo>
                    <a:pt x="23547" y="18555"/>
                  </a:lnTo>
                  <a:lnTo>
                    <a:pt x="23712" y="18959"/>
                  </a:lnTo>
                  <a:lnTo>
                    <a:pt x="23867" y="19363"/>
                  </a:lnTo>
                  <a:lnTo>
                    <a:pt x="24024" y="19761"/>
                  </a:lnTo>
                  <a:lnTo>
                    <a:pt x="24175" y="20163"/>
                  </a:lnTo>
                  <a:lnTo>
                    <a:pt x="24321" y="20569"/>
                  </a:lnTo>
                  <a:lnTo>
                    <a:pt x="24460" y="20980"/>
                  </a:lnTo>
                  <a:lnTo>
                    <a:pt x="24593" y="21394"/>
                  </a:lnTo>
                  <a:lnTo>
                    <a:pt x="24721" y="21813"/>
                  </a:lnTo>
                  <a:lnTo>
                    <a:pt x="24843" y="22236"/>
                  </a:lnTo>
                  <a:lnTo>
                    <a:pt x="24958" y="22663"/>
                  </a:lnTo>
                  <a:lnTo>
                    <a:pt x="25068" y="23095"/>
                  </a:lnTo>
                  <a:lnTo>
                    <a:pt x="25172" y="23531"/>
                  </a:lnTo>
                  <a:lnTo>
                    <a:pt x="19995" y="28708"/>
                  </a:lnTo>
                  <a:lnTo>
                    <a:pt x="19817" y="27791"/>
                  </a:lnTo>
                  <a:lnTo>
                    <a:pt x="19621" y="26890"/>
                  </a:lnTo>
                  <a:lnTo>
                    <a:pt x="19406" y="26006"/>
                  </a:lnTo>
                  <a:lnTo>
                    <a:pt x="19173" y="25139"/>
                  </a:lnTo>
                  <a:lnTo>
                    <a:pt x="18921" y="24288"/>
                  </a:lnTo>
                  <a:lnTo>
                    <a:pt x="18651" y="23455"/>
                  </a:lnTo>
                  <a:lnTo>
                    <a:pt x="18362" y="22638"/>
                  </a:lnTo>
                  <a:lnTo>
                    <a:pt x="18055" y="21838"/>
                  </a:lnTo>
                  <a:lnTo>
                    <a:pt x="17729" y="21055"/>
                  </a:lnTo>
                  <a:lnTo>
                    <a:pt x="17385" y="20289"/>
                  </a:lnTo>
                  <a:lnTo>
                    <a:pt x="17029" y="19534"/>
                  </a:lnTo>
                  <a:lnTo>
                    <a:pt x="16654" y="18801"/>
                  </a:lnTo>
                  <a:lnTo>
                    <a:pt x="16258" y="18089"/>
                  </a:lnTo>
                  <a:lnTo>
                    <a:pt x="15842" y="17400"/>
                  </a:lnTo>
                  <a:lnTo>
                    <a:pt x="15406" y="16732"/>
                  </a:lnTo>
                  <a:lnTo>
                    <a:pt x="14950" y="16087"/>
                  </a:lnTo>
                  <a:lnTo>
                    <a:pt x="14473" y="15463"/>
                  </a:lnTo>
                  <a:lnTo>
                    <a:pt x="13977" y="14861"/>
                  </a:lnTo>
                  <a:lnTo>
                    <a:pt x="13460" y="14281"/>
                  </a:lnTo>
                  <a:lnTo>
                    <a:pt x="12923" y="13722"/>
                  </a:lnTo>
                  <a:lnTo>
                    <a:pt x="9218" y="17427"/>
                  </a:lnTo>
                  <a:lnTo>
                    <a:pt x="0" y="82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h99"/>
            <p:cNvSpPr/>
            <p:nvPr/>
          </p:nvSpPr>
          <p:spPr>
            <a:xfrm>
              <a:off x="1169073" y="6147977"/>
              <a:ext cx="67230" cy="67828"/>
            </a:xfrm>
            <a:custGeom>
              <a:avLst/>
              <a:pathLst>
                <a:path w="67230" h="67828">
                  <a:moveTo>
                    <a:pt x="61928" y="25086"/>
                  </a:moveTo>
                  <a:lnTo>
                    <a:pt x="62548" y="25731"/>
                  </a:lnTo>
                  <a:lnTo>
                    <a:pt x="63130" y="26389"/>
                  </a:lnTo>
                  <a:lnTo>
                    <a:pt x="63673" y="27058"/>
                  </a:lnTo>
                  <a:lnTo>
                    <a:pt x="64177" y="27739"/>
                  </a:lnTo>
                  <a:lnTo>
                    <a:pt x="64643" y="28432"/>
                  </a:lnTo>
                  <a:lnTo>
                    <a:pt x="65070" y="29137"/>
                  </a:lnTo>
                  <a:lnTo>
                    <a:pt x="65458" y="29853"/>
                  </a:lnTo>
                  <a:lnTo>
                    <a:pt x="65807" y="30581"/>
                  </a:lnTo>
                  <a:lnTo>
                    <a:pt x="66118" y="31322"/>
                  </a:lnTo>
                  <a:lnTo>
                    <a:pt x="66390" y="32073"/>
                  </a:lnTo>
                  <a:lnTo>
                    <a:pt x="66624" y="32818"/>
                  </a:lnTo>
                  <a:lnTo>
                    <a:pt x="66819" y="33570"/>
                  </a:lnTo>
                  <a:lnTo>
                    <a:pt x="66977" y="34330"/>
                  </a:lnTo>
                  <a:lnTo>
                    <a:pt x="67097" y="35097"/>
                  </a:lnTo>
                  <a:lnTo>
                    <a:pt x="67179" y="35872"/>
                  </a:lnTo>
                  <a:lnTo>
                    <a:pt x="67223" y="36655"/>
                  </a:lnTo>
                  <a:lnTo>
                    <a:pt x="67230" y="37445"/>
                  </a:lnTo>
                  <a:lnTo>
                    <a:pt x="67198" y="38243"/>
                  </a:lnTo>
                  <a:lnTo>
                    <a:pt x="67129" y="39048"/>
                  </a:lnTo>
                  <a:lnTo>
                    <a:pt x="67021" y="39861"/>
                  </a:lnTo>
                  <a:lnTo>
                    <a:pt x="66868" y="40672"/>
                  </a:lnTo>
                  <a:lnTo>
                    <a:pt x="66678" y="41491"/>
                  </a:lnTo>
                  <a:lnTo>
                    <a:pt x="66451" y="42316"/>
                  </a:lnTo>
                  <a:lnTo>
                    <a:pt x="66186" y="43148"/>
                  </a:lnTo>
                  <a:lnTo>
                    <a:pt x="65885" y="43986"/>
                  </a:lnTo>
                  <a:lnTo>
                    <a:pt x="65546" y="44831"/>
                  </a:lnTo>
                  <a:lnTo>
                    <a:pt x="65171" y="45683"/>
                  </a:lnTo>
                  <a:lnTo>
                    <a:pt x="64758" y="46542"/>
                  </a:lnTo>
                  <a:lnTo>
                    <a:pt x="64309" y="47408"/>
                  </a:lnTo>
                  <a:lnTo>
                    <a:pt x="63822" y="48280"/>
                  </a:lnTo>
                  <a:lnTo>
                    <a:pt x="63298" y="49140"/>
                  </a:lnTo>
                  <a:lnTo>
                    <a:pt x="62736" y="50002"/>
                  </a:lnTo>
                  <a:lnTo>
                    <a:pt x="62136" y="50867"/>
                  </a:lnTo>
                  <a:lnTo>
                    <a:pt x="61499" y="51735"/>
                  </a:lnTo>
                  <a:lnTo>
                    <a:pt x="60823" y="52605"/>
                  </a:lnTo>
                  <a:lnTo>
                    <a:pt x="60109" y="53478"/>
                  </a:lnTo>
                  <a:lnTo>
                    <a:pt x="59358" y="54353"/>
                  </a:lnTo>
                  <a:lnTo>
                    <a:pt x="58569" y="55231"/>
                  </a:lnTo>
                  <a:lnTo>
                    <a:pt x="57742" y="56111"/>
                  </a:lnTo>
                  <a:lnTo>
                    <a:pt x="56877" y="56994"/>
                  </a:lnTo>
                  <a:lnTo>
                    <a:pt x="56086" y="57771"/>
                  </a:lnTo>
                  <a:lnTo>
                    <a:pt x="55299" y="58521"/>
                  </a:lnTo>
                  <a:lnTo>
                    <a:pt x="54514" y="59243"/>
                  </a:lnTo>
                  <a:lnTo>
                    <a:pt x="53731" y="59937"/>
                  </a:lnTo>
                  <a:lnTo>
                    <a:pt x="52951" y="60603"/>
                  </a:lnTo>
                  <a:lnTo>
                    <a:pt x="52174" y="61242"/>
                  </a:lnTo>
                  <a:lnTo>
                    <a:pt x="51399" y="61853"/>
                  </a:lnTo>
                  <a:lnTo>
                    <a:pt x="50626" y="62436"/>
                  </a:lnTo>
                  <a:lnTo>
                    <a:pt x="49856" y="62991"/>
                  </a:lnTo>
                  <a:lnTo>
                    <a:pt x="49089" y="63518"/>
                  </a:lnTo>
                  <a:lnTo>
                    <a:pt x="48340" y="64017"/>
                  </a:lnTo>
                  <a:lnTo>
                    <a:pt x="47590" y="64485"/>
                  </a:lnTo>
                  <a:lnTo>
                    <a:pt x="46841" y="64923"/>
                  </a:lnTo>
                  <a:lnTo>
                    <a:pt x="46092" y="65330"/>
                  </a:lnTo>
                  <a:lnTo>
                    <a:pt x="45342" y="65707"/>
                  </a:lnTo>
                  <a:lnTo>
                    <a:pt x="44593" y="66054"/>
                  </a:lnTo>
                  <a:lnTo>
                    <a:pt x="43844" y="66371"/>
                  </a:lnTo>
                  <a:lnTo>
                    <a:pt x="43095" y="66657"/>
                  </a:lnTo>
                  <a:lnTo>
                    <a:pt x="42345" y="66913"/>
                  </a:lnTo>
                  <a:lnTo>
                    <a:pt x="41596" y="67138"/>
                  </a:lnTo>
                  <a:lnTo>
                    <a:pt x="40846" y="67333"/>
                  </a:lnTo>
                  <a:lnTo>
                    <a:pt x="40094" y="67495"/>
                  </a:lnTo>
                  <a:lnTo>
                    <a:pt x="39341" y="67626"/>
                  </a:lnTo>
                  <a:lnTo>
                    <a:pt x="38585" y="67724"/>
                  </a:lnTo>
                  <a:lnTo>
                    <a:pt x="37829" y="67791"/>
                  </a:lnTo>
                  <a:lnTo>
                    <a:pt x="37070" y="67825"/>
                  </a:lnTo>
                  <a:lnTo>
                    <a:pt x="36310" y="67828"/>
                  </a:lnTo>
                  <a:lnTo>
                    <a:pt x="35548" y="67798"/>
                  </a:lnTo>
                  <a:lnTo>
                    <a:pt x="34784" y="67737"/>
                  </a:lnTo>
                  <a:lnTo>
                    <a:pt x="34019" y="67644"/>
                  </a:lnTo>
                  <a:lnTo>
                    <a:pt x="33252" y="67499"/>
                  </a:lnTo>
                  <a:lnTo>
                    <a:pt x="32482" y="67319"/>
                  </a:lnTo>
                  <a:lnTo>
                    <a:pt x="31709" y="67102"/>
                  </a:lnTo>
                  <a:lnTo>
                    <a:pt x="30934" y="66849"/>
                  </a:lnTo>
                  <a:lnTo>
                    <a:pt x="30157" y="66560"/>
                  </a:lnTo>
                  <a:lnTo>
                    <a:pt x="29377" y="66234"/>
                  </a:lnTo>
                  <a:lnTo>
                    <a:pt x="28594" y="65873"/>
                  </a:lnTo>
                  <a:lnTo>
                    <a:pt x="27809" y="65475"/>
                  </a:lnTo>
                  <a:lnTo>
                    <a:pt x="27022" y="65041"/>
                  </a:lnTo>
                  <a:lnTo>
                    <a:pt x="26231" y="64571"/>
                  </a:lnTo>
                  <a:lnTo>
                    <a:pt x="31620" y="56573"/>
                  </a:lnTo>
                  <a:lnTo>
                    <a:pt x="32547" y="57071"/>
                  </a:lnTo>
                  <a:lnTo>
                    <a:pt x="33477" y="57490"/>
                  </a:lnTo>
                  <a:lnTo>
                    <a:pt x="34409" y="57829"/>
                  </a:lnTo>
                  <a:lnTo>
                    <a:pt x="35344" y="58088"/>
                  </a:lnTo>
                  <a:lnTo>
                    <a:pt x="36282" y="58267"/>
                  </a:lnTo>
                  <a:lnTo>
                    <a:pt x="37222" y="58366"/>
                  </a:lnTo>
                  <a:lnTo>
                    <a:pt x="38164" y="58385"/>
                  </a:lnTo>
                  <a:lnTo>
                    <a:pt x="39109" y="58324"/>
                  </a:lnTo>
                  <a:lnTo>
                    <a:pt x="40057" y="58183"/>
                  </a:lnTo>
                  <a:lnTo>
                    <a:pt x="41007" y="57962"/>
                  </a:lnTo>
                  <a:lnTo>
                    <a:pt x="41956" y="57652"/>
                  </a:lnTo>
                  <a:lnTo>
                    <a:pt x="42920" y="57261"/>
                  </a:lnTo>
                  <a:lnTo>
                    <a:pt x="43896" y="56790"/>
                  </a:lnTo>
                  <a:lnTo>
                    <a:pt x="44886" y="56238"/>
                  </a:lnTo>
                  <a:lnTo>
                    <a:pt x="45890" y="55604"/>
                  </a:lnTo>
                  <a:lnTo>
                    <a:pt x="46907" y="54890"/>
                  </a:lnTo>
                  <a:lnTo>
                    <a:pt x="47937" y="54096"/>
                  </a:lnTo>
                  <a:lnTo>
                    <a:pt x="48981" y="53220"/>
                  </a:lnTo>
                  <a:lnTo>
                    <a:pt x="50039" y="52264"/>
                  </a:lnTo>
                  <a:lnTo>
                    <a:pt x="51110" y="51227"/>
                  </a:lnTo>
                  <a:lnTo>
                    <a:pt x="51590" y="50739"/>
                  </a:lnTo>
                  <a:lnTo>
                    <a:pt x="52056" y="50253"/>
                  </a:lnTo>
                  <a:lnTo>
                    <a:pt x="52506" y="49769"/>
                  </a:lnTo>
                  <a:lnTo>
                    <a:pt x="52941" y="49287"/>
                  </a:lnTo>
                  <a:lnTo>
                    <a:pt x="53362" y="48806"/>
                  </a:lnTo>
                  <a:lnTo>
                    <a:pt x="53767" y="48327"/>
                  </a:lnTo>
                  <a:lnTo>
                    <a:pt x="54156" y="47850"/>
                  </a:lnTo>
                  <a:lnTo>
                    <a:pt x="54531" y="47374"/>
                  </a:lnTo>
                  <a:lnTo>
                    <a:pt x="54890" y="46900"/>
                  </a:lnTo>
                  <a:lnTo>
                    <a:pt x="55235" y="46428"/>
                  </a:lnTo>
                  <a:lnTo>
                    <a:pt x="55569" y="45949"/>
                  </a:lnTo>
                  <a:lnTo>
                    <a:pt x="55883" y="45473"/>
                  </a:lnTo>
                  <a:lnTo>
                    <a:pt x="56176" y="44999"/>
                  </a:lnTo>
                  <a:lnTo>
                    <a:pt x="56447" y="44528"/>
                  </a:lnTo>
                  <a:lnTo>
                    <a:pt x="56698" y="44060"/>
                  </a:lnTo>
                  <a:lnTo>
                    <a:pt x="56927" y="43594"/>
                  </a:lnTo>
                  <a:lnTo>
                    <a:pt x="57135" y="43130"/>
                  </a:lnTo>
                  <a:lnTo>
                    <a:pt x="57323" y="42669"/>
                  </a:lnTo>
                  <a:lnTo>
                    <a:pt x="57489" y="42211"/>
                  </a:lnTo>
                  <a:lnTo>
                    <a:pt x="57634" y="41755"/>
                  </a:lnTo>
                  <a:lnTo>
                    <a:pt x="57749" y="41294"/>
                  </a:lnTo>
                  <a:lnTo>
                    <a:pt x="57840" y="40836"/>
                  </a:lnTo>
                  <a:lnTo>
                    <a:pt x="57907" y="40381"/>
                  </a:lnTo>
                  <a:lnTo>
                    <a:pt x="57951" y="39930"/>
                  </a:lnTo>
                  <a:lnTo>
                    <a:pt x="57971" y="39482"/>
                  </a:lnTo>
                  <a:lnTo>
                    <a:pt x="57968" y="39038"/>
                  </a:lnTo>
                  <a:lnTo>
                    <a:pt x="57941" y="38596"/>
                  </a:lnTo>
                  <a:lnTo>
                    <a:pt x="57890" y="38159"/>
                  </a:lnTo>
                  <a:lnTo>
                    <a:pt x="57816" y="37724"/>
                  </a:lnTo>
                  <a:lnTo>
                    <a:pt x="57718" y="37293"/>
                  </a:lnTo>
                  <a:lnTo>
                    <a:pt x="57594" y="36849"/>
                  </a:lnTo>
                  <a:lnTo>
                    <a:pt x="57441" y="36409"/>
                  </a:lnTo>
                  <a:lnTo>
                    <a:pt x="57257" y="35973"/>
                  </a:lnTo>
                  <a:lnTo>
                    <a:pt x="57045" y="35542"/>
                  </a:lnTo>
                  <a:lnTo>
                    <a:pt x="56803" y="35115"/>
                  </a:lnTo>
                  <a:lnTo>
                    <a:pt x="56531" y="34692"/>
                  </a:lnTo>
                  <a:lnTo>
                    <a:pt x="56230" y="34273"/>
                  </a:lnTo>
                  <a:lnTo>
                    <a:pt x="55900" y="33858"/>
                  </a:lnTo>
                  <a:lnTo>
                    <a:pt x="55540" y="33448"/>
                  </a:lnTo>
                  <a:lnTo>
                    <a:pt x="55151" y="33042"/>
                  </a:lnTo>
                  <a:lnTo>
                    <a:pt x="54736" y="32646"/>
                  </a:lnTo>
                  <a:lnTo>
                    <a:pt x="54317" y="32285"/>
                  </a:lnTo>
                  <a:lnTo>
                    <a:pt x="53894" y="31959"/>
                  </a:lnTo>
                  <a:lnTo>
                    <a:pt x="53467" y="31668"/>
                  </a:lnTo>
                  <a:lnTo>
                    <a:pt x="53035" y="31410"/>
                  </a:lnTo>
                  <a:lnTo>
                    <a:pt x="52600" y="31188"/>
                  </a:lnTo>
                  <a:lnTo>
                    <a:pt x="52160" y="30999"/>
                  </a:lnTo>
                  <a:lnTo>
                    <a:pt x="51716" y="30846"/>
                  </a:lnTo>
                  <a:lnTo>
                    <a:pt x="51267" y="30727"/>
                  </a:lnTo>
                  <a:lnTo>
                    <a:pt x="50815" y="30642"/>
                  </a:lnTo>
                  <a:lnTo>
                    <a:pt x="50349" y="30579"/>
                  </a:lnTo>
                  <a:lnTo>
                    <a:pt x="49877" y="30539"/>
                  </a:lnTo>
                  <a:lnTo>
                    <a:pt x="49399" y="30525"/>
                  </a:lnTo>
                  <a:lnTo>
                    <a:pt x="48916" y="30534"/>
                  </a:lnTo>
                  <a:lnTo>
                    <a:pt x="48426" y="30568"/>
                  </a:lnTo>
                  <a:lnTo>
                    <a:pt x="47930" y="30627"/>
                  </a:lnTo>
                  <a:lnTo>
                    <a:pt x="47429" y="30710"/>
                  </a:lnTo>
                  <a:lnTo>
                    <a:pt x="46922" y="30817"/>
                  </a:lnTo>
                  <a:lnTo>
                    <a:pt x="46409" y="30949"/>
                  </a:lnTo>
                  <a:lnTo>
                    <a:pt x="45890" y="31105"/>
                  </a:lnTo>
                  <a:lnTo>
                    <a:pt x="45363" y="31284"/>
                  </a:lnTo>
                  <a:lnTo>
                    <a:pt x="44826" y="31482"/>
                  </a:lnTo>
                  <a:lnTo>
                    <a:pt x="44278" y="31701"/>
                  </a:lnTo>
                  <a:lnTo>
                    <a:pt x="43721" y="31940"/>
                  </a:lnTo>
                  <a:lnTo>
                    <a:pt x="43154" y="32200"/>
                  </a:lnTo>
                  <a:lnTo>
                    <a:pt x="42576" y="32479"/>
                  </a:lnTo>
                  <a:lnTo>
                    <a:pt x="41988" y="32779"/>
                  </a:lnTo>
                  <a:lnTo>
                    <a:pt x="41391" y="33099"/>
                  </a:lnTo>
                  <a:lnTo>
                    <a:pt x="40783" y="33439"/>
                  </a:lnTo>
                  <a:lnTo>
                    <a:pt x="40165" y="33799"/>
                  </a:lnTo>
                  <a:lnTo>
                    <a:pt x="39535" y="34157"/>
                  </a:lnTo>
                  <a:lnTo>
                    <a:pt x="38894" y="34522"/>
                  </a:lnTo>
                  <a:lnTo>
                    <a:pt x="38239" y="34894"/>
                  </a:lnTo>
                  <a:lnTo>
                    <a:pt x="37572" y="35274"/>
                  </a:lnTo>
                  <a:lnTo>
                    <a:pt x="36892" y="35662"/>
                  </a:lnTo>
                  <a:lnTo>
                    <a:pt x="36199" y="36057"/>
                  </a:lnTo>
                  <a:lnTo>
                    <a:pt x="35494" y="36460"/>
                  </a:lnTo>
                  <a:lnTo>
                    <a:pt x="34777" y="36870"/>
                  </a:lnTo>
                  <a:lnTo>
                    <a:pt x="34046" y="37288"/>
                  </a:lnTo>
                  <a:lnTo>
                    <a:pt x="33303" y="37714"/>
                  </a:lnTo>
                  <a:lnTo>
                    <a:pt x="32612" y="38116"/>
                  </a:lnTo>
                  <a:lnTo>
                    <a:pt x="31918" y="38514"/>
                  </a:lnTo>
                  <a:lnTo>
                    <a:pt x="31221" y="38907"/>
                  </a:lnTo>
                  <a:lnTo>
                    <a:pt x="30522" y="39297"/>
                  </a:lnTo>
                  <a:lnTo>
                    <a:pt x="29820" y="39682"/>
                  </a:lnTo>
                  <a:lnTo>
                    <a:pt x="29116" y="40063"/>
                  </a:lnTo>
                  <a:lnTo>
                    <a:pt x="28409" y="40440"/>
                  </a:lnTo>
                  <a:lnTo>
                    <a:pt x="27700" y="40812"/>
                  </a:lnTo>
                  <a:lnTo>
                    <a:pt x="26988" y="41181"/>
                  </a:lnTo>
                  <a:lnTo>
                    <a:pt x="26273" y="41545"/>
                  </a:lnTo>
                  <a:lnTo>
                    <a:pt x="25557" y="41896"/>
                  </a:lnTo>
                  <a:lnTo>
                    <a:pt x="24841" y="42227"/>
                  </a:lnTo>
                  <a:lnTo>
                    <a:pt x="24123" y="42536"/>
                  </a:lnTo>
                  <a:lnTo>
                    <a:pt x="23404" y="42824"/>
                  </a:lnTo>
                  <a:lnTo>
                    <a:pt x="22685" y="43092"/>
                  </a:lnTo>
                  <a:lnTo>
                    <a:pt x="21965" y="43338"/>
                  </a:lnTo>
                  <a:lnTo>
                    <a:pt x="21244" y="43563"/>
                  </a:lnTo>
                  <a:lnTo>
                    <a:pt x="20522" y="43767"/>
                  </a:lnTo>
                  <a:lnTo>
                    <a:pt x="19799" y="43950"/>
                  </a:lnTo>
                  <a:lnTo>
                    <a:pt x="19075" y="44112"/>
                  </a:lnTo>
                  <a:lnTo>
                    <a:pt x="18352" y="44232"/>
                  </a:lnTo>
                  <a:lnTo>
                    <a:pt x="17632" y="44323"/>
                  </a:lnTo>
                  <a:lnTo>
                    <a:pt x="16915" y="44384"/>
                  </a:lnTo>
                  <a:lnTo>
                    <a:pt x="16199" y="44416"/>
                  </a:lnTo>
                  <a:lnTo>
                    <a:pt x="15487" y="44418"/>
                  </a:lnTo>
                  <a:lnTo>
                    <a:pt x="14777" y="44390"/>
                  </a:lnTo>
                  <a:lnTo>
                    <a:pt x="14069" y="44333"/>
                  </a:lnTo>
                  <a:lnTo>
                    <a:pt x="13364" y="44247"/>
                  </a:lnTo>
                  <a:lnTo>
                    <a:pt x="12661" y="44131"/>
                  </a:lnTo>
                  <a:lnTo>
                    <a:pt x="11961" y="43986"/>
                  </a:lnTo>
                  <a:lnTo>
                    <a:pt x="11265" y="43802"/>
                  </a:lnTo>
                  <a:lnTo>
                    <a:pt x="10574" y="43569"/>
                  </a:lnTo>
                  <a:lnTo>
                    <a:pt x="9888" y="43287"/>
                  </a:lnTo>
                  <a:lnTo>
                    <a:pt x="9207" y="42956"/>
                  </a:lnTo>
                  <a:lnTo>
                    <a:pt x="8530" y="42576"/>
                  </a:lnTo>
                  <a:lnTo>
                    <a:pt x="7859" y="42147"/>
                  </a:lnTo>
                  <a:lnTo>
                    <a:pt x="7194" y="41670"/>
                  </a:lnTo>
                  <a:lnTo>
                    <a:pt x="6533" y="41144"/>
                  </a:lnTo>
                  <a:lnTo>
                    <a:pt x="5877" y="40569"/>
                  </a:lnTo>
                  <a:lnTo>
                    <a:pt x="5226" y="39945"/>
                  </a:lnTo>
                  <a:lnTo>
                    <a:pt x="4054" y="38685"/>
                  </a:lnTo>
                  <a:lnTo>
                    <a:pt x="3030" y="37396"/>
                  </a:lnTo>
                  <a:lnTo>
                    <a:pt x="2155" y="36078"/>
                  </a:lnTo>
                  <a:lnTo>
                    <a:pt x="1427" y="34732"/>
                  </a:lnTo>
                  <a:lnTo>
                    <a:pt x="848" y="33357"/>
                  </a:lnTo>
                  <a:lnTo>
                    <a:pt x="417" y="31954"/>
                  </a:lnTo>
                  <a:lnTo>
                    <a:pt x="134" y="30522"/>
                  </a:lnTo>
                  <a:lnTo>
                    <a:pt x="0" y="29061"/>
                  </a:lnTo>
                  <a:lnTo>
                    <a:pt x="13" y="27572"/>
                  </a:lnTo>
                  <a:lnTo>
                    <a:pt x="175" y="26054"/>
                  </a:lnTo>
                  <a:lnTo>
                    <a:pt x="484" y="24497"/>
                  </a:lnTo>
                  <a:lnTo>
                    <a:pt x="939" y="22925"/>
                  </a:lnTo>
                  <a:lnTo>
                    <a:pt x="1541" y="21338"/>
                  </a:lnTo>
                  <a:lnTo>
                    <a:pt x="2289" y="19736"/>
                  </a:lnTo>
                  <a:lnTo>
                    <a:pt x="3184" y="18119"/>
                  </a:lnTo>
                  <a:lnTo>
                    <a:pt x="4226" y="16486"/>
                  </a:lnTo>
                  <a:lnTo>
                    <a:pt x="5414" y="14839"/>
                  </a:lnTo>
                  <a:lnTo>
                    <a:pt x="6748" y="13176"/>
                  </a:lnTo>
                  <a:lnTo>
                    <a:pt x="8229" y="11498"/>
                  </a:lnTo>
                  <a:lnTo>
                    <a:pt x="9856" y="9805"/>
                  </a:lnTo>
                  <a:lnTo>
                    <a:pt x="11359" y="8356"/>
                  </a:lnTo>
                  <a:lnTo>
                    <a:pt x="12852" y="7022"/>
                  </a:lnTo>
                  <a:lnTo>
                    <a:pt x="14336" y="5803"/>
                  </a:lnTo>
                  <a:lnTo>
                    <a:pt x="15810" y="4700"/>
                  </a:lnTo>
                  <a:lnTo>
                    <a:pt x="17276" y="3712"/>
                  </a:lnTo>
                  <a:lnTo>
                    <a:pt x="18732" y="2839"/>
                  </a:lnTo>
                  <a:lnTo>
                    <a:pt x="20179" y="2082"/>
                  </a:lnTo>
                  <a:lnTo>
                    <a:pt x="21616" y="1440"/>
                  </a:lnTo>
                  <a:lnTo>
                    <a:pt x="23044" y="913"/>
                  </a:lnTo>
                  <a:lnTo>
                    <a:pt x="24463" y="502"/>
                  </a:lnTo>
                  <a:lnTo>
                    <a:pt x="25885" y="205"/>
                  </a:lnTo>
                  <a:lnTo>
                    <a:pt x="27306" y="37"/>
                  </a:lnTo>
                  <a:lnTo>
                    <a:pt x="28724" y="0"/>
                  </a:lnTo>
                  <a:lnTo>
                    <a:pt x="30141" y="91"/>
                  </a:lnTo>
                  <a:lnTo>
                    <a:pt x="31556" y="313"/>
                  </a:lnTo>
                  <a:lnTo>
                    <a:pt x="32970" y="664"/>
                  </a:lnTo>
                  <a:lnTo>
                    <a:pt x="34382" y="1144"/>
                  </a:lnTo>
                  <a:lnTo>
                    <a:pt x="35792" y="1755"/>
                  </a:lnTo>
                  <a:lnTo>
                    <a:pt x="37200" y="2495"/>
                  </a:lnTo>
                  <a:lnTo>
                    <a:pt x="38607" y="3365"/>
                  </a:lnTo>
                  <a:lnTo>
                    <a:pt x="32630" y="11026"/>
                  </a:lnTo>
                  <a:lnTo>
                    <a:pt x="32200" y="10760"/>
                  </a:lnTo>
                  <a:lnTo>
                    <a:pt x="31769" y="10519"/>
                  </a:lnTo>
                  <a:lnTo>
                    <a:pt x="31338" y="10302"/>
                  </a:lnTo>
                  <a:lnTo>
                    <a:pt x="30906" y="10110"/>
                  </a:lnTo>
                  <a:lnTo>
                    <a:pt x="30472" y="9942"/>
                  </a:lnTo>
                  <a:lnTo>
                    <a:pt x="30038" y="9798"/>
                  </a:lnTo>
                  <a:lnTo>
                    <a:pt x="29604" y="9679"/>
                  </a:lnTo>
                  <a:lnTo>
                    <a:pt x="29168" y="9585"/>
                  </a:lnTo>
                  <a:lnTo>
                    <a:pt x="28731" y="9514"/>
                  </a:lnTo>
                  <a:lnTo>
                    <a:pt x="28294" y="9468"/>
                  </a:lnTo>
                  <a:lnTo>
                    <a:pt x="27849" y="9436"/>
                  </a:lnTo>
                  <a:lnTo>
                    <a:pt x="27405" y="9421"/>
                  </a:lnTo>
                  <a:lnTo>
                    <a:pt x="26963" y="9425"/>
                  </a:lnTo>
                  <a:lnTo>
                    <a:pt x="26523" y="9448"/>
                  </a:lnTo>
                  <a:lnTo>
                    <a:pt x="26084" y="9489"/>
                  </a:lnTo>
                  <a:lnTo>
                    <a:pt x="25647" y="9549"/>
                  </a:lnTo>
                  <a:lnTo>
                    <a:pt x="25212" y="9627"/>
                  </a:lnTo>
                  <a:lnTo>
                    <a:pt x="24778" y="9724"/>
                  </a:lnTo>
                  <a:lnTo>
                    <a:pt x="24346" y="9840"/>
                  </a:lnTo>
                  <a:lnTo>
                    <a:pt x="23916" y="9973"/>
                  </a:lnTo>
                  <a:lnTo>
                    <a:pt x="23479" y="10117"/>
                  </a:lnTo>
                  <a:lnTo>
                    <a:pt x="23044" y="10277"/>
                  </a:lnTo>
                  <a:lnTo>
                    <a:pt x="22610" y="10453"/>
                  </a:lnTo>
                  <a:lnTo>
                    <a:pt x="22178" y="10647"/>
                  </a:lnTo>
                  <a:lnTo>
                    <a:pt x="21748" y="10857"/>
                  </a:lnTo>
                  <a:lnTo>
                    <a:pt x="21320" y="11085"/>
                  </a:lnTo>
                  <a:lnTo>
                    <a:pt x="20893" y="11329"/>
                  </a:lnTo>
                  <a:lnTo>
                    <a:pt x="20468" y="11590"/>
                  </a:lnTo>
                  <a:lnTo>
                    <a:pt x="20044" y="11868"/>
                  </a:lnTo>
                  <a:lnTo>
                    <a:pt x="19622" y="12162"/>
                  </a:lnTo>
                  <a:lnTo>
                    <a:pt x="19203" y="12454"/>
                  </a:lnTo>
                  <a:lnTo>
                    <a:pt x="18787" y="12755"/>
                  </a:lnTo>
                  <a:lnTo>
                    <a:pt x="18375" y="13067"/>
                  </a:lnTo>
                  <a:lnTo>
                    <a:pt x="17966" y="13388"/>
                  </a:lnTo>
                  <a:lnTo>
                    <a:pt x="17560" y="13720"/>
                  </a:lnTo>
                  <a:lnTo>
                    <a:pt x="17157" y="14062"/>
                  </a:lnTo>
                  <a:lnTo>
                    <a:pt x="16758" y="14414"/>
                  </a:lnTo>
                  <a:lnTo>
                    <a:pt x="16363" y="14776"/>
                  </a:lnTo>
                  <a:lnTo>
                    <a:pt x="15970" y="15148"/>
                  </a:lnTo>
                  <a:lnTo>
                    <a:pt x="15581" y="15530"/>
                  </a:lnTo>
                  <a:lnTo>
                    <a:pt x="14597" y="16546"/>
                  </a:lnTo>
                  <a:lnTo>
                    <a:pt x="13697" y="17539"/>
                  </a:lnTo>
                  <a:lnTo>
                    <a:pt x="12883" y="18509"/>
                  </a:lnTo>
                  <a:lnTo>
                    <a:pt x="12153" y="19457"/>
                  </a:lnTo>
                  <a:lnTo>
                    <a:pt x="11509" y="20381"/>
                  </a:lnTo>
                  <a:lnTo>
                    <a:pt x="10949" y="21284"/>
                  </a:lnTo>
                  <a:lnTo>
                    <a:pt x="10475" y="22163"/>
                  </a:lnTo>
                  <a:lnTo>
                    <a:pt x="10085" y="23020"/>
                  </a:lnTo>
                  <a:lnTo>
                    <a:pt x="9781" y="23853"/>
                  </a:lnTo>
                  <a:lnTo>
                    <a:pt x="9562" y="24665"/>
                  </a:lnTo>
                  <a:lnTo>
                    <a:pt x="9425" y="25456"/>
                  </a:lnTo>
                  <a:lnTo>
                    <a:pt x="9370" y="26231"/>
                  </a:lnTo>
                  <a:lnTo>
                    <a:pt x="9395" y="26988"/>
                  </a:lnTo>
                  <a:lnTo>
                    <a:pt x="9501" y="27729"/>
                  </a:lnTo>
                  <a:lnTo>
                    <a:pt x="9688" y="28453"/>
                  </a:lnTo>
                  <a:lnTo>
                    <a:pt x="9956" y="29160"/>
                  </a:lnTo>
                  <a:lnTo>
                    <a:pt x="10304" y="29851"/>
                  </a:lnTo>
                  <a:lnTo>
                    <a:pt x="10734" y="30524"/>
                  </a:lnTo>
                  <a:lnTo>
                    <a:pt x="11244" y="31181"/>
                  </a:lnTo>
                  <a:lnTo>
                    <a:pt x="11835" y="31821"/>
                  </a:lnTo>
                  <a:lnTo>
                    <a:pt x="12208" y="32176"/>
                  </a:lnTo>
                  <a:lnTo>
                    <a:pt x="12586" y="32501"/>
                  </a:lnTo>
                  <a:lnTo>
                    <a:pt x="12969" y="32796"/>
                  </a:lnTo>
                  <a:lnTo>
                    <a:pt x="13357" y="33060"/>
                  </a:lnTo>
                  <a:lnTo>
                    <a:pt x="13750" y="33294"/>
                  </a:lnTo>
                  <a:lnTo>
                    <a:pt x="14148" y="33498"/>
                  </a:lnTo>
                  <a:lnTo>
                    <a:pt x="14552" y="33671"/>
                  </a:lnTo>
                  <a:lnTo>
                    <a:pt x="14960" y="33814"/>
                  </a:lnTo>
                  <a:lnTo>
                    <a:pt x="15373" y="33927"/>
                  </a:lnTo>
                  <a:lnTo>
                    <a:pt x="15792" y="34010"/>
                  </a:lnTo>
                  <a:lnTo>
                    <a:pt x="16216" y="34050"/>
                  </a:lnTo>
                  <a:lnTo>
                    <a:pt x="16647" y="34070"/>
                  </a:lnTo>
                  <a:lnTo>
                    <a:pt x="17085" y="34070"/>
                  </a:lnTo>
                  <a:lnTo>
                    <a:pt x="17530" y="34050"/>
                  </a:lnTo>
                  <a:lnTo>
                    <a:pt x="17981" y="34010"/>
                  </a:lnTo>
                  <a:lnTo>
                    <a:pt x="18439" y="33949"/>
                  </a:lnTo>
                  <a:lnTo>
                    <a:pt x="18904" y="33868"/>
                  </a:lnTo>
                  <a:lnTo>
                    <a:pt x="19375" y="33767"/>
                  </a:lnTo>
                  <a:lnTo>
                    <a:pt x="19853" y="33646"/>
                  </a:lnTo>
                  <a:lnTo>
                    <a:pt x="20338" y="33505"/>
                  </a:lnTo>
                  <a:lnTo>
                    <a:pt x="20831" y="33328"/>
                  </a:lnTo>
                  <a:lnTo>
                    <a:pt x="21333" y="33136"/>
                  </a:lnTo>
                  <a:lnTo>
                    <a:pt x="21845" y="32927"/>
                  </a:lnTo>
                  <a:lnTo>
                    <a:pt x="22365" y="32703"/>
                  </a:lnTo>
                  <a:lnTo>
                    <a:pt x="22895" y="32463"/>
                  </a:lnTo>
                  <a:lnTo>
                    <a:pt x="23435" y="32206"/>
                  </a:lnTo>
                  <a:lnTo>
                    <a:pt x="23983" y="31934"/>
                  </a:lnTo>
                  <a:lnTo>
                    <a:pt x="24541" y="31646"/>
                  </a:lnTo>
                  <a:lnTo>
                    <a:pt x="25108" y="31341"/>
                  </a:lnTo>
                  <a:lnTo>
                    <a:pt x="25684" y="31021"/>
                  </a:lnTo>
                  <a:lnTo>
                    <a:pt x="26262" y="30680"/>
                  </a:lnTo>
                  <a:lnTo>
                    <a:pt x="26851" y="30332"/>
                  </a:lnTo>
                  <a:lnTo>
                    <a:pt x="27451" y="29977"/>
                  </a:lnTo>
                  <a:lnTo>
                    <a:pt x="28062" y="29613"/>
                  </a:lnTo>
                  <a:lnTo>
                    <a:pt x="28683" y="29242"/>
                  </a:lnTo>
                  <a:lnTo>
                    <a:pt x="29316" y="28864"/>
                  </a:lnTo>
                  <a:lnTo>
                    <a:pt x="29960" y="28478"/>
                  </a:lnTo>
                  <a:lnTo>
                    <a:pt x="30614" y="28084"/>
                  </a:lnTo>
                  <a:lnTo>
                    <a:pt x="31280" y="27683"/>
                  </a:lnTo>
                  <a:lnTo>
                    <a:pt x="31956" y="27275"/>
                  </a:lnTo>
                  <a:lnTo>
                    <a:pt x="32413" y="27005"/>
                  </a:lnTo>
                  <a:lnTo>
                    <a:pt x="32872" y="26736"/>
                  </a:lnTo>
                  <a:lnTo>
                    <a:pt x="33335" y="26466"/>
                  </a:lnTo>
                  <a:lnTo>
                    <a:pt x="33802" y="26197"/>
                  </a:lnTo>
                  <a:lnTo>
                    <a:pt x="34272" y="25927"/>
                  </a:lnTo>
                  <a:lnTo>
                    <a:pt x="34745" y="25658"/>
                  </a:lnTo>
                  <a:lnTo>
                    <a:pt x="35221" y="25389"/>
                  </a:lnTo>
                  <a:lnTo>
                    <a:pt x="35701" y="25119"/>
                  </a:lnTo>
                  <a:lnTo>
                    <a:pt x="36184" y="24850"/>
                  </a:lnTo>
                  <a:lnTo>
                    <a:pt x="36671" y="24580"/>
                  </a:lnTo>
                  <a:lnTo>
                    <a:pt x="37152" y="24306"/>
                  </a:lnTo>
                  <a:lnTo>
                    <a:pt x="37636" y="24040"/>
                  </a:lnTo>
                  <a:lnTo>
                    <a:pt x="38122" y="23781"/>
                  </a:lnTo>
                  <a:lnTo>
                    <a:pt x="38611" y="23530"/>
                  </a:lnTo>
                  <a:lnTo>
                    <a:pt x="39102" y="23286"/>
                  </a:lnTo>
                  <a:lnTo>
                    <a:pt x="39596" y="23050"/>
                  </a:lnTo>
                  <a:lnTo>
                    <a:pt x="40092" y="22821"/>
                  </a:lnTo>
                  <a:lnTo>
                    <a:pt x="40591" y="22600"/>
                  </a:lnTo>
                  <a:lnTo>
                    <a:pt x="41092" y="22387"/>
                  </a:lnTo>
                  <a:lnTo>
                    <a:pt x="41596" y="22181"/>
                  </a:lnTo>
                  <a:lnTo>
                    <a:pt x="42102" y="21968"/>
                  </a:lnTo>
                  <a:lnTo>
                    <a:pt x="42608" y="21765"/>
                  </a:lnTo>
                  <a:lnTo>
                    <a:pt x="43115" y="21574"/>
                  </a:lnTo>
                  <a:lnTo>
                    <a:pt x="43623" y="21393"/>
                  </a:lnTo>
                  <a:lnTo>
                    <a:pt x="44132" y="21223"/>
                  </a:lnTo>
                  <a:lnTo>
                    <a:pt x="44642" y="21065"/>
                  </a:lnTo>
                  <a:lnTo>
                    <a:pt x="45153" y="20917"/>
                  </a:lnTo>
                  <a:lnTo>
                    <a:pt x="45664" y="20780"/>
                  </a:lnTo>
                  <a:lnTo>
                    <a:pt x="46176" y="20654"/>
                  </a:lnTo>
                  <a:lnTo>
                    <a:pt x="46690" y="20539"/>
                  </a:lnTo>
                  <a:lnTo>
                    <a:pt x="47203" y="20421"/>
                  </a:lnTo>
                  <a:lnTo>
                    <a:pt x="47717" y="20320"/>
                  </a:lnTo>
                  <a:lnTo>
                    <a:pt x="48230" y="20236"/>
                  </a:lnTo>
                  <a:lnTo>
                    <a:pt x="48744" y="20169"/>
                  </a:lnTo>
                  <a:lnTo>
                    <a:pt x="49257" y="20118"/>
                  </a:lnTo>
                  <a:lnTo>
                    <a:pt x="49771" y="20085"/>
                  </a:lnTo>
                  <a:lnTo>
                    <a:pt x="50284" y="20068"/>
                  </a:lnTo>
                  <a:lnTo>
                    <a:pt x="50798" y="20068"/>
                  </a:lnTo>
                  <a:lnTo>
                    <a:pt x="51312" y="20085"/>
                  </a:lnTo>
                  <a:lnTo>
                    <a:pt x="51825" y="20118"/>
                  </a:lnTo>
                  <a:lnTo>
                    <a:pt x="52338" y="20170"/>
                  </a:lnTo>
                  <a:lnTo>
                    <a:pt x="52851" y="20241"/>
                  </a:lnTo>
                  <a:lnTo>
                    <a:pt x="53362" y="20332"/>
                  </a:lnTo>
                  <a:lnTo>
                    <a:pt x="53873" y="20442"/>
                  </a:lnTo>
                  <a:lnTo>
                    <a:pt x="54382" y="20571"/>
                  </a:lnTo>
                  <a:lnTo>
                    <a:pt x="54891" y="20719"/>
                  </a:lnTo>
                  <a:lnTo>
                    <a:pt x="55399" y="20887"/>
                  </a:lnTo>
                  <a:lnTo>
                    <a:pt x="55907" y="21075"/>
                  </a:lnTo>
                  <a:lnTo>
                    <a:pt x="56413" y="21281"/>
                  </a:lnTo>
                  <a:lnTo>
                    <a:pt x="56919" y="21507"/>
                  </a:lnTo>
                  <a:lnTo>
                    <a:pt x="57431" y="21748"/>
                  </a:lnTo>
                  <a:lnTo>
                    <a:pt x="57941" y="22014"/>
                  </a:lnTo>
                  <a:lnTo>
                    <a:pt x="58448" y="22307"/>
                  </a:lnTo>
                  <a:lnTo>
                    <a:pt x="58953" y="22626"/>
                  </a:lnTo>
                  <a:lnTo>
                    <a:pt x="59455" y="22970"/>
                  </a:lnTo>
                  <a:lnTo>
                    <a:pt x="59954" y="23341"/>
                  </a:lnTo>
                  <a:lnTo>
                    <a:pt x="60452" y="23738"/>
                  </a:lnTo>
                  <a:lnTo>
                    <a:pt x="60946" y="24161"/>
                  </a:lnTo>
                  <a:lnTo>
                    <a:pt x="61438" y="2461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h100"/>
            <p:cNvSpPr/>
            <p:nvPr/>
          </p:nvSpPr>
          <p:spPr>
            <a:xfrm>
              <a:off x="1208649" y="6094177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h101"/>
            <p:cNvSpPr/>
            <p:nvPr/>
          </p:nvSpPr>
          <p:spPr>
            <a:xfrm>
              <a:off x="1255669" y="6043579"/>
              <a:ext cx="85115" cy="82043"/>
            </a:xfrm>
            <a:custGeom>
              <a:avLst/>
              <a:pathLst>
                <a:path w="85115" h="82043">
                  <a:moveTo>
                    <a:pt x="47946" y="82043"/>
                  </a:moveTo>
                  <a:lnTo>
                    <a:pt x="41505" y="75602"/>
                  </a:lnTo>
                  <a:lnTo>
                    <a:pt x="56617" y="60490"/>
                  </a:lnTo>
                  <a:lnTo>
                    <a:pt x="10986" y="14859"/>
                  </a:lnTo>
                  <a:lnTo>
                    <a:pt x="7156" y="37801"/>
                  </a:lnTo>
                  <a:lnTo>
                    <a:pt x="0" y="30645"/>
                  </a:lnTo>
                  <a:lnTo>
                    <a:pt x="4377" y="6987"/>
                  </a:lnTo>
                  <a:lnTo>
                    <a:pt x="11365" y="0"/>
                  </a:lnTo>
                  <a:lnTo>
                    <a:pt x="64236" y="52871"/>
                  </a:lnTo>
                  <a:lnTo>
                    <a:pt x="78675" y="38432"/>
                  </a:lnTo>
                  <a:lnTo>
                    <a:pt x="85115" y="44873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h102"/>
            <p:cNvSpPr/>
            <p:nvPr/>
          </p:nvSpPr>
          <p:spPr>
            <a:xfrm>
              <a:off x="1300254" y="5991597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h103"/>
            <p:cNvSpPr/>
            <p:nvPr/>
          </p:nvSpPr>
          <p:spPr>
            <a:xfrm>
              <a:off x="2069033" y="6398481"/>
              <a:ext cx="85073" cy="92272"/>
            </a:xfrm>
            <a:custGeom>
              <a:avLst/>
              <a:pathLst>
                <a:path w="85073" h="92272">
                  <a:moveTo>
                    <a:pt x="0" y="42515"/>
                  </a:moveTo>
                  <a:lnTo>
                    <a:pt x="8082" y="34433"/>
                  </a:lnTo>
                  <a:lnTo>
                    <a:pt x="46809" y="52534"/>
                  </a:lnTo>
                  <a:lnTo>
                    <a:pt x="47059" y="52663"/>
                  </a:lnTo>
                  <a:lnTo>
                    <a:pt x="47319" y="52798"/>
                  </a:lnTo>
                  <a:lnTo>
                    <a:pt x="47591" y="52939"/>
                  </a:lnTo>
                  <a:lnTo>
                    <a:pt x="47873" y="53086"/>
                  </a:lnTo>
                  <a:lnTo>
                    <a:pt x="48167" y="53239"/>
                  </a:lnTo>
                  <a:lnTo>
                    <a:pt x="48471" y="53398"/>
                  </a:lnTo>
                  <a:lnTo>
                    <a:pt x="48786" y="53562"/>
                  </a:lnTo>
                  <a:lnTo>
                    <a:pt x="49113" y="53733"/>
                  </a:lnTo>
                  <a:lnTo>
                    <a:pt x="49450" y="53909"/>
                  </a:lnTo>
                  <a:lnTo>
                    <a:pt x="49798" y="54092"/>
                  </a:lnTo>
                  <a:lnTo>
                    <a:pt x="50152" y="54262"/>
                  </a:lnTo>
                  <a:lnTo>
                    <a:pt x="50508" y="54435"/>
                  </a:lnTo>
                  <a:lnTo>
                    <a:pt x="50866" y="54612"/>
                  </a:lnTo>
                  <a:lnTo>
                    <a:pt x="51226" y="54792"/>
                  </a:lnTo>
                  <a:lnTo>
                    <a:pt x="51587" y="54976"/>
                  </a:lnTo>
                  <a:lnTo>
                    <a:pt x="51950" y="55162"/>
                  </a:lnTo>
                  <a:lnTo>
                    <a:pt x="52314" y="55353"/>
                  </a:lnTo>
                  <a:lnTo>
                    <a:pt x="52680" y="55546"/>
                  </a:lnTo>
                  <a:lnTo>
                    <a:pt x="53048" y="55743"/>
                  </a:lnTo>
                  <a:lnTo>
                    <a:pt x="53418" y="55944"/>
                  </a:lnTo>
                  <a:lnTo>
                    <a:pt x="53779" y="56138"/>
                  </a:lnTo>
                  <a:lnTo>
                    <a:pt x="54137" y="56333"/>
                  </a:lnTo>
                  <a:lnTo>
                    <a:pt x="54493" y="56528"/>
                  </a:lnTo>
                  <a:lnTo>
                    <a:pt x="54846" y="56725"/>
                  </a:lnTo>
                  <a:lnTo>
                    <a:pt x="55197" y="56922"/>
                  </a:lnTo>
                  <a:lnTo>
                    <a:pt x="55545" y="57121"/>
                  </a:lnTo>
                  <a:lnTo>
                    <a:pt x="55890" y="57320"/>
                  </a:lnTo>
                  <a:lnTo>
                    <a:pt x="56233" y="57520"/>
                  </a:lnTo>
                  <a:lnTo>
                    <a:pt x="56574" y="57721"/>
                  </a:lnTo>
                  <a:lnTo>
                    <a:pt x="56912" y="57922"/>
                  </a:lnTo>
                  <a:lnTo>
                    <a:pt x="57243" y="58106"/>
                  </a:lnTo>
                  <a:lnTo>
                    <a:pt x="57562" y="58286"/>
                  </a:lnTo>
                  <a:lnTo>
                    <a:pt x="57869" y="58463"/>
                  </a:lnTo>
                  <a:lnTo>
                    <a:pt x="58165" y="58636"/>
                  </a:lnTo>
                  <a:lnTo>
                    <a:pt x="58448" y="58806"/>
                  </a:lnTo>
                  <a:lnTo>
                    <a:pt x="58720" y="58973"/>
                  </a:lnTo>
                  <a:lnTo>
                    <a:pt x="58980" y="59136"/>
                  </a:lnTo>
                  <a:lnTo>
                    <a:pt x="59229" y="59296"/>
                  </a:lnTo>
                  <a:lnTo>
                    <a:pt x="59465" y="59453"/>
                  </a:lnTo>
                  <a:lnTo>
                    <a:pt x="59690" y="59606"/>
                  </a:lnTo>
                  <a:lnTo>
                    <a:pt x="59553" y="59381"/>
                  </a:lnTo>
                  <a:lnTo>
                    <a:pt x="59411" y="59145"/>
                  </a:lnTo>
                  <a:lnTo>
                    <a:pt x="59263" y="58896"/>
                  </a:lnTo>
                  <a:lnTo>
                    <a:pt x="59111" y="58636"/>
                  </a:lnTo>
                  <a:lnTo>
                    <a:pt x="58953" y="58364"/>
                  </a:lnTo>
                  <a:lnTo>
                    <a:pt x="58791" y="58080"/>
                  </a:lnTo>
                  <a:lnTo>
                    <a:pt x="58623" y="57785"/>
                  </a:lnTo>
                  <a:lnTo>
                    <a:pt x="58451" y="57478"/>
                  </a:lnTo>
                  <a:lnTo>
                    <a:pt x="58273" y="57159"/>
                  </a:lnTo>
                  <a:lnTo>
                    <a:pt x="58091" y="56828"/>
                  </a:lnTo>
                  <a:lnTo>
                    <a:pt x="57905" y="56490"/>
                  </a:lnTo>
                  <a:lnTo>
                    <a:pt x="57718" y="56149"/>
                  </a:lnTo>
                  <a:lnTo>
                    <a:pt x="57531" y="55806"/>
                  </a:lnTo>
                  <a:lnTo>
                    <a:pt x="57343" y="55460"/>
                  </a:lnTo>
                  <a:lnTo>
                    <a:pt x="57154" y="55112"/>
                  </a:lnTo>
                  <a:lnTo>
                    <a:pt x="56964" y="54762"/>
                  </a:lnTo>
                  <a:lnTo>
                    <a:pt x="56773" y="54408"/>
                  </a:lnTo>
                  <a:lnTo>
                    <a:pt x="56582" y="54053"/>
                  </a:lnTo>
                  <a:lnTo>
                    <a:pt x="56389" y="53695"/>
                  </a:lnTo>
                  <a:lnTo>
                    <a:pt x="56196" y="53334"/>
                  </a:lnTo>
                  <a:lnTo>
                    <a:pt x="56004" y="52956"/>
                  </a:lnTo>
                  <a:lnTo>
                    <a:pt x="55814" y="52581"/>
                  </a:lnTo>
                  <a:lnTo>
                    <a:pt x="55627" y="52209"/>
                  </a:lnTo>
                  <a:lnTo>
                    <a:pt x="55442" y="51839"/>
                  </a:lnTo>
                  <a:lnTo>
                    <a:pt x="55260" y="51471"/>
                  </a:lnTo>
                  <a:lnTo>
                    <a:pt x="55080" y="51106"/>
                  </a:lnTo>
                  <a:lnTo>
                    <a:pt x="54903" y="50744"/>
                  </a:lnTo>
                  <a:lnTo>
                    <a:pt x="54728" y="50384"/>
                  </a:lnTo>
                  <a:lnTo>
                    <a:pt x="54556" y="50026"/>
                  </a:lnTo>
                  <a:lnTo>
                    <a:pt x="54386" y="49672"/>
                  </a:lnTo>
                  <a:lnTo>
                    <a:pt x="54212" y="49315"/>
                  </a:lnTo>
                  <a:lnTo>
                    <a:pt x="54044" y="48969"/>
                  </a:lnTo>
                  <a:lnTo>
                    <a:pt x="53882" y="48635"/>
                  </a:lnTo>
                  <a:lnTo>
                    <a:pt x="53726" y="48311"/>
                  </a:lnTo>
                  <a:lnTo>
                    <a:pt x="53576" y="47998"/>
                  </a:lnTo>
                  <a:lnTo>
                    <a:pt x="53431" y="47696"/>
                  </a:lnTo>
                  <a:lnTo>
                    <a:pt x="53293" y="47406"/>
                  </a:lnTo>
                  <a:lnTo>
                    <a:pt x="53160" y="47126"/>
                  </a:lnTo>
                  <a:lnTo>
                    <a:pt x="53034" y="46857"/>
                  </a:lnTo>
                  <a:lnTo>
                    <a:pt x="52913" y="46599"/>
                  </a:lnTo>
                  <a:lnTo>
                    <a:pt x="34475" y="8040"/>
                  </a:lnTo>
                  <a:lnTo>
                    <a:pt x="42515" y="0"/>
                  </a:lnTo>
                  <a:lnTo>
                    <a:pt x="69414" y="59732"/>
                  </a:lnTo>
                  <a:lnTo>
                    <a:pt x="69654" y="60258"/>
                  </a:lnTo>
                  <a:lnTo>
                    <a:pt x="69904" y="60791"/>
                  </a:lnTo>
                  <a:lnTo>
                    <a:pt x="70163" y="61332"/>
                  </a:lnTo>
                  <a:lnTo>
                    <a:pt x="70431" y="61881"/>
                  </a:lnTo>
                  <a:lnTo>
                    <a:pt x="70708" y="62437"/>
                  </a:lnTo>
                  <a:lnTo>
                    <a:pt x="70995" y="63000"/>
                  </a:lnTo>
                  <a:lnTo>
                    <a:pt x="71291" y="63572"/>
                  </a:lnTo>
                  <a:lnTo>
                    <a:pt x="71596" y="64151"/>
                  </a:lnTo>
                  <a:lnTo>
                    <a:pt x="71911" y="64737"/>
                  </a:lnTo>
                  <a:lnTo>
                    <a:pt x="72234" y="65331"/>
                  </a:lnTo>
                  <a:lnTo>
                    <a:pt x="72583" y="65931"/>
                  </a:lnTo>
                  <a:lnTo>
                    <a:pt x="72937" y="66535"/>
                  </a:lnTo>
                  <a:lnTo>
                    <a:pt x="73296" y="67143"/>
                  </a:lnTo>
                  <a:lnTo>
                    <a:pt x="73662" y="67756"/>
                  </a:lnTo>
                  <a:lnTo>
                    <a:pt x="74034" y="68372"/>
                  </a:lnTo>
                  <a:lnTo>
                    <a:pt x="74412" y="68993"/>
                  </a:lnTo>
                  <a:lnTo>
                    <a:pt x="74795" y="69618"/>
                  </a:lnTo>
                  <a:lnTo>
                    <a:pt x="75184" y="70248"/>
                  </a:lnTo>
                  <a:lnTo>
                    <a:pt x="75580" y="70881"/>
                  </a:lnTo>
                  <a:lnTo>
                    <a:pt x="75981" y="71519"/>
                  </a:lnTo>
                  <a:lnTo>
                    <a:pt x="76396" y="72152"/>
                  </a:lnTo>
                  <a:lnTo>
                    <a:pt x="76814" y="72787"/>
                  </a:lnTo>
                  <a:lnTo>
                    <a:pt x="77237" y="73424"/>
                  </a:lnTo>
                  <a:lnTo>
                    <a:pt x="77665" y="74065"/>
                  </a:lnTo>
                  <a:lnTo>
                    <a:pt x="78096" y="74708"/>
                  </a:lnTo>
                  <a:lnTo>
                    <a:pt x="78532" y="75353"/>
                  </a:lnTo>
                  <a:lnTo>
                    <a:pt x="78972" y="76001"/>
                  </a:lnTo>
                  <a:lnTo>
                    <a:pt x="79416" y="76651"/>
                  </a:lnTo>
                  <a:lnTo>
                    <a:pt x="79864" y="77304"/>
                  </a:lnTo>
                  <a:lnTo>
                    <a:pt x="80317" y="77959"/>
                  </a:lnTo>
                  <a:lnTo>
                    <a:pt x="80781" y="78606"/>
                  </a:lnTo>
                  <a:lnTo>
                    <a:pt x="81248" y="79247"/>
                  </a:lnTo>
                  <a:lnTo>
                    <a:pt x="81717" y="79885"/>
                  </a:lnTo>
                  <a:lnTo>
                    <a:pt x="82189" y="80519"/>
                  </a:lnTo>
                  <a:lnTo>
                    <a:pt x="82663" y="81148"/>
                  </a:lnTo>
                  <a:lnTo>
                    <a:pt x="83140" y="81773"/>
                  </a:lnTo>
                  <a:lnTo>
                    <a:pt x="83620" y="82394"/>
                  </a:lnTo>
                  <a:lnTo>
                    <a:pt x="84102" y="83011"/>
                  </a:lnTo>
                  <a:lnTo>
                    <a:pt x="84586" y="83623"/>
                  </a:lnTo>
                  <a:lnTo>
                    <a:pt x="85073" y="84231"/>
                  </a:lnTo>
                  <a:lnTo>
                    <a:pt x="77033" y="92272"/>
                  </a:lnTo>
                  <a:lnTo>
                    <a:pt x="76087" y="91033"/>
                  </a:lnTo>
                  <a:lnTo>
                    <a:pt x="75166" y="89808"/>
                  </a:lnTo>
                  <a:lnTo>
                    <a:pt x="74271" y="88598"/>
                  </a:lnTo>
                  <a:lnTo>
                    <a:pt x="73403" y="87402"/>
                  </a:lnTo>
                  <a:lnTo>
                    <a:pt x="72561" y="86220"/>
                  </a:lnTo>
                  <a:lnTo>
                    <a:pt x="71744" y="85053"/>
                  </a:lnTo>
                  <a:lnTo>
                    <a:pt x="70954" y="83900"/>
                  </a:lnTo>
                  <a:lnTo>
                    <a:pt x="70190" y="82762"/>
                  </a:lnTo>
                  <a:lnTo>
                    <a:pt x="69452" y="81637"/>
                  </a:lnTo>
                  <a:lnTo>
                    <a:pt x="68741" y="80527"/>
                  </a:lnTo>
                  <a:lnTo>
                    <a:pt x="68057" y="79439"/>
                  </a:lnTo>
                  <a:lnTo>
                    <a:pt x="67385" y="78363"/>
                  </a:lnTo>
                  <a:lnTo>
                    <a:pt x="66726" y="77301"/>
                  </a:lnTo>
                  <a:lnTo>
                    <a:pt x="66080" y="76250"/>
                  </a:lnTo>
                  <a:lnTo>
                    <a:pt x="65447" y="75213"/>
                  </a:lnTo>
                  <a:lnTo>
                    <a:pt x="64826" y="74188"/>
                  </a:lnTo>
                  <a:lnTo>
                    <a:pt x="64217" y="73175"/>
                  </a:lnTo>
                  <a:lnTo>
                    <a:pt x="63622" y="72176"/>
                  </a:lnTo>
                  <a:lnTo>
                    <a:pt x="63039" y="71188"/>
                  </a:lnTo>
                  <a:lnTo>
                    <a:pt x="62468" y="702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h104"/>
            <p:cNvSpPr/>
            <p:nvPr/>
          </p:nvSpPr>
          <p:spPr>
            <a:xfrm>
              <a:off x="2119337" y="6355376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h105"/>
            <p:cNvSpPr/>
            <p:nvPr/>
          </p:nvSpPr>
          <p:spPr>
            <a:xfrm>
              <a:off x="2162996" y="6300742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h106"/>
            <p:cNvSpPr/>
            <p:nvPr/>
          </p:nvSpPr>
          <p:spPr>
            <a:xfrm>
              <a:off x="2254335" y="6320143"/>
              <a:ext cx="17427" cy="17427"/>
            </a:xfrm>
            <a:custGeom>
              <a:avLst/>
              <a:pathLst>
                <a:path w="17427" h="17427">
                  <a:moveTo>
                    <a:pt x="9218" y="17427"/>
                  </a:moveTo>
                  <a:lnTo>
                    <a:pt x="0" y="8208"/>
                  </a:lnTo>
                  <a:lnTo>
                    <a:pt x="8208" y="0"/>
                  </a:lnTo>
                  <a:lnTo>
                    <a:pt x="17427" y="921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h107"/>
            <p:cNvSpPr/>
            <p:nvPr/>
          </p:nvSpPr>
          <p:spPr>
            <a:xfrm>
              <a:off x="2236992" y="6227481"/>
              <a:ext cx="77103" cy="78100"/>
            </a:xfrm>
            <a:custGeom>
              <a:avLst/>
              <a:pathLst>
                <a:path w="77103" h="78100">
                  <a:moveTo>
                    <a:pt x="67394" y="30445"/>
                  </a:moveTo>
                  <a:lnTo>
                    <a:pt x="68266" y="31343"/>
                  </a:lnTo>
                  <a:lnTo>
                    <a:pt x="69099" y="32251"/>
                  </a:lnTo>
                  <a:lnTo>
                    <a:pt x="69893" y="33171"/>
                  </a:lnTo>
                  <a:lnTo>
                    <a:pt x="70647" y="34102"/>
                  </a:lnTo>
                  <a:lnTo>
                    <a:pt x="71361" y="35044"/>
                  </a:lnTo>
                  <a:lnTo>
                    <a:pt x="72036" y="35996"/>
                  </a:lnTo>
                  <a:lnTo>
                    <a:pt x="72671" y="36960"/>
                  </a:lnTo>
                  <a:lnTo>
                    <a:pt x="73267" y="37934"/>
                  </a:lnTo>
                  <a:lnTo>
                    <a:pt x="73823" y="38920"/>
                  </a:lnTo>
                  <a:lnTo>
                    <a:pt x="74339" y="39916"/>
                  </a:lnTo>
                  <a:lnTo>
                    <a:pt x="74814" y="40903"/>
                  </a:lnTo>
                  <a:lnTo>
                    <a:pt x="75243" y="41894"/>
                  </a:lnTo>
                  <a:lnTo>
                    <a:pt x="75629" y="42890"/>
                  </a:lnTo>
                  <a:lnTo>
                    <a:pt x="75969" y="43890"/>
                  </a:lnTo>
                  <a:lnTo>
                    <a:pt x="76265" y="44894"/>
                  </a:lnTo>
                  <a:lnTo>
                    <a:pt x="76516" y="45902"/>
                  </a:lnTo>
                  <a:lnTo>
                    <a:pt x="76723" y="46914"/>
                  </a:lnTo>
                  <a:lnTo>
                    <a:pt x="76885" y="47931"/>
                  </a:lnTo>
                  <a:lnTo>
                    <a:pt x="77003" y="48952"/>
                  </a:lnTo>
                  <a:lnTo>
                    <a:pt x="77075" y="49977"/>
                  </a:lnTo>
                  <a:lnTo>
                    <a:pt x="77103" y="50987"/>
                  </a:lnTo>
                  <a:lnTo>
                    <a:pt x="77084" y="51999"/>
                  </a:lnTo>
                  <a:lnTo>
                    <a:pt x="77019" y="53011"/>
                  </a:lnTo>
                  <a:lnTo>
                    <a:pt x="76907" y="54025"/>
                  </a:lnTo>
                  <a:lnTo>
                    <a:pt x="76749" y="55039"/>
                  </a:lnTo>
                  <a:lnTo>
                    <a:pt x="76545" y="56054"/>
                  </a:lnTo>
                  <a:lnTo>
                    <a:pt x="76294" y="57069"/>
                  </a:lnTo>
                  <a:lnTo>
                    <a:pt x="75998" y="58086"/>
                  </a:lnTo>
                  <a:lnTo>
                    <a:pt x="75655" y="59103"/>
                  </a:lnTo>
                  <a:lnTo>
                    <a:pt x="75265" y="60122"/>
                  </a:lnTo>
                  <a:lnTo>
                    <a:pt x="74819" y="61128"/>
                  </a:lnTo>
                  <a:lnTo>
                    <a:pt x="74321" y="62127"/>
                  </a:lnTo>
                  <a:lnTo>
                    <a:pt x="73771" y="63118"/>
                  </a:lnTo>
                  <a:lnTo>
                    <a:pt x="73171" y="64102"/>
                  </a:lnTo>
                  <a:lnTo>
                    <a:pt x="72519" y="65078"/>
                  </a:lnTo>
                  <a:lnTo>
                    <a:pt x="71815" y="66047"/>
                  </a:lnTo>
                  <a:lnTo>
                    <a:pt x="71060" y="67008"/>
                  </a:lnTo>
                  <a:lnTo>
                    <a:pt x="70254" y="67961"/>
                  </a:lnTo>
                  <a:lnTo>
                    <a:pt x="69397" y="68907"/>
                  </a:lnTo>
                  <a:lnTo>
                    <a:pt x="68488" y="69846"/>
                  </a:lnTo>
                  <a:lnTo>
                    <a:pt x="67446" y="70848"/>
                  </a:lnTo>
                  <a:lnTo>
                    <a:pt x="66390" y="71785"/>
                  </a:lnTo>
                  <a:lnTo>
                    <a:pt x="65321" y="72657"/>
                  </a:lnTo>
                  <a:lnTo>
                    <a:pt x="64238" y="73462"/>
                  </a:lnTo>
                  <a:lnTo>
                    <a:pt x="63142" y="74202"/>
                  </a:lnTo>
                  <a:lnTo>
                    <a:pt x="62032" y="74877"/>
                  </a:lnTo>
                  <a:lnTo>
                    <a:pt x="60909" y="75485"/>
                  </a:lnTo>
                  <a:lnTo>
                    <a:pt x="59773" y="76028"/>
                  </a:lnTo>
                  <a:lnTo>
                    <a:pt x="58623" y="76506"/>
                  </a:lnTo>
                  <a:lnTo>
                    <a:pt x="57459" y="76917"/>
                  </a:lnTo>
                  <a:lnTo>
                    <a:pt x="56285" y="77266"/>
                  </a:lnTo>
                  <a:lnTo>
                    <a:pt x="55102" y="77554"/>
                  </a:lnTo>
                  <a:lnTo>
                    <a:pt x="53911" y="77781"/>
                  </a:lnTo>
                  <a:lnTo>
                    <a:pt x="52711" y="77948"/>
                  </a:lnTo>
                  <a:lnTo>
                    <a:pt x="51503" y="78054"/>
                  </a:lnTo>
                  <a:lnTo>
                    <a:pt x="50286" y="78100"/>
                  </a:lnTo>
                  <a:lnTo>
                    <a:pt x="49061" y="78084"/>
                  </a:lnTo>
                  <a:lnTo>
                    <a:pt x="47828" y="78009"/>
                  </a:lnTo>
                  <a:lnTo>
                    <a:pt x="46586" y="77872"/>
                  </a:lnTo>
                  <a:lnTo>
                    <a:pt x="45336" y="77675"/>
                  </a:lnTo>
                  <a:lnTo>
                    <a:pt x="44069" y="77410"/>
                  </a:lnTo>
                  <a:lnTo>
                    <a:pt x="42795" y="77088"/>
                  </a:lnTo>
                  <a:lnTo>
                    <a:pt x="41513" y="76707"/>
                  </a:lnTo>
                  <a:lnTo>
                    <a:pt x="40224" y="76268"/>
                  </a:lnTo>
                  <a:lnTo>
                    <a:pt x="38927" y="75770"/>
                  </a:lnTo>
                  <a:lnTo>
                    <a:pt x="37622" y="75215"/>
                  </a:lnTo>
                  <a:lnTo>
                    <a:pt x="36310" y="74602"/>
                  </a:lnTo>
                  <a:lnTo>
                    <a:pt x="34991" y="73930"/>
                  </a:lnTo>
                  <a:lnTo>
                    <a:pt x="33663" y="73201"/>
                  </a:lnTo>
                  <a:lnTo>
                    <a:pt x="32328" y="72413"/>
                  </a:lnTo>
                  <a:lnTo>
                    <a:pt x="30988" y="71552"/>
                  </a:lnTo>
                  <a:lnTo>
                    <a:pt x="29643" y="70637"/>
                  </a:lnTo>
                  <a:lnTo>
                    <a:pt x="28294" y="69667"/>
                  </a:lnTo>
                  <a:lnTo>
                    <a:pt x="26940" y="68642"/>
                  </a:lnTo>
                  <a:lnTo>
                    <a:pt x="25583" y="67562"/>
                  </a:lnTo>
                  <a:lnTo>
                    <a:pt x="24221" y="66427"/>
                  </a:lnTo>
                  <a:lnTo>
                    <a:pt x="22855" y="65238"/>
                  </a:lnTo>
                  <a:lnTo>
                    <a:pt x="21485" y="63994"/>
                  </a:lnTo>
                  <a:lnTo>
                    <a:pt x="20110" y="62696"/>
                  </a:lnTo>
                  <a:lnTo>
                    <a:pt x="18732" y="61342"/>
                  </a:lnTo>
                  <a:lnTo>
                    <a:pt x="17183" y="59765"/>
                  </a:lnTo>
                  <a:lnTo>
                    <a:pt x="15701" y="58197"/>
                  </a:lnTo>
                  <a:lnTo>
                    <a:pt x="14287" y="56640"/>
                  </a:lnTo>
                  <a:lnTo>
                    <a:pt x="12939" y="55092"/>
                  </a:lnTo>
                  <a:lnTo>
                    <a:pt x="11660" y="53555"/>
                  </a:lnTo>
                  <a:lnTo>
                    <a:pt x="10447" y="52028"/>
                  </a:lnTo>
                  <a:lnTo>
                    <a:pt x="9302" y="50510"/>
                  </a:lnTo>
                  <a:lnTo>
                    <a:pt x="8225" y="49003"/>
                  </a:lnTo>
                  <a:lnTo>
                    <a:pt x="7215" y="47507"/>
                  </a:lnTo>
                  <a:lnTo>
                    <a:pt x="6272" y="46020"/>
                  </a:lnTo>
                  <a:lnTo>
                    <a:pt x="5403" y="44537"/>
                  </a:lnTo>
                  <a:lnTo>
                    <a:pt x="4600" y="43068"/>
                  </a:lnTo>
                  <a:lnTo>
                    <a:pt x="3861" y="41614"/>
                  </a:lnTo>
                  <a:lnTo>
                    <a:pt x="3187" y="40174"/>
                  </a:lnTo>
                  <a:lnTo>
                    <a:pt x="2578" y="38748"/>
                  </a:lnTo>
                  <a:lnTo>
                    <a:pt x="2034" y="37336"/>
                  </a:lnTo>
                  <a:lnTo>
                    <a:pt x="1554" y="35939"/>
                  </a:lnTo>
                  <a:lnTo>
                    <a:pt x="1139" y="34557"/>
                  </a:lnTo>
                  <a:lnTo>
                    <a:pt x="790" y="33188"/>
                  </a:lnTo>
                  <a:lnTo>
                    <a:pt x="505" y="31834"/>
                  </a:lnTo>
                  <a:lnTo>
                    <a:pt x="284" y="30495"/>
                  </a:lnTo>
                  <a:lnTo>
                    <a:pt x="126" y="29172"/>
                  </a:lnTo>
                  <a:lnTo>
                    <a:pt x="31" y="27865"/>
                  </a:lnTo>
                  <a:lnTo>
                    <a:pt x="0" y="26574"/>
                  </a:lnTo>
                  <a:lnTo>
                    <a:pt x="31" y="25299"/>
                  </a:lnTo>
                  <a:lnTo>
                    <a:pt x="126" y="24040"/>
                  </a:lnTo>
                  <a:lnTo>
                    <a:pt x="284" y="22796"/>
                  </a:lnTo>
                  <a:lnTo>
                    <a:pt x="505" y="21569"/>
                  </a:lnTo>
                  <a:lnTo>
                    <a:pt x="789" y="20358"/>
                  </a:lnTo>
                  <a:lnTo>
                    <a:pt x="1136" y="19163"/>
                  </a:lnTo>
                  <a:lnTo>
                    <a:pt x="1554" y="17978"/>
                  </a:lnTo>
                  <a:lnTo>
                    <a:pt x="2032" y="16813"/>
                  </a:lnTo>
                  <a:lnTo>
                    <a:pt x="2571" y="15668"/>
                  </a:lnTo>
                  <a:lnTo>
                    <a:pt x="3170" y="14543"/>
                  </a:lnTo>
                  <a:lnTo>
                    <a:pt x="3830" y="13438"/>
                  </a:lnTo>
                  <a:lnTo>
                    <a:pt x="4551" y="12354"/>
                  </a:lnTo>
                  <a:lnTo>
                    <a:pt x="5332" y="11290"/>
                  </a:lnTo>
                  <a:lnTo>
                    <a:pt x="6174" y="10246"/>
                  </a:lnTo>
                  <a:lnTo>
                    <a:pt x="7077" y="9222"/>
                  </a:lnTo>
                  <a:lnTo>
                    <a:pt x="8040" y="8219"/>
                  </a:lnTo>
                  <a:lnTo>
                    <a:pt x="8648" y="7622"/>
                  </a:lnTo>
                  <a:lnTo>
                    <a:pt x="9262" y="7047"/>
                  </a:lnTo>
                  <a:lnTo>
                    <a:pt x="9881" y="6491"/>
                  </a:lnTo>
                  <a:lnTo>
                    <a:pt x="10505" y="5956"/>
                  </a:lnTo>
                  <a:lnTo>
                    <a:pt x="11134" y="5440"/>
                  </a:lnTo>
                  <a:lnTo>
                    <a:pt x="11768" y="4945"/>
                  </a:lnTo>
                  <a:lnTo>
                    <a:pt x="12407" y="4470"/>
                  </a:lnTo>
                  <a:lnTo>
                    <a:pt x="13051" y="4016"/>
                  </a:lnTo>
                  <a:lnTo>
                    <a:pt x="13700" y="3581"/>
                  </a:lnTo>
                  <a:lnTo>
                    <a:pt x="14354" y="3167"/>
                  </a:lnTo>
                  <a:lnTo>
                    <a:pt x="15014" y="2776"/>
                  </a:lnTo>
                  <a:lnTo>
                    <a:pt x="15679" y="2411"/>
                  </a:lnTo>
                  <a:lnTo>
                    <a:pt x="16350" y="2072"/>
                  </a:lnTo>
                  <a:lnTo>
                    <a:pt x="17028" y="1759"/>
                  </a:lnTo>
                  <a:lnTo>
                    <a:pt x="17711" y="1473"/>
                  </a:lnTo>
                  <a:lnTo>
                    <a:pt x="18400" y="1212"/>
                  </a:lnTo>
                  <a:lnTo>
                    <a:pt x="19095" y="978"/>
                  </a:lnTo>
                  <a:lnTo>
                    <a:pt x="19796" y="769"/>
                  </a:lnTo>
                  <a:lnTo>
                    <a:pt x="20503" y="587"/>
                  </a:lnTo>
                  <a:lnTo>
                    <a:pt x="21215" y="431"/>
                  </a:lnTo>
                  <a:lnTo>
                    <a:pt x="21935" y="286"/>
                  </a:lnTo>
                  <a:lnTo>
                    <a:pt x="22662" y="170"/>
                  </a:lnTo>
                  <a:lnTo>
                    <a:pt x="23396" y="84"/>
                  </a:lnTo>
                  <a:lnTo>
                    <a:pt x="24138" y="27"/>
                  </a:lnTo>
                  <a:lnTo>
                    <a:pt x="24888" y="0"/>
                  </a:lnTo>
                  <a:lnTo>
                    <a:pt x="25645" y="2"/>
                  </a:lnTo>
                  <a:lnTo>
                    <a:pt x="26410" y="33"/>
                  </a:lnTo>
                  <a:lnTo>
                    <a:pt x="27183" y="94"/>
                  </a:lnTo>
                  <a:lnTo>
                    <a:pt x="27963" y="185"/>
                  </a:lnTo>
                  <a:lnTo>
                    <a:pt x="28750" y="305"/>
                  </a:lnTo>
                  <a:lnTo>
                    <a:pt x="29546" y="457"/>
                  </a:lnTo>
                  <a:lnTo>
                    <a:pt x="30348" y="643"/>
                  </a:lnTo>
                  <a:lnTo>
                    <a:pt x="31159" y="864"/>
                  </a:lnTo>
                  <a:lnTo>
                    <a:pt x="31977" y="1120"/>
                  </a:lnTo>
                  <a:lnTo>
                    <a:pt x="32802" y="1410"/>
                  </a:lnTo>
                  <a:lnTo>
                    <a:pt x="33635" y="1734"/>
                  </a:lnTo>
                  <a:lnTo>
                    <a:pt x="34476" y="2093"/>
                  </a:lnTo>
                  <a:lnTo>
                    <a:pt x="35324" y="2487"/>
                  </a:lnTo>
                  <a:lnTo>
                    <a:pt x="36180" y="2915"/>
                  </a:lnTo>
                  <a:lnTo>
                    <a:pt x="37043" y="3378"/>
                  </a:lnTo>
                  <a:lnTo>
                    <a:pt x="31108" y="11923"/>
                  </a:lnTo>
                  <a:lnTo>
                    <a:pt x="30113" y="11428"/>
                  </a:lnTo>
                  <a:lnTo>
                    <a:pt x="29133" y="11005"/>
                  </a:lnTo>
                  <a:lnTo>
                    <a:pt x="28166" y="10654"/>
                  </a:lnTo>
                  <a:lnTo>
                    <a:pt x="27215" y="10374"/>
                  </a:lnTo>
                  <a:lnTo>
                    <a:pt x="26277" y="10165"/>
                  </a:lnTo>
                  <a:lnTo>
                    <a:pt x="25354" y="10029"/>
                  </a:lnTo>
                  <a:lnTo>
                    <a:pt x="24445" y="9963"/>
                  </a:lnTo>
                  <a:lnTo>
                    <a:pt x="23551" y="9970"/>
                  </a:lnTo>
                  <a:lnTo>
                    <a:pt x="22671" y="10048"/>
                  </a:lnTo>
                  <a:lnTo>
                    <a:pt x="21805" y="10197"/>
                  </a:lnTo>
                  <a:lnTo>
                    <a:pt x="20955" y="10391"/>
                  </a:lnTo>
                  <a:lnTo>
                    <a:pt x="20123" y="10636"/>
                  </a:lnTo>
                  <a:lnTo>
                    <a:pt x="19308" y="10933"/>
                  </a:lnTo>
                  <a:lnTo>
                    <a:pt x="18511" y="11281"/>
                  </a:lnTo>
                  <a:lnTo>
                    <a:pt x="17732" y="11681"/>
                  </a:lnTo>
                  <a:lnTo>
                    <a:pt x="16971" y="12132"/>
                  </a:lnTo>
                  <a:lnTo>
                    <a:pt x="16227" y="12634"/>
                  </a:lnTo>
                  <a:lnTo>
                    <a:pt x="15501" y="13187"/>
                  </a:lnTo>
                  <a:lnTo>
                    <a:pt x="14792" y="13792"/>
                  </a:lnTo>
                  <a:lnTo>
                    <a:pt x="14101" y="14449"/>
                  </a:lnTo>
                  <a:lnTo>
                    <a:pt x="13499" y="15080"/>
                  </a:lnTo>
                  <a:lnTo>
                    <a:pt x="12938" y="15730"/>
                  </a:lnTo>
                  <a:lnTo>
                    <a:pt x="12418" y="16397"/>
                  </a:lnTo>
                  <a:lnTo>
                    <a:pt x="11939" y="17082"/>
                  </a:lnTo>
                  <a:lnTo>
                    <a:pt x="11502" y="17785"/>
                  </a:lnTo>
                  <a:lnTo>
                    <a:pt x="11106" y="18505"/>
                  </a:lnTo>
                  <a:lnTo>
                    <a:pt x="10751" y="19243"/>
                  </a:lnTo>
                  <a:lnTo>
                    <a:pt x="10437" y="19998"/>
                  </a:lnTo>
                  <a:lnTo>
                    <a:pt x="10165" y="20772"/>
                  </a:lnTo>
                  <a:lnTo>
                    <a:pt x="9934" y="21563"/>
                  </a:lnTo>
                  <a:lnTo>
                    <a:pt x="9746" y="22370"/>
                  </a:lnTo>
                  <a:lnTo>
                    <a:pt x="9602" y="23191"/>
                  </a:lnTo>
                  <a:lnTo>
                    <a:pt x="9503" y="24026"/>
                  </a:lnTo>
                  <a:lnTo>
                    <a:pt x="9449" y="24876"/>
                  </a:lnTo>
                  <a:lnTo>
                    <a:pt x="9439" y="25741"/>
                  </a:lnTo>
                  <a:lnTo>
                    <a:pt x="9474" y="26619"/>
                  </a:lnTo>
                  <a:lnTo>
                    <a:pt x="9554" y="27512"/>
                  </a:lnTo>
                  <a:lnTo>
                    <a:pt x="9678" y="28419"/>
                  </a:lnTo>
                  <a:lnTo>
                    <a:pt x="9847" y="29341"/>
                  </a:lnTo>
                  <a:lnTo>
                    <a:pt x="10060" y="30276"/>
                  </a:lnTo>
                  <a:lnTo>
                    <a:pt x="10311" y="31218"/>
                  </a:lnTo>
                  <a:lnTo>
                    <a:pt x="10607" y="32174"/>
                  </a:lnTo>
                  <a:lnTo>
                    <a:pt x="10951" y="33144"/>
                  </a:lnTo>
                  <a:lnTo>
                    <a:pt x="11340" y="34129"/>
                  </a:lnTo>
                  <a:lnTo>
                    <a:pt x="11776" y="35128"/>
                  </a:lnTo>
                  <a:lnTo>
                    <a:pt x="12258" y="36141"/>
                  </a:lnTo>
                  <a:lnTo>
                    <a:pt x="12786" y="37168"/>
                  </a:lnTo>
                  <a:lnTo>
                    <a:pt x="13360" y="38210"/>
                  </a:lnTo>
                  <a:lnTo>
                    <a:pt x="13981" y="39267"/>
                  </a:lnTo>
                  <a:lnTo>
                    <a:pt x="14649" y="40337"/>
                  </a:lnTo>
                  <a:lnTo>
                    <a:pt x="15371" y="41412"/>
                  </a:lnTo>
                  <a:lnTo>
                    <a:pt x="16142" y="42497"/>
                  </a:lnTo>
                  <a:lnTo>
                    <a:pt x="16961" y="43594"/>
                  </a:lnTo>
                  <a:lnTo>
                    <a:pt x="17828" y="44701"/>
                  </a:lnTo>
                  <a:lnTo>
                    <a:pt x="18742" y="45820"/>
                  </a:lnTo>
                  <a:lnTo>
                    <a:pt x="19705" y="46949"/>
                  </a:lnTo>
                  <a:lnTo>
                    <a:pt x="20716" y="48090"/>
                  </a:lnTo>
                  <a:lnTo>
                    <a:pt x="21774" y="49241"/>
                  </a:lnTo>
                  <a:lnTo>
                    <a:pt x="22881" y="50403"/>
                  </a:lnTo>
                  <a:lnTo>
                    <a:pt x="24036" y="51576"/>
                  </a:lnTo>
                  <a:lnTo>
                    <a:pt x="23717" y="50399"/>
                  </a:lnTo>
                  <a:lnTo>
                    <a:pt x="23470" y="49226"/>
                  </a:lnTo>
                  <a:lnTo>
                    <a:pt x="23293" y="48056"/>
                  </a:lnTo>
                  <a:lnTo>
                    <a:pt x="23187" y="46889"/>
                  </a:lnTo>
                  <a:lnTo>
                    <a:pt x="23152" y="45725"/>
                  </a:lnTo>
                  <a:lnTo>
                    <a:pt x="23187" y="44565"/>
                  </a:lnTo>
                  <a:lnTo>
                    <a:pt x="23293" y="43408"/>
                  </a:lnTo>
                  <a:lnTo>
                    <a:pt x="23470" y="42255"/>
                  </a:lnTo>
                  <a:lnTo>
                    <a:pt x="23717" y="41105"/>
                  </a:lnTo>
                  <a:lnTo>
                    <a:pt x="24036" y="39958"/>
                  </a:lnTo>
                  <a:lnTo>
                    <a:pt x="24412" y="38814"/>
                  </a:lnTo>
                  <a:lnTo>
                    <a:pt x="24851" y="37688"/>
                  </a:lnTo>
                  <a:lnTo>
                    <a:pt x="25352" y="36581"/>
                  </a:lnTo>
                  <a:lnTo>
                    <a:pt x="25915" y="35493"/>
                  </a:lnTo>
                  <a:lnTo>
                    <a:pt x="26540" y="34423"/>
                  </a:lnTo>
                  <a:lnTo>
                    <a:pt x="27228" y="33371"/>
                  </a:lnTo>
                  <a:lnTo>
                    <a:pt x="27978" y="32338"/>
                  </a:lnTo>
                  <a:lnTo>
                    <a:pt x="28791" y="31324"/>
                  </a:lnTo>
                  <a:lnTo>
                    <a:pt x="29665" y="30328"/>
                  </a:lnTo>
                  <a:lnTo>
                    <a:pt x="30603" y="29350"/>
                  </a:lnTo>
                  <a:lnTo>
                    <a:pt x="31416" y="28563"/>
                  </a:lnTo>
                  <a:lnTo>
                    <a:pt x="32241" y="27816"/>
                  </a:lnTo>
                  <a:lnTo>
                    <a:pt x="33076" y="27111"/>
                  </a:lnTo>
                  <a:lnTo>
                    <a:pt x="33923" y="26447"/>
                  </a:lnTo>
                  <a:lnTo>
                    <a:pt x="34780" y="25825"/>
                  </a:lnTo>
                  <a:lnTo>
                    <a:pt x="35649" y="25243"/>
                  </a:lnTo>
                  <a:lnTo>
                    <a:pt x="36528" y="24703"/>
                  </a:lnTo>
                  <a:lnTo>
                    <a:pt x="37419" y="24205"/>
                  </a:lnTo>
                  <a:lnTo>
                    <a:pt x="38320" y="23747"/>
                  </a:lnTo>
                  <a:lnTo>
                    <a:pt x="39232" y="23331"/>
                  </a:lnTo>
                  <a:lnTo>
                    <a:pt x="40152" y="22956"/>
                  </a:lnTo>
                  <a:lnTo>
                    <a:pt x="41076" y="22625"/>
                  </a:lnTo>
                  <a:lnTo>
                    <a:pt x="42004" y="22337"/>
                  </a:lnTo>
                  <a:lnTo>
                    <a:pt x="42936" y="22091"/>
                  </a:lnTo>
                  <a:lnTo>
                    <a:pt x="43873" y="21889"/>
                  </a:lnTo>
                  <a:lnTo>
                    <a:pt x="44814" y="21729"/>
                  </a:lnTo>
                  <a:lnTo>
                    <a:pt x="45759" y="21613"/>
                  </a:lnTo>
                  <a:lnTo>
                    <a:pt x="46708" y="21539"/>
                  </a:lnTo>
                  <a:lnTo>
                    <a:pt x="47662" y="21508"/>
                  </a:lnTo>
                  <a:lnTo>
                    <a:pt x="48619" y="21521"/>
                  </a:lnTo>
                  <a:lnTo>
                    <a:pt x="49579" y="21559"/>
                  </a:lnTo>
                  <a:lnTo>
                    <a:pt x="50539" y="21642"/>
                  </a:lnTo>
                  <a:lnTo>
                    <a:pt x="51498" y="21768"/>
                  </a:lnTo>
                  <a:lnTo>
                    <a:pt x="52458" y="21938"/>
                  </a:lnTo>
                  <a:lnTo>
                    <a:pt x="53418" y="22152"/>
                  </a:lnTo>
                  <a:lnTo>
                    <a:pt x="54378" y="22410"/>
                  </a:lnTo>
                  <a:lnTo>
                    <a:pt x="55338" y="22711"/>
                  </a:lnTo>
                  <a:lnTo>
                    <a:pt x="56297" y="23056"/>
                  </a:lnTo>
                  <a:lnTo>
                    <a:pt x="57257" y="23445"/>
                  </a:lnTo>
                  <a:lnTo>
                    <a:pt x="58217" y="23878"/>
                  </a:lnTo>
                  <a:lnTo>
                    <a:pt x="59172" y="24338"/>
                  </a:lnTo>
                  <a:lnTo>
                    <a:pt x="60120" y="24841"/>
                  </a:lnTo>
                  <a:lnTo>
                    <a:pt x="61058" y="25388"/>
                  </a:lnTo>
                  <a:lnTo>
                    <a:pt x="61989" y="25979"/>
                  </a:lnTo>
                  <a:lnTo>
                    <a:pt x="62910" y="26614"/>
                  </a:lnTo>
                  <a:lnTo>
                    <a:pt x="63824" y="27293"/>
                  </a:lnTo>
                  <a:lnTo>
                    <a:pt x="64729" y="28015"/>
                  </a:lnTo>
                  <a:lnTo>
                    <a:pt x="65626" y="28781"/>
                  </a:lnTo>
                  <a:lnTo>
                    <a:pt x="66514" y="29591"/>
                  </a:lnTo>
                  <a:close/>
                  <a:moveTo>
                    <a:pt x="60027" y="38485"/>
                  </a:moveTo>
                  <a:lnTo>
                    <a:pt x="59411" y="37884"/>
                  </a:lnTo>
                  <a:lnTo>
                    <a:pt x="58791" y="37310"/>
                  </a:lnTo>
                  <a:lnTo>
                    <a:pt x="58168" y="36762"/>
                  </a:lnTo>
                  <a:lnTo>
                    <a:pt x="57542" y="36242"/>
                  </a:lnTo>
                  <a:lnTo>
                    <a:pt x="56912" y="35749"/>
                  </a:lnTo>
                  <a:lnTo>
                    <a:pt x="56279" y="35282"/>
                  </a:lnTo>
                  <a:lnTo>
                    <a:pt x="55642" y="34843"/>
                  </a:lnTo>
                  <a:lnTo>
                    <a:pt x="55002" y="34430"/>
                  </a:lnTo>
                  <a:lnTo>
                    <a:pt x="54359" y="34045"/>
                  </a:lnTo>
                  <a:lnTo>
                    <a:pt x="53713" y="33686"/>
                  </a:lnTo>
                  <a:lnTo>
                    <a:pt x="53064" y="33356"/>
                  </a:lnTo>
                  <a:lnTo>
                    <a:pt x="52416" y="33056"/>
                  </a:lnTo>
                  <a:lnTo>
                    <a:pt x="51768" y="32787"/>
                  </a:lnTo>
                  <a:lnTo>
                    <a:pt x="51120" y="32548"/>
                  </a:lnTo>
                  <a:lnTo>
                    <a:pt x="50471" y="32339"/>
                  </a:lnTo>
                  <a:lnTo>
                    <a:pt x="49823" y="32160"/>
                  </a:lnTo>
                  <a:lnTo>
                    <a:pt x="49175" y="32012"/>
                  </a:lnTo>
                  <a:lnTo>
                    <a:pt x="48527" y="31894"/>
                  </a:lnTo>
                  <a:lnTo>
                    <a:pt x="47878" y="31807"/>
                  </a:lnTo>
                  <a:lnTo>
                    <a:pt x="47230" y="31750"/>
                  </a:lnTo>
                  <a:lnTo>
                    <a:pt x="46575" y="31715"/>
                  </a:lnTo>
                  <a:lnTo>
                    <a:pt x="45922" y="31711"/>
                  </a:lnTo>
                  <a:lnTo>
                    <a:pt x="45271" y="31738"/>
                  </a:lnTo>
                  <a:lnTo>
                    <a:pt x="44624" y="31797"/>
                  </a:lnTo>
                  <a:lnTo>
                    <a:pt x="43978" y="31886"/>
                  </a:lnTo>
                  <a:lnTo>
                    <a:pt x="43335" y="32007"/>
                  </a:lnTo>
                  <a:lnTo>
                    <a:pt x="42695" y="32159"/>
                  </a:lnTo>
                  <a:lnTo>
                    <a:pt x="42057" y="32342"/>
                  </a:lnTo>
                  <a:lnTo>
                    <a:pt x="41422" y="32557"/>
                  </a:lnTo>
                  <a:lnTo>
                    <a:pt x="40790" y="32802"/>
                  </a:lnTo>
                  <a:lnTo>
                    <a:pt x="40152" y="33071"/>
                  </a:lnTo>
                  <a:lnTo>
                    <a:pt x="39520" y="33374"/>
                  </a:lnTo>
                  <a:lnTo>
                    <a:pt x="38893" y="33711"/>
                  </a:lnTo>
                  <a:lnTo>
                    <a:pt x="38271" y="34082"/>
                  </a:lnTo>
                  <a:lnTo>
                    <a:pt x="37653" y="34486"/>
                  </a:lnTo>
                  <a:lnTo>
                    <a:pt x="37041" y="34924"/>
                  </a:lnTo>
                  <a:lnTo>
                    <a:pt x="36434" y="35395"/>
                  </a:lnTo>
                  <a:lnTo>
                    <a:pt x="35832" y="35900"/>
                  </a:lnTo>
                  <a:lnTo>
                    <a:pt x="35235" y="36439"/>
                  </a:lnTo>
                  <a:lnTo>
                    <a:pt x="34644" y="37011"/>
                  </a:lnTo>
                  <a:lnTo>
                    <a:pt x="34237" y="37431"/>
                  </a:lnTo>
                  <a:lnTo>
                    <a:pt x="33842" y="37863"/>
                  </a:lnTo>
                  <a:lnTo>
                    <a:pt x="33459" y="38310"/>
                  </a:lnTo>
                  <a:lnTo>
                    <a:pt x="33088" y="38769"/>
                  </a:lnTo>
                  <a:lnTo>
                    <a:pt x="32728" y="39243"/>
                  </a:lnTo>
                  <a:lnTo>
                    <a:pt x="32381" y="39729"/>
                  </a:lnTo>
                  <a:lnTo>
                    <a:pt x="32045" y="40229"/>
                  </a:lnTo>
                  <a:lnTo>
                    <a:pt x="31721" y="40743"/>
                  </a:lnTo>
                  <a:lnTo>
                    <a:pt x="31408" y="41270"/>
                  </a:lnTo>
                  <a:lnTo>
                    <a:pt x="31108" y="41810"/>
                  </a:lnTo>
                  <a:lnTo>
                    <a:pt x="30816" y="42353"/>
                  </a:lnTo>
                  <a:lnTo>
                    <a:pt x="30549" y="42905"/>
                  </a:lnTo>
                  <a:lnTo>
                    <a:pt x="30304" y="43465"/>
                  </a:lnTo>
                  <a:lnTo>
                    <a:pt x="30084" y="44033"/>
                  </a:lnTo>
                  <a:lnTo>
                    <a:pt x="29887" y="44610"/>
                  </a:lnTo>
                  <a:lnTo>
                    <a:pt x="29713" y="45195"/>
                  </a:lnTo>
                  <a:lnTo>
                    <a:pt x="29564" y="45788"/>
                  </a:lnTo>
                  <a:lnTo>
                    <a:pt x="29437" y="46390"/>
                  </a:lnTo>
                  <a:lnTo>
                    <a:pt x="29335" y="47001"/>
                  </a:lnTo>
                  <a:lnTo>
                    <a:pt x="29255" y="47619"/>
                  </a:lnTo>
                  <a:lnTo>
                    <a:pt x="29203" y="48229"/>
                  </a:lnTo>
                  <a:lnTo>
                    <a:pt x="29180" y="48844"/>
                  </a:lnTo>
                  <a:lnTo>
                    <a:pt x="29186" y="49464"/>
                  </a:lnTo>
                  <a:lnTo>
                    <a:pt x="29222" y="50091"/>
                  </a:lnTo>
                  <a:lnTo>
                    <a:pt x="29287" y="50724"/>
                  </a:lnTo>
                  <a:lnTo>
                    <a:pt x="29382" y="51362"/>
                  </a:lnTo>
                  <a:lnTo>
                    <a:pt x="29506" y="52007"/>
                  </a:lnTo>
                  <a:lnTo>
                    <a:pt x="29660" y="52657"/>
                  </a:lnTo>
                  <a:lnTo>
                    <a:pt x="29843" y="53314"/>
                  </a:lnTo>
                  <a:lnTo>
                    <a:pt x="30055" y="53976"/>
                  </a:lnTo>
                  <a:lnTo>
                    <a:pt x="30311" y="54632"/>
                  </a:lnTo>
                  <a:lnTo>
                    <a:pt x="30608" y="55286"/>
                  </a:lnTo>
                  <a:lnTo>
                    <a:pt x="30944" y="55938"/>
                  </a:lnTo>
                  <a:lnTo>
                    <a:pt x="31322" y="56589"/>
                  </a:lnTo>
                  <a:lnTo>
                    <a:pt x="31739" y="57238"/>
                  </a:lnTo>
                  <a:lnTo>
                    <a:pt x="32197" y="57886"/>
                  </a:lnTo>
                  <a:lnTo>
                    <a:pt x="32695" y="58531"/>
                  </a:lnTo>
                  <a:lnTo>
                    <a:pt x="33234" y="59175"/>
                  </a:lnTo>
                  <a:lnTo>
                    <a:pt x="33814" y="59818"/>
                  </a:lnTo>
                  <a:lnTo>
                    <a:pt x="34433" y="60458"/>
                  </a:lnTo>
                  <a:lnTo>
                    <a:pt x="35094" y="61102"/>
                  </a:lnTo>
                  <a:lnTo>
                    <a:pt x="35763" y="61721"/>
                  </a:lnTo>
                  <a:lnTo>
                    <a:pt x="36441" y="62315"/>
                  </a:lnTo>
                  <a:lnTo>
                    <a:pt x="37127" y="62883"/>
                  </a:lnTo>
                  <a:lnTo>
                    <a:pt x="37822" y="63426"/>
                  </a:lnTo>
                  <a:lnTo>
                    <a:pt x="38525" y="63944"/>
                  </a:lnTo>
                  <a:lnTo>
                    <a:pt x="39236" y="64436"/>
                  </a:lnTo>
                  <a:lnTo>
                    <a:pt x="39956" y="64904"/>
                  </a:lnTo>
                  <a:lnTo>
                    <a:pt x="40684" y="65346"/>
                  </a:lnTo>
                  <a:lnTo>
                    <a:pt x="41421" y="65762"/>
                  </a:lnTo>
                  <a:lnTo>
                    <a:pt x="42153" y="66144"/>
                  </a:lnTo>
                  <a:lnTo>
                    <a:pt x="42886" y="66496"/>
                  </a:lnTo>
                  <a:lnTo>
                    <a:pt x="43618" y="66821"/>
                  </a:lnTo>
                  <a:lnTo>
                    <a:pt x="44351" y="67116"/>
                  </a:lnTo>
                  <a:lnTo>
                    <a:pt x="45083" y="67383"/>
                  </a:lnTo>
                  <a:lnTo>
                    <a:pt x="45816" y="67621"/>
                  </a:lnTo>
                  <a:lnTo>
                    <a:pt x="46548" y="67831"/>
                  </a:lnTo>
                  <a:lnTo>
                    <a:pt x="47281" y="68012"/>
                  </a:lnTo>
                  <a:lnTo>
                    <a:pt x="48013" y="68164"/>
                  </a:lnTo>
                  <a:lnTo>
                    <a:pt x="48745" y="68288"/>
                  </a:lnTo>
                  <a:lnTo>
                    <a:pt x="49484" y="68374"/>
                  </a:lnTo>
                  <a:lnTo>
                    <a:pt x="50217" y="68429"/>
                  </a:lnTo>
                  <a:lnTo>
                    <a:pt x="50945" y="68455"/>
                  </a:lnTo>
                  <a:lnTo>
                    <a:pt x="51669" y="68450"/>
                  </a:lnTo>
                  <a:lnTo>
                    <a:pt x="52387" y="68414"/>
                  </a:lnTo>
                  <a:lnTo>
                    <a:pt x="53100" y="68349"/>
                  </a:lnTo>
                  <a:lnTo>
                    <a:pt x="53808" y="68253"/>
                  </a:lnTo>
                  <a:lnTo>
                    <a:pt x="54511" y="68126"/>
                  </a:lnTo>
                  <a:lnTo>
                    <a:pt x="55209" y="67970"/>
                  </a:lnTo>
                  <a:lnTo>
                    <a:pt x="55902" y="67783"/>
                  </a:lnTo>
                  <a:lnTo>
                    <a:pt x="56585" y="67563"/>
                  </a:lnTo>
                  <a:lnTo>
                    <a:pt x="57255" y="67308"/>
                  </a:lnTo>
                  <a:lnTo>
                    <a:pt x="57912" y="67018"/>
                  </a:lnTo>
                  <a:lnTo>
                    <a:pt x="58555" y="66692"/>
                  </a:lnTo>
                  <a:lnTo>
                    <a:pt x="59185" y="66331"/>
                  </a:lnTo>
                  <a:lnTo>
                    <a:pt x="59801" y="65934"/>
                  </a:lnTo>
                  <a:lnTo>
                    <a:pt x="60404" y="65502"/>
                  </a:lnTo>
                  <a:lnTo>
                    <a:pt x="60993" y="65035"/>
                  </a:lnTo>
                  <a:lnTo>
                    <a:pt x="61569" y="64532"/>
                  </a:lnTo>
                  <a:lnTo>
                    <a:pt x="62132" y="63994"/>
                  </a:lnTo>
                  <a:lnTo>
                    <a:pt x="62664" y="63444"/>
                  </a:lnTo>
                  <a:lnTo>
                    <a:pt x="63165" y="62886"/>
                  </a:lnTo>
                  <a:lnTo>
                    <a:pt x="63637" y="62322"/>
                  </a:lnTo>
                  <a:lnTo>
                    <a:pt x="64078" y="61752"/>
                  </a:lnTo>
                  <a:lnTo>
                    <a:pt x="64489" y="61174"/>
                  </a:lnTo>
                  <a:lnTo>
                    <a:pt x="64870" y="60590"/>
                  </a:lnTo>
                  <a:lnTo>
                    <a:pt x="65220" y="59999"/>
                  </a:lnTo>
                  <a:lnTo>
                    <a:pt x="65540" y="59401"/>
                  </a:lnTo>
                  <a:lnTo>
                    <a:pt x="65829" y="58796"/>
                  </a:lnTo>
                  <a:lnTo>
                    <a:pt x="66089" y="58185"/>
                  </a:lnTo>
                  <a:lnTo>
                    <a:pt x="66318" y="57553"/>
                  </a:lnTo>
                  <a:lnTo>
                    <a:pt x="66518" y="56917"/>
                  </a:lnTo>
                  <a:lnTo>
                    <a:pt x="66688" y="56280"/>
                  </a:lnTo>
                  <a:lnTo>
                    <a:pt x="66829" y="55639"/>
                  </a:lnTo>
                  <a:lnTo>
                    <a:pt x="66941" y="54997"/>
                  </a:lnTo>
                  <a:lnTo>
                    <a:pt x="67023" y="54351"/>
                  </a:lnTo>
                  <a:lnTo>
                    <a:pt x="67076" y="53703"/>
                  </a:lnTo>
                  <a:lnTo>
                    <a:pt x="67099" y="53053"/>
                  </a:lnTo>
                  <a:lnTo>
                    <a:pt x="67093" y="52400"/>
                  </a:lnTo>
                  <a:lnTo>
                    <a:pt x="67057" y="51745"/>
                  </a:lnTo>
                  <a:lnTo>
                    <a:pt x="66983" y="51079"/>
                  </a:lnTo>
                  <a:lnTo>
                    <a:pt x="66880" y="50413"/>
                  </a:lnTo>
                  <a:lnTo>
                    <a:pt x="66747" y="49746"/>
                  </a:lnTo>
                  <a:lnTo>
                    <a:pt x="66585" y="49078"/>
                  </a:lnTo>
                  <a:lnTo>
                    <a:pt x="66394" y="48409"/>
                  </a:lnTo>
                  <a:lnTo>
                    <a:pt x="66173" y="47739"/>
                  </a:lnTo>
                  <a:lnTo>
                    <a:pt x="65922" y="47068"/>
                  </a:lnTo>
                  <a:lnTo>
                    <a:pt x="65642" y="46397"/>
                  </a:lnTo>
                  <a:lnTo>
                    <a:pt x="65333" y="45725"/>
                  </a:lnTo>
                  <a:lnTo>
                    <a:pt x="64994" y="45052"/>
                  </a:lnTo>
                  <a:lnTo>
                    <a:pt x="64626" y="44380"/>
                  </a:lnTo>
                  <a:lnTo>
                    <a:pt x="64230" y="43711"/>
                  </a:lnTo>
                  <a:lnTo>
                    <a:pt x="63805" y="43046"/>
                  </a:lnTo>
                  <a:lnTo>
                    <a:pt x="63351" y="42384"/>
                  </a:lnTo>
                  <a:lnTo>
                    <a:pt x="62868" y="41726"/>
                  </a:lnTo>
                  <a:lnTo>
                    <a:pt x="62357" y="41071"/>
                  </a:lnTo>
                  <a:lnTo>
                    <a:pt x="61818" y="40419"/>
                  </a:lnTo>
                  <a:lnTo>
                    <a:pt x="61249" y="39771"/>
                  </a:lnTo>
                  <a:lnTo>
                    <a:pt x="60652" y="3912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h108"/>
            <p:cNvSpPr/>
            <p:nvPr/>
          </p:nvSpPr>
          <p:spPr>
            <a:xfrm>
              <a:off x="2326360" y="6248118"/>
              <a:ext cx="25172" cy="28708"/>
            </a:xfrm>
            <a:custGeom>
              <a:avLst/>
              <a:pathLst>
                <a:path w="25172" h="28708">
                  <a:moveTo>
                    <a:pt x="8208" y="0"/>
                  </a:moveTo>
                  <a:lnTo>
                    <a:pt x="15280" y="7071"/>
                  </a:lnTo>
                  <a:lnTo>
                    <a:pt x="15720" y="7516"/>
                  </a:lnTo>
                  <a:lnTo>
                    <a:pt x="16147" y="7955"/>
                  </a:lnTo>
                  <a:lnTo>
                    <a:pt x="16562" y="8391"/>
                  </a:lnTo>
                  <a:lnTo>
                    <a:pt x="16964" y="8823"/>
                  </a:lnTo>
                  <a:lnTo>
                    <a:pt x="17353" y="9250"/>
                  </a:lnTo>
                  <a:lnTo>
                    <a:pt x="17730" y="9673"/>
                  </a:lnTo>
                  <a:lnTo>
                    <a:pt x="18094" y="10092"/>
                  </a:lnTo>
                  <a:lnTo>
                    <a:pt x="18446" y="10506"/>
                  </a:lnTo>
                  <a:lnTo>
                    <a:pt x="18784" y="10917"/>
                  </a:lnTo>
                  <a:lnTo>
                    <a:pt x="19111" y="11323"/>
                  </a:lnTo>
                  <a:lnTo>
                    <a:pt x="19442" y="11727"/>
                  </a:lnTo>
                  <a:lnTo>
                    <a:pt x="19762" y="12130"/>
                  </a:lnTo>
                  <a:lnTo>
                    <a:pt x="20072" y="12532"/>
                  </a:lnTo>
                  <a:lnTo>
                    <a:pt x="20370" y="12933"/>
                  </a:lnTo>
                  <a:lnTo>
                    <a:pt x="20658" y="13333"/>
                  </a:lnTo>
                  <a:lnTo>
                    <a:pt x="20934" y="13733"/>
                  </a:lnTo>
                  <a:lnTo>
                    <a:pt x="21200" y="14131"/>
                  </a:lnTo>
                  <a:lnTo>
                    <a:pt x="21454" y="14529"/>
                  </a:lnTo>
                  <a:lnTo>
                    <a:pt x="21698" y="14926"/>
                  </a:lnTo>
                  <a:lnTo>
                    <a:pt x="21931" y="15322"/>
                  </a:lnTo>
                  <a:lnTo>
                    <a:pt x="22162" y="15726"/>
                  </a:lnTo>
                  <a:lnTo>
                    <a:pt x="22386" y="16130"/>
                  </a:lnTo>
                  <a:lnTo>
                    <a:pt x="22600" y="16534"/>
                  </a:lnTo>
                  <a:lnTo>
                    <a:pt x="22807" y="16939"/>
                  </a:lnTo>
                  <a:lnTo>
                    <a:pt x="23004" y="17343"/>
                  </a:lnTo>
                  <a:lnTo>
                    <a:pt x="23194" y="17747"/>
                  </a:lnTo>
                  <a:lnTo>
                    <a:pt x="23375" y="18151"/>
                  </a:lnTo>
                  <a:lnTo>
                    <a:pt x="23547" y="18555"/>
                  </a:lnTo>
                  <a:lnTo>
                    <a:pt x="23712" y="18959"/>
                  </a:lnTo>
                  <a:lnTo>
                    <a:pt x="23867" y="19363"/>
                  </a:lnTo>
                  <a:lnTo>
                    <a:pt x="24024" y="19761"/>
                  </a:lnTo>
                  <a:lnTo>
                    <a:pt x="24175" y="20163"/>
                  </a:lnTo>
                  <a:lnTo>
                    <a:pt x="24321" y="20569"/>
                  </a:lnTo>
                  <a:lnTo>
                    <a:pt x="24460" y="20980"/>
                  </a:lnTo>
                  <a:lnTo>
                    <a:pt x="24593" y="21394"/>
                  </a:lnTo>
                  <a:lnTo>
                    <a:pt x="24721" y="21813"/>
                  </a:lnTo>
                  <a:lnTo>
                    <a:pt x="24843" y="22236"/>
                  </a:lnTo>
                  <a:lnTo>
                    <a:pt x="24958" y="22663"/>
                  </a:lnTo>
                  <a:lnTo>
                    <a:pt x="25068" y="23095"/>
                  </a:lnTo>
                  <a:lnTo>
                    <a:pt x="25172" y="23531"/>
                  </a:lnTo>
                  <a:lnTo>
                    <a:pt x="19995" y="28708"/>
                  </a:lnTo>
                  <a:lnTo>
                    <a:pt x="19817" y="27791"/>
                  </a:lnTo>
                  <a:lnTo>
                    <a:pt x="19621" y="26890"/>
                  </a:lnTo>
                  <a:lnTo>
                    <a:pt x="19406" y="26006"/>
                  </a:lnTo>
                  <a:lnTo>
                    <a:pt x="19173" y="25139"/>
                  </a:lnTo>
                  <a:lnTo>
                    <a:pt x="18921" y="24288"/>
                  </a:lnTo>
                  <a:lnTo>
                    <a:pt x="18651" y="23455"/>
                  </a:lnTo>
                  <a:lnTo>
                    <a:pt x="18362" y="22638"/>
                  </a:lnTo>
                  <a:lnTo>
                    <a:pt x="18055" y="21838"/>
                  </a:lnTo>
                  <a:lnTo>
                    <a:pt x="17729" y="21055"/>
                  </a:lnTo>
                  <a:lnTo>
                    <a:pt x="17385" y="20289"/>
                  </a:lnTo>
                  <a:lnTo>
                    <a:pt x="17029" y="19534"/>
                  </a:lnTo>
                  <a:lnTo>
                    <a:pt x="16654" y="18801"/>
                  </a:lnTo>
                  <a:lnTo>
                    <a:pt x="16258" y="18089"/>
                  </a:lnTo>
                  <a:lnTo>
                    <a:pt x="15842" y="17400"/>
                  </a:lnTo>
                  <a:lnTo>
                    <a:pt x="15406" y="16732"/>
                  </a:lnTo>
                  <a:lnTo>
                    <a:pt x="14950" y="16087"/>
                  </a:lnTo>
                  <a:lnTo>
                    <a:pt x="14473" y="15463"/>
                  </a:lnTo>
                  <a:lnTo>
                    <a:pt x="13977" y="14861"/>
                  </a:lnTo>
                  <a:lnTo>
                    <a:pt x="13460" y="14281"/>
                  </a:lnTo>
                  <a:lnTo>
                    <a:pt x="12923" y="13722"/>
                  </a:lnTo>
                  <a:lnTo>
                    <a:pt x="9218" y="17427"/>
                  </a:lnTo>
                  <a:lnTo>
                    <a:pt x="0" y="82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h109"/>
            <p:cNvSpPr/>
            <p:nvPr/>
          </p:nvSpPr>
          <p:spPr>
            <a:xfrm>
              <a:off x="2340960" y="6147977"/>
              <a:ext cx="67230" cy="67828"/>
            </a:xfrm>
            <a:custGeom>
              <a:avLst/>
              <a:pathLst>
                <a:path w="67230" h="67828">
                  <a:moveTo>
                    <a:pt x="61928" y="25086"/>
                  </a:moveTo>
                  <a:lnTo>
                    <a:pt x="62548" y="25731"/>
                  </a:lnTo>
                  <a:lnTo>
                    <a:pt x="63130" y="26389"/>
                  </a:lnTo>
                  <a:lnTo>
                    <a:pt x="63673" y="27058"/>
                  </a:lnTo>
                  <a:lnTo>
                    <a:pt x="64177" y="27739"/>
                  </a:lnTo>
                  <a:lnTo>
                    <a:pt x="64643" y="28432"/>
                  </a:lnTo>
                  <a:lnTo>
                    <a:pt x="65070" y="29137"/>
                  </a:lnTo>
                  <a:lnTo>
                    <a:pt x="65458" y="29853"/>
                  </a:lnTo>
                  <a:lnTo>
                    <a:pt x="65807" y="30581"/>
                  </a:lnTo>
                  <a:lnTo>
                    <a:pt x="66118" y="31322"/>
                  </a:lnTo>
                  <a:lnTo>
                    <a:pt x="66390" y="32073"/>
                  </a:lnTo>
                  <a:lnTo>
                    <a:pt x="66624" y="32818"/>
                  </a:lnTo>
                  <a:lnTo>
                    <a:pt x="66819" y="33570"/>
                  </a:lnTo>
                  <a:lnTo>
                    <a:pt x="66977" y="34330"/>
                  </a:lnTo>
                  <a:lnTo>
                    <a:pt x="67097" y="35097"/>
                  </a:lnTo>
                  <a:lnTo>
                    <a:pt x="67179" y="35872"/>
                  </a:lnTo>
                  <a:lnTo>
                    <a:pt x="67223" y="36655"/>
                  </a:lnTo>
                  <a:lnTo>
                    <a:pt x="67230" y="37445"/>
                  </a:lnTo>
                  <a:lnTo>
                    <a:pt x="67198" y="38243"/>
                  </a:lnTo>
                  <a:lnTo>
                    <a:pt x="67129" y="39048"/>
                  </a:lnTo>
                  <a:lnTo>
                    <a:pt x="67021" y="39861"/>
                  </a:lnTo>
                  <a:lnTo>
                    <a:pt x="66868" y="40672"/>
                  </a:lnTo>
                  <a:lnTo>
                    <a:pt x="66678" y="41491"/>
                  </a:lnTo>
                  <a:lnTo>
                    <a:pt x="66451" y="42316"/>
                  </a:lnTo>
                  <a:lnTo>
                    <a:pt x="66186" y="43148"/>
                  </a:lnTo>
                  <a:lnTo>
                    <a:pt x="65885" y="43986"/>
                  </a:lnTo>
                  <a:lnTo>
                    <a:pt x="65546" y="44831"/>
                  </a:lnTo>
                  <a:lnTo>
                    <a:pt x="65171" y="45683"/>
                  </a:lnTo>
                  <a:lnTo>
                    <a:pt x="64758" y="46542"/>
                  </a:lnTo>
                  <a:lnTo>
                    <a:pt x="64309" y="47408"/>
                  </a:lnTo>
                  <a:lnTo>
                    <a:pt x="63822" y="48280"/>
                  </a:lnTo>
                  <a:lnTo>
                    <a:pt x="63298" y="49140"/>
                  </a:lnTo>
                  <a:lnTo>
                    <a:pt x="62736" y="50002"/>
                  </a:lnTo>
                  <a:lnTo>
                    <a:pt x="62136" y="50867"/>
                  </a:lnTo>
                  <a:lnTo>
                    <a:pt x="61499" y="51735"/>
                  </a:lnTo>
                  <a:lnTo>
                    <a:pt x="60823" y="52605"/>
                  </a:lnTo>
                  <a:lnTo>
                    <a:pt x="60109" y="53478"/>
                  </a:lnTo>
                  <a:lnTo>
                    <a:pt x="59358" y="54353"/>
                  </a:lnTo>
                  <a:lnTo>
                    <a:pt x="58569" y="55231"/>
                  </a:lnTo>
                  <a:lnTo>
                    <a:pt x="57742" y="56111"/>
                  </a:lnTo>
                  <a:lnTo>
                    <a:pt x="56877" y="56994"/>
                  </a:lnTo>
                  <a:lnTo>
                    <a:pt x="56086" y="57771"/>
                  </a:lnTo>
                  <a:lnTo>
                    <a:pt x="55299" y="58521"/>
                  </a:lnTo>
                  <a:lnTo>
                    <a:pt x="54514" y="59243"/>
                  </a:lnTo>
                  <a:lnTo>
                    <a:pt x="53731" y="59937"/>
                  </a:lnTo>
                  <a:lnTo>
                    <a:pt x="52951" y="60603"/>
                  </a:lnTo>
                  <a:lnTo>
                    <a:pt x="52174" y="61242"/>
                  </a:lnTo>
                  <a:lnTo>
                    <a:pt x="51399" y="61853"/>
                  </a:lnTo>
                  <a:lnTo>
                    <a:pt x="50626" y="62436"/>
                  </a:lnTo>
                  <a:lnTo>
                    <a:pt x="49856" y="62991"/>
                  </a:lnTo>
                  <a:lnTo>
                    <a:pt x="49089" y="63518"/>
                  </a:lnTo>
                  <a:lnTo>
                    <a:pt x="48340" y="64017"/>
                  </a:lnTo>
                  <a:lnTo>
                    <a:pt x="47590" y="64485"/>
                  </a:lnTo>
                  <a:lnTo>
                    <a:pt x="46841" y="64923"/>
                  </a:lnTo>
                  <a:lnTo>
                    <a:pt x="46092" y="65330"/>
                  </a:lnTo>
                  <a:lnTo>
                    <a:pt x="45342" y="65707"/>
                  </a:lnTo>
                  <a:lnTo>
                    <a:pt x="44593" y="66054"/>
                  </a:lnTo>
                  <a:lnTo>
                    <a:pt x="43844" y="66371"/>
                  </a:lnTo>
                  <a:lnTo>
                    <a:pt x="43095" y="66657"/>
                  </a:lnTo>
                  <a:lnTo>
                    <a:pt x="42345" y="66913"/>
                  </a:lnTo>
                  <a:lnTo>
                    <a:pt x="41596" y="67138"/>
                  </a:lnTo>
                  <a:lnTo>
                    <a:pt x="40846" y="67333"/>
                  </a:lnTo>
                  <a:lnTo>
                    <a:pt x="40094" y="67495"/>
                  </a:lnTo>
                  <a:lnTo>
                    <a:pt x="39341" y="67626"/>
                  </a:lnTo>
                  <a:lnTo>
                    <a:pt x="38585" y="67724"/>
                  </a:lnTo>
                  <a:lnTo>
                    <a:pt x="37829" y="67791"/>
                  </a:lnTo>
                  <a:lnTo>
                    <a:pt x="37070" y="67825"/>
                  </a:lnTo>
                  <a:lnTo>
                    <a:pt x="36310" y="67828"/>
                  </a:lnTo>
                  <a:lnTo>
                    <a:pt x="35548" y="67798"/>
                  </a:lnTo>
                  <a:lnTo>
                    <a:pt x="34784" y="67737"/>
                  </a:lnTo>
                  <a:lnTo>
                    <a:pt x="34019" y="67644"/>
                  </a:lnTo>
                  <a:lnTo>
                    <a:pt x="33252" y="67499"/>
                  </a:lnTo>
                  <a:lnTo>
                    <a:pt x="32482" y="67319"/>
                  </a:lnTo>
                  <a:lnTo>
                    <a:pt x="31709" y="67102"/>
                  </a:lnTo>
                  <a:lnTo>
                    <a:pt x="30934" y="66849"/>
                  </a:lnTo>
                  <a:lnTo>
                    <a:pt x="30157" y="66560"/>
                  </a:lnTo>
                  <a:lnTo>
                    <a:pt x="29377" y="66234"/>
                  </a:lnTo>
                  <a:lnTo>
                    <a:pt x="28594" y="65873"/>
                  </a:lnTo>
                  <a:lnTo>
                    <a:pt x="27809" y="65475"/>
                  </a:lnTo>
                  <a:lnTo>
                    <a:pt x="27022" y="65041"/>
                  </a:lnTo>
                  <a:lnTo>
                    <a:pt x="26231" y="64571"/>
                  </a:lnTo>
                  <a:lnTo>
                    <a:pt x="31620" y="56573"/>
                  </a:lnTo>
                  <a:lnTo>
                    <a:pt x="32547" y="57071"/>
                  </a:lnTo>
                  <a:lnTo>
                    <a:pt x="33477" y="57490"/>
                  </a:lnTo>
                  <a:lnTo>
                    <a:pt x="34409" y="57829"/>
                  </a:lnTo>
                  <a:lnTo>
                    <a:pt x="35344" y="58088"/>
                  </a:lnTo>
                  <a:lnTo>
                    <a:pt x="36282" y="58267"/>
                  </a:lnTo>
                  <a:lnTo>
                    <a:pt x="37222" y="58366"/>
                  </a:lnTo>
                  <a:lnTo>
                    <a:pt x="38164" y="58385"/>
                  </a:lnTo>
                  <a:lnTo>
                    <a:pt x="39109" y="58324"/>
                  </a:lnTo>
                  <a:lnTo>
                    <a:pt x="40057" y="58183"/>
                  </a:lnTo>
                  <a:lnTo>
                    <a:pt x="41007" y="57962"/>
                  </a:lnTo>
                  <a:lnTo>
                    <a:pt x="41956" y="57652"/>
                  </a:lnTo>
                  <a:lnTo>
                    <a:pt x="42920" y="57261"/>
                  </a:lnTo>
                  <a:lnTo>
                    <a:pt x="43896" y="56790"/>
                  </a:lnTo>
                  <a:lnTo>
                    <a:pt x="44886" y="56238"/>
                  </a:lnTo>
                  <a:lnTo>
                    <a:pt x="45890" y="55604"/>
                  </a:lnTo>
                  <a:lnTo>
                    <a:pt x="46907" y="54890"/>
                  </a:lnTo>
                  <a:lnTo>
                    <a:pt x="47937" y="54096"/>
                  </a:lnTo>
                  <a:lnTo>
                    <a:pt x="48981" y="53220"/>
                  </a:lnTo>
                  <a:lnTo>
                    <a:pt x="50039" y="52264"/>
                  </a:lnTo>
                  <a:lnTo>
                    <a:pt x="51110" y="51227"/>
                  </a:lnTo>
                  <a:lnTo>
                    <a:pt x="51590" y="50739"/>
                  </a:lnTo>
                  <a:lnTo>
                    <a:pt x="52056" y="50253"/>
                  </a:lnTo>
                  <a:lnTo>
                    <a:pt x="52506" y="49769"/>
                  </a:lnTo>
                  <a:lnTo>
                    <a:pt x="52941" y="49287"/>
                  </a:lnTo>
                  <a:lnTo>
                    <a:pt x="53362" y="48806"/>
                  </a:lnTo>
                  <a:lnTo>
                    <a:pt x="53767" y="48327"/>
                  </a:lnTo>
                  <a:lnTo>
                    <a:pt x="54156" y="47850"/>
                  </a:lnTo>
                  <a:lnTo>
                    <a:pt x="54531" y="47374"/>
                  </a:lnTo>
                  <a:lnTo>
                    <a:pt x="54890" y="46900"/>
                  </a:lnTo>
                  <a:lnTo>
                    <a:pt x="55235" y="46428"/>
                  </a:lnTo>
                  <a:lnTo>
                    <a:pt x="55569" y="45949"/>
                  </a:lnTo>
                  <a:lnTo>
                    <a:pt x="55883" y="45473"/>
                  </a:lnTo>
                  <a:lnTo>
                    <a:pt x="56176" y="44999"/>
                  </a:lnTo>
                  <a:lnTo>
                    <a:pt x="56447" y="44528"/>
                  </a:lnTo>
                  <a:lnTo>
                    <a:pt x="56698" y="44060"/>
                  </a:lnTo>
                  <a:lnTo>
                    <a:pt x="56927" y="43594"/>
                  </a:lnTo>
                  <a:lnTo>
                    <a:pt x="57135" y="43130"/>
                  </a:lnTo>
                  <a:lnTo>
                    <a:pt x="57323" y="42669"/>
                  </a:lnTo>
                  <a:lnTo>
                    <a:pt x="57489" y="42211"/>
                  </a:lnTo>
                  <a:lnTo>
                    <a:pt x="57634" y="41755"/>
                  </a:lnTo>
                  <a:lnTo>
                    <a:pt x="57749" y="41294"/>
                  </a:lnTo>
                  <a:lnTo>
                    <a:pt x="57840" y="40836"/>
                  </a:lnTo>
                  <a:lnTo>
                    <a:pt x="57907" y="40381"/>
                  </a:lnTo>
                  <a:lnTo>
                    <a:pt x="57951" y="39930"/>
                  </a:lnTo>
                  <a:lnTo>
                    <a:pt x="57971" y="39482"/>
                  </a:lnTo>
                  <a:lnTo>
                    <a:pt x="57968" y="39038"/>
                  </a:lnTo>
                  <a:lnTo>
                    <a:pt x="57941" y="38596"/>
                  </a:lnTo>
                  <a:lnTo>
                    <a:pt x="57890" y="38159"/>
                  </a:lnTo>
                  <a:lnTo>
                    <a:pt x="57816" y="37724"/>
                  </a:lnTo>
                  <a:lnTo>
                    <a:pt x="57718" y="37293"/>
                  </a:lnTo>
                  <a:lnTo>
                    <a:pt x="57594" y="36849"/>
                  </a:lnTo>
                  <a:lnTo>
                    <a:pt x="57441" y="36409"/>
                  </a:lnTo>
                  <a:lnTo>
                    <a:pt x="57257" y="35973"/>
                  </a:lnTo>
                  <a:lnTo>
                    <a:pt x="57045" y="35542"/>
                  </a:lnTo>
                  <a:lnTo>
                    <a:pt x="56803" y="35115"/>
                  </a:lnTo>
                  <a:lnTo>
                    <a:pt x="56531" y="34692"/>
                  </a:lnTo>
                  <a:lnTo>
                    <a:pt x="56230" y="34273"/>
                  </a:lnTo>
                  <a:lnTo>
                    <a:pt x="55900" y="33858"/>
                  </a:lnTo>
                  <a:lnTo>
                    <a:pt x="55540" y="33448"/>
                  </a:lnTo>
                  <a:lnTo>
                    <a:pt x="55151" y="33042"/>
                  </a:lnTo>
                  <a:lnTo>
                    <a:pt x="54736" y="32646"/>
                  </a:lnTo>
                  <a:lnTo>
                    <a:pt x="54317" y="32285"/>
                  </a:lnTo>
                  <a:lnTo>
                    <a:pt x="53894" y="31959"/>
                  </a:lnTo>
                  <a:lnTo>
                    <a:pt x="53467" y="31668"/>
                  </a:lnTo>
                  <a:lnTo>
                    <a:pt x="53035" y="31410"/>
                  </a:lnTo>
                  <a:lnTo>
                    <a:pt x="52600" y="31188"/>
                  </a:lnTo>
                  <a:lnTo>
                    <a:pt x="52160" y="30999"/>
                  </a:lnTo>
                  <a:lnTo>
                    <a:pt x="51716" y="30846"/>
                  </a:lnTo>
                  <a:lnTo>
                    <a:pt x="51267" y="30727"/>
                  </a:lnTo>
                  <a:lnTo>
                    <a:pt x="50815" y="30642"/>
                  </a:lnTo>
                  <a:lnTo>
                    <a:pt x="50349" y="30579"/>
                  </a:lnTo>
                  <a:lnTo>
                    <a:pt x="49877" y="30539"/>
                  </a:lnTo>
                  <a:lnTo>
                    <a:pt x="49399" y="30525"/>
                  </a:lnTo>
                  <a:lnTo>
                    <a:pt x="48916" y="30534"/>
                  </a:lnTo>
                  <a:lnTo>
                    <a:pt x="48426" y="30568"/>
                  </a:lnTo>
                  <a:lnTo>
                    <a:pt x="47930" y="30627"/>
                  </a:lnTo>
                  <a:lnTo>
                    <a:pt x="47429" y="30710"/>
                  </a:lnTo>
                  <a:lnTo>
                    <a:pt x="46922" y="30817"/>
                  </a:lnTo>
                  <a:lnTo>
                    <a:pt x="46409" y="30949"/>
                  </a:lnTo>
                  <a:lnTo>
                    <a:pt x="45890" y="31105"/>
                  </a:lnTo>
                  <a:lnTo>
                    <a:pt x="45363" y="31284"/>
                  </a:lnTo>
                  <a:lnTo>
                    <a:pt x="44826" y="31482"/>
                  </a:lnTo>
                  <a:lnTo>
                    <a:pt x="44278" y="31701"/>
                  </a:lnTo>
                  <a:lnTo>
                    <a:pt x="43721" y="31940"/>
                  </a:lnTo>
                  <a:lnTo>
                    <a:pt x="43154" y="32200"/>
                  </a:lnTo>
                  <a:lnTo>
                    <a:pt x="42576" y="32479"/>
                  </a:lnTo>
                  <a:lnTo>
                    <a:pt x="41988" y="32779"/>
                  </a:lnTo>
                  <a:lnTo>
                    <a:pt x="41391" y="33099"/>
                  </a:lnTo>
                  <a:lnTo>
                    <a:pt x="40783" y="33439"/>
                  </a:lnTo>
                  <a:lnTo>
                    <a:pt x="40165" y="33799"/>
                  </a:lnTo>
                  <a:lnTo>
                    <a:pt x="39535" y="34157"/>
                  </a:lnTo>
                  <a:lnTo>
                    <a:pt x="38894" y="34522"/>
                  </a:lnTo>
                  <a:lnTo>
                    <a:pt x="38239" y="34894"/>
                  </a:lnTo>
                  <a:lnTo>
                    <a:pt x="37572" y="35274"/>
                  </a:lnTo>
                  <a:lnTo>
                    <a:pt x="36892" y="35662"/>
                  </a:lnTo>
                  <a:lnTo>
                    <a:pt x="36199" y="36057"/>
                  </a:lnTo>
                  <a:lnTo>
                    <a:pt x="35494" y="36460"/>
                  </a:lnTo>
                  <a:lnTo>
                    <a:pt x="34777" y="36870"/>
                  </a:lnTo>
                  <a:lnTo>
                    <a:pt x="34046" y="37288"/>
                  </a:lnTo>
                  <a:lnTo>
                    <a:pt x="33303" y="37714"/>
                  </a:lnTo>
                  <a:lnTo>
                    <a:pt x="32612" y="38116"/>
                  </a:lnTo>
                  <a:lnTo>
                    <a:pt x="31918" y="38514"/>
                  </a:lnTo>
                  <a:lnTo>
                    <a:pt x="31221" y="38907"/>
                  </a:lnTo>
                  <a:lnTo>
                    <a:pt x="30522" y="39297"/>
                  </a:lnTo>
                  <a:lnTo>
                    <a:pt x="29820" y="39682"/>
                  </a:lnTo>
                  <a:lnTo>
                    <a:pt x="29116" y="40063"/>
                  </a:lnTo>
                  <a:lnTo>
                    <a:pt x="28409" y="40440"/>
                  </a:lnTo>
                  <a:lnTo>
                    <a:pt x="27700" y="40812"/>
                  </a:lnTo>
                  <a:lnTo>
                    <a:pt x="26988" y="41181"/>
                  </a:lnTo>
                  <a:lnTo>
                    <a:pt x="26273" y="41545"/>
                  </a:lnTo>
                  <a:lnTo>
                    <a:pt x="25557" y="41896"/>
                  </a:lnTo>
                  <a:lnTo>
                    <a:pt x="24841" y="42227"/>
                  </a:lnTo>
                  <a:lnTo>
                    <a:pt x="24123" y="42536"/>
                  </a:lnTo>
                  <a:lnTo>
                    <a:pt x="23404" y="42824"/>
                  </a:lnTo>
                  <a:lnTo>
                    <a:pt x="22685" y="43092"/>
                  </a:lnTo>
                  <a:lnTo>
                    <a:pt x="21965" y="43338"/>
                  </a:lnTo>
                  <a:lnTo>
                    <a:pt x="21244" y="43563"/>
                  </a:lnTo>
                  <a:lnTo>
                    <a:pt x="20522" y="43767"/>
                  </a:lnTo>
                  <a:lnTo>
                    <a:pt x="19799" y="43950"/>
                  </a:lnTo>
                  <a:lnTo>
                    <a:pt x="19075" y="44112"/>
                  </a:lnTo>
                  <a:lnTo>
                    <a:pt x="18352" y="44232"/>
                  </a:lnTo>
                  <a:lnTo>
                    <a:pt x="17632" y="44323"/>
                  </a:lnTo>
                  <a:lnTo>
                    <a:pt x="16915" y="44384"/>
                  </a:lnTo>
                  <a:lnTo>
                    <a:pt x="16199" y="44416"/>
                  </a:lnTo>
                  <a:lnTo>
                    <a:pt x="15487" y="44418"/>
                  </a:lnTo>
                  <a:lnTo>
                    <a:pt x="14777" y="44390"/>
                  </a:lnTo>
                  <a:lnTo>
                    <a:pt x="14069" y="44333"/>
                  </a:lnTo>
                  <a:lnTo>
                    <a:pt x="13364" y="44247"/>
                  </a:lnTo>
                  <a:lnTo>
                    <a:pt x="12661" y="44131"/>
                  </a:lnTo>
                  <a:lnTo>
                    <a:pt x="11961" y="43986"/>
                  </a:lnTo>
                  <a:lnTo>
                    <a:pt x="11265" y="43802"/>
                  </a:lnTo>
                  <a:lnTo>
                    <a:pt x="10574" y="43569"/>
                  </a:lnTo>
                  <a:lnTo>
                    <a:pt x="9888" y="43287"/>
                  </a:lnTo>
                  <a:lnTo>
                    <a:pt x="9207" y="42956"/>
                  </a:lnTo>
                  <a:lnTo>
                    <a:pt x="8530" y="42576"/>
                  </a:lnTo>
                  <a:lnTo>
                    <a:pt x="7859" y="42147"/>
                  </a:lnTo>
                  <a:lnTo>
                    <a:pt x="7194" y="41670"/>
                  </a:lnTo>
                  <a:lnTo>
                    <a:pt x="6533" y="41144"/>
                  </a:lnTo>
                  <a:lnTo>
                    <a:pt x="5877" y="40569"/>
                  </a:lnTo>
                  <a:lnTo>
                    <a:pt x="5226" y="39945"/>
                  </a:lnTo>
                  <a:lnTo>
                    <a:pt x="4054" y="38685"/>
                  </a:lnTo>
                  <a:lnTo>
                    <a:pt x="3030" y="37396"/>
                  </a:lnTo>
                  <a:lnTo>
                    <a:pt x="2155" y="36078"/>
                  </a:lnTo>
                  <a:lnTo>
                    <a:pt x="1427" y="34732"/>
                  </a:lnTo>
                  <a:lnTo>
                    <a:pt x="848" y="33357"/>
                  </a:lnTo>
                  <a:lnTo>
                    <a:pt x="417" y="31954"/>
                  </a:lnTo>
                  <a:lnTo>
                    <a:pt x="134" y="30522"/>
                  </a:lnTo>
                  <a:lnTo>
                    <a:pt x="0" y="29061"/>
                  </a:lnTo>
                  <a:lnTo>
                    <a:pt x="13" y="27572"/>
                  </a:lnTo>
                  <a:lnTo>
                    <a:pt x="175" y="26054"/>
                  </a:lnTo>
                  <a:lnTo>
                    <a:pt x="484" y="24497"/>
                  </a:lnTo>
                  <a:lnTo>
                    <a:pt x="939" y="22925"/>
                  </a:lnTo>
                  <a:lnTo>
                    <a:pt x="1541" y="21338"/>
                  </a:lnTo>
                  <a:lnTo>
                    <a:pt x="2289" y="19736"/>
                  </a:lnTo>
                  <a:lnTo>
                    <a:pt x="3184" y="18119"/>
                  </a:lnTo>
                  <a:lnTo>
                    <a:pt x="4226" y="16486"/>
                  </a:lnTo>
                  <a:lnTo>
                    <a:pt x="5414" y="14839"/>
                  </a:lnTo>
                  <a:lnTo>
                    <a:pt x="6748" y="13176"/>
                  </a:lnTo>
                  <a:lnTo>
                    <a:pt x="8229" y="11498"/>
                  </a:lnTo>
                  <a:lnTo>
                    <a:pt x="9856" y="9805"/>
                  </a:lnTo>
                  <a:lnTo>
                    <a:pt x="11359" y="8356"/>
                  </a:lnTo>
                  <a:lnTo>
                    <a:pt x="12852" y="7022"/>
                  </a:lnTo>
                  <a:lnTo>
                    <a:pt x="14336" y="5803"/>
                  </a:lnTo>
                  <a:lnTo>
                    <a:pt x="15810" y="4700"/>
                  </a:lnTo>
                  <a:lnTo>
                    <a:pt x="17276" y="3712"/>
                  </a:lnTo>
                  <a:lnTo>
                    <a:pt x="18732" y="2839"/>
                  </a:lnTo>
                  <a:lnTo>
                    <a:pt x="20179" y="2082"/>
                  </a:lnTo>
                  <a:lnTo>
                    <a:pt x="21616" y="1440"/>
                  </a:lnTo>
                  <a:lnTo>
                    <a:pt x="23044" y="913"/>
                  </a:lnTo>
                  <a:lnTo>
                    <a:pt x="24463" y="502"/>
                  </a:lnTo>
                  <a:lnTo>
                    <a:pt x="25885" y="205"/>
                  </a:lnTo>
                  <a:lnTo>
                    <a:pt x="27306" y="37"/>
                  </a:lnTo>
                  <a:lnTo>
                    <a:pt x="28724" y="0"/>
                  </a:lnTo>
                  <a:lnTo>
                    <a:pt x="30141" y="91"/>
                  </a:lnTo>
                  <a:lnTo>
                    <a:pt x="31556" y="313"/>
                  </a:lnTo>
                  <a:lnTo>
                    <a:pt x="32970" y="664"/>
                  </a:lnTo>
                  <a:lnTo>
                    <a:pt x="34382" y="1144"/>
                  </a:lnTo>
                  <a:lnTo>
                    <a:pt x="35792" y="1755"/>
                  </a:lnTo>
                  <a:lnTo>
                    <a:pt x="37200" y="2495"/>
                  </a:lnTo>
                  <a:lnTo>
                    <a:pt x="38607" y="3365"/>
                  </a:lnTo>
                  <a:lnTo>
                    <a:pt x="32630" y="11026"/>
                  </a:lnTo>
                  <a:lnTo>
                    <a:pt x="32200" y="10760"/>
                  </a:lnTo>
                  <a:lnTo>
                    <a:pt x="31769" y="10519"/>
                  </a:lnTo>
                  <a:lnTo>
                    <a:pt x="31338" y="10302"/>
                  </a:lnTo>
                  <a:lnTo>
                    <a:pt x="30906" y="10110"/>
                  </a:lnTo>
                  <a:lnTo>
                    <a:pt x="30472" y="9942"/>
                  </a:lnTo>
                  <a:lnTo>
                    <a:pt x="30038" y="9798"/>
                  </a:lnTo>
                  <a:lnTo>
                    <a:pt x="29604" y="9679"/>
                  </a:lnTo>
                  <a:lnTo>
                    <a:pt x="29168" y="9585"/>
                  </a:lnTo>
                  <a:lnTo>
                    <a:pt x="28731" y="9514"/>
                  </a:lnTo>
                  <a:lnTo>
                    <a:pt x="28294" y="9468"/>
                  </a:lnTo>
                  <a:lnTo>
                    <a:pt x="27849" y="9436"/>
                  </a:lnTo>
                  <a:lnTo>
                    <a:pt x="27405" y="9421"/>
                  </a:lnTo>
                  <a:lnTo>
                    <a:pt x="26963" y="9425"/>
                  </a:lnTo>
                  <a:lnTo>
                    <a:pt x="26523" y="9448"/>
                  </a:lnTo>
                  <a:lnTo>
                    <a:pt x="26084" y="9489"/>
                  </a:lnTo>
                  <a:lnTo>
                    <a:pt x="25647" y="9549"/>
                  </a:lnTo>
                  <a:lnTo>
                    <a:pt x="25212" y="9627"/>
                  </a:lnTo>
                  <a:lnTo>
                    <a:pt x="24778" y="9724"/>
                  </a:lnTo>
                  <a:lnTo>
                    <a:pt x="24346" y="9840"/>
                  </a:lnTo>
                  <a:lnTo>
                    <a:pt x="23916" y="9973"/>
                  </a:lnTo>
                  <a:lnTo>
                    <a:pt x="23479" y="10117"/>
                  </a:lnTo>
                  <a:lnTo>
                    <a:pt x="23044" y="10277"/>
                  </a:lnTo>
                  <a:lnTo>
                    <a:pt x="22610" y="10453"/>
                  </a:lnTo>
                  <a:lnTo>
                    <a:pt x="22178" y="10647"/>
                  </a:lnTo>
                  <a:lnTo>
                    <a:pt x="21748" y="10857"/>
                  </a:lnTo>
                  <a:lnTo>
                    <a:pt x="21320" y="11085"/>
                  </a:lnTo>
                  <a:lnTo>
                    <a:pt x="20893" y="11329"/>
                  </a:lnTo>
                  <a:lnTo>
                    <a:pt x="20468" y="11590"/>
                  </a:lnTo>
                  <a:lnTo>
                    <a:pt x="20044" y="11868"/>
                  </a:lnTo>
                  <a:lnTo>
                    <a:pt x="19622" y="12162"/>
                  </a:lnTo>
                  <a:lnTo>
                    <a:pt x="19203" y="12454"/>
                  </a:lnTo>
                  <a:lnTo>
                    <a:pt x="18787" y="12755"/>
                  </a:lnTo>
                  <a:lnTo>
                    <a:pt x="18375" y="13067"/>
                  </a:lnTo>
                  <a:lnTo>
                    <a:pt x="17966" y="13388"/>
                  </a:lnTo>
                  <a:lnTo>
                    <a:pt x="17560" y="13720"/>
                  </a:lnTo>
                  <a:lnTo>
                    <a:pt x="17157" y="14062"/>
                  </a:lnTo>
                  <a:lnTo>
                    <a:pt x="16758" y="14414"/>
                  </a:lnTo>
                  <a:lnTo>
                    <a:pt x="16363" y="14776"/>
                  </a:lnTo>
                  <a:lnTo>
                    <a:pt x="15970" y="15148"/>
                  </a:lnTo>
                  <a:lnTo>
                    <a:pt x="15581" y="15530"/>
                  </a:lnTo>
                  <a:lnTo>
                    <a:pt x="14597" y="16546"/>
                  </a:lnTo>
                  <a:lnTo>
                    <a:pt x="13697" y="17539"/>
                  </a:lnTo>
                  <a:lnTo>
                    <a:pt x="12883" y="18509"/>
                  </a:lnTo>
                  <a:lnTo>
                    <a:pt x="12153" y="19457"/>
                  </a:lnTo>
                  <a:lnTo>
                    <a:pt x="11509" y="20381"/>
                  </a:lnTo>
                  <a:lnTo>
                    <a:pt x="10949" y="21284"/>
                  </a:lnTo>
                  <a:lnTo>
                    <a:pt x="10475" y="22163"/>
                  </a:lnTo>
                  <a:lnTo>
                    <a:pt x="10085" y="23020"/>
                  </a:lnTo>
                  <a:lnTo>
                    <a:pt x="9781" y="23853"/>
                  </a:lnTo>
                  <a:lnTo>
                    <a:pt x="9562" y="24665"/>
                  </a:lnTo>
                  <a:lnTo>
                    <a:pt x="9425" y="25456"/>
                  </a:lnTo>
                  <a:lnTo>
                    <a:pt x="9370" y="26231"/>
                  </a:lnTo>
                  <a:lnTo>
                    <a:pt x="9395" y="26988"/>
                  </a:lnTo>
                  <a:lnTo>
                    <a:pt x="9501" y="27729"/>
                  </a:lnTo>
                  <a:lnTo>
                    <a:pt x="9688" y="28453"/>
                  </a:lnTo>
                  <a:lnTo>
                    <a:pt x="9956" y="29160"/>
                  </a:lnTo>
                  <a:lnTo>
                    <a:pt x="10304" y="29851"/>
                  </a:lnTo>
                  <a:lnTo>
                    <a:pt x="10734" y="30524"/>
                  </a:lnTo>
                  <a:lnTo>
                    <a:pt x="11244" y="31181"/>
                  </a:lnTo>
                  <a:lnTo>
                    <a:pt x="11835" y="31821"/>
                  </a:lnTo>
                  <a:lnTo>
                    <a:pt x="12208" y="32176"/>
                  </a:lnTo>
                  <a:lnTo>
                    <a:pt x="12586" y="32501"/>
                  </a:lnTo>
                  <a:lnTo>
                    <a:pt x="12969" y="32796"/>
                  </a:lnTo>
                  <a:lnTo>
                    <a:pt x="13357" y="33060"/>
                  </a:lnTo>
                  <a:lnTo>
                    <a:pt x="13750" y="33294"/>
                  </a:lnTo>
                  <a:lnTo>
                    <a:pt x="14148" y="33498"/>
                  </a:lnTo>
                  <a:lnTo>
                    <a:pt x="14552" y="33671"/>
                  </a:lnTo>
                  <a:lnTo>
                    <a:pt x="14960" y="33814"/>
                  </a:lnTo>
                  <a:lnTo>
                    <a:pt x="15373" y="33927"/>
                  </a:lnTo>
                  <a:lnTo>
                    <a:pt x="15792" y="34010"/>
                  </a:lnTo>
                  <a:lnTo>
                    <a:pt x="16216" y="34050"/>
                  </a:lnTo>
                  <a:lnTo>
                    <a:pt x="16647" y="34070"/>
                  </a:lnTo>
                  <a:lnTo>
                    <a:pt x="17085" y="34070"/>
                  </a:lnTo>
                  <a:lnTo>
                    <a:pt x="17530" y="34050"/>
                  </a:lnTo>
                  <a:lnTo>
                    <a:pt x="17981" y="34010"/>
                  </a:lnTo>
                  <a:lnTo>
                    <a:pt x="18439" y="33949"/>
                  </a:lnTo>
                  <a:lnTo>
                    <a:pt x="18904" y="33868"/>
                  </a:lnTo>
                  <a:lnTo>
                    <a:pt x="19375" y="33767"/>
                  </a:lnTo>
                  <a:lnTo>
                    <a:pt x="19853" y="33646"/>
                  </a:lnTo>
                  <a:lnTo>
                    <a:pt x="20338" y="33505"/>
                  </a:lnTo>
                  <a:lnTo>
                    <a:pt x="20831" y="33328"/>
                  </a:lnTo>
                  <a:lnTo>
                    <a:pt x="21333" y="33136"/>
                  </a:lnTo>
                  <a:lnTo>
                    <a:pt x="21845" y="32927"/>
                  </a:lnTo>
                  <a:lnTo>
                    <a:pt x="22365" y="32703"/>
                  </a:lnTo>
                  <a:lnTo>
                    <a:pt x="22895" y="32463"/>
                  </a:lnTo>
                  <a:lnTo>
                    <a:pt x="23435" y="32206"/>
                  </a:lnTo>
                  <a:lnTo>
                    <a:pt x="23983" y="31934"/>
                  </a:lnTo>
                  <a:lnTo>
                    <a:pt x="24541" y="31646"/>
                  </a:lnTo>
                  <a:lnTo>
                    <a:pt x="25108" y="31341"/>
                  </a:lnTo>
                  <a:lnTo>
                    <a:pt x="25684" y="31021"/>
                  </a:lnTo>
                  <a:lnTo>
                    <a:pt x="26262" y="30680"/>
                  </a:lnTo>
                  <a:lnTo>
                    <a:pt x="26851" y="30332"/>
                  </a:lnTo>
                  <a:lnTo>
                    <a:pt x="27451" y="29977"/>
                  </a:lnTo>
                  <a:lnTo>
                    <a:pt x="28062" y="29613"/>
                  </a:lnTo>
                  <a:lnTo>
                    <a:pt x="28683" y="29242"/>
                  </a:lnTo>
                  <a:lnTo>
                    <a:pt x="29316" y="28864"/>
                  </a:lnTo>
                  <a:lnTo>
                    <a:pt x="29960" y="28478"/>
                  </a:lnTo>
                  <a:lnTo>
                    <a:pt x="30614" y="28084"/>
                  </a:lnTo>
                  <a:lnTo>
                    <a:pt x="31280" y="27683"/>
                  </a:lnTo>
                  <a:lnTo>
                    <a:pt x="31956" y="27275"/>
                  </a:lnTo>
                  <a:lnTo>
                    <a:pt x="32413" y="27005"/>
                  </a:lnTo>
                  <a:lnTo>
                    <a:pt x="32872" y="26736"/>
                  </a:lnTo>
                  <a:lnTo>
                    <a:pt x="33335" y="26466"/>
                  </a:lnTo>
                  <a:lnTo>
                    <a:pt x="33802" y="26197"/>
                  </a:lnTo>
                  <a:lnTo>
                    <a:pt x="34272" y="25927"/>
                  </a:lnTo>
                  <a:lnTo>
                    <a:pt x="34745" y="25658"/>
                  </a:lnTo>
                  <a:lnTo>
                    <a:pt x="35221" y="25389"/>
                  </a:lnTo>
                  <a:lnTo>
                    <a:pt x="35701" y="25119"/>
                  </a:lnTo>
                  <a:lnTo>
                    <a:pt x="36184" y="24850"/>
                  </a:lnTo>
                  <a:lnTo>
                    <a:pt x="36671" y="24580"/>
                  </a:lnTo>
                  <a:lnTo>
                    <a:pt x="37152" y="24306"/>
                  </a:lnTo>
                  <a:lnTo>
                    <a:pt x="37636" y="24040"/>
                  </a:lnTo>
                  <a:lnTo>
                    <a:pt x="38122" y="23781"/>
                  </a:lnTo>
                  <a:lnTo>
                    <a:pt x="38611" y="23530"/>
                  </a:lnTo>
                  <a:lnTo>
                    <a:pt x="39102" y="23286"/>
                  </a:lnTo>
                  <a:lnTo>
                    <a:pt x="39596" y="23050"/>
                  </a:lnTo>
                  <a:lnTo>
                    <a:pt x="40092" y="22821"/>
                  </a:lnTo>
                  <a:lnTo>
                    <a:pt x="40591" y="22600"/>
                  </a:lnTo>
                  <a:lnTo>
                    <a:pt x="41092" y="22387"/>
                  </a:lnTo>
                  <a:lnTo>
                    <a:pt x="41596" y="22181"/>
                  </a:lnTo>
                  <a:lnTo>
                    <a:pt x="42102" y="21968"/>
                  </a:lnTo>
                  <a:lnTo>
                    <a:pt x="42608" y="21765"/>
                  </a:lnTo>
                  <a:lnTo>
                    <a:pt x="43115" y="21574"/>
                  </a:lnTo>
                  <a:lnTo>
                    <a:pt x="43623" y="21393"/>
                  </a:lnTo>
                  <a:lnTo>
                    <a:pt x="44132" y="21223"/>
                  </a:lnTo>
                  <a:lnTo>
                    <a:pt x="44642" y="21065"/>
                  </a:lnTo>
                  <a:lnTo>
                    <a:pt x="45153" y="20917"/>
                  </a:lnTo>
                  <a:lnTo>
                    <a:pt x="45664" y="20780"/>
                  </a:lnTo>
                  <a:lnTo>
                    <a:pt x="46176" y="20654"/>
                  </a:lnTo>
                  <a:lnTo>
                    <a:pt x="46690" y="20539"/>
                  </a:lnTo>
                  <a:lnTo>
                    <a:pt x="47203" y="20421"/>
                  </a:lnTo>
                  <a:lnTo>
                    <a:pt x="47717" y="20320"/>
                  </a:lnTo>
                  <a:lnTo>
                    <a:pt x="48230" y="20236"/>
                  </a:lnTo>
                  <a:lnTo>
                    <a:pt x="48744" y="20169"/>
                  </a:lnTo>
                  <a:lnTo>
                    <a:pt x="49257" y="20118"/>
                  </a:lnTo>
                  <a:lnTo>
                    <a:pt x="49771" y="20085"/>
                  </a:lnTo>
                  <a:lnTo>
                    <a:pt x="50284" y="20068"/>
                  </a:lnTo>
                  <a:lnTo>
                    <a:pt x="50798" y="20068"/>
                  </a:lnTo>
                  <a:lnTo>
                    <a:pt x="51312" y="20085"/>
                  </a:lnTo>
                  <a:lnTo>
                    <a:pt x="51825" y="20118"/>
                  </a:lnTo>
                  <a:lnTo>
                    <a:pt x="52338" y="20170"/>
                  </a:lnTo>
                  <a:lnTo>
                    <a:pt x="52851" y="20241"/>
                  </a:lnTo>
                  <a:lnTo>
                    <a:pt x="53362" y="20332"/>
                  </a:lnTo>
                  <a:lnTo>
                    <a:pt x="53873" y="20442"/>
                  </a:lnTo>
                  <a:lnTo>
                    <a:pt x="54382" y="20571"/>
                  </a:lnTo>
                  <a:lnTo>
                    <a:pt x="54891" y="20719"/>
                  </a:lnTo>
                  <a:lnTo>
                    <a:pt x="55399" y="20887"/>
                  </a:lnTo>
                  <a:lnTo>
                    <a:pt x="55907" y="21075"/>
                  </a:lnTo>
                  <a:lnTo>
                    <a:pt x="56413" y="21281"/>
                  </a:lnTo>
                  <a:lnTo>
                    <a:pt x="56919" y="21507"/>
                  </a:lnTo>
                  <a:lnTo>
                    <a:pt x="57431" y="21748"/>
                  </a:lnTo>
                  <a:lnTo>
                    <a:pt x="57941" y="22014"/>
                  </a:lnTo>
                  <a:lnTo>
                    <a:pt x="58448" y="22307"/>
                  </a:lnTo>
                  <a:lnTo>
                    <a:pt x="58953" y="22626"/>
                  </a:lnTo>
                  <a:lnTo>
                    <a:pt x="59455" y="22970"/>
                  </a:lnTo>
                  <a:lnTo>
                    <a:pt x="59954" y="23341"/>
                  </a:lnTo>
                  <a:lnTo>
                    <a:pt x="60452" y="23738"/>
                  </a:lnTo>
                  <a:lnTo>
                    <a:pt x="60946" y="24161"/>
                  </a:lnTo>
                  <a:lnTo>
                    <a:pt x="61438" y="2461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h110"/>
            <p:cNvSpPr/>
            <p:nvPr/>
          </p:nvSpPr>
          <p:spPr>
            <a:xfrm>
              <a:off x="2380536" y="6094177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h111"/>
            <p:cNvSpPr/>
            <p:nvPr/>
          </p:nvSpPr>
          <p:spPr>
            <a:xfrm>
              <a:off x="2423535" y="6038351"/>
              <a:ext cx="89010" cy="89502"/>
            </a:xfrm>
            <a:custGeom>
              <a:avLst/>
              <a:pathLst>
                <a:path w="89010" h="89502">
                  <a:moveTo>
                    <a:pt x="49736" y="89502"/>
                  </a:moveTo>
                  <a:lnTo>
                    <a:pt x="44389" y="84156"/>
                  </a:lnTo>
                  <a:lnTo>
                    <a:pt x="43855" y="82744"/>
                  </a:lnTo>
                  <a:lnTo>
                    <a:pt x="43362" y="81337"/>
                  </a:lnTo>
                  <a:lnTo>
                    <a:pt x="42912" y="79935"/>
                  </a:lnTo>
                  <a:lnTo>
                    <a:pt x="42504" y="78539"/>
                  </a:lnTo>
                  <a:lnTo>
                    <a:pt x="42137" y="77147"/>
                  </a:lnTo>
                  <a:lnTo>
                    <a:pt x="41813" y="75760"/>
                  </a:lnTo>
                  <a:lnTo>
                    <a:pt x="41531" y="74379"/>
                  </a:lnTo>
                  <a:lnTo>
                    <a:pt x="41291" y="73002"/>
                  </a:lnTo>
                  <a:lnTo>
                    <a:pt x="41093" y="71631"/>
                  </a:lnTo>
                  <a:lnTo>
                    <a:pt x="40938" y="70264"/>
                  </a:lnTo>
                  <a:lnTo>
                    <a:pt x="40814" y="68888"/>
                  </a:lnTo>
                  <a:lnTo>
                    <a:pt x="40710" y="67521"/>
                  </a:lnTo>
                  <a:lnTo>
                    <a:pt x="40628" y="66164"/>
                  </a:lnTo>
                  <a:lnTo>
                    <a:pt x="40567" y="64816"/>
                  </a:lnTo>
                  <a:lnTo>
                    <a:pt x="40527" y="63477"/>
                  </a:lnTo>
                  <a:lnTo>
                    <a:pt x="40508" y="62147"/>
                  </a:lnTo>
                  <a:lnTo>
                    <a:pt x="40510" y="60826"/>
                  </a:lnTo>
                  <a:lnTo>
                    <a:pt x="40534" y="59515"/>
                  </a:lnTo>
                  <a:lnTo>
                    <a:pt x="40578" y="58213"/>
                  </a:lnTo>
                  <a:lnTo>
                    <a:pt x="40643" y="56920"/>
                  </a:lnTo>
                  <a:lnTo>
                    <a:pt x="40714" y="55629"/>
                  </a:lnTo>
                  <a:lnTo>
                    <a:pt x="40793" y="54349"/>
                  </a:lnTo>
                  <a:lnTo>
                    <a:pt x="40879" y="53080"/>
                  </a:lnTo>
                  <a:lnTo>
                    <a:pt x="40973" y="51822"/>
                  </a:lnTo>
                  <a:lnTo>
                    <a:pt x="41074" y="50574"/>
                  </a:lnTo>
                  <a:lnTo>
                    <a:pt x="41184" y="49338"/>
                  </a:lnTo>
                  <a:lnTo>
                    <a:pt x="41300" y="48113"/>
                  </a:lnTo>
                  <a:lnTo>
                    <a:pt x="41424" y="46898"/>
                  </a:lnTo>
                  <a:lnTo>
                    <a:pt x="41556" y="45695"/>
                  </a:lnTo>
                  <a:lnTo>
                    <a:pt x="41695" y="44502"/>
                  </a:lnTo>
                  <a:lnTo>
                    <a:pt x="41840" y="43314"/>
                  </a:lnTo>
                  <a:lnTo>
                    <a:pt x="41972" y="42138"/>
                  </a:lnTo>
                  <a:lnTo>
                    <a:pt x="42089" y="40976"/>
                  </a:lnTo>
                  <a:lnTo>
                    <a:pt x="42194" y="39828"/>
                  </a:lnTo>
                  <a:lnTo>
                    <a:pt x="42285" y="38693"/>
                  </a:lnTo>
                  <a:lnTo>
                    <a:pt x="42362" y="37572"/>
                  </a:lnTo>
                  <a:lnTo>
                    <a:pt x="42426" y="36464"/>
                  </a:lnTo>
                  <a:lnTo>
                    <a:pt x="42477" y="35369"/>
                  </a:lnTo>
                  <a:lnTo>
                    <a:pt x="42514" y="34288"/>
                  </a:lnTo>
                  <a:lnTo>
                    <a:pt x="42537" y="33221"/>
                  </a:lnTo>
                  <a:lnTo>
                    <a:pt x="42541" y="32168"/>
                  </a:lnTo>
                  <a:lnTo>
                    <a:pt x="42519" y="31131"/>
                  </a:lnTo>
                  <a:lnTo>
                    <a:pt x="42470" y="30110"/>
                  </a:lnTo>
                  <a:lnTo>
                    <a:pt x="42396" y="29106"/>
                  </a:lnTo>
                  <a:lnTo>
                    <a:pt x="42295" y="28117"/>
                  </a:lnTo>
                  <a:lnTo>
                    <a:pt x="42169" y="27144"/>
                  </a:lnTo>
                  <a:lnTo>
                    <a:pt x="42016" y="26187"/>
                  </a:lnTo>
                  <a:lnTo>
                    <a:pt x="41837" y="25246"/>
                  </a:lnTo>
                  <a:lnTo>
                    <a:pt x="41632" y="24322"/>
                  </a:lnTo>
                  <a:lnTo>
                    <a:pt x="41401" y="23413"/>
                  </a:lnTo>
                  <a:lnTo>
                    <a:pt x="41141" y="22513"/>
                  </a:lnTo>
                  <a:lnTo>
                    <a:pt x="40832" y="21631"/>
                  </a:lnTo>
                  <a:lnTo>
                    <a:pt x="40474" y="20768"/>
                  </a:lnTo>
                  <a:lnTo>
                    <a:pt x="40067" y="19924"/>
                  </a:lnTo>
                  <a:lnTo>
                    <a:pt x="39612" y="19098"/>
                  </a:lnTo>
                  <a:lnTo>
                    <a:pt x="39107" y="18291"/>
                  </a:lnTo>
                  <a:lnTo>
                    <a:pt x="38554" y="17502"/>
                  </a:lnTo>
                  <a:lnTo>
                    <a:pt x="37952" y="16731"/>
                  </a:lnTo>
                  <a:lnTo>
                    <a:pt x="37302" y="15980"/>
                  </a:lnTo>
                  <a:lnTo>
                    <a:pt x="36602" y="15246"/>
                  </a:lnTo>
                  <a:lnTo>
                    <a:pt x="36095" y="14755"/>
                  </a:lnTo>
                  <a:lnTo>
                    <a:pt x="35587" y="14292"/>
                  </a:lnTo>
                  <a:lnTo>
                    <a:pt x="35075" y="13856"/>
                  </a:lnTo>
                  <a:lnTo>
                    <a:pt x="34561" y="13448"/>
                  </a:lnTo>
                  <a:lnTo>
                    <a:pt x="34045" y="13068"/>
                  </a:lnTo>
                  <a:lnTo>
                    <a:pt x="33526" y="12716"/>
                  </a:lnTo>
                  <a:lnTo>
                    <a:pt x="33004" y="12391"/>
                  </a:lnTo>
                  <a:lnTo>
                    <a:pt x="32480" y="12094"/>
                  </a:lnTo>
                  <a:lnTo>
                    <a:pt x="31953" y="11825"/>
                  </a:lnTo>
                  <a:lnTo>
                    <a:pt x="31424" y="11584"/>
                  </a:lnTo>
                  <a:lnTo>
                    <a:pt x="30885" y="11361"/>
                  </a:lnTo>
                  <a:lnTo>
                    <a:pt x="30345" y="11165"/>
                  </a:lnTo>
                  <a:lnTo>
                    <a:pt x="29804" y="10994"/>
                  </a:lnTo>
                  <a:lnTo>
                    <a:pt x="29262" y="10850"/>
                  </a:lnTo>
                  <a:lnTo>
                    <a:pt x="28720" y="10732"/>
                  </a:lnTo>
                  <a:lnTo>
                    <a:pt x="28176" y="10639"/>
                  </a:lnTo>
                  <a:lnTo>
                    <a:pt x="27632" y="10573"/>
                  </a:lnTo>
                  <a:lnTo>
                    <a:pt x="27087" y="10533"/>
                  </a:lnTo>
                  <a:lnTo>
                    <a:pt x="26541" y="10519"/>
                  </a:lnTo>
                  <a:lnTo>
                    <a:pt x="25994" y="10532"/>
                  </a:lnTo>
                  <a:lnTo>
                    <a:pt x="25448" y="10570"/>
                  </a:lnTo>
                  <a:lnTo>
                    <a:pt x="24903" y="10633"/>
                  </a:lnTo>
                  <a:lnTo>
                    <a:pt x="24360" y="10721"/>
                  </a:lnTo>
                  <a:lnTo>
                    <a:pt x="23819" y="10835"/>
                  </a:lnTo>
                  <a:lnTo>
                    <a:pt x="23279" y="10974"/>
                  </a:lnTo>
                  <a:lnTo>
                    <a:pt x="22741" y="11138"/>
                  </a:lnTo>
                  <a:lnTo>
                    <a:pt x="22205" y="11327"/>
                  </a:lnTo>
                  <a:lnTo>
                    <a:pt x="21670" y="11542"/>
                  </a:lnTo>
                  <a:lnTo>
                    <a:pt x="21137" y="11782"/>
                  </a:lnTo>
                  <a:lnTo>
                    <a:pt x="20606" y="12047"/>
                  </a:lnTo>
                  <a:lnTo>
                    <a:pt x="20078" y="12319"/>
                  </a:lnTo>
                  <a:lnTo>
                    <a:pt x="19553" y="12615"/>
                  </a:lnTo>
                  <a:lnTo>
                    <a:pt x="19034" y="12932"/>
                  </a:lnTo>
                  <a:lnTo>
                    <a:pt x="18518" y="13273"/>
                  </a:lnTo>
                  <a:lnTo>
                    <a:pt x="18006" y="13636"/>
                  </a:lnTo>
                  <a:lnTo>
                    <a:pt x="17499" y="14022"/>
                  </a:lnTo>
                  <a:lnTo>
                    <a:pt x="16996" y="14431"/>
                  </a:lnTo>
                  <a:lnTo>
                    <a:pt x="16497" y="14862"/>
                  </a:lnTo>
                  <a:lnTo>
                    <a:pt x="16003" y="15317"/>
                  </a:lnTo>
                  <a:lnTo>
                    <a:pt x="15512" y="15794"/>
                  </a:lnTo>
                  <a:lnTo>
                    <a:pt x="15067" y="16252"/>
                  </a:lnTo>
                  <a:lnTo>
                    <a:pt x="14638" y="16718"/>
                  </a:lnTo>
                  <a:lnTo>
                    <a:pt x="14228" y="17191"/>
                  </a:lnTo>
                  <a:lnTo>
                    <a:pt x="13835" y="17673"/>
                  </a:lnTo>
                  <a:lnTo>
                    <a:pt x="13460" y="18161"/>
                  </a:lnTo>
                  <a:lnTo>
                    <a:pt x="13103" y="18658"/>
                  </a:lnTo>
                  <a:lnTo>
                    <a:pt x="12763" y="19162"/>
                  </a:lnTo>
                  <a:lnTo>
                    <a:pt x="12441" y="19673"/>
                  </a:lnTo>
                  <a:lnTo>
                    <a:pt x="12137" y="20192"/>
                  </a:lnTo>
                  <a:lnTo>
                    <a:pt x="11850" y="20719"/>
                  </a:lnTo>
                  <a:lnTo>
                    <a:pt x="11591" y="21243"/>
                  </a:lnTo>
                  <a:lnTo>
                    <a:pt x="11353" y="21771"/>
                  </a:lnTo>
                  <a:lnTo>
                    <a:pt x="11137" y="22304"/>
                  </a:lnTo>
                  <a:lnTo>
                    <a:pt x="10941" y="22840"/>
                  </a:lnTo>
                  <a:lnTo>
                    <a:pt x="10766" y="23381"/>
                  </a:lnTo>
                  <a:lnTo>
                    <a:pt x="10612" y="23926"/>
                  </a:lnTo>
                  <a:lnTo>
                    <a:pt x="10480" y="24476"/>
                  </a:lnTo>
                  <a:lnTo>
                    <a:pt x="10368" y="25029"/>
                  </a:lnTo>
                  <a:lnTo>
                    <a:pt x="10278" y="25587"/>
                  </a:lnTo>
                  <a:lnTo>
                    <a:pt x="10208" y="26149"/>
                  </a:lnTo>
                  <a:lnTo>
                    <a:pt x="10161" y="26714"/>
                  </a:lnTo>
                  <a:lnTo>
                    <a:pt x="10138" y="27280"/>
                  </a:lnTo>
                  <a:lnTo>
                    <a:pt x="10138" y="27849"/>
                  </a:lnTo>
                  <a:lnTo>
                    <a:pt x="10161" y="28419"/>
                  </a:lnTo>
                  <a:lnTo>
                    <a:pt x="10208" y="28990"/>
                  </a:lnTo>
                  <a:lnTo>
                    <a:pt x="10279" y="29564"/>
                  </a:lnTo>
                  <a:lnTo>
                    <a:pt x="10373" y="30139"/>
                  </a:lnTo>
                  <a:lnTo>
                    <a:pt x="10491" y="30715"/>
                  </a:lnTo>
                  <a:lnTo>
                    <a:pt x="10633" y="31294"/>
                  </a:lnTo>
                  <a:lnTo>
                    <a:pt x="10798" y="31874"/>
                  </a:lnTo>
                  <a:lnTo>
                    <a:pt x="10988" y="32437"/>
                  </a:lnTo>
                  <a:lnTo>
                    <a:pt x="11203" y="33000"/>
                  </a:lnTo>
                  <a:lnTo>
                    <a:pt x="11446" y="33562"/>
                  </a:lnTo>
                  <a:lnTo>
                    <a:pt x="11714" y="34123"/>
                  </a:lnTo>
                  <a:lnTo>
                    <a:pt x="12008" y="34684"/>
                  </a:lnTo>
                  <a:lnTo>
                    <a:pt x="12328" y="35243"/>
                  </a:lnTo>
                  <a:lnTo>
                    <a:pt x="12675" y="35802"/>
                  </a:lnTo>
                  <a:lnTo>
                    <a:pt x="13047" y="36359"/>
                  </a:lnTo>
                  <a:lnTo>
                    <a:pt x="13446" y="36916"/>
                  </a:lnTo>
                  <a:lnTo>
                    <a:pt x="13871" y="37472"/>
                  </a:lnTo>
                  <a:lnTo>
                    <a:pt x="5410" y="44502"/>
                  </a:lnTo>
                  <a:lnTo>
                    <a:pt x="4859" y="43780"/>
                  </a:lnTo>
                  <a:lnTo>
                    <a:pt x="4337" y="43046"/>
                  </a:lnTo>
                  <a:lnTo>
                    <a:pt x="3842" y="42299"/>
                  </a:lnTo>
                  <a:lnTo>
                    <a:pt x="3376" y="41539"/>
                  </a:lnTo>
                  <a:lnTo>
                    <a:pt x="2936" y="40766"/>
                  </a:lnTo>
                  <a:lnTo>
                    <a:pt x="2525" y="39981"/>
                  </a:lnTo>
                  <a:lnTo>
                    <a:pt x="2142" y="39184"/>
                  </a:lnTo>
                  <a:lnTo>
                    <a:pt x="1786" y="38373"/>
                  </a:lnTo>
                  <a:lnTo>
                    <a:pt x="1458" y="37550"/>
                  </a:lnTo>
                  <a:lnTo>
                    <a:pt x="1158" y="36715"/>
                  </a:lnTo>
                  <a:lnTo>
                    <a:pt x="889" y="35869"/>
                  </a:lnTo>
                  <a:lnTo>
                    <a:pt x="656" y="35017"/>
                  </a:lnTo>
                  <a:lnTo>
                    <a:pt x="458" y="34159"/>
                  </a:lnTo>
                  <a:lnTo>
                    <a:pt x="296" y="33293"/>
                  </a:lnTo>
                  <a:lnTo>
                    <a:pt x="169" y="32421"/>
                  </a:lnTo>
                  <a:lnTo>
                    <a:pt x="77" y="31542"/>
                  </a:lnTo>
                  <a:lnTo>
                    <a:pt x="21" y="30656"/>
                  </a:lnTo>
                  <a:lnTo>
                    <a:pt x="0" y="29764"/>
                  </a:lnTo>
                  <a:lnTo>
                    <a:pt x="14" y="28865"/>
                  </a:lnTo>
                  <a:lnTo>
                    <a:pt x="63" y="27959"/>
                  </a:lnTo>
                  <a:lnTo>
                    <a:pt x="141" y="27041"/>
                  </a:lnTo>
                  <a:lnTo>
                    <a:pt x="257" y="26122"/>
                  </a:lnTo>
                  <a:lnTo>
                    <a:pt x="411" y="25202"/>
                  </a:lnTo>
                  <a:lnTo>
                    <a:pt x="602" y="24282"/>
                  </a:lnTo>
                  <a:lnTo>
                    <a:pt x="832" y="23360"/>
                  </a:lnTo>
                  <a:lnTo>
                    <a:pt x="1099" y="22438"/>
                  </a:lnTo>
                  <a:lnTo>
                    <a:pt x="1404" y="21515"/>
                  </a:lnTo>
                  <a:lnTo>
                    <a:pt x="1747" y="20591"/>
                  </a:lnTo>
                  <a:lnTo>
                    <a:pt x="2128" y="19666"/>
                  </a:lnTo>
                  <a:lnTo>
                    <a:pt x="2547" y="18740"/>
                  </a:lnTo>
                  <a:lnTo>
                    <a:pt x="3016" y="17807"/>
                  </a:lnTo>
                  <a:lnTo>
                    <a:pt x="3530" y="16878"/>
                  </a:lnTo>
                  <a:lnTo>
                    <a:pt x="4090" y="15952"/>
                  </a:lnTo>
                  <a:lnTo>
                    <a:pt x="4696" y="15029"/>
                  </a:lnTo>
                  <a:lnTo>
                    <a:pt x="5346" y="14110"/>
                  </a:lnTo>
                  <a:lnTo>
                    <a:pt x="6043" y="13194"/>
                  </a:lnTo>
                  <a:lnTo>
                    <a:pt x="6784" y="12281"/>
                  </a:lnTo>
                  <a:lnTo>
                    <a:pt x="7572" y="11372"/>
                  </a:lnTo>
                  <a:lnTo>
                    <a:pt x="8404" y="10466"/>
                  </a:lnTo>
                  <a:lnTo>
                    <a:pt x="9282" y="9563"/>
                  </a:lnTo>
                  <a:lnTo>
                    <a:pt x="10167" y="8700"/>
                  </a:lnTo>
                  <a:lnTo>
                    <a:pt x="11054" y="7876"/>
                  </a:lnTo>
                  <a:lnTo>
                    <a:pt x="11942" y="7093"/>
                  </a:lnTo>
                  <a:lnTo>
                    <a:pt x="12832" y="6351"/>
                  </a:lnTo>
                  <a:lnTo>
                    <a:pt x="13723" y="5649"/>
                  </a:lnTo>
                  <a:lnTo>
                    <a:pt x="14617" y="4987"/>
                  </a:lnTo>
                  <a:lnTo>
                    <a:pt x="15511" y="4366"/>
                  </a:lnTo>
                  <a:lnTo>
                    <a:pt x="16408" y="3785"/>
                  </a:lnTo>
                  <a:lnTo>
                    <a:pt x="17306" y="3244"/>
                  </a:lnTo>
                  <a:lnTo>
                    <a:pt x="18206" y="2744"/>
                  </a:lnTo>
                  <a:lnTo>
                    <a:pt x="19106" y="2285"/>
                  </a:lnTo>
                  <a:lnTo>
                    <a:pt x="20005" y="1869"/>
                  </a:lnTo>
                  <a:lnTo>
                    <a:pt x="20901" y="1494"/>
                  </a:lnTo>
                  <a:lnTo>
                    <a:pt x="21796" y="1161"/>
                  </a:lnTo>
                  <a:lnTo>
                    <a:pt x="22690" y="871"/>
                  </a:lnTo>
                  <a:lnTo>
                    <a:pt x="23581" y="623"/>
                  </a:lnTo>
                  <a:lnTo>
                    <a:pt x="24471" y="416"/>
                  </a:lnTo>
                  <a:lnTo>
                    <a:pt x="25359" y="252"/>
                  </a:lnTo>
                  <a:lnTo>
                    <a:pt x="26246" y="130"/>
                  </a:lnTo>
                  <a:lnTo>
                    <a:pt x="27131" y="50"/>
                  </a:lnTo>
                  <a:lnTo>
                    <a:pt x="28021" y="4"/>
                  </a:lnTo>
                  <a:lnTo>
                    <a:pt x="28909" y="0"/>
                  </a:lnTo>
                  <a:lnTo>
                    <a:pt x="29793" y="37"/>
                  </a:lnTo>
                  <a:lnTo>
                    <a:pt x="30673" y="117"/>
                  </a:lnTo>
                  <a:lnTo>
                    <a:pt x="31551" y="239"/>
                  </a:lnTo>
                  <a:lnTo>
                    <a:pt x="32424" y="404"/>
                  </a:lnTo>
                  <a:lnTo>
                    <a:pt x="33295" y="610"/>
                  </a:lnTo>
                  <a:lnTo>
                    <a:pt x="34162" y="858"/>
                  </a:lnTo>
                  <a:lnTo>
                    <a:pt x="35026" y="1149"/>
                  </a:lnTo>
                  <a:lnTo>
                    <a:pt x="35886" y="1481"/>
                  </a:lnTo>
                  <a:lnTo>
                    <a:pt x="36742" y="1857"/>
                  </a:lnTo>
                  <a:lnTo>
                    <a:pt x="37590" y="2276"/>
                  </a:lnTo>
                  <a:lnTo>
                    <a:pt x="38432" y="2739"/>
                  </a:lnTo>
                  <a:lnTo>
                    <a:pt x="39267" y="3246"/>
                  </a:lnTo>
                  <a:lnTo>
                    <a:pt x="40096" y="3796"/>
                  </a:lnTo>
                  <a:lnTo>
                    <a:pt x="40917" y="4391"/>
                  </a:lnTo>
                  <a:lnTo>
                    <a:pt x="41732" y="5029"/>
                  </a:lnTo>
                  <a:lnTo>
                    <a:pt x="42541" y="5711"/>
                  </a:lnTo>
                  <a:lnTo>
                    <a:pt x="43342" y="6437"/>
                  </a:lnTo>
                  <a:lnTo>
                    <a:pt x="44137" y="7206"/>
                  </a:lnTo>
                  <a:lnTo>
                    <a:pt x="44721" y="7812"/>
                  </a:lnTo>
                  <a:lnTo>
                    <a:pt x="45277" y="8434"/>
                  </a:lnTo>
                  <a:lnTo>
                    <a:pt x="45805" y="9071"/>
                  </a:lnTo>
                  <a:lnTo>
                    <a:pt x="46306" y="9725"/>
                  </a:lnTo>
                  <a:lnTo>
                    <a:pt x="46778" y="10395"/>
                  </a:lnTo>
                  <a:lnTo>
                    <a:pt x="47223" y="11081"/>
                  </a:lnTo>
                  <a:lnTo>
                    <a:pt x="47640" y="11782"/>
                  </a:lnTo>
                  <a:lnTo>
                    <a:pt x="48030" y="12500"/>
                  </a:lnTo>
                  <a:lnTo>
                    <a:pt x="48391" y="13234"/>
                  </a:lnTo>
                  <a:lnTo>
                    <a:pt x="48725" y="13983"/>
                  </a:lnTo>
                  <a:lnTo>
                    <a:pt x="49043" y="14738"/>
                  </a:lnTo>
                  <a:lnTo>
                    <a:pt x="49342" y="15502"/>
                  </a:lnTo>
                  <a:lnTo>
                    <a:pt x="49619" y="16277"/>
                  </a:lnTo>
                  <a:lnTo>
                    <a:pt x="49877" y="17061"/>
                  </a:lnTo>
                  <a:lnTo>
                    <a:pt x="50114" y="17856"/>
                  </a:lnTo>
                  <a:lnTo>
                    <a:pt x="50332" y="18661"/>
                  </a:lnTo>
                  <a:lnTo>
                    <a:pt x="50529" y="19476"/>
                  </a:lnTo>
                  <a:lnTo>
                    <a:pt x="50705" y="20301"/>
                  </a:lnTo>
                  <a:lnTo>
                    <a:pt x="50862" y="21136"/>
                  </a:lnTo>
                  <a:lnTo>
                    <a:pt x="50998" y="21981"/>
                  </a:lnTo>
                  <a:lnTo>
                    <a:pt x="51126" y="22828"/>
                  </a:lnTo>
                  <a:lnTo>
                    <a:pt x="51237" y="23682"/>
                  </a:lnTo>
                  <a:lnTo>
                    <a:pt x="51334" y="24545"/>
                  </a:lnTo>
                  <a:lnTo>
                    <a:pt x="51416" y="25416"/>
                  </a:lnTo>
                  <a:lnTo>
                    <a:pt x="51482" y="26296"/>
                  </a:lnTo>
                  <a:lnTo>
                    <a:pt x="51534" y="27184"/>
                  </a:lnTo>
                  <a:lnTo>
                    <a:pt x="51570" y="28081"/>
                  </a:lnTo>
                  <a:lnTo>
                    <a:pt x="51591" y="28986"/>
                  </a:lnTo>
                  <a:lnTo>
                    <a:pt x="51597" y="29900"/>
                  </a:lnTo>
                  <a:lnTo>
                    <a:pt x="51588" y="30821"/>
                  </a:lnTo>
                  <a:lnTo>
                    <a:pt x="51568" y="31749"/>
                  </a:lnTo>
                  <a:lnTo>
                    <a:pt x="51542" y="32679"/>
                  </a:lnTo>
                  <a:lnTo>
                    <a:pt x="51511" y="33611"/>
                  </a:lnTo>
                  <a:lnTo>
                    <a:pt x="51473" y="34546"/>
                  </a:lnTo>
                  <a:lnTo>
                    <a:pt x="51430" y="35483"/>
                  </a:lnTo>
                  <a:lnTo>
                    <a:pt x="51381" y="36423"/>
                  </a:lnTo>
                  <a:lnTo>
                    <a:pt x="51325" y="37366"/>
                  </a:lnTo>
                  <a:lnTo>
                    <a:pt x="51264" y="38311"/>
                  </a:lnTo>
                  <a:lnTo>
                    <a:pt x="51197" y="39259"/>
                  </a:lnTo>
                  <a:lnTo>
                    <a:pt x="51125" y="40209"/>
                  </a:lnTo>
                  <a:lnTo>
                    <a:pt x="51040" y="41152"/>
                  </a:lnTo>
                  <a:lnTo>
                    <a:pt x="50955" y="42096"/>
                  </a:lnTo>
                  <a:lnTo>
                    <a:pt x="50868" y="43041"/>
                  </a:lnTo>
                  <a:lnTo>
                    <a:pt x="50781" y="43987"/>
                  </a:lnTo>
                  <a:lnTo>
                    <a:pt x="50693" y="44934"/>
                  </a:lnTo>
                  <a:lnTo>
                    <a:pt x="50604" y="45881"/>
                  </a:lnTo>
                  <a:lnTo>
                    <a:pt x="50515" y="46830"/>
                  </a:lnTo>
                  <a:lnTo>
                    <a:pt x="50424" y="47779"/>
                  </a:lnTo>
                  <a:lnTo>
                    <a:pt x="50333" y="48729"/>
                  </a:lnTo>
                  <a:lnTo>
                    <a:pt x="50241" y="49680"/>
                  </a:lnTo>
                  <a:lnTo>
                    <a:pt x="50143" y="50620"/>
                  </a:lnTo>
                  <a:lnTo>
                    <a:pt x="50052" y="51556"/>
                  </a:lnTo>
                  <a:lnTo>
                    <a:pt x="49968" y="52486"/>
                  </a:lnTo>
                  <a:lnTo>
                    <a:pt x="49890" y="53411"/>
                  </a:lnTo>
                  <a:lnTo>
                    <a:pt x="49820" y="54331"/>
                  </a:lnTo>
                  <a:lnTo>
                    <a:pt x="49756" y="55247"/>
                  </a:lnTo>
                  <a:lnTo>
                    <a:pt x="49698" y="56157"/>
                  </a:lnTo>
                  <a:lnTo>
                    <a:pt x="49648" y="57062"/>
                  </a:lnTo>
                  <a:lnTo>
                    <a:pt x="49604" y="57962"/>
                  </a:lnTo>
                  <a:lnTo>
                    <a:pt x="49567" y="58857"/>
                  </a:lnTo>
                  <a:lnTo>
                    <a:pt x="49547" y="59737"/>
                  </a:lnTo>
                  <a:lnTo>
                    <a:pt x="49539" y="60609"/>
                  </a:lnTo>
                  <a:lnTo>
                    <a:pt x="49541" y="61475"/>
                  </a:lnTo>
                  <a:lnTo>
                    <a:pt x="49554" y="62332"/>
                  </a:lnTo>
                  <a:lnTo>
                    <a:pt x="49578" y="63182"/>
                  </a:lnTo>
                  <a:lnTo>
                    <a:pt x="49613" y="64024"/>
                  </a:lnTo>
                  <a:lnTo>
                    <a:pt x="49658" y="64859"/>
                  </a:lnTo>
                  <a:lnTo>
                    <a:pt x="49715" y="65686"/>
                  </a:lnTo>
                  <a:lnTo>
                    <a:pt x="49783" y="66506"/>
                  </a:lnTo>
                  <a:lnTo>
                    <a:pt x="49862" y="67318"/>
                  </a:lnTo>
                  <a:lnTo>
                    <a:pt x="49948" y="68112"/>
                  </a:lnTo>
                  <a:lnTo>
                    <a:pt x="50054" y="68894"/>
                  </a:lnTo>
                  <a:lnTo>
                    <a:pt x="50180" y="69664"/>
                  </a:lnTo>
                  <a:lnTo>
                    <a:pt x="50327" y="70423"/>
                  </a:lnTo>
                  <a:lnTo>
                    <a:pt x="50493" y="71169"/>
                  </a:lnTo>
                  <a:lnTo>
                    <a:pt x="50680" y="71904"/>
                  </a:lnTo>
                  <a:lnTo>
                    <a:pt x="50887" y="72628"/>
                  </a:lnTo>
                  <a:lnTo>
                    <a:pt x="51115" y="73339"/>
                  </a:lnTo>
                  <a:lnTo>
                    <a:pt x="51362" y="74039"/>
                  </a:lnTo>
                  <a:lnTo>
                    <a:pt x="51630" y="74726"/>
                  </a:lnTo>
                  <a:lnTo>
                    <a:pt x="82570" y="43787"/>
                  </a:lnTo>
                  <a:lnTo>
                    <a:pt x="89010" y="5022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h112"/>
            <p:cNvSpPr/>
            <p:nvPr/>
          </p:nvSpPr>
          <p:spPr>
            <a:xfrm>
              <a:off x="2472141" y="5991597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h113"/>
            <p:cNvSpPr/>
            <p:nvPr/>
          </p:nvSpPr>
          <p:spPr>
            <a:xfrm>
              <a:off x="3288867" y="6350535"/>
              <a:ext cx="85073" cy="92272"/>
            </a:xfrm>
            <a:custGeom>
              <a:avLst/>
              <a:pathLst>
                <a:path w="85073" h="92272">
                  <a:moveTo>
                    <a:pt x="0" y="42515"/>
                  </a:moveTo>
                  <a:lnTo>
                    <a:pt x="8082" y="34433"/>
                  </a:lnTo>
                  <a:lnTo>
                    <a:pt x="46809" y="52534"/>
                  </a:lnTo>
                  <a:lnTo>
                    <a:pt x="47059" y="52663"/>
                  </a:lnTo>
                  <a:lnTo>
                    <a:pt x="47319" y="52798"/>
                  </a:lnTo>
                  <a:lnTo>
                    <a:pt x="47591" y="52939"/>
                  </a:lnTo>
                  <a:lnTo>
                    <a:pt x="47873" y="53086"/>
                  </a:lnTo>
                  <a:lnTo>
                    <a:pt x="48167" y="53239"/>
                  </a:lnTo>
                  <a:lnTo>
                    <a:pt x="48471" y="53398"/>
                  </a:lnTo>
                  <a:lnTo>
                    <a:pt x="48786" y="53562"/>
                  </a:lnTo>
                  <a:lnTo>
                    <a:pt x="49113" y="53733"/>
                  </a:lnTo>
                  <a:lnTo>
                    <a:pt x="49450" y="53909"/>
                  </a:lnTo>
                  <a:lnTo>
                    <a:pt x="49798" y="54092"/>
                  </a:lnTo>
                  <a:lnTo>
                    <a:pt x="50152" y="54262"/>
                  </a:lnTo>
                  <a:lnTo>
                    <a:pt x="50508" y="54435"/>
                  </a:lnTo>
                  <a:lnTo>
                    <a:pt x="50866" y="54612"/>
                  </a:lnTo>
                  <a:lnTo>
                    <a:pt x="51226" y="54792"/>
                  </a:lnTo>
                  <a:lnTo>
                    <a:pt x="51587" y="54976"/>
                  </a:lnTo>
                  <a:lnTo>
                    <a:pt x="51950" y="55162"/>
                  </a:lnTo>
                  <a:lnTo>
                    <a:pt x="52314" y="55353"/>
                  </a:lnTo>
                  <a:lnTo>
                    <a:pt x="52680" y="55546"/>
                  </a:lnTo>
                  <a:lnTo>
                    <a:pt x="53048" y="55743"/>
                  </a:lnTo>
                  <a:lnTo>
                    <a:pt x="53418" y="55944"/>
                  </a:lnTo>
                  <a:lnTo>
                    <a:pt x="53779" y="56138"/>
                  </a:lnTo>
                  <a:lnTo>
                    <a:pt x="54137" y="56333"/>
                  </a:lnTo>
                  <a:lnTo>
                    <a:pt x="54493" y="56528"/>
                  </a:lnTo>
                  <a:lnTo>
                    <a:pt x="54846" y="56725"/>
                  </a:lnTo>
                  <a:lnTo>
                    <a:pt x="55197" y="56922"/>
                  </a:lnTo>
                  <a:lnTo>
                    <a:pt x="55545" y="57121"/>
                  </a:lnTo>
                  <a:lnTo>
                    <a:pt x="55890" y="57320"/>
                  </a:lnTo>
                  <a:lnTo>
                    <a:pt x="56233" y="57520"/>
                  </a:lnTo>
                  <a:lnTo>
                    <a:pt x="56574" y="57721"/>
                  </a:lnTo>
                  <a:lnTo>
                    <a:pt x="56912" y="57922"/>
                  </a:lnTo>
                  <a:lnTo>
                    <a:pt x="57243" y="58106"/>
                  </a:lnTo>
                  <a:lnTo>
                    <a:pt x="57562" y="58286"/>
                  </a:lnTo>
                  <a:lnTo>
                    <a:pt x="57869" y="58463"/>
                  </a:lnTo>
                  <a:lnTo>
                    <a:pt x="58165" y="58636"/>
                  </a:lnTo>
                  <a:lnTo>
                    <a:pt x="58448" y="58806"/>
                  </a:lnTo>
                  <a:lnTo>
                    <a:pt x="58720" y="58973"/>
                  </a:lnTo>
                  <a:lnTo>
                    <a:pt x="58980" y="59136"/>
                  </a:lnTo>
                  <a:lnTo>
                    <a:pt x="59229" y="59296"/>
                  </a:lnTo>
                  <a:lnTo>
                    <a:pt x="59465" y="59453"/>
                  </a:lnTo>
                  <a:lnTo>
                    <a:pt x="59690" y="59606"/>
                  </a:lnTo>
                  <a:lnTo>
                    <a:pt x="59553" y="59381"/>
                  </a:lnTo>
                  <a:lnTo>
                    <a:pt x="59411" y="59145"/>
                  </a:lnTo>
                  <a:lnTo>
                    <a:pt x="59263" y="58896"/>
                  </a:lnTo>
                  <a:lnTo>
                    <a:pt x="59111" y="58636"/>
                  </a:lnTo>
                  <a:lnTo>
                    <a:pt x="58953" y="58364"/>
                  </a:lnTo>
                  <a:lnTo>
                    <a:pt x="58791" y="58080"/>
                  </a:lnTo>
                  <a:lnTo>
                    <a:pt x="58623" y="57785"/>
                  </a:lnTo>
                  <a:lnTo>
                    <a:pt x="58451" y="57478"/>
                  </a:lnTo>
                  <a:lnTo>
                    <a:pt x="58273" y="57159"/>
                  </a:lnTo>
                  <a:lnTo>
                    <a:pt x="58091" y="56828"/>
                  </a:lnTo>
                  <a:lnTo>
                    <a:pt x="57905" y="56490"/>
                  </a:lnTo>
                  <a:lnTo>
                    <a:pt x="57718" y="56149"/>
                  </a:lnTo>
                  <a:lnTo>
                    <a:pt x="57531" y="55806"/>
                  </a:lnTo>
                  <a:lnTo>
                    <a:pt x="57343" y="55460"/>
                  </a:lnTo>
                  <a:lnTo>
                    <a:pt x="57154" y="55112"/>
                  </a:lnTo>
                  <a:lnTo>
                    <a:pt x="56964" y="54762"/>
                  </a:lnTo>
                  <a:lnTo>
                    <a:pt x="56773" y="54408"/>
                  </a:lnTo>
                  <a:lnTo>
                    <a:pt x="56582" y="54053"/>
                  </a:lnTo>
                  <a:lnTo>
                    <a:pt x="56389" y="53695"/>
                  </a:lnTo>
                  <a:lnTo>
                    <a:pt x="56196" y="53334"/>
                  </a:lnTo>
                  <a:lnTo>
                    <a:pt x="56004" y="52956"/>
                  </a:lnTo>
                  <a:lnTo>
                    <a:pt x="55814" y="52581"/>
                  </a:lnTo>
                  <a:lnTo>
                    <a:pt x="55627" y="52209"/>
                  </a:lnTo>
                  <a:lnTo>
                    <a:pt x="55442" y="51839"/>
                  </a:lnTo>
                  <a:lnTo>
                    <a:pt x="55260" y="51471"/>
                  </a:lnTo>
                  <a:lnTo>
                    <a:pt x="55080" y="51106"/>
                  </a:lnTo>
                  <a:lnTo>
                    <a:pt x="54903" y="50744"/>
                  </a:lnTo>
                  <a:lnTo>
                    <a:pt x="54728" y="50384"/>
                  </a:lnTo>
                  <a:lnTo>
                    <a:pt x="54556" y="50026"/>
                  </a:lnTo>
                  <a:lnTo>
                    <a:pt x="54386" y="49672"/>
                  </a:lnTo>
                  <a:lnTo>
                    <a:pt x="54212" y="49315"/>
                  </a:lnTo>
                  <a:lnTo>
                    <a:pt x="54044" y="48969"/>
                  </a:lnTo>
                  <a:lnTo>
                    <a:pt x="53882" y="48635"/>
                  </a:lnTo>
                  <a:lnTo>
                    <a:pt x="53726" y="48311"/>
                  </a:lnTo>
                  <a:lnTo>
                    <a:pt x="53576" y="47998"/>
                  </a:lnTo>
                  <a:lnTo>
                    <a:pt x="53431" y="47696"/>
                  </a:lnTo>
                  <a:lnTo>
                    <a:pt x="53293" y="47406"/>
                  </a:lnTo>
                  <a:lnTo>
                    <a:pt x="53160" y="47126"/>
                  </a:lnTo>
                  <a:lnTo>
                    <a:pt x="53034" y="46857"/>
                  </a:lnTo>
                  <a:lnTo>
                    <a:pt x="52913" y="46599"/>
                  </a:lnTo>
                  <a:lnTo>
                    <a:pt x="34475" y="8040"/>
                  </a:lnTo>
                  <a:lnTo>
                    <a:pt x="42515" y="0"/>
                  </a:lnTo>
                  <a:lnTo>
                    <a:pt x="69414" y="59732"/>
                  </a:lnTo>
                  <a:lnTo>
                    <a:pt x="69654" y="60258"/>
                  </a:lnTo>
                  <a:lnTo>
                    <a:pt x="69904" y="60791"/>
                  </a:lnTo>
                  <a:lnTo>
                    <a:pt x="70163" y="61332"/>
                  </a:lnTo>
                  <a:lnTo>
                    <a:pt x="70431" y="61881"/>
                  </a:lnTo>
                  <a:lnTo>
                    <a:pt x="70708" y="62437"/>
                  </a:lnTo>
                  <a:lnTo>
                    <a:pt x="70995" y="63000"/>
                  </a:lnTo>
                  <a:lnTo>
                    <a:pt x="71291" y="63572"/>
                  </a:lnTo>
                  <a:lnTo>
                    <a:pt x="71596" y="64151"/>
                  </a:lnTo>
                  <a:lnTo>
                    <a:pt x="71911" y="64737"/>
                  </a:lnTo>
                  <a:lnTo>
                    <a:pt x="72234" y="65331"/>
                  </a:lnTo>
                  <a:lnTo>
                    <a:pt x="72583" y="65931"/>
                  </a:lnTo>
                  <a:lnTo>
                    <a:pt x="72937" y="66535"/>
                  </a:lnTo>
                  <a:lnTo>
                    <a:pt x="73296" y="67143"/>
                  </a:lnTo>
                  <a:lnTo>
                    <a:pt x="73662" y="67756"/>
                  </a:lnTo>
                  <a:lnTo>
                    <a:pt x="74034" y="68372"/>
                  </a:lnTo>
                  <a:lnTo>
                    <a:pt x="74412" y="68993"/>
                  </a:lnTo>
                  <a:lnTo>
                    <a:pt x="74795" y="69618"/>
                  </a:lnTo>
                  <a:lnTo>
                    <a:pt x="75184" y="70248"/>
                  </a:lnTo>
                  <a:lnTo>
                    <a:pt x="75580" y="70881"/>
                  </a:lnTo>
                  <a:lnTo>
                    <a:pt x="75981" y="71519"/>
                  </a:lnTo>
                  <a:lnTo>
                    <a:pt x="76396" y="72152"/>
                  </a:lnTo>
                  <a:lnTo>
                    <a:pt x="76814" y="72787"/>
                  </a:lnTo>
                  <a:lnTo>
                    <a:pt x="77237" y="73424"/>
                  </a:lnTo>
                  <a:lnTo>
                    <a:pt x="77665" y="74065"/>
                  </a:lnTo>
                  <a:lnTo>
                    <a:pt x="78096" y="74708"/>
                  </a:lnTo>
                  <a:lnTo>
                    <a:pt x="78532" y="75353"/>
                  </a:lnTo>
                  <a:lnTo>
                    <a:pt x="78972" y="76001"/>
                  </a:lnTo>
                  <a:lnTo>
                    <a:pt x="79416" y="76651"/>
                  </a:lnTo>
                  <a:lnTo>
                    <a:pt x="79864" y="77304"/>
                  </a:lnTo>
                  <a:lnTo>
                    <a:pt x="80317" y="77959"/>
                  </a:lnTo>
                  <a:lnTo>
                    <a:pt x="80781" y="78606"/>
                  </a:lnTo>
                  <a:lnTo>
                    <a:pt x="81248" y="79247"/>
                  </a:lnTo>
                  <a:lnTo>
                    <a:pt x="81717" y="79885"/>
                  </a:lnTo>
                  <a:lnTo>
                    <a:pt x="82189" y="80519"/>
                  </a:lnTo>
                  <a:lnTo>
                    <a:pt x="82663" y="81148"/>
                  </a:lnTo>
                  <a:lnTo>
                    <a:pt x="83140" y="81773"/>
                  </a:lnTo>
                  <a:lnTo>
                    <a:pt x="83620" y="82394"/>
                  </a:lnTo>
                  <a:lnTo>
                    <a:pt x="84102" y="83011"/>
                  </a:lnTo>
                  <a:lnTo>
                    <a:pt x="84586" y="83623"/>
                  </a:lnTo>
                  <a:lnTo>
                    <a:pt x="85073" y="84231"/>
                  </a:lnTo>
                  <a:lnTo>
                    <a:pt x="77033" y="92272"/>
                  </a:lnTo>
                  <a:lnTo>
                    <a:pt x="76087" y="91033"/>
                  </a:lnTo>
                  <a:lnTo>
                    <a:pt x="75166" y="89808"/>
                  </a:lnTo>
                  <a:lnTo>
                    <a:pt x="74271" y="88598"/>
                  </a:lnTo>
                  <a:lnTo>
                    <a:pt x="73403" y="87402"/>
                  </a:lnTo>
                  <a:lnTo>
                    <a:pt x="72561" y="86220"/>
                  </a:lnTo>
                  <a:lnTo>
                    <a:pt x="71744" y="85053"/>
                  </a:lnTo>
                  <a:lnTo>
                    <a:pt x="70954" y="83900"/>
                  </a:lnTo>
                  <a:lnTo>
                    <a:pt x="70190" y="82762"/>
                  </a:lnTo>
                  <a:lnTo>
                    <a:pt x="69452" y="81637"/>
                  </a:lnTo>
                  <a:lnTo>
                    <a:pt x="68741" y="80527"/>
                  </a:lnTo>
                  <a:lnTo>
                    <a:pt x="68057" y="79439"/>
                  </a:lnTo>
                  <a:lnTo>
                    <a:pt x="67385" y="78363"/>
                  </a:lnTo>
                  <a:lnTo>
                    <a:pt x="66726" y="77301"/>
                  </a:lnTo>
                  <a:lnTo>
                    <a:pt x="66080" y="76250"/>
                  </a:lnTo>
                  <a:lnTo>
                    <a:pt x="65447" y="75213"/>
                  </a:lnTo>
                  <a:lnTo>
                    <a:pt x="64826" y="74188"/>
                  </a:lnTo>
                  <a:lnTo>
                    <a:pt x="64217" y="73175"/>
                  </a:lnTo>
                  <a:lnTo>
                    <a:pt x="63622" y="72176"/>
                  </a:lnTo>
                  <a:lnTo>
                    <a:pt x="63039" y="71188"/>
                  </a:lnTo>
                  <a:lnTo>
                    <a:pt x="62468" y="702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h114"/>
            <p:cNvSpPr/>
            <p:nvPr/>
          </p:nvSpPr>
          <p:spPr>
            <a:xfrm>
              <a:off x="3339170" y="6307430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h115"/>
            <p:cNvSpPr/>
            <p:nvPr/>
          </p:nvSpPr>
          <p:spPr>
            <a:xfrm>
              <a:off x="3382829" y="6252796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h116"/>
            <p:cNvSpPr/>
            <p:nvPr/>
          </p:nvSpPr>
          <p:spPr>
            <a:xfrm>
              <a:off x="3474169" y="6272196"/>
              <a:ext cx="17427" cy="17427"/>
            </a:xfrm>
            <a:custGeom>
              <a:avLst/>
              <a:pathLst>
                <a:path w="17427" h="17427">
                  <a:moveTo>
                    <a:pt x="9218" y="17427"/>
                  </a:moveTo>
                  <a:lnTo>
                    <a:pt x="0" y="8208"/>
                  </a:lnTo>
                  <a:lnTo>
                    <a:pt x="8208" y="0"/>
                  </a:lnTo>
                  <a:lnTo>
                    <a:pt x="17427" y="921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h117"/>
            <p:cNvSpPr/>
            <p:nvPr/>
          </p:nvSpPr>
          <p:spPr>
            <a:xfrm>
              <a:off x="3456826" y="6179535"/>
              <a:ext cx="77103" cy="78100"/>
            </a:xfrm>
            <a:custGeom>
              <a:avLst/>
              <a:pathLst>
                <a:path w="77103" h="78100">
                  <a:moveTo>
                    <a:pt x="67394" y="30445"/>
                  </a:moveTo>
                  <a:lnTo>
                    <a:pt x="68266" y="31343"/>
                  </a:lnTo>
                  <a:lnTo>
                    <a:pt x="69099" y="32251"/>
                  </a:lnTo>
                  <a:lnTo>
                    <a:pt x="69893" y="33171"/>
                  </a:lnTo>
                  <a:lnTo>
                    <a:pt x="70647" y="34102"/>
                  </a:lnTo>
                  <a:lnTo>
                    <a:pt x="71361" y="35044"/>
                  </a:lnTo>
                  <a:lnTo>
                    <a:pt x="72036" y="35996"/>
                  </a:lnTo>
                  <a:lnTo>
                    <a:pt x="72671" y="36960"/>
                  </a:lnTo>
                  <a:lnTo>
                    <a:pt x="73267" y="37934"/>
                  </a:lnTo>
                  <a:lnTo>
                    <a:pt x="73823" y="38920"/>
                  </a:lnTo>
                  <a:lnTo>
                    <a:pt x="74339" y="39916"/>
                  </a:lnTo>
                  <a:lnTo>
                    <a:pt x="74814" y="40903"/>
                  </a:lnTo>
                  <a:lnTo>
                    <a:pt x="75243" y="41894"/>
                  </a:lnTo>
                  <a:lnTo>
                    <a:pt x="75629" y="42890"/>
                  </a:lnTo>
                  <a:lnTo>
                    <a:pt x="75969" y="43890"/>
                  </a:lnTo>
                  <a:lnTo>
                    <a:pt x="76265" y="44894"/>
                  </a:lnTo>
                  <a:lnTo>
                    <a:pt x="76516" y="45902"/>
                  </a:lnTo>
                  <a:lnTo>
                    <a:pt x="76723" y="46914"/>
                  </a:lnTo>
                  <a:lnTo>
                    <a:pt x="76885" y="47931"/>
                  </a:lnTo>
                  <a:lnTo>
                    <a:pt x="77003" y="48952"/>
                  </a:lnTo>
                  <a:lnTo>
                    <a:pt x="77075" y="49977"/>
                  </a:lnTo>
                  <a:lnTo>
                    <a:pt x="77103" y="50987"/>
                  </a:lnTo>
                  <a:lnTo>
                    <a:pt x="77084" y="51999"/>
                  </a:lnTo>
                  <a:lnTo>
                    <a:pt x="77019" y="53011"/>
                  </a:lnTo>
                  <a:lnTo>
                    <a:pt x="76907" y="54025"/>
                  </a:lnTo>
                  <a:lnTo>
                    <a:pt x="76749" y="55039"/>
                  </a:lnTo>
                  <a:lnTo>
                    <a:pt x="76545" y="56054"/>
                  </a:lnTo>
                  <a:lnTo>
                    <a:pt x="76294" y="57069"/>
                  </a:lnTo>
                  <a:lnTo>
                    <a:pt x="75998" y="58086"/>
                  </a:lnTo>
                  <a:lnTo>
                    <a:pt x="75655" y="59103"/>
                  </a:lnTo>
                  <a:lnTo>
                    <a:pt x="75265" y="60122"/>
                  </a:lnTo>
                  <a:lnTo>
                    <a:pt x="74819" y="61128"/>
                  </a:lnTo>
                  <a:lnTo>
                    <a:pt x="74321" y="62127"/>
                  </a:lnTo>
                  <a:lnTo>
                    <a:pt x="73771" y="63118"/>
                  </a:lnTo>
                  <a:lnTo>
                    <a:pt x="73171" y="64102"/>
                  </a:lnTo>
                  <a:lnTo>
                    <a:pt x="72519" y="65078"/>
                  </a:lnTo>
                  <a:lnTo>
                    <a:pt x="71815" y="66047"/>
                  </a:lnTo>
                  <a:lnTo>
                    <a:pt x="71060" y="67008"/>
                  </a:lnTo>
                  <a:lnTo>
                    <a:pt x="70254" y="67961"/>
                  </a:lnTo>
                  <a:lnTo>
                    <a:pt x="69397" y="68907"/>
                  </a:lnTo>
                  <a:lnTo>
                    <a:pt x="68488" y="69846"/>
                  </a:lnTo>
                  <a:lnTo>
                    <a:pt x="67446" y="70848"/>
                  </a:lnTo>
                  <a:lnTo>
                    <a:pt x="66390" y="71785"/>
                  </a:lnTo>
                  <a:lnTo>
                    <a:pt x="65321" y="72657"/>
                  </a:lnTo>
                  <a:lnTo>
                    <a:pt x="64238" y="73462"/>
                  </a:lnTo>
                  <a:lnTo>
                    <a:pt x="63142" y="74202"/>
                  </a:lnTo>
                  <a:lnTo>
                    <a:pt x="62032" y="74877"/>
                  </a:lnTo>
                  <a:lnTo>
                    <a:pt x="60909" y="75485"/>
                  </a:lnTo>
                  <a:lnTo>
                    <a:pt x="59773" y="76028"/>
                  </a:lnTo>
                  <a:lnTo>
                    <a:pt x="58623" y="76506"/>
                  </a:lnTo>
                  <a:lnTo>
                    <a:pt x="57459" y="76917"/>
                  </a:lnTo>
                  <a:lnTo>
                    <a:pt x="56285" y="77266"/>
                  </a:lnTo>
                  <a:lnTo>
                    <a:pt x="55102" y="77554"/>
                  </a:lnTo>
                  <a:lnTo>
                    <a:pt x="53911" y="77781"/>
                  </a:lnTo>
                  <a:lnTo>
                    <a:pt x="52711" y="77948"/>
                  </a:lnTo>
                  <a:lnTo>
                    <a:pt x="51503" y="78054"/>
                  </a:lnTo>
                  <a:lnTo>
                    <a:pt x="50286" y="78100"/>
                  </a:lnTo>
                  <a:lnTo>
                    <a:pt x="49061" y="78084"/>
                  </a:lnTo>
                  <a:lnTo>
                    <a:pt x="47828" y="78009"/>
                  </a:lnTo>
                  <a:lnTo>
                    <a:pt x="46586" y="77872"/>
                  </a:lnTo>
                  <a:lnTo>
                    <a:pt x="45336" y="77675"/>
                  </a:lnTo>
                  <a:lnTo>
                    <a:pt x="44069" y="77410"/>
                  </a:lnTo>
                  <a:lnTo>
                    <a:pt x="42795" y="77088"/>
                  </a:lnTo>
                  <a:lnTo>
                    <a:pt x="41513" y="76707"/>
                  </a:lnTo>
                  <a:lnTo>
                    <a:pt x="40224" y="76268"/>
                  </a:lnTo>
                  <a:lnTo>
                    <a:pt x="38927" y="75770"/>
                  </a:lnTo>
                  <a:lnTo>
                    <a:pt x="37622" y="75215"/>
                  </a:lnTo>
                  <a:lnTo>
                    <a:pt x="36310" y="74602"/>
                  </a:lnTo>
                  <a:lnTo>
                    <a:pt x="34991" y="73930"/>
                  </a:lnTo>
                  <a:lnTo>
                    <a:pt x="33663" y="73201"/>
                  </a:lnTo>
                  <a:lnTo>
                    <a:pt x="32328" y="72413"/>
                  </a:lnTo>
                  <a:lnTo>
                    <a:pt x="30988" y="71552"/>
                  </a:lnTo>
                  <a:lnTo>
                    <a:pt x="29643" y="70637"/>
                  </a:lnTo>
                  <a:lnTo>
                    <a:pt x="28294" y="69667"/>
                  </a:lnTo>
                  <a:lnTo>
                    <a:pt x="26940" y="68642"/>
                  </a:lnTo>
                  <a:lnTo>
                    <a:pt x="25583" y="67562"/>
                  </a:lnTo>
                  <a:lnTo>
                    <a:pt x="24221" y="66427"/>
                  </a:lnTo>
                  <a:lnTo>
                    <a:pt x="22855" y="65238"/>
                  </a:lnTo>
                  <a:lnTo>
                    <a:pt x="21485" y="63994"/>
                  </a:lnTo>
                  <a:lnTo>
                    <a:pt x="20110" y="62696"/>
                  </a:lnTo>
                  <a:lnTo>
                    <a:pt x="18732" y="61342"/>
                  </a:lnTo>
                  <a:lnTo>
                    <a:pt x="17183" y="59765"/>
                  </a:lnTo>
                  <a:lnTo>
                    <a:pt x="15701" y="58197"/>
                  </a:lnTo>
                  <a:lnTo>
                    <a:pt x="14287" y="56640"/>
                  </a:lnTo>
                  <a:lnTo>
                    <a:pt x="12939" y="55092"/>
                  </a:lnTo>
                  <a:lnTo>
                    <a:pt x="11660" y="53555"/>
                  </a:lnTo>
                  <a:lnTo>
                    <a:pt x="10447" y="52028"/>
                  </a:lnTo>
                  <a:lnTo>
                    <a:pt x="9302" y="50510"/>
                  </a:lnTo>
                  <a:lnTo>
                    <a:pt x="8225" y="49003"/>
                  </a:lnTo>
                  <a:lnTo>
                    <a:pt x="7215" y="47507"/>
                  </a:lnTo>
                  <a:lnTo>
                    <a:pt x="6272" y="46020"/>
                  </a:lnTo>
                  <a:lnTo>
                    <a:pt x="5403" y="44537"/>
                  </a:lnTo>
                  <a:lnTo>
                    <a:pt x="4600" y="43068"/>
                  </a:lnTo>
                  <a:lnTo>
                    <a:pt x="3861" y="41614"/>
                  </a:lnTo>
                  <a:lnTo>
                    <a:pt x="3187" y="40174"/>
                  </a:lnTo>
                  <a:lnTo>
                    <a:pt x="2578" y="38748"/>
                  </a:lnTo>
                  <a:lnTo>
                    <a:pt x="2034" y="37336"/>
                  </a:lnTo>
                  <a:lnTo>
                    <a:pt x="1554" y="35939"/>
                  </a:lnTo>
                  <a:lnTo>
                    <a:pt x="1139" y="34557"/>
                  </a:lnTo>
                  <a:lnTo>
                    <a:pt x="790" y="33188"/>
                  </a:lnTo>
                  <a:lnTo>
                    <a:pt x="505" y="31834"/>
                  </a:lnTo>
                  <a:lnTo>
                    <a:pt x="284" y="30495"/>
                  </a:lnTo>
                  <a:lnTo>
                    <a:pt x="126" y="29172"/>
                  </a:lnTo>
                  <a:lnTo>
                    <a:pt x="31" y="27865"/>
                  </a:lnTo>
                  <a:lnTo>
                    <a:pt x="0" y="26574"/>
                  </a:lnTo>
                  <a:lnTo>
                    <a:pt x="31" y="25299"/>
                  </a:lnTo>
                  <a:lnTo>
                    <a:pt x="126" y="24040"/>
                  </a:lnTo>
                  <a:lnTo>
                    <a:pt x="284" y="22796"/>
                  </a:lnTo>
                  <a:lnTo>
                    <a:pt x="505" y="21569"/>
                  </a:lnTo>
                  <a:lnTo>
                    <a:pt x="789" y="20358"/>
                  </a:lnTo>
                  <a:lnTo>
                    <a:pt x="1136" y="19163"/>
                  </a:lnTo>
                  <a:lnTo>
                    <a:pt x="1554" y="17978"/>
                  </a:lnTo>
                  <a:lnTo>
                    <a:pt x="2032" y="16813"/>
                  </a:lnTo>
                  <a:lnTo>
                    <a:pt x="2571" y="15668"/>
                  </a:lnTo>
                  <a:lnTo>
                    <a:pt x="3170" y="14543"/>
                  </a:lnTo>
                  <a:lnTo>
                    <a:pt x="3830" y="13438"/>
                  </a:lnTo>
                  <a:lnTo>
                    <a:pt x="4551" y="12354"/>
                  </a:lnTo>
                  <a:lnTo>
                    <a:pt x="5332" y="11290"/>
                  </a:lnTo>
                  <a:lnTo>
                    <a:pt x="6174" y="10246"/>
                  </a:lnTo>
                  <a:lnTo>
                    <a:pt x="7077" y="9222"/>
                  </a:lnTo>
                  <a:lnTo>
                    <a:pt x="8040" y="8219"/>
                  </a:lnTo>
                  <a:lnTo>
                    <a:pt x="8648" y="7622"/>
                  </a:lnTo>
                  <a:lnTo>
                    <a:pt x="9262" y="7047"/>
                  </a:lnTo>
                  <a:lnTo>
                    <a:pt x="9881" y="6491"/>
                  </a:lnTo>
                  <a:lnTo>
                    <a:pt x="10505" y="5956"/>
                  </a:lnTo>
                  <a:lnTo>
                    <a:pt x="11134" y="5440"/>
                  </a:lnTo>
                  <a:lnTo>
                    <a:pt x="11768" y="4945"/>
                  </a:lnTo>
                  <a:lnTo>
                    <a:pt x="12407" y="4470"/>
                  </a:lnTo>
                  <a:lnTo>
                    <a:pt x="13051" y="4016"/>
                  </a:lnTo>
                  <a:lnTo>
                    <a:pt x="13700" y="3581"/>
                  </a:lnTo>
                  <a:lnTo>
                    <a:pt x="14354" y="3167"/>
                  </a:lnTo>
                  <a:lnTo>
                    <a:pt x="15014" y="2776"/>
                  </a:lnTo>
                  <a:lnTo>
                    <a:pt x="15679" y="2411"/>
                  </a:lnTo>
                  <a:lnTo>
                    <a:pt x="16350" y="2072"/>
                  </a:lnTo>
                  <a:lnTo>
                    <a:pt x="17028" y="1759"/>
                  </a:lnTo>
                  <a:lnTo>
                    <a:pt x="17711" y="1473"/>
                  </a:lnTo>
                  <a:lnTo>
                    <a:pt x="18400" y="1212"/>
                  </a:lnTo>
                  <a:lnTo>
                    <a:pt x="19095" y="978"/>
                  </a:lnTo>
                  <a:lnTo>
                    <a:pt x="19796" y="769"/>
                  </a:lnTo>
                  <a:lnTo>
                    <a:pt x="20503" y="587"/>
                  </a:lnTo>
                  <a:lnTo>
                    <a:pt x="21215" y="431"/>
                  </a:lnTo>
                  <a:lnTo>
                    <a:pt x="21935" y="286"/>
                  </a:lnTo>
                  <a:lnTo>
                    <a:pt x="22662" y="170"/>
                  </a:lnTo>
                  <a:lnTo>
                    <a:pt x="23396" y="84"/>
                  </a:lnTo>
                  <a:lnTo>
                    <a:pt x="24138" y="27"/>
                  </a:lnTo>
                  <a:lnTo>
                    <a:pt x="24888" y="0"/>
                  </a:lnTo>
                  <a:lnTo>
                    <a:pt x="25645" y="2"/>
                  </a:lnTo>
                  <a:lnTo>
                    <a:pt x="26410" y="33"/>
                  </a:lnTo>
                  <a:lnTo>
                    <a:pt x="27183" y="94"/>
                  </a:lnTo>
                  <a:lnTo>
                    <a:pt x="27963" y="185"/>
                  </a:lnTo>
                  <a:lnTo>
                    <a:pt x="28750" y="305"/>
                  </a:lnTo>
                  <a:lnTo>
                    <a:pt x="29546" y="457"/>
                  </a:lnTo>
                  <a:lnTo>
                    <a:pt x="30348" y="643"/>
                  </a:lnTo>
                  <a:lnTo>
                    <a:pt x="31159" y="864"/>
                  </a:lnTo>
                  <a:lnTo>
                    <a:pt x="31977" y="1120"/>
                  </a:lnTo>
                  <a:lnTo>
                    <a:pt x="32802" y="1410"/>
                  </a:lnTo>
                  <a:lnTo>
                    <a:pt x="33635" y="1734"/>
                  </a:lnTo>
                  <a:lnTo>
                    <a:pt x="34476" y="2093"/>
                  </a:lnTo>
                  <a:lnTo>
                    <a:pt x="35324" y="2487"/>
                  </a:lnTo>
                  <a:lnTo>
                    <a:pt x="36180" y="2915"/>
                  </a:lnTo>
                  <a:lnTo>
                    <a:pt x="37043" y="3378"/>
                  </a:lnTo>
                  <a:lnTo>
                    <a:pt x="31108" y="11923"/>
                  </a:lnTo>
                  <a:lnTo>
                    <a:pt x="30113" y="11428"/>
                  </a:lnTo>
                  <a:lnTo>
                    <a:pt x="29133" y="11005"/>
                  </a:lnTo>
                  <a:lnTo>
                    <a:pt x="28166" y="10654"/>
                  </a:lnTo>
                  <a:lnTo>
                    <a:pt x="27215" y="10374"/>
                  </a:lnTo>
                  <a:lnTo>
                    <a:pt x="26277" y="10165"/>
                  </a:lnTo>
                  <a:lnTo>
                    <a:pt x="25354" y="10029"/>
                  </a:lnTo>
                  <a:lnTo>
                    <a:pt x="24445" y="9963"/>
                  </a:lnTo>
                  <a:lnTo>
                    <a:pt x="23551" y="9970"/>
                  </a:lnTo>
                  <a:lnTo>
                    <a:pt x="22671" y="10048"/>
                  </a:lnTo>
                  <a:lnTo>
                    <a:pt x="21805" y="10197"/>
                  </a:lnTo>
                  <a:lnTo>
                    <a:pt x="20955" y="10391"/>
                  </a:lnTo>
                  <a:lnTo>
                    <a:pt x="20123" y="10636"/>
                  </a:lnTo>
                  <a:lnTo>
                    <a:pt x="19308" y="10933"/>
                  </a:lnTo>
                  <a:lnTo>
                    <a:pt x="18511" y="11281"/>
                  </a:lnTo>
                  <a:lnTo>
                    <a:pt x="17732" y="11681"/>
                  </a:lnTo>
                  <a:lnTo>
                    <a:pt x="16971" y="12132"/>
                  </a:lnTo>
                  <a:lnTo>
                    <a:pt x="16227" y="12634"/>
                  </a:lnTo>
                  <a:lnTo>
                    <a:pt x="15501" y="13187"/>
                  </a:lnTo>
                  <a:lnTo>
                    <a:pt x="14792" y="13792"/>
                  </a:lnTo>
                  <a:lnTo>
                    <a:pt x="14101" y="14449"/>
                  </a:lnTo>
                  <a:lnTo>
                    <a:pt x="13499" y="15080"/>
                  </a:lnTo>
                  <a:lnTo>
                    <a:pt x="12938" y="15730"/>
                  </a:lnTo>
                  <a:lnTo>
                    <a:pt x="12418" y="16397"/>
                  </a:lnTo>
                  <a:lnTo>
                    <a:pt x="11939" y="17082"/>
                  </a:lnTo>
                  <a:lnTo>
                    <a:pt x="11502" y="17785"/>
                  </a:lnTo>
                  <a:lnTo>
                    <a:pt x="11106" y="18505"/>
                  </a:lnTo>
                  <a:lnTo>
                    <a:pt x="10751" y="19243"/>
                  </a:lnTo>
                  <a:lnTo>
                    <a:pt x="10437" y="19998"/>
                  </a:lnTo>
                  <a:lnTo>
                    <a:pt x="10165" y="20772"/>
                  </a:lnTo>
                  <a:lnTo>
                    <a:pt x="9934" y="21563"/>
                  </a:lnTo>
                  <a:lnTo>
                    <a:pt x="9746" y="22370"/>
                  </a:lnTo>
                  <a:lnTo>
                    <a:pt x="9602" y="23191"/>
                  </a:lnTo>
                  <a:lnTo>
                    <a:pt x="9503" y="24026"/>
                  </a:lnTo>
                  <a:lnTo>
                    <a:pt x="9449" y="24876"/>
                  </a:lnTo>
                  <a:lnTo>
                    <a:pt x="9439" y="25741"/>
                  </a:lnTo>
                  <a:lnTo>
                    <a:pt x="9474" y="26619"/>
                  </a:lnTo>
                  <a:lnTo>
                    <a:pt x="9554" y="27512"/>
                  </a:lnTo>
                  <a:lnTo>
                    <a:pt x="9678" y="28419"/>
                  </a:lnTo>
                  <a:lnTo>
                    <a:pt x="9847" y="29341"/>
                  </a:lnTo>
                  <a:lnTo>
                    <a:pt x="10060" y="30276"/>
                  </a:lnTo>
                  <a:lnTo>
                    <a:pt x="10311" y="31218"/>
                  </a:lnTo>
                  <a:lnTo>
                    <a:pt x="10607" y="32174"/>
                  </a:lnTo>
                  <a:lnTo>
                    <a:pt x="10951" y="33144"/>
                  </a:lnTo>
                  <a:lnTo>
                    <a:pt x="11340" y="34129"/>
                  </a:lnTo>
                  <a:lnTo>
                    <a:pt x="11776" y="35128"/>
                  </a:lnTo>
                  <a:lnTo>
                    <a:pt x="12258" y="36141"/>
                  </a:lnTo>
                  <a:lnTo>
                    <a:pt x="12786" y="37168"/>
                  </a:lnTo>
                  <a:lnTo>
                    <a:pt x="13360" y="38210"/>
                  </a:lnTo>
                  <a:lnTo>
                    <a:pt x="13981" y="39267"/>
                  </a:lnTo>
                  <a:lnTo>
                    <a:pt x="14649" y="40337"/>
                  </a:lnTo>
                  <a:lnTo>
                    <a:pt x="15371" y="41412"/>
                  </a:lnTo>
                  <a:lnTo>
                    <a:pt x="16142" y="42497"/>
                  </a:lnTo>
                  <a:lnTo>
                    <a:pt x="16961" y="43594"/>
                  </a:lnTo>
                  <a:lnTo>
                    <a:pt x="17828" y="44701"/>
                  </a:lnTo>
                  <a:lnTo>
                    <a:pt x="18742" y="45820"/>
                  </a:lnTo>
                  <a:lnTo>
                    <a:pt x="19705" y="46949"/>
                  </a:lnTo>
                  <a:lnTo>
                    <a:pt x="20716" y="48090"/>
                  </a:lnTo>
                  <a:lnTo>
                    <a:pt x="21774" y="49241"/>
                  </a:lnTo>
                  <a:lnTo>
                    <a:pt x="22881" y="50403"/>
                  </a:lnTo>
                  <a:lnTo>
                    <a:pt x="24036" y="51576"/>
                  </a:lnTo>
                  <a:lnTo>
                    <a:pt x="23717" y="50399"/>
                  </a:lnTo>
                  <a:lnTo>
                    <a:pt x="23470" y="49226"/>
                  </a:lnTo>
                  <a:lnTo>
                    <a:pt x="23293" y="48056"/>
                  </a:lnTo>
                  <a:lnTo>
                    <a:pt x="23187" y="46889"/>
                  </a:lnTo>
                  <a:lnTo>
                    <a:pt x="23152" y="45725"/>
                  </a:lnTo>
                  <a:lnTo>
                    <a:pt x="23187" y="44565"/>
                  </a:lnTo>
                  <a:lnTo>
                    <a:pt x="23293" y="43408"/>
                  </a:lnTo>
                  <a:lnTo>
                    <a:pt x="23470" y="42255"/>
                  </a:lnTo>
                  <a:lnTo>
                    <a:pt x="23717" y="41105"/>
                  </a:lnTo>
                  <a:lnTo>
                    <a:pt x="24036" y="39958"/>
                  </a:lnTo>
                  <a:lnTo>
                    <a:pt x="24412" y="38814"/>
                  </a:lnTo>
                  <a:lnTo>
                    <a:pt x="24851" y="37688"/>
                  </a:lnTo>
                  <a:lnTo>
                    <a:pt x="25352" y="36581"/>
                  </a:lnTo>
                  <a:lnTo>
                    <a:pt x="25915" y="35493"/>
                  </a:lnTo>
                  <a:lnTo>
                    <a:pt x="26540" y="34423"/>
                  </a:lnTo>
                  <a:lnTo>
                    <a:pt x="27228" y="33371"/>
                  </a:lnTo>
                  <a:lnTo>
                    <a:pt x="27978" y="32338"/>
                  </a:lnTo>
                  <a:lnTo>
                    <a:pt x="28791" y="31324"/>
                  </a:lnTo>
                  <a:lnTo>
                    <a:pt x="29665" y="30328"/>
                  </a:lnTo>
                  <a:lnTo>
                    <a:pt x="30603" y="29350"/>
                  </a:lnTo>
                  <a:lnTo>
                    <a:pt x="31416" y="28563"/>
                  </a:lnTo>
                  <a:lnTo>
                    <a:pt x="32241" y="27816"/>
                  </a:lnTo>
                  <a:lnTo>
                    <a:pt x="33076" y="27111"/>
                  </a:lnTo>
                  <a:lnTo>
                    <a:pt x="33923" y="26447"/>
                  </a:lnTo>
                  <a:lnTo>
                    <a:pt x="34780" y="25825"/>
                  </a:lnTo>
                  <a:lnTo>
                    <a:pt x="35649" y="25243"/>
                  </a:lnTo>
                  <a:lnTo>
                    <a:pt x="36528" y="24703"/>
                  </a:lnTo>
                  <a:lnTo>
                    <a:pt x="37419" y="24205"/>
                  </a:lnTo>
                  <a:lnTo>
                    <a:pt x="38320" y="23747"/>
                  </a:lnTo>
                  <a:lnTo>
                    <a:pt x="39232" y="23331"/>
                  </a:lnTo>
                  <a:lnTo>
                    <a:pt x="40152" y="22956"/>
                  </a:lnTo>
                  <a:lnTo>
                    <a:pt x="41076" y="22625"/>
                  </a:lnTo>
                  <a:lnTo>
                    <a:pt x="42004" y="22337"/>
                  </a:lnTo>
                  <a:lnTo>
                    <a:pt x="42936" y="22091"/>
                  </a:lnTo>
                  <a:lnTo>
                    <a:pt x="43873" y="21889"/>
                  </a:lnTo>
                  <a:lnTo>
                    <a:pt x="44814" y="21729"/>
                  </a:lnTo>
                  <a:lnTo>
                    <a:pt x="45759" y="21613"/>
                  </a:lnTo>
                  <a:lnTo>
                    <a:pt x="46708" y="21539"/>
                  </a:lnTo>
                  <a:lnTo>
                    <a:pt x="47662" y="21508"/>
                  </a:lnTo>
                  <a:lnTo>
                    <a:pt x="48619" y="21521"/>
                  </a:lnTo>
                  <a:lnTo>
                    <a:pt x="49579" y="21559"/>
                  </a:lnTo>
                  <a:lnTo>
                    <a:pt x="50539" y="21642"/>
                  </a:lnTo>
                  <a:lnTo>
                    <a:pt x="51498" y="21768"/>
                  </a:lnTo>
                  <a:lnTo>
                    <a:pt x="52458" y="21938"/>
                  </a:lnTo>
                  <a:lnTo>
                    <a:pt x="53418" y="22152"/>
                  </a:lnTo>
                  <a:lnTo>
                    <a:pt x="54378" y="22410"/>
                  </a:lnTo>
                  <a:lnTo>
                    <a:pt x="55338" y="22711"/>
                  </a:lnTo>
                  <a:lnTo>
                    <a:pt x="56297" y="23056"/>
                  </a:lnTo>
                  <a:lnTo>
                    <a:pt x="57257" y="23445"/>
                  </a:lnTo>
                  <a:lnTo>
                    <a:pt x="58217" y="23878"/>
                  </a:lnTo>
                  <a:lnTo>
                    <a:pt x="59172" y="24338"/>
                  </a:lnTo>
                  <a:lnTo>
                    <a:pt x="60120" y="24841"/>
                  </a:lnTo>
                  <a:lnTo>
                    <a:pt x="61058" y="25388"/>
                  </a:lnTo>
                  <a:lnTo>
                    <a:pt x="61989" y="25979"/>
                  </a:lnTo>
                  <a:lnTo>
                    <a:pt x="62910" y="26614"/>
                  </a:lnTo>
                  <a:lnTo>
                    <a:pt x="63824" y="27293"/>
                  </a:lnTo>
                  <a:lnTo>
                    <a:pt x="64729" y="28015"/>
                  </a:lnTo>
                  <a:lnTo>
                    <a:pt x="65626" y="28781"/>
                  </a:lnTo>
                  <a:lnTo>
                    <a:pt x="66514" y="29591"/>
                  </a:lnTo>
                  <a:close/>
                  <a:moveTo>
                    <a:pt x="60027" y="38485"/>
                  </a:moveTo>
                  <a:lnTo>
                    <a:pt x="59411" y="37884"/>
                  </a:lnTo>
                  <a:lnTo>
                    <a:pt x="58791" y="37310"/>
                  </a:lnTo>
                  <a:lnTo>
                    <a:pt x="58168" y="36762"/>
                  </a:lnTo>
                  <a:lnTo>
                    <a:pt x="57542" y="36242"/>
                  </a:lnTo>
                  <a:lnTo>
                    <a:pt x="56912" y="35749"/>
                  </a:lnTo>
                  <a:lnTo>
                    <a:pt x="56279" y="35282"/>
                  </a:lnTo>
                  <a:lnTo>
                    <a:pt x="55642" y="34843"/>
                  </a:lnTo>
                  <a:lnTo>
                    <a:pt x="55002" y="34430"/>
                  </a:lnTo>
                  <a:lnTo>
                    <a:pt x="54359" y="34045"/>
                  </a:lnTo>
                  <a:lnTo>
                    <a:pt x="53713" y="33686"/>
                  </a:lnTo>
                  <a:lnTo>
                    <a:pt x="53064" y="33356"/>
                  </a:lnTo>
                  <a:lnTo>
                    <a:pt x="52416" y="33056"/>
                  </a:lnTo>
                  <a:lnTo>
                    <a:pt x="51768" y="32787"/>
                  </a:lnTo>
                  <a:lnTo>
                    <a:pt x="51120" y="32548"/>
                  </a:lnTo>
                  <a:lnTo>
                    <a:pt x="50471" y="32339"/>
                  </a:lnTo>
                  <a:lnTo>
                    <a:pt x="49823" y="32160"/>
                  </a:lnTo>
                  <a:lnTo>
                    <a:pt x="49175" y="32012"/>
                  </a:lnTo>
                  <a:lnTo>
                    <a:pt x="48527" y="31894"/>
                  </a:lnTo>
                  <a:lnTo>
                    <a:pt x="47878" y="31807"/>
                  </a:lnTo>
                  <a:lnTo>
                    <a:pt x="47230" y="31750"/>
                  </a:lnTo>
                  <a:lnTo>
                    <a:pt x="46575" y="31715"/>
                  </a:lnTo>
                  <a:lnTo>
                    <a:pt x="45922" y="31711"/>
                  </a:lnTo>
                  <a:lnTo>
                    <a:pt x="45271" y="31738"/>
                  </a:lnTo>
                  <a:lnTo>
                    <a:pt x="44624" y="31797"/>
                  </a:lnTo>
                  <a:lnTo>
                    <a:pt x="43978" y="31886"/>
                  </a:lnTo>
                  <a:lnTo>
                    <a:pt x="43335" y="32007"/>
                  </a:lnTo>
                  <a:lnTo>
                    <a:pt x="42695" y="32159"/>
                  </a:lnTo>
                  <a:lnTo>
                    <a:pt x="42057" y="32342"/>
                  </a:lnTo>
                  <a:lnTo>
                    <a:pt x="41422" y="32557"/>
                  </a:lnTo>
                  <a:lnTo>
                    <a:pt x="40790" y="32802"/>
                  </a:lnTo>
                  <a:lnTo>
                    <a:pt x="40152" y="33071"/>
                  </a:lnTo>
                  <a:lnTo>
                    <a:pt x="39520" y="33374"/>
                  </a:lnTo>
                  <a:lnTo>
                    <a:pt x="38893" y="33711"/>
                  </a:lnTo>
                  <a:lnTo>
                    <a:pt x="38271" y="34082"/>
                  </a:lnTo>
                  <a:lnTo>
                    <a:pt x="37653" y="34486"/>
                  </a:lnTo>
                  <a:lnTo>
                    <a:pt x="37041" y="34924"/>
                  </a:lnTo>
                  <a:lnTo>
                    <a:pt x="36434" y="35395"/>
                  </a:lnTo>
                  <a:lnTo>
                    <a:pt x="35832" y="35900"/>
                  </a:lnTo>
                  <a:lnTo>
                    <a:pt x="35235" y="36439"/>
                  </a:lnTo>
                  <a:lnTo>
                    <a:pt x="34644" y="37011"/>
                  </a:lnTo>
                  <a:lnTo>
                    <a:pt x="34237" y="37431"/>
                  </a:lnTo>
                  <a:lnTo>
                    <a:pt x="33842" y="37863"/>
                  </a:lnTo>
                  <a:lnTo>
                    <a:pt x="33459" y="38310"/>
                  </a:lnTo>
                  <a:lnTo>
                    <a:pt x="33088" y="38769"/>
                  </a:lnTo>
                  <a:lnTo>
                    <a:pt x="32728" y="39243"/>
                  </a:lnTo>
                  <a:lnTo>
                    <a:pt x="32381" y="39729"/>
                  </a:lnTo>
                  <a:lnTo>
                    <a:pt x="32045" y="40229"/>
                  </a:lnTo>
                  <a:lnTo>
                    <a:pt x="31721" y="40743"/>
                  </a:lnTo>
                  <a:lnTo>
                    <a:pt x="31408" y="41270"/>
                  </a:lnTo>
                  <a:lnTo>
                    <a:pt x="31108" y="41810"/>
                  </a:lnTo>
                  <a:lnTo>
                    <a:pt x="30816" y="42353"/>
                  </a:lnTo>
                  <a:lnTo>
                    <a:pt x="30549" y="42905"/>
                  </a:lnTo>
                  <a:lnTo>
                    <a:pt x="30304" y="43465"/>
                  </a:lnTo>
                  <a:lnTo>
                    <a:pt x="30084" y="44033"/>
                  </a:lnTo>
                  <a:lnTo>
                    <a:pt x="29887" y="44610"/>
                  </a:lnTo>
                  <a:lnTo>
                    <a:pt x="29713" y="45195"/>
                  </a:lnTo>
                  <a:lnTo>
                    <a:pt x="29564" y="45788"/>
                  </a:lnTo>
                  <a:lnTo>
                    <a:pt x="29437" y="46390"/>
                  </a:lnTo>
                  <a:lnTo>
                    <a:pt x="29335" y="47001"/>
                  </a:lnTo>
                  <a:lnTo>
                    <a:pt x="29255" y="47619"/>
                  </a:lnTo>
                  <a:lnTo>
                    <a:pt x="29203" y="48229"/>
                  </a:lnTo>
                  <a:lnTo>
                    <a:pt x="29180" y="48844"/>
                  </a:lnTo>
                  <a:lnTo>
                    <a:pt x="29186" y="49464"/>
                  </a:lnTo>
                  <a:lnTo>
                    <a:pt x="29222" y="50091"/>
                  </a:lnTo>
                  <a:lnTo>
                    <a:pt x="29287" y="50724"/>
                  </a:lnTo>
                  <a:lnTo>
                    <a:pt x="29382" y="51362"/>
                  </a:lnTo>
                  <a:lnTo>
                    <a:pt x="29506" y="52007"/>
                  </a:lnTo>
                  <a:lnTo>
                    <a:pt x="29660" y="52657"/>
                  </a:lnTo>
                  <a:lnTo>
                    <a:pt x="29843" y="53314"/>
                  </a:lnTo>
                  <a:lnTo>
                    <a:pt x="30055" y="53976"/>
                  </a:lnTo>
                  <a:lnTo>
                    <a:pt x="30311" y="54632"/>
                  </a:lnTo>
                  <a:lnTo>
                    <a:pt x="30608" y="55286"/>
                  </a:lnTo>
                  <a:lnTo>
                    <a:pt x="30944" y="55938"/>
                  </a:lnTo>
                  <a:lnTo>
                    <a:pt x="31322" y="56589"/>
                  </a:lnTo>
                  <a:lnTo>
                    <a:pt x="31739" y="57238"/>
                  </a:lnTo>
                  <a:lnTo>
                    <a:pt x="32197" y="57886"/>
                  </a:lnTo>
                  <a:lnTo>
                    <a:pt x="32695" y="58531"/>
                  </a:lnTo>
                  <a:lnTo>
                    <a:pt x="33234" y="59175"/>
                  </a:lnTo>
                  <a:lnTo>
                    <a:pt x="33814" y="59818"/>
                  </a:lnTo>
                  <a:lnTo>
                    <a:pt x="34433" y="60458"/>
                  </a:lnTo>
                  <a:lnTo>
                    <a:pt x="35094" y="61102"/>
                  </a:lnTo>
                  <a:lnTo>
                    <a:pt x="35763" y="61721"/>
                  </a:lnTo>
                  <a:lnTo>
                    <a:pt x="36441" y="62315"/>
                  </a:lnTo>
                  <a:lnTo>
                    <a:pt x="37127" y="62883"/>
                  </a:lnTo>
                  <a:lnTo>
                    <a:pt x="37822" y="63426"/>
                  </a:lnTo>
                  <a:lnTo>
                    <a:pt x="38525" y="63944"/>
                  </a:lnTo>
                  <a:lnTo>
                    <a:pt x="39236" y="64436"/>
                  </a:lnTo>
                  <a:lnTo>
                    <a:pt x="39956" y="64904"/>
                  </a:lnTo>
                  <a:lnTo>
                    <a:pt x="40684" y="65346"/>
                  </a:lnTo>
                  <a:lnTo>
                    <a:pt x="41421" y="65762"/>
                  </a:lnTo>
                  <a:lnTo>
                    <a:pt x="42153" y="66144"/>
                  </a:lnTo>
                  <a:lnTo>
                    <a:pt x="42886" y="66496"/>
                  </a:lnTo>
                  <a:lnTo>
                    <a:pt x="43618" y="66821"/>
                  </a:lnTo>
                  <a:lnTo>
                    <a:pt x="44351" y="67116"/>
                  </a:lnTo>
                  <a:lnTo>
                    <a:pt x="45083" y="67383"/>
                  </a:lnTo>
                  <a:lnTo>
                    <a:pt x="45816" y="67621"/>
                  </a:lnTo>
                  <a:lnTo>
                    <a:pt x="46548" y="67831"/>
                  </a:lnTo>
                  <a:lnTo>
                    <a:pt x="47281" y="68012"/>
                  </a:lnTo>
                  <a:lnTo>
                    <a:pt x="48013" y="68164"/>
                  </a:lnTo>
                  <a:lnTo>
                    <a:pt x="48745" y="68288"/>
                  </a:lnTo>
                  <a:lnTo>
                    <a:pt x="49484" y="68374"/>
                  </a:lnTo>
                  <a:lnTo>
                    <a:pt x="50217" y="68429"/>
                  </a:lnTo>
                  <a:lnTo>
                    <a:pt x="50945" y="68455"/>
                  </a:lnTo>
                  <a:lnTo>
                    <a:pt x="51669" y="68450"/>
                  </a:lnTo>
                  <a:lnTo>
                    <a:pt x="52387" y="68414"/>
                  </a:lnTo>
                  <a:lnTo>
                    <a:pt x="53100" y="68349"/>
                  </a:lnTo>
                  <a:lnTo>
                    <a:pt x="53808" y="68253"/>
                  </a:lnTo>
                  <a:lnTo>
                    <a:pt x="54511" y="68126"/>
                  </a:lnTo>
                  <a:lnTo>
                    <a:pt x="55209" y="67970"/>
                  </a:lnTo>
                  <a:lnTo>
                    <a:pt x="55902" y="67783"/>
                  </a:lnTo>
                  <a:lnTo>
                    <a:pt x="56585" y="67563"/>
                  </a:lnTo>
                  <a:lnTo>
                    <a:pt x="57255" y="67308"/>
                  </a:lnTo>
                  <a:lnTo>
                    <a:pt x="57912" y="67018"/>
                  </a:lnTo>
                  <a:lnTo>
                    <a:pt x="58555" y="66692"/>
                  </a:lnTo>
                  <a:lnTo>
                    <a:pt x="59185" y="66331"/>
                  </a:lnTo>
                  <a:lnTo>
                    <a:pt x="59801" y="65934"/>
                  </a:lnTo>
                  <a:lnTo>
                    <a:pt x="60404" y="65502"/>
                  </a:lnTo>
                  <a:lnTo>
                    <a:pt x="60993" y="65035"/>
                  </a:lnTo>
                  <a:lnTo>
                    <a:pt x="61569" y="64532"/>
                  </a:lnTo>
                  <a:lnTo>
                    <a:pt x="62132" y="63994"/>
                  </a:lnTo>
                  <a:lnTo>
                    <a:pt x="62664" y="63444"/>
                  </a:lnTo>
                  <a:lnTo>
                    <a:pt x="63165" y="62886"/>
                  </a:lnTo>
                  <a:lnTo>
                    <a:pt x="63637" y="62322"/>
                  </a:lnTo>
                  <a:lnTo>
                    <a:pt x="64078" y="61752"/>
                  </a:lnTo>
                  <a:lnTo>
                    <a:pt x="64489" y="61174"/>
                  </a:lnTo>
                  <a:lnTo>
                    <a:pt x="64870" y="60590"/>
                  </a:lnTo>
                  <a:lnTo>
                    <a:pt x="65220" y="59999"/>
                  </a:lnTo>
                  <a:lnTo>
                    <a:pt x="65540" y="59401"/>
                  </a:lnTo>
                  <a:lnTo>
                    <a:pt x="65829" y="58796"/>
                  </a:lnTo>
                  <a:lnTo>
                    <a:pt x="66089" y="58185"/>
                  </a:lnTo>
                  <a:lnTo>
                    <a:pt x="66318" y="57553"/>
                  </a:lnTo>
                  <a:lnTo>
                    <a:pt x="66518" y="56917"/>
                  </a:lnTo>
                  <a:lnTo>
                    <a:pt x="66688" y="56280"/>
                  </a:lnTo>
                  <a:lnTo>
                    <a:pt x="66829" y="55639"/>
                  </a:lnTo>
                  <a:lnTo>
                    <a:pt x="66941" y="54997"/>
                  </a:lnTo>
                  <a:lnTo>
                    <a:pt x="67023" y="54351"/>
                  </a:lnTo>
                  <a:lnTo>
                    <a:pt x="67076" y="53703"/>
                  </a:lnTo>
                  <a:lnTo>
                    <a:pt x="67099" y="53053"/>
                  </a:lnTo>
                  <a:lnTo>
                    <a:pt x="67093" y="52400"/>
                  </a:lnTo>
                  <a:lnTo>
                    <a:pt x="67057" y="51745"/>
                  </a:lnTo>
                  <a:lnTo>
                    <a:pt x="66983" y="51079"/>
                  </a:lnTo>
                  <a:lnTo>
                    <a:pt x="66880" y="50413"/>
                  </a:lnTo>
                  <a:lnTo>
                    <a:pt x="66747" y="49746"/>
                  </a:lnTo>
                  <a:lnTo>
                    <a:pt x="66585" y="49078"/>
                  </a:lnTo>
                  <a:lnTo>
                    <a:pt x="66394" y="48409"/>
                  </a:lnTo>
                  <a:lnTo>
                    <a:pt x="66173" y="47739"/>
                  </a:lnTo>
                  <a:lnTo>
                    <a:pt x="65922" y="47068"/>
                  </a:lnTo>
                  <a:lnTo>
                    <a:pt x="65642" y="46397"/>
                  </a:lnTo>
                  <a:lnTo>
                    <a:pt x="65333" y="45725"/>
                  </a:lnTo>
                  <a:lnTo>
                    <a:pt x="64994" y="45052"/>
                  </a:lnTo>
                  <a:lnTo>
                    <a:pt x="64626" y="44380"/>
                  </a:lnTo>
                  <a:lnTo>
                    <a:pt x="64230" y="43711"/>
                  </a:lnTo>
                  <a:lnTo>
                    <a:pt x="63805" y="43046"/>
                  </a:lnTo>
                  <a:lnTo>
                    <a:pt x="63351" y="42384"/>
                  </a:lnTo>
                  <a:lnTo>
                    <a:pt x="62868" y="41726"/>
                  </a:lnTo>
                  <a:lnTo>
                    <a:pt x="62357" y="41071"/>
                  </a:lnTo>
                  <a:lnTo>
                    <a:pt x="61818" y="40419"/>
                  </a:lnTo>
                  <a:lnTo>
                    <a:pt x="61249" y="39771"/>
                  </a:lnTo>
                  <a:lnTo>
                    <a:pt x="60652" y="3912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h118"/>
            <p:cNvSpPr/>
            <p:nvPr/>
          </p:nvSpPr>
          <p:spPr>
            <a:xfrm>
              <a:off x="3546193" y="6200172"/>
              <a:ext cx="25172" cy="28708"/>
            </a:xfrm>
            <a:custGeom>
              <a:avLst/>
              <a:pathLst>
                <a:path w="25172" h="28708">
                  <a:moveTo>
                    <a:pt x="8208" y="0"/>
                  </a:moveTo>
                  <a:lnTo>
                    <a:pt x="15280" y="7071"/>
                  </a:lnTo>
                  <a:lnTo>
                    <a:pt x="15720" y="7516"/>
                  </a:lnTo>
                  <a:lnTo>
                    <a:pt x="16147" y="7955"/>
                  </a:lnTo>
                  <a:lnTo>
                    <a:pt x="16562" y="8391"/>
                  </a:lnTo>
                  <a:lnTo>
                    <a:pt x="16964" y="8823"/>
                  </a:lnTo>
                  <a:lnTo>
                    <a:pt x="17353" y="9250"/>
                  </a:lnTo>
                  <a:lnTo>
                    <a:pt x="17730" y="9673"/>
                  </a:lnTo>
                  <a:lnTo>
                    <a:pt x="18094" y="10092"/>
                  </a:lnTo>
                  <a:lnTo>
                    <a:pt x="18446" y="10506"/>
                  </a:lnTo>
                  <a:lnTo>
                    <a:pt x="18784" y="10917"/>
                  </a:lnTo>
                  <a:lnTo>
                    <a:pt x="19111" y="11323"/>
                  </a:lnTo>
                  <a:lnTo>
                    <a:pt x="19442" y="11727"/>
                  </a:lnTo>
                  <a:lnTo>
                    <a:pt x="19762" y="12130"/>
                  </a:lnTo>
                  <a:lnTo>
                    <a:pt x="20072" y="12532"/>
                  </a:lnTo>
                  <a:lnTo>
                    <a:pt x="20370" y="12933"/>
                  </a:lnTo>
                  <a:lnTo>
                    <a:pt x="20658" y="13333"/>
                  </a:lnTo>
                  <a:lnTo>
                    <a:pt x="20934" y="13733"/>
                  </a:lnTo>
                  <a:lnTo>
                    <a:pt x="21200" y="14131"/>
                  </a:lnTo>
                  <a:lnTo>
                    <a:pt x="21454" y="14529"/>
                  </a:lnTo>
                  <a:lnTo>
                    <a:pt x="21698" y="14926"/>
                  </a:lnTo>
                  <a:lnTo>
                    <a:pt x="21931" y="15322"/>
                  </a:lnTo>
                  <a:lnTo>
                    <a:pt x="22162" y="15726"/>
                  </a:lnTo>
                  <a:lnTo>
                    <a:pt x="22386" y="16130"/>
                  </a:lnTo>
                  <a:lnTo>
                    <a:pt x="22600" y="16534"/>
                  </a:lnTo>
                  <a:lnTo>
                    <a:pt x="22807" y="16939"/>
                  </a:lnTo>
                  <a:lnTo>
                    <a:pt x="23004" y="17343"/>
                  </a:lnTo>
                  <a:lnTo>
                    <a:pt x="23194" y="17747"/>
                  </a:lnTo>
                  <a:lnTo>
                    <a:pt x="23375" y="18151"/>
                  </a:lnTo>
                  <a:lnTo>
                    <a:pt x="23547" y="18555"/>
                  </a:lnTo>
                  <a:lnTo>
                    <a:pt x="23712" y="18959"/>
                  </a:lnTo>
                  <a:lnTo>
                    <a:pt x="23867" y="19363"/>
                  </a:lnTo>
                  <a:lnTo>
                    <a:pt x="24024" y="19761"/>
                  </a:lnTo>
                  <a:lnTo>
                    <a:pt x="24175" y="20163"/>
                  </a:lnTo>
                  <a:lnTo>
                    <a:pt x="24321" y="20569"/>
                  </a:lnTo>
                  <a:lnTo>
                    <a:pt x="24460" y="20980"/>
                  </a:lnTo>
                  <a:lnTo>
                    <a:pt x="24593" y="21394"/>
                  </a:lnTo>
                  <a:lnTo>
                    <a:pt x="24721" y="21813"/>
                  </a:lnTo>
                  <a:lnTo>
                    <a:pt x="24843" y="22236"/>
                  </a:lnTo>
                  <a:lnTo>
                    <a:pt x="24958" y="22663"/>
                  </a:lnTo>
                  <a:lnTo>
                    <a:pt x="25068" y="23095"/>
                  </a:lnTo>
                  <a:lnTo>
                    <a:pt x="25172" y="23531"/>
                  </a:lnTo>
                  <a:lnTo>
                    <a:pt x="19995" y="28708"/>
                  </a:lnTo>
                  <a:lnTo>
                    <a:pt x="19817" y="27791"/>
                  </a:lnTo>
                  <a:lnTo>
                    <a:pt x="19621" y="26890"/>
                  </a:lnTo>
                  <a:lnTo>
                    <a:pt x="19406" y="26006"/>
                  </a:lnTo>
                  <a:lnTo>
                    <a:pt x="19173" y="25139"/>
                  </a:lnTo>
                  <a:lnTo>
                    <a:pt x="18921" y="24288"/>
                  </a:lnTo>
                  <a:lnTo>
                    <a:pt x="18651" y="23455"/>
                  </a:lnTo>
                  <a:lnTo>
                    <a:pt x="18362" y="22638"/>
                  </a:lnTo>
                  <a:lnTo>
                    <a:pt x="18055" y="21838"/>
                  </a:lnTo>
                  <a:lnTo>
                    <a:pt x="17729" y="21055"/>
                  </a:lnTo>
                  <a:lnTo>
                    <a:pt x="17385" y="20289"/>
                  </a:lnTo>
                  <a:lnTo>
                    <a:pt x="17029" y="19534"/>
                  </a:lnTo>
                  <a:lnTo>
                    <a:pt x="16654" y="18801"/>
                  </a:lnTo>
                  <a:lnTo>
                    <a:pt x="16258" y="18089"/>
                  </a:lnTo>
                  <a:lnTo>
                    <a:pt x="15842" y="17400"/>
                  </a:lnTo>
                  <a:lnTo>
                    <a:pt x="15406" y="16732"/>
                  </a:lnTo>
                  <a:lnTo>
                    <a:pt x="14950" y="16087"/>
                  </a:lnTo>
                  <a:lnTo>
                    <a:pt x="14473" y="15463"/>
                  </a:lnTo>
                  <a:lnTo>
                    <a:pt x="13977" y="14861"/>
                  </a:lnTo>
                  <a:lnTo>
                    <a:pt x="13460" y="14281"/>
                  </a:lnTo>
                  <a:lnTo>
                    <a:pt x="12923" y="13722"/>
                  </a:lnTo>
                  <a:lnTo>
                    <a:pt x="9218" y="17427"/>
                  </a:lnTo>
                  <a:lnTo>
                    <a:pt x="0" y="82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h119"/>
            <p:cNvSpPr/>
            <p:nvPr/>
          </p:nvSpPr>
          <p:spPr>
            <a:xfrm>
              <a:off x="3560793" y="6100031"/>
              <a:ext cx="67230" cy="67828"/>
            </a:xfrm>
            <a:custGeom>
              <a:avLst/>
              <a:pathLst>
                <a:path w="67230" h="67828">
                  <a:moveTo>
                    <a:pt x="61928" y="25086"/>
                  </a:moveTo>
                  <a:lnTo>
                    <a:pt x="62548" y="25731"/>
                  </a:lnTo>
                  <a:lnTo>
                    <a:pt x="63130" y="26389"/>
                  </a:lnTo>
                  <a:lnTo>
                    <a:pt x="63673" y="27058"/>
                  </a:lnTo>
                  <a:lnTo>
                    <a:pt x="64177" y="27739"/>
                  </a:lnTo>
                  <a:lnTo>
                    <a:pt x="64643" y="28432"/>
                  </a:lnTo>
                  <a:lnTo>
                    <a:pt x="65070" y="29137"/>
                  </a:lnTo>
                  <a:lnTo>
                    <a:pt x="65458" y="29853"/>
                  </a:lnTo>
                  <a:lnTo>
                    <a:pt x="65807" y="30581"/>
                  </a:lnTo>
                  <a:lnTo>
                    <a:pt x="66118" y="31322"/>
                  </a:lnTo>
                  <a:lnTo>
                    <a:pt x="66390" y="32073"/>
                  </a:lnTo>
                  <a:lnTo>
                    <a:pt x="66624" y="32818"/>
                  </a:lnTo>
                  <a:lnTo>
                    <a:pt x="66819" y="33570"/>
                  </a:lnTo>
                  <a:lnTo>
                    <a:pt x="66977" y="34330"/>
                  </a:lnTo>
                  <a:lnTo>
                    <a:pt x="67097" y="35097"/>
                  </a:lnTo>
                  <a:lnTo>
                    <a:pt x="67179" y="35872"/>
                  </a:lnTo>
                  <a:lnTo>
                    <a:pt x="67223" y="36655"/>
                  </a:lnTo>
                  <a:lnTo>
                    <a:pt x="67230" y="37445"/>
                  </a:lnTo>
                  <a:lnTo>
                    <a:pt x="67198" y="38243"/>
                  </a:lnTo>
                  <a:lnTo>
                    <a:pt x="67129" y="39048"/>
                  </a:lnTo>
                  <a:lnTo>
                    <a:pt x="67021" y="39861"/>
                  </a:lnTo>
                  <a:lnTo>
                    <a:pt x="66868" y="40672"/>
                  </a:lnTo>
                  <a:lnTo>
                    <a:pt x="66678" y="41491"/>
                  </a:lnTo>
                  <a:lnTo>
                    <a:pt x="66451" y="42316"/>
                  </a:lnTo>
                  <a:lnTo>
                    <a:pt x="66186" y="43148"/>
                  </a:lnTo>
                  <a:lnTo>
                    <a:pt x="65885" y="43986"/>
                  </a:lnTo>
                  <a:lnTo>
                    <a:pt x="65546" y="44831"/>
                  </a:lnTo>
                  <a:lnTo>
                    <a:pt x="65171" y="45683"/>
                  </a:lnTo>
                  <a:lnTo>
                    <a:pt x="64758" y="46542"/>
                  </a:lnTo>
                  <a:lnTo>
                    <a:pt x="64309" y="47408"/>
                  </a:lnTo>
                  <a:lnTo>
                    <a:pt x="63822" y="48280"/>
                  </a:lnTo>
                  <a:lnTo>
                    <a:pt x="63298" y="49140"/>
                  </a:lnTo>
                  <a:lnTo>
                    <a:pt x="62736" y="50002"/>
                  </a:lnTo>
                  <a:lnTo>
                    <a:pt x="62136" y="50867"/>
                  </a:lnTo>
                  <a:lnTo>
                    <a:pt x="61499" y="51735"/>
                  </a:lnTo>
                  <a:lnTo>
                    <a:pt x="60823" y="52605"/>
                  </a:lnTo>
                  <a:lnTo>
                    <a:pt x="60109" y="53478"/>
                  </a:lnTo>
                  <a:lnTo>
                    <a:pt x="59358" y="54353"/>
                  </a:lnTo>
                  <a:lnTo>
                    <a:pt x="58569" y="55231"/>
                  </a:lnTo>
                  <a:lnTo>
                    <a:pt x="57742" y="56111"/>
                  </a:lnTo>
                  <a:lnTo>
                    <a:pt x="56877" y="56994"/>
                  </a:lnTo>
                  <a:lnTo>
                    <a:pt x="56086" y="57771"/>
                  </a:lnTo>
                  <a:lnTo>
                    <a:pt x="55299" y="58521"/>
                  </a:lnTo>
                  <a:lnTo>
                    <a:pt x="54514" y="59243"/>
                  </a:lnTo>
                  <a:lnTo>
                    <a:pt x="53731" y="59937"/>
                  </a:lnTo>
                  <a:lnTo>
                    <a:pt x="52951" y="60603"/>
                  </a:lnTo>
                  <a:lnTo>
                    <a:pt x="52174" y="61242"/>
                  </a:lnTo>
                  <a:lnTo>
                    <a:pt x="51399" y="61853"/>
                  </a:lnTo>
                  <a:lnTo>
                    <a:pt x="50626" y="62436"/>
                  </a:lnTo>
                  <a:lnTo>
                    <a:pt x="49856" y="62991"/>
                  </a:lnTo>
                  <a:lnTo>
                    <a:pt x="49089" y="63518"/>
                  </a:lnTo>
                  <a:lnTo>
                    <a:pt x="48340" y="64017"/>
                  </a:lnTo>
                  <a:lnTo>
                    <a:pt x="47590" y="64485"/>
                  </a:lnTo>
                  <a:lnTo>
                    <a:pt x="46841" y="64923"/>
                  </a:lnTo>
                  <a:lnTo>
                    <a:pt x="46092" y="65330"/>
                  </a:lnTo>
                  <a:lnTo>
                    <a:pt x="45342" y="65707"/>
                  </a:lnTo>
                  <a:lnTo>
                    <a:pt x="44593" y="66054"/>
                  </a:lnTo>
                  <a:lnTo>
                    <a:pt x="43844" y="66371"/>
                  </a:lnTo>
                  <a:lnTo>
                    <a:pt x="43095" y="66657"/>
                  </a:lnTo>
                  <a:lnTo>
                    <a:pt x="42345" y="66913"/>
                  </a:lnTo>
                  <a:lnTo>
                    <a:pt x="41596" y="67138"/>
                  </a:lnTo>
                  <a:lnTo>
                    <a:pt x="40846" y="67333"/>
                  </a:lnTo>
                  <a:lnTo>
                    <a:pt x="40094" y="67495"/>
                  </a:lnTo>
                  <a:lnTo>
                    <a:pt x="39341" y="67626"/>
                  </a:lnTo>
                  <a:lnTo>
                    <a:pt x="38585" y="67724"/>
                  </a:lnTo>
                  <a:lnTo>
                    <a:pt x="37829" y="67791"/>
                  </a:lnTo>
                  <a:lnTo>
                    <a:pt x="37070" y="67825"/>
                  </a:lnTo>
                  <a:lnTo>
                    <a:pt x="36310" y="67828"/>
                  </a:lnTo>
                  <a:lnTo>
                    <a:pt x="35548" y="67798"/>
                  </a:lnTo>
                  <a:lnTo>
                    <a:pt x="34784" y="67737"/>
                  </a:lnTo>
                  <a:lnTo>
                    <a:pt x="34019" y="67644"/>
                  </a:lnTo>
                  <a:lnTo>
                    <a:pt x="33252" y="67499"/>
                  </a:lnTo>
                  <a:lnTo>
                    <a:pt x="32482" y="67319"/>
                  </a:lnTo>
                  <a:lnTo>
                    <a:pt x="31709" y="67102"/>
                  </a:lnTo>
                  <a:lnTo>
                    <a:pt x="30934" y="66849"/>
                  </a:lnTo>
                  <a:lnTo>
                    <a:pt x="30157" y="66560"/>
                  </a:lnTo>
                  <a:lnTo>
                    <a:pt x="29377" y="66234"/>
                  </a:lnTo>
                  <a:lnTo>
                    <a:pt x="28594" y="65873"/>
                  </a:lnTo>
                  <a:lnTo>
                    <a:pt x="27809" y="65475"/>
                  </a:lnTo>
                  <a:lnTo>
                    <a:pt x="27022" y="65041"/>
                  </a:lnTo>
                  <a:lnTo>
                    <a:pt x="26231" y="64571"/>
                  </a:lnTo>
                  <a:lnTo>
                    <a:pt x="31620" y="56573"/>
                  </a:lnTo>
                  <a:lnTo>
                    <a:pt x="32547" y="57071"/>
                  </a:lnTo>
                  <a:lnTo>
                    <a:pt x="33477" y="57490"/>
                  </a:lnTo>
                  <a:lnTo>
                    <a:pt x="34409" y="57829"/>
                  </a:lnTo>
                  <a:lnTo>
                    <a:pt x="35344" y="58088"/>
                  </a:lnTo>
                  <a:lnTo>
                    <a:pt x="36282" y="58267"/>
                  </a:lnTo>
                  <a:lnTo>
                    <a:pt x="37222" y="58366"/>
                  </a:lnTo>
                  <a:lnTo>
                    <a:pt x="38164" y="58385"/>
                  </a:lnTo>
                  <a:lnTo>
                    <a:pt x="39109" y="58324"/>
                  </a:lnTo>
                  <a:lnTo>
                    <a:pt x="40057" y="58183"/>
                  </a:lnTo>
                  <a:lnTo>
                    <a:pt x="41007" y="57962"/>
                  </a:lnTo>
                  <a:lnTo>
                    <a:pt x="41956" y="57652"/>
                  </a:lnTo>
                  <a:lnTo>
                    <a:pt x="42920" y="57261"/>
                  </a:lnTo>
                  <a:lnTo>
                    <a:pt x="43896" y="56790"/>
                  </a:lnTo>
                  <a:lnTo>
                    <a:pt x="44886" y="56238"/>
                  </a:lnTo>
                  <a:lnTo>
                    <a:pt x="45890" y="55604"/>
                  </a:lnTo>
                  <a:lnTo>
                    <a:pt x="46907" y="54890"/>
                  </a:lnTo>
                  <a:lnTo>
                    <a:pt x="47937" y="54096"/>
                  </a:lnTo>
                  <a:lnTo>
                    <a:pt x="48981" y="53220"/>
                  </a:lnTo>
                  <a:lnTo>
                    <a:pt x="50039" y="52264"/>
                  </a:lnTo>
                  <a:lnTo>
                    <a:pt x="51110" y="51227"/>
                  </a:lnTo>
                  <a:lnTo>
                    <a:pt x="51590" y="50739"/>
                  </a:lnTo>
                  <a:lnTo>
                    <a:pt x="52056" y="50253"/>
                  </a:lnTo>
                  <a:lnTo>
                    <a:pt x="52506" y="49769"/>
                  </a:lnTo>
                  <a:lnTo>
                    <a:pt x="52941" y="49287"/>
                  </a:lnTo>
                  <a:lnTo>
                    <a:pt x="53362" y="48806"/>
                  </a:lnTo>
                  <a:lnTo>
                    <a:pt x="53767" y="48327"/>
                  </a:lnTo>
                  <a:lnTo>
                    <a:pt x="54156" y="47850"/>
                  </a:lnTo>
                  <a:lnTo>
                    <a:pt x="54531" y="47374"/>
                  </a:lnTo>
                  <a:lnTo>
                    <a:pt x="54890" y="46900"/>
                  </a:lnTo>
                  <a:lnTo>
                    <a:pt x="55235" y="46428"/>
                  </a:lnTo>
                  <a:lnTo>
                    <a:pt x="55569" y="45949"/>
                  </a:lnTo>
                  <a:lnTo>
                    <a:pt x="55883" y="45473"/>
                  </a:lnTo>
                  <a:lnTo>
                    <a:pt x="56176" y="44999"/>
                  </a:lnTo>
                  <a:lnTo>
                    <a:pt x="56447" y="44528"/>
                  </a:lnTo>
                  <a:lnTo>
                    <a:pt x="56698" y="44060"/>
                  </a:lnTo>
                  <a:lnTo>
                    <a:pt x="56927" y="43594"/>
                  </a:lnTo>
                  <a:lnTo>
                    <a:pt x="57135" y="43130"/>
                  </a:lnTo>
                  <a:lnTo>
                    <a:pt x="57323" y="42669"/>
                  </a:lnTo>
                  <a:lnTo>
                    <a:pt x="57489" y="42211"/>
                  </a:lnTo>
                  <a:lnTo>
                    <a:pt x="57634" y="41755"/>
                  </a:lnTo>
                  <a:lnTo>
                    <a:pt x="57749" y="41294"/>
                  </a:lnTo>
                  <a:lnTo>
                    <a:pt x="57840" y="40836"/>
                  </a:lnTo>
                  <a:lnTo>
                    <a:pt x="57907" y="40381"/>
                  </a:lnTo>
                  <a:lnTo>
                    <a:pt x="57951" y="39930"/>
                  </a:lnTo>
                  <a:lnTo>
                    <a:pt x="57971" y="39482"/>
                  </a:lnTo>
                  <a:lnTo>
                    <a:pt x="57968" y="39038"/>
                  </a:lnTo>
                  <a:lnTo>
                    <a:pt x="57941" y="38596"/>
                  </a:lnTo>
                  <a:lnTo>
                    <a:pt x="57890" y="38159"/>
                  </a:lnTo>
                  <a:lnTo>
                    <a:pt x="57816" y="37724"/>
                  </a:lnTo>
                  <a:lnTo>
                    <a:pt x="57718" y="37293"/>
                  </a:lnTo>
                  <a:lnTo>
                    <a:pt x="57594" y="36849"/>
                  </a:lnTo>
                  <a:lnTo>
                    <a:pt x="57441" y="36409"/>
                  </a:lnTo>
                  <a:lnTo>
                    <a:pt x="57257" y="35973"/>
                  </a:lnTo>
                  <a:lnTo>
                    <a:pt x="57045" y="35542"/>
                  </a:lnTo>
                  <a:lnTo>
                    <a:pt x="56803" y="35115"/>
                  </a:lnTo>
                  <a:lnTo>
                    <a:pt x="56531" y="34692"/>
                  </a:lnTo>
                  <a:lnTo>
                    <a:pt x="56230" y="34273"/>
                  </a:lnTo>
                  <a:lnTo>
                    <a:pt x="55900" y="33858"/>
                  </a:lnTo>
                  <a:lnTo>
                    <a:pt x="55540" y="33448"/>
                  </a:lnTo>
                  <a:lnTo>
                    <a:pt x="55151" y="33042"/>
                  </a:lnTo>
                  <a:lnTo>
                    <a:pt x="54736" y="32646"/>
                  </a:lnTo>
                  <a:lnTo>
                    <a:pt x="54317" y="32285"/>
                  </a:lnTo>
                  <a:lnTo>
                    <a:pt x="53894" y="31959"/>
                  </a:lnTo>
                  <a:lnTo>
                    <a:pt x="53467" y="31668"/>
                  </a:lnTo>
                  <a:lnTo>
                    <a:pt x="53035" y="31410"/>
                  </a:lnTo>
                  <a:lnTo>
                    <a:pt x="52600" y="31188"/>
                  </a:lnTo>
                  <a:lnTo>
                    <a:pt x="52160" y="30999"/>
                  </a:lnTo>
                  <a:lnTo>
                    <a:pt x="51716" y="30846"/>
                  </a:lnTo>
                  <a:lnTo>
                    <a:pt x="51267" y="30727"/>
                  </a:lnTo>
                  <a:lnTo>
                    <a:pt x="50815" y="30642"/>
                  </a:lnTo>
                  <a:lnTo>
                    <a:pt x="50349" y="30579"/>
                  </a:lnTo>
                  <a:lnTo>
                    <a:pt x="49877" y="30539"/>
                  </a:lnTo>
                  <a:lnTo>
                    <a:pt x="49399" y="30525"/>
                  </a:lnTo>
                  <a:lnTo>
                    <a:pt x="48916" y="30534"/>
                  </a:lnTo>
                  <a:lnTo>
                    <a:pt x="48426" y="30568"/>
                  </a:lnTo>
                  <a:lnTo>
                    <a:pt x="47930" y="30627"/>
                  </a:lnTo>
                  <a:lnTo>
                    <a:pt x="47429" y="30710"/>
                  </a:lnTo>
                  <a:lnTo>
                    <a:pt x="46922" y="30817"/>
                  </a:lnTo>
                  <a:lnTo>
                    <a:pt x="46409" y="30949"/>
                  </a:lnTo>
                  <a:lnTo>
                    <a:pt x="45890" y="31105"/>
                  </a:lnTo>
                  <a:lnTo>
                    <a:pt x="45363" y="31284"/>
                  </a:lnTo>
                  <a:lnTo>
                    <a:pt x="44826" y="31482"/>
                  </a:lnTo>
                  <a:lnTo>
                    <a:pt x="44278" y="31701"/>
                  </a:lnTo>
                  <a:lnTo>
                    <a:pt x="43721" y="31940"/>
                  </a:lnTo>
                  <a:lnTo>
                    <a:pt x="43154" y="32200"/>
                  </a:lnTo>
                  <a:lnTo>
                    <a:pt x="42576" y="32479"/>
                  </a:lnTo>
                  <a:lnTo>
                    <a:pt x="41988" y="32779"/>
                  </a:lnTo>
                  <a:lnTo>
                    <a:pt x="41391" y="33099"/>
                  </a:lnTo>
                  <a:lnTo>
                    <a:pt x="40783" y="33439"/>
                  </a:lnTo>
                  <a:lnTo>
                    <a:pt x="40165" y="33799"/>
                  </a:lnTo>
                  <a:lnTo>
                    <a:pt x="39535" y="34157"/>
                  </a:lnTo>
                  <a:lnTo>
                    <a:pt x="38894" y="34522"/>
                  </a:lnTo>
                  <a:lnTo>
                    <a:pt x="38239" y="34894"/>
                  </a:lnTo>
                  <a:lnTo>
                    <a:pt x="37572" y="35274"/>
                  </a:lnTo>
                  <a:lnTo>
                    <a:pt x="36892" y="35662"/>
                  </a:lnTo>
                  <a:lnTo>
                    <a:pt x="36199" y="36057"/>
                  </a:lnTo>
                  <a:lnTo>
                    <a:pt x="35494" y="36460"/>
                  </a:lnTo>
                  <a:lnTo>
                    <a:pt x="34777" y="36870"/>
                  </a:lnTo>
                  <a:lnTo>
                    <a:pt x="34046" y="37288"/>
                  </a:lnTo>
                  <a:lnTo>
                    <a:pt x="33303" y="37714"/>
                  </a:lnTo>
                  <a:lnTo>
                    <a:pt x="32612" y="38116"/>
                  </a:lnTo>
                  <a:lnTo>
                    <a:pt x="31918" y="38514"/>
                  </a:lnTo>
                  <a:lnTo>
                    <a:pt x="31221" y="38907"/>
                  </a:lnTo>
                  <a:lnTo>
                    <a:pt x="30522" y="39297"/>
                  </a:lnTo>
                  <a:lnTo>
                    <a:pt x="29820" y="39682"/>
                  </a:lnTo>
                  <a:lnTo>
                    <a:pt x="29116" y="40063"/>
                  </a:lnTo>
                  <a:lnTo>
                    <a:pt x="28409" y="40440"/>
                  </a:lnTo>
                  <a:lnTo>
                    <a:pt x="27700" y="40812"/>
                  </a:lnTo>
                  <a:lnTo>
                    <a:pt x="26988" y="41181"/>
                  </a:lnTo>
                  <a:lnTo>
                    <a:pt x="26273" y="41545"/>
                  </a:lnTo>
                  <a:lnTo>
                    <a:pt x="25557" y="41896"/>
                  </a:lnTo>
                  <a:lnTo>
                    <a:pt x="24841" y="42227"/>
                  </a:lnTo>
                  <a:lnTo>
                    <a:pt x="24123" y="42536"/>
                  </a:lnTo>
                  <a:lnTo>
                    <a:pt x="23404" y="42824"/>
                  </a:lnTo>
                  <a:lnTo>
                    <a:pt x="22685" y="43092"/>
                  </a:lnTo>
                  <a:lnTo>
                    <a:pt x="21965" y="43338"/>
                  </a:lnTo>
                  <a:lnTo>
                    <a:pt x="21244" y="43563"/>
                  </a:lnTo>
                  <a:lnTo>
                    <a:pt x="20522" y="43767"/>
                  </a:lnTo>
                  <a:lnTo>
                    <a:pt x="19799" y="43950"/>
                  </a:lnTo>
                  <a:lnTo>
                    <a:pt x="19075" y="44112"/>
                  </a:lnTo>
                  <a:lnTo>
                    <a:pt x="18352" y="44232"/>
                  </a:lnTo>
                  <a:lnTo>
                    <a:pt x="17632" y="44323"/>
                  </a:lnTo>
                  <a:lnTo>
                    <a:pt x="16915" y="44384"/>
                  </a:lnTo>
                  <a:lnTo>
                    <a:pt x="16199" y="44416"/>
                  </a:lnTo>
                  <a:lnTo>
                    <a:pt x="15487" y="44418"/>
                  </a:lnTo>
                  <a:lnTo>
                    <a:pt x="14777" y="44390"/>
                  </a:lnTo>
                  <a:lnTo>
                    <a:pt x="14069" y="44333"/>
                  </a:lnTo>
                  <a:lnTo>
                    <a:pt x="13364" y="44247"/>
                  </a:lnTo>
                  <a:lnTo>
                    <a:pt x="12661" y="44131"/>
                  </a:lnTo>
                  <a:lnTo>
                    <a:pt x="11961" y="43986"/>
                  </a:lnTo>
                  <a:lnTo>
                    <a:pt x="11265" y="43802"/>
                  </a:lnTo>
                  <a:lnTo>
                    <a:pt x="10574" y="43569"/>
                  </a:lnTo>
                  <a:lnTo>
                    <a:pt x="9888" y="43287"/>
                  </a:lnTo>
                  <a:lnTo>
                    <a:pt x="9207" y="42956"/>
                  </a:lnTo>
                  <a:lnTo>
                    <a:pt x="8530" y="42576"/>
                  </a:lnTo>
                  <a:lnTo>
                    <a:pt x="7859" y="42147"/>
                  </a:lnTo>
                  <a:lnTo>
                    <a:pt x="7194" y="41670"/>
                  </a:lnTo>
                  <a:lnTo>
                    <a:pt x="6533" y="41144"/>
                  </a:lnTo>
                  <a:lnTo>
                    <a:pt x="5877" y="40569"/>
                  </a:lnTo>
                  <a:lnTo>
                    <a:pt x="5226" y="39945"/>
                  </a:lnTo>
                  <a:lnTo>
                    <a:pt x="4054" y="38685"/>
                  </a:lnTo>
                  <a:lnTo>
                    <a:pt x="3030" y="37396"/>
                  </a:lnTo>
                  <a:lnTo>
                    <a:pt x="2155" y="36078"/>
                  </a:lnTo>
                  <a:lnTo>
                    <a:pt x="1427" y="34732"/>
                  </a:lnTo>
                  <a:lnTo>
                    <a:pt x="848" y="33357"/>
                  </a:lnTo>
                  <a:lnTo>
                    <a:pt x="417" y="31954"/>
                  </a:lnTo>
                  <a:lnTo>
                    <a:pt x="134" y="30522"/>
                  </a:lnTo>
                  <a:lnTo>
                    <a:pt x="0" y="29061"/>
                  </a:lnTo>
                  <a:lnTo>
                    <a:pt x="13" y="27572"/>
                  </a:lnTo>
                  <a:lnTo>
                    <a:pt x="175" y="26054"/>
                  </a:lnTo>
                  <a:lnTo>
                    <a:pt x="484" y="24497"/>
                  </a:lnTo>
                  <a:lnTo>
                    <a:pt x="939" y="22925"/>
                  </a:lnTo>
                  <a:lnTo>
                    <a:pt x="1541" y="21338"/>
                  </a:lnTo>
                  <a:lnTo>
                    <a:pt x="2289" y="19736"/>
                  </a:lnTo>
                  <a:lnTo>
                    <a:pt x="3184" y="18119"/>
                  </a:lnTo>
                  <a:lnTo>
                    <a:pt x="4226" y="16486"/>
                  </a:lnTo>
                  <a:lnTo>
                    <a:pt x="5414" y="14839"/>
                  </a:lnTo>
                  <a:lnTo>
                    <a:pt x="6748" y="13176"/>
                  </a:lnTo>
                  <a:lnTo>
                    <a:pt x="8229" y="11498"/>
                  </a:lnTo>
                  <a:lnTo>
                    <a:pt x="9856" y="9805"/>
                  </a:lnTo>
                  <a:lnTo>
                    <a:pt x="11359" y="8356"/>
                  </a:lnTo>
                  <a:lnTo>
                    <a:pt x="12852" y="7022"/>
                  </a:lnTo>
                  <a:lnTo>
                    <a:pt x="14336" y="5803"/>
                  </a:lnTo>
                  <a:lnTo>
                    <a:pt x="15810" y="4700"/>
                  </a:lnTo>
                  <a:lnTo>
                    <a:pt x="17276" y="3712"/>
                  </a:lnTo>
                  <a:lnTo>
                    <a:pt x="18732" y="2839"/>
                  </a:lnTo>
                  <a:lnTo>
                    <a:pt x="20179" y="2082"/>
                  </a:lnTo>
                  <a:lnTo>
                    <a:pt x="21616" y="1440"/>
                  </a:lnTo>
                  <a:lnTo>
                    <a:pt x="23044" y="913"/>
                  </a:lnTo>
                  <a:lnTo>
                    <a:pt x="24463" y="502"/>
                  </a:lnTo>
                  <a:lnTo>
                    <a:pt x="25885" y="205"/>
                  </a:lnTo>
                  <a:lnTo>
                    <a:pt x="27306" y="37"/>
                  </a:lnTo>
                  <a:lnTo>
                    <a:pt x="28724" y="0"/>
                  </a:lnTo>
                  <a:lnTo>
                    <a:pt x="30141" y="91"/>
                  </a:lnTo>
                  <a:lnTo>
                    <a:pt x="31556" y="313"/>
                  </a:lnTo>
                  <a:lnTo>
                    <a:pt x="32970" y="664"/>
                  </a:lnTo>
                  <a:lnTo>
                    <a:pt x="34382" y="1144"/>
                  </a:lnTo>
                  <a:lnTo>
                    <a:pt x="35792" y="1755"/>
                  </a:lnTo>
                  <a:lnTo>
                    <a:pt x="37200" y="2495"/>
                  </a:lnTo>
                  <a:lnTo>
                    <a:pt x="38607" y="3365"/>
                  </a:lnTo>
                  <a:lnTo>
                    <a:pt x="32630" y="11026"/>
                  </a:lnTo>
                  <a:lnTo>
                    <a:pt x="32200" y="10760"/>
                  </a:lnTo>
                  <a:lnTo>
                    <a:pt x="31769" y="10519"/>
                  </a:lnTo>
                  <a:lnTo>
                    <a:pt x="31338" y="10302"/>
                  </a:lnTo>
                  <a:lnTo>
                    <a:pt x="30906" y="10110"/>
                  </a:lnTo>
                  <a:lnTo>
                    <a:pt x="30472" y="9942"/>
                  </a:lnTo>
                  <a:lnTo>
                    <a:pt x="30038" y="9798"/>
                  </a:lnTo>
                  <a:lnTo>
                    <a:pt x="29604" y="9679"/>
                  </a:lnTo>
                  <a:lnTo>
                    <a:pt x="29168" y="9585"/>
                  </a:lnTo>
                  <a:lnTo>
                    <a:pt x="28731" y="9514"/>
                  </a:lnTo>
                  <a:lnTo>
                    <a:pt x="28294" y="9468"/>
                  </a:lnTo>
                  <a:lnTo>
                    <a:pt x="27849" y="9436"/>
                  </a:lnTo>
                  <a:lnTo>
                    <a:pt x="27405" y="9421"/>
                  </a:lnTo>
                  <a:lnTo>
                    <a:pt x="26963" y="9425"/>
                  </a:lnTo>
                  <a:lnTo>
                    <a:pt x="26523" y="9448"/>
                  </a:lnTo>
                  <a:lnTo>
                    <a:pt x="26084" y="9489"/>
                  </a:lnTo>
                  <a:lnTo>
                    <a:pt x="25647" y="9549"/>
                  </a:lnTo>
                  <a:lnTo>
                    <a:pt x="25212" y="9627"/>
                  </a:lnTo>
                  <a:lnTo>
                    <a:pt x="24778" y="9724"/>
                  </a:lnTo>
                  <a:lnTo>
                    <a:pt x="24346" y="9840"/>
                  </a:lnTo>
                  <a:lnTo>
                    <a:pt x="23916" y="9973"/>
                  </a:lnTo>
                  <a:lnTo>
                    <a:pt x="23479" y="10117"/>
                  </a:lnTo>
                  <a:lnTo>
                    <a:pt x="23044" y="10277"/>
                  </a:lnTo>
                  <a:lnTo>
                    <a:pt x="22610" y="10453"/>
                  </a:lnTo>
                  <a:lnTo>
                    <a:pt x="22178" y="10647"/>
                  </a:lnTo>
                  <a:lnTo>
                    <a:pt x="21748" y="10857"/>
                  </a:lnTo>
                  <a:lnTo>
                    <a:pt x="21320" y="11085"/>
                  </a:lnTo>
                  <a:lnTo>
                    <a:pt x="20893" y="11329"/>
                  </a:lnTo>
                  <a:lnTo>
                    <a:pt x="20468" y="11590"/>
                  </a:lnTo>
                  <a:lnTo>
                    <a:pt x="20044" y="11868"/>
                  </a:lnTo>
                  <a:lnTo>
                    <a:pt x="19622" y="12162"/>
                  </a:lnTo>
                  <a:lnTo>
                    <a:pt x="19203" y="12454"/>
                  </a:lnTo>
                  <a:lnTo>
                    <a:pt x="18787" y="12755"/>
                  </a:lnTo>
                  <a:lnTo>
                    <a:pt x="18375" y="13067"/>
                  </a:lnTo>
                  <a:lnTo>
                    <a:pt x="17966" y="13388"/>
                  </a:lnTo>
                  <a:lnTo>
                    <a:pt x="17560" y="13720"/>
                  </a:lnTo>
                  <a:lnTo>
                    <a:pt x="17157" y="14062"/>
                  </a:lnTo>
                  <a:lnTo>
                    <a:pt x="16758" y="14414"/>
                  </a:lnTo>
                  <a:lnTo>
                    <a:pt x="16363" y="14776"/>
                  </a:lnTo>
                  <a:lnTo>
                    <a:pt x="15970" y="15148"/>
                  </a:lnTo>
                  <a:lnTo>
                    <a:pt x="15581" y="15530"/>
                  </a:lnTo>
                  <a:lnTo>
                    <a:pt x="14597" y="16546"/>
                  </a:lnTo>
                  <a:lnTo>
                    <a:pt x="13697" y="17539"/>
                  </a:lnTo>
                  <a:lnTo>
                    <a:pt x="12883" y="18509"/>
                  </a:lnTo>
                  <a:lnTo>
                    <a:pt x="12153" y="19457"/>
                  </a:lnTo>
                  <a:lnTo>
                    <a:pt x="11509" y="20381"/>
                  </a:lnTo>
                  <a:lnTo>
                    <a:pt x="10949" y="21284"/>
                  </a:lnTo>
                  <a:lnTo>
                    <a:pt x="10475" y="22163"/>
                  </a:lnTo>
                  <a:lnTo>
                    <a:pt x="10085" y="23020"/>
                  </a:lnTo>
                  <a:lnTo>
                    <a:pt x="9781" y="23853"/>
                  </a:lnTo>
                  <a:lnTo>
                    <a:pt x="9562" y="24665"/>
                  </a:lnTo>
                  <a:lnTo>
                    <a:pt x="9425" y="25456"/>
                  </a:lnTo>
                  <a:lnTo>
                    <a:pt x="9370" y="26231"/>
                  </a:lnTo>
                  <a:lnTo>
                    <a:pt x="9395" y="26988"/>
                  </a:lnTo>
                  <a:lnTo>
                    <a:pt x="9501" y="27729"/>
                  </a:lnTo>
                  <a:lnTo>
                    <a:pt x="9688" y="28453"/>
                  </a:lnTo>
                  <a:lnTo>
                    <a:pt x="9956" y="29160"/>
                  </a:lnTo>
                  <a:lnTo>
                    <a:pt x="10304" y="29851"/>
                  </a:lnTo>
                  <a:lnTo>
                    <a:pt x="10734" y="30524"/>
                  </a:lnTo>
                  <a:lnTo>
                    <a:pt x="11244" y="31181"/>
                  </a:lnTo>
                  <a:lnTo>
                    <a:pt x="11835" y="31821"/>
                  </a:lnTo>
                  <a:lnTo>
                    <a:pt x="12208" y="32176"/>
                  </a:lnTo>
                  <a:lnTo>
                    <a:pt x="12586" y="32501"/>
                  </a:lnTo>
                  <a:lnTo>
                    <a:pt x="12969" y="32796"/>
                  </a:lnTo>
                  <a:lnTo>
                    <a:pt x="13357" y="33060"/>
                  </a:lnTo>
                  <a:lnTo>
                    <a:pt x="13750" y="33294"/>
                  </a:lnTo>
                  <a:lnTo>
                    <a:pt x="14148" y="33498"/>
                  </a:lnTo>
                  <a:lnTo>
                    <a:pt x="14552" y="33671"/>
                  </a:lnTo>
                  <a:lnTo>
                    <a:pt x="14960" y="33814"/>
                  </a:lnTo>
                  <a:lnTo>
                    <a:pt x="15373" y="33927"/>
                  </a:lnTo>
                  <a:lnTo>
                    <a:pt x="15792" y="34010"/>
                  </a:lnTo>
                  <a:lnTo>
                    <a:pt x="16216" y="34050"/>
                  </a:lnTo>
                  <a:lnTo>
                    <a:pt x="16647" y="34070"/>
                  </a:lnTo>
                  <a:lnTo>
                    <a:pt x="17085" y="34070"/>
                  </a:lnTo>
                  <a:lnTo>
                    <a:pt x="17530" y="34050"/>
                  </a:lnTo>
                  <a:lnTo>
                    <a:pt x="17981" y="34010"/>
                  </a:lnTo>
                  <a:lnTo>
                    <a:pt x="18439" y="33949"/>
                  </a:lnTo>
                  <a:lnTo>
                    <a:pt x="18904" y="33868"/>
                  </a:lnTo>
                  <a:lnTo>
                    <a:pt x="19375" y="33767"/>
                  </a:lnTo>
                  <a:lnTo>
                    <a:pt x="19853" y="33646"/>
                  </a:lnTo>
                  <a:lnTo>
                    <a:pt x="20338" y="33505"/>
                  </a:lnTo>
                  <a:lnTo>
                    <a:pt x="20831" y="33328"/>
                  </a:lnTo>
                  <a:lnTo>
                    <a:pt x="21333" y="33136"/>
                  </a:lnTo>
                  <a:lnTo>
                    <a:pt x="21845" y="32927"/>
                  </a:lnTo>
                  <a:lnTo>
                    <a:pt x="22365" y="32703"/>
                  </a:lnTo>
                  <a:lnTo>
                    <a:pt x="22895" y="32463"/>
                  </a:lnTo>
                  <a:lnTo>
                    <a:pt x="23435" y="32206"/>
                  </a:lnTo>
                  <a:lnTo>
                    <a:pt x="23983" y="31934"/>
                  </a:lnTo>
                  <a:lnTo>
                    <a:pt x="24541" y="31646"/>
                  </a:lnTo>
                  <a:lnTo>
                    <a:pt x="25108" y="31341"/>
                  </a:lnTo>
                  <a:lnTo>
                    <a:pt x="25684" y="31021"/>
                  </a:lnTo>
                  <a:lnTo>
                    <a:pt x="26262" y="30680"/>
                  </a:lnTo>
                  <a:lnTo>
                    <a:pt x="26851" y="30332"/>
                  </a:lnTo>
                  <a:lnTo>
                    <a:pt x="27451" y="29977"/>
                  </a:lnTo>
                  <a:lnTo>
                    <a:pt x="28062" y="29613"/>
                  </a:lnTo>
                  <a:lnTo>
                    <a:pt x="28683" y="29242"/>
                  </a:lnTo>
                  <a:lnTo>
                    <a:pt x="29316" y="28864"/>
                  </a:lnTo>
                  <a:lnTo>
                    <a:pt x="29960" y="28478"/>
                  </a:lnTo>
                  <a:lnTo>
                    <a:pt x="30614" y="28084"/>
                  </a:lnTo>
                  <a:lnTo>
                    <a:pt x="31280" y="27683"/>
                  </a:lnTo>
                  <a:lnTo>
                    <a:pt x="31956" y="27275"/>
                  </a:lnTo>
                  <a:lnTo>
                    <a:pt x="32413" y="27005"/>
                  </a:lnTo>
                  <a:lnTo>
                    <a:pt x="32872" y="26736"/>
                  </a:lnTo>
                  <a:lnTo>
                    <a:pt x="33335" y="26466"/>
                  </a:lnTo>
                  <a:lnTo>
                    <a:pt x="33802" y="26197"/>
                  </a:lnTo>
                  <a:lnTo>
                    <a:pt x="34272" y="25927"/>
                  </a:lnTo>
                  <a:lnTo>
                    <a:pt x="34745" y="25658"/>
                  </a:lnTo>
                  <a:lnTo>
                    <a:pt x="35221" y="25389"/>
                  </a:lnTo>
                  <a:lnTo>
                    <a:pt x="35701" y="25119"/>
                  </a:lnTo>
                  <a:lnTo>
                    <a:pt x="36184" y="24850"/>
                  </a:lnTo>
                  <a:lnTo>
                    <a:pt x="36671" y="24580"/>
                  </a:lnTo>
                  <a:lnTo>
                    <a:pt x="37152" y="24306"/>
                  </a:lnTo>
                  <a:lnTo>
                    <a:pt x="37636" y="24040"/>
                  </a:lnTo>
                  <a:lnTo>
                    <a:pt x="38122" y="23781"/>
                  </a:lnTo>
                  <a:lnTo>
                    <a:pt x="38611" y="23530"/>
                  </a:lnTo>
                  <a:lnTo>
                    <a:pt x="39102" y="23286"/>
                  </a:lnTo>
                  <a:lnTo>
                    <a:pt x="39596" y="23050"/>
                  </a:lnTo>
                  <a:lnTo>
                    <a:pt x="40092" y="22821"/>
                  </a:lnTo>
                  <a:lnTo>
                    <a:pt x="40591" y="22600"/>
                  </a:lnTo>
                  <a:lnTo>
                    <a:pt x="41092" y="22387"/>
                  </a:lnTo>
                  <a:lnTo>
                    <a:pt x="41596" y="22181"/>
                  </a:lnTo>
                  <a:lnTo>
                    <a:pt x="42102" y="21968"/>
                  </a:lnTo>
                  <a:lnTo>
                    <a:pt x="42608" y="21765"/>
                  </a:lnTo>
                  <a:lnTo>
                    <a:pt x="43115" y="21574"/>
                  </a:lnTo>
                  <a:lnTo>
                    <a:pt x="43623" y="21393"/>
                  </a:lnTo>
                  <a:lnTo>
                    <a:pt x="44132" y="21223"/>
                  </a:lnTo>
                  <a:lnTo>
                    <a:pt x="44642" y="21065"/>
                  </a:lnTo>
                  <a:lnTo>
                    <a:pt x="45153" y="20917"/>
                  </a:lnTo>
                  <a:lnTo>
                    <a:pt x="45664" y="20780"/>
                  </a:lnTo>
                  <a:lnTo>
                    <a:pt x="46176" y="20654"/>
                  </a:lnTo>
                  <a:lnTo>
                    <a:pt x="46690" y="20539"/>
                  </a:lnTo>
                  <a:lnTo>
                    <a:pt x="47203" y="20421"/>
                  </a:lnTo>
                  <a:lnTo>
                    <a:pt x="47717" y="20320"/>
                  </a:lnTo>
                  <a:lnTo>
                    <a:pt x="48230" y="20236"/>
                  </a:lnTo>
                  <a:lnTo>
                    <a:pt x="48744" y="20169"/>
                  </a:lnTo>
                  <a:lnTo>
                    <a:pt x="49257" y="20118"/>
                  </a:lnTo>
                  <a:lnTo>
                    <a:pt x="49771" y="20085"/>
                  </a:lnTo>
                  <a:lnTo>
                    <a:pt x="50284" y="20068"/>
                  </a:lnTo>
                  <a:lnTo>
                    <a:pt x="50798" y="20068"/>
                  </a:lnTo>
                  <a:lnTo>
                    <a:pt x="51312" y="20085"/>
                  </a:lnTo>
                  <a:lnTo>
                    <a:pt x="51825" y="20118"/>
                  </a:lnTo>
                  <a:lnTo>
                    <a:pt x="52338" y="20170"/>
                  </a:lnTo>
                  <a:lnTo>
                    <a:pt x="52851" y="20241"/>
                  </a:lnTo>
                  <a:lnTo>
                    <a:pt x="53362" y="20332"/>
                  </a:lnTo>
                  <a:lnTo>
                    <a:pt x="53873" y="20442"/>
                  </a:lnTo>
                  <a:lnTo>
                    <a:pt x="54382" y="20571"/>
                  </a:lnTo>
                  <a:lnTo>
                    <a:pt x="54891" y="20719"/>
                  </a:lnTo>
                  <a:lnTo>
                    <a:pt x="55399" y="20887"/>
                  </a:lnTo>
                  <a:lnTo>
                    <a:pt x="55907" y="21075"/>
                  </a:lnTo>
                  <a:lnTo>
                    <a:pt x="56413" y="21281"/>
                  </a:lnTo>
                  <a:lnTo>
                    <a:pt x="56919" y="21507"/>
                  </a:lnTo>
                  <a:lnTo>
                    <a:pt x="57431" y="21748"/>
                  </a:lnTo>
                  <a:lnTo>
                    <a:pt x="57941" y="22014"/>
                  </a:lnTo>
                  <a:lnTo>
                    <a:pt x="58448" y="22307"/>
                  </a:lnTo>
                  <a:lnTo>
                    <a:pt x="58953" y="22626"/>
                  </a:lnTo>
                  <a:lnTo>
                    <a:pt x="59455" y="22970"/>
                  </a:lnTo>
                  <a:lnTo>
                    <a:pt x="59954" y="23341"/>
                  </a:lnTo>
                  <a:lnTo>
                    <a:pt x="60452" y="23738"/>
                  </a:lnTo>
                  <a:lnTo>
                    <a:pt x="60946" y="24161"/>
                  </a:lnTo>
                  <a:lnTo>
                    <a:pt x="61438" y="2461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h120"/>
            <p:cNvSpPr/>
            <p:nvPr/>
          </p:nvSpPr>
          <p:spPr>
            <a:xfrm>
              <a:off x="3600369" y="6046231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h121"/>
            <p:cNvSpPr/>
            <p:nvPr/>
          </p:nvSpPr>
          <p:spPr>
            <a:xfrm>
              <a:off x="3636613" y="5984057"/>
              <a:ext cx="86378" cy="87817"/>
            </a:xfrm>
            <a:custGeom>
              <a:avLst/>
              <a:pathLst>
                <a:path w="86378" h="87817">
                  <a:moveTo>
                    <a:pt x="77160" y="36538"/>
                  </a:moveTo>
                  <a:lnTo>
                    <a:pt x="78031" y="37436"/>
                  </a:lnTo>
                  <a:lnTo>
                    <a:pt x="78860" y="38346"/>
                  </a:lnTo>
                  <a:lnTo>
                    <a:pt x="79647" y="39268"/>
                  </a:lnTo>
                  <a:lnTo>
                    <a:pt x="80392" y="40202"/>
                  </a:lnTo>
                  <a:lnTo>
                    <a:pt x="81095" y="41147"/>
                  </a:lnTo>
                  <a:lnTo>
                    <a:pt x="81756" y="42105"/>
                  </a:lnTo>
                  <a:lnTo>
                    <a:pt x="82375" y="43074"/>
                  </a:lnTo>
                  <a:lnTo>
                    <a:pt x="82952" y="44054"/>
                  </a:lnTo>
                  <a:lnTo>
                    <a:pt x="83486" y="45047"/>
                  </a:lnTo>
                  <a:lnTo>
                    <a:pt x="83979" y="46051"/>
                  </a:lnTo>
                  <a:lnTo>
                    <a:pt x="84427" y="47065"/>
                  </a:lnTo>
                  <a:lnTo>
                    <a:pt x="84829" y="48084"/>
                  </a:lnTo>
                  <a:lnTo>
                    <a:pt x="85185" y="49109"/>
                  </a:lnTo>
                  <a:lnTo>
                    <a:pt x="85494" y="50140"/>
                  </a:lnTo>
                  <a:lnTo>
                    <a:pt x="85757" y="51176"/>
                  </a:lnTo>
                  <a:lnTo>
                    <a:pt x="85974" y="52219"/>
                  </a:lnTo>
                  <a:lnTo>
                    <a:pt x="86145" y="53268"/>
                  </a:lnTo>
                  <a:lnTo>
                    <a:pt x="86269" y="54322"/>
                  </a:lnTo>
                  <a:lnTo>
                    <a:pt x="86347" y="55383"/>
                  </a:lnTo>
                  <a:lnTo>
                    <a:pt x="86378" y="56449"/>
                  </a:lnTo>
                  <a:lnTo>
                    <a:pt x="86354" y="57511"/>
                  </a:lnTo>
                  <a:lnTo>
                    <a:pt x="86279" y="58575"/>
                  </a:lnTo>
                  <a:lnTo>
                    <a:pt x="86155" y="59643"/>
                  </a:lnTo>
                  <a:lnTo>
                    <a:pt x="85981" y="60712"/>
                  </a:lnTo>
                  <a:lnTo>
                    <a:pt x="85757" y="61784"/>
                  </a:lnTo>
                  <a:lnTo>
                    <a:pt x="85484" y="62859"/>
                  </a:lnTo>
                  <a:lnTo>
                    <a:pt x="85161" y="63936"/>
                  </a:lnTo>
                  <a:lnTo>
                    <a:pt x="84789" y="65016"/>
                  </a:lnTo>
                  <a:lnTo>
                    <a:pt x="84367" y="66098"/>
                  </a:lnTo>
                  <a:lnTo>
                    <a:pt x="83895" y="67183"/>
                  </a:lnTo>
                  <a:lnTo>
                    <a:pt x="83379" y="68259"/>
                  </a:lnTo>
                  <a:lnTo>
                    <a:pt x="82809" y="69330"/>
                  </a:lnTo>
                  <a:lnTo>
                    <a:pt x="82184" y="70397"/>
                  </a:lnTo>
                  <a:lnTo>
                    <a:pt x="81504" y="71460"/>
                  </a:lnTo>
                  <a:lnTo>
                    <a:pt x="80769" y="72519"/>
                  </a:lnTo>
                  <a:lnTo>
                    <a:pt x="79980" y="73573"/>
                  </a:lnTo>
                  <a:lnTo>
                    <a:pt x="79136" y="74623"/>
                  </a:lnTo>
                  <a:lnTo>
                    <a:pt x="78237" y="75669"/>
                  </a:lnTo>
                  <a:lnTo>
                    <a:pt x="77284" y="76711"/>
                  </a:lnTo>
                  <a:lnTo>
                    <a:pt x="76276" y="77749"/>
                  </a:lnTo>
                  <a:lnTo>
                    <a:pt x="75342" y="78661"/>
                  </a:lnTo>
                  <a:lnTo>
                    <a:pt x="74410" y="79527"/>
                  </a:lnTo>
                  <a:lnTo>
                    <a:pt x="73480" y="80348"/>
                  </a:lnTo>
                  <a:lnTo>
                    <a:pt x="72551" y="81123"/>
                  </a:lnTo>
                  <a:lnTo>
                    <a:pt x="71624" y="81853"/>
                  </a:lnTo>
                  <a:lnTo>
                    <a:pt x="70699" y="82538"/>
                  </a:lnTo>
                  <a:lnTo>
                    <a:pt x="69775" y="83177"/>
                  </a:lnTo>
                  <a:lnTo>
                    <a:pt x="68853" y="83770"/>
                  </a:lnTo>
                  <a:lnTo>
                    <a:pt x="67933" y="84318"/>
                  </a:lnTo>
                  <a:lnTo>
                    <a:pt x="67015" y="84821"/>
                  </a:lnTo>
                  <a:lnTo>
                    <a:pt x="66108" y="85274"/>
                  </a:lnTo>
                  <a:lnTo>
                    <a:pt x="65206" y="85690"/>
                  </a:lnTo>
                  <a:lnTo>
                    <a:pt x="64310" y="86069"/>
                  </a:lnTo>
                  <a:lnTo>
                    <a:pt x="63418" y="86410"/>
                  </a:lnTo>
                  <a:lnTo>
                    <a:pt x="62532" y="86715"/>
                  </a:lnTo>
                  <a:lnTo>
                    <a:pt x="61650" y="86983"/>
                  </a:lnTo>
                  <a:lnTo>
                    <a:pt x="60774" y="87214"/>
                  </a:lnTo>
                  <a:lnTo>
                    <a:pt x="59902" y="87407"/>
                  </a:lnTo>
                  <a:lnTo>
                    <a:pt x="59036" y="87564"/>
                  </a:lnTo>
                  <a:lnTo>
                    <a:pt x="58175" y="87683"/>
                  </a:lnTo>
                  <a:lnTo>
                    <a:pt x="57311" y="87760"/>
                  </a:lnTo>
                  <a:lnTo>
                    <a:pt x="56454" y="87805"/>
                  </a:lnTo>
                  <a:lnTo>
                    <a:pt x="55604" y="87817"/>
                  </a:lnTo>
                  <a:lnTo>
                    <a:pt x="54760" y="87798"/>
                  </a:lnTo>
                  <a:lnTo>
                    <a:pt x="53923" y="87746"/>
                  </a:lnTo>
                  <a:lnTo>
                    <a:pt x="53093" y="87663"/>
                  </a:lnTo>
                  <a:lnTo>
                    <a:pt x="52270" y="87548"/>
                  </a:lnTo>
                  <a:lnTo>
                    <a:pt x="51453" y="87400"/>
                  </a:lnTo>
                  <a:lnTo>
                    <a:pt x="50643" y="87221"/>
                  </a:lnTo>
                  <a:lnTo>
                    <a:pt x="49840" y="87010"/>
                  </a:lnTo>
                  <a:lnTo>
                    <a:pt x="49053" y="86762"/>
                  </a:lnTo>
                  <a:lnTo>
                    <a:pt x="48274" y="86491"/>
                  </a:lnTo>
                  <a:lnTo>
                    <a:pt x="47504" y="86196"/>
                  </a:lnTo>
                  <a:lnTo>
                    <a:pt x="46742" y="85878"/>
                  </a:lnTo>
                  <a:lnTo>
                    <a:pt x="45988" y="85536"/>
                  </a:lnTo>
                  <a:lnTo>
                    <a:pt x="45243" y="85171"/>
                  </a:lnTo>
                  <a:lnTo>
                    <a:pt x="44506" y="84782"/>
                  </a:lnTo>
                  <a:lnTo>
                    <a:pt x="43778" y="84370"/>
                  </a:lnTo>
                  <a:lnTo>
                    <a:pt x="43058" y="83933"/>
                  </a:lnTo>
                  <a:lnTo>
                    <a:pt x="42347" y="83474"/>
                  </a:lnTo>
                  <a:lnTo>
                    <a:pt x="49124" y="74929"/>
                  </a:lnTo>
                  <a:lnTo>
                    <a:pt x="49557" y="75168"/>
                  </a:lnTo>
                  <a:lnTo>
                    <a:pt x="49995" y="75398"/>
                  </a:lnTo>
                  <a:lnTo>
                    <a:pt x="50439" y="75619"/>
                  </a:lnTo>
                  <a:lnTo>
                    <a:pt x="50889" y="75831"/>
                  </a:lnTo>
                  <a:lnTo>
                    <a:pt x="51345" y="76034"/>
                  </a:lnTo>
                  <a:lnTo>
                    <a:pt x="51807" y="76227"/>
                  </a:lnTo>
                  <a:lnTo>
                    <a:pt x="52274" y="76411"/>
                  </a:lnTo>
                  <a:lnTo>
                    <a:pt x="52748" y="76585"/>
                  </a:lnTo>
                  <a:lnTo>
                    <a:pt x="53227" y="76751"/>
                  </a:lnTo>
                  <a:lnTo>
                    <a:pt x="53713" y="76907"/>
                  </a:lnTo>
                  <a:lnTo>
                    <a:pt x="54195" y="77041"/>
                  </a:lnTo>
                  <a:lnTo>
                    <a:pt x="54684" y="77158"/>
                  </a:lnTo>
                  <a:lnTo>
                    <a:pt x="55179" y="77257"/>
                  </a:lnTo>
                  <a:lnTo>
                    <a:pt x="55679" y="77338"/>
                  </a:lnTo>
                  <a:lnTo>
                    <a:pt x="56186" y="77402"/>
                  </a:lnTo>
                  <a:lnTo>
                    <a:pt x="56698" y="77447"/>
                  </a:lnTo>
                  <a:lnTo>
                    <a:pt x="57216" y="77476"/>
                  </a:lnTo>
                  <a:lnTo>
                    <a:pt x="57740" y="77486"/>
                  </a:lnTo>
                  <a:lnTo>
                    <a:pt x="58270" y="77479"/>
                  </a:lnTo>
                  <a:lnTo>
                    <a:pt x="58806" y="77454"/>
                  </a:lnTo>
                  <a:lnTo>
                    <a:pt x="59347" y="77393"/>
                  </a:lnTo>
                  <a:lnTo>
                    <a:pt x="59891" y="77309"/>
                  </a:lnTo>
                  <a:lnTo>
                    <a:pt x="60438" y="77204"/>
                  </a:lnTo>
                  <a:lnTo>
                    <a:pt x="60988" y="77077"/>
                  </a:lnTo>
                  <a:lnTo>
                    <a:pt x="61542" y="76928"/>
                  </a:lnTo>
                  <a:lnTo>
                    <a:pt x="62100" y="76757"/>
                  </a:lnTo>
                  <a:lnTo>
                    <a:pt x="62660" y="76564"/>
                  </a:lnTo>
                  <a:lnTo>
                    <a:pt x="63224" y="76350"/>
                  </a:lnTo>
                  <a:lnTo>
                    <a:pt x="63792" y="76113"/>
                  </a:lnTo>
                  <a:lnTo>
                    <a:pt x="64363" y="75855"/>
                  </a:lnTo>
                  <a:lnTo>
                    <a:pt x="64937" y="75552"/>
                  </a:lnTo>
                  <a:lnTo>
                    <a:pt x="65514" y="75218"/>
                  </a:lnTo>
                  <a:lnTo>
                    <a:pt x="66095" y="74852"/>
                  </a:lnTo>
                  <a:lnTo>
                    <a:pt x="66680" y="74454"/>
                  </a:lnTo>
                  <a:lnTo>
                    <a:pt x="67267" y="74023"/>
                  </a:lnTo>
                  <a:lnTo>
                    <a:pt x="67858" y="73561"/>
                  </a:lnTo>
                  <a:lnTo>
                    <a:pt x="68453" y="73067"/>
                  </a:lnTo>
                  <a:lnTo>
                    <a:pt x="69050" y="72541"/>
                  </a:lnTo>
                  <a:lnTo>
                    <a:pt x="69651" y="71983"/>
                  </a:lnTo>
                  <a:lnTo>
                    <a:pt x="70256" y="71393"/>
                  </a:lnTo>
                  <a:lnTo>
                    <a:pt x="70831" y="70800"/>
                  </a:lnTo>
                  <a:lnTo>
                    <a:pt x="71377" y="70200"/>
                  </a:lnTo>
                  <a:lnTo>
                    <a:pt x="71895" y="69594"/>
                  </a:lnTo>
                  <a:lnTo>
                    <a:pt x="72384" y="68981"/>
                  </a:lnTo>
                  <a:lnTo>
                    <a:pt x="72845" y="68362"/>
                  </a:lnTo>
                  <a:lnTo>
                    <a:pt x="73277" y="67735"/>
                  </a:lnTo>
                  <a:lnTo>
                    <a:pt x="73680" y="67102"/>
                  </a:lnTo>
                  <a:lnTo>
                    <a:pt x="74055" y="66462"/>
                  </a:lnTo>
                  <a:lnTo>
                    <a:pt x="74401" y="65816"/>
                  </a:lnTo>
                  <a:lnTo>
                    <a:pt x="74718" y="65162"/>
                  </a:lnTo>
                  <a:lnTo>
                    <a:pt x="74997" y="64496"/>
                  </a:lnTo>
                  <a:lnTo>
                    <a:pt x="75245" y="63827"/>
                  </a:lnTo>
                  <a:lnTo>
                    <a:pt x="75462" y="63156"/>
                  </a:lnTo>
                  <a:lnTo>
                    <a:pt x="75647" y="62482"/>
                  </a:lnTo>
                  <a:lnTo>
                    <a:pt x="75802" y="61805"/>
                  </a:lnTo>
                  <a:lnTo>
                    <a:pt x="75925" y="61126"/>
                  </a:lnTo>
                  <a:lnTo>
                    <a:pt x="76018" y="60445"/>
                  </a:lnTo>
                  <a:lnTo>
                    <a:pt x="76079" y="59761"/>
                  </a:lnTo>
                  <a:lnTo>
                    <a:pt x="76108" y="59074"/>
                  </a:lnTo>
                  <a:lnTo>
                    <a:pt x="76107" y="58385"/>
                  </a:lnTo>
                  <a:lnTo>
                    <a:pt x="76083" y="57686"/>
                  </a:lnTo>
                  <a:lnTo>
                    <a:pt x="76026" y="56988"/>
                  </a:lnTo>
                  <a:lnTo>
                    <a:pt x="75938" y="56289"/>
                  </a:lnTo>
                  <a:lnTo>
                    <a:pt x="75818" y="55590"/>
                  </a:lnTo>
                  <a:lnTo>
                    <a:pt x="75665" y="54891"/>
                  </a:lnTo>
                  <a:lnTo>
                    <a:pt x="75481" y="54193"/>
                  </a:lnTo>
                  <a:lnTo>
                    <a:pt x="75264" y="53494"/>
                  </a:lnTo>
                  <a:lnTo>
                    <a:pt x="75016" y="52795"/>
                  </a:lnTo>
                  <a:lnTo>
                    <a:pt x="74736" y="52096"/>
                  </a:lnTo>
                  <a:lnTo>
                    <a:pt x="74423" y="51397"/>
                  </a:lnTo>
                  <a:lnTo>
                    <a:pt x="74078" y="50700"/>
                  </a:lnTo>
                  <a:lnTo>
                    <a:pt x="73699" y="50007"/>
                  </a:lnTo>
                  <a:lnTo>
                    <a:pt x="73287" y="49316"/>
                  </a:lnTo>
                  <a:lnTo>
                    <a:pt x="72841" y="48629"/>
                  </a:lnTo>
                  <a:lnTo>
                    <a:pt x="72361" y="47946"/>
                  </a:lnTo>
                  <a:lnTo>
                    <a:pt x="71847" y="47265"/>
                  </a:lnTo>
                  <a:lnTo>
                    <a:pt x="71300" y="46589"/>
                  </a:lnTo>
                  <a:lnTo>
                    <a:pt x="70719" y="45915"/>
                  </a:lnTo>
                  <a:lnTo>
                    <a:pt x="70104" y="45245"/>
                  </a:lnTo>
                  <a:lnTo>
                    <a:pt x="69456" y="44578"/>
                  </a:lnTo>
                  <a:lnTo>
                    <a:pt x="68905" y="44044"/>
                  </a:lnTo>
                  <a:lnTo>
                    <a:pt x="68345" y="43537"/>
                  </a:lnTo>
                  <a:lnTo>
                    <a:pt x="67777" y="43058"/>
                  </a:lnTo>
                  <a:lnTo>
                    <a:pt x="67200" y="42605"/>
                  </a:lnTo>
                  <a:lnTo>
                    <a:pt x="66615" y="42179"/>
                  </a:lnTo>
                  <a:lnTo>
                    <a:pt x="66021" y="41780"/>
                  </a:lnTo>
                  <a:lnTo>
                    <a:pt x="65419" y="41407"/>
                  </a:lnTo>
                  <a:lnTo>
                    <a:pt x="64809" y="41062"/>
                  </a:lnTo>
                  <a:lnTo>
                    <a:pt x="64190" y="40744"/>
                  </a:lnTo>
                  <a:lnTo>
                    <a:pt x="63563" y="40453"/>
                  </a:lnTo>
                  <a:lnTo>
                    <a:pt x="62922" y="40181"/>
                  </a:lnTo>
                  <a:lnTo>
                    <a:pt x="62280" y="39938"/>
                  </a:lnTo>
                  <a:lnTo>
                    <a:pt x="61636" y="39723"/>
                  </a:lnTo>
                  <a:lnTo>
                    <a:pt x="60990" y="39537"/>
                  </a:lnTo>
                  <a:lnTo>
                    <a:pt x="60343" y="39379"/>
                  </a:lnTo>
                  <a:lnTo>
                    <a:pt x="59694" y="39251"/>
                  </a:lnTo>
                  <a:lnTo>
                    <a:pt x="59043" y="39150"/>
                  </a:lnTo>
                  <a:lnTo>
                    <a:pt x="58390" y="39079"/>
                  </a:lnTo>
                  <a:lnTo>
                    <a:pt x="57736" y="39036"/>
                  </a:lnTo>
                  <a:lnTo>
                    <a:pt x="57080" y="39022"/>
                  </a:lnTo>
                  <a:lnTo>
                    <a:pt x="56415" y="39028"/>
                  </a:lnTo>
                  <a:lnTo>
                    <a:pt x="55750" y="39065"/>
                  </a:lnTo>
                  <a:lnTo>
                    <a:pt x="55085" y="39133"/>
                  </a:lnTo>
                  <a:lnTo>
                    <a:pt x="54420" y="39230"/>
                  </a:lnTo>
                  <a:lnTo>
                    <a:pt x="53755" y="39358"/>
                  </a:lnTo>
                  <a:lnTo>
                    <a:pt x="53090" y="39517"/>
                  </a:lnTo>
                  <a:lnTo>
                    <a:pt x="52425" y="39705"/>
                  </a:lnTo>
                  <a:lnTo>
                    <a:pt x="51759" y="39924"/>
                  </a:lnTo>
                  <a:lnTo>
                    <a:pt x="51094" y="40173"/>
                  </a:lnTo>
                  <a:lnTo>
                    <a:pt x="50429" y="40453"/>
                  </a:lnTo>
                  <a:lnTo>
                    <a:pt x="49775" y="40755"/>
                  </a:lnTo>
                  <a:lnTo>
                    <a:pt x="49126" y="41089"/>
                  </a:lnTo>
                  <a:lnTo>
                    <a:pt x="48482" y="41455"/>
                  </a:lnTo>
                  <a:lnTo>
                    <a:pt x="47843" y="41854"/>
                  </a:lnTo>
                  <a:lnTo>
                    <a:pt x="47209" y="42284"/>
                  </a:lnTo>
                  <a:lnTo>
                    <a:pt x="46580" y="42746"/>
                  </a:lnTo>
                  <a:lnTo>
                    <a:pt x="45956" y="43240"/>
                  </a:lnTo>
                  <a:lnTo>
                    <a:pt x="45337" y="43766"/>
                  </a:lnTo>
                  <a:lnTo>
                    <a:pt x="44724" y="44325"/>
                  </a:lnTo>
                  <a:lnTo>
                    <a:pt x="44115" y="44915"/>
                  </a:lnTo>
                  <a:lnTo>
                    <a:pt x="43742" y="45294"/>
                  </a:lnTo>
                  <a:lnTo>
                    <a:pt x="43383" y="45674"/>
                  </a:lnTo>
                  <a:lnTo>
                    <a:pt x="43035" y="46055"/>
                  </a:lnTo>
                  <a:lnTo>
                    <a:pt x="42701" y="46437"/>
                  </a:lnTo>
                  <a:lnTo>
                    <a:pt x="42379" y="46820"/>
                  </a:lnTo>
                  <a:lnTo>
                    <a:pt x="42069" y="47203"/>
                  </a:lnTo>
                  <a:lnTo>
                    <a:pt x="41772" y="47587"/>
                  </a:lnTo>
                  <a:lnTo>
                    <a:pt x="41488" y="47973"/>
                  </a:lnTo>
                  <a:lnTo>
                    <a:pt x="41217" y="48359"/>
                  </a:lnTo>
                  <a:lnTo>
                    <a:pt x="40958" y="48745"/>
                  </a:lnTo>
                  <a:lnTo>
                    <a:pt x="40710" y="49133"/>
                  </a:lnTo>
                  <a:lnTo>
                    <a:pt x="40471" y="49522"/>
                  </a:lnTo>
                  <a:lnTo>
                    <a:pt x="40242" y="49911"/>
                  </a:lnTo>
                  <a:lnTo>
                    <a:pt x="40022" y="50301"/>
                  </a:lnTo>
                  <a:lnTo>
                    <a:pt x="39811" y="50692"/>
                  </a:lnTo>
                  <a:lnTo>
                    <a:pt x="39609" y="51084"/>
                  </a:lnTo>
                  <a:lnTo>
                    <a:pt x="39417" y="51477"/>
                  </a:lnTo>
                  <a:lnTo>
                    <a:pt x="39234" y="51871"/>
                  </a:lnTo>
                  <a:lnTo>
                    <a:pt x="39060" y="52265"/>
                  </a:lnTo>
                  <a:lnTo>
                    <a:pt x="38895" y="52660"/>
                  </a:lnTo>
                  <a:lnTo>
                    <a:pt x="38748" y="53048"/>
                  </a:lnTo>
                  <a:lnTo>
                    <a:pt x="38609" y="53435"/>
                  </a:lnTo>
                  <a:lnTo>
                    <a:pt x="38478" y="53822"/>
                  </a:lnTo>
                  <a:lnTo>
                    <a:pt x="38356" y="54209"/>
                  </a:lnTo>
                  <a:lnTo>
                    <a:pt x="38243" y="54597"/>
                  </a:lnTo>
                  <a:lnTo>
                    <a:pt x="38138" y="54984"/>
                  </a:lnTo>
                  <a:lnTo>
                    <a:pt x="38041" y="55371"/>
                  </a:lnTo>
                  <a:lnTo>
                    <a:pt x="37952" y="55758"/>
                  </a:lnTo>
                  <a:lnTo>
                    <a:pt x="37872" y="56146"/>
                  </a:lnTo>
                  <a:lnTo>
                    <a:pt x="37801" y="56533"/>
                  </a:lnTo>
                  <a:lnTo>
                    <a:pt x="37736" y="56903"/>
                  </a:lnTo>
                  <a:lnTo>
                    <a:pt x="37674" y="57272"/>
                  </a:lnTo>
                  <a:lnTo>
                    <a:pt x="37618" y="57641"/>
                  </a:lnTo>
                  <a:lnTo>
                    <a:pt x="37565" y="58008"/>
                  </a:lnTo>
                  <a:lnTo>
                    <a:pt x="37517" y="58375"/>
                  </a:lnTo>
                  <a:lnTo>
                    <a:pt x="37472" y="58740"/>
                  </a:lnTo>
                  <a:lnTo>
                    <a:pt x="37432" y="59105"/>
                  </a:lnTo>
                  <a:lnTo>
                    <a:pt x="37397" y="59470"/>
                  </a:lnTo>
                  <a:lnTo>
                    <a:pt x="37365" y="59833"/>
                  </a:lnTo>
                  <a:lnTo>
                    <a:pt x="37338" y="60195"/>
                  </a:lnTo>
                  <a:lnTo>
                    <a:pt x="29929" y="67604"/>
                  </a:lnTo>
                  <a:lnTo>
                    <a:pt x="0" y="33718"/>
                  </a:lnTo>
                  <a:lnTo>
                    <a:pt x="33718" y="0"/>
                  </a:lnTo>
                  <a:lnTo>
                    <a:pt x="40158" y="6440"/>
                  </a:lnTo>
                  <a:lnTo>
                    <a:pt x="13344" y="33255"/>
                  </a:lnTo>
                  <a:lnTo>
                    <a:pt x="31023" y="53208"/>
                  </a:lnTo>
                  <a:lnTo>
                    <a:pt x="31131" y="52486"/>
                  </a:lnTo>
                  <a:lnTo>
                    <a:pt x="31268" y="51754"/>
                  </a:lnTo>
                  <a:lnTo>
                    <a:pt x="31434" y="51011"/>
                  </a:lnTo>
                  <a:lnTo>
                    <a:pt x="31630" y="50258"/>
                  </a:lnTo>
                  <a:lnTo>
                    <a:pt x="31855" y="49493"/>
                  </a:lnTo>
                  <a:lnTo>
                    <a:pt x="32110" y="48717"/>
                  </a:lnTo>
                  <a:lnTo>
                    <a:pt x="32394" y="47930"/>
                  </a:lnTo>
                  <a:lnTo>
                    <a:pt x="32707" y="47132"/>
                  </a:lnTo>
                  <a:lnTo>
                    <a:pt x="33050" y="46324"/>
                  </a:lnTo>
                  <a:lnTo>
                    <a:pt x="33423" y="45504"/>
                  </a:lnTo>
                  <a:lnTo>
                    <a:pt x="33824" y="44671"/>
                  </a:lnTo>
                  <a:lnTo>
                    <a:pt x="34272" y="43837"/>
                  </a:lnTo>
                  <a:lnTo>
                    <a:pt x="34764" y="43004"/>
                  </a:lnTo>
                  <a:lnTo>
                    <a:pt x="35302" y="42170"/>
                  </a:lnTo>
                  <a:lnTo>
                    <a:pt x="35885" y="41337"/>
                  </a:lnTo>
                  <a:lnTo>
                    <a:pt x="36514" y="40503"/>
                  </a:lnTo>
                  <a:lnTo>
                    <a:pt x="37189" y="39670"/>
                  </a:lnTo>
                  <a:lnTo>
                    <a:pt x="37909" y="38836"/>
                  </a:lnTo>
                  <a:lnTo>
                    <a:pt x="38674" y="38003"/>
                  </a:lnTo>
                  <a:lnTo>
                    <a:pt x="39485" y="37169"/>
                  </a:lnTo>
                  <a:lnTo>
                    <a:pt x="40373" y="36308"/>
                  </a:lnTo>
                  <a:lnTo>
                    <a:pt x="41271" y="35491"/>
                  </a:lnTo>
                  <a:lnTo>
                    <a:pt x="42178" y="34718"/>
                  </a:lnTo>
                  <a:lnTo>
                    <a:pt x="43095" y="33990"/>
                  </a:lnTo>
                  <a:lnTo>
                    <a:pt x="44020" y="33307"/>
                  </a:lnTo>
                  <a:lnTo>
                    <a:pt x="44955" y="32669"/>
                  </a:lnTo>
                  <a:lnTo>
                    <a:pt x="45899" y="32075"/>
                  </a:lnTo>
                  <a:lnTo>
                    <a:pt x="46853" y="31525"/>
                  </a:lnTo>
                  <a:lnTo>
                    <a:pt x="47816" y="31021"/>
                  </a:lnTo>
                  <a:lnTo>
                    <a:pt x="48788" y="30560"/>
                  </a:lnTo>
                  <a:lnTo>
                    <a:pt x="49765" y="30145"/>
                  </a:lnTo>
                  <a:lnTo>
                    <a:pt x="50744" y="29772"/>
                  </a:lnTo>
                  <a:lnTo>
                    <a:pt x="51725" y="29444"/>
                  </a:lnTo>
                  <a:lnTo>
                    <a:pt x="52707" y="29160"/>
                  </a:lnTo>
                  <a:lnTo>
                    <a:pt x="53692" y="28919"/>
                  </a:lnTo>
                  <a:lnTo>
                    <a:pt x="54677" y="28722"/>
                  </a:lnTo>
                  <a:lnTo>
                    <a:pt x="55665" y="28569"/>
                  </a:lnTo>
                  <a:lnTo>
                    <a:pt x="56654" y="28459"/>
                  </a:lnTo>
                  <a:lnTo>
                    <a:pt x="57645" y="28393"/>
                  </a:lnTo>
                  <a:lnTo>
                    <a:pt x="58638" y="28371"/>
                  </a:lnTo>
                  <a:lnTo>
                    <a:pt x="59621" y="28384"/>
                  </a:lnTo>
                  <a:lnTo>
                    <a:pt x="60601" y="28439"/>
                  </a:lnTo>
                  <a:lnTo>
                    <a:pt x="61578" y="28536"/>
                  </a:lnTo>
                  <a:lnTo>
                    <a:pt x="62551" y="28675"/>
                  </a:lnTo>
                  <a:lnTo>
                    <a:pt x="63521" y="28856"/>
                  </a:lnTo>
                  <a:lnTo>
                    <a:pt x="64487" y="29079"/>
                  </a:lnTo>
                  <a:lnTo>
                    <a:pt x="65450" y="29344"/>
                  </a:lnTo>
                  <a:lnTo>
                    <a:pt x="66410" y="29651"/>
                  </a:lnTo>
                  <a:lnTo>
                    <a:pt x="67367" y="30001"/>
                  </a:lnTo>
                  <a:lnTo>
                    <a:pt x="68320" y="30392"/>
                  </a:lnTo>
                  <a:lnTo>
                    <a:pt x="69264" y="30825"/>
                  </a:lnTo>
                  <a:lnTo>
                    <a:pt x="70195" y="31298"/>
                  </a:lnTo>
                  <a:lnTo>
                    <a:pt x="71113" y="31811"/>
                  </a:lnTo>
                  <a:lnTo>
                    <a:pt x="72017" y="32365"/>
                  </a:lnTo>
                  <a:lnTo>
                    <a:pt x="72908" y="32960"/>
                  </a:lnTo>
                  <a:lnTo>
                    <a:pt x="73785" y="33595"/>
                  </a:lnTo>
                  <a:lnTo>
                    <a:pt x="74649" y="34270"/>
                  </a:lnTo>
                  <a:lnTo>
                    <a:pt x="75499" y="34985"/>
                  </a:lnTo>
                  <a:lnTo>
                    <a:pt x="76336" y="35741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h122"/>
            <p:cNvSpPr/>
            <p:nvPr/>
          </p:nvSpPr>
          <p:spPr>
            <a:xfrm>
              <a:off x="4412808" y="6398481"/>
              <a:ext cx="85073" cy="92272"/>
            </a:xfrm>
            <a:custGeom>
              <a:avLst/>
              <a:pathLst>
                <a:path w="85073" h="92272">
                  <a:moveTo>
                    <a:pt x="0" y="42515"/>
                  </a:moveTo>
                  <a:lnTo>
                    <a:pt x="8082" y="34433"/>
                  </a:lnTo>
                  <a:lnTo>
                    <a:pt x="46809" y="52534"/>
                  </a:lnTo>
                  <a:lnTo>
                    <a:pt x="47059" y="52663"/>
                  </a:lnTo>
                  <a:lnTo>
                    <a:pt x="47319" y="52798"/>
                  </a:lnTo>
                  <a:lnTo>
                    <a:pt x="47591" y="52939"/>
                  </a:lnTo>
                  <a:lnTo>
                    <a:pt x="47873" y="53086"/>
                  </a:lnTo>
                  <a:lnTo>
                    <a:pt x="48167" y="53239"/>
                  </a:lnTo>
                  <a:lnTo>
                    <a:pt x="48471" y="53398"/>
                  </a:lnTo>
                  <a:lnTo>
                    <a:pt x="48786" y="53562"/>
                  </a:lnTo>
                  <a:lnTo>
                    <a:pt x="49113" y="53733"/>
                  </a:lnTo>
                  <a:lnTo>
                    <a:pt x="49450" y="53909"/>
                  </a:lnTo>
                  <a:lnTo>
                    <a:pt x="49798" y="54092"/>
                  </a:lnTo>
                  <a:lnTo>
                    <a:pt x="50152" y="54262"/>
                  </a:lnTo>
                  <a:lnTo>
                    <a:pt x="50508" y="54435"/>
                  </a:lnTo>
                  <a:lnTo>
                    <a:pt x="50866" y="54612"/>
                  </a:lnTo>
                  <a:lnTo>
                    <a:pt x="51226" y="54792"/>
                  </a:lnTo>
                  <a:lnTo>
                    <a:pt x="51587" y="54976"/>
                  </a:lnTo>
                  <a:lnTo>
                    <a:pt x="51950" y="55162"/>
                  </a:lnTo>
                  <a:lnTo>
                    <a:pt x="52314" y="55353"/>
                  </a:lnTo>
                  <a:lnTo>
                    <a:pt x="52680" y="55546"/>
                  </a:lnTo>
                  <a:lnTo>
                    <a:pt x="53048" y="55743"/>
                  </a:lnTo>
                  <a:lnTo>
                    <a:pt x="53418" y="55944"/>
                  </a:lnTo>
                  <a:lnTo>
                    <a:pt x="53779" y="56138"/>
                  </a:lnTo>
                  <a:lnTo>
                    <a:pt x="54137" y="56333"/>
                  </a:lnTo>
                  <a:lnTo>
                    <a:pt x="54493" y="56528"/>
                  </a:lnTo>
                  <a:lnTo>
                    <a:pt x="54846" y="56725"/>
                  </a:lnTo>
                  <a:lnTo>
                    <a:pt x="55197" y="56922"/>
                  </a:lnTo>
                  <a:lnTo>
                    <a:pt x="55545" y="57121"/>
                  </a:lnTo>
                  <a:lnTo>
                    <a:pt x="55890" y="57320"/>
                  </a:lnTo>
                  <a:lnTo>
                    <a:pt x="56233" y="57520"/>
                  </a:lnTo>
                  <a:lnTo>
                    <a:pt x="56574" y="57721"/>
                  </a:lnTo>
                  <a:lnTo>
                    <a:pt x="56912" y="57922"/>
                  </a:lnTo>
                  <a:lnTo>
                    <a:pt x="57243" y="58106"/>
                  </a:lnTo>
                  <a:lnTo>
                    <a:pt x="57562" y="58286"/>
                  </a:lnTo>
                  <a:lnTo>
                    <a:pt x="57869" y="58463"/>
                  </a:lnTo>
                  <a:lnTo>
                    <a:pt x="58165" y="58636"/>
                  </a:lnTo>
                  <a:lnTo>
                    <a:pt x="58448" y="58806"/>
                  </a:lnTo>
                  <a:lnTo>
                    <a:pt x="58720" y="58973"/>
                  </a:lnTo>
                  <a:lnTo>
                    <a:pt x="58980" y="59136"/>
                  </a:lnTo>
                  <a:lnTo>
                    <a:pt x="59229" y="59296"/>
                  </a:lnTo>
                  <a:lnTo>
                    <a:pt x="59465" y="59453"/>
                  </a:lnTo>
                  <a:lnTo>
                    <a:pt x="59690" y="59606"/>
                  </a:lnTo>
                  <a:lnTo>
                    <a:pt x="59553" y="59381"/>
                  </a:lnTo>
                  <a:lnTo>
                    <a:pt x="59411" y="59145"/>
                  </a:lnTo>
                  <a:lnTo>
                    <a:pt x="59263" y="58896"/>
                  </a:lnTo>
                  <a:lnTo>
                    <a:pt x="59111" y="58636"/>
                  </a:lnTo>
                  <a:lnTo>
                    <a:pt x="58953" y="58364"/>
                  </a:lnTo>
                  <a:lnTo>
                    <a:pt x="58791" y="58080"/>
                  </a:lnTo>
                  <a:lnTo>
                    <a:pt x="58623" y="57785"/>
                  </a:lnTo>
                  <a:lnTo>
                    <a:pt x="58451" y="57478"/>
                  </a:lnTo>
                  <a:lnTo>
                    <a:pt x="58273" y="57159"/>
                  </a:lnTo>
                  <a:lnTo>
                    <a:pt x="58091" y="56828"/>
                  </a:lnTo>
                  <a:lnTo>
                    <a:pt x="57905" y="56490"/>
                  </a:lnTo>
                  <a:lnTo>
                    <a:pt x="57718" y="56149"/>
                  </a:lnTo>
                  <a:lnTo>
                    <a:pt x="57531" y="55806"/>
                  </a:lnTo>
                  <a:lnTo>
                    <a:pt x="57343" y="55460"/>
                  </a:lnTo>
                  <a:lnTo>
                    <a:pt x="57154" y="55112"/>
                  </a:lnTo>
                  <a:lnTo>
                    <a:pt x="56964" y="54762"/>
                  </a:lnTo>
                  <a:lnTo>
                    <a:pt x="56773" y="54408"/>
                  </a:lnTo>
                  <a:lnTo>
                    <a:pt x="56582" y="54053"/>
                  </a:lnTo>
                  <a:lnTo>
                    <a:pt x="56389" y="53695"/>
                  </a:lnTo>
                  <a:lnTo>
                    <a:pt x="56196" y="53334"/>
                  </a:lnTo>
                  <a:lnTo>
                    <a:pt x="56004" y="52956"/>
                  </a:lnTo>
                  <a:lnTo>
                    <a:pt x="55814" y="52581"/>
                  </a:lnTo>
                  <a:lnTo>
                    <a:pt x="55627" y="52209"/>
                  </a:lnTo>
                  <a:lnTo>
                    <a:pt x="55442" y="51839"/>
                  </a:lnTo>
                  <a:lnTo>
                    <a:pt x="55260" y="51471"/>
                  </a:lnTo>
                  <a:lnTo>
                    <a:pt x="55080" y="51106"/>
                  </a:lnTo>
                  <a:lnTo>
                    <a:pt x="54903" y="50744"/>
                  </a:lnTo>
                  <a:lnTo>
                    <a:pt x="54728" y="50384"/>
                  </a:lnTo>
                  <a:lnTo>
                    <a:pt x="54556" y="50026"/>
                  </a:lnTo>
                  <a:lnTo>
                    <a:pt x="54386" y="49672"/>
                  </a:lnTo>
                  <a:lnTo>
                    <a:pt x="54212" y="49315"/>
                  </a:lnTo>
                  <a:lnTo>
                    <a:pt x="54044" y="48969"/>
                  </a:lnTo>
                  <a:lnTo>
                    <a:pt x="53882" y="48635"/>
                  </a:lnTo>
                  <a:lnTo>
                    <a:pt x="53726" y="48311"/>
                  </a:lnTo>
                  <a:lnTo>
                    <a:pt x="53576" y="47998"/>
                  </a:lnTo>
                  <a:lnTo>
                    <a:pt x="53431" y="47696"/>
                  </a:lnTo>
                  <a:lnTo>
                    <a:pt x="53293" y="47406"/>
                  </a:lnTo>
                  <a:lnTo>
                    <a:pt x="53160" y="47126"/>
                  </a:lnTo>
                  <a:lnTo>
                    <a:pt x="53034" y="46857"/>
                  </a:lnTo>
                  <a:lnTo>
                    <a:pt x="52913" y="46599"/>
                  </a:lnTo>
                  <a:lnTo>
                    <a:pt x="34475" y="8040"/>
                  </a:lnTo>
                  <a:lnTo>
                    <a:pt x="42515" y="0"/>
                  </a:lnTo>
                  <a:lnTo>
                    <a:pt x="69414" y="59732"/>
                  </a:lnTo>
                  <a:lnTo>
                    <a:pt x="69654" y="60258"/>
                  </a:lnTo>
                  <a:lnTo>
                    <a:pt x="69904" y="60791"/>
                  </a:lnTo>
                  <a:lnTo>
                    <a:pt x="70163" y="61332"/>
                  </a:lnTo>
                  <a:lnTo>
                    <a:pt x="70431" y="61881"/>
                  </a:lnTo>
                  <a:lnTo>
                    <a:pt x="70708" y="62437"/>
                  </a:lnTo>
                  <a:lnTo>
                    <a:pt x="70995" y="63000"/>
                  </a:lnTo>
                  <a:lnTo>
                    <a:pt x="71291" y="63572"/>
                  </a:lnTo>
                  <a:lnTo>
                    <a:pt x="71596" y="64151"/>
                  </a:lnTo>
                  <a:lnTo>
                    <a:pt x="71911" y="64737"/>
                  </a:lnTo>
                  <a:lnTo>
                    <a:pt x="72234" y="65331"/>
                  </a:lnTo>
                  <a:lnTo>
                    <a:pt x="72583" y="65931"/>
                  </a:lnTo>
                  <a:lnTo>
                    <a:pt x="72937" y="66535"/>
                  </a:lnTo>
                  <a:lnTo>
                    <a:pt x="73296" y="67143"/>
                  </a:lnTo>
                  <a:lnTo>
                    <a:pt x="73662" y="67756"/>
                  </a:lnTo>
                  <a:lnTo>
                    <a:pt x="74034" y="68372"/>
                  </a:lnTo>
                  <a:lnTo>
                    <a:pt x="74412" y="68993"/>
                  </a:lnTo>
                  <a:lnTo>
                    <a:pt x="74795" y="69618"/>
                  </a:lnTo>
                  <a:lnTo>
                    <a:pt x="75184" y="70248"/>
                  </a:lnTo>
                  <a:lnTo>
                    <a:pt x="75580" y="70881"/>
                  </a:lnTo>
                  <a:lnTo>
                    <a:pt x="75981" y="71519"/>
                  </a:lnTo>
                  <a:lnTo>
                    <a:pt x="76396" y="72152"/>
                  </a:lnTo>
                  <a:lnTo>
                    <a:pt x="76814" y="72787"/>
                  </a:lnTo>
                  <a:lnTo>
                    <a:pt x="77237" y="73424"/>
                  </a:lnTo>
                  <a:lnTo>
                    <a:pt x="77665" y="74065"/>
                  </a:lnTo>
                  <a:lnTo>
                    <a:pt x="78096" y="74708"/>
                  </a:lnTo>
                  <a:lnTo>
                    <a:pt x="78532" y="75353"/>
                  </a:lnTo>
                  <a:lnTo>
                    <a:pt x="78972" y="76001"/>
                  </a:lnTo>
                  <a:lnTo>
                    <a:pt x="79416" y="76651"/>
                  </a:lnTo>
                  <a:lnTo>
                    <a:pt x="79864" y="77304"/>
                  </a:lnTo>
                  <a:lnTo>
                    <a:pt x="80317" y="77959"/>
                  </a:lnTo>
                  <a:lnTo>
                    <a:pt x="80781" y="78606"/>
                  </a:lnTo>
                  <a:lnTo>
                    <a:pt x="81248" y="79247"/>
                  </a:lnTo>
                  <a:lnTo>
                    <a:pt x="81717" y="79885"/>
                  </a:lnTo>
                  <a:lnTo>
                    <a:pt x="82189" y="80519"/>
                  </a:lnTo>
                  <a:lnTo>
                    <a:pt x="82663" y="81148"/>
                  </a:lnTo>
                  <a:lnTo>
                    <a:pt x="83140" y="81773"/>
                  </a:lnTo>
                  <a:lnTo>
                    <a:pt x="83620" y="82394"/>
                  </a:lnTo>
                  <a:lnTo>
                    <a:pt x="84102" y="83011"/>
                  </a:lnTo>
                  <a:lnTo>
                    <a:pt x="84586" y="83623"/>
                  </a:lnTo>
                  <a:lnTo>
                    <a:pt x="85073" y="84231"/>
                  </a:lnTo>
                  <a:lnTo>
                    <a:pt x="77033" y="92272"/>
                  </a:lnTo>
                  <a:lnTo>
                    <a:pt x="76087" y="91033"/>
                  </a:lnTo>
                  <a:lnTo>
                    <a:pt x="75166" y="89808"/>
                  </a:lnTo>
                  <a:lnTo>
                    <a:pt x="74271" y="88598"/>
                  </a:lnTo>
                  <a:lnTo>
                    <a:pt x="73403" y="87402"/>
                  </a:lnTo>
                  <a:lnTo>
                    <a:pt x="72561" y="86220"/>
                  </a:lnTo>
                  <a:lnTo>
                    <a:pt x="71744" y="85053"/>
                  </a:lnTo>
                  <a:lnTo>
                    <a:pt x="70954" y="83900"/>
                  </a:lnTo>
                  <a:lnTo>
                    <a:pt x="70190" y="82762"/>
                  </a:lnTo>
                  <a:lnTo>
                    <a:pt x="69452" y="81637"/>
                  </a:lnTo>
                  <a:lnTo>
                    <a:pt x="68741" y="80527"/>
                  </a:lnTo>
                  <a:lnTo>
                    <a:pt x="68057" y="79439"/>
                  </a:lnTo>
                  <a:lnTo>
                    <a:pt x="67385" y="78363"/>
                  </a:lnTo>
                  <a:lnTo>
                    <a:pt x="66726" y="77301"/>
                  </a:lnTo>
                  <a:lnTo>
                    <a:pt x="66080" y="76250"/>
                  </a:lnTo>
                  <a:lnTo>
                    <a:pt x="65447" y="75213"/>
                  </a:lnTo>
                  <a:lnTo>
                    <a:pt x="64826" y="74188"/>
                  </a:lnTo>
                  <a:lnTo>
                    <a:pt x="64217" y="73175"/>
                  </a:lnTo>
                  <a:lnTo>
                    <a:pt x="63622" y="72176"/>
                  </a:lnTo>
                  <a:lnTo>
                    <a:pt x="63039" y="71188"/>
                  </a:lnTo>
                  <a:lnTo>
                    <a:pt x="62468" y="702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h123"/>
            <p:cNvSpPr/>
            <p:nvPr/>
          </p:nvSpPr>
          <p:spPr>
            <a:xfrm>
              <a:off x="4463111" y="6355376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h124"/>
            <p:cNvSpPr/>
            <p:nvPr/>
          </p:nvSpPr>
          <p:spPr>
            <a:xfrm>
              <a:off x="4506770" y="6300742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h125"/>
            <p:cNvSpPr/>
            <p:nvPr/>
          </p:nvSpPr>
          <p:spPr>
            <a:xfrm>
              <a:off x="4598110" y="6320143"/>
              <a:ext cx="17427" cy="17427"/>
            </a:xfrm>
            <a:custGeom>
              <a:avLst/>
              <a:pathLst>
                <a:path w="17427" h="17427">
                  <a:moveTo>
                    <a:pt x="9218" y="17427"/>
                  </a:moveTo>
                  <a:lnTo>
                    <a:pt x="0" y="8208"/>
                  </a:lnTo>
                  <a:lnTo>
                    <a:pt x="8208" y="0"/>
                  </a:lnTo>
                  <a:lnTo>
                    <a:pt x="17427" y="921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h126"/>
            <p:cNvSpPr/>
            <p:nvPr/>
          </p:nvSpPr>
          <p:spPr>
            <a:xfrm>
              <a:off x="4568517" y="6218568"/>
              <a:ext cx="78170" cy="87557"/>
            </a:xfrm>
            <a:custGeom>
              <a:avLst/>
              <a:pathLst>
                <a:path w="78170" h="87557">
                  <a:moveTo>
                    <a:pt x="45336" y="6145"/>
                  </a:moveTo>
                  <a:lnTo>
                    <a:pt x="45809" y="8389"/>
                  </a:lnTo>
                  <a:lnTo>
                    <a:pt x="46287" y="10609"/>
                  </a:lnTo>
                  <a:lnTo>
                    <a:pt x="46769" y="12804"/>
                  </a:lnTo>
                  <a:lnTo>
                    <a:pt x="47255" y="14975"/>
                  </a:lnTo>
                  <a:lnTo>
                    <a:pt x="47746" y="17122"/>
                  </a:lnTo>
                  <a:lnTo>
                    <a:pt x="48240" y="19244"/>
                  </a:lnTo>
                  <a:lnTo>
                    <a:pt x="48739" y="21341"/>
                  </a:lnTo>
                  <a:lnTo>
                    <a:pt x="49242" y="23414"/>
                  </a:lnTo>
                  <a:lnTo>
                    <a:pt x="49749" y="25463"/>
                  </a:lnTo>
                  <a:lnTo>
                    <a:pt x="50261" y="27488"/>
                  </a:lnTo>
                  <a:lnTo>
                    <a:pt x="50778" y="29482"/>
                  </a:lnTo>
                  <a:lnTo>
                    <a:pt x="51318" y="31458"/>
                  </a:lnTo>
                  <a:lnTo>
                    <a:pt x="51882" y="33415"/>
                  </a:lnTo>
                  <a:lnTo>
                    <a:pt x="52470" y="35354"/>
                  </a:lnTo>
                  <a:lnTo>
                    <a:pt x="53081" y="37275"/>
                  </a:lnTo>
                  <a:lnTo>
                    <a:pt x="53716" y="39176"/>
                  </a:lnTo>
                  <a:lnTo>
                    <a:pt x="54374" y="41060"/>
                  </a:lnTo>
                  <a:lnTo>
                    <a:pt x="55056" y="42925"/>
                  </a:lnTo>
                  <a:lnTo>
                    <a:pt x="55762" y="44771"/>
                  </a:lnTo>
                  <a:lnTo>
                    <a:pt x="56491" y="46599"/>
                  </a:lnTo>
                  <a:lnTo>
                    <a:pt x="57239" y="48401"/>
                  </a:lnTo>
                  <a:lnTo>
                    <a:pt x="58018" y="50187"/>
                  </a:lnTo>
                  <a:lnTo>
                    <a:pt x="58828" y="51957"/>
                  </a:lnTo>
                  <a:lnTo>
                    <a:pt x="59670" y="53711"/>
                  </a:lnTo>
                  <a:lnTo>
                    <a:pt x="60543" y="55449"/>
                  </a:lnTo>
                  <a:lnTo>
                    <a:pt x="61446" y="57171"/>
                  </a:lnTo>
                  <a:lnTo>
                    <a:pt x="62381" y="58877"/>
                  </a:lnTo>
                  <a:lnTo>
                    <a:pt x="63347" y="60567"/>
                  </a:lnTo>
                  <a:lnTo>
                    <a:pt x="64345" y="62242"/>
                  </a:lnTo>
                  <a:lnTo>
                    <a:pt x="65373" y="63900"/>
                  </a:lnTo>
                  <a:lnTo>
                    <a:pt x="66440" y="65527"/>
                  </a:lnTo>
                  <a:lnTo>
                    <a:pt x="67555" y="67143"/>
                  </a:lnTo>
                  <a:lnTo>
                    <a:pt x="68717" y="68746"/>
                  </a:lnTo>
                  <a:lnTo>
                    <a:pt x="69926" y="70338"/>
                  </a:lnTo>
                  <a:lnTo>
                    <a:pt x="71182" y="71919"/>
                  </a:lnTo>
                  <a:lnTo>
                    <a:pt x="72485" y="73487"/>
                  </a:lnTo>
                  <a:lnTo>
                    <a:pt x="73836" y="75044"/>
                  </a:lnTo>
                  <a:lnTo>
                    <a:pt x="75233" y="76589"/>
                  </a:lnTo>
                  <a:lnTo>
                    <a:pt x="76678" y="78122"/>
                  </a:lnTo>
                  <a:lnTo>
                    <a:pt x="78170" y="79643"/>
                  </a:lnTo>
                  <a:lnTo>
                    <a:pt x="70256" y="87557"/>
                  </a:lnTo>
                  <a:lnTo>
                    <a:pt x="68853" y="86120"/>
                  </a:lnTo>
                  <a:lnTo>
                    <a:pt x="67489" y="84656"/>
                  </a:lnTo>
                  <a:lnTo>
                    <a:pt x="66166" y="83164"/>
                  </a:lnTo>
                  <a:lnTo>
                    <a:pt x="64881" y="81643"/>
                  </a:lnTo>
                  <a:lnTo>
                    <a:pt x="63637" y="80096"/>
                  </a:lnTo>
                  <a:lnTo>
                    <a:pt x="62431" y="78520"/>
                  </a:lnTo>
                  <a:lnTo>
                    <a:pt x="61266" y="76917"/>
                  </a:lnTo>
                  <a:lnTo>
                    <a:pt x="60140" y="75285"/>
                  </a:lnTo>
                  <a:lnTo>
                    <a:pt x="59053" y="73627"/>
                  </a:lnTo>
                  <a:lnTo>
                    <a:pt x="58006" y="71940"/>
                  </a:lnTo>
                  <a:lnTo>
                    <a:pt x="56986" y="70222"/>
                  </a:lnTo>
                  <a:lnTo>
                    <a:pt x="55994" y="68486"/>
                  </a:lnTo>
                  <a:lnTo>
                    <a:pt x="55032" y="66733"/>
                  </a:lnTo>
                  <a:lnTo>
                    <a:pt x="54100" y="64962"/>
                  </a:lnTo>
                  <a:lnTo>
                    <a:pt x="53197" y="63173"/>
                  </a:lnTo>
                  <a:lnTo>
                    <a:pt x="52324" y="61367"/>
                  </a:lnTo>
                  <a:lnTo>
                    <a:pt x="51480" y="59543"/>
                  </a:lnTo>
                  <a:lnTo>
                    <a:pt x="50665" y="57702"/>
                  </a:lnTo>
                  <a:lnTo>
                    <a:pt x="49880" y="55842"/>
                  </a:lnTo>
                  <a:lnTo>
                    <a:pt x="49124" y="53965"/>
                  </a:lnTo>
                  <a:lnTo>
                    <a:pt x="48387" y="52064"/>
                  </a:lnTo>
                  <a:lnTo>
                    <a:pt x="47673" y="50150"/>
                  </a:lnTo>
                  <a:lnTo>
                    <a:pt x="46983" y="48222"/>
                  </a:lnTo>
                  <a:lnTo>
                    <a:pt x="46316" y="46280"/>
                  </a:lnTo>
                  <a:lnTo>
                    <a:pt x="45673" y="44325"/>
                  </a:lnTo>
                  <a:lnTo>
                    <a:pt x="45053" y="42357"/>
                  </a:lnTo>
                  <a:lnTo>
                    <a:pt x="44457" y="40375"/>
                  </a:lnTo>
                  <a:lnTo>
                    <a:pt x="43884" y="38380"/>
                  </a:lnTo>
                  <a:lnTo>
                    <a:pt x="43335" y="36371"/>
                  </a:lnTo>
                  <a:lnTo>
                    <a:pt x="42810" y="34349"/>
                  </a:lnTo>
                  <a:lnTo>
                    <a:pt x="42303" y="32317"/>
                  </a:lnTo>
                  <a:lnTo>
                    <a:pt x="41808" y="30279"/>
                  </a:lnTo>
                  <a:lnTo>
                    <a:pt x="41326" y="28236"/>
                  </a:lnTo>
                  <a:lnTo>
                    <a:pt x="40857" y="26186"/>
                  </a:lnTo>
                  <a:lnTo>
                    <a:pt x="40400" y="24130"/>
                  </a:lnTo>
                  <a:lnTo>
                    <a:pt x="39956" y="22069"/>
                  </a:lnTo>
                  <a:lnTo>
                    <a:pt x="39525" y="20002"/>
                  </a:lnTo>
                  <a:lnTo>
                    <a:pt x="39106" y="17929"/>
                  </a:lnTo>
                  <a:lnTo>
                    <a:pt x="38699" y="15850"/>
                  </a:lnTo>
                  <a:lnTo>
                    <a:pt x="38306" y="13765"/>
                  </a:lnTo>
                  <a:lnTo>
                    <a:pt x="6440" y="45630"/>
                  </a:lnTo>
                  <a:lnTo>
                    <a:pt x="0" y="39190"/>
                  </a:lnTo>
                  <a:lnTo>
                    <a:pt x="3919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h127"/>
            <p:cNvSpPr/>
            <p:nvPr/>
          </p:nvSpPr>
          <p:spPr>
            <a:xfrm>
              <a:off x="4670134" y="6248118"/>
              <a:ext cx="25172" cy="28708"/>
            </a:xfrm>
            <a:custGeom>
              <a:avLst/>
              <a:pathLst>
                <a:path w="25172" h="28708">
                  <a:moveTo>
                    <a:pt x="8208" y="0"/>
                  </a:moveTo>
                  <a:lnTo>
                    <a:pt x="15280" y="7071"/>
                  </a:lnTo>
                  <a:lnTo>
                    <a:pt x="15720" y="7516"/>
                  </a:lnTo>
                  <a:lnTo>
                    <a:pt x="16147" y="7955"/>
                  </a:lnTo>
                  <a:lnTo>
                    <a:pt x="16562" y="8391"/>
                  </a:lnTo>
                  <a:lnTo>
                    <a:pt x="16964" y="8823"/>
                  </a:lnTo>
                  <a:lnTo>
                    <a:pt x="17353" y="9250"/>
                  </a:lnTo>
                  <a:lnTo>
                    <a:pt x="17730" y="9673"/>
                  </a:lnTo>
                  <a:lnTo>
                    <a:pt x="18094" y="10092"/>
                  </a:lnTo>
                  <a:lnTo>
                    <a:pt x="18446" y="10506"/>
                  </a:lnTo>
                  <a:lnTo>
                    <a:pt x="18784" y="10917"/>
                  </a:lnTo>
                  <a:lnTo>
                    <a:pt x="19111" y="11323"/>
                  </a:lnTo>
                  <a:lnTo>
                    <a:pt x="19442" y="11727"/>
                  </a:lnTo>
                  <a:lnTo>
                    <a:pt x="19762" y="12130"/>
                  </a:lnTo>
                  <a:lnTo>
                    <a:pt x="20072" y="12532"/>
                  </a:lnTo>
                  <a:lnTo>
                    <a:pt x="20370" y="12933"/>
                  </a:lnTo>
                  <a:lnTo>
                    <a:pt x="20658" y="13333"/>
                  </a:lnTo>
                  <a:lnTo>
                    <a:pt x="20934" y="13733"/>
                  </a:lnTo>
                  <a:lnTo>
                    <a:pt x="21200" y="14131"/>
                  </a:lnTo>
                  <a:lnTo>
                    <a:pt x="21454" y="14529"/>
                  </a:lnTo>
                  <a:lnTo>
                    <a:pt x="21698" y="14926"/>
                  </a:lnTo>
                  <a:lnTo>
                    <a:pt x="21931" y="15322"/>
                  </a:lnTo>
                  <a:lnTo>
                    <a:pt x="22162" y="15726"/>
                  </a:lnTo>
                  <a:lnTo>
                    <a:pt x="22386" y="16130"/>
                  </a:lnTo>
                  <a:lnTo>
                    <a:pt x="22600" y="16534"/>
                  </a:lnTo>
                  <a:lnTo>
                    <a:pt x="22807" y="16939"/>
                  </a:lnTo>
                  <a:lnTo>
                    <a:pt x="23004" y="17343"/>
                  </a:lnTo>
                  <a:lnTo>
                    <a:pt x="23194" y="17747"/>
                  </a:lnTo>
                  <a:lnTo>
                    <a:pt x="23375" y="18151"/>
                  </a:lnTo>
                  <a:lnTo>
                    <a:pt x="23547" y="18555"/>
                  </a:lnTo>
                  <a:lnTo>
                    <a:pt x="23712" y="18959"/>
                  </a:lnTo>
                  <a:lnTo>
                    <a:pt x="23867" y="19363"/>
                  </a:lnTo>
                  <a:lnTo>
                    <a:pt x="24024" y="19761"/>
                  </a:lnTo>
                  <a:lnTo>
                    <a:pt x="24175" y="20163"/>
                  </a:lnTo>
                  <a:lnTo>
                    <a:pt x="24321" y="20569"/>
                  </a:lnTo>
                  <a:lnTo>
                    <a:pt x="24460" y="20980"/>
                  </a:lnTo>
                  <a:lnTo>
                    <a:pt x="24593" y="21394"/>
                  </a:lnTo>
                  <a:lnTo>
                    <a:pt x="24721" y="21813"/>
                  </a:lnTo>
                  <a:lnTo>
                    <a:pt x="24843" y="22236"/>
                  </a:lnTo>
                  <a:lnTo>
                    <a:pt x="24958" y="22663"/>
                  </a:lnTo>
                  <a:lnTo>
                    <a:pt x="25068" y="23095"/>
                  </a:lnTo>
                  <a:lnTo>
                    <a:pt x="25172" y="23531"/>
                  </a:lnTo>
                  <a:lnTo>
                    <a:pt x="19995" y="28708"/>
                  </a:lnTo>
                  <a:lnTo>
                    <a:pt x="19817" y="27791"/>
                  </a:lnTo>
                  <a:lnTo>
                    <a:pt x="19621" y="26890"/>
                  </a:lnTo>
                  <a:lnTo>
                    <a:pt x="19406" y="26006"/>
                  </a:lnTo>
                  <a:lnTo>
                    <a:pt x="19173" y="25139"/>
                  </a:lnTo>
                  <a:lnTo>
                    <a:pt x="18921" y="24288"/>
                  </a:lnTo>
                  <a:lnTo>
                    <a:pt x="18651" y="23455"/>
                  </a:lnTo>
                  <a:lnTo>
                    <a:pt x="18362" y="22638"/>
                  </a:lnTo>
                  <a:lnTo>
                    <a:pt x="18055" y="21838"/>
                  </a:lnTo>
                  <a:lnTo>
                    <a:pt x="17729" y="21055"/>
                  </a:lnTo>
                  <a:lnTo>
                    <a:pt x="17385" y="20289"/>
                  </a:lnTo>
                  <a:lnTo>
                    <a:pt x="17029" y="19534"/>
                  </a:lnTo>
                  <a:lnTo>
                    <a:pt x="16654" y="18801"/>
                  </a:lnTo>
                  <a:lnTo>
                    <a:pt x="16258" y="18089"/>
                  </a:lnTo>
                  <a:lnTo>
                    <a:pt x="15842" y="17400"/>
                  </a:lnTo>
                  <a:lnTo>
                    <a:pt x="15406" y="16732"/>
                  </a:lnTo>
                  <a:lnTo>
                    <a:pt x="14950" y="16087"/>
                  </a:lnTo>
                  <a:lnTo>
                    <a:pt x="14473" y="15463"/>
                  </a:lnTo>
                  <a:lnTo>
                    <a:pt x="13977" y="14861"/>
                  </a:lnTo>
                  <a:lnTo>
                    <a:pt x="13460" y="14281"/>
                  </a:lnTo>
                  <a:lnTo>
                    <a:pt x="12923" y="13722"/>
                  </a:lnTo>
                  <a:lnTo>
                    <a:pt x="9218" y="17427"/>
                  </a:lnTo>
                  <a:lnTo>
                    <a:pt x="0" y="82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h128"/>
            <p:cNvSpPr/>
            <p:nvPr/>
          </p:nvSpPr>
          <p:spPr>
            <a:xfrm>
              <a:off x="4684734" y="6147977"/>
              <a:ext cx="67230" cy="67828"/>
            </a:xfrm>
            <a:custGeom>
              <a:avLst/>
              <a:pathLst>
                <a:path w="67230" h="67828">
                  <a:moveTo>
                    <a:pt x="61928" y="25086"/>
                  </a:moveTo>
                  <a:lnTo>
                    <a:pt x="62548" y="25731"/>
                  </a:lnTo>
                  <a:lnTo>
                    <a:pt x="63130" y="26389"/>
                  </a:lnTo>
                  <a:lnTo>
                    <a:pt x="63673" y="27058"/>
                  </a:lnTo>
                  <a:lnTo>
                    <a:pt x="64177" y="27739"/>
                  </a:lnTo>
                  <a:lnTo>
                    <a:pt x="64643" y="28432"/>
                  </a:lnTo>
                  <a:lnTo>
                    <a:pt x="65070" y="29137"/>
                  </a:lnTo>
                  <a:lnTo>
                    <a:pt x="65458" y="29853"/>
                  </a:lnTo>
                  <a:lnTo>
                    <a:pt x="65807" y="30581"/>
                  </a:lnTo>
                  <a:lnTo>
                    <a:pt x="66118" y="31322"/>
                  </a:lnTo>
                  <a:lnTo>
                    <a:pt x="66390" y="32073"/>
                  </a:lnTo>
                  <a:lnTo>
                    <a:pt x="66624" y="32818"/>
                  </a:lnTo>
                  <a:lnTo>
                    <a:pt x="66819" y="33570"/>
                  </a:lnTo>
                  <a:lnTo>
                    <a:pt x="66977" y="34330"/>
                  </a:lnTo>
                  <a:lnTo>
                    <a:pt x="67097" y="35097"/>
                  </a:lnTo>
                  <a:lnTo>
                    <a:pt x="67179" y="35872"/>
                  </a:lnTo>
                  <a:lnTo>
                    <a:pt x="67223" y="36655"/>
                  </a:lnTo>
                  <a:lnTo>
                    <a:pt x="67230" y="37445"/>
                  </a:lnTo>
                  <a:lnTo>
                    <a:pt x="67198" y="38243"/>
                  </a:lnTo>
                  <a:lnTo>
                    <a:pt x="67129" y="39048"/>
                  </a:lnTo>
                  <a:lnTo>
                    <a:pt x="67021" y="39861"/>
                  </a:lnTo>
                  <a:lnTo>
                    <a:pt x="66868" y="40672"/>
                  </a:lnTo>
                  <a:lnTo>
                    <a:pt x="66678" y="41491"/>
                  </a:lnTo>
                  <a:lnTo>
                    <a:pt x="66451" y="42316"/>
                  </a:lnTo>
                  <a:lnTo>
                    <a:pt x="66186" y="43148"/>
                  </a:lnTo>
                  <a:lnTo>
                    <a:pt x="65885" y="43986"/>
                  </a:lnTo>
                  <a:lnTo>
                    <a:pt x="65546" y="44831"/>
                  </a:lnTo>
                  <a:lnTo>
                    <a:pt x="65171" y="45683"/>
                  </a:lnTo>
                  <a:lnTo>
                    <a:pt x="64758" y="46542"/>
                  </a:lnTo>
                  <a:lnTo>
                    <a:pt x="64309" y="47408"/>
                  </a:lnTo>
                  <a:lnTo>
                    <a:pt x="63822" y="48280"/>
                  </a:lnTo>
                  <a:lnTo>
                    <a:pt x="63298" y="49140"/>
                  </a:lnTo>
                  <a:lnTo>
                    <a:pt x="62736" y="50002"/>
                  </a:lnTo>
                  <a:lnTo>
                    <a:pt x="62136" y="50867"/>
                  </a:lnTo>
                  <a:lnTo>
                    <a:pt x="61499" y="51735"/>
                  </a:lnTo>
                  <a:lnTo>
                    <a:pt x="60823" y="52605"/>
                  </a:lnTo>
                  <a:lnTo>
                    <a:pt x="60109" y="53478"/>
                  </a:lnTo>
                  <a:lnTo>
                    <a:pt x="59358" y="54353"/>
                  </a:lnTo>
                  <a:lnTo>
                    <a:pt x="58569" y="55231"/>
                  </a:lnTo>
                  <a:lnTo>
                    <a:pt x="57742" y="56111"/>
                  </a:lnTo>
                  <a:lnTo>
                    <a:pt x="56877" y="56994"/>
                  </a:lnTo>
                  <a:lnTo>
                    <a:pt x="56086" y="57771"/>
                  </a:lnTo>
                  <a:lnTo>
                    <a:pt x="55299" y="58521"/>
                  </a:lnTo>
                  <a:lnTo>
                    <a:pt x="54514" y="59243"/>
                  </a:lnTo>
                  <a:lnTo>
                    <a:pt x="53731" y="59937"/>
                  </a:lnTo>
                  <a:lnTo>
                    <a:pt x="52951" y="60603"/>
                  </a:lnTo>
                  <a:lnTo>
                    <a:pt x="52174" y="61242"/>
                  </a:lnTo>
                  <a:lnTo>
                    <a:pt x="51399" y="61853"/>
                  </a:lnTo>
                  <a:lnTo>
                    <a:pt x="50626" y="62436"/>
                  </a:lnTo>
                  <a:lnTo>
                    <a:pt x="49856" y="62991"/>
                  </a:lnTo>
                  <a:lnTo>
                    <a:pt x="49089" y="63518"/>
                  </a:lnTo>
                  <a:lnTo>
                    <a:pt x="48340" y="64017"/>
                  </a:lnTo>
                  <a:lnTo>
                    <a:pt x="47590" y="64485"/>
                  </a:lnTo>
                  <a:lnTo>
                    <a:pt x="46841" y="64923"/>
                  </a:lnTo>
                  <a:lnTo>
                    <a:pt x="46092" y="65330"/>
                  </a:lnTo>
                  <a:lnTo>
                    <a:pt x="45342" y="65707"/>
                  </a:lnTo>
                  <a:lnTo>
                    <a:pt x="44593" y="66054"/>
                  </a:lnTo>
                  <a:lnTo>
                    <a:pt x="43844" y="66371"/>
                  </a:lnTo>
                  <a:lnTo>
                    <a:pt x="43095" y="66657"/>
                  </a:lnTo>
                  <a:lnTo>
                    <a:pt x="42345" y="66913"/>
                  </a:lnTo>
                  <a:lnTo>
                    <a:pt x="41596" y="67138"/>
                  </a:lnTo>
                  <a:lnTo>
                    <a:pt x="40846" y="67333"/>
                  </a:lnTo>
                  <a:lnTo>
                    <a:pt x="40094" y="67495"/>
                  </a:lnTo>
                  <a:lnTo>
                    <a:pt x="39341" y="67626"/>
                  </a:lnTo>
                  <a:lnTo>
                    <a:pt x="38585" y="67724"/>
                  </a:lnTo>
                  <a:lnTo>
                    <a:pt x="37829" y="67791"/>
                  </a:lnTo>
                  <a:lnTo>
                    <a:pt x="37070" y="67825"/>
                  </a:lnTo>
                  <a:lnTo>
                    <a:pt x="36310" y="67828"/>
                  </a:lnTo>
                  <a:lnTo>
                    <a:pt x="35548" y="67798"/>
                  </a:lnTo>
                  <a:lnTo>
                    <a:pt x="34784" y="67737"/>
                  </a:lnTo>
                  <a:lnTo>
                    <a:pt x="34019" y="67644"/>
                  </a:lnTo>
                  <a:lnTo>
                    <a:pt x="33252" y="67499"/>
                  </a:lnTo>
                  <a:lnTo>
                    <a:pt x="32482" y="67319"/>
                  </a:lnTo>
                  <a:lnTo>
                    <a:pt x="31709" y="67102"/>
                  </a:lnTo>
                  <a:lnTo>
                    <a:pt x="30934" y="66849"/>
                  </a:lnTo>
                  <a:lnTo>
                    <a:pt x="30157" y="66560"/>
                  </a:lnTo>
                  <a:lnTo>
                    <a:pt x="29377" y="66234"/>
                  </a:lnTo>
                  <a:lnTo>
                    <a:pt x="28594" y="65873"/>
                  </a:lnTo>
                  <a:lnTo>
                    <a:pt x="27809" y="65475"/>
                  </a:lnTo>
                  <a:lnTo>
                    <a:pt x="27022" y="65041"/>
                  </a:lnTo>
                  <a:lnTo>
                    <a:pt x="26231" y="64571"/>
                  </a:lnTo>
                  <a:lnTo>
                    <a:pt x="31620" y="56573"/>
                  </a:lnTo>
                  <a:lnTo>
                    <a:pt x="32547" y="57071"/>
                  </a:lnTo>
                  <a:lnTo>
                    <a:pt x="33477" y="57490"/>
                  </a:lnTo>
                  <a:lnTo>
                    <a:pt x="34409" y="57829"/>
                  </a:lnTo>
                  <a:lnTo>
                    <a:pt x="35344" y="58088"/>
                  </a:lnTo>
                  <a:lnTo>
                    <a:pt x="36282" y="58267"/>
                  </a:lnTo>
                  <a:lnTo>
                    <a:pt x="37222" y="58366"/>
                  </a:lnTo>
                  <a:lnTo>
                    <a:pt x="38164" y="58385"/>
                  </a:lnTo>
                  <a:lnTo>
                    <a:pt x="39109" y="58324"/>
                  </a:lnTo>
                  <a:lnTo>
                    <a:pt x="40057" y="58183"/>
                  </a:lnTo>
                  <a:lnTo>
                    <a:pt x="41007" y="57962"/>
                  </a:lnTo>
                  <a:lnTo>
                    <a:pt x="41956" y="57652"/>
                  </a:lnTo>
                  <a:lnTo>
                    <a:pt x="42920" y="57261"/>
                  </a:lnTo>
                  <a:lnTo>
                    <a:pt x="43896" y="56790"/>
                  </a:lnTo>
                  <a:lnTo>
                    <a:pt x="44886" y="56238"/>
                  </a:lnTo>
                  <a:lnTo>
                    <a:pt x="45890" y="55604"/>
                  </a:lnTo>
                  <a:lnTo>
                    <a:pt x="46907" y="54890"/>
                  </a:lnTo>
                  <a:lnTo>
                    <a:pt x="47937" y="54096"/>
                  </a:lnTo>
                  <a:lnTo>
                    <a:pt x="48981" y="53220"/>
                  </a:lnTo>
                  <a:lnTo>
                    <a:pt x="50039" y="52264"/>
                  </a:lnTo>
                  <a:lnTo>
                    <a:pt x="51110" y="51227"/>
                  </a:lnTo>
                  <a:lnTo>
                    <a:pt x="51590" y="50739"/>
                  </a:lnTo>
                  <a:lnTo>
                    <a:pt x="52056" y="50253"/>
                  </a:lnTo>
                  <a:lnTo>
                    <a:pt x="52506" y="49769"/>
                  </a:lnTo>
                  <a:lnTo>
                    <a:pt x="52941" y="49287"/>
                  </a:lnTo>
                  <a:lnTo>
                    <a:pt x="53362" y="48806"/>
                  </a:lnTo>
                  <a:lnTo>
                    <a:pt x="53767" y="48327"/>
                  </a:lnTo>
                  <a:lnTo>
                    <a:pt x="54156" y="47850"/>
                  </a:lnTo>
                  <a:lnTo>
                    <a:pt x="54531" y="47374"/>
                  </a:lnTo>
                  <a:lnTo>
                    <a:pt x="54890" y="46900"/>
                  </a:lnTo>
                  <a:lnTo>
                    <a:pt x="55235" y="46428"/>
                  </a:lnTo>
                  <a:lnTo>
                    <a:pt x="55569" y="45949"/>
                  </a:lnTo>
                  <a:lnTo>
                    <a:pt x="55883" y="45473"/>
                  </a:lnTo>
                  <a:lnTo>
                    <a:pt x="56176" y="44999"/>
                  </a:lnTo>
                  <a:lnTo>
                    <a:pt x="56447" y="44528"/>
                  </a:lnTo>
                  <a:lnTo>
                    <a:pt x="56698" y="44060"/>
                  </a:lnTo>
                  <a:lnTo>
                    <a:pt x="56927" y="43594"/>
                  </a:lnTo>
                  <a:lnTo>
                    <a:pt x="57135" y="43130"/>
                  </a:lnTo>
                  <a:lnTo>
                    <a:pt x="57323" y="42669"/>
                  </a:lnTo>
                  <a:lnTo>
                    <a:pt x="57489" y="42211"/>
                  </a:lnTo>
                  <a:lnTo>
                    <a:pt x="57634" y="41755"/>
                  </a:lnTo>
                  <a:lnTo>
                    <a:pt x="57749" y="41294"/>
                  </a:lnTo>
                  <a:lnTo>
                    <a:pt x="57840" y="40836"/>
                  </a:lnTo>
                  <a:lnTo>
                    <a:pt x="57907" y="40381"/>
                  </a:lnTo>
                  <a:lnTo>
                    <a:pt x="57951" y="39930"/>
                  </a:lnTo>
                  <a:lnTo>
                    <a:pt x="57971" y="39482"/>
                  </a:lnTo>
                  <a:lnTo>
                    <a:pt x="57968" y="39038"/>
                  </a:lnTo>
                  <a:lnTo>
                    <a:pt x="57941" y="38596"/>
                  </a:lnTo>
                  <a:lnTo>
                    <a:pt x="57890" y="38159"/>
                  </a:lnTo>
                  <a:lnTo>
                    <a:pt x="57816" y="37724"/>
                  </a:lnTo>
                  <a:lnTo>
                    <a:pt x="57718" y="37293"/>
                  </a:lnTo>
                  <a:lnTo>
                    <a:pt x="57594" y="36849"/>
                  </a:lnTo>
                  <a:lnTo>
                    <a:pt x="57441" y="36409"/>
                  </a:lnTo>
                  <a:lnTo>
                    <a:pt x="57257" y="35973"/>
                  </a:lnTo>
                  <a:lnTo>
                    <a:pt x="57045" y="35542"/>
                  </a:lnTo>
                  <a:lnTo>
                    <a:pt x="56803" y="35115"/>
                  </a:lnTo>
                  <a:lnTo>
                    <a:pt x="56531" y="34692"/>
                  </a:lnTo>
                  <a:lnTo>
                    <a:pt x="56230" y="34273"/>
                  </a:lnTo>
                  <a:lnTo>
                    <a:pt x="55900" y="33858"/>
                  </a:lnTo>
                  <a:lnTo>
                    <a:pt x="55540" y="33448"/>
                  </a:lnTo>
                  <a:lnTo>
                    <a:pt x="55151" y="33042"/>
                  </a:lnTo>
                  <a:lnTo>
                    <a:pt x="54736" y="32646"/>
                  </a:lnTo>
                  <a:lnTo>
                    <a:pt x="54317" y="32285"/>
                  </a:lnTo>
                  <a:lnTo>
                    <a:pt x="53894" y="31959"/>
                  </a:lnTo>
                  <a:lnTo>
                    <a:pt x="53467" y="31668"/>
                  </a:lnTo>
                  <a:lnTo>
                    <a:pt x="53035" y="31410"/>
                  </a:lnTo>
                  <a:lnTo>
                    <a:pt x="52600" y="31188"/>
                  </a:lnTo>
                  <a:lnTo>
                    <a:pt x="52160" y="30999"/>
                  </a:lnTo>
                  <a:lnTo>
                    <a:pt x="51716" y="30846"/>
                  </a:lnTo>
                  <a:lnTo>
                    <a:pt x="51267" y="30727"/>
                  </a:lnTo>
                  <a:lnTo>
                    <a:pt x="50815" y="30642"/>
                  </a:lnTo>
                  <a:lnTo>
                    <a:pt x="50349" y="30579"/>
                  </a:lnTo>
                  <a:lnTo>
                    <a:pt x="49877" y="30539"/>
                  </a:lnTo>
                  <a:lnTo>
                    <a:pt x="49399" y="30525"/>
                  </a:lnTo>
                  <a:lnTo>
                    <a:pt x="48916" y="30534"/>
                  </a:lnTo>
                  <a:lnTo>
                    <a:pt x="48426" y="30568"/>
                  </a:lnTo>
                  <a:lnTo>
                    <a:pt x="47930" y="30627"/>
                  </a:lnTo>
                  <a:lnTo>
                    <a:pt x="47429" y="30710"/>
                  </a:lnTo>
                  <a:lnTo>
                    <a:pt x="46922" y="30817"/>
                  </a:lnTo>
                  <a:lnTo>
                    <a:pt x="46409" y="30949"/>
                  </a:lnTo>
                  <a:lnTo>
                    <a:pt x="45890" y="31105"/>
                  </a:lnTo>
                  <a:lnTo>
                    <a:pt x="45363" y="31284"/>
                  </a:lnTo>
                  <a:lnTo>
                    <a:pt x="44826" y="31482"/>
                  </a:lnTo>
                  <a:lnTo>
                    <a:pt x="44278" y="31701"/>
                  </a:lnTo>
                  <a:lnTo>
                    <a:pt x="43721" y="31940"/>
                  </a:lnTo>
                  <a:lnTo>
                    <a:pt x="43154" y="32200"/>
                  </a:lnTo>
                  <a:lnTo>
                    <a:pt x="42576" y="32479"/>
                  </a:lnTo>
                  <a:lnTo>
                    <a:pt x="41988" y="32779"/>
                  </a:lnTo>
                  <a:lnTo>
                    <a:pt x="41391" y="33099"/>
                  </a:lnTo>
                  <a:lnTo>
                    <a:pt x="40783" y="33439"/>
                  </a:lnTo>
                  <a:lnTo>
                    <a:pt x="40165" y="33799"/>
                  </a:lnTo>
                  <a:lnTo>
                    <a:pt x="39535" y="34157"/>
                  </a:lnTo>
                  <a:lnTo>
                    <a:pt x="38894" y="34522"/>
                  </a:lnTo>
                  <a:lnTo>
                    <a:pt x="38239" y="34894"/>
                  </a:lnTo>
                  <a:lnTo>
                    <a:pt x="37572" y="35274"/>
                  </a:lnTo>
                  <a:lnTo>
                    <a:pt x="36892" y="35662"/>
                  </a:lnTo>
                  <a:lnTo>
                    <a:pt x="36199" y="36057"/>
                  </a:lnTo>
                  <a:lnTo>
                    <a:pt x="35494" y="36460"/>
                  </a:lnTo>
                  <a:lnTo>
                    <a:pt x="34777" y="36870"/>
                  </a:lnTo>
                  <a:lnTo>
                    <a:pt x="34046" y="37288"/>
                  </a:lnTo>
                  <a:lnTo>
                    <a:pt x="33303" y="37714"/>
                  </a:lnTo>
                  <a:lnTo>
                    <a:pt x="32612" y="38116"/>
                  </a:lnTo>
                  <a:lnTo>
                    <a:pt x="31918" y="38514"/>
                  </a:lnTo>
                  <a:lnTo>
                    <a:pt x="31221" y="38907"/>
                  </a:lnTo>
                  <a:lnTo>
                    <a:pt x="30522" y="39297"/>
                  </a:lnTo>
                  <a:lnTo>
                    <a:pt x="29820" y="39682"/>
                  </a:lnTo>
                  <a:lnTo>
                    <a:pt x="29116" y="40063"/>
                  </a:lnTo>
                  <a:lnTo>
                    <a:pt x="28409" y="40440"/>
                  </a:lnTo>
                  <a:lnTo>
                    <a:pt x="27700" y="40812"/>
                  </a:lnTo>
                  <a:lnTo>
                    <a:pt x="26988" y="41181"/>
                  </a:lnTo>
                  <a:lnTo>
                    <a:pt x="26273" y="41545"/>
                  </a:lnTo>
                  <a:lnTo>
                    <a:pt x="25557" y="41896"/>
                  </a:lnTo>
                  <a:lnTo>
                    <a:pt x="24841" y="42227"/>
                  </a:lnTo>
                  <a:lnTo>
                    <a:pt x="24123" y="42536"/>
                  </a:lnTo>
                  <a:lnTo>
                    <a:pt x="23404" y="42824"/>
                  </a:lnTo>
                  <a:lnTo>
                    <a:pt x="22685" y="43092"/>
                  </a:lnTo>
                  <a:lnTo>
                    <a:pt x="21965" y="43338"/>
                  </a:lnTo>
                  <a:lnTo>
                    <a:pt x="21244" y="43563"/>
                  </a:lnTo>
                  <a:lnTo>
                    <a:pt x="20522" y="43767"/>
                  </a:lnTo>
                  <a:lnTo>
                    <a:pt x="19799" y="43950"/>
                  </a:lnTo>
                  <a:lnTo>
                    <a:pt x="19075" y="44112"/>
                  </a:lnTo>
                  <a:lnTo>
                    <a:pt x="18352" y="44232"/>
                  </a:lnTo>
                  <a:lnTo>
                    <a:pt x="17632" y="44323"/>
                  </a:lnTo>
                  <a:lnTo>
                    <a:pt x="16915" y="44384"/>
                  </a:lnTo>
                  <a:lnTo>
                    <a:pt x="16199" y="44416"/>
                  </a:lnTo>
                  <a:lnTo>
                    <a:pt x="15487" y="44418"/>
                  </a:lnTo>
                  <a:lnTo>
                    <a:pt x="14777" y="44390"/>
                  </a:lnTo>
                  <a:lnTo>
                    <a:pt x="14069" y="44333"/>
                  </a:lnTo>
                  <a:lnTo>
                    <a:pt x="13364" y="44247"/>
                  </a:lnTo>
                  <a:lnTo>
                    <a:pt x="12661" y="44131"/>
                  </a:lnTo>
                  <a:lnTo>
                    <a:pt x="11961" y="43986"/>
                  </a:lnTo>
                  <a:lnTo>
                    <a:pt x="11265" y="43802"/>
                  </a:lnTo>
                  <a:lnTo>
                    <a:pt x="10574" y="43569"/>
                  </a:lnTo>
                  <a:lnTo>
                    <a:pt x="9888" y="43287"/>
                  </a:lnTo>
                  <a:lnTo>
                    <a:pt x="9207" y="42956"/>
                  </a:lnTo>
                  <a:lnTo>
                    <a:pt x="8530" y="42576"/>
                  </a:lnTo>
                  <a:lnTo>
                    <a:pt x="7859" y="42147"/>
                  </a:lnTo>
                  <a:lnTo>
                    <a:pt x="7194" y="41670"/>
                  </a:lnTo>
                  <a:lnTo>
                    <a:pt x="6533" y="41144"/>
                  </a:lnTo>
                  <a:lnTo>
                    <a:pt x="5877" y="40569"/>
                  </a:lnTo>
                  <a:lnTo>
                    <a:pt x="5226" y="39945"/>
                  </a:lnTo>
                  <a:lnTo>
                    <a:pt x="4054" y="38685"/>
                  </a:lnTo>
                  <a:lnTo>
                    <a:pt x="3030" y="37396"/>
                  </a:lnTo>
                  <a:lnTo>
                    <a:pt x="2155" y="36078"/>
                  </a:lnTo>
                  <a:lnTo>
                    <a:pt x="1427" y="34732"/>
                  </a:lnTo>
                  <a:lnTo>
                    <a:pt x="848" y="33357"/>
                  </a:lnTo>
                  <a:lnTo>
                    <a:pt x="417" y="31954"/>
                  </a:lnTo>
                  <a:lnTo>
                    <a:pt x="134" y="30522"/>
                  </a:lnTo>
                  <a:lnTo>
                    <a:pt x="0" y="29061"/>
                  </a:lnTo>
                  <a:lnTo>
                    <a:pt x="13" y="27572"/>
                  </a:lnTo>
                  <a:lnTo>
                    <a:pt x="175" y="26054"/>
                  </a:lnTo>
                  <a:lnTo>
                    <a:pt x="484" y="24497"/>
                  </a:lnTo>
                  <a:lnTo>
                    <a:pt x="939" y="22925"/>
                  </a:lnTo>
                  <a:lnTo>
                    <a:pt x="1541" y="21338"/>
                  </a:lnTo>
                  <a:lnTo>
                    <a:pt x="2289" y="19736"/>
                  </a:lnTo>
                  <a:lnTo>
                    <a:pt x="3184" y="18119"/>
                  </a:lnTo>
                  <a:lnTo>
                    <a:pt x="4226" y="16486"/>
                  </a:lnTo>
                  <a:lnTo>
                    <a:pt x="5414" y="14839"/>
                  </a:lnTo>
                  <a:lnTo>
                    <a:pt x="6748" y="13176"/>
                  </a:lnTo>
                  <a:lnTo>
                    <a:pt x="8229" y="11498"/>
                  </a:lnTo>
                  <a:lnTo>
                    <a:pt x="9856" y="9805"/>
                  </a:lnTo>
                  <a:lnTo>
                    <a:pt x="11359" y="8356"/>
                  </a:lnTo>
                  <a:lnTo>
                    <a:pt x="12852" y="7022"/>
                  </a:lnTo>
                  <a:lnTo>
                    <a:pt x="14336" y="5803"/>
                  </a:lnTo>
                  <a:lnTo>
                    <a:pt x="15810" y="4700"/>
                  </a:lnTo>
                  <a:lnTo>
                    <a:pt x="17276" y="3712"/>
                  </a:lnTo>
                  <a:lnTo>
                    <a:pt x="18732" y="2839"/>
                  </a:lnTo>
                  <a:lnTo>
                    <a:pt x="20179" y="2082"/>
                  </a:lnTo>
                  <a:lnTo>
                    <a:pt x="21616" y="1440"/>
                  </a:lnTo>
                  <a:lnTo>
                    <a:pt x="23044" y="913"/>
                  </a:lnTo>
                  <a:lnTo>
                    <a:pt x="24463" y="502"/>
                  </a:lnTo>
                  <a:lnTo>
                    <a:pt x="25885" y="205"/>
                  </a:lnTo>
                  <a:lnTo>
                    <a:pt x="27306" y="37"/>
                  </a:lnTo>
                  <a:lnTo>
                    <a:pt x="28724" y="0"/>
                  </a:lnTo>
                  <a:lnTo>
                    <a:pt x="30141" y="91"/>
                  </a:lnTo>
                  <a:lnTo>
                    <a:pt x="31556" y="313"/>
                  </a:lnTo>
                  <a:lnTo>
                    <a:pt x="32970" y="664"/>
                  </a:lnTo>
                  <a:lnTo>
                    <a:pt x="34382" y="1144"/>
                  </a:lnTo>
                  <a:lnTo>
                    <a:pt x="35792" y="1755"/>
                  </a:lnTo>
                  <a:lnTo>
                    <a:pt x="37200" y="2495"/>
                  </a:lnTo>
                  <a:lnTo>
                    <a:pt x="38607" y="3365"/>
                  </a:lnTo>
                  <a:lnTo>
                    <a:pt x="32630" y="11026"/>
                  </a:lnTo>
                  <a:lnTo>
                    <a:pt x="32200" y="10760"/>
                  </a:lnTo>
                  <a:lnTo>
                    <a:pt x="31769" y="10519"/>
                  </a:lnTo>
                  <a:lnTo>
                    <a:pt x="31338" y="10302"/>
                  </a:lnTo>
                  <a:lnTo>
                    <a:pt x="30906" y="10110"/>
                  </a:lnTo>
                  <a:lnTo>
                    <a:pt x="30472" y="9942"/>
                  </a:lnTo>
                  <a:lnTo>
                    <a:pt x="30038" y="9798"/>
                  </a:lnTo>
                  <a:lnTo>
                    <a:pt x="29604" y="9679"/>
                  </a:lnTo>
                  <a:lnTo>
                    <a:pt x="29168" y="9585"/>
                  </a:lnTo>
                  <a:lnTo>
                    <a:pt x="28731" y="9514"/>
                  </a:lnTo>
                  <a:lnTo>
                    <a:pt x="28294" y="9468"/>
                  </a:lnTo>
                  <a:lnTo>
                    <a:pt x="27849" y="9436"/>
                  </a:lnTo>
                  <a:lnTo>
                    <a:pt x="27405" y="9421"/>
                  </a:lnTo>
                  <a:lnTo>
                    <a:pt x="26963" y="9425"/>
                  </a:lnTo>
                  <a:lnTo>
                    <a:pt x="26523" y="9448"/>
                  </a:lnTo>
                  <a:lnTo>
                    <a:pt x="26084" y="9489"/>
                  </a:lnTo>
                  <a:lnTo>
                    <a:pt x="25647" y="9549"/>
                  </a:lnTo>
                  <a:lnTo>
                    <a:pt x="25212" y="9627"/>
                  </a:lnTo>
                  <a:lnTo>
                    <a:pt x="24778" y="9724"/>
                  </a:lnTo>
                  <a:lnTo>
                    <a:pt x="24346" y="9840"/>
                  </a:lnTo>
                  <a:lnTo>
                    <a:pt x="23916" y="9973"/>
                  </a:lnTo>
                  <a:lnTo>
                    <a:pt x="23479" y="10117"/>
                  </a:lnTo>
                  <a:lnTo>
                    <a:pt x="23044" y="10277"/>
                  </a:lnTo>
                  <a:lnTo>
                    <a:pt x="22610" y="10453"/>
                  </a:lnTo>
                  <a:lnTo>
                    <a:pt x="22178" y="10647"/>
                  </a:lnTo>
                  <a:lnTo>
                    <a:pt x="21748" y="10857"/>
                  </a:lnTo>
                  <a:lnTo>
                    <a:pt x="21320" y="11085"/>
                  </a:lnTo>
                  <a:lnTo>
                    <a:pt x="20893" y="11329"/>
                  </a:lnTo>
                  <a:lnTo>
                    <a:pt x="20468" y="11590"/>
                  </a:lnTo>
                  <a:lnTo>
                    <a:pt x="20044" y="11868"/>
                  </a:lnTo>
                  <a:lnTo>
                    <a:pt x="19622" y="12162"/>
                  </a:lnTo>
                  <a:lnTo>
                    <a:pt x="19203" y="12454"/>
                  </a:lnTo>
                  <a:lnTo>
                    <a:pt x="18787" y="12755"/>
                  </a:lnTo>
                  <a:lnTo>
                    <a:pt x="18375" y="13067"/>
                  </a:lnTo>
                  <a:lnTo>
                    <a:pt x="17966" y="13388"/>
                  </a:lnTo>
                  <a:lnTo>
                    <a:pt x="17560" y="13720"/>
                  </a:lnTo>
                  <a:lnTo>
                    <a:pt x="17157" y="14062"/>
                  </a:lnTo>
                  <a:lnTo>
                    <a:pt x="16758" y="14414"/>
                  </a:lnTo>
                  <a:lnTo>
                    <a:pt x="16363" y="14776"/>
                  </a:lnTo>
                  <a:lnTo>
                    <a:pt x="15970" y="15148"/>
                  </a:lnTo>
                  <a:lnTo>
                    <a:pt x="15581" y="15530"/>
                  </a:lnTo>
                  <a:lnTo>
                    <a:pt x="14597" y="16546"/>
                  </a:lnTo>
                  <a:lnTo>
                    <a:pt x="13697" y="17539"/>
                  </a:lnTo>
                  <a:lnTo>
                    <a:pt x="12883" y="18509"/>
                  </a:lnTo>
                  <a:lnTo>
                    <a:pt x="12153" y="19457"/>
                  </a:lnTo>
                  <a:lnTo>
                    <a:pt x="11509" y="20381"/>
                  </a:lnTo>
                  <a:lnTo>
                    <a:pt x="10949" y="21284"/>
                  </a:lnTo>
                  <a:lnTo>
                    <a:pt x="10475" y="22163"/>
                  </a:lnTo>
                  <a:lnTo>
                    <a:pt x="10085" y="23020"/>
                  </a:lnTo>
                  <a:lnTo>
                    <a:pt x="9781" y="23853"/>
                  </a:lnTo>
                  <a:lnTo>
                    <a:pt x="9562" y="24665"/>
                  </a:lnTo>
                  <a:lnTo>
                    <a:pt x="9425" y="25456"/>
                  </a:lnTo>
                  <a:lnTo>
                    <a:pt x="9370" y="26231"/>
                  </a:lnTo>
                  <a:lnTo>
                    <a:pt x="9395" y="26988"/>
                  </a:lnTo>
                  <a:lnTo>
                    <a:pt x="9501" y="27729"/>
                  </a:lnTo>
                  <a:lnTo>
                    <a:pt x="9688" y="28453"/>
                  </a:lnTo>
                  <a:lnTo>
                    <a:pt x="9956" y="29160"/>
                  </a:lnTo>
                  <a:lnTo>
                    <a:pt x="10304" y="29851"/>
                  </a:lnTo>
                  <a:lnTo>
                    <a:pt x="10734" y="30524"/>
                  </a:lnTo>
                  <a:lnTo>
                    <a:pt x="11244" y="31181"/>
                  </a:lnTo>
                  <a:lnTo>
                    <a:pt x="11835" y="31821"/>
                  </a:lnTo>
                  <a:lnTo>
                    <a:pt x="12208" y="32176"/>
                  </a:lnTo>
                  <a:lnTo>
                    <a:pt x="12586" y="32501"/>
                  </a:lnTo>
                  <a:lnTo>
                    <a:pt x="12969" y="32796"/>
                  </a:lnTo>
                  <a:lnTo>
                    <a:pt x="13357" y="33060"/>
                  </a:lnTo>
                  <a:lnTo>
                    <a:pt x="13750" y="33294"/>
                  </a:lnTo>
                  <a:lnTo>
                    <a:pt x="14148" y="33498"/>
                  </a:lnTo>
                  <a:lnTo>
                    <a:pt x="14552" y="33671"/>
                  </a:lnTo>
                  <a:lnTo>
                    <a:pt x="14960" y="33814"/>
                  </a:lnTo>
                  <a:lnTo>
                    <a:pt x="15373" y="33927"/>
                  </a:lnTo>
                  <a:lnTo>
                    <a:pt x="15792" y="34010"/>
                  </a:lnTo>
                  <a:lnTo>
                    <a:pt x="16216" y="34050"/>
                  </a:lnTo>
                  <a:lnTo>
                    <a:pt x="16647" y="34070"/>
                  </a:lnTo>
                  <a:lnTo>
                    <a:pt x="17085" y="34070"/>
                  </a:lnTo>
                  <a:lnTo>
                    <a:pt x="17530" y="34050"/>
                  </a:lnTo>
                  <a:lnTo>
                    <a:pt x="17981" y="34010"/>
                  </a:lnTo>
                  <a:lnTo>
                    <a:pt x="18439" y="33949"/>
                  </a:lnTo>
                  <a:lnTo>
                    <a:pt x="18904" y="33868"/>
                  </a:lnTo>
                  <a:lnTo>
                    <a:pt x="19375" y="33767"/>
                  </a:lnTo>
                  <a:lnTo>
                    <a:pt x="19853" y="33646"/>
                  </a:lnTo>
                  <a:lnTo>
                    <a:pt x="20338" y="33505"/>
                  </a:lnTo>
                  <a:lnTo>
                    <a:pt x="20831" y="33328"/>
                  </a:lnTo>
                  <a:lnTo>
                    <a:pt x="21333" y="33136"/>
                  </a:lnTo>
                  <a:lnTo>
                    <a:pt x="21845" y="32927"/>
                  </a:lnTo>
                  <a:lnTo>
                    <a:pt x="22365" y="32703"/>
                  </a:lnTo>
                  <a:lnTo>
                    <a:pt x="22895" y="32463"/>
                  </a:lnTo>
                  <a:lnTo>
                    <a:pt x="23435" y="32206"/>
                  </a:lnTo>
                  <a:lnTo>
                    <a:pt x="23983" y="31934"/>
                  </a:lnTo>
                  <a:lnTo>
                    <a:pt x="24541" y="31646"/>
                  </a:lnTo>
                  <a:lnTo>
                    <a:pt x="25108" y="31341"/>
                  </a:lnTo>
                  <a:lnTo>
                    <a:pt x="25684" y="31021"/>
                  </a:lnTo>
                  <a:lnTo>
                    <a:pt x="26262" y="30680"/>
                  </a:lnTo>
                  <a:lnTo>
                    <a:pt x="26851" y="30332"/>
                  </a:lnTo>
                  <a:lnTo>
                    <a:pt x="27451" y="29977"/>
                  </a:lnTo>
                  <a:lnTo>
                    <a:pt x="28062" y="29613"/>
                  </a:lnTo>
                  <a:lnTo>
                    <a:pt x="28683" y="29242"/>
                  </a:lnTo>
                  <a:lnTo>
                    <a:pt x="29316" y="28864"/>
                  </a:lnTo>
                  <a:lnTo>
                    <a:pt x="29960" y="28478"/>
                  </a:lnTo>
                  <a:lnTo>
                    <a:pt x="30614" y="28084"/>
                  </a:lnTo>
                  <a:lnTo>
                    <a:pt x="31280" y="27683"/>
                  </a:lnTo>
                  <a:lnTo>
                    <a:pt x="31956" y="27275"/>
                  </a:lnTo>
                  <a:lnTo>
                    <a:pt x="32413" y="27005"/>
                  </a:lnTo>
                  <a:lnTo>
                    <a:pt x="32872" y="26736"/>
                  </a:lnTo>
                  <a:lnTo>
                    <a:pt x="33335" y="26466"/>
                  </a:lnTo>
                  <a:lnTo>
                    <a:pt x="33802" y="26197"/>
                  </a:lnTo>
                  <a:lnTo>
                    <a:pt x="34272" y="25927"/>
                  </a:lnTo>
                  <a:lnTo>
                    <a:pt x="34745" y="25658"/>
                  </a:lnTo>
                  <a:lnTo>
                    <a:pt x="35221" y="25389"/>
                  </a:lnTo>
                  <a:lnTo>
                    <a:pt x="35701" y="25119"/>
                  </a:lnTo>
                  <a:lnTo>
                    <a:pt x="36184" y="24850"/>
                  </a:lnTo>
                  <a:lnTo>
                    <a:pt x="36671" y="24580"/>
                  </a:lnTo>
                  <a:lnTo>
                    <a:pt x="37152" y="24306"/>
                  </a:lnTo>
                  <a:lnTo>
                    <a:pt x="37636" y="24040"/>
                  </a:lnTo>
                  <a:lnTo>
                    <a:pt x="38122" y="23781"/>
                  </a:lnTo>
                  <a:lnTo>
                    <a:pt x="38611" y="23530"/>
                  </a:lnTo>
                  <a:lnTo>
                    <a:pt x="39102" y="23286"/>
                  </a:lnTo>
                  <a:lnTo>
                    <a:pt x="39596" y="23050"/>
                  </a:lnTo>
                  <a:lnTo>
                    <a:pt x="40092" y="22821"/>
                  </a:lnTo>
                  <a:lnTo>
                    <a:pt x="40591" y="22600"/>
                  </a:lnTo>
                  <a:lnTo>
                    <a:pt x="41092" y="22387"/>
                  </a:lnTo>
                  <a:lnTo>
                    <a:pt x="41596" y="22181"/>
                  </a:lnTo>
                  <a:lnTo>
                    <a:pt x="42102" y="21968"/>
                  </a:lnTo>
                  <a:lnTo>
                    <a:pt x="42608" y="21765"/>
                  </a:lnTo>
                  <a:lnTo>
                    <a:pt x="43115" y="21574"/>
                  </a:lnTo>
                  <a:lnTo>
                    <a:pt x="43623" y="21393"/>
                  </a:lnTo>
                  <a:lnTo>
                    <a:pt x="44132" y="21223"/>
                  </a:lnTo>
                  <a:lnTo>
                    <a:pt x="44642" y="21065"/>
                  </a:lnTo>
                  <a:lnTo>
                    <a:pt x="45153" y="20917"/>
                  </a:lnTo>
                  <a:lnTo>
                    <a:pt x="45664" y="20780"/>
                  </a:lnTo>
                  <a:lnTo>
                    <a:pt x="46176" y="20654"/>
                  </a:lnTo>
                  <a:lnTo>
                    <a:pt x="46690" y="20539"/>
                  </a:lnTo>
                  <a:lnTo>
                    <a:pt x="47203" y="20421"/>
                  </a:lnTo>
                  <a:lnTo>
                    <a:pt x="47717" y="20320"/>
                  </a:lnTo>
                  <a:lnTo>
                    <a:pt x="48230" y="20236"/>
                  </a:lnTo>
                  <a:lnTo>
                    <a:pt x="48744" y="20169"/>
                  </a:lnTo>
                  <a:lnTo>
                    <a:pt x="49257" y="20118"/>
                  </a:lnTo>
                  <a:lnTo>
                    <a:pt x="49771" y="20085"/>
                  </a:lnTo>
                  <a:lnTo>
                    <a:pt x="50284" y="20068"/>
                  </a:lnTo>
                  <a:lnTo>
                    <a:pt x="50798" y="20068"/>
                  </a:lnTo>
                  <a:lnTo>
                    <a:pt x="51312" y="20085"/>
                  </a:lnTo>
                  <a:lnTo>
                    <a:pt x="51825" y="20118"/>
                  </a:lnTo>
                  <a:lnTo>
                    <a:pt x="52338" y="20170"/>
                  </a:lnTo>
                  <a:lnTo>
                    <a:pt x="52851" y="20241"/>
                  </a:lnTo>
                  <a:lnTo>
                    <a:pt x="53362" y="20332"/>
                  </a:lnTo>
                  <a:lnTo>
                    <a:pt x="53873" y="20442"/>
                  </a:lnTo>
                  <a:lnTo>
                    <a:pt x="54382" y="20571"/>
                  </a:lnTo>
                  <a:lnTo>
                    <a:pt x="54891" y="20719"/>
                  </a:lnTo>
                  <a:lnTo>
                    <a:pt x="55399" y="20887"/>
                  </a:lnTo>
                  <a:lnTo>
                    <a:pt x="55907" y="21075"/>
                  </a:lnTo>
                  <a:lnTo>
                    <a:pt x="56413" y="21281"/>
                  </a:lnTo>
                  <a:lnTo>
                    <a:pt x="56919" y="21507"/>
                  </a:lnTo>
                  <a:lnTo>
                    <a:pt x="57431" y="21748"/>
                  </a:lnTo>
                  <a:lnTo>
                    <a:pt x="57941" y="22014"/>
                  </a:lnTo>
                  <a:lnTo>
                    <a:pt x="58448" y="22307"/>
                  </a:lnTo>
                  <a:lnTo>
                    <a:pt x="58953" y="22626"/>
                  </a:lnTo>
                  <a:lnTo>
                    <a:pt x="59455" y="22970"/>
                  </a:lnTo>
                  <a:lnTo>
                    <a:pt x="59954" y="23341"/>
                  </a:lnTo>
                  <a:lnTo>
                    <a:pt x="60452" y="23738"/>
                  </a:lnTo>
                  <a:lnTo>
                    <a:pt x="60946" y="24161"/>
                  </a:lnTo>
                  <a:lnTo>
                    <a:pt x="61438" y="2461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h129"/>
            <p:cNvSpPr/>
            <p:nvPr/>
          </p:nvSpPr>
          <p:spPr>
            <a:xfrm>
              <a:off x="4724310" y="6094177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h130"/>
            <p:cNvSpPr/>
            <p:nvPr/>
          </p:nvSpPr>
          <p:spPr>
            <a:xfrm>
              <a:off x="4771330" y="6043579"/>
              <a:ext cx="85115" cy="82043"/>
            </a:xfrm>
            <a:custGeom>
              <a:avLst/>
              <a:pathLst>
                <a:path w="85115" h="82043">
                  <a:moveTo>
                    <a:pt x="47946" y="82043"/>
                  </a:moveTo>
                  <a:lnTo>
                    <a:pt x="41505" y="75602"/>
                  </a:lnTo>
                  <a:lnTo>
                    <a:pt x="56617" y="60490"/>
                  </a:lnTo>
                  <a:lnTo>
                    <a:pt x="10986" y="14859"/>
                  </a:lnTo>
                  <a:lnTo>
                    <a:pt x="7156" y="37801"/>
                  </a:lnTo>
                  <a:lnTo>
                    <a:pt x="0" y="30645"/>
                  </a:lnTo>
                  <a:lnTo>
                    <a:pt x="4377" y="6987"/>
                  </a:lnTo>
                  <a:lnTo>
                    <a:pt x="11365" y="0"/>
                  </a:lnTo>
                  <a:lnTo>
                    <a:pt x="64236" y="52871"/>
                  </a:lnTo>
                  <a:lnTo>
                    <a:pt x="78675" y="38432"/>
                  </a:lnTo>
                  <a:lnTo>
                    <a:pt x="85115" y="44873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h131"/>
            <p:cNvSpPr/>
            <p:nvPr/>
          </p:nvSpPr>
          <p:spPr>
            <a:xfrm>
              <a:off x="4815916" y="5991597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h132"/>
            <p:cNvSpPr/>
            <p:nvPr/>
          </p:nvSpPr>
          <p:spPr>
            <a:xfrm>
              <a:off x="5584695" y="6398481"/>
              <a:ext cx="85073" cy="92272"/>
            </a:xfrm>
            <a:custGeom>
              <a:avLst/>
              <a:pathLst>
                <a:path w="85073" h="92272">
                  <a:moveTo>
                    <a:pt x="0" y="42515"/>
                  </a:moveTo>
                  <a:lnTo>
                    <a:pt x="8082" y="34433"/>
                  </a:lnTo>
                  <a:lnTo>
                    <a:pt x="46809" y="52534"/>
                  </a:lnTo>
                  <a:lnTo>
                    <a:pt x="47059" y="52663"/>
                  </a:lnTo>
                  <a:lnTo>
                    <a:pt x="47319" y="52798"/>
                  </a:lnTo>
                  <a:lnTo>
                    <a:pt x="47591" y="52939"/>
                  </a:lnTo>
                  <a:lnTo>
                    <a:pt x="47873" y="53086"/>
                  </a:lnTo>
                  <a:lnTo>
                    <a:pt x="48167" y="53239"/>
                  </a:lnTo>
                  <a:lnTo>
                    <a:pt x="48471" y="53398"/>
                  </a:lnTo>
                  <a:lnTo>
                    <a:pt x="48786" y="53562"/>
                  </a:lnTo>
                  <a:lnTo>
                    <a:pt x="49113" y="53733"/>
                  </a:lnTo>
                  <a:lnTo>
                    <a:pt x="49450" y="53909"/>
                  </a:lnTo>
                  <a:lnTo>
                    <a:pt x="49798" y="54092"/>
                  </a:lnTo>
                  <a:lnTo>
                    <a:pt x="50152" y="54262"/>
                  </a:lnTo>
                  <a:lnTo>
                    <a:pt x="50508" y="54435"/>
                  </a:lnTo>
                  <a:lnTo>
                    <a:pt x="50866" y="54612"/>
                  </a:lnTo>
                  <a:lnTo>
                    <a:pt x="51226" y="54792"/>
                  </a:lnTo>
                  <a:lnTo>
                    <a:pt x="51587" y="54976"/>
                  </a:lnTo>
                  <a:lnTo>
                    <a:pt x="51950" y="55162"/>
                  </a:lnTo>
                  <a:lnTo>
                    <a:pt x="52314" y="55353"/>
                  </a:lnTo>
                  <a:lnTo>
                    <a:pt x="52680" y="55546"/>
                  </a:lnTo>
                  <a:lnTo>
                    <a:pt x="53048" y="55743"/>
                  </a:lnTo>
                  <a:lnTo>
                    <a:pt x="53418" y="55944"/>
                  </a:lnTo>
                  <a:lnTo>
                    <a:pt x="53779" y="56138"/>
                  </a:lnTo>
                  <a:lnTo>
                    <a:pt x="54137" y="56333"/>
                  </a:lnTo>
                  <a:lnTo>
                    <a:pt x="54493" y="56528"/>
                  </a:lnTo>
                  <a:lnTo>
                    <a:pt x="54846" y="56725"/>
                  </a:lnTo>
                  <a:lnTo>
                    <a:pt x="55197" y="56922"/>
                  </a:lnTo>
                  <a:lnTo>
                    <a:pt x="55545" y="57121"/>
                  </a:lnTo>
                  <a:lnTo>
                    <a:pt x="55890" y="57320"/>
                  </a:lnTo>
                  <a:lnTo>
                    <a:pt x="56233" y="57520"/>
                  </a:lnTo>
                  <a:lnTo>
                    <a:pt x="56574" y="57721"/>
                  </a:lnTo>
                  <a:lnTo>
                    <a:pt x="56912" y="57922"/>
                  </a:lnTo>
                  <a:lnTo>
                    <a:pt x="57243" y="58106"/>
                  </a:lnTo>
                  <a:lnTo>
                    <a:pt x="57562" y="58286"/>
                  </a:lnTo>
                  <a:lnTo>
                    <a:pt x="57869" y="58463"/>
                  </a:lnTo>
                  <a:lnTo>
                    <a:pt x="58165" y="58636"/>
                  </a:lnTo>
                  <a:lnTo>
                    <a:pt x="58448" y="58806"/>
                  </a:lnTo>
                  <a:lnTo>
                    <a:pt x="58720" y="58973"/>
                  </a:lnTo>
                  <a:lnTo>
                    <a:pt x="58980" y="59136"/>
                  </a:lnTo>
                  <a:lnTo>
                    <a:pt x="59229" y="59296"/>
                  </a:lnTo>
                  <a:lnTo>
                    <a:pt x="59465" y="59453"/>
                  </a:lnTo>
                  <a:lnTo>
                    <a:pt x="59690" y="59606"/>
                  </a:lnTo>
                  <a:lnTo>
                    <a:pt x="59553" y="59381"/>
                  </a:lnTo>
                  <a:lnTo>
                    <a:pt x="59411" y="59145"/>
                  </a:lnTo>
                  <a:lnTo>
                    <a:pt x="59263" y="58896"/>
                  </a:lnTo>
                  <a:lnTo>
                    <a:pt x="59111" y="58636"/>
                  </a:lnTo>
                  <a:lnTo>
                    <a:pt x="58953" y="58364"/>
                  </a:lnTo>
                  <a:lnTo>
                    <a:pt x="58791" y="58080"/>
                  </a:lnTo>
                  <a:lnTo>
                    <a:pt x="58623" y="57785"/>
                  </a:lnTo>
                  <a:lnTo>
                    <a:pt x="58451" y="57478"/>
                  </a:lnTo>
                  <a:lnTo>
                    <a:pt x="58273" y="57159"/>
                  </a:lnTo>
                  <a:lnTo>
                    <a:pt x="58091" y="56828"/>
                  </a:lnTo>
                  <a:lnTo>
                    <a:pt x="57905" y="56490"/>
                  </a:lnTo>
                  <a:lnTo>
                    <a:pt x="57718" y="56149"/>
                  </a:lnTo>
                  <a:lnTo>
                    <a:pt x="57531" y="55806"/>
                  </a:lnTo>
                  <a:lnTo>
                    <a:pt x="57343" y="55460"/>
                  </a:lnTo>
                  <a:lnTo>
                    <a:pt x="57154" y="55112"/>
                  </a:lnTo>
                  <a:lnTo>
                    <a:pt x="56964" y="54762"/>
                  </a:lnTo>
                  <a:lnTo>
                    <a:pt x="56773" y="54408"/>
                  </a:lnTo>
                  <a:lnTo>
                    <a:pt x="56582" y="54053"/>
                  </a:lnTo>
                  <a:lnTo>
                    <a:pt x="56389" y="53695"/>
                  </a:lnTo>
                  <a:lnTo>
                    <a:pt x="56196" y="53334"/>
                  </a:lnTo>
                  <a:lnTo>
                    <a:pt x="56004" y="52956"/>
                  </a:lnTo>
                  <a:lnTo>
                    <a:pt x="55814" y="52581"/>
                  </a:lnTo>
                  <a:lnTo>
                    <a:pt x="55627" y="52209"/>
                  </a:lnTo>
                  <a:lnTo>
                    <a:pt x="55442" y="51839"/>
                  </a:lnTo>
                  <a:lnTo>
                    <a:pt x="55260" y="51471"/>
                  </a:lnTo>
                  <a:lnTo>
                    <a:pt x="55080" y="51106"/>
                  </a:lnTo>
                  <a:lnTo>
                    <a:pt x="54903" y="50744"/>
                  </a:lnTo>
                  <a:lnTo>
                    <a:pt x="54728" y="50384"/>
                  </a:lnTo>
                  <a:lnTo>
                    <a:pt x="54556" y="50026"/>
                  </a:lnTo>
                  <a:lnTo>
                    <a:pt x="54386" y="49672"/>
                  </a:lnTo>
                  <a:lnTo>
                    <a:pt x="54212" y="49315"/>
                  </a:lnTo>
                  <a:lnTo>
                    <a:pt x="54044" y="48969"/>
                  </a:lnTo>
                  <a:lnTo>
                    <a:pt x="53882" y="48635"/>
                  </a:lnTo>
                  <a:lnTo>
                    <a:pt x="53726" y="48311"/>
                  </a:lnTo>
                  <a:lnTo>
                    <a:pt x="53576" y="47998"/>
                  </a:lnTo>
                  <a:lnTo>
                    <a:pt x="53431" y="47696"/>
                  </a:lnTo>
                  <a:lnTo>
                    <a:pt x="53293" y="47406"/>
                  </a:lnTo>
                  <a:lnTo>
                    <a:pt x="53160" y="47126"/>
                  </a:lnTo>
                  <a:lnTo>
                    <a:pt x="53034" y="46857"/>
                  </a:lnTo>
                  <a:lnTo>
                    <a:pt x="52913" y="46599"/>
                  </a:lnTo>
                  <a:lnTo>
                    <a:pt x="34475" y="8040"/>
                  </a:lnTo>
                  <a:lnTo>
                    <a:pt x="42515" y="0"/>
                  </a:lnTo>
                  <a:lnTo>
                    <a:pt x="69414" y="59732"/>
                  </a:lnTo>
                  <a:lnTo>
                    <a:pt x="69654" y="60258"/>
                  </a:lnTo>
                  <a:lnTo>
                    <a:pt x="69904" y="60791"/>
                  </a:lnTo>
                  <a:lnTo>
                    <a:pt x="70163" y="61332"/>
                  </a:lnTo>
                  <a:lnTo>
                    <a:pt x="70431" y="61881"/>
                  </a:lnTo>
                  <a:lnTo>
                    <a:pt x="70708" y="62437"/>
                  </a:lnTo>
                  <a:lnTo>
                    <a:pt x="70995" y="63000"/>
                  </a:lnTo>
                  <a:lnTo>
                    <a:pt x="71291" y="63572"/>
                  </a:lnTo>
                  <a:lnTo>
                    <a:pt x="71596" y="64151"/>
                  </a:lnTo>
                  <a:lnTo>
                    <a:pt x="71911" y="64737"/>
                  </a:lnTo>
                  <a:lnTo>
                    <a:pt x="72234" y="65331"/>
                  </a:lnTo>
                  <a:lnTo>
                    <a:pt x="72583" y="65931"/>
                  </a:lnTo>
                  <a:lnTo>
                    <a:pt x="72937" y="66535"/>
                  </a:lnTo>
                  <a:lnTo>
                    <a:pt x="73296" y="67143"/>
                  </a:lnTo>
                  <a:lnTo>
                    <a:pt x="73662" y="67756"/>
                  </a:lnTo>
                  <a:lnTo>
                    <a:pt x="74034" y="68372"/>
                  </a:lnTo>
                  <a:lnTo>
                    <a:pt x="74412" y="68993"/>
                  </a:lnTo>
                  <a:lnTo>
                    <a:pt x="74795" y="69618"/>
                  </a:lnTo>
                  <a:lnTo>
                    <a:pt x="75184" y="70248"/>
                  </a:lnTo>
                  <a:lnTo>
                    <a:pt x="75580" y="70881"/>
                  </a:lnTo>
                  <a:lnTo>
                    <a:pt x="75981" y="71519"/>
                  </a:lnTo>
                  <a:lnTo>
                    <a:pt x="76396" y="72152"/>
                  </a:lnTo>
                  <a:lnTo>
                    <a:pt x="76814" y="72787"/>
                  </a:lnTo>
                  <a:lnTo>
                    <a:pt x="77237" y="73424"/>
                  </a:lnTo>
                  <a:lnTo>
                    <a:pt x="77665" y="74065"/>
                  </a:lnTo>
                  <a:lnTo>
                    <a:pt x="78096" y="74708"/>
                  </a:lnTo>
                  <a:lnTo>
                    <a:pt x="78532" y="75353"/>
                  </a:lnTo>
                  <a:lnTo>
                    <a:pt x="78972" y="76001"/>
                  </a:lnTo>
                  <a:lnTo>
                    <a:pt x="79416" y="76651"/>
                  </a:lnTo>
                  <a:lnTo>
                    <a:pt x="79864" y="77304"/>
                  </a:lnTo>
                  <a:lnTo>
                    <a:pt x="80317" y="77959"/>
                  </a:lnTo>
                  <a:lnTo>
                    <a:pt x="80781" y="78606"/>
                  </a:lnTo>
                  <a:lnTo>
                    <a:pt x="81248" y="79247"/>
                  </a:lnTo>
                  <a:lnTo>
                    <a:pt x="81717" y="79885"/>
                  </a:lnTo>
                  <a:lnTo>
                    <a:pt x="82189" y="80519"/>
                  </a:lnTo>
                  <a:lnTo>
                    <a:pt x="82663" y="81148"/>
                  </a:lnTo>
                  <a:lnTo>
                    <a:pt x="83140" y="81773"/>
                  </a:lnTo>
                  <a:lnTo>
                    <a:pt x="83620" y="82394"/>
                  </a:lnTo>
                  <a:lnTo>
                    <a:pt x="84102" y="83011"/>
                  </a:lnTo>
                  <a:lnTo>
                    <a:pt x="84586" y="83623"/>
                  </a:lnTo>
                  <a:lnTo>
                    <a:pt x="85073" y="84231"/>
                  </a:lnTo>
                  <a:lnTo>
                    <a:pt x="77033" y="92272"/>
                  </a:lnTo>
                  <a:lnTo>
                    <a:pt x="76087" y="91033"/>
                  </a:lnTo>
                  <a:lnTo>
                    <a:pt x="75166" y="89808"/>
                  </a:lnTo>
                  <a:lnTo>
                    <a:pt x="74271" y="88598"/>
                  </a:lnTo>
                  <a:lnTo>
                    <a:pt x="73403" y="87402"/>
                  </a:lnTo>
                  <a:lnTo>
                    <a:pt x="72561" y="86220"/>
                  </a:lnTo>
                  <a:lnTo>
                    <a:pt x="71744" y="85053"/>
                  </a:lnTo>
                  <a:lnTo>
                    <a:pt x="70954" y="83900"/>
                  </a:lnTo>
                  <a:lnTo>
                    <a:pt x="70190" y="82762"/>
                  </a:lnTo>
                  <a:lnTo>
                    <a:pt x="69452" y="81637"/>
                  </a:lnTo>
                  <a:lnTo>
                    <a:pt x="68741" y="80527"/>
                  </a:lnTo>
                  <a:lnTo>
                    <a:pt x="68057" y="79439"/>
                  </a:lnTo>
                  <a:lnTo>
                    <a:pt x="67385" y="78363"/>
                  </a:lnTo>
                  <a:lnTo>
                    <a:pt x="66726" y="77301"/>
                  </a:lnTo>
                  <a:lnTo>
                    <a:pt x="66080" y="76250"/>
                  </a:lnTo>
                  <a:lnTo>
                    <a:pt x="65447" y="75213"/>
                  </a:lnTo>
                  <a:lnTo>
                    <a:pt x="64826" y="74188"/>
                  </a:lnTo>
                  <a:lnTo>
                    <a:pt x="64217" y="73175"/>
                  </a:lnTo>
                  <a:lnTo>
                    <a:pt x="63622" y="72176"/>
                  </a:lnTo>
                  <a:lnTo>
                    <a:pt x="63039" y="71188"/>
                  </a:lnTo>
                  <a:lnTo>
                    <a:pt x="62468" y="702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h133"/>
            <p:cNvSpPr/>
            <p:nvPr/>
          </p:nvSpPr>
          <p:spPr>
            <a:xfrm>
              <a:off x="5634998" y="6355376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h134"/>
            <p:cNvSpPr/>
            <p:nvPr/>
          </p:nvSpPr>
          <p:spPr>
            <a:xfrm>
              <a:off x="5678658" y="6300742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h135"/>
            <p:cNvSpPr/>
            <p:nvPr/>
          </p:nvSpPr>
          <p:spPr>
            <a:xfrm>
              <a:off x="5769997" y="6320143"/>
              <a:ext cx="17427" cy="17427"/>
            </a:xfrm>
            <a:custGeom>
              <a:avLst/>
              <a:pathLst>
                <a:path w="17427" h="17427">
                  <a:moveTo>
                    <a:pt x="9218" y="17427"/>
                  </a:moveTo>
                  <a:lnTo>
                    <a:pt x="0" y="8208"/>
                  </a:lnTo>
                  <a:lnTo>
                    <a:pt x="8208" y="0"/>
                  </a:lnTo>
                  <a:lnTo>
                    <a:pt x="17427" y="921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h136"/>
            <p:cNvSpPr/>
            <p:nvPr/>
          </p:nvSpPr>
          <p:spPr>
            <a:xfrm>
              <a:off x="5740404" y="6218568"/>
              <a:ext cx="78170" cy="87557"/>
            </a:xfrm>
            <a:custGeom>
              <a:avLst/>
              <a:pathLst>
                <a:path w="78170" h="87557">
                  <a:moveTo>
                    <a:pt x="45336" y="6145"/>
                  </a:moveTo>
                  <a:lnTo>
                    <a:pt x="45809" y="8389"/>
                  </a:lnTo>
                  <a:lnTo>
                    <a:pt x="46287" y="10609"/>
                  </a:lnTo>
                  <a:lnTo>
                    <a:pt x="46769" y="12804"/>
                  </a:lnTo>
                  <a:lnTo>
                    <a:pt x="47255" y="14975"/>
                  </a:lnTo>
                  <a:lnTo>
                    <a:pt x="47746" y="17122"/>
                  </a:lnTo>
                  <a:lnTo>
                    <a:pt x="48240" y="19244"/>
                  </a:lnTo>
                  <a:lnTo>
                    <a:pt x="48739" y="21341"/>
                  </a:lnTo>
                  <a:lnTo>
                    <a:pt x="49242" y="23414"/>
                  </a:lnTo>
                  <a:lnTo>
                    <a:pt x="49749" y="25463"/>
                  </a:lnTo>
                  <a:lnTo>
                    <a:pt x="50261" y="27488"/>
                  </a:lnTo>
                  <a:lnTo>
                    <a:pt x="50778" y="29482"/>
                  </a:lnTo>
                  <a:lnTo>
                    <a:pt x="51318" y="31458"/>
                  </a:lnTo>
                  <a:lnTo>
                    <a:pt x="51882" y="33415"/>
                  </a:lnTo>
                  <a:lnTo>
                    <a:pt x="52470" y="35354"/>
                  </a:lnTo>
                  <a:lnTo>
                    <a:pt x="53081" y="37275"/>
                  </a:lnTo>
                  <a:lnTo>
                    <a:pt x="53716" y="39176"/>
                  </a:lnTo>
                  <a:lnTo>
                    <a:pt x="54374" y="41060"/>
                  </a:lnTo>
                  <a:lnTo>
                    <a:pt x="55056" y="42925"/>
                  </a:lnTo>
                  <a:lnTo>
                    <a:pt x="55762" y="44771"/>
                  </a:lnTo>
                  <a:lnTo>
                    <a:pt x="56491" y="46599"/>
                  </a:lnTo>
                  <a:lnTo>
                    <a:pt x="57239" y="48401"/>
                  </a:lnTo>
                  <a:lnTo>
                    <a:pt x="58018" y="50187"/>
                  </a:lnTo>
                  <a:lnTo>
                    <a:pt x="58828" y="51957"/>
                  </a:lnTo>
                  <a:lnTo>
                    <a:pt x="59670" y="53711"/>
                  </a:lnTo>
                  <a:lnTo>
                    <a:pt x="60543" y="55449"/>
                  </a:lnTo>
                  <a:lnTo>
                    <a:pt x="61446" y="57171"/>
                  </a:lnTo>
                  <a:lnTo>
                    <a:pt x="62381" y="58877"/>
                  </a:lnTo>
                  <a:lnTo>
                    <a:pt x="63347" y="60567"/>
                  </a:lnTo>
                  <a:lnTo>
                    <a:pt x="64345" y="62242"/>
                  </a:lnTo>
                  <a:lnTo>
                    <a:pt x="65373" y="63900"/>
                  </a:lnTo>
                  <a:lnTo>
                    <a:pt x="66440" y="65527"/>
                  </a:lnTo>
                  <a:lnTo>
                    <a:pt x="67555" y="67143"/>
                  </a:lnTo>
                  <a:lnTo>
                    <a:pt x="68717" y="68746"/>
                  </a:lnTo>
                  <a:lnTo>
                    <a:pt x="69926" y="70338"/>
                  </a:lnTo>
                  <a:lnTo>
                    <a:pt x="71182" y="71919"/>
                  </a:lnTo>
                  <a:lnTo>
                    <a:pt x="72485" y="73487"/>
                  </a:lnTo>
                  <a:lnTo>
                    <a:pt x="73836" y="75044"/>
                  </a:lnTo>
                  <a:lnTo>
                    <a:pt x="75233" y="76589"/>
                  </a:lnTo>
                  <a:lnTo>
                    <a:pt x="76678" y="78122"/>
                  </a:lnTo>
                  <a:lnTo>
                    <a:pt x="78170" y="79643"/>
                  </a:lnTo>
                  <a:lnTo>
                    <a:pt x="70256" y="87557"/>
                  </a:lnTo>
                  <a:lnTo>
                    <a:pt x="68853" y="86120"/>
                  </a:lnTo>
                  <a:lnTo>
                    <a:pt x="67489" y="84656"/>
                  </a:lnTo>
                  <a:lnTo>
                    <a:pt x="66166" y="83164"/>
                  </a:lnTo>
                  <a:lnTo>
                    <a:pt x="64881" y="81643"/>
                  </a:lnTo>
                  <a:lnTo>
                    <a:pt x="63637" y="80096"/>
                  </a:lnTo>
                  <a:lnTo>
                    <a:pt x="62431" y="78520"/>
                  </a:lnTo>
                  <a:lnTo>
                    <a:pt x="61266" y="76917"/>
                  </a:lnTo>
                  <a:lnTo>
                    <a:pt x="60140" y="75285"/>
                  </a:lnTo>
                  <a:lnTo>
                    <a:pt x="59053" y="73627"/>
                  </a:lnTo>
                  <a:lnTo>
                    <a:pt x="58006" y="71940"/>
                  </a:lnTo>
                  <a:lnTo>
                    <a:pt x="56986" y="70222"/>
                  </a:lnTo>
                  <a:lnTo>
                    <a:pt x="55994" y="68486"/>
                  </a:lnTo>
                  <a:lnTo>
                    <a:pt x="55032" y="66733"/>
                  </a:lnTo>
                  <a:lnTo>
                    <a:pt x="54100" y="64962"/>
                  </a:lnTo>
                  <a:lnTo>
                    <a:pt x="53197" y="63173"/>
                  </a:lnTo>
                  <a:lnTo>
                    <a:pt x="52324" y="61367"/>
                  </a:lnTo>
                  <a:lnTo>
                    <a:pt x="51480" y="59543"/>
                  </a:lnTo>
                  <a:lnTo>
                    <a:pt x="50665" y="57702"/>
                  </a:lnTo>
                  <a:lnTo>
                    <a:pt x="49880" y="55842"/>
                  </a:lnTo>
                  <a:lnTo>
                    <a:pt x="49124" y="53965"/>
                  </a:lnTo>
                  <a:lnTo>
                    <a:pt x="48387" y="52064"/>
                  </a:lnTo>
                  <a:lnTo>
                    <a:pt x="47673" y="50150"/>
                  </a:lnTo>
                  <a:lnTo>
                    <a:pt x="46983" y="48222"/>
                  </a:lnTo>
                  <a:lnTo>
                    <a:pt x="46316" y="46280"/>
                  </a:lnTo>
                  <a:lnTo>
                    <a:pt x="45673" y="44325"/>
                  </a:lnTo>
                  <a:lnTo>
                    <a:pt x="45053" y="42357"/>
                  </a:lnTo>
                  <a:lnTo>
                    <a:pt x="44457" y="40375"/>
                  </a:lnTo>
                  <a:lnTo>
                    <a:pt x="43884" y="38380"/>
                  </a:lnTo>
                  <a:lnTo>
                    <a:pt x="43335" y="36371"/>
                  </a:lnTo>
                  <a:lnTo>
                    <a:pt x="42810" y="34349"/>
                  </a:lnTo>
                  <a:lnTo>
                    <a:pt x="42303" y="32317"/>
                  </a:lnTo>
                  <a:lnTo>
                    <a:pt x="41808" y="30279"/>
                  </a:lnTo>
                  <a:lnTo>
                    <a:pt x="41326" y="28236"/>
                  </a:lnTo>
                  <a:lnTo>
                    <a:pt x="40857" y="26186"/>
                  </a:lnTo>
                  <a:lnTo>
                    <a:pt x="40400" y="24130"/>
                  </a:lnTo>
                  <a:lnTo>
                    <a:pt x="39956" y="22069"/>
                  </a:lnTo>
                  <a:lnTo>
                    <a:pt x="39525" y="20002"/>
                  </a:lnTo>
                  <a:lnTo>
                    <a:pt x="39106" y="17929"/>
                  </a:lnTo>
                  <a:lnTo>
                    <a:pt x="38699" y="15850"/>
                  </a:lnTo>
                  <a:lnTo>
                    <a:pt x="38306" y="13765"/>
                  </a:lnTo>
                  <a:lnTo>
                    <a:pt x="6440" y="45630"/>
                  </a:lnTo>
                  <a:lnTo>
                    <a:pt x="0" y="39190"/>
                  </a:lnTo>
                  <a:lnTo>
                    <a:pt x="3919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h137"/>
            <p:cNvSpPr/>
            <p:nvPr/>
          </p:nvSpPr>
          <p:spPr>
            <a:xfrm>
              <a:off x="5842021" y="6248118"/>
              <a:ext cx="25172" cy="28708"/>
            </a:xfrm>
            <a:custGeom>
              <a:avLst/>
              <a:pathLst>
                <a:path w="25172" h="28708">
                  <a:moveTo>
                    <a:pt x="8208" y="0"/>
                  </a:moveTo>
                  <a:lnTo>
                    <a:pt x="15280" y="7071"/>
                  </a:lnTo>
                  <a:lnTo>
                    <a:pt x="15720" y="7516"/>
                  </a:lnTo>
                  <a:lnTo>
                    <a:pt x="16147" y="7955"/>
                  </a:lnTo>
                  <a:lnTo>
                    <a:pt x="16562" y="8391"/>
                  </a:lnTo>
                  <a:lnTo>
                    <a:pt x="16964" y="8823"/>
                  </a:lnTo>
                  <a:lnTo>
                    <a:pt x="17353" y="9250"/>
                  </a:lnTo>
                  <a:lnTo>
                    <a:pt x="17730" y="9673"/>
                  </a:lnTo>
                  <a:lnTo>
                    <a:pt x="18094" y="10092"/>
                  </a:lnTo>
                  <a:lnTo>
                    <a:pt x="18446" y="10506"/>
                  </a:lnTo>
                  <a:lnTo>
                    <a:pt x="18784" y="10917"/>
                  </a:lnTo>
                  <a:lnTo>
                    <a:pt x="19111" y="11323"/>
                  </a:lnTo>
                  <a:lnTo>
                    <a:pt x="19442" y="11727"/>
                  </a:lnTo>
                  <a:lnTo>
                    <a:pt x="19762" y="12130"/>
                  </a:lnTo>
                  <a:lnTo>
                    <a:pt x="20072" y="12532"/>
                  </a:lnTo>
                  <a:lnTo>
                    <a:pt x="20370" y="12933"/>
                  </a:lnTo>
                  <a:lnTo>
                    <a:pt x="20658" y="13333"/>
                  </a:lnTo>
                  <a:lnTo>
                    <a:pt x="20934" y="13733"/>
                  </a:lnTo>
                  <a:lnTo>
                    <a:pt x="21200" y="14131"/>
                  </a:lnTo>
                  <a:lnTo>
                    <a:pt x="21454" y="14529"/>
                  </a:lnTo>
                  <a:lnTo>
                    <a:pt x="21698" y="14926"/>
                  </a:lnTo>
                  <a:lnTo>
                    <a:pt x="21931" y="15322"/>
                  </a:lnTo>
                  <a:lnTo>
                    <a:pt x="22162" y="15726"/>
                  </a:lnTo>
                  <a:lnTo>
                    <a:pt x="22386" y="16130"/>
                  </a:lnTo>
                  <a:lnTo>
                    <a:pt x="22600" y="16534"/>
                  </a:lnTo>
                  <a:lnTo>
                    <a:pt x="22807" y="16939"/>
                  </a:lnTo>
                  <a:lnTo>
                    <a:pt x="23004" y="17343"/>
                  </a:lnTo>
                  <a:lnTo>
                    <a:pt x="23194" y="17747"/>
                  </a:lnTo>
                  <a:lnTo>
                    <a:pt x="23375" y="18151"/>
                  </a:lnTo>
                  <a:lnTo>
                    <a:pt x="23547" y="18555"/>
                  </a:lnTo>
                  <a:lnTo>
                    <a:pt x="23712" y="18959"/>
                  </a:lnTo>
                  <a:lnTo>
                    <a:pt x="23867" y="19363"/>
                  </a:lnTo>
                  <a:lnTo>
                    <a:pt x="24024" y="19761"/>
                  </a:lnTo>
                  <a:lnTo>
                    <a:pt x="24175" y="20163"/>
                  </a:lnTo>
                  <a:lnTo>
                    <a:pt x="24321" y="20569"/>
                  </a:lnTo>
                  <a:lnTo>
                    <a:pt x="24460" y="20980"/>
                  </a:lnTo>
                  <a:lnTo>
                    <a:pt x="24593" y="21394"/>
                  </a:lnTo>
                  <a:lnTo>
                    <a:pt x="24721" y="21813"/>
                  </a:lnTo>
                  <a:lnTo>
                    <a:pt x="24843" y="22236"/>
                  </a:lnTo>
                  <a:lnTo>
                    <a:pt x="24958" y="22663"/>
                  </a:lnTo>
                  <a:lnTo>
                    <a:pt x="25068" y="23095"/>
                  </a:lnTo>
                  <a:lnTo>
                    <a:pt x="25172" y="23531"/>
                  </a:lnTo>
                  <a:lnTo>
                    <a:pt x="19995" y="28708"/>
                  </a:lnTo>
                  <a:lnTo>
                    <a:pt x="19817" y="27791"/>
                  </a:lnTo>
                  <a:lnTo>
                    <a:pt x="19621" y="26890"/>
                  </a:lnTo>
                  <a:lnTo>
                    <a:pt x="19406" y="26006"/>
                  </a:lnTo>
                  <a:lnTo>
                    <a:pt x="19173" y="25139"/>
                  </a:lnTo>
                  <a:lnTo>
                    <a:pt x="18921" y="24288"/>
                  </a:lnTo>
                  <a:lnTo>
                    <a:pt x="18651" y="23455"/>
                  </a:lnTo>
                  <a:lnTo>
                    <a:pt x="18362" y="22638"/>
                  </a:lnTo>
                  <a:lnTo>
                    <a:pt x="18055" y="21838"/>
                  </a:lnTo>
                  <a:lnTo>
                    <a:pt x="17729" y="21055"/>
                  </a:lnTo>
                  <a:lnTo>
                    <a:pt x="17385" y="20289"/>
                  </a:lnTo>
                  <a:lnTo>
                    <a:pt x="17029" y="19534"/>
                  </a:lnTo>
                  <a:lnTo>
                    <a:pt x="16654" y="18801"/>
                  </a:lnTo>
                  <a:lnTo>
                    <a:pt x="16258" y="18089"/>
                  </a:lnTo>
                  <a:lnTo>
                    <a:pt x="15842" y="17400"/>
                  </a:lnTo>
                  <a:lnTo>
                    <a:pt x="15406" y="16732"/>
                  </a:lnTo>
                  <a:lnTo>
                    <a:pt x="14950" y="16087"/>
                  </a:lnTo>
                  <a:lnTo>
                    <a:pt x="14473" y="15463"/>
                  </a:lnTo>
                  <a:lnTo>
                    <a:pt x="13977" y="14861"/>
                  </a:lnTo>
                  <a:lnTo>
                    <a:pt x="13460" y="14281"/>
                  </a:lnTo>
                  <a:lnTo>
                    <a:pt x="12923" y="13722"/>
                  </a:lnTo>
                  <a:lnTo>
                    <a:pt x="9218" y="17427"/>
                  </a:lnTo>
                  <a:lnTo>
                    <a:pt x="0" y="82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h138"/>
            <p:cNvSpPr/>
            <p:nvPr/>
          </p:nvSpPr>
          <p:spPr>
            <a:xfrm>
              <a:off x="5856622" y="6147977"/>
              <a:ext cx="67230" cy="67828"/>
            </a:xfrm>
            <a:custGeom>
              <a:avLst/>
              <a:pathLst>
                <a:path w="67230" h="67828">
                  <a:moveTo>
                    <a:pt x="61928" y="25086"/>
                  </a:moveTo>
                  <a:lnTo>
                    <a:pt x="62548" y="25731"/>
                  </a:lnTo>
                  <a:lnTo>
                    <a:pt x="63130" y="26389"/>
                  </a:lnTo>
                  <a:lnTo>
                    <a:pt x="63673" y="27058"/>
                  </a:lnTo>
                  <a:lnTo>
                    <a:pt x="64177" y="27739"/>
                  </a:lnTo>
                  <a:lnTo>
                    <a:pt x="64643" y="28432"/>
                  </a:lnTo>
                  <a:lnTo>
                    <a:pt x="65070" y="29137"/>
                  </a:lnTo>
                  <a:lnTo>
                    <a:pt x="65458" y="29853"/>
                  </a:lnTo>
                  <a:lnTo>
                    <a:pt x="65807" y="30581"/>
                  </a:lnTo>
                  <a:lnTo>
                    <a:pt x="66118" y="31322"/>
                  </a:lnTo>
                  <a:lnTo>
                    <a:pt x="66390" y="32073"/>
                  </a:lnTo>
                  <a:lnTo>
                    <a:pt x="66624" y="32818"/>
                  </a:lnTo>
                  <a:lnTo>
                    <a:pt x="66819" y="33570"/>
                  </a:lnTo>
                  <a:lnTo>
                    <a:pt x="66977" y="34330"/>
                  </a:lnTo>
                  <a:lnTo>
                    <a:pt x="67097" y="35097"/>
                  </a:lnTo>
                  <a:lnTo>
                    <a:pt x="67179" y="35872"/>
                  </a:lnTo>
                  <a:lnTo>
                    <a:pt x="67223" y="36655"/>
                  </a:lnTo>
                  <a:lnTo>
                    <a:pt x="67230" y="37445"/>
                  </a:lnTo>
                  <a:lnTo>
                    <a:pt x="67198" y="38243"/>
                  </a:lnTo>
                  <a:lnTo>
                    <a:pt x="67129" y="39048"/>
                  </a:lnTo>
                  <a:lnTo>
                    <a:pt x="67021" y="39861"/>
                  </a:lnTo>
                  <a:lnTo>
                    <a:pt x="66868" y="40672"/>
                  </a:lnTo>
                  <a:lnTo>
                    <a:pt x="66678" y="41491"/>
                  </a:lnTo>
                  <a:lnTo>
                    <a:pt x="66451" y="42316"/>
                  </a:lnTo>
                  <a:lnTo>
                    <a:pt x="66186" y="43148"/>
                  </a:lnTo>
                  <a:lnTo>
                    <a:pt x="65885" y="43986"/>
                  </a:lnTo>
                  <a:lnTo>
                    <a:pt x="65546" y="44831"/>
                  </a:lnTo>
                  <a:lnTo>
                    <a:pt x="65171" y="45683"/>
                  </a:lnTo>
                  <a:lnTo>
                    <a:pt x="64758" y="46542"/>
                  </a:lnTo>
                  <a:lnTo>
                    <a:pt x="64309" y="47408"/>
                  </a:lnTo>
                  <a:lnTo>
                    <a:pt x="63822" y="48280"/>
                  </a:lnTo>
                  <a:lnTo>
                    <a:pt x="63298" y="49140"/>
                  </a:lnTo>
                  <a:lnTo>
                    <a:pt x="62736" y="50002"/>
                  </a:lnTo>
                  <a:lnTo>
                    <a:pt x="62136" y="50867"/>
                  </a:lnTo>
                  <a:lnTo>
                    <a:pt x="61499" y="51735"/>
                  </a:lnTo>
                  <a:lnTo>
                    <a:pt x="60823" y="52605"/>
                  </a:lnTo>
                  <a:lnTo>
                    <a:pt x="60109" y="53478"/>
                  </a:lnTo>
                  <a:lnTo>
                    <a:pt x="59358" y="54353"/>
                  </a:lnTo>
                  <a:lnTo>
                    <a:pt x="58569" y="55231"/>
                  </a:lnTo>
                  <a:lnTo>
                    <a:pt x="57742" y="56111"/>
                  </a:lnTo>
                  <a:lnTo>
                    <a:pt x="56877" y="56994"/>
                  </a:lnTo>
                  <a:lnTo>
                    <a:pt x="56086" y="57771"/>
                  </a:lnTo>
                  <a:lnTo>
                    <a:pt x="55299" y="58521"/>
                  </a:lnTo>
                  <a:lnTo>
                    <a:pt x="54514" y="59243"/>
                  </a:lnTo>
                  <a:lnTo>
                    <a:pt x="53731" y="59937"/>
                  </a:lnTo>
                  <a:lnTo>
                    <a:pt x="52951" y="60603"/>
                  </a:lnTo>
                  <a:lnTo>
                    <a:pt x="52174" y="61242"/>
                  </a:lnTo>
                  <a:lnTo>
                    <a:pt x="51399" y="61853"/>
                  </a:lnTo>
                  <a:lnTo>
                    <a:pt x="50626" y="62436"/>
                  </a:lnTo>
                  <a:lnTo>
                    <a:pt x="49856" y="62991"/>
                  </a:lnTo>
                  <a:lnTo>
                    <a:pt x="49089" y="63518"/>
                  </a:lnTo>
                  <a:lnTo>
                    <a:pt x="48340" y="64017"/>
                  </a:lnTo>
                  <a:lnTo>
                    <a:pt x="47590" y="64485"/>
                  </a:lnTo>
                  <a:lnTo>
                    <a:pt x="46841" y="64923"/>
                  </a:lnTo>
                  <a:lnTo>
                    <a:pt x="46092" y="65330"/>
                  </a:lnTo>
                  <a:lnTo>
                    <a:pt x="45342" y="65707"/>
                  </a:lnTo>
                  <a:lnTo>
                    <a:pt x="44593" y="66054"/>
                  </a:lnTo>
                  <a:lnTo>
                    <a:pt x="43844" y="66371"/>
                  </a:lnTo>
                  <a:lnTo>
                    <a:pt x="43095" y="66657"/>
                  </a:lnTo>
                  <a:lnTo>
                    <a:pt x="42345" y="66913"/>
                  </a:lnTo>
                  <a:lnTo>
                    <a:pt x="41596" y="67138"/>
                  </a:lnTo>
                  <a:lnTo>
                    <a:pt x="40846" y="67333"/>
                  </a:lnTo>
                  <a:lnTo>
                    <a:pt x="40094" y="67495"/>
                  </a:lnTo>
                  <a:lnTo>
                    <a:pt x="39341" y="67626"/>
                  </a:lnTo>
                  <a:lnTo>
                    <a:pt x="38585" y="67724"/>
                  </a:lnTo>
                  <a:lnTo>
                    <a:pt x="37829" y="67791"/>
                  </a:lnTo>
                  <a:lnTo>
                    <a:pt x="37070" y="67825"/>
                  </a:lnTo>
                  <a:lnTo>
                    <a:pt x="36310" y="67828"/>
                  </a:lnTo>
                  <a:lnTo>
                    <a:pt x="35548" y="67798"/>
                  </a:lnTo>
                  <a:lnTo>
                    <a:pt x="34784" y="67737"/>
                  </a:lnTo>
                  <a:lnTo>
                    <a:pt x="34019" y="67644"/>
                  </a:lnTo>
                  <a:lnTo>
                    <a:pt x="33252" y="67499"/>
                  </a:lnTo>
                  <a:lnTo>
                    <a:pt x="32482" y="67319"/>
                  </a:lnTo>
                  <a:lnTo>
                    <a:pt x="31709" y="67102"/>
                  </a:lnTo>
                  <a:lnTo>
                    <a:pt x="30934" y="66849"/>
                  </a:lnTo>
                  <a:lnTo>
                    <a:pt x="30157" y="66560"/>
                  </a:lnTo>
                  <a:lnTo>
                    <a:pt x="29377" y="66234"/>
                  </a:lnTo>
                  <a:lnTo>
                    <a:pt x="28594" y="65873"/>
                  </a:lnTo>
                  <a:lnTo>
                    <a:pt x="27809" y="65475"/>
                  </a:lnTo>
                  <a:lnTo>
                    <a:pt x="27022" y="65041"/>
                  </a:lnTo>
                  <a:lnTo>
                    <a:pt x="26231" y="64571"/>
                  </a:lnTo>
                  <a:lnTo>
                    <a:pt x="31620" y="56573"/>
                  </a:lnTo>
                  <a:lnTo>
                    <a:pt x="32547" y="57071"/>
                  </a:lnTo>
                  <a:lnTo>
                    <a:pt x="33477" y="57490"/>
                  </a:lnTo>
                  <a:lnTo>
                    <a:pt x="34409" y="57829"/>
                  </a:lnTo>
                  <a:lnTo>
                    <a:pt x="35344" y="58088"/>
                  </a:lnTo>
                  <a:lnTo>
                    <a:pt x="36282" y="58267"/>
                  </a:lnTo>
                  <a:lnTo>
                    <a:pt x="37222" y="58366"/>
                  </a:lnTo>
                  <a:lnTo>
                    <a:pt x="38164" y="58385"/>
                  </a:lnTo>
                  <a:lnTo>
                    <a:pt x="39109" y="58324"/>
                  </a:lnTo>
                  <a:lnTo>
                    <a:pt x="40057" y="58183"/>
                  </a:lnTo>
                  <a:lnTo>
                    <a:pt x="41007" y="57962"/>
                  </a:lnTo>
                  <a:lnTo>
                    <a:pt x="41956" y="57652"/>
                  </a:lnTo>
                  <a:lnTo>
                    <a:pt x="42920" y="57261"/>
                  </a:lnTo>
                  <a:lnTo>
                    <a:pt x="43896" y="56790"/>
                  </a:lnTo>
                  <a:lnTo>
                    <a:pt x="44886" y="56238"/>
                  </a:lnTo>
                  <a:lnTo>
                    <a:pt x="45890" y="55604"/>
                  </a:lnTo>
                  <a:lnTo>
                    <a:pt x="46907" y="54890"/>
                  </a:lnTo>
                  <a:lnTo>
                    <a:pt x="47937" y="54096"/>
                  </a:lnTo>
                  <a:lnTo>
                    <a:pt x="48981" y="53220"/>
                  </a:lnTo>
                  <a:lnTo>
                    <a:pt x="50039" y="52264"/>
                  </a:lnTo>
                  <a:lnTo>
                    <a:pt x="51110" y="51227"/>
                  </a:lnTo>
                  <a:lnTo>
                    <a:pt x="51590" y="50739"/>
                  </a:lnTo>
                  <a:lnTo>
                    <a:pt x="52056" y="50253"/>
                  </a:lnTo>
                  <a:lnTo>
                    <a:pt x="52506" y="49769"/>
                  </a:lnTo>
                  <a:lnTo>
                    <a:pt x="52941" y="49287"/>
                  </a:lnTo>
                  <a:lnTo>
                    <a:pt x="53362" y="48806"/>
                  </a:lnTo>
                  <a:lnTo>
                    <a:pt x="53767" y="48327"/>
                  </a:lnTo>
                  <a:lnTo>
                    <a:pt x="54156" y="47850"/>
                  </a:lnTo>
                  <a:lnTo>
                    <a:pt x="54531" y="47374"/>
                  </a:lnTo>
                  <a:lnTo>
                    <a:pt x="54890" y="46900"/>
                  </a:lnTo>
                  <a:lnTo>
                    <a:pt x="55235" y="46428"/>
                  </a:lnTo>
                  <a:lnTo>
                    <a:pt x="55569" y="45949"/>
                  </a:lnTo>
                  <a:lnTo>
                    <a:pt x="55883" y="45473"/>
                  </a:lnTo>
                  <a:lnTo>
                    <a:pt x="56176" y="44999"/>
                  </a:lnTo>
                  <a:lnTo>
                    <a:pt x="56447" y="44528"/>
                  </a:lnTo>
                  <a:lnTo>
                    <a:pt x="56698" y="44060"/>
                  </a:lnTo>
                  <a:lnTo>
                    <a:pt x="56927" y="43594"/>
                  </a:lnTo>
                  <a:lnTo>
                    <a:pt x="57135" y="43130"/>
                  </a:lnTo>
                  <a:lnTo>
                    <a:pt x="57323" y="42669"/>
                  </a:lnTo>
                  <a:lnTo>
                    <a:pt x="57489" y="42211"/>
                  </a:lnTo>
                  <a:lnTo>
                    <a:pt x="57634" y="41755"/>
                  </a:lnTo>
                  <a:lnTo>
                    <a:pt x="57749" y="41294"/>
                  </a:lnTo>
                  <a:lnTo>
                    <a:pt x="57840" y="40836"/>
                  </a:lnTo>
                  <a:lnTo>
                    <a:pt x="57907" y="40381"/>
                  </a:lnTo>
                  <a:lnTo>
                    <a:pt x="57951" y="39930"/>
                  </a:lnTo>
                  <a:lnTo>
                    <a:pt x="57971" y="39482"/>
                  </a:lnTo>
                  <a:lnTo>
                    <a:pt x="57968" y="39038"/>
                  </a:lnTo>
                  <a:lnTo>
                    <a:pt x="57941" y="38596"/>
                  </a:lnTo>
                  <a:lnTo>
                    <a:pt x="57890" y="38159"/>
                  </a:lnTo>
                  <a:lnTo>
                    <a:pt x="57816" y="37724"/>
                  </a:lnTo>
                  <a:lnTo>
                    <a:pt x="57718" y="37293"/>
                  </a:lnTo>
                  <a:lnTo>
                    <a:pt x="57594" y="36849"/>
                  </a:lnTo>
                  <a:lnTo>
                    <a:pt x="57441" y="36409"/>
                  </a:lnTo>
                  <a:lnTo>
                    <a:pt x="57257" y="35973"/>
                  </a:lnTo>
                  <a:lnTo>
                    <a:pt x="57045" y="35542"/>
                  </a:lnTo>
                  <a:lnTo>
                    <a:pt x="56803" y="35115"/>
                  </a:lnTo>
                  <a:lnTo>
                    <a:pt x="56531" y="34692"/>
                  </a:lnTo>
                  <a:lnTo>
                    <a:pt x="56230" y="34273"/>
                  </a:lnTo>
                  <a:lnTo>
                    <a:pt x="55900" y="33858"/>
                  </a:lnTo>
                  <a:lnTo>
                    <a:pt x="55540" y="33448"/>
                  </a:lnTo>
                  <a:lnTo>
                    <a:pt x="55151" y="33042"/>
                  </a:lnTo>
                  <a:lnTo>
                    <a:pt x="54736" y="32646"/>
                  </a:lnTo>
                  <a:lnTo>
                    <a:pt x="54317" y="32285"/>
                  </a:lnTo>
                  <a:lnTo>
                    <a:pt x="53894" y="31959"/>
                  </a:lnTo>
                  <a:lnTo>
                    <a:pt x="53467" y="31668"/>
                  </a:lnTo>
                  <a:lnTo>
                    <a:pt x="53035" y="31410"/>
                  </a:lnTo>
                  <a:lnTo>
                    <a:pt x="52600" y="31188"/>
                  </a:lnTo>
                  <a:lnTo>
                    <a:pt x="52160" y="30999"/>
                  </a:lnTo>
                  <a:lnTo>
                    <a:pt x="51716" y="30846"/>
                  </a:lnTo>
                  <a:lnTo>
                    <a:pt x="51267" y="30727"/>
                  </a:lnTo>
                  <a:lnTo>
                    <a:pt x="50815" y="30642"/>
                  </a:lnTo>
                  <a:lnTo>
                    <a:pt x="50349" y="30579"/>
                  </a:lnTo>
                  <a:lnTo>
                    <a:pt x="49877" y="30539"/>
                  </a:lnTo>
                  <a:lnTo>
                    <a:pt x="49399" y="30525"/>
                  </a:lnTo>
                  <a:lnTo>
                    <a:pt x="48916" y="30534"/>
                  </a:lnTo>
                  <a:lnTo>
                    <a:pt x="48426" y="30568"/>
                  </a:lnTo>
                  <a:lnTo>
                    <a:pt x="47930" y="30627"/>
                  </a:lnTo>
                  <a:lnTo>
                    <a:pt x="47429" y="30710"/>
                  </a:lnTo>
                  <a:lnTo>
                    <a:pt x="46922" y="30817"/>
                  </a:lnTo>
                  <a:lnTo>
                    <a:pt x="46409" y="30949"/>
                  </a:lnTo>
                  <a:lnTo>
                    <a:pt x="45890" y="31105"/>
                  </a:lnTo>
                  <a:lnTo>
                    <a:pt x="45363" y="31284"/>
                  </a:lnTo>
                  <a:lnTo>
                    <a:pt x="44826" y="31482"/>
                  </a:lnTo>
                  <a:lnTo>
                    <a:pt x="44278" y="31701"/>
                  </a:lnTo>
                  <a:lnTo>
                    <a:pt x="43721" y="31940"/>
                  </a:lnTo>
                  <a:lnTo>
                    <a:pt x="43154" y="32200"/>
                  </a:lnTo>
                  <a:lnTo>
                    <a:pt x="42576" y="32479"/>
                  </a:lnTo>
                  <a:lnTo>
                    <a:pt x="41988" y="32779"/>
                  </a:lnTo>
                  <a:lnTo>
                    <a:pt x="41391" y="33099"/>
                  </a:lnTo>
                  <a:lnTo>
                    <a:pt x="40783" y="33439"/>
                  </a:lnTo>
                  <a:lnTo>
                    <a:pt x="40165" y="33799"/>
                  </a:lnTo>
                  <a:lnTo>
                    <a:pt x="39535" y="34157"/>
                  </a:lnTo>
                  <a:lnTo>
                    <a:pt x="38894" y="34522"/>
                  </a:lnTo>
                  <a:lnTo>
                    <a:pt x="38239" y="34894"/>
                  </a:lnTo>
                  <a:lnTo>
                    <a:pt x="37572" y="35274"/>
                  </a:lnTo>
                  <a:lnTo>
                    <a:pt x="36892" y="35662"/>
                  </a:lnTo>
                  <a:lnTo>
                    <a:pt x="36199" y="36057"/>
                  </a:lnTo>
                  <a:lnTo>
                    <a:pt x="35494" y="36460"/>
                  </a:lnTo>
                  <a:lnTo>
                    <a:pt x="34777" y="36870"/>
                  </a:lnTo>
                  <a:lnTo>
                    <a:pt x="34046" y="37288"/>
                  </a:lnTo>
                  <a:lnTo>
                    <a:pt x="33303" y="37714"/>
                  </a:lnTo>
                  <a:lnTo>
                    <a:pt x="32612" y="38116"/>
                  </a:lnTo>
                  <a:lnTo>
                    <a:pt x="31918" y="38514"/>
                  </a:lnTo>
                  <a:lnTo>
                    <a:pt x="31221" y="38907"/>
                  </a:lnTo>
                  <a:lnTo>
                    <a:pt x="30522" y="39297"/>
                  </a:lnTo>
                  <a:lnTo>
                    <a:pt x="29820" y="39682"/>
                  </a:lnTo>
                  <a:lnTo>
                    <a:pt x="29116" y="40063"/>
                  </a:lnTo>
                  <a:lnTo>
                    <a:pt x="28409" y="40440"/>
                  </a:lnTo>
                  <a:lnTo>
                    <a:pt x="27700" y="40812"/>
                  </a:lnTo>
                  <a:lnTo>
                    <a:pt x="26988" y="41181"/>
                  </a:lnTo>
                  <a:lnTo>
                    <a:pt x="26273" y="41545"/>
                  </a:lnTo>
                  <a:lnTo>
                    <a:pt x="25557" y="41896"/>
                  </a:lnTo>
                  <a:lnTo>
                    <a:pt x="24841" y="42227"/>
                  </a:lnTo>
                  <a:lnTo>
                    <a:pt x="24123" y="42536"/>
                  </a:lnTo>
                  <a:lnTo>
                    <a:pt x="23404" y="42824"/>
                  </a:lnTo>
                  <a:lnTo>
                    <a:pt x="22685" y="43092"/>
                  </a:lnTo>
                  <a:lnTo>
                    <a:pt x="21965" y="43338"/>
                  </a:lnTo>
                  <a:lnTo>
                    <a:pt x="21244" y="43563"/>
                  </a:lnTo>
                  <a:lnTo>
                    <a:pt x="20522" y="43767"/>
                  </a:lnTo>
                  <a:lnTo>
                    <a:pt x="19799" y="43950"/>
                  </a:lnTo>
                  <a:lnTo>
                    <a:pt x="19075" y="44112"/>
                  </a:lnTo>
                  <a:lnTo>
                    <a:pt x="18352" y="44232"/>
                  </a:lnTo>
                  <a:lnTo>
                    <a:pt x="17632" y="44323"/>
                  </a:lnTo>
                  <a:lnTo>
                    <a:pt x="16915" y="44384"/>
                  </a:lnTo>
                  <a:lnTo>
                    <a:pt x="16199" y="44416"/>
                  </a:lnTo>
                  <a:lnTo>
                    <a:pt x="15487" y="44418"/>
                  </a:lnTo>
                  <a:lnTo>
                    <a:pt x="14777" y="44390"/>
                  </a:lnTo>
                  <a:lnTo>
                    <a:pt x="14069" y="44333"/>
                  </a:lnTo>
                  <a:lnTo>
                    <a:pt x="13364" y="44247"/>
                  </a:lnTo>
                  <a:lnTo>
                    <a:pt x="12661" y="44131"/>
                  </a:lnTo>
                  <a:lnTo>
                    <a:pt x="11961" y="43986"/>
                  </a:lnTo>
                  <a:lnTo>
                    <a:pt x="11265" y="43802"/>
                  </a:lnTo>
                  <a:lnTo>
                    <a:pt x="10574" y="43569"/>
                  </a:lnTo>
                  <a:lnTo>
                    <a:pt x="9888" y="43287"/>
                  </a:lnTo>
                  <a:lnTo>
                    <a:pt x="9207" y="42956"/>
                  </a:lnTo>
                  <a:lnTo>
                    <a:pt x="8530" y="42576"/>
                  </a:lnTo>
                  <a:lnTo>
                    <a:pt x="7859" y="42147"/>
                  </a:lnTo>
                  <a:lnTo>
                    <a:pt x="7194" y="41670"/>
                  </a:lnTo>
                  <a:lnTo>
                    <a:pt x="6533" y="41144"/>
                  </a:lnTo>
                  <a:lnTo>
                    <a:pt x="5877" y="40569"/>
                  </a:lnTo>
                  <a:lnTo>
                    <a:pt x="5226" y="39945"/>
                  </a:lnTo>
                  <a:lnTo>
                    <a:pt x="4054" y="38685"/>
                  </a:lnTo>
                  <a:lnTo>
                    <a:pt x="3030" y="37396"/>
                  </a:lnTo>
                  <a:lnTo>
                    <a:pt x="2155" y="36078"/>
                  </a:lnTo>
                  <a:lnTo>
                    <a:pt x="1427" y="34732"/>
                  </a:lnTo>
                  <a:lnTo>
                    <a:pt x="848" y="33357"/>
                  </a:lnTo>
                  <a:lnTo>
                    <a:pt x="417" y="31954"/>
                  </a:lnTo>
                  <a:lnTo>
                    <a:pt x="134" y="30522"/>
                  </a:lnTo>
                  <a:lnTo>
                    <a:pt x="0" y="29061"/>
                  </a:lnTo>
                  <a:lnTo>
                    <a:pt x="13" y="27572"/>
                  </a:lnTo>
                  <a:lnTo>
                    <a:pt x="175" y="26054"/>
                  </a:lnTo>
                  <a:lnTo>
                    <a:pt x="484" y="24497"/>
                  </a:lnTo>
                  <a:lnTo>
                    <a:pt x="939" y="22925"/>
                  </a:lnTo>
                  <a:lnTo>
                    <a:pt x="1541" y="21338"/>
                  </a:lnTo>
                  <a:lnTo>
                    <a:pt x="2289" y="19736"/>
                  </a:lnTo>
                  <a:lnTo>
                    <a:pt x="3184" y="18119"/>
                  </a:lnTo>
                  <a:lnTo>
                    <a:pt x="4226" y="16486"/>
                  </a:lnTo>
                  <a:lnTo>
                    <a:pt x="5414" y="14839"/>
                  </a:lnTo>
                  <a:lnTo>
                    <a:pt x="6748" y="13176"/>
                  </a:lnTo>
                  <a:lnTo>
                    <a:pt x="8229" y="11498"/>
                  </a:lnTo>
                  <a:lnTo>
                    <a:pt x="9856" y="9805"/>
                  </a:lnTo>
                  <a:lnTo>
                    <a:pt x="11359" y="8356"/>
                  </a:lnTo>
                  <a:lnTo>
                    <a:pt x="12852" y="7022"/>
                  </a:lnTo>
                  <a:lnTo>
                    <a:pt x="14336" y="5803"/>
                  </a:lnTo>
                  <a:lnTo>
                    <a:pt x="15810" y="4700"/>
                  </a:lnTo>
                  <a:lnTo>
                    <a:pt x="17276" y="3712"/>
                  </a:lnTo>
                  <a:lnTo>
                    <a:pt x="18732" y="2839"/>
                  </a:lnTo>
                  <a:lnTo>
                    <a:pt x="20179" y="2082"/>
                  </a:lnTo>
                  <a:lnTo>
                    <a:pt x="21616" y="1440"/>
                  </a:lnTo>
                  <a:lnTo>
                    <a:pt x="23044" y="913"/>
                  </a:lnTo>
                  <a:lnTo>
                    <a:pt x="24463" y="502"/>
                  </a:lnTo>
                  <a:lnTo>
                    <a:pt x="25885" y="205"/>
                  </a:lnTo>
                  <a:lnTo>
                    <a:pt x="27306" y="37"/>
                  </a:lnTo>
                  <a:lnTo>
                    <a:pt x="28724" y="0"/>
                  </a:lnTo>
                  <a:lnTo>
                    <a:pt x="30141" y="91"/>
                  </a:lnTo>
                  <a:lnTo>
                    <a:pt x="31556" y="313"/>
                  </a:lnTo>
                  <a:lnTo>
                    <a:pt x="32970" y="664"/>
                  </a:lnTo>
                  <a:lnTo>
                    <a:pt x="34382" y="1144"/>
                  </a:lnTo>
                  <a:lnTo>
                    <a:pt x="35792" y="1755"/>
                  </a:lnTo>
                  <a:lnTo>
                    <a:pt x="37200" y="2495"/>
                  </a:lnTo>
                  <a:lnTo>
                    <a:pt x="38607" y="3365"/>
                  </a:lnTo>
                  <a:lnTo>
                    <a:pt x="32630" y="11026"/>
                  </a:lnTo>
                  <a:lnTo>
                    <a:pt x="32200" y="10760"/>
                  </a:lnTo>
                  <a:lnTo>
                    <a:pt x="31769" y="10519"/>
                  </a:lnTo>
                  <a:lnTo>
                    <a:pt x="31338" y="10302"/>
                  </a:lnTo>
                  <a:lnTo>
                    <a:pt x="30906" y="10110"/>
                  </a:lnTo>
                  <a:lnTo>
                    <a:pt x="30472" y="9942"/>
                  </a:lnTo>
                  <a:lnTo>
                    <a:pt x="30038" y="9798"/>
                  </a:lnTo>
                  <a:lnTo>
                    <a:pt x="29604" y="9679"/>
                  </a:lnTo>
                  <a:lnTo>
                    <a:pt x="29168" y="9585"/>
                  </a:lnTo>
                  <a:lnTo>
                    <a:pt x="28731" y="9514"/>
                  </a:lnTo>
                  <a:lnTo>
                    <a:pt x="28294" y="9468"/>
                  </a:lnTo>
                  <a:lnTo>
                    <a:pt x="27849" y="9436"/>
                  </a:lnTo>
                  <a:lnTo>
                    <a:pt x="27405" y="9421"/>
                  </a:lnTo>
                  <a:lnTo>
                    <a:pt x="26963" y="9425"/>
                  </a:lnTo>
                  <a:lnTo>
                    <a:pt x="26523" y="9448"/>
                  </a:lnTo>
                  <a:lnTo>
                    <a:pt x="26084" y="9489"/>
                  </a:lnTo>
                  <a:lnTo>
                    <a:pt x="25647" y="9549"/>
                  </a:lnTo>
                  <a:lnTo>
                    <a:pt x="25212" y="9627"/>
                  </a:lnTo>
                  <a:lnTo>
                    <a:pt x="24778" y="9724"/>
                  </a:lnTo>
                  <a:lnTo>
                    <a:pt x="24346" y="9840"/>
                  </a:lnTo>
                  <a:lnTo>
                    <a:pt x="23916" y="9973"/>
                  </a:lnTo>
                  <a:lnTo>
                    <a:pt x="23479" y="10117"/>
                  </a:lnTo>
                  <a:lnTo>
                    <a:pt x="23044" y="10277"/>
                  </a:lnTo>
                  <a:lnTo>
                    <a:pt x="22610" y="10453"/>
                  </a:lnTo>
                  <a:lnTo>
                    <a:pt x="22178" y="10647"/>
                  </a:lnTo>
                  <a:lnTo>
                    <a:pt x="21748" y="10857"/>
                  </a:lnTo>
                  <a:lnTo>
                    <a:pt x="21320" y="11085"/>
                  </a:lnTo>
                  <a:lnTo>
                    <a:pt x="20893" y="11329"/>
                  </a:lnTo>
                  <a:lnTo>
                    <a:pt x="20468" y="11590"/>
                  </a:lnTo>
                  <a:lnTo>
                    <a:pt x="20044" y="11868"/>
                  </a:lnTo>
                  <a:lnTo>
                    <a:pt x="19622" y="12162"/>
                  </a:lnTo>
                  <a:lnTo>
                    <a:pt x="19203" y="12454"/>
                  </a:lnTo>
                  <a:lnTo>
                    <a:pt x="18787" y="12755"/>
                  </a:lnTo>
                  <a:lnTo>
                    <a:pt x="18375" y="13067"/>
                  </a:lnTo>
                  <a:lnTo>
                    <a:pt x="17966" y="13388"/>
                  </a:lnTo>
                  <a:lnTo>
                    <a:pt x="17560" y="13720"/>
                  </a:lnTo>
                  <a:lnTo>
                    <a:pt x="17157" y="14062"/>
                  </a:lnTo>
                  <a:lnTo>
                    <a:pt x="16758" y="14414"/>
                  </a:lnTo>
                  <a:lnTo>
                    <a:pt x="16363" y="14776"/>
                  </a:lnTo>
                  <a:lnTo>
                    <a:pt x="15970" y="15148"/>
                  </a:lnTo>
                  <a:lnTo>
                    <a:pt x="15581" y="15530"/>
                  </a:lnTo>
                  <a:lnTo>
                    <a:pt x="14597" y="16546"/>
                  </a:lnTo>
                  <a:lnTo>
                    <a:pt x="13697" y="17539"/>
                  </a:lnTo>
                  <a:lnTo>
                    <a:pt x="12883" y="18509"/>
                  </a:lnTo>
                  <a:lnTo>
                    <a:pt x="12153" y="19457"/>
                  </a:lnTo>
                  <a:lnTo>
                    <a:pt x="11509" y="20381"/>
                  </a:lnTo>
                  <a:lnTo>
                    <a:pt x="10949" y="21284"/>
                  </a:lnTo>
                  <a:lnTo>
                    <a:pt x="10475" y="22163"/>
                  </a:lnTo>
                  <a:lnTo>
                    <a:pt x="10085" y="23020"/>
                  </a:lnTo>
                  <a:lnTo>
                    <a:pt x="9781" y="23853"/>
                  </a:lnTo>
                  <a:lnTo>
                    <a:pt x="9562" y="24665"/>
                  </a:lnTo>
                  <a:lnTo>
                    <a:pt x="9425" y="25456"/>
                  </a:lnTo>
                  <a:lnTo>
                    <a:pt x="9370" y="26231"/>
                  </a:lnTo>
                  <a:lnTo>
                    <a:pt x="9395" y="26988"/>
                  </a:lnTo>
                  <a:lnTo>
                    <a:pt x="9501" y="27729"/>
                  </a:lnTo>
                  <a:lnTo>
                    <a:pt x="9688" y="28453"/>
                  </a:lnTo>
                  <a:lnTo>
                    <a:pt x="9956" y="29160"/>
                  </a:lnTo>
                  <a:lnTo>
                    <a:pt x="10304" y="29851"/>
                  </a:lnTo>
                  <a:lnTo>
                    <a:pt x="10734" y="30524"/>
                  </a:lnTo>
                  <a:lnTo>
                    <a:pt x="11244" y="31181"/>
                  </a:lnTo>
                  <a:lnTo>
                    <a:pt x="11835" y="31821"/>
                  </a:lnTo>
                  <a:lnTo>
                    <a:pt x="12208" y="32176"/>
                  </a:lnTo>
                  <a:lnTo>
                    <a:pt x="12586" y="32501"/>
                  </a:lnTo>
                  <a:lnTo>
                    <a:pt x="12969" y="32796"/>
                  </a:lnTo>
                  <a:lnTo>
                    <a:pt x="13357" y="33060"/>
                  </a:lnTo>
                  <a:lnTo>
                    <a:pt x="13750" y="33294"/>
                  </a:lnTo>
                  <a:lnTo>
                    <a:pt x="14148" y="33498"/>
                  </a:lnTo>
                  <a:lnTo>
                    <a:pt x="14552" y="33671"/>
                  </a:lnTo>
                  <a:lnTo>
                    <a:pt x="14960" y="33814"/>
                  </a:lnTo>
                  <a:lnTo>
                    <a:pt x="15373" y="33927"/>
                  </a:lnTo>
                  <a:lnTo>
                    <a:pt x="15792" y="34010"/>
                  </a:lnTo>
                  <a:lnTo>
                    <a:pt x="16216" y="34050"/>
                  </a:lnTo>
                  <a:lnTo>
                    <a:pt x="16647" y="34070"/>
                  </a:lnTo>
                  <a:lnTo>
                    <a:pt x="17085" y="34070"/>
                  </a:lnTo>
                  <a:lnTo>
                    <a:pt x="17530" y="34050"/>
                  </a:lnTo>
                  <a:lnTo>
                    <a:pt x="17981" y="34010"/>
                  </a:lnTo>
                  <a:lnTo>
                    <a:pt x="18439" y="33949"/>
                  </a:lnTo>
                  <a:lnTo>
                    <a:pt x="18904" y="33868"/>
                  </a:lnTo>
                  <a:lnTo>
                    <a:pt x="19375" y="33767"/>
                  </a:lnTo>
                  <a:lnTo>
                    <a:pt x="19853" y="33646"/>
                  </a:lnTo>
                  <a:lnTo>
                    <a:pt x="20338" y="33505"/>
                  </a:lnTo>
                  <a:lnTo>
                    <a:pt x="20831" y="33328"/>
                  </a:lnTo>
                  <a:lnTo>
                    <a:pt x="21333" y="33136"/>
                  </a:lnTo>
                  <a:lnTo>
                    <a:pt x="21845" y="32927"/>
                  </a:lnTo>
                  <a:lnTo>
                    <a:pt x="22365" y="32703"/>
                  </a:lnTo>
                  <a:lnTo>
                    <a:pt x="22895" y="32463"/>
                  </a:lnTo>
                  <a:lnTo>
                    <a:pt x="23435" y="32206"/>
                  </a:lnTo>
                  <a:lnTo>
                    <a:pt x="23983" y="31934"/>
                  </a:lnTo>
                  <a:lnTo>
                    <a:pt x="24541" y="31646"/>
                  </a:lnTo>
                  <a:lnTo>
                    <a:pt x="25108" y="31341"/>
                  </a:lnTo>
                  <a:lnTo>
                    <a:pt x="25684" y="31021"/>
                  </a:lnTo>
                  <a:lnTo>
                    <a:pt x="26262" y="30680"/>
                  </a:lnTo>
                  <a:lnTo>
                    <a:pt x="26851" y="30332"/>
                  </a:lnTo>
                  <a:lnTo>
                    <a:pt x="27451" y="29977"/>
                  </a:lnTo>
                  <a:lnTo>
                    <a:pt x="28062" y="29613"/>
                  </a:lnTo>
                  <a:lnTo>
                    <a:pt x="28683" y="29242"/>
                  </a:lnTo>
                  <a:lnTo>
                    <a:pt x="29316" y="28864"/>
                  </a:lnTo>
                  <a:lnTo>
                    <a:pt x="29960" y="28478"/>
                  </a:lnTo>
                  <a:lnTo>
                    <a:pt x="30614" y="28084"/>
                  </a:lnTo>
                  <a:lnTo>
                    <a:pt x="31280" y="27683"/>
                  </a:lnTo>
                  <a:lnTo>
                    <a:pt x="31956" y="27275"/>
                  </a:lnTo>
                  <a:lnTo>
                    <a:pt x="32413" y="27005"/>
                  </a:lnTo>
                  <a:lnTo>
                    <a:pt x="32872" y="26736"/>
                  </a:lnTo>
                  <a:lnTo>
                    <a:pt x="33335" y="26466"/>
                  </a:lnTo>
                  <a:lnTo>
                    <a:pt x="33802" y="26197"/>
                  </a:lnTo>
                  <a:lnTo>
                    <a:pt x="34272" y="25927"/>
                  </a:lnTo>
                  <a:lnTo>
                    <a:pt x="34745" y="25658"/>
                  </a:lnTo>
                  <a:lnTo>
                    <a:pt x="35221" y="25389"/>
                  </a:lnTo>
                  <a:lnTo>
                    <a:pt x="35701" y="25119"/>
                  </a:lnTo>
                  <a:lnTo>
                    <a:pt x="36184" y="24850"/>
                  </a:lnTo>
                  <a:lnTo>
                    <a:pt x="36671" y="24580"/>
                  </a:lnTo>
                  <a:lnTo>
                    <a:pt x="37152" y="24306"/>
                  </a:lnTo>
                  <a:lnTo>
                    <a:pt x="37636" y="24040"/>
                  </a:lnTo>
                  <a:lnTo>
                    <a:pt x="38122" y="23781"/>
                  </a:lnTo>
                  <a:lnTo>
                    <a:pt x="38611" y="23530"/>
                  </a:lnTo>
                  <a:lnTo>
                    <a:pt x="39102" y="23286"/>
                  </a:lnTo>
                  <a:lnTo>
                    <a:pt x="39596" y="23050"/>
                  </a:lnTo>
                  <a:lnTo>
                    <a:pt x="40092" y="22821"/>
                  </a:lnTo>
                  <a:lnTo>
                    <a:pt x="40591" y="22600"/>
                  </a:lnTo>
                  <a:lnTo>
                    <a:pt x="41092" y="22387"/>
                  </a:lnTo>
                  <a:lnTo>
                    <a:pt x="41596" y="22181"/>
                  </a:lnTo>
                  <a:lnTo>
                    <a:pt x="42102" y="21968"/>
                  </a:lnTo>
                  <a:lnTo>
                    <a:pt x="42608" y="21765"/>
                  </a:lnTo>
                  <a:lnTo>
                    <a:pt x="43115" y="21574"/>
                  </a:lnTo>
                  <a:lnTo>
                    <a:pt x="43623" y="21393"/>
                  </a:lnTo>
                  <a:lnTo>
                    <a:pt x="44132" y="21223"/>
                  </a:lnTo>
                  <a:lnTo>
                    <a:pt x="44642" y="21065"/>
                  </a:lnTo>
                  <a:lnTo>
                    <a:pt x="45153" y="20917"/>
                  </a:lnTo>
                  <a:lnTo>
                    <a:pt x="45664" y="20780"/>
                  </a:lnTo>
                  <a:lnTo>
                    <a:pt x="46176" y="20654"/>
                  </a:lnTo>
                  <a:lnTo>
                    <a:pt x="46690" y="20539"/>
                  </a:lnTo>
                  <a:lnTo>
                    <a:pt x="47203" y="20421"/>
                  </a:lnTo>
                  <a:lnTo>
                    <a:pt x="47717" y="20320"/>
                  </a:lnTo>
                  <a:lnTo>
                    <a:pt x="48230" y="20236"/>
                  </a:lnTo>
                  <a:lnTo>
                    <a:pt x="48744" y="20169"/>
                  </a:lnTo>
                  <a:lnTo>
                    <a:pt x="49257" y="20118"/>
                  </a:lnTo>
                  <a:lnTo>
                    <a:pt x="49771" y="20085"/>
                  </a:lnTo>
                  <a:lnTo>
                    <a:pt x="50284" y="20068"/>
                  </a:lnTo>
                  <a:lnTo>
                    <a:pt x="50798" y="20068"/>
                  </a:lnTo>
                  <a:lnTo>
                    <a:pt x="51312" y="20085"/>
                  </a:lnTo>
                  <a:lnTo>
                    <a:pt x="51825" y="20118"/>
                  </a:lnTo>
                  <a:lnTo>
                    <a:pt x="52338" y="20170"/>
                  </a:lnTo>
                  <a:lnTo>
                    <a:pt x="52851" y="20241"/>
                  </a:lnTo>
                  <a:lnTo>
                    <a:pt x="53362" y="20332"/>
                  </a:lnTo>
                  <a:lnTo>
                    <a:pt x="53873" y="20442"/>
                  </a:lnTo>
                  <a:lnTo>
                    <a:pt x="54382" y="20571"/>
                  </a:lnTo>
                  <a:lnTo>
                    <a:pt x="54891" y="20719"/>
                  </a:lnTo>
                  <a:lnTo>
                    <a:pt x="55399" y="20887"/>
                  </a:lnTo>
                  <a:lnTo>
                    <a:pt x="55907" y="21075"/>
                  </a:lnTo>
                  <a:lnTo>
                    <a:pt x="56413" y="21281"/>
                  </a:lnTo>
                  <a:lnTo>
                    <a:pt x="56919" y="21507"/>
                  </a:lnTo>
                  <a:lnTo>
                    <a:pt x="57431" y="21748"/>
                  </a:lnTo>
                  <a:lnTo>
                    <a:pt x="57941" y="22014"/>
                  </a:lnTo>
                  <a:lnTo>
                    <a:pt x="58448" y="22307"/>
                  </a:lnTo>
                  <a:lnTo>
                    <a:pt x="58953" y="22626"/>
                  </a:lnTo>
                  <a:lnTo>
                    <a:pt x="59455" y="22970"/>
                  </a:lnTo>
                  <a:lnTo>
                    <a:pt x="59954" y="23341"/>
                  </a:lnTo>
                  <a:lnTo>
                    <a:pt x="60452" y="23738"/>
                  </a:lnTo>
                  <a:lnTo>
                    <a:pt x="60946" y="24161"/>
                  </a:lnTo>
                  <a:lnTo>
                    <a:pt x="61438" y="2461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h139"/>
            <p:cNvSpPr/>
            <p:nvPr/>
          </p:nvSpPr>
          <p:spPr>
            <a:xfrm>
              <a:off x="5896198" y="6094177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h140"/>
            <p:cNvSpPr/>
            <p:nvPr/>
          </p:nvSpPr>
          <p:spPr>
            <a:xfrm>
              <a:off x="5939197" y="6038351"/>
              <a:ext cx="89010" cy="89502"/>
            </a:xfrm>
            <a:custGeom>
              <a:avLst/>
              <a:pathLst>
                <a:path w="89010" h="89502">
                  <a:moveTo>
                    <a:pt x="49736" y="89502"/>
                  </a:moveTo>
                  <a:lnTo>
                    <a:pt x="44389" y="84156"/>
                  </a:lnTo>
                  <a:lnTo>
                    <a:pt x="43855" y="82744"/>
                  </a:lnTo>
                  <a:lnTo>
                    <a:pt x="43362" y="81337"/>
                  </a:lnTo>
                  <a:lnTo>
                    <a:pt x="42912" y="79935"/>
                  </a:lnTo>
                  <a:lnTo>
                    <a:pt x="42504" y="78539"/>
                  </a:lnTo>
                  <a:lnTo>
                    <a:pt x="42137" y="77147"/>
                  </a:lnTo>
                  <a:lnTo>
                    <a:pt x="41813" y="75760"/>
                  </a:lnTo>
                  <a:lnTo>
                    <a:pt x="41531" y="74379"/>
                  </a:lnTo>
                  <a:lnTo>
                    <a:pt x="41291" y="73002"/>
                  </a:lnTo>
                  <a:lnTo>
                    <a:pt x="41093" y="71631"/>
                  </a:lnTo>
                  <a:lnTo>
                    <a:pt x="40938" y="70264"/>
                  </a:lnTo>
                  <a:lnTo>
                    <a:pt x="40814" y="68888"/>
                  </a:lnTo>
                  <a:lnTo>
                    <a:pt x="40710" y="67521"/>
                  </a:lnTo>
                  <a:lnTo>
                    <a:pt x="40628" y="66164"/>
                  </a:lnTo>
                  <a:lnTo>
                    <a:pt x="40567" y="64816"/>
                  </a:lnTo>
                  <a:lnTo>
                    <a:pt x="40527" y="63477"/>
                  </a:lnTo>
                  <a:lnTo>
                    <a:pt x="40508" y="62147"/>
                  </a:lnTo>
                  <a:lnTo>
                    <a:pt x="40510" y="60826"/>
                  </a:lnTo>
                  <a:lnTo>
                    <a:pt x="40534" y="59515"/>
                  </a:lnTo>
                  <a:lnTo>
                    <a:pt x="40578" y="58213"/>
                  </a:lnTo>
                  <a:lnTo>
                    <a:pt x="40643" y="56920"/>
                  </a:lnTo>
                  <a:lnTo>
                    <a:pt x="40714" y="55629"/>
                  </a:lnTo>
                  <a:lnTo>
                    <a:pt x="40793" y="54349"/>
                  </a:lnTo>
                  <a:lnTo>
                    <a:pt x="40879" y="53080"/>
                  </a:lnTo>
                  <a:lnTo>
                    <a:pt x="40973" y="51822"/>
                  </a:lnTo>
                  <a:lnTo>
                    <a:pt x="41074" y="50574"/>
                  </a:lnTo>
                  <a:lnTo>
                    <a:pt x="41184" y="49338"/>
                  </a:lnTo>
                  <a:lnTo>
                    <a:pt x="41300" y="48113"/>
                  </a:lnTo>
                  <a:lnTo>
                    <a:pt x="41424" y="46898"/>
                  </a:lnTo>
                  <a:lnTo>
                    <a:pt x="41556" y="45695"/>
                  </a:lnTo>
                  <a:lnTo>
                    <a:pt x="41695" y="44502"/>
                  </a:lnTo>
                  <a:lnTo>
                    <a:pt x="41840" y="43314"/>
                  </a:lnTo>
                  <a:lnTo>
                    <a:pt x="41972" y="42138"/>
                  </a:lnTo>
                  <a:lnTo>
                    <a:pt x="42089" y="40976"/>
                  </a:lnTo>
                  <a:lnTo>
                    <a:pt x="42194" y="39828"/>
                  </a:lnTo>
                  <a:lnTo>
                    <a:pt x="42285" y="38693"/>
                  </a:lnTo>
                  <a:lnTo>
                    <a:pt x="42362" y="37572"/>
                  </a:lnTo>
                  <a:lnTo>
                    <a:pt x="42426" y="36464"/>
                  </a:lnTo>
                  <a:lnTo>
                    <a:pt x="42477" y="35369"/>
                  </a:lnTo>
                  <a:lnTo>
                    <a:pt x="42514" y="34288"/>
                  </a:lnTo>
                  <a:lnTo>
                    <a:pt x="42537" y="33221"/>
                  </a:lnTo>
                  <a:lnTo>
                    <a:pt x="42541" y="32168"/>
                  </a:lnTo>
                  <a:lnTo>
                    <a:pt x="42519" y="31131"/>
                  </a:lnTo>
                  <a:lnTo>
                    <a:pt x="42470" y="30110"/>
                  </a:lnTo>
                  <a:lnTo>
                    <a:pt x="42396" y="29106"/>
                  </a:lnTo>
                  <a:lnTo>
                    <a:pt x="42295" y="28117"/>
                  </a:lnTo>
                  <a:lnTo>
                    <a:pt x="42169" y="27144"/>
                  </a:lnTo>
                  <a:lnTo>
                    <a:pt x="42016" y="26187"/>
                  </a:lnTo>
                  <a:lnTo>
                    <a:pt x="41837" y="25246"/>
                  </a:lnTo>
                  <a:lnTo>
                    <a:pt x="41632" y="24322"/>
                  </a:lnTo>
                  <a:lnTo>
                    <a:pt x="41401" y="23413"/>
                  </a:lnTo>
                  <a:lnTo>
                    <a:pt x="41141" y="22513"/>
                  </a:lnTo>
                  <a:lnTo>
                    <a:pt x="40832" y="21631"/>
                  </a:lnTo>
                  <a:lnTo>
                    <a:pt x="40474" y="20768"/>
                  </a:lnTo>
                  <a:lnTo>
                    <a:pt x="40067" y="19924"/>
                  </a:lnTo>
                  <a:lnTo>
                    <a:pt x="39612" y="19098"/>
                  </a:lnTo>
                  <a:lnTo>
                    <a:pt x="39107" y="18291"/>
                  </a:lnTo>
                  <a:lnTo>
                    <a:pt x="38554" y="17502"/>
                  </a:lnTo>
                  <a:lnTo>
                    <a:pt x="37952" y="16731"/>
                  </a:lnTo>
                  <a:lnTo>
                    <a:pt x="37302" y="15980"/>
                  </a:lnTo>
                  <a:lnTo>
                    <a:pt x="36602" y="15246"/>
                  </a:lnTo>
                  <a:lnTo>
                    <a:pt x="36095" y="14755"/>
                  </a:lnTo>
                  <a:lnTo>
                    <a:pt x="35587" y="14292"/>
                  </a:lnTo>
                  <a:lnTo>
                    <a:pt x="35075" y="13856"/>
                  </a:lnTo>
                  <a:lnTo>
                    <a:pt x="34561" y="13448"/>
                  </a:lnTo>
                  <a:lnTo>
                    <a:pt x="34045" y="13068"/>
                  </a:lnTo>
                  <a:lnTo>
                    <a:pt x="33526" y="12716"/>
                  </a:lnTo>
                  <a:lnTo>
                    <a:pt x="33004" y="12391"/>
                  </a:lnTo>
                  <a:lnTo>
                    <a:pt x="32480" y="12094"/>
                  </a:lnTo>
                  <a:lnTo>
                    <a:pt x="31953" y="11825"/>
                  </a:lnTo>
                  <a:lnTo>
                    <a:pt x="31424" y="11584"/>
                  </a:lnTo>
                  <a:lnTo>
                    <a:pt x="30885" y="11361"/>
                  </a:lnTo>
                  <a:lnTo>
                    <a:pt x="30345" y="11165"/>
                  </a:lnTo>
                  <a:lnTo>
                    <a:pt x="29804" y="10994"/>
                  </a:lnTo>
                  <a:lnTo>
                    <a:pt x="29262" y="10850"/>
                  </a:lnTo>
                  <a:lnTo>
                    <a:pt x="28720" y="10732"/>
                  </a:lnTo>
                  <a:lnTo>
                    <a:pt x="28176" y="10639"/>
                  </a:lnTo>
                  <a:lnTo>
                    <a:pt x="27632" y="10573"/>
                  </a:lnTo>
                  <a:lnTo>
                    <a:pt x="27087" y="10533"/>
                  </a:lnTo>
                  <a:lnTo>
                    <a:pt x="26541" y="10519"/>
                  </a:lnTo>
                  <a:lnTo>
                    <a:pt x="25994" y="10532"/>
                  </a:lnTo>
                  <a:lnTo>
                    <a:pt x="25448" y="10570"/>
                  </a:lnTo>
                  <a:lnTo>
                    <a:pt x="24903" y="10633"/>
                  </a:lnTo>
                  <a:lnTo>
                    <a:pt x="24360" y="10721"/>
                  </a:lnTo>
                  <a:lnTo>
                    <a:pt x="23819" y="10835"/>
                  </a:lnTo>
                  <a:lnTo>
                    <a:pt x="23279" y="10974"/>
                  </a:lnTo>
                  <a:lnTo>
                    <a:pt x="22741" y="11138"/>
                  </a:lnTo>
                  <a:lnTo>
                    <a:pt x="22205" y="11327"/>
                  </a:lnTo>
                  <a:lnTo>
                    <a:pt x="21670" y="11542"/>
                  </a:lnTo>
                  <a:lnTo>
                    <a:pt x="21137" y="11782"/>
                  </a:lnTo>
                  <a:lnTo>
                    <a:pt x="20606" y="12047"/>
                  </a:lnTo>
                  <a:lnTo>
                    <a:pt x="20078" y="12319"/>
                  </a:lnTo>
                  <a:lnTo>
                    <a:pt x="19553" y="12615"/>
                  </a:lnTo>
                  <a:lnTo>
                    <a:pt x="19034" y="12932"/>
                  </a:lnTo>
                  <a:lnTo>
                    <a:pt x="18518" y="13273"/>
                  </a:lnTo>
                  <a:lnTo>
                    <a:pt x="18006" y="13636"/>
                  </a:lnTo>
                  <a:lnTo>
                    <a:pt x="17499" y="14022"/>
                  </a:lnTo>
                  <a:lnTo>
                    <a:pt x="16996" y="14431"/>
                  </a:lnTo>
                  <a:lnTo>
                    <a:pt x="16497" y="14862"/>
                  </a:lnTo>
                  <a:lnTo>
                    <a:pt x="16003" y="15317"/>
                  </a:lnTo>
                  <a:lnTo>
                    <a:pt x="15512" y="15794"/>
                  </a:lnTo>
                  <a:lnTo>
                    <a:pt x="15067" y="16252"/>
                  </a:lnTo>
                  <a:lnTo>
                    <a:pt x="14638" y="16718"/>
                  </a:lnTo>
                  <a:lnTo>
                    <a:pt x="14228" y="17191"/>
                  </a:lnTo>
                  <a:lnTo>
                    <a:pt x="13835" y="17673"/>
                  </a:lnTo>
                  <a:lnTo>
                    <a:pt x="13460" y="18161"/>
                  </a:lnTo>
                  <a:lnTo>
                    <a:pt x="13103" y="18658"/>
                  </a:lnTo>
                  <a:lnTo>
                    <a:pt x="12763" y="19162"/>
                  </a:lnTo>
                  <a:lnTo>
                    <a:pt x="12441" y="19673"/>
                  </a:lnTo>
                  <a:lnTo>
                    <a:pt x="12137" y="20192"/>
                  </a:lnTo>
                  <a:lnTo>
                    <a:pt x="11850" y="20719"/>
                  </a:lnTo>
                  <a:lnTo>
                    <a:pt x="11591" y="21243"/>
                  </a:lnTo>
                  <a:lnTo>
                    <a:pt x="11353" y="21771"/>
                  </a:lnTo>
                  <a:lnTo>
                    <a:pt x="11137" y="22304"/>
                  </a:lnTo>
                  <a:lnTo>
                    <a:pt x="10941" y="22840"/>
                  </a:lnTo>
                  <a:lnTo>
                    <a:pt x="10766" y="23381"/>
                  </a:lnTo>
                  <a:lnTo>
                    <a:pt x="10612" y="23926"/>
                  </a:lnTo>
                  <a:lnTo>
                    <a:pt x="10480" y="24476"/>
                  </a:lnTo>
                  <a:lnTo>
                    <a:pt x="10368" y="25029"/>
                  </a:lnTo>
                  <a:lnTo>
                    <a:pt x="10278" y="25587"/>
                  </a:lnTo>
                  <a:lnTo>
                    <a:pt x="10208" y="26149"/>
                  </a:lnTo>
                  <a:lnTo>
                    <a:pt x="10161" y="26714"/>
                  </a:lnTo>
                  <a:lnTo>
                    <a:pt x="10138" y="27280"/>
                  </a:lnTo>
                  <a:lnTo>
                    <a:pt x="10138" y="27849"/>
                  </a:lnTo>
                  <a:lnTo>
                    <a:pt x="10161" y="28419"/>
                  </a:lnTo>
                  <a:lnTo>
                    <a:pt x="10208" y="28990"/>
                  </a:lnTo>
                  <a:lnTo>
                    <a:pt x="10279" y="29564"/>
                  </a:lnTo>
                  <a:lnTo>
                    <a:pt x="10373" y="30139"/>
                  </a:lnTo>
                  <a:lnTo>
                    <a:pt x="10491" y="30715"/>
                  </a:lnTo>
                  <a:lnTo>
                    <a:pt x="10633" y="31294"/>
                  </a:lnTo>
                  <a:lnTo>
                    <a:pt x="10798" y="31874"/>
                  </a:lnTo>
                  <a:lnTo>
                    <a:pt x="10988" y="32437"/>
                  </a:lnTo>
                  <a:lnTo>
                    <a:pt x="11203" y="33000"/>
                  </a:lnTo>
                  <a:lnTo>
                    <a:pt x="11446" y="33562"/>
                  </a:lnTo>
                  <a:lnTo>
                    <a:pt x="11714" y="34123"/>
                  </a:lnTo>
                  <a:lnTo>
                    <a:pt x="12008" y="34684"/>
                  </a:lnTo>
                  <a:lnTo>
                    <a:pt x="12328" y="35243"/>
                  </a:lnTo>
                  <a:lnTo>
                    <a:pt x="12675" y="35802"/>
                  </a:lnTo>
                  <a:lnTo>
                    <a:pt x="13047" y="36359"/>
                  </a:lnTo>
                  <a:lnTo>
                    <a:pt x="13446" y="36916"/>
                  </a:lnTo>
                  <a:lnTo>
                    <a:pt x="13871" y="37472"/>
                  </a:lnTo>
                  <a:lnTo>
                    <a:pt x="5410" y="44502"/>
                  </a:lnTo>
                  <a:lnTo>
                    <a:pt x="4859" y="43780"/>
                  </a:lnTo>
                  <a:lnTo>
                    <a:pt x="4337" y="43046"/>
                  </a:lnTo>
                  <a:lnTo>
                    <a:pt x="3842" y="42299"/>
                  </a:lnTo>
                  <a:lnTo>
                    <a:pt x="3376" y="41539"/>
                  </a:lnTo>
                  <a:lnTo>
                    <a:pt x="2936" y="40766"/>
                  </a:lnTo>
                  <a:lnTo>
                    <a:pt x="2525" y="39981"/>
                  </a:lnTo>
                  <a:lnTo>
                    <a:pt x="2142" y="39184"/>
                  </a:lnTo>
                  <a:lnTo>
                    <a:pt x="1786" y="38373"/>
                  </a:lnTo>
                  <a:lnTo>
                    <a:pt x="1458" y="37550"/>
                  </a:lnTo>
                  <a:lnTo>
                    <a:pt x="1158" y="36715"/>
                  </a:lnTo>
                  <a:lnTo>
                    <a:pt x="889" y="35869"/>
                  </a:lnTo>
                  <a:lnTo>
                    <a:pt x="656" y="35017"/>
                  </a:lnTo>
                  <a:lnTo>
                    <a:pt x="458" y="34159"/>
                  </a:lnTo>
                  <a:lnTo>
                    <a:pt x="296" y="33293"/>
                  </a:lnTo>
                  <a:lnTo>
                    <a:pt x="169" y="32421"/>
                  </a:lnTo>
                  <a:lnTo>
                    <a:pt x="77" y="31542"/>
                  </a:lnTo>
                  <a:lnTo>
                    <a:pt x="21" y="30656"/>
                  </a:lnTo>
                  <a:lnTo>
                    <a:pt x="0" y="29764"/>
                  </a:lnTo>
                  <a:lnTo>
                    <a:pt x="14" y="28865"/>
                  </a:lnTo>
                  <a:lnTo>
                    <a:pt x="63" y="27959"/>
                  </a:lnTo>
                  <a:lnTo>
                    <a:pt x="141" y="27041"/>
                  </a:lnTo>
                  <a:lnTo>
                    <a:pt x="257" y="26122"/>
                  </a:lnTo>
                  <a:lnTo>
                    <a:pt x="411" y="25202"/>
                  </a:lnTo>
                  <a:lnTo>
                    <a:pt x="602" y="24282"/>
                  </a:lnTo>
                  <a:lnTo>
                    <a:pt x="832" y="23360"/>
                  </a:lnTo>
                  <a:lnTo>
                    <a:pt x="1099" y="22438"/>
                  </a:lnTo>
                  <a:lnTo>
                    <a:pt x="1404" y="21515"/>
                  </a:lnTo>
                  <a:lnTo>
                    <a:pt x="1747" y="20591"/>
                  </a:lnTo>
                  <a:lnTo>
                    <a:pt x="2128" y="19666"/>
                  </a:lnTo>
                  <a:lnTo>
                    <a:pt x="2547" y="18740"/>
                  </a:lnTo>
                  <a:lnTo>
                    <a:pt x="3016" y="17807"/>
                  </a:lnTo>
                  <a:lnTo>
                    <a:pt x="3530" y="16878"/>
                  </a:lnTo>
                  <a:lnTo>
                    <a:pt x="4090" y="15952"/>
                  </a:lnTo>
                  <a:lnTo>
                    <a:pt x="4696" y="15029"/>
                  </a:lnTo>
                  <a:lnTo>
                    <a:pt x="5346" y="14110"/>
                  </a:lnTo>
                  <a:lnTo>
                    <a:pt x="6043" y="13194"/>
                  </a:lnTo>
                  <a:lnTo>
                    <a:pt x="6784" y="12281"/>
                  </a:lnTo>
                  <a:lnTo>
                    <a:pt x="7572" y="11372"/>
                  </a:lnTo>
                  <a:lnTo>
                    <a:pt x="8404" y="10466"/>
                  </a:lnTo>
                  <a:lnTo>
                    <a:pt x="9282" y="9563"/>
                  </a:lnTo>
                  <a:lnTo>
                    <a:pt x="10167" y="8700"/>
                  </a:lnTo>
                  <a:lnTo>
                    <a:pt x="11054" y="7876"/>
                  </a:lnTo>
                  <a:lnTo>
                    <a:pt x="11942" y="7093"/>
                  </a:lnTo>
                  <a:lnTo>
                    <a:pt x="12832" y="6351"/>
                  </a:lnTo>
                  <a:lnTo>
                    <a:pt x="13723" y="5649"/>
                  </a:lnTo>
                  <a:lnTo>
                    <a:pt x="14617" y="4987"/>
                  </a:lnTo>
                  <a:lnTo>
                    <a:pt x="15511" y="4366"/>
                  </a:lnTo>
                  <a:lnTo>
                    <a:pt x="16408" y="3785"/>
                  </a:lnTo>
                  <a:lnTo>
                    <a:pt x="17306" y="3244"/>
                  </a:lnTo>
                  <a:lnTo>
                    <a:pt x="18206" y="2744"/>
                  </a:lnTo>
                  <a:lnTo>
                    <a:pt x="19106" y="2285"/>
                  </a:lnTo>
                  <a:lnTo>
                    <a:pt x="20005" y="1869"/>
                  </a:lnTo>
                  <a:lnTo>
                    <a:pt x="20901" y="1494"/>
                  </a:lnTo>
                  <a:lnTo>
                    <a:pt x="21796" y="1161"/>
                  </a:lnTo>
                  <a:lnTo>
                    <a:pt x="22690" y="871"/>
                  </a:lnTo>
                  <a:lnTo>
                    <a:pt x="23581" y="623"/>
                  </a:lnTo>
                  <a:lnTo>
                    <a:pt x="24471" y="416"/>
                  </a:lnTo>
                  <a:lnTo>
                    <a:pt x="25359" y="252"/>
                  </a:lnTo>
                  <a:lnTo>
                    <a:pt x="26246" y="130"/>
                  </a:lnTo>
                  <a:lnTo>
                    <a:pt x="27131" y="50"/>
                  </a:lnTo>
                  <a:lnTo>
                    <a:pt x="28021" y="4"/>
                  </a:lnTo>
                  <a:lnTo>
                    <a:pt x="28909" y="0"/>
                  </a:lnTo>
                  <a:lnTo>
                    <a:pt x="29793" y="37"/>
                  </a:lnTo>
                  <a:lnTo>
                    <a:pt x="30673" y="117"/>
                  </a:lnTo>
                  <a:lnTo>
                    <a:pt x="31551" y="239"/>
                  </a:lnTo>
                  <a:lnTo>
                    <a:pt x="32424" y="404"/>
                  </a:lnTo>
                  <a:lnTo>
                    <a:pt x="33295" y="610"/>
                  </a:lnTo>
                  <a:lnTo>
                    <a:pt x="34162" y="858"/>
                  </a:lnTo>
                  <a:lnTo>
                    <a:pt x="35026" y="1149"/>
                  </a:lnTo>
                  <a:lnTo>
                    <a:pt x="35886" y="1481"/>
                  </a:lnTo>
                  <a:lnTo>
                    <a:pt x="36742" y="1857"/>
                  </a:lnTo>
                  <a:lnTo>
                    <a:pt x="37590" y="2276"/>
                  </a:lnTo>
                  <a:lnTo>
                    <a:pt x="38432" y="2739"/>
                  </a:lnTo>
                  <a:lnTo>
                    <a:pt x="39267" y="3246"/>
                  </a:lnTo>
                  <a:lnTo>
                    <a:pt x="40096" y="3796"/>
                  </a:lnTo>
                  <a:lnTo>
                    <a:pt x="40917" y="4391"/>
                  </a:lnTo>
                  <a:lnTo>
                    <a:pt x="41732" y="5029"/>
                  </a:lnTo>
                  <a:lnTo>
                    <a:pt x="42541" y="5711"/>
                  </a:lnTo>
                  <a:lnTo>
                    <a:pt x="43342" y="6437"/>
                  </a:lnTo>
                  <a:lnTo>
                    <a:pt x="44137" y="7206"/>
                  </a:lnTo>
                  <a:lnTo>
                    <a:pt x="44721" y="7812"/>
                  </a:lnTo>
                  <a:lnTo>
                    <a:pt x="45277" y="8434"/>
                  </a:lnTo>
                  <a:lnTo>
                    <a:pt x="45805" y="9071"/>
                  </a:lnTo>
                  <a:lnTo>
                    <a:pt x="46306" y="9725"/>
                  </a:lnTo>
                  <a:lnTo>
                    <a:pt x="46778" y="10395"/>
                  </a:lnTo>
                  <a:lnTo>
                    <a:pt x="47223" y="11081"/>
                  </a:lnTo>
                  <a:lnTo>
                    <a:pt x="47640" y="11782"/>
                  </a:lnTo>
                  <a:lnTo>
                    <a:pt x="48030" y="12500"/>
                  </a:lnTo>
                  <a:lnTo>
                    <a:pt x="48391" y="13234"/>
                  </a:lnTo>
                  <a:lnTo>
                    <a:pt x="48725" y="13983"/>
                  </a:lnTo>
                  <a:lnTo>
                    <a:pt x="49043" y="14738"/>
                  </a:lnTo>
                  <a:lnTo>
                    <a:pt x="49342" y="15502"/>
                  </a:lnTo>
                  <a:lnTo>
                    <a:pt x="49619" y="16277"/>
                  </a:lnTo>
                  <a:lnTo>
                    <a:pt x="49877" y="17061"/>
                  </a:lnTo>
                  <a:lnTo>
                    <a:pt x="50114" y="17856"/>
                  </a:lnTo>
                  <a:lnTo>
                    <a:pt x="50332" y="18661"/>
                  </a:lnTo>
                  <a:lnTo>
                    <a:pt x="50529" y="19476"/>
                  </a:lnTo>
                  <a:lnTo>
                    <a:pt x="50705" y="20301"/>
                  </a:lnTo>
                  <a:lnTo>
                    <a:pt x="50862" y="21136"/>
                  </a:lnTo>
                  <a:lnTo>
                    <a:pt x="50998" y="21981"/>
                  </a:lnTo>
                  <a:lnTo>
                    <a:pt x="51126" y="22828"/>
                  </a:lnTo>
                  <a:lnTo>
                    <a:pt x="51237" y="23682"/>
                  </a:lnTo>
                  <a:lnTo>
                    <a:pt x="51334" y="24545"/>
                  </a:lnTo>
                  <a:lnTo>
                    <a:pt x="51416" y="25416"/>
                  </a:lnTo>
                  <a:lnTo>
                    <a:pt x="51482" y="26296"/>
                  </a:lnTo>
                  <a:lnTo>
                    <a:pt x="51534" y="27184"/>
                  </a:lnTo>
                  <a:lnTo>
                    <a:pt x="51570" y="28081"/>
                  </a:lnTo>
                  <a:lnTo>
                    <a:pt x="51591" y="28986"/>
                  </a:lnTo>
                  <a:lnTo>
                    <a:pt x="51597" y="29900"/>
                  </a:lnTo>
                  <a:lnTo>
                    <a:pt x="51588" y="30821"/>
                  </a:lnTo>
                  <a:lnTo>
                    <a:pt x="51568" y="31749"/>
                  </a:lnTo>
                  <a:lnTo>
                    <a:pt x="51542" y="32679"/>
                  </a:lnTo>
                  <a:lnTo>
                    <a:pt x="51511" y="33611"/>
                  </a:lnTo>
                  <a:lnTo>
                    <a:pt x="51473" y="34546"/>
                  </a:lnTo>
                  <a:lnTo>
                    <a:pt x="51430" y="35483"/>
                  </a:lnTo>
                  <a:lnTo>
                    <a:pt x="51381" y="36423"/>
                  </a:lnTo>
                  <a:lnTo>
                    <a:pt x="51325" y="37366"/>
                  </a:lnTo>
                  <a:lnTo>
                    <a:pt x="51264" y="38311"/>
                  </a:lnTo>
                  <a:lnTo>
                    <a:pt x="51197" y="39259"/>
                  </a:lnTo>
                  <a:lnTo>
                    <a:pt x="51125" y="40209"/>
                  </a:lnTo>
                  <a:lnTo>
                    <a:pt x="51040" y="41152"/>
                  </a:lnTo>
                  <a:lnTo>
                    <a:pt x="50955" y="42096"/>
                  </a:lnTo>
                  <a:lnTo>
                    <a:pt x="50868" y="43041"/>
                  </a:lnTo>
                  <a:lnTo>
                    <a:pt x="50781" y="43987"/>
                  </a:lnTo>
                  <a:lnTo>
                    <a:pt x="50693" y="44934"/>
                  </a:lnTo>
                  <a:lnTo>
                    <a:pt x="50604" y="45881"/>
                  </a:lnTo>
                  <a:lnTo>
                    <a:pt x="50515" y="46830"/>
                  </a:lnTo>
                  <a:lnTo>
                    <a:pt x="50424" y="47779"/>
                  </a:lnTo>
                  <a:lnTo>
                    <a:pt x="50333" y="48729"/>
                  </a:lnTo>
                  <a:lnTo>
                    <a:pt x="50241" y="49680"/>
                  </a:lnTo>
                  <a:lnTo>
                    <a:pt x="50143" y="50620"/>
                  </a:lnTo>
                  <a:lnTo>
                    <a:pt x="50052" y="51556"/>
                  </a:lnTo>
                  <a:lnTo>
                    <a:pt x="49968" y="52486"/>
                  </a:lnTo>
                  <a:lnTo>
                    <a:pt x="49890" y="53411"/>
                  </a:lnTo>
                  <a:lnTo>
                    <a:pt x="49820" y="54331"/>
                  </a:lnTo>
                  <a:lnTo>
                    <a:pt x="49756" y="55247"/>
                  </a:lnTo>
                  <a:lnTo>
                    <a:pt x="49698" y="56157"/>
                  </a:lnTo>
                  <a:lnTo>
                    <a:pt x="49648" y="57062"/>
                  </a:lnTo>
                  <a:lnTo>
                    <a:pt x="49604" y="57962"/>
                  </a:lnTo>
                  <a:lnTo>
                    <a:pt x="49567" y="58857"/>
                  </a:lnTo>
                  <a:lnTo>
                    <a:pt x="49547" y="59737"/>
                  </a:lnTo>
                  <a:lnTo>
                    <a:pt x="49539" y="60609"/>
                  </a:lnTo>
                  <a:lnTo>
                    <a:pt x="49541" y="61475"/>
                  </a:lnTo>
                  <a:lnTo>
                    <a:pt x="49554" y="62332"/>
                  </a:lnTo>
                  <a:lnTo>
                    <a:pt x="49578" y="63182"/>
                  </a:lnTo>
                  <a:lnTo>
                    <a:pt x="49613" y="64024"/>
                  </a:lnTo>
                  <a:lnTo>
                    <a:pt x="49658" y="64859"/>
                  </a:lnTo>
                  <a:lnTo>
                    <a:pt x="49715" y="65686"/>
                  </a:lnTo>
                  <a:lnTo>
                    <a:pt x="49783" y="66506"/>
                  </a:lnTo>
                  <a:lnTo>
                    <a:pt x="49862" y="67318"/>
                  </a:lnTo>
                  <a:lnTo>
                    <a:pt x="49948" y="68112"/>
                  </a:lnTo>
                  <a:lnTo>
                    <a:pt x="50054" y="68894"/>
                  </a:lnTo>
                  <a:lnTo>
                    <a:pt x="50180" y="69664"/>
                  </a:lnTo>
                  <a:lnTo>
                    <a:pt x="50327" y="70423"/>
                  </a:lnTo>
                  <a:lnTo>
                    <a:pt x="50493" y="71169"/>
                  </a:lnTo>
                  <a:lnTo>
                    <a:pt x="50680" y="71904"/>
                  </a:lnTo>
                  <a:lnTo>
                    <a:pt x="50887" y="72628"/>
                  </a:lnTo>
                  <a:lnTo>
                    <a:pt x="51115" y="73339"/>
                  </a:lnTo>
                  <a:lnTo>
                    <a:pt x="51362" y="74039"/>
                  </a:lnTo>
                  <a:lnTo>
                    <a:pt x="51630" y="74726"/>
                  </a:lnTo>
                  <a:lnTo>
                    <a:pt x="82570" y="43787"/>
                  </a:lnTo>
                  <a:lnTo>
                    <a:pt x="89010" y="5022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h141"/>
            <p:cNvSpPr/>
            <p:nvPr/>
          </p:nvSpPr>
          <p:spPr>
            <a:xfrm>
              <a:off x="5987803" y="5991597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h142"/>
            <p:cNvSpPr/>
            <p:nvPr/>
          </p:nvSpPr>
          <p:spPr>
            <a:xfrm>
              <a:off x="6804528" y="6350535"/>
              <a:ext cx="85073" cy="92272"/>
            </a:xfrm>
            <a:custGeom>
              <a:avLst/>
              <a:pathLst>
                <a:path w="85073" h="92272">
                  <a:moveTo>
                    <a:pt x="0" y="42515"/>
                  </a:moveTo>
                  <a:lnTo>
                    <a:pt x="8082" y="34433"/>
                  </a:lnTo>
                  <a:lnTo>
                    <a:pt x="46809" y="52534"/>
                  </a:lnTo>
                  <a:lnTo>
                    <a:pt x="47059" y="52663"/>
                  </a:lnTo>
                  <a:lnTo>
                    <a:pt x="47319" y="52798"/>
                  </a:lnTo>
                  <a:lnTo>
                    <a:pt x="47591" y="52939"/>
                  </a:lnTo>
                  <a:lnTo>
                    <a:pt x="47873" y="53086"/>
                  </a:lnTo>
                  <a:lnTo>
                    <a:pt x="48167" y="53239"/>
                  </a:lnTo>
                  <a:lnTo>
                    <a:pt x="48471" y="53398"/>
                  </a:lnTo>
                  <a:lnTo>
                    <a:pt x="48786" y="53562"/>
                  </a:lnTo>
                  <a:lnTo>
                    <a:pt x="49113" y="53733"/>
                  </a:lnTo>
                  <a:lnTo>
                    <a:pt x="49450" y="53909"/>
                  </a:lnTo>
                  <a:lnTo>
                    <a:pt x="49798" y="54092"/>
                  </a:lnTo>
                  <a:lnTo>
                    <a:pt x="50152" y="54262"/>
                  </a:lnTo>
                  <a:lnTo>
                    <a:pt x="50508" y="54435"/>
                  </a:lnTo>
                  <a:lnTo>
                    <a:pt x="50866" y="54612"/>
                  </a:lnTo>
                  <a:lnTo>
                    <a:pt x="51226" y="54792"/>
                  </a:lnTo>
                  <a:lnTo>
                    <a:pt x="51587" y="54976"/>
                  </a:lnTo>
                  <a:lnTo>
                    <a:pt x="51950" y="55162"/>
                  </a:lnTo>
                  <a:lnTo>
                    <a:pt x="52314" y="55353"/>
                  </a:lnTo>
                  <a:lnTo>
                    <a:pt x="52680" y="55546"/>
                  </a:lnTo>
                  <a:lnTo>
                    <a:pt x="53048" y="55743"/>
                  </a:lnTo>
                  <a:lnTo>
                    <a:pt x="53418" y="55944"/>
                  </a:lnTo>
                  <a:lnTo>
                    <a:pt x="53779" y="56138"/>
                  </a:lnTo>
                  <a:lnTo>
                    <a:pt x="54137" y="56333"/>
                  </a:lnTo>
                  <a:lnTo>
                    <a:pt x="54493" y="56528"/>
                  </a:lnTo>
                  <a:lnTo>
                    <a:pt x="54846" y="56725"/>
                  </a:lnTo>
                  <a:lnTo>
                    <a:pt x="55197" y="56922"/>
                  </a:lnTo>
                  <a:lnTo>
                    <a:pt x="55545" y="57121"/>
                  </a:lnTo>
                  <a:lnTo>
                    <a:pt x="55890" y="57320"/>
                  </a:lnTo>
                  <a:lnTo>
                    <a:pt x="56233" y="57520"/>
                  </a:lnTo>
                  <a:lnTo>
                    <a:pt x="56574" y="57721"/>
                  </a:lnTo>
                  <a:lnTo>
                    <a:pt x="56912" y="57922"/>
                  </a:lnTo>
                  <a:lnTo>
                    <a:pt x="57243" y="58106"/>
                  </a:lnTo>
                  <a:lnTo>
                    <a:pt x="57562" y="58286"/>
                  </a:lnTo>
                  <a:lnTo>
                    <a:pt x="57869" y="58463"/>
                  </a:lnTo>
                  <a:lnTo>
                    <a:pt x="58165" y="58636"/>
                  </a:lnTo>
                  <a:lnTo>
                    <a:pt x="58448" y="58806"/>
                  </a:lnTo>
                  <a:lnTo>
                    <a:pt x="58720" y="58973"/>
                  </a:lnTo>
                  <a:lnTo>
                    <a:pt x="58980" y="59136"/>
                  </a:lnTo>
                  <a:lnTo>
                    <a:pt x="59229" y="59296"/>
                  </a:lnTo>
                  <a:lnTo>
                    <a:pt x="59465" y="59453"/>
                  </a:lnTo>
                  <a:lnTo>
                    <a:pt x="59690" y="59606"/>
                  </a:lnTo>
                  <a:lnTo>
                    <a:pt x="59553" y="59381"/>
                  </a:lnTo>
                  <a:lnTo>
                    <a:pt x="59411" y="59145"/>
                  </a:lnTo>
                  <a:lnTo>
                    <a:pt x="59263" y="58896"/>
                  </a:lnTo>
                  <a:lnTo>
                    <a:pt x="59111" y="58636"/>
                  </a:lnTo>
                  <a:lnTo>
                    <a:pt x="58953" y="58364"/>
                  </a:lnTo>
                  <a:lnTo>
                    <a:pt x="58791" y="58080"/>
                  </a:lnTo>
                  <a:lnTo>
                    <a:pt x="58623" y="57785"/>
                  </a:lnTo>
                  <a:lnTo>
                    <a:pt x="58451" y="57478"/>
                  </a:lnTo>
                  <a:lnTo>
                    <a:pt x="58273" y="57159"/>
                  </a:lnTo>
                  <a:lnTo>
                    <a:pt x="58091" y="56828"/>
                  </a:lnTo>
                  <a:lnTo>
                    <a:pt x="57905" y="56490"/>
                  </a:lnTo>
                  <a:lnTo>
                    <a:pt x="57718" y="56149"/>
                  </a:lnTo>
                  <a:lnTo>
                    <a:pt x="57531" y="55806"/>
                  </a:lnTo>
                  <a:lnTo>
                    <a:pt x="57343" y="55460"/>
                  </a:lnTo>
                  <a:lnTo>
                    <a:pt x="57154" y="55112"/>
                  </a:lnTo>
                  <a:lnTo>
                    <a:pt x="56964" y="54762"/>
                  </a:lnTo>
                  <a:lnTo>
                    <a:pt x="56773" y="54408"/>
                  </a:lnTo>
                  <a:lnTo>
                    <a:pt x="56582" y="54053"/>
                  </a:lnTo>
                  <a:lnTo>
                    <a:pt x="56389" y="53695"/>
                  </a:lnTo>
                  <a:lnTo>
                    <a:pt x="56196" y="53334"/>
                  </a:lnTo>
                  <a:lnTo>
                    <a:pt x="56004" y="52956"/>
                  </a:lnTo>
                  <a:lnTo>
                    <a:pt x="55814" y="52581"/>
                  </a:lnTo>
                  <a:lnTo>
                    <a:pt x="55627" y="52209"/>
                  </a:lnTo>
                  <a:lnTo>
                    <a:pt x="55442" y="51839"/>
                  </a:lnTo>
                  <a:lnTo>
                    <a:pt x="55260" y="51471"/>
                  </a:lnTo>
                  <a:lnTo>
                    <a:pt x="55080" y="51106"/>
                  </a:lnTo>
                  <a:lnTo>
                    <a:pt x="54903" y="50744"/>
                  </a:lnTo>
                  <a:lnTo>
                    <a:pt x="54728" y="50384"/>
                  </a:lnTo>
                  <a:lnTo>
                    <a:pt x="54556" y="50026"/>
                  </a:lnTo>
                  <a:lnTo>
                    <a:pt x="54386" y="49672"/>
                  </a:lnTo>
                  <a:lnTo>
                    <a:pt x="54212" y="49315"/>
                  </a:lnTo>
                  <a:lnTo>
                    <a:pt x="54044" y="48969"/>
                  </a:lnTo>
                  <a:lnTo>
                    <a:pt x="53882" y="48635"/>
                  </a:lnTo>
                  <a:lnTo>
                    <a:pt x="53726" y="48311"/>
                  </a:lnTo>
                  <a:lnTo>
                    <a:pt x="53576" y="47998"/>
                  </a:lnTo>
                  <a:lnTo>
                    <a:pt x="53431" y="47696"/>
                  </a:lnTo>
                  <a:lnTo>
                    <a:pt x="53293" y="47406"/>
                  </a:lnTo>
                  <a:lnTo>
                    <a:pt x="53160" y="47126"/>
                  </a:lnTo>
                  <a:lnTo>
                    <a:pt x="53034" y="46857"/>
                  </a:lnTo>
                  <a:lnTo>
                    <a:pt x="52913" y="46599"/>
                  </a:lnTo>
                  <a:lnTo>
                    <a:pt x="34475" y="8040"/>
                  </a:lnTo>
                  <a:lnTo>
                    <a:pt x="42515" y="0"/>
                  </a:lnTo>
                  <a:lnTo>
                    <a:pt x="69414" y="59732"/>
                  </a:lnTo>
                  <a:lnTo>
                    <a:pt x="69654" y="60258"/>
                  </a:lnTo>
                  <a:lnTo>
                    <a:pt x="69904" y="60791"/>
                  </a:lnTo>
                  <a:lnTo>
                    <a:pt x="70163" y="61332"/>
                  </a:lnTo>
                  <a:lnTo>
                    <a:pt x="70431" y="61881"/>
                  </a:lnTo>
                  <a:lnTo>
                    <a:pt x="70708" y="62437"/>
                  </a:lnTo>
                  <a:lnTo>
                    <a:pt x="70995" y="63000"/>
                  </a:lnTo>
                  <a:lnTo>
                    <a:pt x="71291" y="63572"/>
                  </a:lnTo>
                  <a:lnTo>
                    <a:pt x="71596" y="64151"/>
                  </a:lnTo>
                  <a:lnTo>
                    <a:pt x="71911" y="64737"/>
                  </a:lnTo>
                  <a:lnTo>
                    <a:pt x="72234" y="65331"/>
                  </a:lnTo>
                  <a:lnTo>
                    <a:pt x="72583" y="65931"/>
                  </a:lnTo>
                  <a:lnTo>
                    <a:pt x="72937" y="66535"/>
                  </a:lnTo>
                  <a:lnTo>
                    <a:pt x="73296" y="67143"/>
                  </a:lnTo>
                  <a:lnTo>
                    <a:pt x="73662" y="67756"/>
                  </a:lnTo>
                  <a:lnTo>
                    <a:pt x="74034" y="68372"/>
                  </a:lnTo>
                  <a:lnTo>
                    <a:pt x="74412" y="68993"/>
                  </a:lnTo>
                  <a:lnTo>
                    <a:pt x="74795" y="69618"/>
                  </a:lnTo>
                  <a:lnTo>
                    <a:pt x="75184" y="70248"/>
                  </a:lnTo>
                  <a:lnTo>
                    <a:pt x="75580" y="70881"/>
                  </a:lnTo>
                  <a:lnTo>
                    <a:pt x="75981" y="71519"/>
                  </a:lnTo>
                  <a:lnTo>
                    <a:pt x="76396" y="72152"/>
                  </a:lnTo>
                  <a:lnTo>
                    <a:pt x="76814" y="72787"/>
                  </a:lnTo>
                  <a:lnTo>
                    <a:pt x="77237" y="73424"/>
                  </a:lnTo>
                  <a:lnTo>
                    <a:pt x="77665" y="74065"/>
                  </a:lnTo>
                  <a:lnTo>
                    <a:pt x="78096" y="74708"/>
                  </a:lnTo>
                  <a:lnTo>
                    <a:pt x="78532" y="75353"/>
                  </a:lnTo>
                  <a:lnTo>
                    <a:pt x="78972" y="76001"/>
                  </a:lnTo>
                  <a:lnTo>
                    <a:pt x="79416" y="76651"/>
                  </a:lnTo>
                  <a:lnTo>
                    <a:pt x="79864" y="77304"/>
                  </a:lnTo>
                  <a:lnTo>
                    <a:pt x="80317" y="77959"/>
                  </a:lnTo>
                  <a:lnTo>
                    <a:pt x="80781" y="78606"/>
                  </a:lnTo>
                  <a:lnTo>
                    <a:pt x="81248" y="79247"/>
                  </a:lnTo>
                  <a:lnTo>
                    <a:pt x="81717" y="79885"/>
                  </a:lnTo>
                  <a:lnTo>
                    <a:pt x="82189" y="80519"/>
                  </a:lnTo>
                  <a:lnTo>
                    <a:pt x="82663" y="81148"/>
                  </a:lnTo>
                  <a:lnTo>
                    <a:pt x="83140" y="81773"/>
                  </a:lnTo>
                  <a:lnTo>
                    <a:pt x="83620" y="82394"/>
                  </a:lnTo>
                  <a:lnTo>
                    <a:pt x="84102" y="83011"/>
                  </a:lnTo>
                  <a:lnTo>
                    <a:pt x="84586" y="83623"/>
                  </a:lnTo>
                  <a:lnTo>
                    <a:pt x="85073" y="84231"/>
                  </a:lnTo>
                  <a:lnTo>
                    <a:pt x="77033" y="92272"/>
                  </a:lnTo>
                  <a:lnTo>
                    <a:pt x="76087" y="91033"/>
                  </a:lnTo>
                  <a:lnTo>
                    <a:pt x="75166" y="89808"/>
                  </a:lnTo>
                  <a:lnTo>
                    <a:pt x="74271" y="88598"/>
                  </a:lnTo>
                  <a:lnTo>
                    <a:pt x="73403" y="87402"/>
                  </a:lnTo>
                  <a:lnTo>
                    <a:pt x="72561" y="86220"/>
                  </a:lnTo>
                  <a:lnTo>
                    <a:pt x="71744" y="85053"/>
                  </a:lnTo>
                  <a:lnTo>
                    <a:pt x="70954" y="83900"/>
                  </a:lnTo>
                  <a:lnTo>
                    <a:pt x="70190" y="82762"/>
                  </a:lnTo>
                  <a:lnTo>
                    <a:pt x="69452" y="81637"/>
                  </a:lnTo>
                  <a:lnTo>
                    <a:pt x="68741" y="80527"/>
                  </a:lnTo>
                  <a:lnTo>
                    <a:pt x="68057" y="79439"/>
                  </a:lnTo>
                  <a:lnTo>
                    <a:pt x="67385" y="78363"/>
                  </a:lnTo>
                  <a:lnTo>
                    <a:pt x="66726" y="77301"/>
                  </a:lnTo>
                  <a:lnTo>
                    <a:pt x="66080" y="76250"/>
                  </a:lnTo>
                  <a:lnTo>
                    <a:pt x="65447" y="75213"/>
                  </a:lnTo>
                  <a:lnTo>
                    <a:pt x="64826" y="74188"/>
                  </a:lnTo>
                  <a:lnTo>
                    <a:pt x="64217" y="73175"/>
                  </a:lnTo>
                  <a:lnTo>
                    <a:pt x="63622" y="72176"/>
                  </a:lnTo>
                  <a:lnTo>
                    <a:pt x="63039" y="71188"/>
                  </a:lnTo>
                  <a:lnTo>
                    <a:pt x="62468" y="702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h143"/>
            <p:cNvSpPr/>
            <p:nvPr/>
          </p:nvSpPr>
          <p:spPr>
            <a:xfrm>
              <a:off x="6854832" y="6307430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h144"/>
            <p:cNvSpPr/>
            <p:nvPr/>
          </p:nvSpPr>
          <p:spPr>
            <a:xfrm>
              <a:off x="6898491" y="6252796"/>
              <a:ext cx="77612" cy="77744"/>
            </a:xfrm>
            <a:custGeom>
              <a:avLst/>
              <a:pathLst>
                <a:path w="77612" h="77744">
                  <a:moveTo>
                    <a:pt x="59641" y="18390"/>
                  </a:moveTo>
                  <a:lnTo>
                    <a:pt x="61307" y="20088"/>
                  </a:lnTo>
                  <a:lnTo>
                    <a:pt x="62886" y="21766"/>
                  </a:lnTo>
                  <a:lnTo>
                    <a:pt x="64378" y="23422"/>
                  </a:lnTo>
                  <a:lnTo>
                    <a:pt x="65784" y="25058"/>
                  </a:lnTo>
                  <a:lnTo>
                    <a:pt x="67103" y="26672"/>
                  </a:lnTo>
                  <a:lnTo>
                    <a:pt x="68335" y="28265"/>
                  </a:lnTo>
                  <a:lnTo>
                    <a:pt x="69480" y="29838"/>
                  </a:lnTo>
                  <a:lnTo>
                    <a:pt x="70539" y="31389"/>
                  </a:lnTo>
                  <a:lnTo>
                    <a:pt x="71511" y="32919"/>
                  </a:lnTo>
                  <a:lnTo>
                    <a:pt x="72396" y="34428"/>
                  </a:lnTo>
                  <a:lnTo>
                    <a:pt x="73204" y="35900"/>
                  </a:lnTo>
                  <a:lnTo>
                    <a:pt x="73943" y="37353"/>
                  </a:lnTo>
                  <a:lnTo>
                    <a:pt x="74615" y="38786"/>
                  </a:lnTo>
                  <a:lnTo>
                    <a:pt x="75218" y="40200"/>
                  </a:lnTo>
                  <a:lnTo>
                    <a:pt x="75753" y="41595"/>
                  </a:lnTo>
                  <a:lnTo>
                    <a:pt x="76220" y="42970"/>
                  </a:lnTo>
                  <a:lnTo>
                    <a:pt x="76619" y="44326"/>
                  </a:lnTo>
                  <a:lnTo>
                    <a:pt x="76949" y="45662"/>
                  </a:lnTo>
                  <a:lnTo>
                    <a:pt x="77211" y="46980"/>
                  </a:lnTo>
                  <a:lnTo>
                    <a:pt x="77405" y="48277"/>
                  </a:lnTo>
                  <a:lnTo>
                    <a:pt x="77535" y="49539"/>
                  </a:lnTo>
                  <a:lnTo>
                    <a:pt x="77604" y="50779"/>
                  </a:lnTo>
                  <a:lnTo>
                    <a:pt x="77612" y="52000"/>
                  </a:lnTo>
                  <a:lnTo>
                    <a:pt x="77560" y="53201"/>
                  </a:lnTo>
                  <a:lnTo>
                    <a:pt x="77447" y="54381"/>
                  </a:lnTo>
                  <a:lnTo>
                    <a:pt x="77274" y="55541"/>
                  </a:lnTo>
                  <a:lnTo>
                    <a:pt x="77040" y="56681"/>
                  </a:lnTo>
                  <a:lnTo>
                    <a:pt x="76745" y="57801"/>
                  </a:lnTo>
                  <a:lnTo>
                    <a:pt x="76390" y="58900"/>
                  </a:lnTo>
                  <a:lnTo>
                    <a:pt x="75974" y="59980"/>
                  </a:lnTo>
                  <a:lnTo>
                    <a:pt x="75507" y="61038"/>
                  </a:lnTo>
                  <a:lnTo>
                    <a:pt x="74999" y="62076"/>
                  </a:lnTo>
                  <a:lnTo>
                    <a:pt x="74450" y="63093"/>
                  </a:lnTo>
                  <a:lnTo>
                    <a:pt x="73859" y="64088"/>
                  </a:lnTo>
                  <a:lnTo>
                    <a:pt x="73227" y="65063"/>
                  </a:lnTo>
                  <a:lnTo>
                    <a:pt x="72554" y="66016"/>
                  </a:lnTo>
                  <a:lnTo>
                    <a:pt x="71840" y="66949"/>
                  </a:lnTo>
                  <a:lnTo>
                    <a:pt x="71084" y="67860"/>
                  </a:lnTo>
                  <a:lnTo>
                    <a:pt x="70288" y="68750"/>
                  </a:lnTo>
                  <a:lnTo>
                    <a:pt x="69449" y="69619"/>
                  </a:lnTo>
                  <a:lnTo>
                    <a:pt x="68573" y="70465"/>
                  </a:lnTo>
                  <a:lnTo>
                    <a:pt x="67676" y="71268"/>
                  </a:lnTo>
                  <a:lnTo>
                    <a:pt x="66761" y="72028"/>
                  </a:lnTo>
                  <a:lnTo>
                    <a:pt x="65826" y="72745"/>
                  </a:lnTo>
                  <a:lnTo>
                    <a:pt x="64872" y="73419"/>
                  </a:lnTo>
                  <a:lnTo>
                    <a:pt x="63898" y="74050"/>
                  </a:lnTo>
                  <a:lnTo>
                    <a:pt x="62905" y="74638"/>
                  </a:lnTo>
                  <a:lnTo>
                    <a:pt x="61893" y="75183"/>
                  </a:lnTo>
                  <a:lnTo>
                    <a:pt x="60861" y="75685"/>
                  </a:lnTo>
                  <a:lnTo>
                    <a:pt x="59810" y="76144"/>
                  </a:lnTo>
                  <a:lnTo>
                    <a:pt x="58738" y="76552"/>
                  </a:lnTo>
                  <a:lnTo>
                    <a:pt x="57646" y="76900"/>
                  </a:lnTo>
                  <a:lnTo>
                    <a:pt x="56533" y="77189"/>
                  </a:lnTo>
                  <a:lnTo>
                    <a:pt x="55398" y="77417"/>
                  </a:lnTo>
                  <a:lnTo>
                    <a:pt x="54243" y="77586"/>
                  </a:lnTo>
                  <a:lnTo>
                    <a:pt x="53066" y="77695"/>
                  </a:lnTo>
                  <a:lnTo>
                    <a:pt x="51868" y="77744"/>
                  </a:lnTo>
                  <a:lnTo>
                    <a:pt x="50650" y="77734"/>
                  </a:lnTo>
                  <a:lnTo>
                    <a:pt x="49410" y="77663"/>
                  </a:lnTo>
                  <a:lnTo>
                    <a:pt x="48149" y="77533"/>
                  </a:lnTo>
                  <a:lnTo>
                    <a:pt x="46876" y="77331"/>
                  </a:lnTo>
                  <a:lnTo>
                    <a:pt x="45580" y="77062"/>
                  </a:lnTo>
                  <a:lnTo>
                    <a:pt x="44262" y="76725"/>
                  </a:lnTo>
                  <a:lnTo>
                    <a:pt x="42923" y="76321"/>
                  </a:lnTo>
                  <a:lnTo>
                    <a:pt x="41562" y="75850"/>
                  </a:lnTo>
                  <a:lnTo>
                    <a:pt x="40178" y="75311"/>
                  </a:lnTo>
                  <a:lnTo>
                    <a:pt x="38773" y="74705"/>
                  </a:lnTo>
                  <a:lnTo>
                    <a:pt x="37346" y="74031"/>
                  </a:lnTo>
                  <a:lnTo>
                    <a:pt x="35897" y="73290"/>
                  </a:lnTo>
                  <a:lnTo>
                    <a:pt x="34426" y="72482"/>
                  </a:lnTo>
                  <a:lnTo>
                    <a:pt x="32933" y="71580"/>
                  </a:lnTo>
                  <a:lnTo>
                    <a:pt x="31416" y="70593"/>
                  </a:lnTo>
                  <a:lnTo>
                    <a:pt x="29875" y="69519"/>
                  </a:lnTo>
                  <a:lnTo>
                    <a:pt x="28311" y="68360"/>
                  </a:lnTo>
                  <a:lnTo>
                    <a:pt x="26723" y="67115"/>
                  </a:lnTo>
                  <a:lnTo>
                    <a:pt x="25112" y="65784"/>
                  </a:lnTo>
                  <a:lnTo>
                    <a:pt x="23477" y="64367"/>
                  </a:lnTo>
                  <a:lnTo>
                    <a:pt x="21818" y="62864"/>
                  </a:lnTo>
                  <a:lnTo>
                    <a:pt x="20136" y="61275"/>
                  </a:lnTo>
                  <a:lnTo>
                    <a:pt x="18430" y="59601"/>
                  </a:lnTo>
                  <a:lnTo>
                    <a:pt x="16684" y="57823"/>
                  </a:lnTo>
                  <a:lnTo>
                    <a:pt x="15031" y="56077"/>
                  </a:lnTo>
                  <a:lnTo>
                    <a:pt x="13471" y="54361"/>
                  </a:lnTo>
                  <a:lnTo>
                    <a:pt x="12005" y="52677"/>
                  </a:lnTo>
                  <a:lnTo>
                    <a:pt x="10632" y="51024"/>
                  </a:lnTo>
                  <a:lnTo>
                    <a:pt x="9353" y="49402"/>
                  </a:lnTo>
                  <a:lnTo>
                    <a:pt x="8167" y="47811"/>
                  </a:lnTo>
                  <a:lnTo>
                    <a:pt x="7075" y="46252"/>
                  </a:lnTo>
                  <a:lnTo>
                    <a:pt x="6076" y="44723"/>
                  </a:lnTo>
                  <a:lnTo>
                    <a:pt x="5170" y="43226"/>
                  </a:lnTo>
                  <a:lnTo>
                    <a:pt x="4347" y="41740"/>
                  </a:lnTo>
                  <a:lnTo>
                    <a:pt x="3596" y="40278"/>
                  </a:lnTo>
                  <a:lnTo>
                    <a:pt x="2916" y="38840"/>
                  </a:lnTo>
                  <a:lnTo>
                    <a:pt x="2308" y="37427"/>
                  </a:lnTo>
                  <a:lnTo>
                    <a:pt x="1771" y="36038"/>
                  </a:lnTo>
                  <a:lnTo>
                    <a:pt x="1306" y="34674"/>
                  </a:lnTo>
                  <a:lnTo>
                    <a:pt x="913" y="33334"/>
                  </a:lnTo>
                  <a:lnTo>
                    <a:pt x="591" y="32019"/>
                  </a:lnTo>
                  <a:lnTo>
                    <a:pt x="340" y="30728"/>
                  </a:lnTo>
                  <a:lnTo>
                    <a:pt x="161" y="29461"/>
                  </a:lnTo>
                  <a:lnTo>
                    <a:pt x="49" y="28217"/>
                  </a:lnTo>
                  <a:lnTo>
                    <a:pt x="0" y="26996"/>
                  </a:lnTo>
                  <a:lnTo>
                    <a:pt x="12" y="25796"/>
                  </a:lnTo>
                  <a:lnTo>
                    <a:pt x="87" y="24618"/>
                  </a:lnTo>
                  <a:lnTo>
                    <a:pt x="224" y="23462"/>
                  </a:lnTo>
                  <a:lnTo>
                    <a:pt x="424" y="22328"/>
                  </a:lnTo>
                  <a:lnTo>
                    <a:pt x="686" y="21216"/>
                  </a:lnTo>
                  <a:lnTo>
                    <a:pt x="1010" y="20126"/>
                  </a:lnTo>
                  <a:lnTo>
                    <a:pt x="1396" y="19058"/>
                  </a:lnTo>
                  <a:lnTo>
                    <a:pt x="1845" y="18011"/>
                  </a:lnTo>
                  <a:lnTo>
                    <a:pt x="2337" y="16975"/>
                  </a:lnTo>
                  <a:lnTo>
                    <a:pt x="2872" y="15953"/>
                  </a:lnTo>
                  <a:lnTo>
                    <a:pt x="3449" y="14947"/>
                  </a:lnTo>
                  <a:lnTo>
                    <a:pt x="4068" y="13957"/>
                  </a:lnTo>
                  <a:lnTo>
                    <a:pt x="4728" y="12981"/>
                  </a:lnTo>
                  <a:lnTo>
                    <a:pt x="5431" y="12020"/>
                  </a:lnTo>
                  <a:lnTo>
                    <a:pt x="6177" y="11075"/>
                  </a:lnTo>
                  <a:lnTo>
                    <a:pt x="6964" y="10144"/>
                  </a:lnTo>
                  <a:lnTo>
                    <a:pt x="7793" y="9229"/>
                  </a:lnTo>
                  <a:lnTo>
                    <a:pt x="8664" y="8329"/>
                  </a:lnTo>
                  <a:lnTo>
                    <a:pt x="9523" y="7499"/>
                  </a:lnTo>
                  <a:lnTo>
                    <a:pt x="10400" y="6708"/>
                  </a:lnTo>
                  <a:lnTo>
                    <a:pt x="11295" y="5956"/>
                  </a:lnTo>
                  <a:lnTo>
                    <a:pt x="12207" y="5245"/>
                  </a:lnTo>
                  <a:lnTo>
                    <a:pt x="13137" y="4572"/>
                  </a:lnTo>
                  <a:lnTo>
                    <a:pt x="14084" y="3940"/>
                  </a:lnTo>
                  <a:lnTo>
                    <a:pt x="15050" y="3346"/>
                  </a:lnTo>
                  <a:lnTo>
                    <a:pt x="16033" y="2793"/>
                  </a:lnTo>
                  <a:lnTo>
                    <a:pt x="17033" y="2279"/>
                  </a:lnTo>
                  <a:lnTo>
                    <a:pt x="18051" y="1805"/>
                  </a:lnTo>
                  <a:lnTo>
                    <a:pt x="19090" y="1364"/>
                  </a:lnTo>
                  <a:lnTo>
                    <a:pt x="20151" y="985"/>
                  </a:lnTo>
                  <a:lnTo>
                    <a:pt x="21235" y="667"/>
                  </a:lnTo>
                  <a:lnTo>
                    <a:pt x="22342" y="410"/>
                  </a:lnTo>
                  <a:lnTo>
                    <a:pt x="23471" y="215"/>
                  </a:lnTo>
                  <a:lnTo>
                    <a:pt x="24623" y="82"/>
                  </a:lnTo>
                  <a:lnTo>
                    <a:pt x="25798" y="10"/>
                  </a:lnTo>
                  <a:lnTo>
                    <a:pt x="26996" y="0"/>
                  </a:lnTo>
                  <a:lnTo>
                    <a:pt x="28216" y="50"/>
                  </a:lnTo>
                  <a:lnTo>
                    <a:pt x="29459" y="163"/>
                  </a:lnTo>
                  <a:lnTo>
                    <a:pt x="30726" y="342"/>
                  </a:lnTo>
                  <a:lnTo>
                    <a:pt x="32017" y="592"/>
                  </a:lnTo>
                  <a:lnTo>
                    <a:pt x="33332" y="914"/>
                  </a:lnTo>
                  <a:lnTo>
                    <a:pt x="34672" y="1308"/>
                  </a:lnTo>
                  <a:lnTo>
                    <a:pt x="36037" y="1773"/>
                  </a:lnTo>
                  <a:lnTo>
                    <a:pt x="37425" y="2310"/>
                  </a:lnTo>
                  <a:lnTo>
                    <a:pt x="38838" y="2918"/>
                  </a:lnTo>
                  <a:lnTo>
                    <a:pt x="40276" y="3598"/>
                  </a:lnTo>
                  <a:lnTo>
                    <a:pt x="41738" y="4349"/>
                  </a:lnTo>
                  <a:lnTo>
                    <a:pt x="43224" y="5172"/>
                  </a:lnTo>
                  <a:lnTo>
                    <a:pt x="44730" y="6070"/>
                  </a:lnTo>
                  <a:lnTo>
                    <a:pt x="46265" y="7061"/>
                  </a:lnTo>
                  <a:lnTo>
                    <a:pt x="47831" y="8147"/>
                  </a:lnTo>
                  <a:lnTo>
                    <a:pt x="49427" y="9328"/>
                  </a:lnTo>
                  <a:lnTo>
                    <a:pt x="51054" y="10602"/>
                  </a:lnTo>
                  <a:lnTo>
                    <a:pt x="52711" y="11971"/>
                  </a:lnTo>
                  <a:lnTo>
                    <a:pt x="54398" y="13435"/>
                  </a:lnTo>
                  <a:lnTo>
                    <a:pt x="56115" y="14992"/>
                  </a:lnTo>
                  <a:lnTo>
                    <a:pt x="57863" y="16644"/>
                  </a:lnTo>
                  <a:close/>
                  <a:moveTo>
                    <a:pt x="51938" y="26093"/>
                  </a:moveTo>
                  <a:lnTo>
                    <a:pt x="50539" y="24711"/>
                  </a:lnTo>
                  <a:lnTo>
                    <a:pt x="49171" y="23394"/>
                  </a:lnTo>
                  <a:lnTo>
                    <a:pt x="47835" y="22142"/>
                  </a:lnTo>
                  <a:lnTo>
                    <a:pt x="46530" y="20954"/>
                  </a:lnTo>
                  <a:lnTo>
                    <a:pt x="45255" y="19832"/>
                  </a:lnTo>
                  <a:lnTo>
                    <a:pt x="44012" y="18774"/>
                  </a:lnTo>
                  <a:lnTo>
                    <a:pt x="42800" y="17781"/>
                  </a:lnTo>
                  <a:lnTo>
                    <a:pt x="41620" y="16853"/>
                  </a:lnTo>
                  <a:lnTo>
                    <a:pt x="40470" y="15989"/>
                  </a:lnTo>
                  <a:lnTo>
                    <a:pt x="39352" y="15191"/>
                  </a:lnTo>
                  <a:lnTo>
                    <a:pt x="38252" y="14444"/>
                  </a:lnTo>
                  <a:lnTo>
                    <a:pt x="37174" y="13751"/>
                  </a:lnTo>
                  <a:lnTo>
                    <a:pt x="36120" y="13113"/>
                  </a:lnTo>
                  <a:lnTo>
                    <a:pt x="35088" y="12530"/>
                  </a:lnTo>
                  <a:lnTo>
                    <a:pt x="34079" y="12002"/>
                  </a:lnTo>
                  <a:lnTo>
                    <a:pt x="33093" y="11528"/>
                  </a:lnTo>
                  <a:lnTo>
                    <a:pt x="32129" y="11110"/>
                  </a:lnTo>
                  <a:lnTo>
                    <a:pt x="31188" y="10745"/>
                  </a:lnTo>
                  <a:lnTo>
                    <a:pt x="30270" y="10436"/>
                  </a:lnTo>
                  <a:lnTo>
                    <a:pt x="29375" y="10181"/>
                  </a:lnTo>
                  <a:lnTo>
                    <a:pt x="28492" y="9970"/>
                  </a:lnTo>
                  <a:lnTo>
                    <a:pt x="27627" y="9808"/>
                  </a:lnTo>
                  <a:lnTo>
                    <a:pt x="26781" y="9694"/>
                  </a:lnTo>
                  <a:lnTo>
                    <a:pt x="25954" y="9629"/>
                  </a:lnTo>
                  <a:lnTo>
                    <a:pt x="25144" y="9613"/>
                  </a:lnTo>
                  <a:lnTo>
                    <a:pt x="24354" y="9646"/>
                  </a:lnTo>
                  <a:lnTo>
                    <a:pt x="23582" y="9728"/>
                  </a:lnTo>
                  <a:lnTo>
                    <a:pt x="22828" y="9858"/>
                  </a:lnTo>
                  <a:lnTo>
                    <a:pt x="22093" y="10037"/>
                  </a:lnTo>
                  <a:lnTo>
                    <a:pt x="21377" y="10266"/>
                  </a:lnTo>
                  <a:lnTo>
                    <a:pt x="20675" y="10520"/>
                  </a:lnTo>
                  <a:lnTo>
                    <a:pt x="19983" y="10811"/>
                  </a:lnTo>
                  <a:lnTo>
                    <a:pt x="19301" y="11140"/>
                  </a:lnTo>
                  <a:lnTo>
                    <a:pt x="18629" y="11505"/>
                  </a:lnTo>
                  <a:lnTo>
                    <a:pt x="17967" y="11907"/>
                  </a:lnTo>
                  <a:lnTo>
                    <a:pt x="17316" y="12347"/>
                  </a:lnTo>
                  <a:lnTo>
                    <a:pt x="16674" y="12823"/>
                  </a:lnTo>
                  <a:lnTo>
                    <a:pt x="16043" y="13337"/>
                  </a:lnTo>
                  <a:lnTo>
                    <a:pt x="15421" y="13887"/>
                  </a:lnTo>
                  <a:lnTo>
                    <a:pt x="14810" y="14475"/>
                  </a:lnTo>
                  <a:lnTo>
                    <a:pt x="14190" y="15119"/>
                  </a:lnTo>
                  <a:lnTo>
                    <a:pt x="13608" y="15772"/>
                  </a:lnTo>
                  <a:lnTo>
                    <a:pt x="13065" y="16433"/>
                  </a:lnTo>
                  <a:lnTo>
                    <a:pt x="12561" y="17102"/>
                  </a:lnTo>
                  <a:lnTo>
                    <a:pt x="12095" y="17780"/>
                  </a:lnTo>
                  <a:lnTo>
                    <a:pt x="11668" y="18466"/>
                  </a:lnTo>
                  <a:lnTo>
                    <a:pt x="11280" y="19160"/>
                  </a:lnTo>
                  <a:lnTo>
                    <a:pt x="10931" y="19863"/>
                  </a:lnTo>
                  <a:lnTo>
                    <a:pt x="10620" y="20575"/>
                  </a:lnTo>
                  <a:lnTo>
                    <a:pt x="10348" y="21294"/>
                  </a:lnTo>
                  <a:lnTo>
                    <a:pt x="10120" y="22027"/>
                  </a:lnTo>
                  <a:lnTo>
                    <a:pt x="9939" y="22778"/>
                  </a:lnTo>
                  <a:lnTo>
                    <a:pt x="9806" y="23546"/>
                  </a:lnTo>
                  <a:lnTo>
                    <a:pt x="9722" y="24332"/>
                  </a:lnTo>
                  <a:lnTo>
                    <a:pt x="9685" y="25136"/>
                  </a:lnTo>
                  <a:lnTo>
                    <a:pt x="9696" y="25957"/>
                  </a:lnTo>
                  <a:lnTo>
                    <a:pt x="9756" y="26796"/>
                  </a:lnTo>
                  <a:lnTo>
                    <a:pt x="9863" y="27653"/>
                  </a:lnTo>
                  <a:lnTo>
                    <a:pt x="10019" y="28527"/>
                  </a:lnTo>
                  <a:lnTo>
                    <a:pt x="10222" y="29419"/>
                  </a:lnTo>
                  <a:lnTo>
                    <a:pt x="10477" y="30314"/>
                  </a:lnTo>
                  <a:lnTo>
                    <a:pt x="10786" y="31232"/>
                  </a:lnTo>
                  <a:lnTo>
                    <a:pt x="11150" y="32173"/>
                  </a:lnTo>
                  <a:lnTo>
                    <a:pt x="11569" y="33137"/>
                  </a:lnTo>
                  <a:lnTo>
                    <a:pt x="12042" y="34123"/>
                  </a:lnTo>
                  <a:lnTo>
                    <a:pt x="12571" y="35132"/>
                  </a:lnTo>
                  <a:lnTo>
                    <a:pt x="13154" y="36164"/>
                  </a:lnTo>
                  <a:lnTo>
                    <a:pt x="13791" y="37218"/>
                  </a:lnTo>
                  <a:lnTo>
                    <a:pt x="14484" y="38295"/>
                  </a:lnTo>
                  <a:lnTo>
                    <a:pt x="15231" y="39395"/>
                  </a:lnTo>
                  <a:lnTo>
                    <a:pt x="16029" y="40513"/>
                  </a:lnTo>
                  <a:lnTo>
                    <a:pt x="16891" y="41662"/>
                  </a:lnTo>
                  <a:lnTo>
                    <a:pt x="17817" y="42840"/>
                  </a:lnTo>
                  <a:lnTo>
                    <a:pt x="18808" y="44049"/>
                  </a:lnTo>
                  <a:lnTo>
                    <a:pt x="19862" y="45289"/>
                  </a:lnTo>
                  <a:lnTo>
                    <a:pt x="20980" y="46558"/>
                  </a:lnTo>
                  <a:lnTo>
                    <a:pt x="22162" y="47858"/>
                  </a:lnTo>
                  <a:lnTo>
                    <a:pt x="23408" y="49188"/>
                  </a:lnTo>
                  <a:lnTo>
                    <a:pt x="24718" y="50549"/>
                  </a:lnTo>
                  <a:lnTo>
                    <a:pt x="26092" y="51940"/>
                  </a:lnTo>
                  <a:lnTo>
                    <a:pt x="27442" y="53274"/>
                  </a:lnTo>
                  <a:lnTo>
                    <a:pt x="28767" y="54548"/>
                  </a:lnTo>
                  <a:lnTo>
                    <a:pt x="30066" y="55762"/>
                  </a:lnTo>
                  <a:lnTo>
                    <a:pt x="31338" y="56917"/>
                  </a:lnTo>
                  <a:lnTo>
                    <a:pt x="32585" y="58012"/>
                  </a:lnTo>
                  <a:lnTo>
                    <a:pt x="33805" y="59047"/>
                  </a:lnTo>
                  <a:lnTo>
                    <a:pt x="34999" y="60022"/>
                  </a:lnTo>
                  <a:lnTo>
                    <a:pt x="36167" y="60938"/>
                  </a:lnTo>
                  <a:lnTo>
                    <a:pt x="37310" y="61794"/>
                  </a:lnTo>
                  <a:lnTo>
                    <a:pt x="38425" y="62590"/>
                  </a:lnTo>
                  <a:lnTo>
                    <a:pt x="39526" y="63322"/>
                  </a:lnTo>
                  <a:lnTo>
                    <a:pt x="40606" y="64002"/>
                  </a:lnTo>
                  <a:lnTo>
                    <a:pt x="41665" y="64632"/>
                  </a:lnTo>
                  <a:lnTo>
                    <a:pt x="42702" y="65210"/>
                  </a:lnTo>
                  <a:lnTo>
                    <a:pt x="43719" y="65736"/>
                  </a:lnTo>
                  <a:lnTo>
                    <a:pt x="44714" y="66211"/>
                  </a:lnTo>
                  <a:lnTo>
                    <a:pt x="45689" y="66635"/>
                  </a:lnTo>
                  <a:lnTo>
                    <a:pt x="46642" y="67008"/>
                  </a:lnTo>
                  <a:lnTo>
                    <a:pt x="47575" y="67329"/>
                  </a:lnTo>
                  <a:lnTo>
                    <a:pt x="48486" y="67599"/>
                  </a:lnTo>
                  <a:lnTo>
                    <a:pt x="49379" y="67804"/>
                  </a:lnTo>
                  <a:lnTo>
                    <a:pt x="50254" y="67963"/>
                  </a:lnTo>
                  <a:lnTo>
                    <a:pt x="51113" y="68076"/>
                  </a:lnTo>
                  <a:lnTo>
                    <a:pt x="51955" y="68144"/>
                  </a:lnTo>
                  <a:lnTo>
                    <a:pt x="52780" y="68167"/>
                  </a:lnTo>
                  <a:lnTo>
                    <a:pt x="53588" y="68144"/>
                  </a:lnTo>
                  <a:lnTo>
                    <a:pt x="54379" y="68076"/>
                  </a:lnTo>
                  <a:lnTo>
                    <a:pt x="55154" y="67963"/>
                  </a:lnTo>
                  <a:lnTo>
                    <a:pt x="55912" y="67804"/>
                  </a:lnTo>
                  <a:lnTo>
                    <a:pt x="56653" y="67599"/>
                  </a:lnTo>
                  <a:lnTo>
                    <a:pt x="57371" y="67344"/>
                  </a:lnTo>
                  <a:lnTo>
                    <a:pt x="58079" y="67052"/>
                  </a:lnTo>
                  <a:lnTo>
                    <a:pt x="58775" y="66721"/>
                  </a:lnTo>
                  <a:lnTo>
                    <a:pt x="59461" y="66353"/>
                  </a:lnTo>
                  <a:lnTo>
                    <a:pt x="60136" y="65947"/>
                  </a:lnTo>
                  <a:lnTo>
                    <a:pt x="60800" y="65503"/>
                  </a:lnTo>
                  <a:lnTo>
                    <a:pt x="61453" y="65021"/>
                  </a:lnTo>
                  <a:lnTo>
                    <a:pt x="62095" y="64501"/>
                  </a:lnTo>
                  <a:lnTo>
                    <a:pt x="62726" y="63943"/>
                  </a:lnTo>
                  <a:lnTo>
                    <a:pt x="63346" y="63347"/>
                  </a:lnTo>
                  <a:lnTo>
                    <a:pt x="63925" y="62743"/>
                  </a:lnTo>
                  <a:lnTo>
                    <a:pt x="64469" y="62127"/>
                  </a:lnTo>
                  <a:lnTo>
                    <a:pt x="64976" y="61497"/>
                  </a:lnTo>
                  <a:lnTo>
                    <a:pt x="65447" y="60855"/>
                  </a:lnTo>
                  <a:lnTo>
                    <a:pt x="65882" y="60201"/>
                  </a:lnTo>
                  <a:lnTo>
                    <a:pt x="66281" y="59534"/>
                  </a:lnTo>
                  <a:lnTo>
                    <a:pt x="66643" y="58854"/>
                  </a:lnTo>
                  <a:lnTo>
                    <a:pt x="66969" y="58161"/>
                  </a:lnTo>
                  <a:lnTo>
                    <a:pt x="67259" y="57456"/>
                  </a:lnTo>
                  <a:lnTo>
                    <a:pt x="67513" y="56738"/>
                  </a:lnTo>
                  <a:lnTo>
                    <a:pt x="67717" y="55998"/>
                  </a:lnTo>
                  <a:lnTo>
                    <a:pt x="67875" y="55242"/>
                  </a:lnTo>
                  <a:lnTo>
                    <a:pt x="67987" y="54469"/>
                  </a:lnTo>
                  <a:lnTo>
                    <a:pt x="68052" y="53681"/>
                  </a:lnTo>
                  <a:lnTo>
                    <a:pt x="68071" y="52876"/>
                  </a:lnTo>
                  <a:lnTo>
                    <a:pt x="68043" y="52056"/>
                  </a:lnTo>
                  <a:lnTo>
                    <a:pt x="67970" y="51219"/>
                  </a:lnTo>
                  <a:lnTo>
                    <a:pt x="67850" y="50367"/>
                  </a:lnTo>
                  <a:lnTo>
                    <a:pt x="67684" y="49499"/>
                  </a:lnTo>
                  <a:lnTo>
                    <a:pt x="67471" y="48614"/>
                  </a:lnTo>
                  <a:lnTo>
                    <a:pt x="67209" y="47695"/>
                  </a:lnTo>
                  <a:lnTo>
                    <a:pt x="66895" y="46755"/>
                  </a:lnTo>
                  <a:lnTo>
                    <a:pt x="66529" y="45795"/>
                  </a:lnTo>
                  <a:lnTo>
                    <a:pt x="66110" y="44815"/>
                  </a:lnTo>
                  <a:lnTo>
                    <a:pt x="65640" y="43815"/>
                  </a:lnTo>
                  <a:lnTo>
                    <a:pt x="65117" y="42795"/>
                  </a:lnTo>
                  <a:lnTo>
                    <a:pt x="64542" y="41754"/>
                  </a:lnTo>
                  <a:lnTo>
                    <a:pt x="63915" y="40694"/>
                  </a:lnTo>
                  <a:lnTo>
                    <a:pt x="63235" y="39613"/>
                  </a:lnTo>
                  <a:lnTo>
                    <a:pt x="62504" y="38511"/>
                  </a:lnTo>
                  <a:lnTo>
                    <a:pt x="61724" y="37379"/>
                  </a:lnTo>
                  <a:lnTo>
                    <a:pt x="60882" y="36223"/>
                  </a:lnTo>
                  <a:lnTo>
                    <a:pt x="59979" y="35042"/>
                  </a:lnTo>
                  <a:lnTo>
                    <a:pt x="59015" y="33837"/>
                  </a:lnTo>
                  <a:lnTo>
                    <a:pt x="57989" y="32608"/>
                  </a:lnTo>
                  <a:lnTo>
                    <a:pt x="56902" y="31354"/>
                  </a:lnTo>
                  <a:lnTo>
                    <a:pt x="55753" y="30075"/>
                  </a:lnTo>
                  <a:lnTo>
                    <a:pt x="54543" y="28772"/>
                  </a:lnTo>
                  <a:lnTo>
                    <a:pt x="53271" y="2744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h145"/>
            <p:cNvSpPr/>
            <p:nvPr/>
          </p:nvSpPr>
          <p:spPr>
            <a:xfrm>
              <a:off x="6989830" y="6272196"/>
              <a:ext cx="17427" cy="17427"/>
            </a:xfrm>
            <a:custGeom>
              <a:avLst/>
              <a:pathLst>
                <a:path w="17427" h="17427">
                  <a:moveTo>
                    <a:pt x="9218" y="17427"/>
                  </a:moveTo>
                  <a:lnTo>
                    <a:pt x="0" y="8208"/>
                  </a:lnTo>
                  <a:lnTo>
                    <a:pt x="8208" y="0"/>
                  </a:lnTo>
                  <a:lnTo>
                    <a:pt x="17427" y="921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h146"/>
            <p:cNvSpPr/>
            <p:nvPr/>
          </p:nvSpPr>
          <p:spPr>
            <a:xfrm>
              <a:off x="6960237" y="6170621"/>
              <a:ext cx="78170" cy="87557"/>
            </a:xfrm>
            <a:custGeom>
              <a:avLst/>
              <a:pathLst>
                <a:path w="78170" h="87557">
                  <a:moveTo>
                    <a:pt x="45336" y="6145"/>
                  </a:moveTo>
                  <a:lnTo>
                    <a:pt x="45809" y="8389"/>
                  </a:lnTo>
                  <a:lnTo>
                    <a:pt x="46287" y="10609"/>
                  </a:lnTo>
                  <a:lnTo>
                    <a:pt x="46769" y="12804"/>
                  </a:lnTo>
                  <a:lnTo>
                    <a:pt x="47255" y="14975"/>
                  </a:lnTo>
                  <a:lnTo>
                    <a:pt x="47746" y="17122"/>
                  </a:lnTo>
                  <a:lnTo>
                    <a:pt x="48240" y="19244"/>
                  </a:lnTo>
                  <a:lnTo>
                    <a:pt x="48739" y="21341"/>
                  </a:lnTo>
                  <a:lnTo>
                    <a:pt x="49242" y="23414"/>
                  </a:lnTo>
                  <a:lnTo>
                    <a:pt x="49749" y="25463"/>
                  </a:lnTo>
                  <a:lnTo>
                    <a:pt x="50261" y="27488"/>
                  </a:lnTo>
                  <a:lnTo>
                    <a:pt x="50778" y="29482"/>
                  </a:lnTo>
                  <a:lnTo>
                    <a:pt x="51318" y="31458"/>
                  </a:lnTo>
                  <a:lnTo>
                    <a:pt x="51882" y="33415"/>
                  </a:lnTo>
                  <a:lnTo>
                    <a:pt x="52470" y="35354"/>
                  </a:lnTo>
                  <a:lnTo>
                    <a:pt x="53081" y="37275"/>
                  </a:lnTo>
                  <a:lnTo>
                    <a:pt x="53716" y="39176"/>
                  </a:lnTo>
                  <a:lnTo>
                    <a:pt x="54374" y="41060"/>
                  </a:lnTo>
                  <a:lnTo>
                    <a:pt x="55056" y="42925"/>
                  </a:lnTo>
                  <a:lnTo>
                    <a:pt x="55762" y="44771"/>
                  </a:lnTo>
                  <a:lnTo>
                    <a:pt x="56491" y="46599"/>
                  </a:lnTo>
                  <a:lnTo>
                    <a:pt x="57239" y="48401"/>
                  </a:lnTo>
                  <a:lnTo>
                    <a:pt x="58018" y="50187"/>
                  </a:lnTo>
                  <a:lnTo>
                    <a:pt x="58828" y="51957"/>
                  </a:lnTo>
                  <a:lnTo>
                    <a:pt x="59670" y="53711"/>
                  </a:lnTo>
                  <a:lnTo>
                    <a:pt x="60543" y="55449"/>
                  </a:lnTo>
                  <a:lnTo>
                    <a:pt x="61446" y="57171"/>
                  </a:lnTo>
                  <a:lnTo>
                    <a:pt x="62381" y="58877"/>
                  </a:lnTo>
                  <a:lnTo>
                    <a:pt x="63347" y="60567"/>
                  </a:lnTo>
                  <a:lnTo>
                    <a:pt x="64345" y="62242"/>
                  </a:lnTo>
                  <a:lnTo>
                    <a:pt x="65373" y="63900"/>
                  </a:lnTo>
                  <a:lnTo>
                    <a:pt x="66440" y="65527"/>
                  </a:lnTo>
                  <a:lnTo>
                    <a:pt x="67555" y="67143"/>
                  </a:lnTo>
                  <a:lnTo>
                    <a:pt x="68717" y="68746"/>
                  </a:lnTo>
                  <a:lnTo>
                    <a:pt x="69926" y="70338"/>
                  </a:lnTo>
                  <a:lnTo>
                    <a:pt x="71182" y="71919"/>
                  </a:lnTo>
                  <a:lnTo>
                    <a:pt x="72485" y="73487"/>
                  </a:lnTo>
                  <a:lnTo>
                    <a:pt x="73836" y="75044"/>
                  </a:lnTo>
                  <a:lnTo>
                    <a:pt x="75233" y="76589"/>
                  </a:lnTo>
                  <a:lnTo>
                    <a:pt x="76678" y="78122"/>
                  </a:lnTo>
                  <a:lnTo>
                    <a:pt x="78170" y="79643"/>
                  </a:lnTo>
                  <a:lnTo>
                    <a:pt x="70256" y="87557"/>
                  </a:lnTo>
                  <a:lnTo>
                    <a:pt x="68853" y="86120"/>
                  </a:lnTo>
                  <a:lnTo>
                    <a:pt x="67489" y="84656"/>
                  </a:lnTo>
                  <a:lnTo>
                    <a:pt x="66166" y="83164"/>
                  </a:lnTo>
                  <a:lnTo>
                    <a:pt x="64881" y="81643"/>
                  </a:lnTo>
                  <a:lnTo>
                    <a:pt x="63637" y="80096"/>
                  </a:lnTo>
                  <a:lnTo>
                    <a:pt x="62431" y="78520"/>
                  </a:lnTo>
                  <a:lnTo>
                    <a:pt x="61266" y="76917"/>
                  </a:lnTo>
                  <a:lnTo>
                    <a:pt x="60140" y="75285"/>
                  </a:lnTo>
                  <a:lnTo>
                    <a:pt x="59053" y="73627"/>
                  </a:lnTo>
                  <a:lnTo>
                    <a:pt x="58006" y="71940"/>
                  </a:lnTo>
                  <a:lnTo>
                    <a:pt x="56986" y="70222"/>
                  </a:lnTo>
                  <a:lnTo>
                    <a:pt x="55994" y="68486"/>
                  </a:lnTo>
                  <a:lnTo>
                    <a:pt x="55032" y="66733"/>
                  </a:lnTo>
                  <a:lnTo>
                    <a:pt x="54100" y="64962"/>
                  </a:lnTo>
                  <a:lnTo>
                    <a:pt x="53197" y="63173"/>
                  </a:lnTo>
                  <a:lnTo>
                    <a:pt x="52324" y="61367"/>
                  </a:lnTo>
                  <a:lnTo>
                    <a:pt x="51480" y="59543"/>
                  </a:lnTo>
                  <a:lnTo>
                    <a:pt x="50665" y="57702"/>
                  </a:lnTo>
                  <a:lnTo>
                    <a:pt x="49880" y="55842"/>
                  </a:lnTo>
                  <a:lnTo>
                    <a:pt x="49124" y="53965"/>
                  </a:lnTo>
                  <a:lnTo>
                    <a:pt x="48387" y="52064"/>
                  </a:lnTo>
                  <a:lnTo>
                    <a:pt x="47673" y="50150"/>
                  </a:lnTo>
                  <a:lnTo>
                    <a:pt x="46983" y="48222"/>
                  </a:lnTo>
                  <a:lnTo>
                    <a:pt x="46316" y="46280"/>
                  </a:lnTo>
                  <a:lnTo>
                    <a:pt x="45673" y="44325"/>
                  </a:lnTo>
                  <a:lnTo>
                    <a:pt x="45053" y="42357"/>
                  </a:lnTo>
                  <a:lnTo>
                    <a:pt x="44457" y="40375"/>
                  </a:lnTo>
                  <a:lnTo>
                    <a:pt x="43884" y="38380"/>
                  </a:lnTo>
                  <a:lnTo>
                    <a:pt x="43335" y="36371"/>
                  </a:lnTo>
                  <a:lnTo>
                    <a:pt x="42810" y="34349"/>
                  </a:lnTo>
                  <a:lnTo>
                    <a:pt x="42303" y="32317"/>
                  </a:lnTo>
                  <a:lnTo>
                    <a:pt x="41808" y="30279"/>
                  </a:lnTo>
                  <a:lnTo>
                    <a:pt x="41326" y="28236"/>
                  </a:lnTo>
                  <a:lnTo>
                    <a:pt x="40857" y="26186"/>
                  </a:lnTo>
                  <a:lnTo>
                    <a:pt x="40400" y="24130"/>
                  </a:lnTo>
                  <a:lnTo>
                    <a:pt x="39956" y="22069"/>
                  </a:lnTo>
                  <a:lnTo>
                    <a:pt x="39525" y="20002"/>
                  </a:lnTo>
                  <a:lnTo>
                    <a:pt x="39106" y="17929"/>
                  </a:lnTo>
                  <a:lnTo>
                    <a:pt x="38699" y="15850"/>
                  </a:lnTo>
                  <a:lnTo>
                    <a:pt x="38306" y="13765"/>
                  </a:lnTo>
                  <a:lnTo>
                    <a:pt x="6440" y="45630"/>
                  </a:lnTo>
                  <a:lnTo>
                    <a:pt x="0" y="39190"/>
                  </a:lnTo>
                  <a:lnTo>
                    <a:pt x="39190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h147"/>
            <p:cNvSpPr/>
            <p:nvPr/>
          </p:nvSpPr>
          <p:spPr>
            <a:xfrm>
              <a:off x="7061855" y="6200172"/>
              <a:ext cx="25172" cy="28708"/>
            </a:xfrm>
            <a:custGeom>
              <a:avLst/>
              <a:pathLst>
                <a:path w="25172" h="28708">
                  <a:moveTo>
                    <a:pt x="8208" y="0"/>
                  </a:moveTo>
                  <a:lnTo>
                    <a:pt x="15280" y="7071"/>
                  </a:lnTo>
                  <a:lnTo>
                    <a:pt x="15720" y="7516"/>
                  </a:lnTo>
                  <a:lnTo>
                    <a:pt x="16147" y="7955"/>
                  </a:lnTo>
                  <a:lnTo>
                    <a:pt x="16562" y="8391"/>
                  </a:lnTo>
                  <a:lnTo>
                    <a:pt x="16964" y="8823"/>
                  </a:lnTo>
                  <a:lnTo>
                    <a:pt x="17353" y="9250"/>
                  </a:lnTo>
                  <a:lnTo>
                    <a:pt x="17730" y="9673"/>
                  </a:lnTo>
                  <a:lnTo>
                    <a:pt x="18094" y="10092"/>
                  </a:lnTo>
                  <a:lnTo>
                    <a:pt x="18446" y="10506"/>
                  </a:lnTo>
                  <a:lnTo>
                    <a:pt x="18784" y="10917"/>
                  </a:lnTo>
                  <a:lnTo>
                    <a:pt x="19111" y="11323"/>
                  </a:lnTo>
                  <a:lnTo>
                    <a:pt x="19442" y="11727"/>
                  </a:lnTo>
                  <a:lnTo>
                    <a:pt x="19762" y="12130"/>
                  </a:lnTo>
                  <a:lnTo>
                    <a:pt x="20072" y="12532"/>
                  </a:lnTo>
                  <a:lnTo>
                    <a:pt x="20370" y="12933"/>
                  </a:lnTo>
                  <a:lnTo>
                    <a:pt x="20658" y="13333"/>
                  </a:lnTo>
                  <a:lnTo>
                    <a:pt x="20934" y="13733"/>
                  </a:lnTo>
                  <a:lnTo>
                    <a:pt x="21200" y="14131"/>
                  </a:lnTo>
                  <a:lnTo>
                    <a:pt x="21454" y="14529"/>
                  </a:lnTo>
                  <a:lnTo>
                    <a:pt x="21698" y="14926"/>
                  </a:lnTo>
                  <a:lnTo>
                    <a:pt x="21931" y="15322"/>
                  </a:lnTo>
                  <a:lnTo>
                    <a:pt x="22162" y="15726"/>
                  </a:lnTo>
                  <a:lnTo>
                    <a:pt x="22386" y="16130"/>
                  </a:lnTo>
                  <a:lnTo>
                    <a:pt x="22600" y="16534"/>
                  </a:lnTo>
                  <a:lnTo>
                    <a:pt x="22807" y="16939"/>
                  </a:lnTo>
                  <a:lnTo>
                    <a:pt x="23004" y="17343"/>
                  </a:lnTo>
                  <a:lnTo>
                    <a:pt x="23194" y="17747"/>
                  </a:lnTo>
                  <a:lnTo>
                    <a:pt x="23375" y="18151"/>
                  </a:lnTo>
                  <a:lnTo>
                    <a:pt x="23547" y="18555"/>
                  </a:lnTo>
                  <a:lnTo>
                    <a:pt x="23712" y="18959"/>
                  </a:lnTo>
                  <a:lnTo>
                    <a:pt x="23867" y="19363"/>
                  </a:lnTo>
                  <a:lnTo>
                    <a:pt x="24024" y="19761"/>
                  </a:lnTo>
                  <a:lnTo>
                    <a:pt x="24175" y="20163"/>
                  </a:lnTo>
                  <a:lnTo>
                    <a:pt x="24321" y="20569"/>
                  </a:lnTo>
                  <a:lnTo>
                    <a:pt x="24460" y="20980"/>
                  </a:lnTo>
                  <a:lnTo>
                    <a:pt x="24593" y="21394"/>
                  </a:lnTo>
                  <a:lnTo>
                    <a:pt x="24721" y="21813"/>
                  </a:lnTo>
                  <a:lnTo>
                    <a:pt x="24843" y="22236"/>
                  </a:lnTo>
                  <a:lnTo>
                    <a:pt x="24958" y="22663"/>
                  </a:lnTo>
                  <a:lnTo>
                    <a:pt x="25068" y="23095"/>
                  </a:lnTo>
                  <a:lnTo>
                    <a:pt x="25172" y="23531"/>
                  </a:lnTo>
                  <a:lnTo>
                    <a:pt x="19995" y="28708"/>
                  </a:lnTo>
                  <a:lnTo>
                    <a:pt x="19817" y="27791"/>
                  </a:lnTo>
                  <a:lnTo>
                    <a:pt x="19621" y="26890"/>
                  </a:lnTo>
                  <a:lnTo>
                    <a:pt x="19406" y="26006"/>
                  </a:lnTo>
                  <a:lnTo>
                    <a:pt x="19173" y="25139"/>
                  </a:lnTo>
                  <a:lnTo>
                    <a:pt x="18921" y="24288"/>
                  </a:lnTo>
                  <a:lnTo>
                    <a:pt x="18651" y="23455"/>
                  </a:lnTo>
                  <a:lnTo>
                    <a:pt x="18362" y="22638"/>
                  </a:lnTo>
                  <a:lnTo>
                    <a:pt x="18055" y="21838"/>
                  </a:lnTo>
                  <a:lnTo>
                    <a:pt x="17729" y="21055"/>
                  </a:lnTo>
                  <a:lnTo>
                    <a:pt x="17385" y="20289"/>
                  </a:lnTo>
                  <a:lnTo>
                    <a:pt x="17029" y="19534"/>
                  </a:lnTo>
                  <a:lnTo>
                    <a:pt x="16654" y="18801"/>
                  </a:lnTo>
                  <a:lnTo>
                    <a:pt x="16258" y="18089"/>
                  </a:lnTo>
                  <a:lnTo>
                    <a:pt x="15842" y="17400"/>
                  </a:lnTo>
                  <a:lnTo>
                    <a:pt x="15406" y="16732"/>
                  </a:lnTo>
                  <a:lnTo>
                    <a:pt x="14950" y="16087"/>
                  </a:lnTo>
                  <a:lnTo>
                    <a:pt x="14473" y="15463"/>
                  </a:lnTo>
                  <a:lnTo>
                    <a:pt x="13977" y="14861"/>
                  </a:lnTo>
                  <a:lnTo>
                    <a:pt x="13460" y="14281"/>
                  </a:lnTo>
                  <a:lnTo>
                    <a:pt x="12923" y="13722"/>
                  </a:lnTo>
                  <a:lnTo>
                    <a:pt x="9218" y="17427"/>
                  </a:lnTo>
                  <a:lnTo>
                    <a:pt x="0" y="82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h148"/>
            <p:cNvSpPr/>
            <p:nvPr/>
          </p:nvSpPr>
          <p:spPr>
            <a:xfrm>
              <a:off x="7076455" y="6100031"/>
              <a:ext cx="67230" cy="67828"/>
            </a:xfrm>
            <a:custGeom>
              <a:avLst/>
              <a:pathLst>
                <a:path w="67230" h="67828">
                  <a:moveTo>
                    <a:pt x="61928" y="25086"/>
                  </a:moveTo>
                  <a:lnTo>
                    <a:pt x="62548" y="25731"/>
                  </a:lnTo>
                  <a:lnTo>
                    <a:pt x="63130" y="26389"/>
                  </a:lnTo>
                  <a:lnTo>
                    <a:pt x="63673" y="27058"/>
                  </a:lnTo>
                  <a:lnTo>
                    <a:pt x="64177" y="27739"/>
                  </a:lnTo>
                  <a:lnTo>
                    <a:pt x="64643" y="28432"/>
                  </a:lnTo>
                  <a:lnTo>
                    <a:pt x="65070" y="29137"/>
                  </a:lnTo>
                  <a:lnTo>
                    <a:pt x="65458" y="29853"/>
                  </a:lnTo>
                  <a:lnTo>
                    <a:pt x="65807" y="30581"/>
                  </a:lnTo>
                  <a:lnTo>
                    <a:pt x="66118" y="31322"/>
                  </a:lnTo>
                  <a:lnTo>
                    <a:pt x="66390" y="32073"/>
                  </a:lnTo>
                  <a:lnTo>
                    <a:pt x="66624" y="32818"/>
                  </a:lnTo>
                  <a:lnTo>
                    <a:pt x="66819" y="33570"/>
                  </a:lnTo>
                  <a:lnTo>
                    <a:pt x="66977" y="34330"/>
                  </a:lnTo>
                  <a:lnTo>
                    <a:pt x="67097" y="35097"/>
                  </a:lnTo>
                  <a:lnTo>
                    <a:pt x="67179" y="35872"/>
                  </a:lnTo>
                  <a:lnTo>
                    <a:pt x="67223" y="36655"/>
                  </a:lnTo>
                  <a:lnTo>
                    <a:pt x="67230" y="37445"/>
                  </a:lnTo>
                  <a:lnTo>
                    <a:pt x="67198" y="38243"/>
                  </a:lnTo>
                  <a:lnTo>
                    <a:pt x="67129" y="39048"/>
                  </a:lnTo>
                  <a:lnTo>
                    <a:pt x="67021" y="39861"/>
                  </a:lnTo>
                  <a:lnTo>
                    <a:pt x="66868" y="40672"/>
                  </a:lnTo>
                  <a:lnTo>
                    <a:pt x="66678" y="41491"/>
                  </a:lnTo>
                  <a:lnTo>
                    <a:pt x="66451" y="42316"/>
                  </a:lnTo>
                  <a:lnTo>
                    <a:pt x="66186" y="43148"/>
                  </a:lnTo>
                  <a:lnTo>
                    <a:pt x="65885" y="43986"/>
                  </a:lnTo>
                  <a:lnTo>
                    <a:pt x="65546" y="44831"/>
                  </a:lnTo>
                  <a:lnTo>
                    <a:pt x="65171" y="45683"/>
                  </a:lnTo>
                  <a:lnTo>
                    <a:pt x="64758" y="46542"/>
                  </a:lnTo>
                  <a:lnTo>
                    <a:pt x="64309" y="47408"/>
                  </a:lnTo>
                  <a:lnTo>
                    <a:pt x="63822" y="48280"/>
                  </a:lnTo>
                  <a:lnTo>
                    <a:pt x="63298" y="49140"/>
                  </a:lnTo>
                  <a:lnTo>
                    <a:pt x="62736" y="50002"/>
                  </a:lnTo>
                  <a:lnTo>
                    <a:pt x="62136" y="50867"/>
                  </a:lnTo>
                  <a:lnTo>
                    <a:pt x="61499" y="51735"/>
                  </a:lnTo>
                  <a:lnTo>
                    <a:pt x="60823" y="52605"/>
                  </a:lnTo>
                  <a:lnTo>
                    <a:pt x="60109" y="53478"/>
                  </a:lnTo>
                  <a:lnTo>
                    <a:pt x="59358" y="54353"/>
                  </a:lnTo>
                  <a:lnTo>
                    <a:pt x="58569" y="55231"/>
                  </a:lnTo>
                  <a:lnTo>
                    <a:pt x="57742" y="56111"/>
                  </a:lnTo>
                  <a:lnTo>
                    <a:pt x="56877" y="56994"/>
                  </a:lnTo>
                  <a:lnTo>
                    <a:pt x="56086" y="57771"/>
                  </a:lnTo>
                  <a:lnTo>
                    <a:pt x="55299" y="58521"/>
                  </a:lnTo>
                  <a:lnTo>
                    <a:pt x="54514" y="59243"/>
                  </a:lnTo>
                  <a:lnTo>
                    <a:pt x="53731" y="59937"/>
                  </a:lnTo>
                  <a:lnTo>
                    <a:pt x="52951" y="60603"/>
                  </a:lnTo>
                  <a:lnTo>
                    <a:pt x="52174" y="61242"/>
                  </a:lnTo>
                  <a:lnTo>
                    <a:pt x="51399" y="61853"/>
                  </a:lnTo>
                  <a:lnTo>
                    <a:pt x="50626" y="62436"/>
                  </a:lnTo>
                  <a:lnTo>
                    <a:pt x="49856" y="62991"/>
                  </a:lnTo>
                  <a:lnTo>
                    <a:pt x="49089" y="63518"/>
                  </a:lnTo>
                  <a:lnTo>
                    <a:pt x="48340" y="64017"/>
                  </a:lnTo>
                  <a:lnTo>
                    <a:pt x="47590" y="64485"/>
                  </a:lnTo>
                  <a:lnTo>
                    <a:pt x="46841" y="64923"/>
                  </a:lnTo>
                  <a:lnTo>
                    <a:pt x="46092" y="65330"/>
                  </a:lnTo>
                  <a:lnTo>
                    <a:pt x="45342" y="65707"/>
                  </a:lnTo>
                  <a:lnTo>
                    <a:pt x="44593" y="66054"/>
                  </a:lnTo>
                  <a:lnTo>
                    <a:pt x="43844" y="66371"/>
                  </a:lnTo>
                  <a:lnTo>
                    <a:pt x="43095" y="66657"/>
                  </a:lnTo>
                  <a:lnTo>
                    <a:pt x="42345" y="66913"/>
                  </a:lnTo>
                  <a:lnTo>
                    <a:pt x="41596" y="67138"/>
                  </a:lnTo>
                  <a:lnTo>
                    <a:pt x="40846" y="67333"/>
                  </a:lnTo>
                  <a:lnTo>
                    <a:pt x="40094" y="67495"/>
                  </a:lnTo>
                  <a:lnTo>
                    <a:pt x="39341" y="67626"/>
                  </a:lnTo>
                  <a:lnTo>
                    <a:pt x="38585" y="67724"/>
                  </a:lnTo>
                  <a:lnTo>
                    <a:pt x="37829" y="67791"/>
                  </a:lnTo>
                  <a:lnTo>
                    <a:pt x="37070" y="67825"/>
                  </a:lnTo>
                  <a:lnTo>
                    <a:pt x="36310" y="67828"/>
                  </a:lnTo>
                  <a:lnTo>
                    <a:pt x="35548" y="67798"/>
                  </a:lnTo>
                  <a:lnTo>
                    <a:pt x="34784" y="67737"/>
                  </a:lnTo>
                  <a:lnTo>
                    <a:pt x="34019" y="67644"/>
                  </a:lnTo>
                  <a:lnTo>
                    <a:pt x="33252" y="67499"/>
                  </a:lnTo>
                  <a:lnTo>
                    <a:pt x="32482" y="67319"/>
                  </a:lnTo>
                  <a:lnTo>
                    <a:pt x="31709" y="67102"/>
                  </a:lnTo>
                  <a:lnTo>
                    <a:pt x="30934" y="66849"/>
                  </a:lnTo>
                  <a:lnTo>
                    <a:pt x="30157" y="66560"/>
                  </a:lnTo>
                  <a:lnTo>
                    <a:pt x="29377" y="66234"/>
                  </a:lnTo>
                  <a:lnTo>
                    <a:pt x="28594" y="65873"/>
                  </a:lnTo>
                  <a:lnTo>
                    <a:pt x="27809" y="65475"/>
                  </a:lnTo>
                  <a:lnTo>
                    <a:pt x="27022" y="65041"/>
                  </a:lnTo>
                  <a:lnTo>
                    <a:pt x="26231" y="64571"/>
                  </a:lnTo>
                  <a:lnTo>
                    <a:pt x="31620" y="56573"/>
                  </a:lnTo>
                  <a:lnTo>
                    <a:pt x="32547" y="57071"/>
                  </a:lnTo>
                  <a:lnTo>
                    <a:pt x="33477" y="57490"/>
                  </a:lnTo>
                  <a:lnTo>
                    <a:pt x="34409" y="57829"/>
                  </a:lnTo>
                  <a:lnTo>
                    <a:pt x="35344" y="58088"/>
                  </a:lnTo>
                  <a:lnTo>
                    <a:pt x="36282" y="58267"/>
                  </a:lnTo>
                  <a:lnTo>
                    <a:pt x="37222" y="58366"/>
                  </a:lnTo>
                  <a:lnTo>
                    <a:pt x="38164" y="58385"/>
                  </a:lnTo>
                  <a:lnTo>
                    <a:pt x="39109" y="58324"/>
                  </a:lnTo>
                  <a:lnTo>
                    <a:pt x="40057" y="58183"/>
                  </a:lnTo>
                  <a:lnTo>
                    <a:pt x="41007" y="57962"/>
                  </a:lnTo>
                  <a:lnTo>
                    <a:pt x="41956" y="57652"/>
                  </a:lnTo>
                  <a:lnTo>
                    <a:pt x="42920" y="57261"/>
                  </a:lnTo>
                  <a:lnTo>
                    <a:pt x="43896" y="56790"/>
                  </a:lnTo>
                  <a:lnTo>
                    <a:pt x="44886" y="56238"/>
                  </a:lnTo>
                  <a:lnTo>
                    <a:pt x="45890" y="55604"/>
                  </a:lnTo>
                  <a:lnTo>
                    <a:pt x="46907" y="54890"/>
                  </a:lnTo>
                  <a:lnTo>
                    <a:pt x="47937" y="54096"/>
                  </a:lnTo>
                  <a:lnTo>
                    <a:pt x="48981" y="53220"/>
                  </a:lnTo>
                  <a:lnTo>
                    <a:pt x="50039" y="52264"/>
                  </a:lnTo>
                  <a:lnTo>
                    <a:pt x="51110" y="51227"/>
                  </a:lnTo>
                  <a:lnTo>
                    <a:pt x="51590" y="50739"/>
                  </a:lnTo>
                  <a:lnTo>
                    <a:pt x="52056" y="50253"/>
                  </a:lnTo>
                  <a:lnTo>
                    <a:pt x="52506" y="49769"/>
                  </a:lnTo>
                  <a:lnTo>
                    <a:pt x="52941" y="49287"/>
                  </a:lnTo>
                  <a:lnTo>
                    <a:pt x="53362" y="48806"/>
                  </a:lnTo>
                  <a:lnTo>
                    <a:pt x="53767" y="48327"/>
                  </a:lnTo>
                  <a:lnTo>
                    <a:pt x="54156" y="47850"/>
                  </a:lnTo>
                  <a:lnTo>
                    <a:pt x="54531" y="47374"/>
                  </a:lnTo>
                  <a:lnTo>
                    <a:pt x="54890" y="46900"/>
                  </a:lnTo>
                  <a:lnTo>
                    <a:pt x="55235" y="46428"/>
                  </a:lnTo>
                  <a:lnTo>
                    <a:pt x="55569" y="45949"/>
                  </a:lnTo>
                  <a:lnTo>
                    <a:pt x="55883" y="45473"/>
                  </a:lnTo>
                  <a:lnTo>
                    <a:pt x="56176" y="44999"/>
                  </a:lnTo>
                  <a:lnTo>
                    <a:pt x="56447" y="44528"/>
                  </a:lnTo>
                  <a:lnTo>
                    <a:pt x="56698" y="44060"/>
                  </a:lnTo>
                  <a:lnTo>
                    <a:pt x="56927" y="43594"/>
                  </a:lnTo>
                  <a:lnTo>
                    <a:pt x="57135" y="43130"/>
                  </a:lnTo>
                  <a:lnTo>
                    <a:pt x="57323" y="42669"/>
                  </a:lnTo>
                  <a:lnTo>
                    <a:pt x="57489" y="42211"/>
                  </a:lnTo>
                  <a:lnTo>
                    <a:pt x="57634" y="41755"/>
                  </a:lnTo>
                  <a:lnTo>
                    <a:pt x="57749" y="41294"/>
                  </a:lnTo>
                  <a:lnTo>
                    <a:pt x="57840" y="40836"/>
                  </a:lnTo>
                  <a:lnTo>
                    <a:pt x="57907" y="40381"/>
                  </a:lnTo>
                  <a:lnTo>
                    <a:pt x="57951" y="39930"/>
                  </a:lnTo>
                  <a:lnTo>
                    <a:pt x="57971" y="39482"/>
                  </a:lnTo>
                  <a:lnTo>
                    <a:pt x="57968" y="39038"/>
                  </a:lnTo>
                  <a:lnTo>
                    <a:pt x="57941" y="38596"/>
                  </a:lnTo>
                  <a:lnTo>
                    <a:pt x="57890" y="38159"/>
                  </a:lnTo>
                  <a:lnTo>
                    <a:pt x="57816" y="37724"/>
                  </a:lnTo>
                  <a:lnTo>
                    <a:pt x="57718" y="37293"/>
                  </a:lnTo>
                  <a:lnTo>
                    <a:pt x="57594" y="36849"/>
                  </a:lnTo>
                  <a:lnTo>
                    <a:pt x="57441" y="36409"/>
                  </a:lnTo>
                  <a:lnTo>
                    <a:pt x="57257" y="35973"/>
                  </a:lnTo>
                  <a:lnTo>
                    <a:pt x="57045" y="35542"/>
                  </a:lnTo>
                  <a:lnTo>
                    <a:pt x="56803" y="35115"/>
                  </a:lnTo>
                  <a:lnTo>
                    <a:pt x="56531" y="34692"/>
                  </a:lnTo>
                  <a:lnTo>
                    <a:pt x="56230" y="34273"/>
                  </a:lnTo>
                  <a:lnTo>
                    <a:pt x="55900" y="33858"/>
                  </a:lnTo>
                  <a:lnTo>
                    <a:pt x="55540" y="33448"/>
                  </a:lnTo>
                  <a:lnTo>
                    <a:pt x="55151" y="33042"/>
                  </a:lnTo>
                  <a:lnTo>
                    <a:pt x="54736" y="32646"/>
                  </a:lnTo>
                  <a:lnTo>
                    <a:pt x="54317" y="32285"/>
                  </a:lnTo>
                  <a:lnTo>
                    <a:pt x="53894" y="31959"/>
                  </a:lnTo>
                  <a:lnTo>
                    <a:pt x="53467" y="31668"/>
                  </a:lnTo>
                  <a:lnTo>
                    <a:pt x="53035" y="31410"/>
                  </a:lnTo>
                  <a:lnTo>
                    <a:pt x="52600" y="31188"/>
                  </a:lnTo>
                  <a:lnTo>
                    <a:pt x="52160" y="30999"/>
                  </a:lnTo>
                  <a:lnTo>
                    <a:pt x="51716" y="30846"/>
                  </a:lnTo>
                  <a:lnTo>
                    <a:pt x="51267" y="30727"/>
                  </a:lnTo>
                  <a:lnTo>
                    <a:pt x="50815" y="30642"/>
                  </a:lnTo>
                  <a:lnTo>
                    <a:pt x="50349" y="30579"/>
                  </a:lnTo>
                  <a:lnTo>
                    <a:pt x="49877" y="30539"/>
                  </a:lnTo>
                  <a:lnTo>
                    <a:pt x="49399" y="30525"/>
                  </a:lnTo>
                  <a:lnTo>
                    <a:pt x="48916" y="30534"/>
                  </a:lnTo>
                  <a:lnTo>
                    <a:pt x="48426" y="30568"/>
                  </a:lnTo>
                  <a:lnTo>
                    <a:pt x="47930" y="30627"/>
                  </a:lnTo>
                  <a:lnTo>
                    <a:pt x="47429" y="30710"/>
                  </a:lnTo>
                  <a:lnTo>
                    <a:pt x="46922" y="30817"/>
                  </a:lnTo>
                  <a:lnTo>
                    <a:pt x="46409" y="30949"/>
                  </a:lnTo>
                  <a:lnTo>
                    <a:pt x="45890" y="31105"/>
                  </a:lnTo>
                  <a:lnTo>
                    <a:pt x="45363" y="31284"/>
                  </a:lnTo>
                  <a:lnTo>
                    <a:pt x="44826" y="31482"/>
                  </a:lnTo>
                  <a:lnTo>
                    <a:pt x="44278" y="31701"/>
                  </a:lnTo>
                  <a:lnTo>
                    <a:pt x="43721" y="31940"/>
                  </a:lnTo>
                  <a:lnTo>
                    <a:pt x="43154" y="32200"/>
                  </a:lnTo>
                  <a:lnTo>
                    <a:pt x="42576" y="32479"/>
                  </a:lnTo>
                  <a:lnTo>
                    <a:pt x="41988" y="32779"/>
                  </a:lnTo>
                  <a:lnTo>
                    <a:pt x="41391" y="33099"/>
                  </a:lnTo>
                  <a:lnTo>
                    <a:pt x="40783" y="33439"/>
                  </a:lnTo>
                  <a:lnTo>
                    <a:pt x="40165" y="33799"/>
                  </a:lnTo>
                  <a:lnTo>
                    <a:pt x="39535" y="34157"/>
                  </a:lnTo>
                  <a:lnTo>
                    <a:pt x="38894" y="34522"/>
                  </a:lnTo>
                  <a:lnTo>
                    <a:pt x="38239" y="34894"/>
                  </a:lnTo>
                  <a:lnTo>
                    <a:pt x="37572" y="35274"/>
                  </a:lnTo>
                  <a:lnTo>
                    <a:pt x="36892" y="35662"/>
                  </a:lnTo>
                  <a:lnTo>
                    <a:pt x="36199" y="36057"/>
                  </a:lnTo>
                  <a:lnTo>
                    <a:pt x="35494" y="36460"/>
                  </a:lnTo>
                  <a:lnTo>
                    <a:pt x="34777" y="36870"/>
                  </a:lnTo>
                  <a:lnTo>
                    <a:pt x="34046" y="37288"/>
                  </a:lnTo>
                  <a:lnTo>
                    <a:pt x="33303" y="37714"/>
                  </a:lnTo>
                  <a:lnTo>
                    <a:pt x="32612" y="38116"/>
                  </a:lnTo>
                  <a:lnTo>
                    <a:pt x="31918" y="38514"/>
                  </a:lnTo>
                  <a:lnTo>
                    <a:pt x="31221" y="38907"/>
                  </a:lnTo>
                  <a:lnTo>
                    <a:pt x="30522" y="39297"/>
                  </a:lnTo>
                  <a:lnTo>
                    <a:pt x="29820" y="39682"/>
                  </a:lnTo>
                  <a:lnTo>
                    <a:pt x="29116" y="40063"/>
                  </a:lnTo>
                  <a:lnTo>
                    <a:pt x="28409" y="40440"/>
                  </a:lnTo>
                  <a:lnTo>
                    <a:pt x="27700" y="40812"/>
                  </a:lnTo>
                  <a:lnTo>
                    <a:pt x="26988" y="41181"/>
                  </a:lnTo>
                  <a:lnTo>
                    <a:pt x="26273" y="41545"/>
                  </a:lnTo>
                  <a:lnTo>
                    <a:pt x="25557" y="41896"/>
                  </a:lnTo>
                  <a:lnTo>
                    <a:pt x="24841" y="42227"/>
                  </a:lnTo>
                  <a:lnTo>
                    <a:pt x="24123" y="42536"/>
                  </a:lnTo>
                  <a:lnTo>
                    <a:pt x="23404" y="42824"/>
                  </a:lnTo>
                  <a:lnTo>
                    <a:pt x="22685" y="43092"/>
                  </a:lnTo>
                  <a:lnTo>
                    <a:pt x="21965" y="43338"/>
                  </a:lnTo>
                  <a:lnTo>
                    <a:pt x="21244" y="43563"/>
                  </a:lnTo>
                  <a:lnTo>
                    <a:pt x="20522" y="43767"/>
                  </a:lnTo>
                  <a:lnTo>
                    <a:pt x="19799" y="43950"/>
                  </a:lnTo>
                  <a:lnTo>
                    <a:pt x="19075" y="44112"/>
                  </a:lnTo>
                  <a:lnTo>
                    <a:pt x="18352" y="44232"/>
                  </a:lnTo>
                  <a:lnTo>
                    <a:pt x="17632" y="44323"/>
                  </a:lnTo>
                  <a:lnTo>
                    <a:pt x="16915" y="44384"/>
                  </a:lnTo>
                  <a:lnTo>
                    <a:pt x="16199" y="44416"/>
                  </a:lnTo>
                  <a:lnTo>
                    <a:pt x="15487" y="44418"/>
                  </a:lnTo>
                  <a:lnTo>
                    <a:pt x="14777" y="44390"/>
                  </a:lnTo>
                  <a:lnTo>
                    <a:pt x="14069" y="44333"/>
                  </a:lnTo>
                  <a:lnTo>
                    <a:pt x="13364" y="44247"/>
                  </a:lnTo>
                  <a:lnTo>
                    <a:pt x="12661" y="44131"/>
                  </a:lnTo>
                  <a:lnTo>
                    <a:pt x="11961" y="43986"/>
                  </a:lnTo>
                  <a:lnTo>
                    <a:pt x="11265" y="43802"/>
                  </a:lnTo>
                  <a:lnTo>
                    <a:pt x="10574" y="43569"/>
                  </a:lnTo>
                  <a:lnTo>
                    <a:pt x="9888" y="43287"/>
                  </a:lnTo>
                  <a:lnTo>
                    <a:pt x="9207" y="42956"/>
                  </a:lnTo>
                  <a:lnTo>
                    <a:pt x="8530" y="42576"/>
                  </a:lnTo>
                  <a:lnTo>
                    <a:pt x="7859" y="42147"/>
                  </a:lnTo>
                  <a:lnTo>
                    <a:pt x="7194" y="41670"/>
                  </a:lnTo>
                  <a:lnTo>
                    <a:pt x="6533" y="41144"/>
                  </a:lnTo>
                  <a:lnTo>
                    <a:pt x="5877" y="40569"/>
                  </a:lnTo>
                  <a:lnTo>
                    <a:pt x="5226" y="39945"/>
                  </a:lnTo>
                  <a:lnTo>
                    <a:pt x="4054" y="38685"/>
                  </a:lnTo>
                  <a:lnTo>
                    <a:pt x="3030" y="37396"/>
                  </a:lnTo>
                  <a:lnTo>
                    <a:pt x="2155" y="36078"/>
                  </a:lnTo>
                  <a:lnTo>
                    <a:pt x="1427" y="34732"/>
                  </a:lnTo>
                  <a:lnTo>
                    <a:pt x="848" y="33357"/>
                  </a:lnTo>
                  <a:lnTo>
                    <a:pt x="417" y="31954"/>
                  </a:lnTo>
                  <a:lnTo>
                    <a:pt x="134" y="30522"/>
                  </a:lnTo>
                  <a:lnTo>
                    <a:pt x="0" y="29061"/>
                  </a:lnTo>
                  <a:lnTo>
                    <a:pt x="13" y="27572"/>
                  </a:lnTo>
                  <a:lnTo>
                    <a:pt x="175" y="26054"/>
                  </a:lnTo>
                  <a:lnTo>
                    <a:pt x="484" y="24497"/>
                  </a:lnTo>
                  <a:lnTo>
                    <a:pt x="939" y="22925"/>
                  </a:lnTo>
                  <a:lnTo>
                    <a:pt x="1541" y="21338"/>
                  </a:lnTo>
                  <a:lnTo>
                    <a:pt x="2289" y="19736"/>
                  </a:lnTo>
                  <a:lnTo>
                    <a:pt x="3184" y="18119"/>
                  </a:lnTo>
                  <a:lnTo>
                    <a:pt x="4226" y="16486"/>
                  </a:lnTo>
                  <a:lnTo>
                    <a:pt x="5414" y="14839"/>
                  </a:lnTo>
                  <a:lnTo>
                    <a:pt x="6748" y="13176"/>
                  </a:lnTo>
                  <a:lnTo>
                    <a:pt x="8229" y="11498"/>
                  </a:lnTo>
                  <a:lnTo>
                    <a:pt x="9856" y="9805"/>
                  </a:lnTo>
                  <a:lnTo>
                    <a:pt x="11359" y="8356"/>
                  </a:lnTo>
                  <a:lnTo>
                    <a:pt x="12852" y="7022"/>
                  </a:lnTo>
                  <a:lnTo>
                    <a:pt x="14336" y="5803"/>
                  </a:lnTo>
                  <a:lnTo>
                    <a:pt x="15810" y="4700"/>
                  </a:lnTo>
                  <a:lnTo>
                    <a:pt x="17276" y="3712"/>
                  </a:lnTo>
                  <a:lnTo>
                    <a:pt x="18732" y="2839"/>
                  </a:lnTo>
                  <a:lnTo>
                    <a:pt x="20179" y="2082"/>
                  </a:lnTo>
                  <a:lnTo>
                    <a:pt x="21616" y="1440"/>
                  </a:lnTo>
                  <a:lnTo>
                    <a:pt x="23044" y="913"/>
                  </a:lnTo>
                  <a:lnTo>
                    <a:pt x="24463" y="502"/>
                  </a:lnTo>
                  <a:lnTo>
                    <a:pt x="25885" y="205"/>
                  </a:lnTo>
                  <a:lnTo>
                    <a:pt x="27306" y="37"/>
                  </a:lnTo>
                  <a:lnTo>
                    <a:pt x="28724" y="0"/>
                  </a:lnTo>
                  <a:lnTo>
                    <a:pt x="30141" y="91"/>
                  </a:lnTo>
                  <a:lnTo>
                    <a:pt x="31556" y="313"/>
                  </a:lnTo>
                  <a:lnTo>
                    <a:pt x="32970" y="664"/>
                  </a:lnTo>
                  <a:lnTo>
                    <a:pt x="34382" y="1144"/>
                  </a:lnTo>
                  <a:lnTo>
                    <a:pt x="35792" y="1755"/>
                  </a:lnTo>
                  <a:lnTo>
                    <a:pt x="37200" y="2495"/>
                  </a:lnTo>
                  <a:lnTo>
                    <a:pt x="38607" y="3365"/>
                  </a:lnTo>
                  <a:lnTo>
                    <a:pt x="32630" y="11026"/>
                  </a:lnTo>
                  <a:lnTo>
                    <a:pt x="32200" y="10760"/>
                  </a:lnTo>
                  <a:lnTo>
                    <a:pt x="31769" y="10519"/>
                  </a:lnTo>
                  <a:lnTo>
                    <a:pt x="31338" y="10302"/>
                  </a:lnTo>
                  <a:lnTo>
                    <a:pt x="30906" y="10110"/>
                  </a:lnTo>
                  <a:lnTo>
                    <a:pt x="30472" y="9942"/>
                  </a:lnTo>
                  <a:lnTo>
                    <a:pt x="30038" y="9798"/>
                  </a:lnTo>
                  <a:lnTo>
                    <a:pt x="29604" y="9679"/>
                  </a:lnTo>
                  <a:lnTo>
                    <a:pt x="29168" y="9585"/>
                  </a:lnTo>
                  <a:lnTo>
                    <a:pt x="28731" y="9514"/>
                  </a:lnTo>
                  <a:lnTo>
                    <a:pt x="28294" y="9468"/>
                  </a:lnTo>
                  <a:lnTo>
                    <a:pt x="27849" y="9436"/>
                  </a:lnTo>
                  <a:lnTo>
                    <a:pt x="27405" y="9421"/>
                  </a:lnTo>
                  <a:lnTo>
                    <a:pt x="26963" y="9425"/>
                  </a:lnTo>
                  <a:lnTo>
                    <a:pt x="26523" y="9448"/>
                  </a:lnTo>
                  <a:lnTo>
                    <a:pt x="26084" y="9489"/>
                  </a:lnTo>
                  <a:lnTo>
                    <a:pt x="25647" y="9549"/>
                  </a:lnTo>
                  <a:lnTo>
                    <a:pt x="25212" y="9627"/>
                  </a:lnTo>
                  <a:lnTo>
                    <a:pt x="24778" y="9724"/>
                  </a:lnTo>
                  <a:lnTo>
                    <a:pt x="24346" y="9840"/>
                  </a:lnTo>
                  <a:lnTo>
                    <a:pt x="23916" y="9973"/>
                  </a:lnTo>
                  <a:lnTo>
                    <a:pt x="23479" y="10117"/>
                  </a:lnTo>
                  <a:lnTo>
                    <a:pt x="23044" y="10277"/>
                  </a:lnTo>
                  <a:lnTo>
                    <a:pt x="22610" y="10453"/>
                  </a:lnTo>
                  <a:lnTo>
                    <a:pt x="22178" y="10647"/>
                  </a:lnTo>
                  <a:lnTo>
                    <a:pt x="21748" y="10857"/>
                  </a:lnTo>
                  <a:lnTo>
                    <a:pt x="21320" y="11085"/>
                  </a:lnTo>
                  <a:lnTo>
                    <a:pt x="20893" y="11329"/>
                  </a:lnTo>
                  <a:lnTo>
                    <a:pt x="20468" y="11590"/>
                  </a:lnTo>
                  <a:lnTo>
                    <a:pt x="20044" y="11868"/>
                  </a:lnTo>
                  <a:lnTo>
                    <a:pt x="19622" y="12162"/>
                  </a:lnTo>
                  <a:lnTo>
                    <a:pt x="19203" y="12454"/>
                  </a:lnTo>
                  <a:lnTo>
                    <a:pt x="18787" y="12755"/>
                  </a:lnTo>
                  <a:lnTo>
                    <a:pt x="18375" y="13067"/>
                  </a:lnTo>
                  <a:lnTo>
                    <a:pt x="17966" y="13388"/>
                  </a:lnTo>
                  <a:lnTo>
                    <a:pt x="17560" y="13720"/>
                  </a:lnTo>
                  <a:lnTo>
                    <a:pt x="17157" y="14062"/>
                  </a:lnTo>
                  <a:lnTo>
                    <a:pt x="16758" y="14414"/>
                  </a:lnTo>
                  <a:lnTo>
                    <a:pt x="16363" y="14776"/>
                  </a:lnTo>
                  <a:lnTo>
                    <a:pt x="15970" y="15148"/>
                  </a:lnTo>
                  <a:lnTo>
                    <a:pt x="15581" y="15530"/>
                  </a:lnTo>
                  <a:lnTo>
                    <a:pt x="14597" y="16546"/>
                  </a:lnTo>
                  <a:lnTo>
                    <a:pt x="13697" y="17539"/>
                  </a:lnTo>
                  <a:lnTo>
                    <a:pt x="12883" y="18509"/>
                  </a:lnTo>
                  <a:lnTo>
                    <a:pt x="12153" y="19457"/>
                  </a:lnTo>
                  <a:lnTo>
                    <a:pt x="11509" y="20381"/>
                  </a:lnTo>
                  <a:lnTo>
                    <a:pt x="10949" y="21284"/>
                  </a:lnTo>
                  <a:lnTo>
                    <a:pt x="10475" y="22163"/>
                  </a:lnTo>
                  <a:lnTo>
                    <a:pt x="10085" y="23020"/>
                  </a:lnTo>
                  <a:lnTo>
                    <a:pt x="9781" y="23853"/>
                  </a:lnTo>
                  <a:lnTo>
                    <a:pt x="9562" y="24665"/>
                  </a:lnTo>
                  <a:lnTo>
                    <a:pt x="9425" y="25456"/>
                  </a:lnTo>
                  <a:lnTo>
                    <a:pt x="9370" y="26231"/>
                  </a:lnTo>
                  <a:lnTo>
                    <a:pt x="9395" y="26988"/>
                  </a:lnTo>
                  <a:lnTo>
                    <a:pt x="9501" y="27729"/>
                  </a:lnTo>
                  <a:lnTo>
                    <a:pt x="9688" y="28453"/>
                  </a:lnTo>
                  <a:lnTo>
                    <a:pt x="9956" y="29160"/>
                  </a:lnTo>
                  <a:lnTo>
                    <a:pt x="10304" y="29851"/>
                  </a:lnTo>
                  <a:lnTo>
                    <a:pt x="10734" y="30524"/>
                  </a:lnTo>
                  <a:lnTo>
                    <a:pt x="11244" y="31181"/>
                  </a:lnTo>
                  <a:lnTo>
                    <a:pt x="11835" y="31821"/>
                  </a:lnTo>
                  <a:lnTo>
                    <a:pt x="12208" y="32176"/>
                  </a:lnTo>
                  <a:lnTo>
                    <a:pt x="12586" y="32501"/>
                  </a:lnTo>
                  <a:lnTo>
                    <a:pt x="12969" y="32796"/>
                  </a:lnTo>
                  <a:lnTo>
                    <a:pt x="13357" y="33060"/>
                  </a:lnTo>
                  <a:lnTo>
                    <a:pt x="13750" y="33294"/>
                  </a:lnTo>
                  <a:lnTo>
                    <a:pt x="14148" y="33498"/>
                  </a:lnTo>
                  <a:lnTo>
                    <a:pt x="14552" y="33671"/>
                  </a:lnTo>
                  <a:lnTo>
                    <a:pt x="14960" y="33814"/>
                  </a:lnTo>
                  <a:lnTo>
                    <a:pt x="15373" y="33927"/>
                  </a:lnTo>
                  <a:lnTo>
                    <a:pt x="15792" y="34010"/>
                  </a:lnTo>
                  <a:lnTo>
                    <a:pt x="16216" y="34050"/>
                  </a:lnTo>
                  <a:lnTo>
                    <a:pt x="16647" y="34070"/>
                  </a:lnTo>
                  <a:lnTo>
                    <a:pt x="17085" y="34070"/>
                  </a:lnTo>
                  <a:lnTo>
                    <a:pt x="17530" y="34050"/>
                  </a:lnTo>
                  <a:lnTo>
                    <a:pt x="17981" y="34010"/>
                  </a:lnTo>
                  <a:lnTo>
                    <a:pt x="18439" y="33949"/>
                  </a:lnTo>
                  <a:lnTo>
                    <a:pt x="18904" y="33868"/>
                  </a:lnTo>
                  <a:lnTo>
                    <a:pt x="19375" y="33767"/>
                  </a:lnTo>
                  <a:lnTo>
                    <a:pt x="19853" y="33646"/>
                  </a:lnTo>
                  <a:lnTo>
                    <a:pt x="20338" y="33505"/>
                  </a:lnTo>
                  <a:lnTo>
                    <a:pt x="20831" y="33328"/>
                  </a:lnTo>
                  <a:lnTo>
                    <a:pt x="21333" y="33136"/>
                  </a:lnTo>
                  <a:lnTo>
                    <a:pt x="21845" y="32927"/>
                  </a:lnTo>
                  <a:lnTo>
                    <a:pt x="22365" y="32703"/>
                  </a:lnTo>
                  <a:lnTo>
                    <a:pt x="22895" y="32463"/>
                  </a:lnTo>
                  <a:lnTo>
                    <a:pt x="23435" y="32206"/>
                  </a:lnTo>
                  <a:lnTo>
                    <a:pt x="23983" y="31934"/>
                  </a:lnTo>
                  <a:lnTo>
                    <a:pt x="24541" y="31646"/>
                  </a:lnTo>
                  <a:lnTo>
                    <a:pt x="25108" y="31341"/>
                  </a:lnTo>
                  <a:lnTo>
                    <a:pt x="25684" y="31021"/>
                  </a:lnTo>
                  <a:lnTo>
                    <a:pt x="26262" y="30680"/>
                  </a:lnTo>
                  <a:lnTo>
                    <a:pt x="26851" y="30332"/>
                  </a:lnTo>
                  <a:lnTo>
                    <a:pt x="27451" y="29977"/>
                  </a:lnTo>
                  <a:lnTo>
                    <a:pt x="28062" y="29613"/>
                  </a:lnTo>
                  <a:lnTo>
                    <a:pt x="28683" y="29242"/>
                  </a:lnTo>
                  <a:lnTo>
                    <a:pt x="29316" y="28864"/>
                  </a:lnTo>
                  <a:lnTo>
                    <a:pt x="29960" y="28478"/>
                  </a:lnTo>
                  <a:lnTo>
                    <a:pt x="30614" y="28084"/>
                  </a:lnTo>
                  <a:lnTo>
                    <a:pt x="31280" y="27683"/>
                  </a:lnTo>
                  <a:lnTo>
                    <a:pt x="31956" y="27275"/>
                  </a:lnTo>
                  <a:lnTo>
                    <a:pt x="32413" y="27005"/>
                  </a:lnTo>
                  <a:lnTo>
                    <a:pt x="32872" y="26736"/>
                  </a:lnTo>
                  <a:lnTo>
                    <a:pt x="33335" y="26466"/>
                  </a:lnTo>
                  <a:lnTo>
                    <a:pt x="33802" y="26197"/>
                  </a:lnTo>
                  <a:lnTo>
                    <a:pt x="34272" y="25927"/>
                  </a:lnTo>
                  <a:lnTo>
                    <a:pt x="34745" y="25658"/>
                  </a:lnTo>
                  <a:lnTo>
                    <a:pt x="35221" y="25389"/>
                  </a:lnTo>
                  <a:lnTo>
                    <a:pt x="35701" y="25119"/>
                  </a:lnTo>
                  <a:lnTo>
                    <a:pt x="36184" y="24850"/>
                  </a:lnTo>
                  <a:lnTo>
                    <a:pt x="36671" y="24580"/>
                  </a:lnTo>
                  <a:lnTo>
                    <a:pt x="37152" y="24306"/>
                  </a:lnTo>
                  <a:lnTo>
                    <a:pt x="37636" y="24040"/>
                  </a:lnTo>
                  <a:lnTo>
                    <a:pt x="38122" y="23781"/>
                  </a:lnTo>
                  <a:lnTo>
                    <a:pt x="38611" y="23530"/>
                  </a:lnTo>
                  <a:lnTo>
                    <a:pt x="39102" y="23286"/>
                  </a:lnTo>
                  <a:lnTo>
                    <a:pt x="39596" y="23050"/>
                  </a:lnTo>
                  <a:lnTo>
                    <a:pt x="40092" y="22821"/>
                  </a:lnTo>
                  <a:lnTo>
                    <a:pt x="40591" y="22600"/>
                  </a:lnTo>
                  <a:lnTo>
                    <a:pt x="41092" y="22387"/>
                  </a:lnTo>
                  <a:lnTo>
                    <a:pt x="41596" y="22181"/>
                  </a:lnTo>
                  <a:lnTo>
                    <a:pt x="42102" y="21968"/>
                  </a:lnTo>
                  <a:lnTo>
                    <a:pt x="42608" y="21765"/>
                  </a:lnTo>
                  <a:lnTo>
                    <a:pt x="43115" y="21574"/>
                  </a:lnTo>
                  <a:lnTo>
                    <a:pt x="43623" y="21393"/>
                  </a:lnTo>
                  <a:lnTo>
                    <a:pt x="44132" y="21223"/>
                  </a:lnTo>
                  <a:lnTo>
                    <a:pt x="44642" y="21065"/>
                  </a:lnTo>
                  <a:lnTo>
                    <a:pt x="45153" y="20917"/>
                  </a:lnTo>
                  <a:lnTo>
                    <a:pt x="45664" y="20780"/>
                  </a:lnTo>
                  <a:lnTo>
                    <a:pt x="46176" y="20654"/>
                  </a:lnTo>
                  <a:lnTo>
                    <a:pt x="46690" y="20539"/>
                  </a:lnTo>
                  <a:lnTo>
                    <a:pt x="47203" y="20421"/>
                  </a:lnTo>
                  <a:lnTo>
                    <a:pt x="47717" y="20320"/>
                  </a:lnTo>
                  <a:lnTo>
                    <a:pt x="48230" y="20236"/>
                  </a:lnTo>
                  <a:lnTo>
                    <a:pt x="48744" y="20169"/>
                  </a:lnTo>
                  <a:lnTo>
                    <a:pt x="49257" y="20118"/>
                  </a:lnTo>
                  <a:lnTo>
                    <a:pt x="49771" y="20085"/>
                  </a:lnTo>
                  <a:lnTo>
                    <a:pt x="50284" y="20068"/>
                  </a:lnTo>
                  <a:lnTo>
                    <a:pt x="50798" y="20068"/>
                  </a:lnTo>
                  <a:lnTo>
                    <a:pt x="51312" y="20085"/>
                  </a:lnTo>
                  <a:lnTo>
                    <a:pt x="51825" y="20118"/>
                  </a:lnTo>
                  <a:lnTo>
                    <a:pt x="52338" y="20170"/>
                  </a:lnTo>
                  <a:lnTo>
                    <a:pt x="52851" y="20241"/>
                  </a:lnTo>
                  <a:lnTo>
                    <a:pt x="53362" y="20332"/>
                  </a:lnTo>
                  <a:lnTo>
                    <a:pt x="53873" y="20442"/>
                  </a:lnTo>
                  <a:lnTo>
                    <a:pt x="54382" y="20571"/>
                  </a:lnTo>
                  <a:lnTo>
                    <a:pt x="54891" y="20719"/>
                  </a:lnTo>
                  <a:lnTo>
                    <a:pt x="55399" y="20887"/>
                  </a:lnTo>
                  <a:lnTo>
                    <a:pt x="55907" y="21075"/>
                  </a:lnTo>
                  <a:lnTo>
                    <a:pt x="56413" y="21281"/>
                  </a:lnTo>
                  <a:lnTo>
                    <a:pt x="56919" y="21507"/>
                  </a:lnTo>
                  <a:lnTo>
                    <a:pt x="57431" y="21748"/>
                  </a:lnTo>
                  <a:lnTo>
                    <a:pt x="57941" y="22014"/>
                  </a:lnTo>
                  <a:lnTo>
                    <a:pt x="58448" y="22307"/>
                  </a:lnTo>
                  <a:lnTo>
                    <a:pt x="58953" y="22626"/>
                  </a:lnTo>
                  <a:lnTo>
                    <a:pt x="59455" y="22970"/>
                  </a:lnTo>
                  <a:lnTo>
                    <a:pt x="59954" y="23341"/>
                  </a:lnTo>
                  <a:lnTo>
                    <a:pt x="60452" y="23738"/>
                  </a:lnTo>
                  <a:lnTo>
                    <a:pt x="60946" y="24161"/>
                  </a:lnTo>
                  <a:lnTo>
                    <a:pt x="61438" y="2461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h149"/>
            <p:cNvSpPr/>
            <p:nvPr/>
          </p:nvSpPr>
          <p:spPr>
            <a:xfrm>
              <a:off x="7116031" y="6046231"/>
              <a:ext cx="69667" cy="69667"/>
            </a:xfrm>
            <a:custGeom>
              <a:avLst/>
              <a:pathLst>
                <a:path w="69667" h="69667">
                  <a:moveTo>
                    <a:pt x="6230" y="48114"/>
                  </a:moveTo>
                  <a:lnTo>
                    <a:pt x="0" y="41884"/>
                  </a:lnTo>
                  <a:lnTo>
                    <a:pt x="41884" y="0"/>
                  </a:lnTo>
                  <a:lnTo>
                    <a:pt x="48114" y="6230"/>
                  </a:lnTo>
                  <a:close/>
                  <a:moveTo>
                    <a:pt x="27782" y="69667"/>
                  </a:moveTo>
                  <a:lnTo>
                    <a:pt x="21552" y="63437"/>
                  </a:lnTo>
                  <a:lnTo>
                    <a:pt x="63437" y="21552"/>
                  </a:lnTo>
                  <a:lnTo>
                    <a:pt x="69667" y="2778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h150"/>
            <p:cNvSpPr/>
            <p:nvPr/>
          </p:nvSpPr>
          <p:spPr>
            <a:xfrm>
              <a:off x="7152275" y="5984057"/>
              <a:ext cx="86378" cy="87817"/>
            </a:xfrm>
            <a:custGeom>
              <a:avLst/>
              <a:pathLst>
                <a:path w="86378" h="87817">
                  <a:moveTo>
                    <a:pt x="77160" y="36538"/>
                  </a:moveTo>
                  <a:lnTo>
                    <a:pt x="78031" y="37436"/>
                  </a:lnTo>
                  <a:lnTo>
                    <a:pt x="78860" y="38346"/>
                  </a:lnTo>
                  <a:lnTo>
                    <a:pt x="79647" y="39268"/>
                  </a:lnTo>
                  <a:lnTo>
                    <a:pt x="80392" y="40202"/>
                  </a:lnTo>
                  <a:lnTo>
                    <a:pt x="81095" y="41147"/>
                  </a:lnTo>
                  <a:lnTo>
                    <a:pt x="81756" y="42105"/>
                  </a:lnTo>
                  <a:lnTo>
                    <a:pt x="82375" y="43074"/>
                  </a:lnTo>
                  <a:lnTo>
                    <a:pt x="82952" y="44054"/>
                  </a:lnTo>
                  <a:lnTo>
                    <a:pt x="83486" y="45047"/>
                  </a:lnTo>
                  <a:lnTo>
                    <a:pt x="83979" y="46051"/>
                  </a:lnTo>
                  <a:lnTo>
                    <a:pt x="84427" y="47065"/>
                  </a:lnTo>
                  <a:lnTo>
                    <a:pt x="84829" y="48084"/>
                  </a:lnTo>
                  <a:lnTo>
                    <a:pt x="85185" y="49109"/>
                  </a:lnTo>
                  <a:lnTo>
                    <a:pt x="85494" y="50140"/>
                  </a:lnTo>
                  <a:lnTo>
                    <a:pt x="85757" y="51176"/>
                  </a:lnTo>
                  <a:lnTo>
                    <a:pt x="85974" y="52219"/>
                  </a:lnTo>
                  <a:lnTo>
                    <a:pt x="86145" y="53268"/>
                  </a:lnTo>
                  <a:lnTo>
                    <a:pt x="86269" y="54322"/>
                  </a:lnTo>
                  <a:lnTo>
                    <a:pt x="86347" y="55383"/>
                  </a:lnTo>
                  <a:lnTo>
                    <a:pt x="86378" y="56449"/>
                  </a:lnTo>
                  <a:lnTo>
                    <a:pt x="86354" y="57511"/>
                  </a:lnTo>
                  <a:lnTo>
                    <a:pt x="86279" y="58575"/>
                  </a:lnTo>
                  <a:lnTo>
                    <a:pt x="86155" y="59643"/>
                  </a:lnTo>
                  <a:lnTo>
                    <a:pt x="85981" y="60712"/>
                  </a:lnTo>
                  <a:lnTo>
                    <a:pt x="85757" y="61784"/>
                  </a:lnTo>
                  <a:lnTo>
                    <a:pt x="85484" y="62859"/>
                  </a:lnTo>
                  <a:lnTo>
                    <a:pt x="85161" y="63936"/>
                  </a:lnTo>
                  <a:lnTo>
                    <a:pt x="84789" y="65016"/>
                  </a:lnTo>
                  <a:lnTo>
                    <a:pt x="84367" y="66098"/>
                  </a:lnTo>
                  <a:lnTo>
                    <a:pt x="83895" y="67183"/>
                  </a:lnTo>
                  <a:lnTo>
                    <a:pt x="83379" y="68259"/>
                  </a:lnTo>
                  <a:lnTo>
                    <a:pt x="82809" y="69330"/>
                  </a:lnTo>
                  <a:lnTo>
                    <a:pt x="82184" y="70397"/>
                  </a:lnTo>
                  <a:lnTo>
                    <a:pt x="81504" y="71460"/>
                  </a:lnTo>
                  <a:lnTo>
                    <a:pt x="80769" y="72519"/>
                  </a:lnTo>
                  <a:lnTo>
                    <a:pt x="79980" y="73573"/>
                  </a:lnTo>
                  <a:lnTo>
                    <a:pt x="79136" y="74623"/>
                  </a:lnTo>
                  <a:lnTo>
                    <a:pt x="78237" y="75669"/>
                  </a:lnTo>
                  <a:lnTo>
                    <a:pt x="77284" y="76711"/>
                  </a:lnTo>
                  <a:lnTo>
                    <a:pt x="76276" y="77749"/>
                  </a:lnTo>
                  <a:lnTo>
                    <a:pt x="75342" y="78661"/>
                  </a:lnTo>
                  <a:lnTo>
                    <a:pt x="74410" y="79527"/>
                  </a:lnTo>
                  <a:lnTo>
                    <a:pt x="73480" y="80348"/>
                  </a:lnTo>
                  <a:lnTo>
                    <a:pt x="72551" y="81123"/>
                  </a:lnTo>
                  <a:lnTo>
                    <a:pt x="71624" y="81853"/>
                  </a:lnTo>
                  <a:lnTo>
                    <a:pt x="70699" y="82538"/>
                  </a:lnTo>
                  <a:lnTo>
                    <a:pt x="69775" y="83177"/>
                  </a:lnTo>
                  <a:lnTo>
                    <a:pt x="68853" y="83770"/>
                  </a:lnTo>
                  <a:lnTo>
                    <a:pt x="67933" y="84318"/>
                  </a:lnTo>
                  <a:lnTo>
                    <a:pt x="67015" y="84821"/>
                  </a:lnTo>
                  <a:lnTo>
                    <a:pt x="66108" y="85274"/>
                  </a:lnTo>
                  <a:lnTo>
                    <a:pt x="65206" y="85690"/>
                  </a:lnTo>
                  <a:lnTo>
                    <a:pt x="64310" y="86069"/>
                  </a:lnTo>
                  <a:lnTo>
                    <a:pt x="63418" y="86410"/>
                  </a:lnTo>
                  <a:lnTo>
                    <a:pt x="62532" y="86715"/>
                  </a:lnTo>
                  <a:lnTo>
                    <a:pt x="61650" y="86983"/>
                  </a:lnTo>
                  <a:lnTo>
                    <a:pt x="60774" y="87214"/>
                  </a:lnTo>
                  <a:lnTo>
                    <a:pt x="59902" y="87407"/>
                  </a:lnTo>
                  <a:lnTo>
                    <a:pt x="59036" y="87564"/>
                  </a:lnTo>
                  <a:lnTo>
                    <a:pt x="58175" y="87683"/>
                  </a:lnTo>
                  <a:lnTo>
                    <a:pt x="57311" y="87760"/>
                  </a:lnTo>
                  <a:lnTo>
                    <a:pt x="56454" y="87805"/>
                  </a:lnTo>
                  <a:lnTo>
                    <a:pt x="55604" y="87817"/>
                  </a:lnTo>
                  <a:lnTo>
                    <a:pt x="54760" y="87798"/>
                  </a:lnTo>
                  <a:lnTo>
                    <a:pt x="53923" y="87746"/>
                  </a:lnTo>
                  <a:lnTo>
                    <a:pt x="53093" y="87663"/>
                  </a:lnTo>
                  <a:lnTo>
                    <a:pt x="52270" y="87548"/>
                  </a:lnTo>
                  <a:lnTo>
                    <a:pt x="51453" y="87400"/>
                  </a:lnTo>
                  <a:lnTo>
                    <a:pt x="50643" y="87221"/>
                  </a:lnTo>
                  <a:lnTo>
                    <a:pt x="49840" y="87010"/>
                  </a:lnTo>
                  <a:lnTo>
                    <a:pt x="49053" y="86762"/>
                  </a:lnTo>
                  <a:lnTo>
                    <a:pt x="48274" y="86491"/>
                  </a:lnTo>
                  <a:lnTo>
                    <a:pt x="47504" y="86196"/>
                  </a:lnTo>
                  <a:lnTo>
                    <a:pt x="46742" y="85878"/>
                  </a:lnTo>
                  <a:lnTo>
                    <a:pt x="45988" y="85536"/>
                  </a:lnTo>
                  <a:lnTo>
                    <a:pt x="45243" y="85171"/>
                  </a:lnTo>
                  <a:lnTo>
                    <a:pt x="44506" y="84782"/>
                  </a:lnTo>
                  <a:lnTo>
                    <a:pt x="43778" y="84370"/>
                  </a:lnTo>
                  <a:lnTo>
                    <a:pt x="43058" y="83933"/>
                  </a:lnTo>
                  <a:lnTo>
                    <a:pt x="42347" y="83474"/>
                  </a:lnTo>
                  <a:lnTo>
                    <a:pt x="49124" y="74929"/>
                  </a:lnTo>
                  <a:lnTo>
                    <a:pt x="49557" y="75168"/>
                  </a:lnTo>
                  <a:lnTo>
                    <a:pt x="49995" y="75398"/>
                  </a:lnTo>
                  <a:lnTo>
                    <a:pt x="50439" y="75619"/>
                  </a:lnTo>
                  <a:lnTo>
                    <a:pt x="50889" y="75831"/>
                  </a:lnTo>
                  <a:lnTo>
                    <a:pt x="51345" y="76034"/>
                  </a:lnTo>
                  <a:lnTo>
                    <a:pt x="51807" y="76227"/>
                  </a:lnTo>
                  <a:lnTo>
                    <a:pt x="52274" y="76411"/>
                  </a:lnTo>
                  <a:lnTo>
                    <a:pt x="52748" y="76585"/>
                  </a:lnTo>
                  <a:lnTo>
                    <a:pt x="53227" y="76751"/>
                  </a:lnTo>
                  <a:lnTo>
                    <a:pt x="53713" y="76907"/>
                  </a:lnTo>
                  <a:lnTo>
                    <a:pt x="54195" y="77041"/>
                  </a:lnTo>
                  <a:lnTo>
                    <a:pt x="54684" y="77158"/>
                  </a:lnTo>
                  <a:lnTo>
                    <a:pt x="55179" y="77257"/>
                  </a:lnTo>
                  <a:lnTo>
                    <a:pt x="55679" y="77338"/>
                  </a:lnTo>
                  <a:lnTo>
                    <a:pt x="56186" y="77402"/>
                  </a:lnTo>
                  <a:lnTo>
                    <a:pt x="56698" y="77447"/>
                  </a:lnTo>
                  <a:lnTo>
                    <a:pt x="57216" y="77476"/>
                  </a:lnTo>
                  <a:lnTo>
                    <a:pt x="57740" y="77486"/>
                  </a:lnTo>
                  <a:lnTo>
                    <a:pt x="58270" y="77479"/>
                  </a:lnTo>
                  <a:lnTo>
                    <a:pt x="58806" y="77454"/>
                  </a:lnTo>
                  <a:lnTo>
                    <a:pt x="59347" y="77393"/>
                  </a:lnTo>
                  <a:lnTo>
                    <a:pt x="59891" y="77309"/>
                  </a:lnTo>
                  <a:lnTo>
                    <a:pt x="60438" y="77204"/>
                  </a:lnTo>
                  <a:lnTo>
                    <a:pt x="60988" y="77077"/>
                  </a:lnTo>
                  <a:lnTo>
                    <a:pt x="61542" y="76928"/>
                  </a:lnTo>
                  <a:lnTo>
                    <a:pt x="62100" y="76757"/>
                  </a:lnTo>
                  <a:lnTo>
                    <a:pt x="62660" y="76564"/>
                  </a:lnTo>
                  <a:lnTo>
                    <a:pt x="63224" y="76350"/>
                  </a:lnTo>
                  <a:lnTo>
                    <a:pt x="63792" y="76113"/>
                  </a:lnTo>
                  <a:lnTo>
                    <a:pt x="64363" y="75855"/>
                  </a:lnTo>
                  <a:lnTo>
                    <a:pt x="64937" y="75552"/>
                  </a:lnTo>
                  <a:lnTo>
                    <a:pt x="65514" y="75218"/>
                  </a:lnTo>
                  <a:lnTo>
                    <a:pt x="66095" y="74852"/>
                  </a:lnTo>
                  <a:lnTo>
                    <a:pt x="66680" y="74454"/>
                  </a:lnTo>
                  <a:lnTo>
                    <a:pt x="67267" y="74023"/>
                  </a:lnTo>
                  <a:lnTo>
                    <a:pt x="67858" y="73561"/>
                  </a:lnTo>
                  <a:lnTo>
                    <a:pt x="68453" y="73067"/>
                  </a:lnTo>
                  <a:lnTo>
                    <a:pt x="69050" y="72541"/>
                  </a:lnTo>
                  <a:lnTo>
                    <a:pt x="69651" y="71983"/>
                  </a:lnTo>
                  <a:lnTo>
                    <a:pt x="70256" y="71393"/>
                  </a:lnTo>
                  <a:lnTo>
                    <a:pt x="70831" y="70800"/>
                  </a:lnTo>
                  <a:lnTo>
                    <a:pt x="71377" y="70200"/>
                  </a:lnTo>
                  <a:lnTo>
                    <a:pt x="71895" y="69594"/>
                  </a:lnTo>
                  <a:lnTo>
                    <a:pt x="72384" y="68981"/>
                  </a:lnTo>
                  <a:lnTo>
                    <a:pt x="72845" y="68362"/>
                  </a:lnTo>
                  <a:lnTo>
                    <a:pt x="73277" y="67735"/>
                  </a:lnTo>
                  <a:lnTo>
                    <a:pt x="73680" y="67102"/>
                  </a:lnTo>
                  <a:lnTo>
                    <a:pt x="74055" y="66462"/>
                  </a:lnTo>
                  <a:lnTo>
                    <a:pt x="74401" y="65816"/>
                  </a:lnTo>
                  <a:lnTo>
                    <a:pt x="74718" y="65162"/>
                  </a:lnTo>
                  <a:lnTo>
                    <a:pt x="74997" y="64496"/>
                  </a:lnTo>
                  <a:lnTo>
                    <a:pt x="75245" y="63827"/>
                  </a:lnTo>
                  <a:lnTo>
                    <a:pt x="75462" y="63156"/>
                  </a:lnTo>
                  <a:lnTo>
                    <a:pt x="75647" y="62482"/>
                  </a:lnTo>
                  <a:lnTo>
                    <a:pt x="75802" y="61805"/>
                  </a:lnTo>
                  <a:lnTo>
                    <a:pt x="75925" y="61126"/>
                  </a:lnTo>
                  <a:lnTo>
                    <a:pt x="76018" y="60445"/>
                  </a:lnTo>
                  <a:lnTo>
                    <a:pt x="76079" y="59761"/>
                  </a:lnTo>
                  <a:lnTo>
                    <a:pt x="76108" y="59074"/>
                  </a:lnTo>
                  <a:lnTo>
                    <a:pt x="76107" y="58385"/>
                  </a:lnTo>
                  <a:lnTo>
                    <a:pt x="76083" y="57686"/>
                  </a:lnTo>
                  <a:lnTo>
                    <a:pt x="76026" y="56988"/>
                  </a:lnTo>
                  <a:lnTo>
                    <a:pt x="75938" y="56289"/>
                  </a:lnTo>
                  <a:lnTo>
                    <a:pt x="75818" y="55590"/>
                  </a:lnTo>
                  <a:lnTo>
                    <a:pt x="75665" y="54891"/>
                  </a:lnTo>
                  <a:lnTo>
                    <a:pt x="75481" y="54193"/>
                  </a:lnTo>
                  <a:lnTo>
                    <a:pt x="75264" y="53494"/>
                  </a:lnTo>
                  <a:lnTo>
                    <a:pt x="75016" y="52795"/>
                  </a:lnTo>
                  <a:lnTo>
                    <a:pt x="74736" y="52096"/>
                  </a:lnTo>
                  <a:lnTo>
                    <a:pt x="74423" y="51397"/>
                  </a:lnTo>
                  <a:lnTo>
                    <a:pt x="74078" y="50700"/>
                  </a:lnTo>
                  <a:lnTo>
                    <a:pt x="73699" y="50007"/>
                  </a:lnTo>
                  <a:lnTo>
                    <a:pt x="73287" y="49316"/>
                  </a:lnTo>
                  <a:lnTo>
                    <a:pt x="72841" y="48629"/>
                  </a:lnTo>
                  <a:lnTo>
                    <a:pt x="72361" y="47946"/>
                  </a:lnTo>
                  <a:lnTo>
                    <a:pt x="71847" y="47265"/>
                  </a:lnTo>
                  <a:lnTo>
                    <a:pt x="71300" y="46589"/>
                  </a:lnTo>
                  <a:lnTo>
                    <a:pt x="70719" y="45915"/>
                  </a:lnTo>
                  <a:lnTo>
                    <a:pt x="70104" y="45245"/>
                  </a:lnTo>
                  <a:lnTo>
                    <a:pt x="69456" y="44578"/>
                  </a:lnTo>
                  <a:lnTo>
                    <a:pt x="68905" y="44044"/>
                  </a:lnTo>
                  <a:lnTo>
                    <a:pt x="68345" y="43537"/>
                  </a:lnTo>
                  <a:lnTo>
                    <a:pt x="67777" y="43058"/>
                  </a:lnTo>
                  <a:lnTo>
                    <a:pt x="67200" y="42605"/>
                  </a:lnTo>
                  <a:lnTo>
                    <a:pt x="66615" y="42179"/>
                  </a:lnTo>
                  <a:lnTo>
                    <a:pt x="66021" y="41780"/>
                  </a:lnTo>
                  <a:lnTo>
                    <a:pt x="65419" y="41407"/>
                  </a:lnTo>
                  <a:lnTo>
                    <a:pt x="64809" y="41062"/>
                  </a:lnTo>
                  <a:lnTo>
                    <a:pt x="64190" y="40744"/>
                  </a:lnTo>
                  <a:lnTo>
                    <a:pt x="63563" y="40453"/>
                  </a:lnTo>
                  <a:lnTo>
                    <a:pt x="62922" y="40181"/>
                  </a:lnTo>
                  <a:lnTo>
                    <a:pt x="62280" y="39938"/>
                  </a:lnTo>
                  <a:lnTo>
                    <a:pt x="61636" y="39723"/>
                  </a:lnTo>
                  <a:lnTo>
                    <a:pt x="60990" y="39537"/>
                  </a:lnTo>
                  <a:lnTo>
                    <a:pt x="60343" y="39379"/>
                  </a:lnTo>
                  <a:lnTo>
                    <a:pt x="59694" y="39251"/>
                  </a:lnTo>
                  <a:lnTo>
                    <a:pt x="59043" y="39150"/>
                  </a:lnTo>
                  <a:lnTo>
                    <a:pt x="58390" y="39079"/>
                  </a:lnTo>
                  <a:lnTo>
                    <a:pt x="57736" y="39036"/>
                  </a:lnTo>
                  <a:lnTo>
                    <a:pt x="57080" y="39022"/>
                  </a:lnTo>
                  <a:lnTo>
                    <a:pt x="56415" y="39028"/>
                  </a:lnTo>
                  <a:lnTo>
                    <a:pt x="55750" y="39065"/>
                  </a:lnTo>
                  <a:lnTo>
                    <a:pt x="55085" y="39133"/>
                  </a:lnTo>
                  <a:lnTo>
                    <a:pt x="54420" y="39230"/>
                  </a:lnTo>
                  <a:lnTo>
                    <a:pt x="53755" y="39358"/>
                  </a:lnTo>
                  <a:lnTo>
                    <a:pt x="53090" y="39517"/>
                  </a:lnTo>
                  <a:lnTo>
                    <a:pt x="52425" y="39705"/>
                  </a:lnTo>
                  <a:lnTo>
                    <a:pt x="51759" y="39924"/>
                  </a:lnTo>
                  <a:lnTo>
                    <a:pt x="51094" y="40173"/>
                  </a:lnTo>
                  <a:lnTo>
                    <a:pt x="50429" y="40453"/>
                  </a:lnTo>
                  <a:lnTo>
                    <a:pt x="49775" y="40755"/>
                  </a:lnTo>
                  <a:lnTo>
                    <a:pt x="49126" y="41089"/>
                  </a:lnTo>
                  <a:lnTo>
                    <a:pt x="48482" y="41455"/>
                  </a:lnTo>
                  <a:lnTo>
                    <a:pt x="47843" y="41854"/>
                  </a:lnTo>
                  <a:lnTo>
                    <a:pt x="47209" y="42284"/>
                  </a:lnTo>
                  <a:lnTo>
                    <a:pt x="46580" y="42746"/>
                  </a:lnTo>
                  <a:lnTo>
                    <a:pt x="45956" y="43240"/>
                  </a:lnTo>
                  <a:lnTo>
                    <a:pt x="45337" y="43766"/>
                  </a:lnTo>
                  <a:lnTo>
                    <a:pt x="44724" y="44325"/>
                  </a:lnTo>
                  <a:lnTo>
                    <a:pt x="44115" y="44915"/>
                  </a:lnTo>
                  <a:lnTo>
                    <a:pt x="43742" y="45294"/>
                  </a:lnTo>
                  <a:lnTo>
                    <a:pt x="43383" y="45674"/>
                  </a:lnTo>
                  <a:lnTo>
                    <a:pt x="43035" y="46055"/>
                  </a:lnTo>
                  <a:lnTo>
                    <a:pt x="42701" y="46437"/>
                  </a:lnTo>
                  <a:lnTo>
                    <a:pt x="42379" y="46820"/>
                  </a:lnTo>
                  <a:lnTo>
                    <a:pt x="42069" y="47203"/>
                  </a:lnTo>
                  <a:lnTo>
                    <a:pt x="41772" y="47587"/>
                  </a:lnTo>
                  <a:lnTo>
                    <a:pt x="41488" y="47973"/>
                  </a:lnTo>
                  <a:lnTo>
                    <a:pt x="41217" y="48359"/>
                  </a:lnTo>
                  <a:lnTo>
                    <a:pt x="40958" y="48745"/>
                  </a:lnTo>
                  <a:lnTo>
                    <a:pt x="40710" y="49133"/>
                  </a:lnTo>
                  <a:lnTo>
                    <a:pt x="40471" y="49522"/>
                  </a:lnTo>
                  <a:lnTo>
                    <a:pt x="40242" y="49911"/>
                  </a:lnTo>
                  <a:lnTo>
                    <a:pt x="40022" y="50301"/>
                  </a:lnTo>
                  <a:lnTo>
                    <a:pt x="39811" y="50692"/>
                  </a:lnTo>
                  <a:lnTo>
                    <a:pt x="39609" y="51084"/>
                  </a:lnTo>
                  <a:lnTo>
                    <a:pt x="39417" y="51477"/>
                  </a:lnTo>
                  <a:lnTo>
                    <a:pt x="39234" y="51871"/>
                  </a:lnTo>
                  <a:lnTo>
                    <a:pt x="39060" y="52265"/>
                  </a:lnTo>
                  <a:lnTo>
                    <a:pt x="38895" y="52660"/>
                  </a:lnTo>
                  <a:lnTo>
                    <a:pt x="38748" y="53048"/>
                  </a:lnTo>
                  <a:lnTo>
                    <a:pt x="38609" y="53435"/>
                  </a:lnTo>
                  <a:lnTo>
                    <a:pt x="38478" y="53822"/>
                  </a:lnTo>
                  <a:lnTo>
                    <a:pt x="38356" y="54209"/>
                  </a:lnTo>
                  <a:lnTo>
                    <a:pt x="38243" y="54597"/>
                  </a:lnTo>
                  <a:lnTo>
                    <a:pt x="38138" y="54984"/>
                  </a:lnTo>
                  <a:lnTo>
                    <a:pt x="38041" y="55371"/>
                  </a:lnTo>
                  <a:lnTo>
                    <a:pt x="37952" y="55758"/>
                  </a:lnTo>
                  <a:lnTo>
                    <a:pt x="37872" y="56146"/>
                  </a:lnTo>
                  <a:lnTo>
                    <a:pt x="37801" y="56533"/>
                  </a:lnTo>
                  <a:lnTo>
                    <a:pt x="37736" y="56903"/>
                  </a:lnTo>
                  <a:lnTo>
                    <a:pt x="37674" y="57272"/>
                  </a:lnTo>
                  <a:lnTo>
                    <a:pt x="37618" y="57641"/>
                  </a:lnTo>
                  <a:lnTo>
                    <a:pt x="37565" y="58008"/>
                  </a:lnTo>
                  <a:lnTo>
                    <a:pt x="37517" y="58375"/>
                  </a:lnTo>
                  <a:lnTo>
                    <a:pt x="37472" y="58740"/>
                  </a:lnTo>
                  <a:lnTo>
                    <a:pt x="37432" y="59105"/>
                  </a:lnTo>
                  <a:lnTo>
                    <a:pt x="37397" y="59470"/>
                  </a:lnTo>
                  <a:lnTo>
                    <a:pt x="37365" y="59833"/>
                  </a:lnTo>
                  <a:lnTo>
                    <a:pt x="37338" y="60195"/>
                  </a:lnTo>
                  <a:lnTo>
                    <a:pt x="29929" y="67604"/>
                  </a:lnTo>
                  <a:lnTo>
                    <a:pt x="0" y="33718"/>
                  </a:lnTo>
                  <a:lnTo>
                    <a:pt x="33718" y="0"/>
                  </a:lnTo>
                  <a:lnTo>
                    <a:pt x="40158" y="6440"/>
                  </a:lnTo>
                  <a:lnTo>
                    <a:pt x="13344" y="33255"/>
                  </a:lnTo>
                  <a:lnTo>
                    <a:pt x="31023" y="53208"/>
                  </a:lnTo>
                  <a:lnTo>
                    <a:pt x="31131" y="52486"/>
                  </a:lnTo>
                  <a:lnTo>
                    <a:pt x="31268" y="51754"/>
                  </a:lnTo>
                  <a:lnTo>
                    <a:pt x="31434" y="51011"/>
                  </a:lnTo>
                  <a:lnTo>
                    <a:pt x="31630" y="50258"/>
                  </a:lnTo>
                  <a:lnTo>
                    <a:pt x="31855" y="49493"/>
                  </a:lnTo>
                  <a:lnTo>
                    <a:pt x="32110" y="48717"/>
                  </a:lnTo>
                  <a:lnTo>
                    <a:pt x="32394" y="47930"/>
                  </a:lnTo>
                  <a:lnTo>
                    <a:pt x="32707" y="47132"/>
                  </a:lnTo>
                  <a:lnTo>
                    <a:pt x="33050" y="46324"/>
                  </a:lnTo>
                  <a:lnTo>
                    <a:pt x="33423" y="45504"/>
                  </a:lnTo>
                  <a:lnTo>
                    <a:pt x="33824" y="44671"/>
                  </a:lnTo>
                  <a:lnTo>
                    <a:pt x="34272" y="43837"/>
                  </a:lnTo>
                  <a:lnTo>
                    <a:pt x="34764" y="43004"/>
                  </a:lnTo>
                  <a:lnTo>
                    <a:pt x="35302" y="42170"/>
                  </a:lnTo>
                  <a:lnTo>
                    <a:pt x="35885" y="41337"/>
                  </a:lnTo>
                  <a:lnTo>
                    <a:pt x="36514" y="40503"/>
                  </a:lnTo>
                  <a:lnTo>
                    <a:pt x="37189" y="39670"/>
                  </a:lnTo>
                  <a:lnTo>
                    <a:pt x="37909" y="38836"/>
                  </a:lnTo>
                  <a:lnTo>
                    <a:pt x="38674" y="38003"/>
                  </a:lnTo>
                  <a:lnTo>
                    <a:pt x="39485" y="37169"/>
                  </a:lnTo>
                  <a:lnTo>
                    <a:pt x="40373" y="36308"/>
                  </a:lnTo>
                  <a:lnTo>
                    <a:pt x="41271" y="35491"/>
                  </a:lnTo>
                  <a:lnTo>
                    <a:pt x="42178" y="34718"/>
                  </a:lnTo>
                  <a:lnTo>
                    <a:pt x="43095" y="33990"/>
                  </a:lnTo>
                  <a:lnTo>
                    <a:pt x="44020" y="33307"/>
                  </a:lnTo>
                  <a:lnTo>
                    <a:pt x="44955" y="32669"/>
                  </a:lnTo>
                  <a:lnTo>
                    <a:pt x="45899" y="32075"/>
                  </a:lnTo>
                  <a:lnTo>
                    <a:pt x="46853" y="31525"/>
                  </a:lnTo>
                  <a:lnTo>
                    <a:pt x="47816" y="31021"/>
                  </a:lnTo>
                  <a:lnTo>
                    <a:pt x="48788" y="30560"/>
                  </a:lnTo>
                  <a:lnTo>
                    <a:pt x="49765" y="30145"/>
                  </a:lnTo>
                  <a:lnTo>
                    <a:pt x="50744" y="29772"/>
                  </a:lnTo>
                  <a:lnTo>
                    <a:pt x="51725" y="29444"/>
                  </a:lnTo>
                  <a:lnTo>
                    <a:pt x="52707" y="29160"/>
                  </a:lnTo>
                  <a:lnTo>
                    <a:pt x="53692" y="28919"/>
                  </a:lnTo>
                  <a:lnTo>
                    <a:pt x="54677" y="28722"/>
                  </a:lnTo>
                  <a:lnTo>
                    <a:pt x="55665" y="28569"/>
                  </a:lnTo>
                  <a:lnTo>
                    <a:pt x="56654" y="28459"/>
                  </a:lnTo>
                  <a:lnTo>
                    <a:pt x="57645" y="28393"/>
                  </a:lnTo>
                  <a:lnTo>
                    <a:pt x="58638" y="28371"/>
                  </a:lnTo>
                  <a:lnTo>
                    <a:pt x="59621" y="28384"/>
                  </a:lnTo>
                  <a:lnTo>
                    <a:pt x="60601" y="28439"/>
                  </a:lnTo>
                  <a:lnTo>
                    <a:pt x="61578" y="28536"/>
                  </a:lnTo>
                  <a:lnTo>
                    <a:pt x="62551" y="28675"/>
                  </a:lnTo>
                  <a:lnTo>
                    <a:pt x="63521" y="28856"/>
                  </a:lnTo>
                  <a:lnTo>
                    <a:pt x="64487" y="29079"/>
                  </a:lnTo>
                  <a:lnTo>
                    <a:pt x="65450" y="29344"/>
                  </a:lnTo>
                  <a:lnTo>
                    <a:pt x="66410" y="29651"/>
                  </a:lnTo>
                  <a:lnTo>
                    <a:pt x="67367" y="30001"/>
                  </a:lnTo>
                  <a:lnTo>
                    <a:pt x="68320" y="30392"/>
                  </a:lnTo>
                  <a:lnTo>
                    <a:pt x="69264" y="30825"/>
                  </a:lnTo>
                  <a:lnTo>
                    <a:pt x="70195" y="31298"/>
                  </a:lnTo>
                  <a:lnTo>
                    <a:pt x="71113" y="31811"/>
                  </a:lnTo>
                  <a:lnTo>
                    <a:pt x="72017" y="32365"/>
                  </a:lnTo>
                  <a:lnTo>
                    <a:pt x="72908" y="32960"/>
                  </a:lnTo>
                  <a:lnTo>
                    <a:pt x="73785" y="33595"/>
                  </a:lnTo>
                  <a:lnTo>
                    <a:pt x="74649" y="34270"/>
                  </a:lnTo>
                  <a:lnTo>
                    <a:pt x="75499" y="34985"/>
                  </a:lnTo>
                  <a:lnTo>
                    <a:pt x="76336" y="35741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h151"/>
            <p:cNvSpPr/>
            <p:nvPr/>
          </p:nvSpPr>
          <p:spPr>
            <a:xfrm>
              <a:off x="7816581" y="6449669"/>
              <a:ext cx="137061" cy="139755"/>
            </a:xfrm>
            <a:custGeom>
              <a:avLst/>
              <a:pathLst>
                <a:path w="137061" h="139755">
                  <a:moveTo>
                    <a:pt x="69709" y="0"/>
                  </a:moveTo>
                  <a:lnTo>
                    <a:pt x="84863" y="15154"/>
                  </a:lnTo>
                  <a:lnTo>
                    <a:pt x="77791" y="22226"/>
                  </a:lnTo>
                  <a:lnTo>
                    <a:pt x="69372" y="13807"/>
                  </a:lnTo>
                  <a:lnTo>
                    <a:pt x="13807" y="69372"/>
                  </a:lnTo>
                  <a:lnTo>
                    <a:pt x="22226" y="77791"/>
                  </a:lnTo>
                  <a:lnTo>
                    <a:pt x="15154" y="84863"/>
                  </a:lnTo>
                  <a:lnTo>
                    <a:pt x="0" y="69709"/>
                  </a:lnTo>
                  <a:lnTo>
                    <a:pt x="31655" y="38053"/>
                  </a:lnTo>
                  <a:lnTo>
                    <a:pt x="30779" y="37589"/>
                  </a:lnTo>
                  <a:lnTo>
                    <a:pt x="29904" y="37137"/>
                  </a:lnTo>
                  <a:lnTo>
                    <a:pt x="29028" y="36700"/>
                  </a:lnTo>
                  <a:lnTo>
                    <a:pt x="28153" y="36275"/>
                  </a:lnTo>
                  <a:lnTo>
                    <a:pt x="27277" y="35864"/>
                  </a:lnTo>
                  <a:lnTo>
                    <a:pt x="26401" y="35467"/>
                  </a:lnTo>
                  <a:lnTo>
                    <a:pt x="25526" y="35083"/>
                  </a:lnTo>
                  <a:lnTo>
                    <a:pt x="24650" y="34713"/>
                  </a:lnTo>
                  <a:lnTo>
                    <a:pt x="23775" y="34356"/>
                  </a:lnTo>
                  <a:lnTo>
                    <a:pt x="22899" y="34012"/>
                  </a:lnTo>
                  <a:lnTo>
                    <a:pt x="27951" y="24920"/>
                  </a:lnTo>
                  <a:lnTo>
                    <a:pt x="29160" y="25213"/>
                  </a:lnTo>
                  <a:lnTo>
                    <a:pt x="30362" y="25553"/>
                  </a:lnTo>
                  <a:lnTo>
                    <a:pt x="31557" y="25940"/>
                  </a:lnTo>
                  <a:lnTo>
                    <a:pt x="32746" y="26375"/>
                  </a:lnTo>
                  <a:lnTo>
                    <a:pt x="33928" y="26856"/>
                  </a:lnTo>
                  <a:lnTo>
                    <a:pt x="35103" y="27385"/>
                  </a:lnTo>
                  <a:lnTo>
                    <a:pt x="36272" y="27961"/>
                  </a:lnTo>
                  <a:lnTo>
                    <a:pt x="37434" y="28584"/>
                  </a:lnTo>
                  <a:lnTo>
                    <a:pt x="38589" y="29254"/>
                  </a:lnTo>
                  <a:lnTo>
                    <a:pt x="39737" y="29971"/>
                  </a:lnTo>
                  <a:close/>
                  <a:moveTo>
                    <a:pt x="26267" y="75097"/>
                  </a:moveTo>
                  <a:lnTo>
                    <a:pt x="75097" y="26267"/>
                  </a:lnTo>
                  <a:lnTo>
                    <a:pt x="81495" y="32665"/>
                  </a:lnTo>
                  <a:lnTo>
                    <a:pt x="32665" y="81495"/>
                  </a:lnTo>
                  <a:close/>
                  <a:moveTo>
                    <a:pt x="31318" y="101027"/>
                  </a:moveTo>
                  <a:lnTo>
                    <a:pt x="101364" y="30981"/>
                  </a:lnTo>
                  <a:lnTo>
                    <a:pt x="107763" y="37380"/>
                  </a:lnTo>
                  <a:lnTo>
                    <a:pt x="85536" y="59606"/>
                  </a:lnTo>
                  <a:lnTo>
                    <a:pt x="107089" y="81159"/>
                  </a:lnTo>
                  <a:lnTo>
                    <a:pt x="107364" y="81409"/>
                  </a:lnTo>
                  <a:lnTo>
                    <a:pt x="107648" y="81623"/>
                  </a:lnTo>
                  <a:lnTo>
                    <a:pt x="107943" y="81800"/>
                  </a:lnTo>
                  <a:lnTo>
                    <a:pt x="108248" y="81940"/>
                  </a:lnTo>
                  <a:lnTo>
                    <a:pt x="108562" y="82043"/>
                  </a:lnTo>
                  <a:lnTo>
                    <a:pt x="108887" y="82108"/>
                  </a:lnTo>
                  <a:lnTo>
                    <a:pt x="109222" y="82137"/>
                  </a:lnTo>
                  <a:lnTo>
                    <a:pt x="109568" y="82128"/>
                  </a:lnTo>
                  <a:lnTo>
                    <a:pt x="109923" y="82083"/>
                  </a:lnTo>
                  <a:lnTo>
                    <a:pt x="110288" y="82000"/>
                  </a:lnTo>
                  <a:lnTo>
                    <a:pt x="110691" y="81854"/>
                  </a:lnTo>
                  <a:lnTo>
                    <a:pt x="111157" y="81617"/>
                  </a:lnTo>
                  <a:lnTo>
                    <a:pt x="111688" y="81288"/>
                  </a:lnTo>
                  <a:lnTo>
                    <a:pt x="112282" y="80869"/>
                  </a:lnTo>
                  <a:lnTo>
                    <a:pt x="112940" y="80359"/>
                  </a:lnTo>
                  <a:lnTo>
                    <a:pt x="113663" y="79758"/>
                  </a:lnTo>
                  <a:lnTo>
                    <a:pt x="114449" y="79066"/>
                  </a:lnTo>
                  <a:lnTo>
                    <a:pt x="115299" y="78283"/>
                  </a:lnTo>
                  <a:lnTo>
                    <a:pt x="116214" y="77409"/>
                  </a:lnTo>
                  <a:lnTo>
                    <a:pt x="117192" y="76444"/>
                  </a:lnTo>
                  <a:lnTo>
                    <a:pt x="118855" y="74750"/>
                  </a:lnTo>
                  <a:lnTo>
                    <a:pt x="120344" y="73171"/>
                  </a:lnTo>
                  <a:lnTo>
                    <a:pt x="121657" y="71706"/>
                  </a:lnTo>
                  <a:lnTo>
                    <a:pt x="122796" y="70355"/>
                  </a:lnTo>
                  <a:lnTo>
                    <a:pt x="123759" y="69119"/>
                  </a:lnTo>
                  <a:lnTo>
                    <a:pt x="124547" y="67998"/>
                  </a:lnTo>
                  <a:lnTo>
                    <a:pt x="125160" y="66991"/>
                  </a:lnTo>
                  <a:lnTo>
                    <a:pt x="125597" y="66099"/>
                  </a:lnTo>
                  <a:lnTo>
                    <a:pt x="125860" y="65321"/>
                  </a:lnTo>
                  <a:lnTo>
                    <a:pt x="125948" y="64657"/>
                  </a:lnTo>
                  <a:lnTo>
                    <a:pt x="125863" y="63991"/>
                  </a:lnTo>
                  <a:lnTo>
                    <a:pt x="125611" y="63203"/>
                  </a:lnTo>
                  <a:lnTo>
                    <a:pt x="125190" y="62293"/>
                  </a:lnTo>
                  <a:lnTo>
                    <a:pt x="124601" y="61263"/>
                  </a:lnTo>
                  <a:lnTo>
                    <a:pt x="123843" y="60111"/>
                  </a:lnTo>
                  <a:lnTo>
                    <a:pt x="122917" y="58838"/>
                  </a:lnTo>
                  <a:lnTo>
                    <a:pt x="121822" y="57444"/>
                  </a:lnTo>
                  <a:lnTo>
                    <a:pt x="120559" y="55929"/>
                  </a:lnTo>
                  <a:lnTo>
                    <a:pt x="119128" y="54292"/>
                  </a:lnTo>
                  <a:lnTo>
                    <a:pt x="117529" y="52534"/>
                  </a:lnTo>
                  <a:lnTo>
                    <a:pt x="126958" y="47819"/>
                  </a:lnTo>
                  <a:lnTo>
                    <a:pt x="128877" y="50049"/>
                  </a:lnTo>
                  <a:lnTo>
                    <a:pt x="130595" y="52157"/>
                  </a:lnTo>
                  <a:lnTo>
                    <a:pt x="132110" y="54144"/>
                  </a:lnTo>
                  <a:lnTo>
                    <a:pt x="133424" y="56009"/>
                  </a:lnTo>
                  <a:lnTo>
                    <a:pt x="134535" y="57754"/>
                  </a:lnTo>
                  <a:lnTo>
                    <a:pt x="135444" y="59377"/>
                  </a:lnTo>
                  <a:lnTo>
                    <a:pt x="136151" y="60879"/>
                  </a:lnTo>
                  <a:lnTo>
                    <a:pt x="136657" y="62260"/>
                  </a:lnTo>
                  <a:lnTo>
                    <a:pt x="136960" y="63519"/>
                  </a:lnTo>
                  <a:lnTo>
                    <a:pt x="137061" y="64657"/>
                  </a:lnTo>
                  <a:lnTo>
                    <a:pt x="136929" y="65812"/>
                  </a:lnTo>
                  <a:lnTo>
                    <a:pt x="136535" y="67122"/>
                  </a:lnTo>
                  <a:lnTo>
                    <a:pt x="135879" y="68587"/>
                  </a:lnTo>
                  <a:lnTo>
                    <a:pt x="134959" y="70207"/>
                  </a:lnTo>
                  <a:lnTo>
                    <a:pt x="133777" y="71982"/>
                  </a:lnTo>
                  <a:lnTo>
                    <a:pt x="132333" y="73911"/>
                  </a:lnTo>
                  <a:lnTo>
                    <a:pt x="130625" y="75996"/>
                  </a:lnTo>
                  <a:lnTo>
                    <a:pt x="128655" y="78235"/>
                  </a:lnTo>
                  <a:lnTo>
                    <a:pt x="126422" y="80630"/>
                  </a:lnTo>
                  <a:lnTo>
                    <a:pt x="123927" y="83179"/>
                  </a:lnTo>
                  <a:lnTo>
                    <a:pt x="122220" y="84856"/>
                  </a:lnTo>
                  <a:lnTo>
                    <a:pt x="120600" y="86385"/>
                  </a:lnTo>
                  <a:lnTo>
                    <a:pt x="119068" y="87766"/>
                  </a:lnTo>
                  <a:lnTo>
                    <a:pt x="117623" y="88998"/>
                  </a:lnTo>
                  <a:lnTo>
                    <a:pt x="116266" y="90083"/>
                  </a:lnTo>
                  <a:lnTo>
                    <a:pt x="114996" y="91019"/>
                  </a:lnTo>
                  <a:lnTo>
                    <a:pt x="113814" y="91807"/>
                  </a:lnTo>
                  <a:lnTo>
                    <a:pt x="112720" y="92447"/>
                  </a:lnTo>
                  <a:lnTo>
                    <a:pt x="111713" y="92938"/>
                  </a:lnTo>
                  <a:lnTo>
                    <a:pt x="110793" y="93282"/>
                  </a:lnTo>
                  <a:lnTo>
                    <a:pt x="109921" y="93497"/>
                  </a:lnTo>
                  <a:lnTo>
                    <a:pt x="109056" y="93605"/>
                  </a:lnTo>
                  <a:lnTo>
                    <a:pt x="108197" y="93605"/>
                  </a:lnTo>
                  <a:lnTo>
                    <a:pt x="107345" y="93497"/>
                  </a:lnTo>
                  <a:lnTo>
                    <a:pt x="106500" y="93282"/>
                  </a:lnTo>
                  <a:lnTo>
                    <a:pt x="105661" y="92959"/>
                  </a:lnTo>
                  <a:lnTo>
                    <a:pt x="104829" y="92528"/>
                  </a:lnTo>
                  <a:lnTo>
                    <a:pt x="104004" y="91989"/>
                  </a:lnTo>
                  <a:lnTo>
                    <a:pt x="103186" y="91342"/>
                  </a:lnTo>
                  <a:lnTo>
                    <a:pt x="102374" y="90588"/>
                  </a:lnTo>
                  <a:lnTo>
                    <a:pt x="78464" y="66678"/>
                  </a:lnTo>
                  <a:lnTo>
                    <a:pt x="65668" y="79475"/>
                  </a:lnTo>
                  <a:lnTo>
                    <a:pt x="67981" y="82687"/>
                  </a:lnTo>
                  <a:lnTo>
                    <a:pt x="70072" y="85860"/>
                  </a:lnTo>
                  <a:lnTo>
                    <a:pt x="71941" y="88992"/>
                  </a:lnTo>
                  <a:lnTo>
                    <a:pt x="73588" y="92083"/>
                  </a:lnTo>
                  <a:lnTo>
                    <a:pt x="75013" y="95134"/>
                  </a:lnTo>
                  <a:lnTo>
                    <a:pt x="76215" y="98145"/>
                  </a:lnTo>
                  <a:lnTo>
                    <a:pt x="77195" y="101115"/>
                  </a:lnTo>
                  <a:lnTo>
                    <a:pt x="77953" y="104045"/>
                  </a:lnTo>
                  <a:lnTo>
                    <a:pt x="78488" y="106934"/>
                  </a:lnTo>
                  <a:lnTo>
                    <a:pt x="78801" y="109783"/>
                  </a:lnTo>
                  <a:lnTo>
                    <a:pt x="78896" y="112629"/>
                  </a:lnTo>
                  <a:lnTo>
                    <a:pt x="78774" y="115508"/>
                  </a:lnTo>
                  <a:lnTo>
                    <a:pt x="78438" y="118421"/>
                  </a:lnTo>
                  <a:lnTo>
                    <a:pt x="77885" y="121368"/>
                  </a:lnTo>
                  <a:lnTo>
                    <a:pt x="77117" y="124348"/>
                  </a:lnTo>
                  <a:lnTo>
                    <a:pt x="76134" y="127362"/>
                  </a:lnTo>
                  <a:lnTo>
                    <a:pt x="74935" y="130410"/>
                  </a:lnTo>
                  <a:lnTo>
                    <a:pt x="73521" y="133491"/>
                  </a:lnTo>
                  <a:lnTo>
                    <a:pt x="71891" y="136606"/>
                  </a:lnTo>
                  <a:lnTo>
                    <a:pt x="70045" y="139755"/>
                  </a:lnTo>
                  <a:lnTo>
                    <a:pt x="60279" y="136050"/>
                  </a:lnTo>
                  <a:lnTo>
                    <a:pt x="63108" y="130891"/>
                  </a:lnTo>
                  <a:lnTo>
                    <a:pt x="65264" y="125786"/>
                  </a:lnTo>
                  <a:lnTo>
                    <a:pt x="66745" y="120735"/>
                  </a:lnTo>
                  <a:lnTo>
                    <a:pt x="67553" y="115737"/>
                  </a:lnTo>
                  <a:lnTo>
                    <a:pt x="67688" y="110793"/>
                  </a:lnTo>
                  <a:lnTo>
                    <a:pt x="67149" y="105904"/>
                  </a:lnTo>
                  <a:lnTo>
                    <a:pt x="65937" y="101068"/>
                  </a:lnTo>
                  <a:lnTo>
                    <a:pt x="64051" y="96286"/>
                  </a:lnTo>
                  <a:lnTo>
                    <a:pt x="61492" y="91558"/>
                  </a:lnTo>
                  <a:lnTo>
                    <a:pt x="58259" y="86883"/>
                  </a:lnTo>
                  <a:lnTo>
                    <a:pt x="37717" y="107426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h152"/>
            <p:cNvSpPr/>
            <p:nvPr/>
          </p:nvSpPr>
          <p:spPr>
            <a:xfrm>
              <a:off x="7898750" y="6362111"/>
              <a:ext cx="146490" cy="143459"/>
            </a:xfrm>
            <a:custGeom>
              <a:avLst/>
              <a:pathLst>
                <a:path w="146490" h="143459">
                  <a:moveTo>
                    <a:pt x="44115" y="110457"/>
                  </a:moveTo>
                  <a:lnTo>
                    <a:pt x="113487" y="41084"/>
                  </a:lnTo>
                  <a:lnTo>
                    <a:pt x="119212" y="46809"/>
                  </a:lnTo>
                  <a:lnTo>
                    <a:pt x="87894" y="78128"/>
                  </a:lnTo>
                  <a:lnTo>
                    <a:pt x="93619" y="83853"/>
                  </a:lnTo>
                  <a:lnTo>
                    <a:pt x="119549" y="57922"/>
                  </a:lnTo>
                  <a:lnTo>
                    <a:pt x="125274" y="63647"/>
                  </a:lnTo>
                  <a:lnTo>
                    <a:pt x="99344" y="89578"/>
                  </a:lnTo>
                  <a:lnTo>
                    <a:pt x="105068" y="95302"/>
                  </a:lnTo>
                  <a:lnTo>
                    <a:pt x="140428" y="59943"/>
                  </a:lnTo>
                  <a:lnTo>
                    <a:pt x="146490" y="66004"/>
                  </a:lnTo>
                  <a:lnTo>
                    <a:pt x="69035" y="143459"/>
                  </a:lnTo>
                  <a:lnTo>
                    <a:pt x="62974" y="137397"/>
                  </a:lnTo>
                  <a:lnTo>
                    <a:pt x="77117" y="123254"/>
                  </a:lnTo>
                  <a:lnTo>
                    <a:pt x="65331" y="111467"/>
                  </a:lnTo>
                  <a:lnTo>
                    <a:pt x="72066" y="104732"/>
                  </a:lnTo>
                  <a:lnTo>
                    <a:pt x="83853" y="116518"/>
                  </a:lnTo>
                  <a:lnTo>
                    <a:pt x="98333" y="102038"/>
                  </a:lnTo>
                  <a:lnTo>
                    <a:pt x="81159" y="84863"/>
                  </a:lnTo>
                  <a:lnTo>
                    <a:pt x="49840" y="116182"/>
                  </a:lnTo>
                  <a:close/>
                  <a:moveTo>
                    <a:pt x="42768" y="16837"/>
                  </a:moveTo>
                  <a:lnTo>
                    <a:pt x="50177" y="12123"/>
                  </a:lnTo>
                  <a:lnTo>
                    <a:pt x="55228" y="21215"/>
                  </a:lnTo>
                  <a:lnTo>
                    <a:pt x="76444" y="0"/>
                  </a:lnTo>
                  <a:lnTo>
                    <a:pt x="82169" y="5724"/>
                  </a:lnTo>
                  <a:lnTo>
                    <a:pt x="77454" y="10439"/>
                  </a:lnTo>
                  <a:lnTo>
                    <a:pt x="79377" y="13238"/>
                  </a:lnTo>
                  <a:lnTo>
                    <a:pt x="81105" y="15975"/>
                  </a:lnTo>
                  <a:lnTo>
                    <a:pt x="82637" y="18653"/>
                  </a:lnTo>
                  <a:lnTo>
                    <a:pt x="83974" y="21269"/>
                  </a:lnTo>
                  <a:lnTo>
                    <a:pt x="85115" y="23825"/>
                  </a:lnTo>
                  <a:lnTo>
                    <a:pt x="86062" y="26321"/>
                  </a:lnTo>
                  <a:lnTo>
                    <a:pt x="86813" y="28755"/>
                  </a:lnTo>
                  <a:lnTo>
                    <a:pt x="87368" y="31130"/>
                  </a:lnTo>
                  <a:lnTo>
                    <a:pt x="87729" y="33443"/>
                  </a:lnTo>
                  <a:lnTo>
                    <a:pt x="87894" y="35696"/>
                  </a:lnTo>
                  <a:lnTo>
                    <a:pt x="89999" y="35457"/>
                  </a:lnTo>
                  <a:lnTo>
                    <a:pt x="92137" y="35144"/>
                  </a:lnTo>
                  <a:lnTo>
                    <a:pt x="94309" y="34756"/>
                  </a:lnTo>
                  <a:lnTo>
                    <a:pt x="96515" y="34295"/>
                  </a:lnTo>
                  <a:lnTo>
                    <a:pt x="98754" y="33760"/>
                  </a:lnTo>
                  <a:lnTo>
                    <a:pt x="101027" y="33150"/>
                  </a:lnTo>
                  <a:lnTo>
                    <a:pt x="103334" y="32466"/>
                  </a:lnTo>
                  <a:lnTo>
                    <a:pt x="105675" y="31709"/>
                  </a:lnTo>
                  <a:lnTo>
                    <a:pt x="108049" y="30877"/>
                  </a:lnTo>
                  <a:lnTo>
                    <a:pt x="110457" y="29971"/>
                  </a:lnTo>
                  <a:lnTo>
                    <a:pt x="111804" y="39400"/>
                  </a:lnTo>
                  <a:lnTo>
                    <a:pt x="109446" y="40114"/>
                  </a:lnTo>
                  <a:lnTo>
                    <a:pt x="107089" y="40774"/>
                  </a:lnTo>
                  <a:lnTo>
                    <a:pt x="104732" y="41381"/>
                  </a:lnTo>
                  <a:lnTo>
                    <a:pt x="102374" y="41933"/>
                  </a:lnTo>
                  <a:lnTo>
                    <a:pt x="100017" y="42431"/>
                  </a:lnTo>
                  <a:lnTo>
                    <a:pt x="97660" y="42876"/>
                  </a:lnTo>
                  <a:lnTo>
                    <a:pt x="95302" y="43266"/>
                  </a:lnTo>
                  <a:lnTo>
                    <a:pt x="92945" y="43603"/>
                  </a:lnTo>
                  <a:lnTo>
                    <a:pt x="90588" y="43886"/>
                  </a:lnTo>
                  <a:lnTo>
                    <a:pt x="88231" y="44115"/>
                  </a:lnTo>
                  <a:lnTo>
                    <a:pt x="88116" y="46216"/>
                  </a:lnTo>
                  <a:lnTo>
                    <a:pt x="87907" y="48345"/>
                  </a:lnTo>
                  <a:lnTo>
                    <a:pt x="87604" y="50500"/>
                  </a:lnTo>
                  <a:lnTo>
                    <a:pt x="87207" y="52682"/>
                  </a:lnTo>
                  <a:lnTo>
                    <a:pt x="86715" y="54891"/>
                  </a:lnTo>
                  <a:lnTo>
                    <a:pt x="86129" y="57127"/>
                  </a:lnTo>
                  <a:lnTo>
                    <a:pt x="85449" y="59390"/>
                  </a:lnTo>
                  <a:lnTo>
                    <a:pt x="84674" y="61680"/>
                  </a:lnTo>
                  <a:lnTo>
                    <a:pt x="83805" y="63997"/>
                  </a:lnTo>
                  <a:lnTo>
                    <a:pt x="82842" y="66341"/>
                  </a:lnTo>
                  <a:lnTo>
                    <a:pt x="73413" y="64994"/>
                  </a:lnTo>
                  <a:lnTo>
                    <a:pt x="74444" y="62846"/>
                  </a:lnTo>
                  <a:lnTo>
                    <a:pt x="75380" y="60711"/>
                  </a:lnTo>
                  <a:lnTo>
                    <a:pt x="76222" y="58589"/>
                  </a:lnTo>
                  <a:lnTo>
                    <a:pt x="76969" y="56481"/>
                  </a:lnTo>
                  <a:lnTo>
                    <a:pt x="77623" y="54386"/>
                  </a:lnTo>
                  <a:lnTo>
                    <a:pt x="78182" y="52305"/>
                  </a:lnTo>
                  <a:lnTo>
                    <a:pt x="78646" y="50237"/>
                  </a:lnTo>
                  <a:lnTo>
                    <a:pt x="79017" y="48183"/>
                  </a:lnTo>
                  <a:lnTo>
                    <a:pt x="79293" y="46142"/>
                  </a:lnTo>
                  <a:lnTo>
                    <a:pt x="79475" y="44115"/>
                  </a:lnTo>
                  <a:lnTo>
                    <a:pt x="77727" y="44091"/>
                  </a:lnTo>
                  <a:lnTo>
                    <a:pt x="75986" y="44021"/>
                  </a:lnTo>
                  <a:lnTo>
                    <a:pt x="74252" y="43903"/>
                  </a:lnTo>
                  <a:lnTo>
                    <a:pt x="72524" y="43738"/>
                  </a:lnTo>
                  <a:lnTo>
                    <a:pt x="70803" y="43526"/>
                  </a:lnTo>
                  <a:lnTo>
                    <a:pt x="69089" y="43266"/>
                  </a:lnTo>
                  <a:lnTo>
                    <a:pt x="67382" y="42960"/>
                  </a:lnTo>
                  <a:lnTo>
                    <a:pt x="65681" y="42606"/>
                  </a:lnTo>
                  <a:lnTo>
                    <a:pt x="63987" y="42206"/>
                  </a:lnTo>
                  <a:lnTo>
                    <a:pt x="62300" y="41758"/>
                  </a:lnTo>
                  <a:lnTo>
                    <a:pt x="62431" y="42563"/>
                  </a:lnTo>
                  <a:lnTo>
                    <a:pt x="62556" y="43361"/>
                  </a:lnTo>
                  <a:lnTo>
                    <a:pt x="62674" y="44152"/>
                  </a:lnTo>
                  <a:lnTo>
                    <a:pt x="62785" y="44937"/>
                  </a:lnTo>
                  <a:lnTo>
                    <a:pt x="62889" y="45715"/>
                  </a:lnTo>
                  <a:lnTo>
                    <a:pt x="62987" y="46486"/>
                  </a:lnTo>
                  <a:lnTo>
                    <a:pt x="63078" y="47250"/>
                  </a:lnTo>
                  <a:lnTo>
                    <a:pt x="63162" y="48008"/>
                  </a:lnTo>
                  <a:lnTo>
                    <a:pt x="63240" y="48759"/>
                  </a:lnTo>
                  <a:lnTo>
                    <a:pt x="63310" y="49503"/>
                  </a:lnTo>
                  <a:lnTo>
                    <a:pt x="54555" y="48830"/>
                  </a:lnTo>
                  <a:lnTo>
                    <a:pt x="54012" y="45661"/>
                  </a:lnTo>
                  <a:lnTo>
                    <a:pt x="53329" y="42485"/>
                  </a:lnTo>
                  <a:lnTo>
                    <a:pt x="52504" y="39303"/>
                  </a:lnTo>
                  <a:lnTo>
                    <a:pt x="51537" y="36114"/>
                  </a:lnTo>
                  <a:lnTo>
                    <a:pt x="50429" y="32918"/>
                  </a:lnTo>
                  <a:lnTo>
                    <a:pt x="49180" y="29715"/>
                  </a:lnTo>
                  <a:lnTo>
                    <a:pt x="47789" y="26506"/>
                  </a:lnTo>
                  <a:lnTo>
                    <a:pt x="46257" y="23290"/>
                  </a:lnTo>
                  <a:lnTo>
                    <a:pt x="44583" y="20067"/>
                  </a:lnTo>
                  <a:close/>
                  <a:moveTo>
                    <a:pt x="59606" y="33002"/>
                  </a:moveTo>
                  <a:lnTo>
                    <a:pt x="61620" y="33521"/>
                  </a:lnTo>
                  <a:lnTo>
                    <a:pt x="63620" y="33999"/>
                  </a:lnTo>
                  <a:lnTo>
                    <a:pt x="65607" y="34437"/>
                  </a:lnTo>
                  <a:lnTo>
                    <a:pt x="67580" y="34834"/>
                  </a:lnTo>
                  <a:lnTo>
                    <a:pt x="69540" y="35191"/>
                  </a:lnTo>
                  <a:lnTo>
                    <a:pt x="71487" y="35507"/>
                  </a:lnTo>
                  <a:lnTo>
                    <a:pt x="73420" y="35784"/>
                  </a:lnTo>
                  <a:lnTo>
                    <a:pt x="75339" y="36019"/>
                  </a:lnTo>
                  <a:lnTo>
                    <a:pt x="77245" y="36215"/>
                  </a:lnTo>
                  <a:lnTo>
                    <a:pt x="79138" y="36370"/>
                  </a:lnTo>
                  <a:lnTo>
                    <a:pt x="78818" y="34352"/>
                  </a:lnTo>
                  <a:lnTo>
                    <a:pt x="78397" y="32342"/>
                  </a:lnTo>
                  <a:lnTo>
                    <a:pt x="77875" y="30338"/>
                  </a:lnTo>
                  <a:lnTo>
                    <a:pt x="77252" y="28341"/>
                  </a:lnTo>
                  <a:lnTo>
                    <a:pt x="76528" y="26351"/>
                  </a:lnTo>
                  <a:lnTo>
                    <a:pt x="75703" y="24367"/>
                  </a:lnTo>
                  <a:lnTo>
                    <a:pt x="74777" y="22391"/>
                  </a:lnTo>
                  <a:lnTo>
                    <a:pt x="73750" y="20421"/>
                  </a:lnTo>
                  <a:lnTo>
                    <a:pt x="72622" y="18457"/>
                  </a:lnTo>
                  <a:lnTo>
                    <a:pt x="71393" y="16501"/>
                  </a:lnTo>
                  <a:lnTo>
                    <a:pt x="58596" y="29298"/>
                  </a:lnTo>
                  <a:close/>
                  <a:moveTo>
                    <a:pt x="0" y="69709"/>
                  </a:moveTo>
                  <a:lnTo>
                    <a:pt x="17174" y="52534"/>
                  </a:lnTo>
                  <a:lnTo>
                    <a:pt x="12460" y="47819"/>
                  </a:lnTo>
                  <a:lnTo>
                    <a:pt x="18521" y="41758"/>
                  </a:lnTo>
                  <a:lnTo>
                    <a:pt x="23236" y="46472"/>
                  </a:lnTo>
                  <a:lnTo>
                    <a:pt x="40074" y="29634"/>
                  </a:lnTo>
                  <a:lnTo>
                    <a:pt x="45125" y="34686"/>
                  </a:lnTo>
                  <a:lnTo>
                    <a:pt x="28287" y="51524"/>
                  </a:lnTo>
                  <a:lnTo>
                    <a:pt x="33002" y="56238"/>
                  </a:lnTo>
                  <a:lnTo>
                    <a:pt x="46809" y="42431"/>
                  </a:lnTo>
                  <a:lnTo>
                    <a:pt x="63310" y="58932"/>
                  </a:lnTo>
                  <a:lnTo>
                    <a:pt x="51860" y="70382"/>
                  </a:lnTo>
                  <a:lnTo>
                    <a:pt x="53743" y="69995"/>
                  </a:lnTo>
                  <a:lnTo>
                    <a:pt x="55619" y="69641"/>
                  </a:lnTo>
                  <a:lnTo>
                    <a:pt x="57488" y="69321"/>
                  </a:lnTo>
                  <a:lnTo>
                    <a:pt x="59350" y="69035"/>
                  </a:lnTo>
                  <a:lnTo>
                    <a:pt x="61206" y="68783"/>
                  </a:lnTo>
                  <a:lnTo>
                    <a:pt x="63054" y="68564"/>
                  </a:lnTo>
                  <a:lnTo>
                    <a:pt x="64896" y="68379"/>
                  </a:lnTo>
                  <a:lnTo>
                    <a:pt x="66732" y="68227"/>
                  </a:lnTo>
                  <a:lnTo>
                    <a:pt x="68560" y="68109"/>
                  </a:lnTo>
                  <a:lnTo>
                    <a:pt x="70382" y="68025"/>
                  </a:lnTo>
                  <a:lnTo>
                    <a:pt x="71393" y="76444"/>
                  </a:lnTo>
                  <a:lnTo>
                    <a:pt x="69648" y="76457"/>
                  </a:lnTo>
                  <a:lnTo>
                    <a:pt x="67917" y="76498"/>
                  </a:lnTo>
                  <a:lnTo>
                    <a:pt x="66200" y="76565"/>
                  </a:lnTo>
                  <a:lnTo>
                    <a:pt x="64496" y="76659"/>
                  </a:lnTo>
                  <a:lnTo>
                    <a:pt x="62805" y="76781"/>
                  </a:lnTo>
                  <a:lnTo>
                    <a:pt x="61128" y="76929"/>
                  </a:lnTo>
                  <a:lnTo>
                    <a:pt x="59465" y="77104"/>
                  </a:lnTo>
                  <a:lnTo>
                    <a:pt x="57814" y="77306"/>
                  </a:lnTo>
                  <a:lnTo>
                    <a:pt x="56178" y="77535"/>
                  </a:lnTo>
                  <a:lnTo>
                    <a:pt x="54555" y="77791"/>
                  </a:lnTo>
                  <a:lnTo>
                    <a:pt x="64321" y="87557"/>
                  </a:lnTo>
                  <a:lnTo>
                    <a:pt x="58259" y="93619"/>
                  </a:lnTo>
                  <a:lnTo>
                    <a:pt x="45799" y="81159"/>
                  </a:lnTo>
                  <a:lnTo>
                    <a:pt x="46004" y="83728"/>
                  </a:lnTo>
                  <a:lnTo>
                    <a:pt x="46082" y="86318"/>
                  </a:lnTo>
                  <a:lnTo>
                    <a:pt x="46031" y="88928"/>
                  </a:lnTo>
                  <a:lnTo>
                    <a:pt x="45853" y="91558"/>
                  </a:lnTo>
                  <a:lnTo>
                    <a:pt x="45546" y="94208"/>
                  </a:lnTo>
                  <a:lnTo>
                    <a:pt x="45112" y="96879"/>
                  </a:lnTo>
                  <a:lnTo>
                    <a:pt x="44549" y="99569"/>
                  </a:lnTo>
                  <a:lnTo>
                    <a:pt x="43859" y="102280"/>
                  </a:lnTo>
                  <a:lnTo>
                    <a:pt x="43041" y="105011"/>
                  </a:lnTo>
                  <a:lnTo>
                    <a:pt x="42094" y="107763"/>
                  </a:lnTo>
                  <a:lnTo>
                    <a:pt x="33339" y="106416"/>
                  </a:lnTo>
                  <a:lnTo>
                    <a:pt x="34245" y="104243"/>
                  </a:lnTo>
                  <a:lnTo>
                    <a:pt x="35076" y="102038"/>
                  </a:lnTo>
                  <a:lnTo>
                    <a:pt x="35834" y="99798"/>
                  </a:lnTo>
                  <a:lnTo>
                    <a:pt x="36518" y="97525"/>
                  </a:lnTo>
                  <a:lnTo>
                    <a:pt x="37127" y="95218"/>
                  </a:lnTo>
                  <a:lnTo>
                    <a:pt x="37663" y="92878"/>
                  </a:lnTo>
                  <a:lnTo>
                    <a:pt x="38124" y="90504"/>
                  </a:lnTo>
                  <a:lnTo>
                    <a:pt x="38511" y="88096"/>
                  </a:lnTo>
                  <a:lnTo>
                    <a:pt x="38825" y="85654"/>
                  </a:lnTo>
                  <a:lnTo>
                    <a:pt x="39064" y="83179"/>
                  </a:lnTo>
                  <a:lnTo>
                    <a:pt x="28624" y="93619"/>
                  </a:lnTo>
                  <a:lnTo>
                    <a:pt x="12123" y="77117"/>
                  </a:lnTo>
                  <a:lnTo>
                    <a:pt x="26940" y="62300"/>
                  </a:lnTo>
                  <a:lnTo>
                    <a:pt x="22226" y="57585"/>
                  </a:lnTo>
                  <a:lnTo>
                    <a:pt x="5051" y="74760"/>
                  </a:lnTo>
                  <a:close/>
                  <a:moveTo>
                    <a:pt x="29634" y="82506"/>
                  </a:moveTo>
                  <a:lnTo>
                    <a:pt x="38390" y="73750"/>
                  </a:lnTo>
                  <a:lnTo>
                    <a:pt x="31992" y="67351"/>
                  </a:lnTo>
                  <a:lnTo>
                    <a:pt x="23236" y="76107"/>
                  </a:lnTo>
                  <a:close/>
                  <a:moveTo>
                    <a:pt x="38053" y="61290"/>
                  </a:moveTo>
                  <a:lnTo>
                    <a:pt x="44452" y="67688"/>
                  </a:lnTo>
                  <a:lnTo>
                    <a:pt x="52197" y="59943"/>
                  </a:lnTo>
                  <a:lnTo>
                    <a:pt x="45799" y="5354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h153"/>
            <p:cNvSpPr/>
            <p:nvPr/>
          </p:nvSpPr>
          <p:spPr>
            <a:xfrm>
              <a:off x="7990054" y="6317422"/>
              <a:ext cx="91929" cy="91541"/>
            </a:xfrm>
            <a:custGeom>
              <a:avLst/>
              <a:pathLst>
                <a:path w="91929" h="91541">
                  <a:moveTo>
                    <a:pt x="0" y="29998"/>
                  </a:moveTo>
                  <a:lnTo>
                    <a:pt x="16795" y="13202"/>
                  </a:lnTo>
                  <a:lnTo>
                    <a:pt x="17868" y="12146"/>
                  </a:lnTo>
                  <a:lnTo>
                    <a:pt x="18932" y="11133"/>
                  </a:lnTo>
                  <a:lnTo>
                    <a:pt x="19987" y="10162"/>
                  </a:lnTo>
                  <a:lnTo>
                    <a:pt x="21032" y="9235"/>
                  </a:lnTo>
                  <a:lnTo>
                    <a:pt x="22068" y="8351"/>
                  </a:lnTo>
                  <a:lnTo>
                    <a:pt x="23094" y="7509"/>
                  </a:lnTo>
                  <a:lnTo>
                    <a:pt x="24112" y="6711"/>
                  </a:lnTo>
                  <a:lnTo>
                    <a:pt x="25120" y="5955"/>
                  </a:lnTo>
                  <a:lnTo>
                    <a:pt x="26119" y="5242"/>
                  </a:lnTo>
                  <a:lnTo>
                    <a:pt x="27109" y="4573"/>
                  </a:lnTo>
                  <a:lnTo>
                    <a:pt x="28090" y="3932"/>
                  </a:lnTo>
                  <a:lnTo>
                    <a:pt x="29065" y="3340"/>
                  </a:lnTo>
                  <a:lnTo>
                    <a:pt x="30033" y="2797"/>
                  </a:lnTo>
                  <a:lnTo>
                    <a:pt x="30995" y="2303"/>
                  </a:lnTo>
                  <a:lnTo>
                    <a:pt x="31950" y="1858"/>
                  </a:lnTo>
                  <a:lnTo>
                    <a:pt x="32898" y="1461"/>
                  </a:lnTo>
                  <a:lnTo>
                    <a:pt x="33839" y="1113"/>
                  </a:lnTo>
                  <a:lnTo>
                    <a:pt x="34773" y="814"/>
                  </a:lnTo>
                  <a:lnTo>
                    <a:pt x="35701" y="564"/>
                  </a:lnTo>
                  <a:lnTo>
                    <a:pt x="36622" y="363"/>
                  </a:lnTo>
                  <a:lnTo>
                    <a:pt x="37538" y="195"/>
                  </a:lnTo>
                  <a:lnTo>
                    <a:pt x="38449" y="79"/>
                  </a:lnTo>
                  <a:lnTo>
                    <a:pt x="39356" y="13"/>
                  </a:lnTo>
                  <a:lnTo>
                    <a:pt x="40259" y="0"/>
                  </a:lnTo>
                  <a:lnTo>
                    <a:pt x="41158" y="37"/>
                  </a:lnTo>
                  <a:lnTo>
                    <a:pt x="42052" y="126"/>
                  </a:lnTo>
                  <a:lnTo>
                    <a:pt x="42943" y="266"/>
                  </a:lnTo>
                  <a:lnTo>
                    <a:pt x="43829" y="457"/>
                  </a:lnTo>
                  <a:lnTo>
                    <a:pt x="44711" y="700"/>
                  </a:lnTo>
                  <a:lnTo>
                    <a:pt x="45588" y="995"/>
                  </a:lnTo>
                  <a:lnTo>
                    <a:pt x="46455" y="1334"/>
                  </a:lnTo>
                  <a:lnTo>
                    <a:pt x="47323" y="1729"/>
                  </a:lnTo>
                  <a:lnTo>
                    <a:pt x="48190" y="2179"/>
                  </a:lnTo>
                  <a:lnTo>
                    <a:pt x="49057" y="2685"/>
                  </a:lnTo>
                  <a:lnTo>
                    <a:pt x="49924" y="3247"/>
                  </a:lnTo>
                  <a:lnTo>
                    <a:pt x="50791" y="3864"/>
                  </a:lnTo>
                  <a:lnTo>
                    <a:pt x="51658" y="4536"/>
                  </a:lnTo>
                  <a:lnTo>
                    <a:pt x="52526" y="5265"/>
                  </a:lnTo>
                  <a:lnTo>
                    <a:pt x="53393" y="6049"/>
                  </a:lnTo>
                  <a:lnTo>
                    <a:pt x="54260" y="6888"/>
                  </a:lnTo>
                  <a:lnTo>
                    <a:pt x="54770" y="7415"/>
                  </a:lnTo>
                  <a:lnTo>
                    <a:pt x="55257" y="7952"/>
                  </a:lnTo>
                  <a:lnTo>
                    <a:pt x="55720" y="8499"/>
                  </a:lnTo>
                  <a:lnTo>
                    <a:pt x="56159" y="9057"/>
                  </a:lnTo>
                  <a:lnTo>
                    <a:pt x="56575" y="9624"/>
                  </a:lnTo>
                  <a:lnTo>
                    <a:pt x="56967" y="10202"/>
                  </a:lnTo>
                  <a:lnTo>
                    <a:pt x="57336" y="10789"/>
                  </a:lnTo>
                  <a:lnTo>
                    <a:pt x="57681" y="11387"/>
                  </a:lnTo>
                  <a:lnTo>
                    <a:pt x="58003" y="11995"/>
                  </a:lnTo>
                  <a:lnTo>
                    <a:pt x="58301" y="12613"/>
                  </a:lnTo>
                  <a:lnTo>
                    <a:pt x="58583" y="13230"/>
                  </a:lnTo>
                  <a:lnTo>
                    <a:pt x="58838" y="13850"/>
                  </a:lnTo>
                  <a:lnTo>
                    <a:pt x="59068" y="14476"/>
                  </a:lnTo>
                  <a:lnTo>
                    <a:pt x="59271" y="15105"/>
                  </a:lnTo>
                  <a:lnTo>
                    <a:pt x="59448" y="15738"/>
                  </a:lnTo>
                  <a:lnTo>
                    <a:pt x="59599" y="16376"/>
                  </a:lnTo>
                  <a:lnTo>
                    <a:pt x="59724" y="17018"/>
                  </a:lnTo>
                  <a:lnTo>
                    <a:pt x="59823" y="17664"/>
                  </a:lnTo>
                  <a:lnTo>
                    <a:pt x="59896" y="18315"/>
                  </a:lnTo>
                  <a:lnTo>
                    <a:pt x="59943" y="18969"/>
                  </a:lnTo>
                  <a:lnTo>
                    <a:pt x="59963" y="19628"/>
                  </a:lnTo>
                  <a:lnTo>
                    <a:pt x="59958" y="20291"/>
                  </a:lnTo>
                  <a:lnTo>
                    <a:pt x="59926" y="20958"/>
                  </a:lnTo>
                  <a:lnTo>
                    <a:pt x="59869" y="21630"/>
                  </a:lnTo>
                  <a:lnTo>
                    <a:pt x="59785" y="22305"/>
                  </a:lnTo>
                  <a:lnTo>
                    <a:pt x="59675" y="22985"/>
                  </a:lnTo>
                  <a:lnTo>
                    <a:pt x="59539" y="23669"/>
                  </a:lnTo>
                  <a:lnTo>
                    <a:pt x="59377" y="24357"/>
                  </a:lnTo>
                  <a:lnTo>
                    <a:pt x="59189" y="25050"/>
                  </a:lnTo>
                  <a:lnTo>
                    <a:pt x="58975" y="25746"/>
                  </a:lnTo>
                  <a:lnTo>
                    <a:pt x="58733" y="26427"/>
                  </a:lnTo>
                  <a:lnTo>
                    <a:pt x="58464" y="27105"/>
                  </a:lnTo>
                  <a:lnTo>
                    <a:pt x="58168" y="27781"/>
                  </a:lnTo>
                  <a:lnTo>
                    <a:pt x="57843" y="28454"/>
                  </a:lnTo>
                  <a:lnTo>
                    <a:pt x="57491" y="29125"/>
                  </a:lnTo>
                  <a:lnTo>
                    <a:pt x="57111" y="29793"/>
                  </a:lnTo>
                  <a:lnTo>
                    <a:pt x="56703" y="30458"/>
                  </a:lnTo>
                  <a:lnTo>
                    <a:pt x="56267" y="31121"/>
                  </a:lnTo>
                  <a:lnTo>
                    <a:pt x="55804" y="31782"/>
                  </a:lnTo>
                  <a:lnTo>
                    <a:pt x="55312" y="32440"/>
                  </a:lnTo>
                  <a:lnTo>
                    <a:pt x="55733" y="32861"/>
                  </a:lnTo>
                  <a:lnTo>
                    <a:pt x="56416" y="32389"/>
                  </a:lnTo>
                  <a:lnTo>
                    <a:pt x="57100" y="31934"/>
                  </a:lnTo>
                  <a:lnTo>
                    <a:pt x="57787" y="31497"/>
                  </a:lnTo>
                  <a:lnTo>
                    <a:pt x="58474" y="31076"/>
                  </a:lnTo>
                  <a:lnTo>
                    <a:pt x="59164" y="30672"/>
                  </a:lnTo>
                  <a:lnTo>
                    <a:pt x="59855" y="30284"/>
                  </a:lnTo>
                  <a:lnTo>
                    <a:pt x="60548" y="29914"/>
                  </a:lnTo>
                  <a:lnTo>
                    <a:pt x="61243" y="29560"/>
                  </a:lnTo>
                  <a:lnTo>
                    <a:pt x="61939" y="29223"/>
                  </a:lnTo>
                  <a:lnTo>
                    <a:pt x="62637" y="28904"/>
                  </a:lnTo>
                  <a:lnTo>
                    <a:pt x="63336" y="28590"/>
                  </a:lnTo>
                  <a:lnTo>
                    <a:pt x="64038" y="28304"/>
                  </a:lnTo>
                  <a:lnTo>
                    <a:pt x="64741" y="28047"/>
                  </a:lnTo>
                  <a:lnTo>
                    <a:pt x="65445" y="27819"/>
                  </a:lnTo>
                  <a:lnTo>
                    <a:pt x="66152" y="27620"/>
                  </a:lnTo>
                  <a:lnTo>
                    <a:pt x="66860" y="27449"/>
                  </a:lnTo>
                  <a:lnTo>
                    <a:pt x="67569" y="27306"/>
                  </a:lnTo>
                  <a:lnTo>
                    <a:pt x="68281" y="27193"/>
                  </a:lnTo>
                  <a:lnTo>
                    <a:pt x="68994" y="27108"/>
                  </a:lnTo>
                  <a:lnTo>
                    <a:pt x="69709" y="27051"/>
                  </a:lnTo>
                  <a:lnTo>
                    <a:pt x="70417" y="27018"/>
                  </a:lnTo>
                  <a:lnTo>
                    <a:pt x="71126" y="27018"/>
                  </a:lnTo>
                  <a:lnTo>
                    <a:pt x="71838" y="27051"/>
                  </a:lnTo>
                  <a:lnTo>
                    <a:pt x="72551" y="27119"/>
                  </a:lnTo>
                  <a:lnTo>
                    <a:pt x="73266" y="27220"/>
                  </a:lnTo>
                  <a:lnTo>
                    <a:pt x="73982" y="27354"/>
                  </a:lnTo>
                  <a:lnTo>
                    <a:pt x="74700" y="27523"/>
                  </a:lnTo>
                  <a:lnTo>
                    <a:pt x="75420" y="27725"/>
                  </a:lnTo>
                  <a:lnTo>
                    <a:pt x="76142" y="27961"/>
                  </a:lnTo>
                  <a:lnTo>
                    <a:pt x="76865" y="28230"/>
                  </a:lnTo>
                  <a:lnTo>
                    <a:pt x="77589" y="28538"/>
                  </a:lnTo>
                  <a:lnTo>
                    <a:pt x="78313" y="28890"/>
                  </a:lnTo>
                  <a:lnTo>
                    <a:pt x="79037" y="29286"/>
                  </a:lnTo>
                  <a:lnTo>
                    <a:pt x="79761" y="29725"/>
                  </a:lnTo>
                  <a:lnTo>
                    <a:pt x="80485" y="30209"/>
                  </a:lnTo>
                  <a:lnTo>
                    <a:pt x="81209" y="30736"/>
                  </a:lnTo>
                  <a:lnTo>
                    <a:pt x="81933" y="31306"/>
                  </a:lnTo>
                  <a:lnTo>
                    <a:pt x="82657" y="31921"/>
                  </a:lnTo>
                  <a:lnTo>
                    <a:pt x="83381" y="32579"/>
                  </a:lnTo>
                  <a:lnTo>
                    <a:pt x="84105" y="33281"/>
                  </a:lnTo>
                  <a:lnTo>
                    <a:pt x="84924" y="34128"/>
                  </a:lnTo>
                  <a:lnTo>
                    <a:pt x="85698" y="34985"/>
                  </a:lnTo>
                  <a:lnTo>
                    <a:pt x="86426" y="35853"/>
                  </a:lnTo>
                  <a:lnTo>
                    <a:pt x="87109" y="36730"/>
                  </a:lnTo>
                  <a:lnTo>
                    <a:pt x="87746" y="37617"/>
                  </a:lnTo>
                  <a:lnTo>
                    <a:pt x="88338" y="38515"/>
                  </a:lnTo>
                  <a:lnTo>
                    <a:pt x="88885" y="39422"/>
                  </a:lnTo>
                  <a:lnTo>
                    <a:pt x="89386" y="40340"/>
                  </a:lnTo>
                  <a:lnTo>
                    <a:pt x="89841" y="41268"/>
                  </a:lnTo>
                  <a:lnTo>
                    <a:pt x="90251" y="42206"/>
                  </a:lnTo>
                  <a:lnTo>
                    <a:pt x="90616" y="43135"/>
                  </a:lnTo>
                  <a:lnTo>
                    <a:pt x="90936" y="44070"/>
                  </a:lnTo>
                  <a:lnTo>
                    <a:pt x="91212" y="45010"/>
                  </a:lnTo>
                  <a:lnTo>
                    <a:pt x="91443" y="45957"/>
                  </a:lnTo>
                  <a:lnTo>
                    <a:pt x="91630" y="46910"/>
                  </a:lnTo>
                  <a:lnTo>
                    <a:pt x="91772" y="47868"/>
                  </a:lnTo>
                  <a:lnTo>
                    <a:pt x="91869" y="48833"/>
                  </a:lnTo>
                  <a:lnTo>
                    <a:pt x="91921" y="49803"/>
                  </a:lnTo>
                  <a:lnTo>
                    <a:pt x="91929" y="50779"/>
                  </a:lnTo>
                  <a:lnTo>
                    <a:pt x="91893" y="51761"/>
                  </a:lnTo>
                  <a:lnTo>
                    <a:pt x="91812" y="52730"/>
                  </a:lnTo>
                  <a:lnTo>
                    <a:pt x="91687" y="53701"/>
                  </a:lnTo>
                  <a:lnTo>
                    <a:pt x="91519" y="54673"/>
                  </a:lnTo>
                  <a:lnTo>
                    <a:pt x="91307" y="55647"/>
                  </a:lnTo>
                  <a:lnTo>
                    <a:pt x="91051" y="56623"/>
                  </a:lnTo>
                  <a:lnTo>
                    <a:pt x="90751" y="57601"/>
                  </a:lnTo>
                  <a:lnTo>
                    <a:pt x="90408" y="58580"/>
                  </a:lnTo>
                  <a:lnTo>
                    <a:pt x="90020" y="59560"/>
                  </a:lnTo>
                  <a:lnTo>
                    <a:pt x="89589" y="60543"/>
                  </a:lnTo>
                  <a:lnTo>
                    <a:pt x="89115" y="61527"/>
                  </a:lnTo>
                  <a:lnTo>
                    <a:pt x="88596" y="62510"/>
                  </a:lnTo>
                  <a:lnTo>
                    <a:pt x="88034" y="63487"/>
                  </a:lnTo>
                  <a:lnTo>
                    <a:pt x="87427" y="64459"/>
                  </a:lnTo>
                  <a:lnTo>
                    <a:pt x="86777" y="65427"/>
                  </a:lnTo>
                  <a:lnTo>
                    <a:pt x="86084" y="66389"/>
                  </a:lnTo>
                  <a:lnTo>
                    <a:pt x="85346" y="67346"/>
                  </a:lnTo>
                  <a:lnTo>
                    <a:pt x="84565" y="68299"/>
                  </a:lnTo>
                  <a:lnTo>
                    <a:pt x="83740" y="69246"/>
                  </a:lnTo>
                  <a:lnTo>
                    <a:pt x="82871" y="70188"/>
                  </a:lnTo>
                  <a:lnTo>
                    <a:pt x="81958" y="71125"/>
                  </a:lnTo>
                  <a:lnTo>
                    <a:pt x="61542" y="91541"/>
                  </a:lnTo>
                  <a:close/>
                  <a:moveTo>
                    <a:pt x="33928" y="48267"/>
                  </a:moveTo>
                  <a:lnTo>
                    <a:pt x="44199" y="37996"/>
                  </a:lnTo>
                  <a:lnTo>
                    <a:pt x="44889" y="37294"/>
                  </a:lnTo>
                  <a:lnTo>
                    <a:pt x="45543" y="36602"/>
                  </a:lnTo>
                  <a:lnTo>
                    <a:pt x="46162" y="35920"/>
                  </a:lnTo>
                  <a:lnTo>
                    <a:pt x="46745" y="35248"/>
                  </a:lnTo>
                  <a:lnTo>
                    <a:pt x="47293" y="34586"/>
                  </a:lnTo>
                  <a:lnTo>
                    <a:pt x="47806" y="33935"/>
                  </a:lnTo>
                  <a:lnTo>
                    <a:pt x="48283" y="33293"/>
                  </a:lnTo>
                  <a:lnTo>
                    <a:pt x="48725" y="32662"/>
                  </a:lnTo>
                  <a:lnTo>
                    <a:pt x="49132" y="32040"/>
                  </a:lnTo>
                  <a:lnTo>
                    <a:pt x="49503" y="31429"/>
                  </a:lnTo>
                  <a:lnTo>
                    <a:pt x="49842" y="30826"/>
                  </a:lnTo>
                  <a:lnTo>
                    <a:pt x="50150" y="30230"/>
                  </a:lnTo>
                  <a:lnTo>
                    <a:pt x="50428" y="29641"/>
                  </a:lnTo>
                  <a:lnTo>
                    <a:pt x="50675" y="29058"/>
                  </a:lnTo>
                  <a:lnTo>
                    <a:pt x="50892" y="28483"/>
                  </a:lnTo>
                  <a:lnTo>
                    <a:pt x="51079" y="27914"/>
                  </a:lnTo>
                  <a:lnTo>
                    <a:pt x="51236" y="27351"/>
                  </a:lnTo>
                  <a:lnTo>
                    <a:pt x="51362" y="26795"/>
                  </a:lnTo>
                  <a:lnTo>
                    <a:pt x="51458" y="26247"/>
                  </a:lnTo>
                  <a:lnTo>
                    <a:pt x="51524" y="25704"/>
                  </a:lnTo>
                  <a:lnTo>
                    <a:pt x="51552" y="25160"/>
                  </a:lnTo>
                  <a:lnTo>
                    <a:pt x="51551" y="24620"/>
                  </a:lnTo>
                  <a:lnTo>
                    <a:pt x="51521" y="24085"/>
                  </a:lnTo>
                  <a:lnTo>
                    <a:pt x="51463" y="23556"/>
                  </a:lnTo>
                  <a:lnTo>
                    <a:pt x="51376" y="23031"/>
                  </a:lnTo>
                  <a:lnTo>
                    <a:pt x="51261" y="22512"/>
                  </a:lnTo>
                  <a:lnTo>
                    <a:pt x="51117" y="21997"/>
                  </a:lnTo>
                  <a:lnTo>
                    <a:pt x="50944" y="21488"/>
                  </a:lnTo>
                  <a:lnTo>
                    <a:pt x="50743" y="20984"/>
                  </a:lnTo>
                  <a:lnTo>
                    <a:pt x="50513" y="20485"/>
                  </a:lnTo>
                  <a:lnTo>
                    <a:pt x="50257" y="19972"/>
                  </a:lnTo>
                  <a:lnTo>
                    <a:pt x="49975" y="19461"/>
                  </a:lnTo>
                  <a:lnTo>
                    <a:pt x="49667" y="18951"/>
                  </a:lnTo>
                  <a:lnTo>
                    <a:pt x="49335" y="18444"/>
                  </a:lnTo>
                  <a:lnTo>
                    <a:pt x="48977" y="17938"/>
                  </a:lnTo>
                  <a:lnTo>
                    <a:pt x="48594" y="17434"/>
                  </a:lnTo>
                  <a:lnTo>
                    <a:pt x="48186" y="16931"/>
                  </a:lnTo>
                  <a:lnTo>
                    <a:pt x="47752" y="16430"/>
                  </a:lnTo>
                  <a:lnTo>
                    <a:pt x="47293" y="15931"/>
                  </a:lnTo>
                  <a:lnTo>
                    <a:pt x="46809" y="15433"/>
                  </a:lnTo>
                  <a:lnTo>
                    <a:pt x="45795" y="14484"/>
                  </a:lnTo>
                  <a:lnTo>
                    <a:pt x="44773" y="13657"/>
                  </a:lnTo>
                  <a:lnTo>
                    <a:pt x="43744" y="12952"/>
                  </a:lnTo>
                  <a:lnTo>
                    <a:pt x="42707" y="12369"/>
                  </a:lnTo>
                  <a:lnTo>
                    <a:pt x="41663" y="11908"/>
                  </a:lnTo>
                  <a:lnTo>
                    <a:pt x="40611" y="11569"/>
                  </a:lnTo>
                  <a:lnTo>
                    <a:pt x="39551" y="11352"/>
                  </a:lnTo>
                  <a:lnTo>
                    <a:pt x="38484" y="11257"/>
                  </a:lnTo>
                  <a:lnTo>
                    <a:pt x="37410" y="11285"/>
                  </a:lnTo>
                  <a:lnTo>
                    <a:pt x="36327" y="11434"/>
                  </a:lnTo>
                  <a:lnTo>
                    <a:pt x="35226" y="11704"/>
                  </a:lnTo>
                  <a:lnTo>
                    <a:pt x="34093" y="12093"/>
                  </a:lnTo>
                  <a:lnTo>
                    <a:pt x="32929" y="12600"/>
                  </a:lnTo>
                  <a:lnTo>
                    <a:pt x="31734" y="13226"/>
                  </a:lnTo>
                  <a:lnTo>
                    <a:pt x="30508" y="13970"/>
                  </a:lnTo>
                  <a:lnTo>
                    <a:pt x="29250" y="14834"/>
                  </a:lnTo>
                  <a:lnTo>
                    <a:pt x="27962" y="15816"/>
                  </a:lnTo>
                  <a:lnTo>
                    <a:pt x="26642" y="16917"/>
                  </a:lnTo>
                  <a:lnTo>
                    <a:pt x="25291" y="18136"/>
                  </a:lnTo>
                  <a:lnTo>
                    <a:pt x="23909" y="19474"/>
                  </a:lnTo>
                  <a:lnTo>
                    <a:pt x="14522" y="28861"/>
                  </a:lnTo>
                  <a:close/>
                  <a:moveTo>
                    <a:pt x="40495" y="54834"/>
                  </a:moveTo>
                  <a:lnTo>
                    <a:pt x="62721" y="77060"/>
                  </a:lnTo>
                  <a:lnTo>
                    <a:pt x="73918" y="65863"/>
                  </a:lnTo>
                  <a:lnTo>
                    <a:pt x="74638" y="65126"/>
                  </a:lnTo>
                  <a:lnTo>
                    <a:pt x="75317" y="64396"/>
                  </a:lnTo>
                  <a:lnTo>
                    <a:pt x="75955" y="63674"/>
                  </a:lnTo>
                  <a:lnTo>
                    <a:pt x="76552" y="62960"/>
                  </a:lnTo>
                  <a:lnTo>
                    <a:pt x="77107" y="62253"/>
                  </a:lnTo>
                  <a:lnTo>
                    <a:pt x="77621" y="61554"/>
                  </a:lnTo>
                  <a:lnTo>
                    <a:pt x="78094" y="60862"/>
                  </a:lnTo>
                  <a:lnTo>
                    <a:pt x="78525" y="60178"/>
                  </a:lnTo>
                  <a:lnTo>
                    <a:pt x="78915" y="59502"/>
                  </a:lnTo>
                  <a:lnTo>
                    <a:pt x="79264" y="58833"/>
                  </a:lnTo>
                  <a:lnTo>
                    <a:pt x="79584" y="58163"/>
                  </a:lnTo>
                  <a:lnTo>
                    <a:pt x="79870" y="57500"/>
                  </a:lnTo>
                  <a:lnTo>
                    <a:pt x="80123" y="56843"/>
                  </a:lnTo>
                  <a:lnTo>
                    <a:pt x="80342" y="56193"/>
                  </a:lnTo>
                  <a:lnTo>
                    <a:pt x="80527" y="55550"/>
                  </a:lnTo>
                  <a:lnTo>
                    <a:pt x="80679" y="54913"/>
                  </a:lnTo>
                  <a:lnTo>
                    <a:pt x="80797" y="54283"/>
                  </a:lnTo>
                  <a:lnTo>
                    <a:pt x="80881" y="53660"/>
                  </a:lnTo>
                  <a:lnTo>
                    <a:pt x="80931" y="53044"/>
                  </a:lnTo>
                  <a:lnTo>
                    <a:pt x="80948" y="52435"/>
                  </a:lnTo>
                  <a:lnTo>
                    <a:pt x="80942" y="51823"/>
                  </a:lnTo>
                  <a:lnTo>
                    <a:pt x="80906" y="51217"/>
                  </a:lnTo>
                  <a:lnTo>
                    <a:pt x="80841" y="50617"/>
                  </a:lnTo>
                  <a:lnTo>
                    <a:pt x="80746" y="50023"/>
                  </a:lnTo>
                  <a:lnTo>
                    <a:pt x="80622" y="49435"/>
                  </a:lnTo>
                  <a:lnTo>
                    <a:pt x="80468" y="48853"/>
                  </a:lnTo>
                  <a:lnTo>
                    <a:pt x="80285" y="48277"/>
                  </a:lnTo>
                  <a:lnTo>
                    <a:pt x="80073" y="47707"/>
                  </a:lnTo>
                  <a:lnTo>
                    <a:pt x="79830" y="47142"/>
                  </a:lnTo>
                  <a:lnTo>
                    <a:pt x="79559" y="46583"/>
                  </a:lnTo>
                  <a:lnTo>
                    <a:pt x="79253" y="46022"/>
                  </a:lnTo>
                  <a:lnTo>
                    <a:pt x="78926" y="45465"/>
                  </a:lnTo>
                  <a:lnTo>
                    <a:pt x="78576" y="44914"/>
                  </a:lnTo>
                  <a:lnTo>
                    <a:pt x="78205" y="44368"/>
                  </a:lnTo>
                  <a:lnTo>
                    <a:pt x="77812" y="43826"/>
                  </a:lnTo>
                  <a:lnTo>
                    <a:pt x="77397" y="43290"/>
                  </a:lnTo>
                  <a:lnTo>
                    <a:pt x="76960" y="42759"/>
                  </a:lnTo>
                  <a:lnTo>
                    <a:pt x="76501" y="42233"/>
                  </a:lnTo>
                  <a:lnTo>
                    <a:pt x="76020" y="41711"/>
                  </a:lnTo>
                  <a:lnTo>
                    <a:pt x="75518" y="41195"/>
                  </a:lnTo>
                  <a:lnTo>
                    <a:pt x="75043" y="40735"/>
                  </a:lnTo>
                  <a:lnTo>
                    <a:pt x="74561" y="40296"/>
                  </a:lnTo>
                  <a:lnTo>
                    <a:pt x="74073" y="39879"/>
                  </a:lnTo>
                  <a:lnTo>
                    <a:pt x="73578" y="39485"/>
                  </a:lnTo>
                  <a:lnTo>
                    <a:pt x="73076" y="39112"/>
                  </a:lnTo>
                  <a:lnTo>
                    <a:pt x="72568" y="38761"/>
                  </a:lnTo>
                  <a:lnTo>
                    <a:pt x="72053" y="38431"/>
                  </a:lnTo>
                  <a:lnTo>
                    <a:pt x="71531" y="38124"/>
                  </a:lnTo>
                  <a:lnTo>
                    <a:pt x="71002" y="37839"/>
                  </a:lnTo>
                  <a:lnTo>
                    <a:pt x="70466" y="37575"/>
                  </a:lnTo>
                  <a:lnTo>
                    <a:pt x="69933" y="37329"/>
                  </a:lnTo>
                  <a:lnTo>
                    <a:pt x="69392" y="37114"/>
                  </a:lnTo>
                  <a:lnTo>
                    <a:pt x="68845" y="36929"/>
                  </a:lnTo>
                  <a:lnTo>
                    <a:pt x="68291" y="36774"/>
                  </a:lnTo>
                  <a:lnTo>
                    <a:pt x="67730" y="36649"/>
                  </a:lnTo>
                  <a:lnTo>
                    <a:pt x="67163" y="36555"/>
                  </a:lnTo>
                  <a:lnTo>
                    <a:pt x="66589" y="36491"/>
                  </a:lnTo>
                  <a:lnTo>
                    <a:pt x="66008" y="36457"/>
                  </a:lnTo>
                  <a:lnTo>
                    <a:pt x="65420" y="36454"/>
                  </a:lnTo>
                  <a:lnTo>
                    <a:pt x="64826" y="36481"/>
                  </a:lnTo>
                  <a:lnTo>
                    <a:pt x="64224" y="36523"/>
                  </a:lnTo>
                  <a:lnTo>
                    <a:pt x="63615" y="36600"/>
                  </a:lnTo>
                  <a:lnTo>
                    <a:pt x="62998" y="36712"/>
                  </a:lnTo>
                  <a:lnTo>
                    <a:pt x="62374" y="36858"/>
                  </a:lnTo>
                  <a:lnTo>
                    <a:pt x="61742" y="37038"/>
                  </a:lnTo>
                  <a:lnTo>
                    <a:pt x="61103" y="37254"/>
                  </a:lnTo>
                  <a:lnTo>
                    <a:pt x="60456" y="37503"/>
                  </a:lnTo>
                  <a:lnTo>
                    <a:pt x="59801" y="37787"/>
                  </a:lnTo>
                  <a:lnTo>
                    <a:pt x="59139" y="38106"/>
                  </a:lnTo>
                  <a:lnTo>
                    <a:pt x="58469" y="38459"/>
                  </a:lnTo>
                  <a:lnTo>
                    <a:pt x="57783" y="38842"/>
                  </a:lnTo>
                  <a:lnTo>
                    <a:pt x="57087" y="39266"/>
                  </a:lnTo>
                  <a:lnTo>
                    <a:pt x="56382" y="39731"/>
                  </a:lnTo>
                  <a:lnTo>
                    <a:pt x="55668" y="40237"/>
                  </a:lnTo>
                  <a:lnTo>
                    <a:pt x="54944" y="40785"/>
                  </a:lnTo>
                  <a:lnTo>
                    <a:pt x="54211" y="41374"/>
                  </a:lnTo>
                  <a:lnTo>
                    <a:pt x="53469" y="42004"/>
                  </a:lnTo>
                  <a:lnTo>
                    <a:pt x="52718" y="42675"/>
                  </a:lnTo>
                  <a:lnTo>
                    <a:pt x="51957" y="43388"/>
                  </a:lnTo>
                  <a:lnTo>
                    <a:pt x="51187" y="4414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h154"/>
            <p:cNvSpPr/>
            <p:nvPr/>
          </p:nvSpPr>
          <p:spPr>
            <a:xfrm>
              <a:off x="8066041" y="6283579"/>
              <a:ext cx="64928" cy="64473"/>
            </a:xfrm>
            <a:custGeom>
              <a:avLst/>
              <a:pathLst>
                <a:path w="64928" h="64473">
                  <a:moveTo>
                    <a:pt x="52529" y="12022"/>
                  </a:moveTo>
                  <a:lnTo>
                    <a:pt x="53655" y="13177"/>
                  </a:lnTo>
                  <a:lnTo>
                    <a:pt x="54728" y="14335"/>
                  </a:lnTo>
                  <a:lnTo>
                    <a:pt x="55747" y="15497"/>
                  </a:lnTo>
                  <a:lnTo>
                    <a:pt x="56712" y="16662"/>
                  </a:lnTo>
                  <a:lnTo>
                    <a:pt x="57622" y="17831"/>
                  </a:lnTo>
                  <a:lnTo>
                    <a:pt x="58479" y="19003"/>
                  </a:lnTo>
                  <a:lnTo>
                    <a:pt x="59283" y="20178"/>
                  </a:lnTo>
                  <a:lnTo>
                    <a:pt x="60032" y="21357"/>
                  </a:lnTo>
                  <a:lnTo>
                    <a:pt x="60727" y="22539"/>
                  </a:lnTo>
                  <a:lnTo>
                    <a:pt x="61369" y="23724"/>
                  </a:lnTo>
                  <a:lnTo>
                    <a:pt x="61957" y="24893"/>
                  </a:lnTo>
                  <a:lnTo>
                    <a:pt x="62492" y="26060"/>
                  </a:lnTo>
                  <a:lnTo>
                    <a:pt x="62974" y="27224"/>
                  </a:lnTo>
                  <a:lnTo>
                    <a:pt x="63403" y="28385"/>
                  </a:lnTo>
                  <a:lnTo>
                    <a:pt x="63779" y="29544"/>
                  </a:lnTo>
                  <a:lnTo>
                    <a:pt x="64102" y="30700"/>
                  </a:lnTo>
                  <a:lnTo>
                    <a:pt x="64372" y="31854"/>
                  </a:lnTo>
                  <a:lnTo>
                    <a:pt x="64588" y="33005"/>
                  </a:lnTo>
                  <a:lnTo>
                    <a:pt x="64752" y="34154"/>
                  </a:lnTo>
                  <a:lnTo>
                    <a:pt x="64863" y="35300"/>
                  </a:lnTo>
                  <a:lnTo>
                    <a:pt x="64921" y="36426"/>
                  </a:lnTo>
                  <a:lnTo>
                    <a:pt x="64928" y="37545"/>
                  </a:lnTo>
                  <a:lnTo>
                    <a:pt x="64884" y="38658"/>
                  </a:lnTo>
                  <a:lnTo>
                    <a:pt x="64789" y="39766"/>
                  </a:lnTo>
                  <a:lnTo>
                    <a:pt x="64642" y="40867"/>
                  </a:lnTo>
                  <a:lnTo>
                    <a:pt x="64444" y="41963"/>
                  </a:lnTo>
                  <a:lnTo>
                    <a:pt x="64194" y="43053"/>
                  </a:lnTo>
                  <a:lnTo>
                    <a:pt x="63893" y="44137"/>
                  </a:lnTo>
                  <a:lnTo>
                    <a:pt x="63541" y="45215"/>
                  </a:lnTo>
                  <a:lnTo>
                    <a:pt x="63137" y="46287"/>
                  </a:lnTo>
                  <a:lnTo>
                    <a:pt x="62682" y="47350"/>
                  </a:lnTo>
                  <a:lnTo>
                    <a:pt x="62177" y="48399"/>
                  </a:lnTo>
                  <a:lnTo>
                    <a:pt x="61621" y="49434"/>
                  </a:lnTo>
                  <a:lnTo>
                    <a:pt x="61015" y="50456"/>
                  </a:lnTo>
                  <a:lnTo>
                    <a:pt x="60359" y="51465"/>
                  </a:lnTo>
                  <a:lnTo>
                    <a:pt x="59651" y="52460"/>
                  </a:lnTo>
                  <a:lnTo>
                    <a:pt x="58894" y="53442"/>
                  </a:lnTo>
                  <a:lnTo>
                    <a:pt x="58085" y="54410"/>
                  </a:lnTo>
                  <a:lnTo>
                    <a:pt x="57227" y="55364"/>
                  </a:lnTo>
                  <a:lnTo>
                    <a:pt x="56317" y="56306"/>
                  </a:lnTo>
                  <a:lnTo>
                    <a:pt x="55441" y="57150"/>
                  </a:lnTo>
                  <a:lnTo>
                    <a:pt x="54546" y="57949"/>
                  </a:lnTo>
                  <a:lnTo>
                    <a:pt x="53633" y="58703"/>
                  </a:lnTo>
                  <a:lnTo>
                    <a:pt x="52701" y="59411"/>
                  </a:lnTo>
                  <a:lnTo>
                    <a:pt x="51750" y="60073"/>
                  </a:lnTo>
                  <a:lnTo>
                    <a:pt x="50781" y="60690"/>
                  </a:lnTo>
                  <a:lnTo>
                    <a:pt x="49794" y="61262"/>
                  </a:lnTo>
                  <a:lnTo>
                    <a:pt x="48788" y="61788"/>
                  </a:lnTo>
                  <a:lnTo>
                    <a:pt x="47763" y="62269"/>
                  </a:lnTo>
                  <a:lnTo>
                    <a:pt x="46720" y="62704"/>
                  </a:lnTo>
                  <a:lnTo>
                    <a:pt x="45663" y="63093"/>
                  </a:lnTo>
                  <a:lnTo>
                    <a:pt x="44597" y="63433"/>
                  </a:lnTo>
                  <a:lnTo>
                    <a:pt x="43521" y="63726"/>
                  </a:lnTo>
                  <a:lnTo>
                    <a:pt x="42436" y="63970"/>
                  </a:lnTo>
                  <a:lnTo>
                    <a:pt x="41342" y="64167"/>
                  </a:lnTo>
                  <a:lnTo>
                    <a:pt x="40239" y="64316"/>
                  </a:lnTo>
                  <a:lnTo>
                    <a:pt x="39126" y="64416"/>
                  </a:lnTo>
                  <a:lnTo>
                    <a:pt x="38005" y="64469"/>
                  </a:lnTo>
                  <a:lnTo>
                    <a:pt x="36873" y="64473"/>
                  </a:lnTo>
                  <a:lnTo>
                    <a:pt x="35733" y="64430"/>
                  </a:lnTo>
                  <a:lnTo>
                    <a:pt x="34586" y="64321"/>
                  </a:lnTo>
                  <a:lnTo>
                    <a:pt x="33433" y="64161"/>
                  </a:lnTo>
                  <a:lnTo>
                    <a:pt x="32275" y="63950"/>
                  </a:lnTo>
                  <a:lnTo>
                    <a:pt x="31113" y="63689"/>
                  </a:lnTo>
                  <a:lnTo>
                    <a:pt x="29945" y="63378"/>
                  </a:lnTo>
                  <a:lnTo>
                    <a:pt x="28772" y="63016"/>
                  </a:lnTo>
                  <a:lnTo>
                    <a:pt x="27594" y="62603"/>
                  </a:lnTo>
                  <a:lnTo>
                    <a:pt x="26412" y="62140"/>
                  </a:lnTo>
                  <a:lnTo>
                    <a:pt x="25224" y="61627"/>
                  </a:lnTo>
                  <a:lnTo>
                    <a:pt x="24031" y="61062"/>
                  </a:lnTo>
                  <a:lnTo>
                    <a:pt x="22837" y="60429"/>
                  </a:lnTo>
                  <a:lnTo>
                    <a:pt x="21648" y="59741"/>
                  </a:lnTo>
                  <a:lnTo>
                    <a:pt x="20463" y="58998"/>
                  </a:lnTo>
                  <a:lnTo>
                    <a:pt x="19282" y="58200"/>
                  </a:lnTo>
                  <a:lnTo>
                    <a:pt x="18106" y="57348"/>
                  </a:lnTo>
                  <a:lnTo>
                    <a:pt x="16933" y="56440"/>
                  </a:lnTo>
                  <a:lnTo>
                    <a:pt x="15765" y="55479"/>
                  </a:lnTo>
                  <a:lnTo>
                    <a:pt x="14601" y="54462"/>
                  </a:lnTo>
                  <a:lnTo>
                    <a:pt x="13442" y="53391"/>
                  </a:lnTo>
                  <a:lnTo>
                    <a:pt x="12286" y="52265"/>
                  </a:lnTo>
                  <a:lnTo>
                    <a:pt x="11168" y="51119"/>
                  </a:lnTo>
                  <a:lnTo>
                    <a:pt x="10104" y="49971"/>
                  </a:lnTo>
                  <a:lnTo>
                    <a:pt x="9094" y="48822"/>
                  </a:lnTo>
                  <a:lnTo>
                    <a:pt x="8137" y="47671"/>
                  </a:lnTo>
                  <a:lnTo>
                    <a:pt x="7235" y="46519"/>
                  </a:lnTo>
                  <a:lnTo>
                    <a:pt x="6386" y="45364"/>
                  </a:lnTo>
                  <a:lnTo>
                    <a:pt x="5591" y="44208"/>
                  </a:lnTo>
                  <a:lnTo>
                    <a:pt x="4851" y="43051"/>
                  </a:lnTo>
                  <a:lnTo>
                    <a:pt x="4164" y="41892"/>
                  </a:lnTo>
                  <a:lnTo>
                    <a:pt x="3530" y="40731"/>
                  </a:lnTo>
                  <a:lnTo>
                    <a:pt x="2950" y="39554"/>
                  </a:lnTo>
                  <a:lnTo>
                    <a:pt x="2422" y="38383"/>
                  </a:lnTo>
                  <a:lnTo>
                    <a:pt x="1947" y="37217"/>
                  </a:lnTo>
                  <a:lnTo>
                    <a:pt x="1523" y="36056"/>
                  </a:lnTo>
                  <a:lnTo>
                    <a:pt x="1152" y="34900"/>
                  </a:lnTo>
                  <a:lnTo>
                    <a:pt x="833" y="33750"/>
                  </a:lnTo>
                  <a:lnTo>
                    <a:pt x="566" y="32604"/>
                  </a:lnTo>
                  <a:lnTo>
                    <a:pt x="351" y="31463"/>
                  </a:lnTo>
                  <a:lnTo>
                    <a:pt x="189" y="30327"/>
                  </a:lnTo>
                  <a:lnTo>
                    <a:pt x="79" y="29197"/>
                  </a:lnTo>
                  <a:lnTo>
                    <a:pt x="13" y="28064"/>
                  </a:lnTo>
                  <a:lnTo>
                    <a:pt x="0" y="26939"/>
                  </a:lnTo>
                  <a:lnTo>
                    <a:pt x="39" y="25821"/>
                  </a:lnTo>
                  <a:lnTo>
                    <a:pt x="133" y="24711"/>
                  </a:lnTo>
                  <a:lnTo>
                    <a:pt x="279" y="23608"/>
                  </a:lnTo>
                  <a:lnTo>
                    <a:pt x="478" y="22514"/>
                  </a:lnTo>
                  <a:lnTo>
                    <a:pt x="730" y="21426"/>
                  </a:lnTo>
                  <a:lnTo>
                    <a:pt x="1035" y="20347"/>
                  </a:lnTo>
                  <a:lnTo>
                    <a:pt x="1393" y="19274"/>
                  </a:lnTo>
                  <a:lnTo>
                    <a:pt x="1805" y="18210"/>
                  </a:lnTo>
                  <a:lnTo>
                    <a:pt x="2267" y="17139"/>
                  </a:lnTo>
                  <a:lnTo>
                    <a:pt x="2779" y="16083"/>
                  </a:lnTo>
                  <a:lnTo>
                    <a:pt x="3341" y="15041"/>
                  </a:lnTo>
                  <a:lnTo>
                    <a:pt x="3953" y="14014"/>
                  </a:lnTo>
                  <a:lnTo>
                    <a:pt x="4614" y="13001"/>
                  </a:lnTo>
                  <a:lnTo>
                    <a:pt x="5325" y="12002"/>
                  </a:lnTo>
                  <a:lnTo>
                    <a:pt x="6086" y="11017"/>
                  </a:lnTo>
                  <a:lnTo>
                    <a:pt x="6896" y="10047"/>
                  </a:lnTo>
                  <a:lnTo>
                    <a:pt x="7756" y="9091"/>
                  </a:lnTo>
                  <a:lnTo>
                    <a:pt x="8666" y="8149"/>
                  </a:lnTo>
                  <a:lnTo>
                    <a:pt x="9542" y="7305"/>
                  </a:lnTo>
                  <a:lnTo>
                    <a:pt x="10437" y="6506"/>
                  </a:lnTo>
                  <a:lnTo>
                    <a:pt x="11351" y="5752"/>
                  </a:lnTo>
                  <a:lnTo>
                    <a:pt x="12283" y="5044"/>
                  </a:lnTo>
                  <a:lnTo>
                    <a:pt x="13233" y="4382"/>
                  </a:lnTo>
                  <a:lnTo>
                    <a:pt x="14202" y="3764"/>
                  </a:lnTo>
                  <a:lnTo>
                    <a:pt x="15190" y="3193"/>
                  </a:lnTo>
                  <a:lnTo>
                    <a:pt x="16196" y="2667"/>
                  </a:lnTo>
                  <a:lnTo>
                    <a:pt x="17221" y="2186"/>
                  </a:lnTo>
                  <a:lnTo>
                    <a:pt x="18264" y="1751"/>
                  </a:lnTo>
                  <a:lnTo>
                    <a:pt x="19313" y="1355"/>
                  </a:lnTo>
                  <a:lnTo>
                    <a:pt x="20372" y="1010"/>
                  </a:lnTo>
                  <a:lnTo>
                    <a:pt x="21441" y="715"/>
                  </a:lnTo>
                  <a:lnTo>
                    <a:pt x="22520" y="471"/>
                  </a:lnTo>
                  <a:lnTo>
                    <a:pt x="23610" y="277"/>
                  </a:lnTo>
                  <a:lnTo>
                    <a:pt x="24709" y="134"/>
                  </a:lnTo>
                  <a:lnTo>
                    <a:pt x="25819" y="42"/>
                  </a:lnTo>
                  <a:lnTo>
                    <a:pt x="26939" y="0"/>
                  </a:lnTo>
                  <a:lnTo>
                    <a:pt x="28068" y="8"/>
                  </a:lnTo>
                  <a:lnTo>
                    <a:pt x="29208" y="67"/>
                  </a:lnTo>
                  <a:lnTo>
                    <a:pt x="30355" y="161"/>
                  </a:lnTo>
                  <a:lnTo>
                    <a:pt x="31507" y="308"/>
                  </a:lnTo>
                  <a:lnTo>
                    <a:pt x="32662" y="508"/>
                  </a:lnTo>
                  <a:lnTo>
                    <a:pt x="33822" y="761"/>
                  </a:lnTo>
                  <a:lnTo>
                    <a:pt x="34986" y="1067"/>
                  </a:lnTo>
                  <a:lnTo>
                    <a:pt x="36154" y="1426"/>
                  </a:lnTo>
                  <a:lnTo>
                    <a:pt x="37326" y="1838"/>
                  </a:lnTo>
                  <a:lnTo>
                    <a:pt x="38503" y="2303"/>
                  </a:lnTo>
                  <a:lnTo>
                    <a:pt x="39684" y="2821"/>
                  </a:lnTo>
                  <a:lnTo>
                    <a:pt x="40869" y="3392"/>
                  </a:lnTo>
                  <a:lnTo>
                    <a:pt x="42054" y="4001"/>
                  </a:lnTo>
                  <a:lnTo>
                    <a:pt x="43234" y="4667"/>
                  </a:lnTo>
                  <a:lnTo>
                    <a:pt x="44411" y="5389"/>
                  </a:lnTo>
                  <a:lnTo>
                    <a:pt x="45583" y="6167"/>
                  </a:lnTo>
                  <a:lnTo>
                    <a:pt x="46751" y="7002"/>
                  </a:lnTo>
                  <a:lnTo>
                    <a:pt x="47915" y="7893"/>
                  </a:lnTo>
                  <a:lnTo>
                    <a:pt x="49075" y="8841"/>
                  </a:lnTo>
                  <a:lnTo>
                    <a:pt x="50231" y="9845"/>
                  </a:lnTo>
                  <a:lnTo>
                    <a:pt x="51382" y="10905"/>
                  </a:lnTo>
                  <a:close/>
                  <a:moveTo>
                    <a:pt x="20200" y="44351"/>
                  </a:moveTo>
                  <a:lnTo>
                    <a:pt x="21945" y="46038"/>
                  </a:lnTo>
                  <a:lnTo>
                    <a:pt x="23660" y="47582"/>
                  </a:lnTo>
                  <a:lnTo>
                    <a:pt x="25346" y="48982"/>
                  </a:lnTo>
                  <a:lnTo>
                    <a:pt x="27003" y="50237"/>
                  </a:lnTo>
                  <a:lnTo>
                    <a:pt x="28630" y="51349"/>
                  </a:lnTo>
                  <a:lnTo>
                    <a:pt x="30227" y="52317"/>
                  </a:lnTo>
                  <a:lnTo>
                    <a:pt x="31795" y="53141"/>
                  </a:lnTo>
                  <a:lnTo>
                    <a:pt x="33334" y="53820"/>
                  </a:lnTo>
                  <a:lnTo>
                    <a:pt x="34843" y="54356"/>
                  </a:lnTo>
                  <a:lnTo>
                    <a:pt x="36322" y="54748"/>
                  </a:lnTo>
                  <a:lnTo>
                    <a:pt x="37779" y="54971"/>
                  </a:lnTo>
                  <a:lnTo>
                    <a:pt x="39219" y="55034"/>
                  </a:lnTo>
                  <a:lnTo>
                    <a:pt x="40641" y="54938"/>
                  </a:lnTo>
                  <a:lnTo>
                    <a:pt x="42047" y="54681"/>
                  </a:lnTo>
                  <a:lnTo>
                    <a:pt x="43436" y="54264"/>
                  </a:lnTo>
                  <a:lnTo>
                    <a:pt x="44809" y="53687"/>
                  </a:lnTo>
                  <a:lnTo>
                    <a:pt x="46164" y="52951"/>
                  </a:lnTo>
                  <a:lnTo>
                    <a:pt x="47503" y="52054"/>
                  </a:lnTo>
                  <a:lnTo>
                    <a:pt x="48825" y="50998"/>
                  </a:lnTo>
                  <a:lnTo>
                    <a:pt x="50130" y="49781"/>
                  </a:lnTo>
                  <a:lnTo>
                    <a:pt x="51345" y="48477"/>
                  </a:lnTo>
                  <a:lnTo>
                    <a:pt x="52399" y="47158"/>
                  </a:lnTo>
                  <a:lnTo>
                    <a:pt x="53292" y="45823"/>
                  </a:lnTo>
                  <a:lnTo>
                    <a:pt x="54022" y="44474"/>
                  </a:lnTo>
                  <a:lnTo>
                    <a:pt x="54592" y="43109"/>
                  </a:lnTo>
                  <a:lnTo>
                    <a:pt x="54999" y="41729"/>
                  </a:lnTo>
                  <a:lnTo>
                    <a:pt x="55245" y="40334"/>
                  </a:lnTo>
                  <a:lnTo>
                    <a:pt x="55329" y="38924"/>
                  </a:lnTo>
                  <a:lnTo>
                    <a:pt x="55252" y="37499"/>
                  </a:lnTo>
                  <a:lnTo>
                    <a:pt x="55013" y="36058"/>
                  </a:lnTo>
                  <a:lnTo>
                    <a:pt x="54621" y="34578"/>
                  </a:lnTo>
                  <a:lnTo>
                    <a:pt x="54085" y="33069"/>
                  </a:lnTo>
                  <a:lnTo>
                    <a:pt x="53405" y="31531"/>
                  </a:lnTo>
                  <a:lnTo>
                    <a:pt x="52581" y="29963"/>
                  </a:lnTo>
                  <a:lnTo>
                    <a:pt x="51613" y="28365"/>
                  </a:lnTo>
                  <a:lnTo>
                    <a:pt x="50502" y="26738"/>
                  </a:lnTo>
                  <a:lnTo>
                    <a:pt x="49246" y="25082"/>
                  </a:lnTo>
                  <a:lnTo>
                    <a:pt x="47846" y="23396"/>
                  </a:lnTo>
                  <a:lnTo>
                    <a:pt x="46303" y="21681"/>
                  </a:lnTo>
                  <a:lnTo>
                    <a:pt x="44615" y="19936"/>
                  </a:lnTo>
                  <a:lnTo>
                    <a:pt x="42871" y="18250"/>
                  </a:lnTo>
                  <a:lnTo>
                    <a:pt x="41158" y="16711"/>
                  </a:lnTo>
                  <a:lnTo>
                    <a:pt x="39477" y="15320"/>
                  </a:lnTo>
                  <a:lnTo>
                    <a:pt x="37826" y="14076"/>
                  </a:lnTo>
                  <a:lnTo>
                    <a:pt x="36207" y="12979"/>
                  </a:lnTo>
                  <a:lnTo>
                    <a:pt x="34618" y="12030"/>
                  </a:lnTo>
                  <a:lnTo>
                    <a:pt x="33061" y="11228"/>
                  </a:lnTo>
                  <a:lnTo>
                    <a:pt x="31535" y="10574"/>
                  </a:lnTo>
                  <a:lnTo>
                    <a:pt x="30041" y="10067"/>
                  </a:lnTo>
                  <a:lnTo>
                    <a:pt x="28577" y="9707"/>
                  </a:lnTo>
                  <a:lnTo>
                    <a:pt x="27136" y="9483"/>
                  </a:lnTo>
                  <a:lnTo>
                    <a:pt x="25711" y="9420"/>
                  </a:lnTo>
                  <a:lnTo>
                    <a:pt x="24301" y="9517"/>
                  </a:lnTo>
                  <a:lnTo>
                    <a:pt x="22906" y="9774"/>
                  </a:lnTo>
                  <a:lnTo>
                    <a:pt x="21526" y="10191"/>
                  </a:lnTo>
                  <a:lnTo>
                    <a:pt x="20161" y="10767"/>
                  </a:lnTo>
                  <a:lnTo>
                    <a:pt x="18812" y="11504"/>
                  </a:lnTo>
                  <a:lnTo>
                    <a:pt x="17477" y="12401"/>
                  </a:lnTo>
                  <a:lnTo>
                    <a:pt x="16158" y="13457"/>
                  </a:lnTo>
                  <a:lnTo>
                    <a:pt x="14854" y="14674"/>
                  </a:lnTo>
                  <a:lnTo>
                    <a:pt x="13637" y="15978"/>
                  </a:lnTo>
                  <a:lnTo>
                    <a:pt x="12581" y="17297"/>
                  </a:lnTo>
                  <a:lnTo>
                    <a:pt x="11684" y="18632"/>
                  </a:lnTo>
                  <a:lnTo>
                    <a:pt x="10948" y="19981"/>
                  </a:lnTo>
                  <a:lnTo>
                    <a:pt x="10371" y="21346"/>
                  </a:lnTo>
                  <a:lnTo>
                    <a:pt x="9954" y="22726"/>
                  </a:lnTo>
                  <a:lnTo>
                    <a:pt x="9697" y="24121"/>
                  </a:lnTo>
                  <a:lnTo>
                    <a:pt x="9601" y="25531"/>
                  </a:lnTo>
                  <a:lnTo>
                    <a:pt x="9664" y="26956"/>
                  </a:lnTo>
                  <a:lnTo>
                    <a:pt x="9887" y="28397"/>
                  </a:lnTo>
                  <a:lnTo>
                    <a:pt x="10263" y="29844"/>
                  </a:lnTo>
                  <a:lnTo>
                    <a:pt x="10784" y="31325"/>
                  </a:lnTo>
                  <a:lnTo>
                    <a:pt x="11451" y="32838"/>
                  </a:lnTo>
                  <a:lnTo>
                    <a:pt x="12264" y="34384"/>
                  </a:lnTo>
                  <a:lnTo>
                    <a:pt x="13223" y="35963"/>
                  </a:lnTo>
                  <a:lnTo>
                    <a:pt x="14327" y="37575"/>
                  </a:lnTo>
                  <a:lnTo>
                    <a:pt x="15577" y="39220"/>
                  </a:lnTo>
                  <a:lnTo>
                    <a:pt x="16972" y="40897"/>
                  </a:lnTo>
                  <a:lnTo>
                    <a:pt x="18513" y="426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h155"/>
            <p:cNvSpPr/>
            <p:nvPr/>
          </p:nvSpPr>
          <p:spPr>
            <a:xfrm>
              <a:off x="8115797" y="6233823"/>
              <a:ext cx="64928" cy="64473"/>
            </a:xfrm>
            <a:custGeom>
              <a:avLst/>
              <a:pathLst>
                <a:path w="64928" h="64473">
                  <a:moveTo>
                    <a:pt x="52529" y="12022"/>
                  </a:moveTo>
                  <a:lnTo>
                    <a:pt x="53655" y="13177"/>
                  </a:lnTo>
                  <a:lnTo>
                    <a:pt x="54728" y="14335"/>
                  </a:lnTo>
                  <a:lnTo>
                    <a:pt x="55747" y="15497"/>
                  </a:lnTo>
                  <a:lnTo>
                    <a:pt x="56712" y="16662"/>
                  </a:lnTo>
                  <a:lnTo>
                    <a:pt x="57622" y="17831"/>
                  </a:lnTo>
                  <a:lnTo>
                    <a:pt x="58479" y="19003"/>
                  </a:lnTo>
                  <a:lnTo>
                    <a:pt x="59283" y="20178"/>
                  </a:lnTo>
                  <a:lnTo>
                    <a:pt x="60032" y="21357"/>
                  </a:lnTo>
                  <a:lnTo>
                    <a:pt x="60727" y="22539"/>
                  </a:lnTo>
                  <a:lnTo>
                    <a:pt x="61369" y="23724"/>
                  </a:lnTo>
                  <a:lnTo>
                    <a:pt x="61957" y="24893"/>
                  </a:lnTo>
                  <a:lnTo>
                    <a:pt x="62492" y="26060"/>
                  </a:lnTo>
                  <a:lnTo>
                    <a:pt x="62974" y="27224"/>
                  </a:lnTo>
                  <a:lnTo>
                    <a:pt x="63403" y="28385"/>
                  </a:lnTo>
                  <a:lnTo>
                    <a:pt x="63779" y="29544"/>
                  </a:lnTo>
                  <a:lnTo>
                    <a:pt x="64102" y="30700"/>
                  </a:lnTo>
                  <a:lnTo>
                    <a:pt x="64372" y="31854"/>
                  </a:lnTo>
                  <a:lnTo>
                    <a:pt x="64588" y="33005"/>
                  </a:lnTo>
                  <a:lnTo>
                    <a:pt x="64752" y="34154"/>
                  </a:lnTo>
                  <a:lnTo>
                    <a:pt x="64863" y="35300"/>
                  </a:lnTo>
                  <a:lnTo>
                    <a:pt x="64921" y="36426"/>
                  </a:lnTo>
                  <a:lnTo>
                    <a:pt x="64928" y="37545"/>
                  </a:lnTo>
                  <a:lnTo>
                    <a:pt x="64884" y="38658"/>
                  </a:lnTo>
                  <a:lnTo>
                    <a:pt x="64789" y="39766"/>
                  </a:lnTo>
                  <a:lnTo>
                    <a:pt x="64642" y="40867"/>
                  </a:lnTo>
                  <a:lnTo>
                    <a:pt x="64444" y="41963"/>
                  </a:lnTo>
                  <a:lnTo>
                    <a:pt x="64194" y="43053"/>
                  </a:lnTo>
                  <a:lnTo>
                    <a:pt x="63893" y="44137"/>
                  </a:lnTo>
                  <a:lnTo>
                    <a:pt x="63541" y="45215"/>
                  </a:lnTo>
                  <a:lnTo>
                    <a:pt x="63137" y="46287"/>
                  </a:lnTo>
                  <a:lnTo>
                    <a:pt x="62682" y="47350"/>
                  </a:lnTo>
                  <a:lnTo>
                    <a:pt x="62177" y="48399"/>
                  </a:lnTo>
                  <a:lnTo>
                    <a:pt x="61621" y="49434"/>
                  </a:lnTo>
                  <a:lnTo>
                    <a:pt x="61015" y="50456"/>
                  </a:lnTo>
                  <a:lnTo>
                    <a:pt x="60359" y="51465"/>
                  </a:lnTo>
                  <a:lnTo>
                    <a:pt x="59651" y="52460"/>
                  </a:lnTo>
                  <a:lnTo>
                    <a:pt x="58894" y="53442"/>
                  </a:lnTo>
                  <a:lnTo>
                    <a:pt x="58085" y="54410"/>
                  </a:lnTo>
                  <a:lnTo>
                    <a:pt x="57227" y="55364"/>
                  </a:lnTo>
                  <a:lnTo>
                    <a:pt x="56317" y="56306"/>
                  </a:lnTo>
                  <a:lnTo>
                    <a:pt x="55441" y="57150"/>
                  </a:lnTo>
                  <a:lnTo>
                    <a:pt x="54546" y="57949"/>
                  </a:lnTo>
                  <a:lnTo>
                    <a:pt x="53633" y="58703"/>
                  </a:lnTo>
                  <a:lnTo>
                    <a:pt x="52701" y="59411"/>
                  </a:lnTo>
                  <a:lnTo>
                    <a:pt x="51750" y="60073"/>
                  </a:lnTo>
                  <a:lnTo>
                    <a:pt x="50781" y="60690"/>
                  </a:lnTo>
                  <a:lnTo>
                    <a:pt x="49794" y="61262"/>
                  </a:lnTo>
                  <a:lnTo>
                    <a:pt x="48788" y="61788"/>
                  </a:lnTo>
                  <a:lnTo>
                    <a:pt x="47763" y="62269"/>
                  </a:lnTo>
                  <a:lnTo>
                    <a:pt x="46720" y="62704"/>
                  </a:lnTo>
                  <a:lnTo>
                    <a:pt x="45663" y="63093"/>
                  </a:lnTo>
                  <a:lnTo>
                    <a:pt x="44597" y="63433"/>
                  </a:lnTo>
                  <a:lnTo>
                    <a:pt x="43521" y="63726"/>
                  </a:lnTo>
                  <a:lnTo>
                    <a:pt x="42436" y="63970"/>
                  </a:lnTo>
                  <a:lnTo>
                    <a:pt x="41342" y="64167"/>
                  </a:lnTo>
                  <a:lnTo>
                    <a:pt x="40239" y="64316"/>
                  </a:lnTo>
                  <a:lnTo>
                    <a:pt x="39126" y="64416"/>
                  </a:lnTo>
                  <a:lnTo>
                    <a:pt x="38005" y="64469"/>
                  </a:lnTo>
                  <a:lnTo>
                    <a:pt x="36873" y="64473"/>
                  </a:lnTo>
                  <a:lnTo>
                    <a:pt x="35733" y="64430"/>
                  </a:lnTo>
                  <a:lnTo>
                    <a:pt x="34586" y="64321"/>
                  </a:lnTo>
                  <a:lnTo>
                    <a:pt x="33433" y="64161"/>
                  </a:lnTo>
                  <a:lnTo>
                    <a:pt x="32275" y="63950"/>
                  </a:lnTo>
                  <a:lnTo>
                    <a:pt x="31113" y="63689"/>
                  </a:lnTo>
                  <a:lnTo>
                    <a:pt x="29945" y="63378"/>
                  </a:lnTo>
                  <a:lnTo>
                    <a:pt x="28772" y="63016"/>
                  </a:lnTo>
                  <a:lnTo>
                    <a:pt x="27594" y="62603"/>
                  </a:lnTo>
                  <a:lnTo>
                    <a:pt x="26412" y="62140"/>
                  </a:lnTo>
                  <a:lnTo>
                    <a:pt x="25224" y="61627"/>
                  </a:lnTo>
                  <a:lnTo>
                    <a:pt x="24031" y="61062"/>
                  </a:lnTo>
                  <a:lnTo>
                    <a:pt x="22837" y="60429"/>
                  </a:lnTo>
                  <a:lnTo>
                    <a:pt x="21648" y="59741"/>
                  </a:lnTo>
                  <a:lnTo>
                    <a:pt x="20463" y="58998"/>
                  </a:lnTo>
                  <a:lnTo>
                    <a:pt x="19282" y="58200"/>
                  </a:lnTo>
                  <a:lnTo>
                    <a:pt x="18106" y="57348"/>
                  </a:lnTo>
                  <a:lnTo>
                    <a:pt x="16933" y="56440"/>
                  </a:lnTo>
                  <a:lnTo>
                    <a:pt x="15765" y="55479"/>
                  </a:lnTo>
                  <a:lnTo>
                    <a:pt x="14601" y="54462"/>
                  </a:lnTo>
                  <a:lnTo>
                    <a:pt x="13442" y="53391"/>
                  </a:lnTo>
                  <a:lnTo>
                    <a:pt x="12286" y="52265"/>
                  </a:lnTo>
                  <a:lnTo>
                    <a:pt x="11168" y="51119"/>
                  </a:lnTo>
                  <a:lnTo>
                    <a:pt x="10104" y="49971"/>
                  </a:lnTo>
                  <a:lnTo>
                    <a:pt x="9094" y="48822"/>
                  </a:lnTo>
                  <a:lnTo>
                    <a:pt x="8137" y="47671"/>
                  </a:lnTo>
                  <a:lnTo>
                    <a:pt x="7235" y="46519"/>
                  </a:lnTo>
                  <a:lnTo>
                    <a:pt x="6386" y="45364"/>
                  </a:lnTo>
                  <a:lnTo>
                    <a:pt x="5591" y="44208"/>
                  </a:lnTo>
                  <a:lnTo>
                    <a:pt x="4851" y="43051"/>
                  </a:lnTo>
                  <a:lnTo>
                    <a:pt x="4164" y="41892"/>
                  </a:lnTo>
                  <a:lnTo>
                    <a:pt x="3530" y="40731"/>
                  </a:lnTo>
                  <a:lnTo>
                    <a:pt x="2950" y="39554"/>
                  </a:lnTo>
                  <a:lnTo>
                    <a:pt x="2422" y="38383"/>
                  </a:lnTo>
                  <a:lnTo>
                    <a:pt x="1947" y="37217"/>
                  </a:lnTo>
                  <a:lnTo>
                    <a:pt x="1523" y="36056"/>
                  </a:lnTo>
                  <a:lnTo>
                    <a:pt x="1152" y="34900"/>
                  </a:lnTo>
                  <a:lnTo>
                    <a:pt x="833" y="33750"/>
                  </a:lnTo>
                  <a:lnTo>
                    <a:pt x="566" y="32604"/>
                  </a:lnTo>
                  <a:lnTo>
                    <a:pt x="351" y="31463"/>
                  </a:lnTo>
                  <a:lnTo>
                    <a:pt x="189" y="30327"/>
                  </a:lnTo>
                  <a:lnTo>
                    <a:pt x="79" y="29197"/>
                  </a:lnTo>
                  <a:lnTo>
                    <a:pt x="13" y="28064"/>
                  </a:lnTo>
                  <a:lnTo>
                    <a:pt x="0" y="26939"/>
                  </a:lnTo>
                  <a:lnTo>
                    <a:pt x="39" y="25821"/>
                  </a:lnTo>
                  <a:lnTo>
                    <a:pt x="133" y="24711"/>
                  </a:lnTo>
                  <a:lnTo>
                    <a:pt x="279" y="23608"/>
                  </a:lnTo>
                  <a:lnTo>
                    <a:pt x="478" y="22514"/>
                  </a:lnTo>
                  <a:lnTo>
                    <a:pt x="730" y="21426"/>
                  </a:lnTo>
                  <a:lnTo>
                    <a:pt x="1035" y="20347"/>
                  </a:lnTo>
                  <a:lnTo>
                    <a:pt x="1393" y="19274"/>
                  </a:lnTo>
                  <a:lnTo>
                    <a:pt x="1805" y="18210"/>
                  </a:lnTo>
                  <a:lnTo>
                    <a:pt x="2267" y="17139"/>
                  </a:lnTo>
                  <a:lnTo>
                    <a:pt x="2779" y="16083"/>
                  </a:lnTo>
                  <a:lnTo>
                    <a:pt x="3341" y="15041"/>
                  </a:lnTo>
                  <a:lnTo>
                    <a:pt x="3953" y="14014"/>
                  </a:lnTo>
                  <a:lnTo>
                    <a:pt x="4614" y="13001"/>
                  </a:lnTo>
                  <a:lnTo>
                    <a:pt x="5325" y="12002"/>
                  </a:lnTo>
                  <a:lnTo>
                    <a:pt x="6086" y="11017"/>
                  </a:lnTo>
                  <a:lnTo>
                    <a:pt x="6896" y="10047"/>
                  </a:lnTo>
                  <a:lnTo>
                    <a:pt x="7756" y="9091"/>
                  </a:lnTo>
                  <a:lnTo>
                    <a:pt x="8666" y="8149"/>
                  </a:lnTo>
                  <a:lnTo>
                    <a:pt x="9542" y="7305"/>
                  </a:lnTo>
                  <a:lnTo>
                    <a:pt x="10437" y="6506"/>
                  </a:lnTo>
                  <a:lnTo>
                    <a:pt x="11351" y="5752"/>
                  </a:lnTo>
                  <a:lnTo>
                    <a:pt x="12283" y="5044"/>
                  </a:lnTo>
                  <a:lnTo>
                    <a:pt x="13233" y="4382"/>
                  </a:lnTo>
                  <a:lnTo>
                    <a:pt x="14202" y="3764"/>
                  </a:lnTo>
                  <a:lnTo>
                    <a:pt x="15190" y="3193"/>
                  </a:lnTo>
                  <a:lnTo>
                    <a:pt x="16196" y="2667"/>
                  </a:lnTo>
                  <a:lnTo>
                    <a:pt x="17221" y="2186"/>
                  </a:lnTo>
                  <a:lnTo>
                    <a:pt x="18264" y="1751"/>
                  </a:lnTo>
                  <a:lnTo>
                    <a:pt x="19313" y="1355"/>
                  </a:lnTo>
                  <a:lnTo>
                    <a:pt x="20372" y="1010"/>
                  </a:lnTo>
                  <a:lnTo>
                    <a:pt x="21441" y="715"/>
                  </a:lnTo>
                  <a:lnTo>
                    <a:pt x="22520" y="471"/>
                  </a:lnTo>
                  <a:lnTo>
                    <a:pt x="23610" y="277"/>
                  </a:lnTo>
                  <a:lnTo>
                    <a:pt x="24709" y="134"/>
                  </a:lnTo>
                  <a:lnTo>
                    <a:pt x="25819" y="42"/>
                  </a:lnTo>
                  <a:lnTo>
                    <a:pt x="26939" y="0"/>
                  </a:lnTo>
                  <a:lnTo>
                    <a:pt x="28068" y="8"/>
                  </a:lnTo>
                  <a:lnTo>
                    <a:pt x="29208" y="67"/>
                  </a:lnTo>
                  <a:lnTo>
                    <a:pt x="30355" y="161"/>
                  </a:lnTo>
                  <a:lnTo>
                    <a:pt x="31507" y="308"/>
                  </a:lnTo>
                  <a:lnTo>
                    <a:pt x="32662" y="508"/>
                  </a:lnTo>
                  <a:lnTo>
                    <a:pt x="33822" y="761"/>
                  </a:lnTo>
                  <a:lnTo>
                    <a:pt x="34986" y="1067"/>
                  </a:lnTo>
                  <a:lnTo>
                    <a:pt x="36154" y="1426"/>
                  </a:lnTo>
                  <a:lnTo>
                    <a:pt x="37326" y="1838"/>
                  </a:lnTo>
                  <a:lnTo>
                    <a:pt x="38503" y="2303"/>
                  </a:lnTo>
                  <a:lnTo>
                    <a:pt x="39684" y="2821"/>
                  </a:lnTo>
                  <a:lnTo>
                    <a:pt x="40869" y="3392"/>
                  </a:lnTo>
                  <a:lnTo>
                    <a:pt x="42054" y="4001"/>
                  </a:lnTo>
                  <a:lnTo>
                    <a:pt x="43234" y="4667"/>
                  </a:lnTo>
                  <a:lnTo>
                    <a:pt x="44411" y="5389"/>
                  </a:lnTo>
                  <a:lnTo>
                    <a:pt x="45583" y="6167"/>
                  </a:lnTo>
                  <a:lnTo>
                    <a:pt x="46751" y="7002"/>
                  </a:lnTo>
                  <a:lnTo>
                    <a:pt x="47915" y="7893"/>
                  </a:lnTo>
                  <a:lnTo>
                    <a:pt x="49075" y="8841"/>
                  </a:lnTo>
                  <a:lnTo>
                    <a:pt x="50231" y="9845"/>
                  </a:lnTo>
                  <a:lnTo>
                    <a:pt x="51382" y="10905"/>
                  </a:lnTo>
                  <a:close/>
                  <a:moveTo>
                    <a:pt x="20200" y="44351"/>
                  </a:moveTo>
                  <a:lnTo>
                    <a:pt x="21945" y="46038"/>
                  </a:lnTo>
                  <a:lnTo>
                    <a:pt x="23660" y="47582"/>
                  </a:lnTo>
                  <a:lnTo>
                    <a:pt x="25346" y="48982"/>
                  </a:lnTo>
                  <a:lnTo>
                    <a:pt x="27003" y="50237"/>
                  </a:lnTo>
                  <a:lnTo>
                    <a:pt x="28630" y="51349"/>
                  </a:lnTo>
                  <a:lnTo>
                    <a:pt x="30227" y="52317"/>
                  </a:lnTo>
                  <a:lnTo>
                    <a:pt x="31795" y="53141"/>
                  </a:lnTo>
                  <a:lnTo>
                    <a:pt x="33334" y="53820"/>
                  </a:lnTo>
                  <a:lnTo>
                    <a:pt x="34843" y="54356"/>
                  </a:lnTo>
                  <a:lnTo>
                    <a:pt x="36322" y="54748"/>
                  </a:lnTo>
                  <a:lnTo>
                    <a:pt x="37779" y="54971"/>
                  </a:lnTo>
                  <a:lnTo>
                    <a:pt x="39219" y="55034"/>
                  </a:lnTo>
                  <a:lnTo>
                    <a:pt x="40641" y="54938"/>
                  </a:lnTo>
                  <a:lnTo>
                    <a:pt x="42047" y="54681"/>
                  </a:lnTo>
                  <a:lnTo>
                    <a:pt x="43436" y="54264"/>
                  </a:lnTo>
                  <a:lnTo>
                    <a:pt x="44809" y="53687"/>
                  </a:lnTo>
                  <a:lnTo>
                    <a:pt x="46164" y="52951"/>
                  </a:lnTo>
                  <a:lnTo>
                    <a:pt x="47503" y="52054"/>
                  </a:lnTo>
                  <a:lnTo>
                    <a:pt x="48825" y="50998"/>
                  </a:lnTo>
                  <a:lnTo>
                    <a:pt x="50130" y="49781"/>
                  </a:lnTo>
                  <a:lnTo>
                    <a:pt x="51345" y="48477"/>
                  </a:lnTo>
                  <a:lnTo>
                    <a:pt x="52399" y="47158"/>
                  </a:lnTo>
                  <a:lnTo>
                    <a:pt x="53292" y="45823"/>
                  </a:lnTo>
                  <a:lnTo>
                    <a:pt x="54022" y="44474"/>
                  </a:lnTo>
                  <a:lnTo>
                    <a:pt x="54592" y="43109"/>
                  </a:lnTo>
                  <a:lnTo>
                    <a:pt x="54999" y="41729"/>
                  </a:lnTo>
                  <a:lnTo>
                    <a:pt x="55245" y="40334"/>
                  </a:lnTo>
                  <a:lnTo>
                    <a:pt x="55329" y="38924"/>
                  </a:lnTo>
                  <a:lnTo>
                    <a:pt x="55252" y="37499"/>
                  </a:lnTo>
                  <a:lnTo>
                    <a:pt x="55013" y="36058"/>
                  </a:lnTo>
                  <a:lnTo>
                    <a:pt x="54621" y="34578"/>
                  </a:lnTo>
                  <a:lnTo>
                    <a:pt x="54085" y="33069"/>
                  </a:lnTo>
                  <a:lnTo>
                    <a:pt x="53405" y="31531"/>
                  </a:lnTo>
                  <a:lnTo>
                    <a:pt x="52581" y="29963"/>
                  </a:lnTo>
                  <a:lnTo>
                    <a:pt x="51613" y="28365"/>
                  </a:lnTo>
                  <a:lnTo>
                    <a:pt x="50502" y="26738"/>
                  </a:lnTo>
                  <a:lnTo>
                    <a:pt x="49246" y="25082"/>
                  </a:lnTo>
                  <a:lnTo>
                    <a:pt x="47846" y="23396"/>
                  </a:lnTo>
                  <a:lnTo>
                    <a:pt x="46303" y="21681"/>
                  </a:lnTo>
                  <a:lnTo>
                    <a:pt x="44615" y="19936"/>
                  </a:lnTo>
                  <a:lnTo>
                    <a:pt x="42871" y="18250"/>
                  </a:lnTo>
                  <a:lnTo>
                    <a:pt x="41158" y="16711"/>
                  </a:lnTo>
                  <a:lnTo>
                    <a:pt x="39477" y="15320"/>
                  </a:lnTo>
                  <a:lnTo>
                    <a:pt x="37826" y="14076"/>
                  </a:lnTo>
                  <a:lnTo>
                    <a:pt x="36207" y="12979"/>
                  </a:lnTo>
                  <a:lnTo>
                    <a:pt x="34618" y="12030"/>
                  </a:lnTo>
                  <a:lnTo>
                    <a:pt x="33061" y="11228"/>
                  </a:lnTo>
                  <a:lnTo>
                    <a:pt x="31535" y="10574"/>
                  </a:lnTo>
                  <a:lnTo>
                    <a:pt x="30041" y="10067"/>
                  </a:lnTo>
                  <a:lnTo>
                    <a:pt x="28577" y="9707"/>
                  </a:lnTo>
                  <a:lnTo>
                    <a:pt x="27136" y="9483"/>
                  </a:lnTo>
                  <a:lnTo>
                    <a:pt x="25711" y="9420"/>
                  </a:lnTo>
                  <a:lnTo>
                    <a:pt x="24301" y="9517"/>
                  </a:lnTo>
                  <a:lnTo>
                    <a:pt x="22906" y="9774"/>
                  </a:lnTo>
                  <a:lnTo>
                    <a:pt x="21526" y="10191"/>
                  </a:lnTo>
                  <a:lnTo>
                    <a:pt x="20161" y="10767"/>
                  </a:lnTo>
                  <a:lnTo>
                    <a:pt x="18812" y="11504"/>
                  </a:lnTo>
                  <a:lnTo>
                    <a:pt x="17477" y="12401"/>
                  </a:lnTo>
                  <a:lnTo>
                    <a:pt x="16158" y="13457"/>
                  </a:lnTo>
                  <a:lnTo>
                    <a:pt x="14854" y="14674"/>
                  </a:lnTo>
                  <a:lnTo>
                    <a:pt x="13637" y="15978"/>
                  </a:lnTo>
                  <a:lnTo>
                    <a:pt x="12581" y="17297"/>
                  </a:lnTo>
                  <a:lnTo>
                    <a:pt x="11684" y="18632"/>
                  </a:lnTo>
                  <a:lnTo>
                    <a:pt x="10948" y="19981"/>
                  </a:lnTo>
                  <a:lnTo>
                    <a:pt x="10371" y="21346"/>
                  </a:lnTo>
                  <a:lnTo>
                    <a:pt x="9954" y="22726"/>
                  </a:lnTo>
                  <a:lnTo>
                    <a:pt x="9697" y="24121"/>
                  </a:lnTo>
                  <a:lnTo>
                    <a:pt x="9601" y="25531"/>
                  </a:lnTo>
                  <a:lnTo>
                    <a:pt x="9664" y="26956"/>
                  </a:lnTo>
                  <a:lnTo>
                    <a:pt x="9887" y="28397"/>
                  </a:lnTo>
                  <a:lnTo>
                    <a:pt x="10263" y="29844"/>
                  </a:lnTo>
                  <a:lnTo>
                    <a:pt x="10784" y="31325"/>
                  </a:lnTo>
                  <a:lnTo>
                    <a:pt x="11451" y="32838"/>
                  </a:lnTo>
                  <a:lnTo>
                    <a:pt x="12264" y="34384"/>
                  </a:lnTo>
                  <a:lnTo>
                    <a:pt x="13223" y="35963"/>
                  </a:lnTo>
                  <a:lnTo>
                    <a:pt x="14327" y="37575"/>
                  </a:lnTo>
                  <a:lnTo>
                    <a:pt x="15577" y="39220"/>
                  </a:lnTo>
                  <a:lnTo>
                    <a:pt x="16972" y="40897"/>
                  </a:lnTo>
                  <a:lnTo>
                    <a:pt x="18513" y="4260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h156"/>
            <p:cNvSpPr/>
            <p:nvPr/>
          </p:nvSpPr>
          <p:spPr>
            <a:xfrm>
              <a:off x="8150646" y="6190827"/>
              <a:ext cx="72697" cy="59943"/>
            </a:xfrm>
            <a:custGeom>
              <a:avLst/>
              <a:pathLst>
                <a:path w="72697" h="59943">
                  <a:moveTo>
                    <a:pt x="61500" y="46725"/>
                  </a:moveTo>
                  <a:lnTo>
                    <a:pt x="61653" y="46571"/>
                  </a:lnTo>
                  <a:lnTo>
                    <a:pt x="61807" y="46412"/>
                  </a:lnTo>
                  <a:lnTo>
                    <a:pt x="61962" y="46248"/>
                  </a:lnTo>
                  <a:lnTo>
                    <a:pt x="62120" y="46078"/>
                  </a:lnTo>
                  <a:lnTo>
                    <a:pt x="62279" y="45904"/>
                  </a:lnTo>
                  <a:lnTo>
                    <a:pt x="62440" y="45725"/>
                  </a:lnTo>
                  <a:lnTo>
                    <a:pt x="62602" y="45540"/>
                  </a:lnTo>
                  <a:lnTo>
                    <a:pt x="62766" y="45351"/>
                  </a:lnTo>
                  <a:lnTo>
                    <a:pt x="62932" y="45156"/>
                  </a:lnTo>
                  <a:lnTo>
                    <a:pt x="63100" y="44957"/>
                  </a:lnTo>
                  <a:lnTo>
                    <a:pt x="63275" y="44747"/>
                  </a:lnTo>
                  <a:lnTo>
                    <a:pt x="63448" y="44538"/>
                  </a:lnTo>
                  <a:lnTo>
                    <a:pt x="63619" y="44329"/>
                  </a:lnTo>
                  <a:lnTo>
                    <a:pt x="63787" y="44122"/>
                  </a:lnTo>
                  <a:lnTo>
                    <a:pt x="63952" y="43915"/>
                  </a:lnTo>
                  <a:lnTo>
                    <a:pt x="64115" y="43709"/>
                  </a:lnTo>
                  <a:lnTo>
                    <a:pt x="64276" y="43504"/>
                  </a:lnTo>
                  <a:lnTo>
                    <a:pt x="64433" y="43300"/>
                  </a:lnTo>
                  <a:lnTo>
                    <a:pt x="64589" y="43097"/>
                  </a:lnTo>
                  <a:lnTo>
                    <a:pt x="64742" y="42894"/>
                  </a:lnTo>
                  <a:lnTo>
                    <a:pt x="64891" y="42693"/>
                  </a:lnTo>
                  <a:lnTo>
                    <a:pt x="65036" y="42495"/>
                  </a:lnTo>
                  <a:lnTo>
                    <a:pt x="65177" y="42299"/>
                  </a:lnTo>
                  <a:lnTo>
                    <a:pt x="65314" y="42106"/>
                  </a:lnTo>
                  <a:lnTo>
                    <a:pt x="65447" y="41916"/>
                  </a:lnTo>
                  <a:lnTo>
                    <a:pt x="65575" y="41727"/>
                  </a:lnTo>
                  <a:lnTo>
                    <a:pt x="65699" y="41542"/>
                  </a:lnTo>
                  <a:lnTo>
                    <a:pt x="65819" y="41359"/>
                  </a:lnTo>
                  <a:lnTo>
                    <a:pt x="65935" y="41178"/>
                  </a:lnTo>
                  <a:lnTo>
                    <a:pt x="66046" y="41000"/>
                  </a:lnTo>
                  <a:lnTo>
                    <a:pt x="66161" y="40819"/>
                  </a:lnTo>
                  <a:lnTo>
                    <a:pt x="66269" y="40646"/>
                  </a:lnTo>
                  <a:lnTo>
                    <a:pt x="66370" y="40482"/>
                  </a:lnTo>
                  <a:lnTo>
                    <a:pt x="66464" y="40326"/>
                  </a:lnTo>
                  <a:lnTo>
                    <a:pt x="66552" y="40179"/>
                  </a:lnTo>
                  <a:lnTo>
                    <a:pt x="66632" y="40040"/>
                  </a:lnTo>
                  <a:lnTo>
                    <a:pt x="66888" y="39569"/>
                  </a:lnTo>
                  <a:lnTo>
                    <a:pt x="72697" y="45378"/>
                  </a:lnTo>
                  <a:lnTo>
                    <a:pt x="72636" y="45541"/>
                  </a:lnTo>
                  <a:lnTo>
                    <a:pt x="72568" y="45710"/>
                  </a:lnTo>
                  <a:lnTo>
                    <a:pt x="72494" y="45884"/>
                  </a:lnTo>
                  <a:lnTo>
                    <a:pt x="72415" y="46065"/>
                  </a:lnTo>
                  <a:lnTo>
                    <a:pt x="72329" y="46251"/>
                  </a:lnTo>
                  <a:lnTo>
                    <a:pt x="72238" y="46444"/>
                  </a:lnTo>
                  <a:lnTo>
                    <a:pt x="72141" y="46642"/>
                  </a:lnTo>
                  <a:lnTo>
                    <a:pt x="72037" y="46846"/>
                  </a:lnTo>
                  <a:lnTo>
                    <a:pt x="71928" y="47056"/>
                  </a:lnTo>
                  <a:lnTo>
                    <a:pt x="71813" y="47272"/>
                  </a:lnTo>
                  <a:lnTo>
                    <a:pt x="71693" y="47492"/>
                  </a:lnTo>
                  <a:lnTo>
                    <a:pt x="71568" y="47713"/>
                  </a:lnTo>
                  <a:lnTo>
                    <a:pt x="71437" y="47936"/>
                  </a:lnTo>
                  <a:lnTo>
                    <a:pt x="71302" y="48161"/>
                  </a:lnTo>
                  <a:lnTo>
                    <a:pt x="71161" y="48388"/>
                  </a:lnTo>
                  <a:lnTo>
                    <a:pt x="71015" y="48616"/>
                  </a:lnTo>
                  <a:lnTo>
                    <a:pt x="70865" y="48846"/>
                  </a:lnTo>
                  <a:lnTo>
                    <a:pt x="70709" y="49077"/>
                  </a:lnTo>
                  <a:lnTo>
                    <a:pt x="70548" y="49310"/>
                  </a:lnTo>
                  <a:lnTo>
                    <a:pt x="70382" y="49545"/>
                  </a:lnTo>
                  <a:lnTo>
                    <a:pt x="70220" y="49789"/>
                  </a:lnTo>
                  <a:lnTo>
                    <a:pt x="70054" y="50032"/>
                  </a:lnTo>
                  <a:lnTo>
                    <a:pt x="69883" y="50274"/>
                  </a:lnTo>
                  <a:lnTo>
                    <a:pt x="69709" y="50515"/>
                  </a:lnTo>
                  <a:lnTo>
                    <a:pt x="69530" y="50755"/>
                  </a:lnTo>
                  <a:lnTo>
                    <a:pt x="69347" y="50995"/>
                  </a:lnTo>
                  <a:lnTo>
                    <a:pt x="69159" y="51234"/>
                  </a:lnTo>
                  <a:lnTo>
                    <a:pt x="68968" y="51472"/>
                  </a:lnTo>
                  <a:lnTo>
                    <a:pt x="68772" y="51709"/>
                  </a:lnTo>
                  <a:lnTo>
                    <a:pt x="68572" y="51945"/>
                  </a:lnTo>
                  <a:lnTo>
                    <a:pt x="68378" y="52187"/>
                  </a:lnTo>
                  <a:lnTo>
                    <a:pt x="68182" y="52426"/>
                  </a:lnTo>
                  <a:lnTo>
                    <a:pt x="67984" y="52662"/>
                  </a:lnTo>
                  <a:lnTo>
                    <a:pt x="67784" y="52894"/>
                  </a:lnTo>
                  <a:lnTo>
                    <a:pt x="67583" y="53123"/>
                  </a:lnTo>
                  <a:lnTo>
                    <a:pt x="67380" y="53349"/>
                  </a:lnTo>
                  <a:lnTo>
                    <a:pt x="67175" y="53571"/>
                  </a:lnTo>
                  <a:lnTo>
                    <a:pt x="66969" y="53790"/>
                  </a:lnTo>
                  <a:lnTo>
                    <a:pt x="66761" y="54006"/>
                  </a:lnTo>
                  <a:lnTo>
                    <a:pt x="66552" y="54218"/>
                  </a:lnTo>
                  <a:lnTo>
                    <a:pt x="66027" y="54729"/>
                  </a:lnTo>
                  <a:lnTo>
                    <a:pt x="65496" y="55220"/>
                  </a:lnTo>
                  <a:lnTo>
                    <a:pt x="64959" y="55689"/>
                  </a:lnTo>
                  <a:lnTo>
                    <a:pt x="64417" y="56137"/>
                  </a:lnTo>
                  <a:lnTo>
                    <a:pt x="63868" y="56565"/>
                  </a:lnTo>
                  <a:lnTo>
                    <a:pt x="63314" y="56971"/>
                  </a:lnTo>
                  <a:lnTo>
                    <a:pt x="62753" y="57356"/>
                  </a:lnTo>
                  <a:lnTo>
                    <a:pt x="62187" y="57720"/>
                  </a:lnTo>
                  <a:lnTo>
                    <a:pt x="61615" y="58063"/>
                  </a:lnTo>
                  <a:lnTo>
                    <a:pt x="61037" y="58385"/>
                  </a:lnTo>
                  <a:lnTo>
                    <a:pt x="60452" y="58681"/>
                  </a:lnTo>
                  <a:lnTo>
                    <a:pt x="59860" y="58946"/>
                  </a:lnTo>
                  <a:lnTo>
                    <a:pt x="59260" y="59180"/>
                  </a:lnTo>
                  <a:lnTo>
                    <a:pt x="58653" y="59382"/>
                  </a:lnTo>
                  <a:lnTo>
                    <a:pt x="58038" y="59553"/>
                  </a:lnTo>
                  <a:lnTo>
                    <a:pt x="57415" y="59694"/>
                  </a:lnTo>
                  <a:lnTo>
                    <a:pt x="56785" y="59803"/>
                  </a:lnTo>
                  <a:lnTo>
                    <a:pt x="56147" y="59880"/>
                  </a:lnTo>
                  <a:lnTo>
                    <a:pt x="55502" y="59927"/>
                  </a:lnTo>
                  <a:lnTo>
                    <a:pt x="54849" y="59943"/>
                  </a:lnTo>
                  <a:lnTo>
                    <a:pt x="54196" y="59916"/>
                  </a:lnTo>
                  <a:lnTo>
                    <a:pt x="53534" y="59853"/>
                  </a:lnTo>
                  <a:lnTo>
                    <a:pt x="52863" y="59755"/>
                  </a:lnTo>
                  <a:lnTo>
                    <a:pt x="52182" y="59619"/>
                  </a:lnTo>
                  <a:lnTo>
                    <a:pt x="51492" y="59448"/>
                  </a:lnTo>
                  <a:lnTo>
                    <a:pt x="50793" y="59241"/>
                  </a:lnTo>
                  <a:lnTo>
                    <a:pt x="50084" y="58997"/>
                  </a:lnTo>
                  <a:lnTo>
                    <a:pt x="49367" y="58717"/>
                  </a:lnTo>
                  <a:lnTo>
                    <a:pt x="48640" y="58401"/>
                  </a:lnTo>
                  <a:lnTo>
                    <a:pt x="47904" y="58048"/>
                  </a:lnTo>
                  <a:lnTo>
                    <a:pt x="47149" y="57646"/>
                  </a:lnTo>
                  <a:lnTo>
                    <a:pt x="46385" y="57196"/>
                  </a:lnTo>
                  <a:lnTo>
                    <a:pt x="45610" y="56700"/>
                  </a:lnTo>
                  <a:lnTo>
                    <a:pt x="44826" y="56156"/>
                  </a:lnTo>
                  <a:lnTo>
                    <a:pt x="44031" y="55565"/>
                  </a:lnTo>
                  <a:lnTo>
                    <a:pt x="43226" y="54927"/>
                  </a:lnTo>
                  <a:lnTo>
                    <a:pt x="42411" y="54241"/>
                  </a:lnTo>
                  <a:lnTo>
                    <a:pt x="41586" y="53509"/>
                  </a:lnTo>
                  <a:lnTo>
                    <a:pt x="40751" y="52729"/>
                  </a:lnTo>
                  <a:lnTo>
                    <a:pt x="39906" y="51903"/>
                  </a:lnTo>
                  <a:lnTo>
                    <a:pt x="13091" y="25088"/>
                  </a:lnTo>
                  <a:lnTo>
                    <a:pt x="6566" y="31613"/>
                  </a:lnTo>
                  <a:lnTo>
                    <a:pt x="3157" y="28203"/>
                  </a:lnTo>
                  <a:lnTo>
                    <a:pt x="6398" y="18395"/>
                  </a:lnTo>
                  <a:lnTo>
                    <a:pt x="0" y="5430"/>
                  </a:lnTo>
                  <a:lnTo>
                    <a:pt x="4419" y="1010"/>
                  </a:lnTo>
                  <a:lnTo>
                    <a:pt x="15027" y="11618"/>
                  </a:lnTo>
                  <a:lnTo>
                    <a:pt x="26646" y="0"/>
                  </a:lnTo>
                  <a:lnTo>
                    <a:pt x="32413" y="5767"/>
                  </a:lnTo>
                  <a:lnTo>
                    <a:pt x="20794" y="17385"/>
                  </a:lnTo>
                  <a:lnTo>
                    <a:pt x="47609" y="44199"/>
                  </a:lnTo>
                  <a:lnTo>
                    <a:pt x="48418" y="44983"/>
                  </a:lnTo>
                  <a:lnTo>
                    <a:pt x="49214" y="45699"/>
                  </a:lnTo>
                  <a:lnTo>
                    <a:pt x="49994" y="46350"/>
                  </a:lnTo>
                  <a:lnTo>
                    <a:pt x="50761" y="46934"/>
                  </a:lnTo>
                  <a:lnTo>
                    <a:pt x="51513" y="47451"/>
                  </a:lnTo>
                  <a:lnTo>
                    <a:pt x="52251" y="47902"/>
                  </a:lnTo>
                  <a:lnTo>
                    <a:pt x="52975" y="48286"/>
                  </a:lnTo>
                  <a:lnTo>
                    <a:pt x="53684" y="48604"/>
                  </a:lnTo>
                  <a:lnTo>
                    <a:pt x="54379" y="48855"/>
                  </a:lnTo>
                  <a:lnTo>
                    <a:pt x="55060" y="49040"/>
                  </a:lnTo>
                  <a:lnTo>
                    <a:pt x="55738" y="49146"/>
                  </a:lnTo>
                  <a:lnTo>
                    <a:pt x="56408" y="49177"/>
                  </a:lnTo>
                  <a:lnTo>
                    <a:pt x="57071" y="49132"/>
                  </a:lnTo>
                  <a:lnTo>
                    <a:pt x="57727" y="49013"/>
                  </a:lnTo>
                  <a:lnTo>
                    <a:pt x="58375" y="48819"/>
                  </a:lnTo>
                  <a:lnTo>
                    <a:pt x="59015" y="48550"/>
                  </a:lnTo>
                  <a:lnTo>
                    <a:pt x="59648" y="48206"/>
                  </a:lnTo>
                  <a:lnTo>
                    <a:pt x="60273" y="47787"/>
                  </a:lnTo>
                  <a:lnTo>
                    <a:pt x="60890" y="4729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h157"/>
            <p:cNvSpPr/>
            <p:nvPr/>
          </p:nvSpPr>
          <p:spPr>
            <a:xfrm>
              <a:off x="8190291" y="6156814"/>
              <a:ext cx="63081" cy="72403"/>
            </a:xfrm>
            <a:custGeom>
              <a:avLst/>
              <a:pathLst>
                <a:path w="63081" h="72403">
                  <a:moveTo>
                    <a:pt x="57510" y="30603"/>
                  </a:moveTo>
                  <a:lnTo>
                    <a:pt x="58163" y="31280"/>
                  </a:lnTo>
                  <a:lnTo>
                    <a:pt x="58774" y="31965"/>
                  </a:lnTo>
                  <a:lnTo>
                    <a:pt x="59345" y="32657"/>
                  </a:lnTo>
                  <a:lnTo>
                    <a:pt x="59874" y="33357"/>
                  </a:lnTo>
                  <a:lnTo>
                    <a:pt x="60362" y="34065"/>
                  </a:lnTo>
                  <a:lnTo>
                    <a:pt x="60808" y="34780"/>
                  </a:lnTo>
                  <a:lnTo>
                    <a:pt x="61214" y="35503"/>
                  </a:lnTo>
                  <a:lnTo>
                    <a:pt x="61578" y="36233"/>
                  </a:lnTo>
                  <a:lnTo>
                    <a:pt x="61901" y="36971"/>
                  </a:lnTo>
                  <a:lnTo>
                    <a:pt x="62182" y="37717"/>
                  </a:lnTo>
                  <a:lnTo>
                    <a:pt x="62424" y="38469"/>
                  </a:lnTo>
                  <a:lnTo>
                    <a:pt x="62628" y="39227"/>
                  </a:lnTo>
                  <a:lnTo>
                    <a:pt x="62795" y="39991"/>
                  </a:lnTo>
                  <a:lnTo>
                    <a:pt x="62923" y="40761"/>
                  </a:lnTo>
                  <a:lnTo>
                    <a:pt x="63014" y="41537"/>
                  </a:lnTo>
                  <a:lnTo>
                    <a:pt x="63066" y="42318"/>
                  </a:lnTo>
                  <a:lnTo>
                    <a:pt x="63081" y="43106"/>
                  </a:lnTo>
                  <a:lnTo>
                    <a:pt x="63058" y="43899"/>
                  </a:lnTo>
                  <a:lnTo>
                    <a:pt x="62997" y="44699"/>
                  </a:lnTo>
                  <a:lnTo>
                    <a:pt x="62898" y="45504"/>
                  </a:lnTo>
                  <a:lnTo>
                    <a:pt x="62762" y="46297"/>
                  </a:lnTo>
                  <a:lnTo>
                    <a:pt x="62590" y="47092"/>
                  </a:lnTo>
                  <a:lnTo>
                    <a:pt x="62381" y="47890"/>
                  </a:lnTo>
                  <a:lnTo>
                    <a:pt x="62137" y="48690"/>
                  </a:lnTo>
                  <a:lnTo>
                    <a:pt x="61856" y="49493"/>
                  </a:lnTo>
                  <a:lnTo>
                    <a:pt x="61539" y="50298"/>
                  </a:lnTo>
                  <a:lnTo>
                    <a:pt x="61186" y="51106"/>
                  </a:lnTo>
                  <a:lnTo>
                    <a:pt x="60796" y="51916"/>
                  </a:lnTo>
                  <a:lnTo>
                    <a:pt x="60371" y="52729"/>
                  </a:lnTo>
                  <a:lnTo>
                    <a:pt x="59909" y="53544"/>
                  </a:lnTo>
                  <a:lnTo>
                    <a:pt x="59413" y="54360"/>
                  </a:lnTo>
                  <a:lnTo>
                    <a:pt x="58884" y="55176"/>
                  </a:lnTo>
                  <a:lnTo>
                    <a:pt x="58322" y="55990"/>
                  </a:lnTo>
                  <a:lnTo>
                    <a:pt x="57727" y="56804"/>
                  </a:lnTo>
                  <a:lnTo>
                    <a:pt x="57099" y="57617"/>
                  </a:lnTo>
                  <a:lnTo>
                    <a:pt x="56439" y="58429"/>
                  </a:lnTo>
                  <a:lnTo>
                    <a:pt x="55745" y="59240"/>
                  </a:lnTo>
                  <a:lnTo>
                    <a:pt x="55019" y="60050"/>
                  </a:lnTo>
                  <a:lnTo>
                    <a:pt x="54260" y="60860"/>
                  </a:lnTo>
                  <a:lnTo>
                    <a:pt x="53469" y="61669"/>
                  </a:lnTo>
                  <a:lnTo>
                    <a:pt x="52556" y="62566"/>
                  </a:lnTo>
                  <a:lnTo>
                    <a:pt x="51655" y="63421"/>
                  </a:lnTo>
                  <a:lnTo>
                    <a:pt x="50765" y="64236"/>
                  </a:lnTo>
                  <a:lnTo>
                    <a:pt x="49885" y="65009"/>
                  </a:lnTo>
                  <a:lnTo>
                    <a:pt x="49017" y="65741"/>
                  </a:lnTo>
                  <a:lnTo>
                    <a:pt x="48159" y="66432"/>
                  </a:lnTo>
                  <a:lnTo>
                    <a:pt x="47313" y="67082"/>
                  </a:lnTo>
                  <a:lnTo>
                    <a:pt x="46477" y="67690"/>
                  </a:lnTo>
                  <a:lnTo>
                    <a:pt x="45653" y="68257"/>
                  </a:lnTo>
                  <a:lnTo>
                    <a:pt x="44839" y="68783"/>
                  </a:lnTo>
                  <a:lnTo>
                    <a:pt x="44040" y="69281"/>
                  </a:lnTo>
                  <a:lnTo>
                    <a:pt x="43243" y="69749"/>
                  </a:lnTo>
                  <a:lnTo>
                    <a:pt x="42447" y="70187"/>
                  </a:lnTo>
                  <a:lnTo>
                    <a:pt x="41653" y="70594"/>
                  </a:lnTo>
                  <a:lnTo>
                    <a:pt x="40861" y="70972"/>
                  </a:lnTo>
                  <a:lnTo>
                    <a:pt x="40071" y="71318"/>
                  </a:lnTo>
                  <a:lnTo>
                    <a:pt x="39282" y="71635"/>
                  </a:lnTo>
                  <a:lnTo>
                    <a:pt x="38494" y="71921"/>
                  </a:lnTo>
                  <a:lnTo>
                    <a:pt x="37709" y="72177"/>
                  </a:lnTo>
                  <a:lnTo>
                    <a:pt x="36925" y="72403"/>
                  </a:lnTo>
                  <a:lnTo>
                    <a:pt x="29937" y="65415"/>
                  </a:lnTo>
                  <a:lnTo>
                    <a:pt x="30336" y="65286"/>
                  </a:lnTo>
                  <a:lnTo>
                    <a:pt x="30741" y="65151"/>
                  </a:lnTo>
                  <a:lnTo>
                    <a:pt x="31151" y="65010"/>
                  </a:lnTo>
                  <a:lnTo>
                    <a:pt x="31567" y="64863"/>
                  </a:lnTo>
                  <a:lnTo>
                    <a:pt x="31990" y="64710"/>
                  </a:lnTo>
                  <a:lnTo>
                    <a:pt x="32418" y="64551"/>
                  </a:lnTo>
                  <a:lnTo>
                    <a:pt x="32852" y="64387"/>
                  </a:lnTo>
                  <a:lnTo>
                    <a:pt x="33292" y="64216"/>
                  </a:lnTo>
                  <a:lnTo>
                    <a:pt x="33737" y="64040"/>
                  </a:lnTo>
                  <a:lnTo>
                    <a:pt x="34189" y="63858"/>
                  </a:lnTo>
                  <a:lnTo>
                    <a:pt x="34636" y="63661"/>
                  </a:lnTo>
                  <a:lnTo>
                    <a:pt x="35083" y="63458"/>
                  </a:lnTo>
                  <a:lnTo>
                    <a:pt x="35531" y="63250"/>
                  </a:lnTo>
                  <a:lnTo>
                    <a:pt x="35981" y="63036"/>
                  </a:lnTo>
                  <a:lnTo>
                    <a:pt x="36431" y="62816"/>
                  </a:lnTo>
                  <a:lnTo>
                    <a:pt x="36881" y="62590"/>
                  </a:lnTo>
                  <a:lnTo>
                    <a:pt x="37333" y="62358"/>
                  </a:lnTo>
                  <a:lnTo>
                    <a:pt x="37786" y="62120"/>
                  </a:lnTo>
                  <a:lnTo>
                    <a:pt x="38239" y="61876"/>
                  </a:lnTo>
                  <a:lnTo>
                    <a:pt x="38693" y="61627"/>
                  </a:lnTo>
                  <a:lnTo>
                    <a:pt x="39147" y="61371"/>
                  </a:lnTo>
                  <a:lnTo>
                    <a:pt x="39599" y="61111"/>
                  </a:lnTo>
                  <a:lnTo>
                    <a:pt x="40049" y="60846"/>
                  </a:lnTo>
                  <a:lnTo>
                    <a:pt x="40498" y="60576"/>
                  </a:lnTo>
                  <a:lnTo>
                    <a:pt x="40945" y="60301"/>
                  </a:lnTo>
                  <a:lnTo>
                    <a:pt x="41391" y="60020"/>
                  </a:lnTo>
                  <a:lnTo>
                    <a:pt x="41834" y="59735"/>
                  </a:lnTo>
                  <a:lnTo>
                    <a:pt x="42276" y="59444"/>
                  </a:lnTo>
                  <a:lnTo>
                    <a:pt x="42717" y="59149"/>
                  </a:lnTo>
                  <a:lnTo>
                    <a:pt x="43155" y="58848"/>
                  </a:lnTo>
                  <a:lnTo>
                    <a:pt x="43590" y="58526"/>
                  </a:lnTo>
                  <a:lnTo>
                    <a:pt x="44017" y="58198"/>
                  </a:lnTo>
                  <a:lnTo>
                    <a:pt x="44438" y="57866"/>
                  </a:lnTo>
                  <a:lnTo>
                    <a:pt x="44853" y="57528"/>
                  </a:lnTo>
                  <a:lnTo>
                    <a:pt x="45260" y="57185"/>
                  </a:lnTo>
                  <a:lnTo>
                    <a:pt x="45661" y="56838"/>
                  </a:lnTo>
                  <a:lnTo>
                    <a:pt x="46055" y="56485"/>
                  </a:lnTo>
                  <a:lnTo>
                    <a:pt x="46442" y="56127"/>
                  </a:lnTo>
                  <a:lnTo>
                    <a:pt x="46823" y="55764"/>
                  </a:lnTo>
                  <a:lnTo>
                    <a:pt x="47196" y="55396"/>
                  </a:lnTo>
                  <a:lnTo>
                    <a:pt x="47731" y="54853"/>
                  </a:lnTo>
                  <a:lnTo>
                    <a:pt x="48239" y="54317"/>
                  </a:lnTo>
                  <a:lnTo>
                    <a:pt x="48721" y="53789"/>
                  </a:lnTo>
                  <a:lnTo>
                    <a:pt x="49177" y="53268"/>
                  </a:lnTo>
                  <a:lnTo>
                    <a:pt x="49606" y="52755"/>
                  </a:lnTo>
                  <a:lnTo>
                    <a:pt x="50010" y="52249"/>
                  </a:lnTo>
                  <a:lnTo>
                    <a:pt x="50388" y="51751"/>
                  </a:lnTo>
                  <a:lnTo>
                    <a:pt x="50739" y="51261"/>
                  </a:lnTo>
                  <a:lnTo>
                    <a:pt x="51064" y="50778"/>
                  </a:lnTo>
                  <a:lnTo>
                    <a:pt x="51364" y="50303"/>
                  </a:lnTo>
                  <a:lnTo>
                    <a:pt x="51647" y="49827"/>
                  </a:lnTo>
                  <a:lnTo>
                    <a:pt x="51908" y="49358"/>
                  </a:lnTo>
                  <a:lnTo>
                    <a:pt x="52145" y="48897"/>
                  </a:lnTo>
                  <a:lnTo>
                    <a:pt x="52361" y="48444"/>
                  </a:lnTo>
                  <a:lnTo>
                    <a:pt x="52553" y="47998"/>
                  </a:lnTo>
                  <a:lnTo>
                    <a:pt x="52723" y="47560"/>
                  </a:lnTo>
                  <a:lnTo>
                    <a:pt x="52869" y="47129"/>
                  </a:lnTo>
                  <a:lnTo>
                    <a:pt x="52994" y="46706"/>
                  </a:lnTo>
                  <a:lnTo>
                    <a:pt x="53095" y="46291"/>
                  </a:lnTo>
                  <a:lnTo>
                    <a:pt x="53174" y="45883"/>
                  </a:lnTo>
                  <a:lnTo>
                    <a:pt x="53231" y="45465"/>
                  </a:lnTo>
                  <a:lnTo>
                    <a:pt x="53268" y="45055"/>
                  </a:lnTo>
                  <a:lnTo>
                    <a:pt x="53285" y="44650"/>
                  </a:lnTo>
                  <a:lnTo>
                    <a:pt x="53282" y="44253"/>
                  </a:lnTo>
                  <a:lnTo>
                    <a:pt x="53258" y="43862"/>
                  </a:lnTo>
                  <a:lnTo>
                    <a:pt x="53214" y="43479"/>
                  </a:lnTo>
                  <a:lnTo>
                    <a:pt x="53150" y="43101"/>
                  </a:lnTo>
                  <a:lnTo>
                    <a:pt x="53066" y="42731"/>
                  </a:lnTo>
                  <a:lnTo>
                    <a:pt x="52962" y="42367"/>
                  </a:lnTo>
                  <a:lnTo>
                    <a:pt x="52837" y="42010"/>
                  </a:lnTo>
                  <a:lnTo>
                    <a:pt x="52686" y="41651"/>
                  </a:lnTo>
                  <a:lnTo>
                    <a:pt x="52519" y="41298"/>
                  </a:lnTo>
                  <a:lnTo>
                    <a:pt x="52336" y="40951"/>
                  </a:lnTo>
                  <a:lnTo>
                    <a:pt x="52137" y="40609"/>
                  </a:lnTo>
                  <a:lnTo>
                    <a:pt x="51922" y="40274"/>
                  </a:lnTo>
                  <a:lnTo>
                    <a:pt x="51690" y="39944"/>
                  </a:lnTo>
                  <a:lnTo>
                    <a:pt x="51443" y="39621"/>
                  </a:lnTo>
                  <a:lnTo>
                    <a:pt x="51180" y="39303"/>
                  </a:lnTo>
                  <a:lnTo>
                    <a:pt x="50901" y="38991"/>
                  </a:lnTo>
                  <a:lnTo>
                    <a:pt x="50606" y="38685"/>
                  </a:lnTo>
                  <a:lnTo>
                    <a:pt x="50343" y="38431"/>
                  </a:lnTo>
                  <a:lnTo>
                    <a:pt x="50077" y="38190"/>
                  </a:lnTo>
                  <a:lnTo>
                    <a:pt x="49808" y="37962"/>
                  </a:lnTo>
                  <a:lnTo>
                    <a:pt x="49535" y="37749"/>
                  </a:lnTo>
                  <a:lnTo>
                    <a:pt x="49259" y="37548"/>
                  </a:lnTo>
                  <a:lnTo>
                    <a:pt x="48980" y="37361"/>
                  </a:lnTo>
                  <a:lnTo>
                    <a:pt x="48697" y="37188"/>
                  </a:lnTo>
                  <a:lnTo>
                    <a:pt x="48410" y="37028"/>
                  </a:lnTo>
                  <a:lnTo>
                    <a:pt x="48121" y="36881"/>
                  </a:lnTo>
                  <a:lnTo>
                    <a:pt x="47828" y="36748"/>
                  </a:lnTo>
                  <a:lnTo>
                    <a:pt x="47526" y="36630"/>
                  </a:lnTo>
                  <a:lnTo>
                    <a:pt x="47212" y="36526"/>
                  </a:lnTo>
                  <a:lnTo>
                    <a:pt x="46883" y="36438"/>
                  </a:lnTo>
                  <a:lnTo>
                    <a:pt x="46541" y="36364"/>
                  </a:lnTo>
                  <a:lnTo>
                    <a:pt x="46186" y="36306"/>
                  </a:lnTo>
                  <a:lnTo>
                    <a:pt x="45817" y="36263"/>
                  </a:lnTo>
                  <a:lnTo>
                    <a:pt x="45435" y="36236"/>
                  </a:lnTo>
                  <a:lnTo>
                    <a:pt x="45039" y="36223"/>
                  </a:lnTo>
                  <a:lnTo>
                    <a:pt x="44630" y="36226"/>
                  </a:lnTo>
                  <a:lnTo>
                    <a:pt x="44208" y="36243"/>
                  </a:lnTo>
                  <a:lnTo>
                    <a:pt x="43770" y="36260"/>
                  </a:lnTo>
                  <a:lnTo>
                    <a:pt x="43315" y="36294"/>
                  </a:lnTo>
                  <a:lnTo>
                    <a:pt x="42844" y="36344"/>
                  </a:lnTo>
                  <a:lnTo>
                    <a:pt x="42355" y="36412"/>
                  </a:lnTo>
                  <a:lnTo>
                    <a:pt x="41850" y="36496"/>
                  </a:lnTo>
                  <a:lnTo>
                    <a:pt x="41328" y="36597"/>
                  </a:lnTo>
                  <a:lnTo>
                    <a:pt x="40790" y="36715"/>
                  </a:lnTo>
                  <a:lnTo>
                    <a:pt x="40234" y="36849"/>
                  </a:lnTo>
                  <a:lnTo>
                    <a:pt x="39661" y="37001"/>
                  </a:lnTo>
                  <a:lnTo>
                    <a:pt x="39072" y="37169"/>
                  </a:lnTo>
                  <a:lnTo>
                    <a:pt x="38461" y="37355"/>
                  </a:lnTo>
                  <a:lnTo>
                    <a:pt x="37823" y="37557"/>
                  </a:lnTo>
                  <a:lnTo>
                    <a:pt x="37158" y="37776"/>
                  </a:lnTo>
                  <a:lnTo>
                    <a:pt x="36466" y="38011"/>
                  </a:lnTo>
                  <a:lnTo>
                    <a:pt x="35747" y="38264"/>
                  </a:lnTo>
                  <a:lnTo>
                    <a:pt x="35001" y="38533"/>
                  </a:lnTo>
                  <a:lnTo>
                    <a:pt x="34228" y="38819"/>
                  </a:lnTo>
                  <a:lnTo>
                    <a:pt x="33428" y="39123"/>
                  </a:lnTo>
                  <a:lnTo>
                    <a:pt x="32601" y="39442"/>
                  </a:lnTo>
                  <a:lnTo>
                    <a:pt x="31748" y="39779"/>
                  </a:lnTo>
                  <a:lnTo>
                    <a:pt x="30887" y="40119"/>
                  </a:lnTo>
                  <a:lnTo>
                    <a:pt x="30038" y="40448"/>
                  </a:lnTo>
                  <a:lnTo>
                    <a:pt x="29203" y="40766"/>
                  </a:lnTo>
                  <a:lnTo>
                    <a:pt x="28380" y="41072"/>
                  </a:lnTo>
                  <a:lnTo>
                    <a:pt x="27570" y="41368"/>
                  </a:lnTo>
                  <a:lnTo>
                    <a:pt x="26772" y="41653"/>
                  </a:lnTo>
                  <a:lnTo>
                    <a:pt x="25987" y="41927"/>
                  </a:lnTo>
                  <a:lnTo>
                    <a:pt x="25214" y="42190"/>
                  </a:lnTo>
                  <a:lnTo>
                    <a:pt x="24455" y="42443"/>
                  </a:lnTo>
                  <a:lnTo>
                    <a:pt x="23707" y="42684"/>
                  </a:lnTo>
                  <a:lnTo>
                    <a:pt x="22979" y="42901"/>
                  </a:lnTo>
                  <a:lnTo>
                    <a:pt x="22259" y="43098"/>
                  </a:lnTo>
                  <a:lnTo>
                    <a:pt x="21548" y="43275"/>
                  </a:lnTo>
                  <a:lnTo>
                    <a:pt x="20845" y="43431"/>
                  </a:lnTo>
                  <a:lnTo>
                    <a:pt x="20150" y="43568"/>
                  </a:lnTo>
                  <a:lnTo>
                    <a:pt x="19464" y="43684"/>
                  </a:lnTo>
                  <a:lnTo>
                    <a:pt x="18786" y="43780"/>
                  </a:lnTo>
                  <a:lnTo>
                    <a:pt x="18117" y="43856"/>
                  </a:lnTo>
                  <a:lnTo>
                    <a:pt x="17456" y="43911"/>
                  </a:lnTo>
                  <a:lnTo>
                    <a:pt x="16804" y="43947"/>
                  </a:lnTo>
                  <a:lnTo>
                    <a:pt x="16158" y="43960"/>
                  </a:lnTo>
                  <a:lnTo>
                    <a:pt x="15519" y="43948"/>
                  </a:lnTo>
                  <a:lnTo>
                    <a:pt x="14886" y="43913"/>
                  </a:lnTo>
                  <a:lnTo>
                    <a:pt x="14258" y="43852"/>
                  </a:lnTo>
                  <a:lnTo>
                    <a:pt x="13636" y="43768"/>
                  </a:lnTo>
                  <a:lnTo>
                    <a:pt x="13020" y="43659"/>
                  </a:lnTo>
                  <a:lnTo>
                    <a:pt x="12410" y="43525"/>
                  </a:lnTo>
                  <a:lnTo>
                    <a:pt x="11806" y="43367"/>
                  </a:lnTo>
                  <a:lnTo>
                    <a:pt x="11208" y="43185"/>
                  </a:lnTo>
                  <a:lnTo>
                    <a:pt x="10616" y="42978"/>
                  </a:lnTo>
                  <a:lnTo>
                    <a:pt x="10028" y="42726"/>
                  </a:lnTo>
                  <a:lnTo>
                    <a:pt x="9442" y="42441"/>
                  </a:lnTo>
                  <a:lnTo>
                    <a:pt x="8859" y="42123"/>
                  </a:lnTo>
                  <a:lnTo>
                    <a:pt x="8279" y="41773"/>
                  </a:lnTo>
                  <a:lnTo>
                    <a:pt x="7701" y="41389"/>
                  </a:lnTo>
                  <a:lnTo>
                    <a:pt x="7125" y="40973"/>
                  </a:lnTo>
                  <a:lnTo>
                    <a:pt x="6552" y="40524"/>
                  </a:lnTo>
                  <a:lnTo>
                    <a:pt x="5982" y="40042"/>
                  </a:lnTo>
                  <a:lnTo>
                    <a:pt x="5414" y="39527"/>
                  </a:lnTo>
                  <a:lnTo>
                    <a:pt x="4849" y="38979"/>
                  </a:lnTo>
                  <a:lnTo>
                    <a:pt x="4278" y="38385"/>
                  </a:lnTo>
                  <a:lnTo>
                    <a:pt x="3743" y="37782"/>
                  </a:lnTo>
                  <a:lnTo>
                    <a:pt x="3244" y="37170"/>
                  </a:lnTo>
                  <a:lnTo>
                    <a:pt x="2781" y="36548"/>
                  </a:lnTo>
                  <a:lnTo>
                    <a:pt x="2355" y="35917"/>
                  </a:lnTo>
                  <a:lnTo>
                    <a:pt x="1964" y="35277"/>
                  </a:lnTo>
                  <a:lnTo>
                    <a:pt x="1610" y="34627"/>
                  </a:lnTo>
                  <a:lnTo>
                    <a:pt x="1293" y="33968"/>
                  </a:lnTo>
                  <a:lnTo>
                    <a:pt x="1011" y="33300"/>
                  </a:lnTo>
                  <a:lnTo>
                    <a:pt x="766" y="32623"/>
                  </a:lnTo>
                  <a:lnTo>
                    <a:pt x="555" y="31923"/>
                  </a:lnTo>
                  <a:lnTo>
                    <a:pt x="378" y="31219"/>
                  </a:lnTo>
                  <a:lnTo>
                    <a:pt x="235" y="30512"/>
                  </a:lnTo>
                  <a:lnTo>
                    <a:pt x="126" y="29801"/>
                  </a:lnTo>
                  <a:lnTo>
                    <a:pt x="50" y="29087"/>
                  </a:lnTo>
                  <a:lnTo>
                    <a:pt x="8" y="28370"/>
                  </a:lnTo>
                  <a:lnTo>
                    <a:pt x="0" y="27649"/>
                  </a:lnTo>
                  <a:lnTo>
                    <a:pt x="25" y="26925"/>
                  </a:lnTo>
                  <a:lnTo>
                    <a:pt x="84" y="26198"/>
                  </a:lnTo>
                  <a:lnTo>
                    <a:pt x="176" y="25467"/>
                  </a:lnTo>
                  <a:lnTo>
                    <a:pt x="302" y="24734"/>
                  </a:lnTo>
                  <a:lnTo>
                    <a:pt x="459" y="23999"/>
                  </a:lnTo>
                  <a:lnTo>
                    <a:pt x="649" y="23262"/>
                  </a:lnTo>
                  <a:lnTo>
                    <a:pt x="870" y="22524"/>
                  </a:lnTo>
                  <a:lnTo>
                    <a:pt x="1123" y="21784"/>
                  </a:lnTo>
                  <a:lnTo>
                    <a:pt x="1409" y="21042"/>
                  </a:lnTo>
                  <a:lnTo>
                    <a:pt x="1726" y="20299"/>
                  </a:lnTo>
                  <a:lnTo>
                    <a:pt x="2076" y="19553"/>
                  </a:lnTo>
                  <a:lnTo>
                    <a:pt x="2457" y="18807"/>
                  </a:lnTo>
                  <a:lnTo>
                    <a:pt x="2870" y="18058"/>
                  </a:lnTo>
                  <a:lnTo>
                    <a:pt x="3314" y="17310"/>
                  </a:lnTo>
                  <a:lnTo>
                    <a:pt x="3788" y="16565"/>
                  </a:lnTo>
                  <a:lnTo>
                    <a:pt x="4291" y="15822"/>
                  </a:lnTo>
                  <a:lnTo>
                    <a:pt x="4824" y="15081"/>
                  </a:lnTo>
                  <a:lnTo>
                    <a:pt x="5386" y="14343"/>
                  </a:lnTo>
                  <a:lnTo>
                    <a:pt x="5977" y="13608"/>
                  </a:lnTo>
                  <a:lnTo>
                    <a:pt x="6598" y="12875"/>
                  </a:lnTo>
                  <a:lnTo>
                    <a:pt x="7248" y="12145"/>
                  </a:lnTo>
                  <a:lnTo>
                    <a:pt x="7928" y="11417"/>
                  </a:lnTo>
                  <a:lnTo>
                    <a:pt x="8637" y="10692"/>
                  </a:lnTo>
                  <a:lnTo>
                    <a:pt x="9456" y="9891"/>
                  </a:lnTo>
                  <a:lnTo>
                    <a:pt x="10277" y="9122"/>
                  </a:lnTo>
                  <a:lnTo>
                    <a:pt x="11102" y="8386"/>
                  </a:lnTo>
                  <a:lnTo>
                    <a:pt x="11931" y="7681"/>
                  </a:lnTo>
                  <a:lnTo>
                    <a:pt x="12763" y="7008"/>
                  </a:lnTo>
                  <a:lnTo>
                    <a:pt x="13598" y="6368"/>
                  </a:lnTo>
                  <a:lnTo>
                    <a:pt x="14436" y="5759"/>
                  </a:lnTo>
                  <a:lnTo>
                    <a:pt x="15278" y="5182"/>
                  </a:lnTo>
                  <a:lnTo>
                    <a:pt x="16124" y="4638"/>
                  </a:lnTo>
                  <a:lnTo>
                    <a:pt x="16972" y="4125"/>
                  </a:lnTo>
                  <a:lnTo>
                    <a:pt x="17833" y="3629"/>
                  </a:lnTo>
                  <a:lnTo>
                    <a:pt x="18696" y="3152"/>
                  </a:lnTo>
                  <a:lnTo>
                    <a:pt x="19564" y="2693"/>
                  </a:lnTo>
                  <a:lnTo>
                    <a:pt x="20434" y="2252"/>
                  </a:lnTo>
                  <a:lnTo>
                    <a:pt x="21308" y="1831"/>
                  </a:lnTo>
                  <a:lnTo>
                    <a:pt x="22185" y="1427"/>
                  </a:lnTo>
                  <a:lnTo>
                    <a:pt x="23066" y="1043"/>
                  </a:lnTo>
                  <a:lnTo>
                    <a:pt x="23950" y="676"/>
                  </a:lnTo>
                  <a:lnTo>
                    <a:pt x="24837" y="329"/>
                  </a:lnTo>
                  <a:lnTo>
                    <a:pt x="25728" y="0"/>
                  </a:lnTo>
                  <a:lnTo>
                    <a:pt x="29264" y="8839"/>
                  </a:lnTo>
                  <a:lnTo>
                    <a:pt x="28474" y="9148"/>
                  </a:lnTo>
                  <a:lnTo>
                    <a:pt x="27688" y="9466"/>
                  </a:lnTo>
                  <a:lnTo>
                    <a:pt x="26905" y="9794"/>
                  </a:lnTo>
                  <a:lnTo>
                    <a:pt x="26125" y="10133"/>
                  </a:lnTo>
                  <a:lnTo>
                    <a:pt x="25349" y="10481"/>
                  </a:lnTo>
                  <a:lnTo>
                    <a:pt x="24576" y="10840"/>
                  </a:lnTo>
                  <a:lnTo>
                    <a:pt x="23807" y="11209"/>
                  </a:lnTo>
                  <a:lnTo>
                    <a:pt x="23041" y="11587"/>
                  </a:lnTo>
                  <a:lnTo>
                    <a:pt x="22278" y="11976"/>
                  </a:lnTo>
                  <a:lnTo>
                    <a:pt x="21518" y="12375"/>
                  </a:lnTo>
                  <a:lnTo>
                    <a:pt x="20769" y="12773"/>
                  </a:lnTo>
                  <a:lnTo>
                    <a:pt x="20035" y="13192"/>
                  </a:lnTo>
                  <a:lnTo>
                    <a:pt x="19317" y="13632"/>
                  </a:lnTo>
                  <a:lnTo>
                    <a:pt x="18616" y="14093"/>
                  </a:lnTo>
                  <a:lnTo>
                    <a:pt x="17930" y="14575"/>
                  </a:lnTo>
                  <a:lnTo>
                    <a:pt x="17260" y="15078"/>
                  </a:lnTo>
                  <a:lnTo>
                    <a:pt x="16606" y="15602"/>
                  </a:lnTo>
                  <a:lnTo>
                    <a:pt x="15969" y="16147"/>
                  </a:lnTo>
                  <a:lnTo>
                    <a:pt x="15347" y="16713"/>
                  </a:lnTo>
                  <a:lnTo>
                    <a:pt x="14741" y="17301"/>
                  </a:lnTo>
                  <a:lnTo>
                    <a:pt x="13919" y="18151"/>
                  </a:lnTo>
                  <a:lnTo>
                    <a:pt x="13170" y="18986"/>
                  </a:lnTo>
                  <a:lnTo>
                    <a:pt x="12495" y="19805"/>
                  </a:lnTo>
                  <a:lnTo>
                    <a:pt x="11892" y="20608"/>
                  </a:lnTo>
                  <a:lnTo>
                    <a:pt x="11363" y="21394"/>
                  </a:lnTo>
                  <a:lnTo>
                    <a:pt x="10907" y="22165"/>
                  </a:lnTo>
                  <a:lnTo>
                    <a:pt x="10525" y="22920"/>
                  </a:lnTo>
                  <a:lnTo>
                    <a:pt x="10215" y="23659"/>
                  </a:lnTo>
                  <a:lnTo>
                    <a:pt x="9979" y="24381"/>
                  </a:lnTo>
                  <a:lnTo>
                    <a:pt x="9816" y="25088"/>
                  </a:lnTo>
                  <a:lnTo>
                    <a:pt x="9714" y="25770"/>
                  </a:lnTo>
                  <a:lnTo>
                    <a:pt x="9678" y="26435"/>
                  </a:lnTo>
                  <a:lnTo>
                    <a:pt x="9707" y="27083"/>
                  </a:lnTo>
                  <a:lnTo>
                    <a:pt x="9803" y="27715"/>
                  </a:lnTo>
                  <a:lnTo>
                    <a:pt x="9963" y="28329"/>
                  </a:lnTo>
                  <a:lnTo>
                    <a:pt x="10190" y="28927"/>
                  </a:lnTo>
                  <a:lnTo>
                    <a:pt x="10482" y="29508"/>
                  </a:lnTo>
                  <a:lnTo>
                    <a:pt x="10840" y="30072"/>
                  </a:lnTo>
                  <a:lnTo>
                    <a:pt x="11263" y="30619"/>
                  </a:lnTo>
                  <a:lnTo>
                    <a:pt x="11752" y="31150"/>
                  </a:lnTo>
                  <a:lnTo>
                    <a:pt x="12048" y="31436"/>
                  </a:lnTo>
                  <a:lnTo>
                    <a:pt x="12345" y="31705"/>
                  </a:lnTo>
                  <a:lnTo>
                    <a:pt x="12644" y="31958"/>
                  </a:lnTo>
                  <a:lnTo>
                    <a:pt x="12945" y="32194"/>
                  </a:lnTo>
                  <a:lnTo>
                    <a:pt x="13247" y="32413"/>
                  </a:lnTo>
                  <a:lnTo>
                    <a:pt x="13551" y="32615"/>
                  </a:lnTo>
                  <a:lnTo>
                    <a:pt x="13856" y="32800"/>
                  </a:lnTo>
                  <a:lnTo>
                    <a:pt x="14164" y="32968"/>
                  </a:lnTo>
                  <a:lnTo>
                    <a:pt x="14473" y="33120"/>
                  </a:lnTo>
                  <a:lnTo>
                    <a:pt x="14783" y="33255"/>
                  </a:lnTo>
                  <a:lnTo>
                    <a:pt x="15109" y="33364"/>
                  </a:lnTo>
                  <a:lnTo>
                    <a:pt x="15445" y="33458"/>
                  </a:lnTo>
                  <a:lnTo>
                    <a:pt x="15792" y="33536"/>
                  </a:lnTo>
                  <a:lnTo>
                    <a:pt x="16150" y="33598"/>
                  </a:lnTo>
                  <a:lnTo>
                    <a:pt x="16520" y="33644"/>
                  </a:lnTo>
                  <a:lnTo>
                    <a:pt x="16900" y="33674"/>
                  </a:lnTo>
                  <a:lnTo>
                    <a:pt x="17291" y="33688"/>
                  </a:lnTo>
                  <a:lnTo>
                    <a:pt x="17693" y="33686"/>
                  </a:lnTo>
                  <a:lnTo>
                    <a:pt x="18106" y="33667"/>
                  </a:lnTo>
                  <a:lnTo>
                    <a:pt x="18530" y="33633"/>
                  </a:lnTo>
                  <a:lnTo>
                    <a:pt x="18967" y="33584"/>
                  </a:lnTo>
                  <a:lnTo>
                    <a:pt x="19422" y="33519"/>
                  </a:lnTo>
                  <a:lnTo>
                    <a:pt x="19894" y="33439"/>
                  </a:lnTo>
                  <a:lnTo>
                    <a:pt x="20382" y="33344"/>
                  </a:lnTo>
                  <a:lnTo>
                    <a:pt x="20887" y="33233"/>
                  </a:lnTo>
                  <a:lnTo>
                    <a:pt x="21409" y="33108"/>
                  </a:lnTo>
                  <a:lnTo>
                    <a:pt x="21948" y="32967"/>
                  </a:lnTo>
                  <a:lnTo>
                    <a:pt x="22503" y="32812"/>
                  </a:lnTo>
                  <a:lnTo>
                    <a:pt x="23076" y="32641"/>
                  </a:lnTo>
                  <a:lnTo>
                    <a:pt x="23665" y="32455"/>
                  </a:lnTo>
                  <a:lnTo>
                    <a:pt x="24267" y="32245"/>
                  </a:lnTo>
                  <a:lnTo>
                    <a:pt x="24893" y="32022"/>
                  </a:lnTo>
                  <a:lnTo>
                    <a:pt x="25543" y="31784"/>
                  </a:lnTo>
                  <a:lnTo>
                    <a:pt x="26218" y="31532"/>
                  </a:lnTo>
                  <a:lnTo>
                    <a:pt x="26917" y="31266"/>
                  </a:lnTo>
                  <a:lnTo>
                    <a:pt x="27641" y="30985"/>
                  </a:lnTo>
                  <a:lnTo>
                    <a:pt x="28389" y="30690"/>
                  </a:lnTo>
                  <a:lnTo>
                    <a:pt x="29161" y="30380"/>
                  </a:lnTo>
                  <a:lnTo>
                    <a:pt x="29958" y="30057"/>
                  </a:lnTo>
                  <a:lnTo>
                    <a:pt x="30779" y="29719"/>
                  </a:lnTo>
                  <a:lnTo>
                    <a:pt x="31631" y="29372"/>
                  </a:lnTo>
                  <a:lnTo>
                    <a:pt x="32470" y="29038"/>
                  </a:lnTo>
                  <a:lnTo>
                    <a:pt x="33295" y="28718"/>
                  </a:lnTo>
                  <a:lnTo>
                    <a:pt x="34107" y="28412"/>
                  </a:lnTo>
                  <a:lnTo>
                    <a:pt x="34905" y="28119"/>
                  </a:lnTo>
                  <a:lnTo>
                    <a:pt x="35689" y="27839"/>
                  </a:lnTo>
                  <a:lnTo>
                    <a:pt x="36460" y="27573"/>
                  </a:lnTo>
                  <a:lnTo>
                    <a:pt x="37218" y="27321"/>
                  </a:lnTo>
                  <a:lnTo>
                    <a:pt x="37962" y="27082"/>
                  </a:lnTo>
                  <a:lnTo>
                    <a:pt x="38693" y="26856"/>
                  </a:lnTo>
                  <a:lnTo>
                    <a:pt x="39422" y="26639"/>
                  </a:lnTo>
                  <a:lnTo>
                    <a:pt x="40143" y="26444"/>
                  </a:lnTo>
                  <a:lnTo>
                    <a:pt x="40856" y="26269"/>
                  </a:lnTo>
                  <a:lnTo>
                    <a:pt x="41562" y="26115"/>
                  </a:lnTo>
                  <a:lnTo>
                    <a:pt x="42261" y="25983"/>
                  </a:lnTo>
                  <a:lnTo>
                    <a:pt x="42952" y="25871"/>
                  </a:lnTo>
                  <a:lnTo>
                    <a:pt x="43635" y="25781"/>
                  </a:lnTo>
                  <a:lnTo>
                    <a:pt x="44310" y="25711"/>
                  </a:lnTo>
                  <a:lnTo>
                    <a:pt x="44978" y="25663"/>
                  </a:lnTo>
                  <a:lnTo>
                    <a:pt x="45639" y="25635"/>
                  </a:lnTo>
                  <a:lnTo>
                    <a:pt x="46284" y="25623"/>
                  </a:lnTo>
                  <a:lnTo>
                    <a:pt x="46922" y="25635"/>
                  </a:lnTo>
                  <a:lnTo>
                    <a:pt x="47553" y="25673"/>
                  </a:lnTo>
                  <a:lnTo>
                    <a:pt x="48178" y="25736"/>
                  </a:lnTo>
                  <a:lnTo>
                    <a:pt x="48796" y="25825"/>
                  </a:lnTo>
                  <a:lnTo>
                    <a:pt x="49407" y="25938"/>
                  </a:lnTo>
                  <a:lnTo>
                    <a:pt x="50012" y="26077"/>
                  </a:lnTo>
                  <a:lnTo>
                    <a:pt x="50609" y="26241"/>
                  </a:lnTo>
                  <a:lnTo>
                    <a:pt x="51200" y="26431"/>
                  </a:lnTo>
                  <a:lnTo>
                    <a:pt x="51785" y="26646"/>
                  </a:lnTo>
                  <a:lnTo>
                    <a:pt x="52365" y="26890"/>
                  </a:lnTo>
                  <a:lnTo>
                    <a:pt x="52943" y="27168"/>
                  </a:lnTo>
                  <a:lnTo>
                    <a:pt x="53520" y="27479"/>
                  </a:lnTo>
                  <a:lnTo>
                    <a:pt x="54095" y="27824"/>
                  </a:lnTo>
                  <a:lnTo>
                    <a:pt x="54668" y="28203"/>
                  </a:lnTo>
                  <a:lnTo>
                    <a:pt x="55240" y="28616"/>
                  </a:lnTo>
                  <a:lnTo>
                    <a:pt x="55810" y="29062"/>
                  </a:lnTo>
                  <a:lnTo>
                    <a:pt x="56378" y="29542"/>
                  </a:lnTo>
                  <a:lnTo>
                    <a:pt x="56945" y="3005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h158"/>
            <p:cNvSpPr/>
            <p:nvPr/>
          </p:nvSpPr>
          <p:spPr>
            <a:xfrm>
              <a:off x="8218756" y="6122717"/>
              <a:ext cx="72697" cy="59943"/>
            </a:xfrm>
            <a:custGeom>
              <a:avLst/>
              <a:pathLst>
                <a:path w="72697" h="59943">
                  <a:moveTo>
                    <a:pt x="61500" y="46725"/>
                  </a:moveTo>
                  <a:lnTo>
                    <a:pt x="61653" y="46571"/>
                  </a:lnTo>
                  <a:lnTo>
                    <a:pt x="61807" y="46412"/>
                  </a:lnTo>
                  <a:lnTo>
                    <a:pt x="61962" y="46248"/>
                  </a:lnTo>
                  <a:lnTo>
                    <a:pt x="62120" y="46078"/>
                  </a:lnTo>
                  <a:lnTo>
                    <a:pt x="62279" y="45904"/>
                  </a:lnTo>
                  <a:lnTo>
                    <a:pt x="62440" y="45725"/>
                  </a:lnTo>
                  <a:lnTo>
                    <a:pt x="62602" y="45540"/>
                  </a:lnTo>
                  <a:lnTo>
                    <a:pt x="62766" y="45351"/>
                  </a:lnTo>
                  <a:lnTo>
                    <a:pt x="62932" y="45156"/>
                  </a:lnTo>
                  <a:lnTo>
                    <a:pt x="63100" y="44957"/>
                  </a:lnTo>
                  <a:lnTo>
                    <a:pt x="63275" y="44747"/>
                  </a:lnTo>
                  <a:lnTo>
                    <a:pt x="63448" y="44538"/>
                  </a:lnTo>
                  <a:lnTo>
                    <a:pt x="63619" y="44329"/>
                  </a:lnTo>
                  <a:lnTo>
                    <a:pt x="63787" y="44122"/>
                  </a:lnTo>
                  <a:lnTo>
                    <a:pt x="63952" y="43915"/>
                  </a:lnTo>
                  <a:lnTo>
                    <a:pt x="64115" y="43709"/>
                  </a:lnTo>
                  <a:lnTo>
                    <a:pt x="64276" y="43504"/>
                  </a:lnTo>
                  <a:lnTo>
                    <a:pt x="64433" y="43300"/>
                  </a:lnTo>
                  <a:lnTo>
                    <a:pt x="64589" y="43097"/>
                  </a:lnTo>
                  <a:lnTo>
                    <a:pt x="64742" y="42894"/>
                  </a:lnTo>
                  <a:lnTo>
                    <a:pt x="64891" y="42693"/>
                  </a:lnTo>
                  <a:lnTo>
                    <a:pt x="65036" y="42495"/>
                  </a:lnTo>
                  <a:lnTo>
                    <a:pt x="65177" y="42299"/>
                  </a:lnTo>
                  <a:lnTo>
                    <a:pt x="65314" y="42106"/>
                  </a:lnTo>
                  <a:lnTo>
                    <a:pt x="65447" y="41916"/>
                  </a:lnTo>
                  <a:lnTo>
                    <a:pt x="65575" y="41727"/>
                  </a:lnTo>
                  <a:lnTo>
                    <a:pt x="65699" y="41542"/>
                  </a:lnTo>
                  <a:lnTo>
                    <a:pt x="65819" y="41359"/>
                  </a:lnTo>
                  <a:lnTo>
                    <a:pt x="65935" y="41178"/>
                  </a:lnTo>
                  <a:lnTo>
                    <a:pt x="66046" y="41000"/>
                  </a:lnTo>
                  <a:lnTo>
                    <a:pt x="66161" y="40819"/>
                  </a:lnTo>
                  <a:lnTo>
                    <a:pt x="66269" y="40646"/>
                  </a:lnTo>
                  <a:lnTo>
                    <a:pt x="66370" y="40482"/>
                  </a:lnTo>
                  <a:lnTo>
                    <a:pt x="66464" y="40326"/>
                  </a:lnTo>
                  <a:lnTo>
                    <a:pt x="66552" y="40179"/>
                  </a:lnTo>
                  <a:lnTo>
                    <a:pt x="66632" y="40040"/>
                  </a:lnTo>
                  <a:lnTo>
                    <a:pt x="66888" y="39569"/>
                  </a:lnTo>
                  <a:lnTo>
                    <a:pt x="72697" y="45378"/>
                  </a:lnTo>
                  <a:lnTo>
                    <a:pt x="72636" y="45541"/>
                  </a:lnTo>
                  <a:lnTo>
                    <a:pt x="72568" y="45710"/>
                  </a:lnTo>
                  <a:lnTo>
                    <a:pt x="72494" y="45884"/>
                  </a:lnTo>
                  <a:lnTo>
                    <a:pt x="72415" y="46065"/>
                  </a:lnTo>
                  <a:lnTo>
                    <a:pt x="72329" y="46251"/>
                  </a:lnTo>
                  <a:lnTo>
                    <a:pt x="72238" y="46444"/>
                  </a:lnTo>
                  <a:lnTo>
                    <a:pt x="72141" y="46642"/>
                  </a:lnTo>
                  <a:lnTo>
                    <a:pt x="72037" y="46846"/>
                  </a:lnTo>
                  <a:lnTo>
                    <a:pt x="71928" y="47056"/>
                  </a:lnTo>
                  <a:lnTo>
                    <a:pt x="71813" y="47272"/>
                  </a:lnTo>
                  <a:lnTo>
                    <a:pt x="71693" y="47492"/>
                  </a:lnTo>
                  <a:lnTo>
                    <a:pt x="71568" y="47713"/>
                  </a:lnTo>
                  <a:lnTo>
                    <a:pt x="71437" y="47936"/>
                  </a:lnTo>
                  <a:lnTo>
                    <a:pt x="71302" y="48161"/>
                  </a:lnTo>
                  <a:lnTo>
                    <a:pt x="71161" y="48388"/>
                  </a:lnTo>
                  <a:lnTo>
                    <a:pt x="71015" y="48616"/>
                  </a:lnTo>
                  <a:lnTo>
                    <a:pt x="70865" y="48846"/>
                  </a:lnTo>
                  <a:lnTo>
                    <a:pt x="70709" y="49077"/>
                  </a:lnTo>
                  <a:lnTo>
                    <a:pt x="70548" y="49310"/>
                  </a:lnTo>
                  <a:lnTo>
                    <a:pt x="70382" y="49545"/>
                  </a:lnTo>
                  <a:lnTo>
                    <a:pt x="70220" y="49789"/>
                  </a:lnTo>
                  <a:lnTo>
                    <a:pt x="70054" y="50032"/>
                  </a:lnTo>
                  <a:lnTo>
                    <a:pt x="69883" y="50274"/>
                  </a:lnTo>
                  <a:lnTo>
                    <a:pt x="69709" y="50515"/>
                  </a:lnTo>
                  <a:lnTo>
                    <a:pt x="69530" y="50755"/>
                  </a:lnTo>
                  <a:lnTo>
                    <a:pt x="69347" y="50995"/>
                  </a:lnTo>
                  <a:lnTo>
                    <a:pt x="69159" y="51234"/>
                  </a:lnTo>
                  <a:lnTo>
                    <a:pt x="68968" y="51472"/>
                  </a:lnTo>
                  <a:lnTo>
                    <a:pt x="68772" y="51709"/>
                  </a:lnTo>
                  <a:lnTo>
                    <a:pt x="68572" y="51945"/>
                  </a:lnTo>
                  <a:lnTo>
                    <a:pt x="68378" y="52187"/>
                  </a:lnTo>
                  <a:lnTo>
                    <a:pt x="68182" y="52426"/>
                  </a:lnTo>
                  <a:lnTo>
                    <a:pt x="67984" y="52662"/>
                  </a:lnTo>
                  <a:lnTo>
                    <a:pt x="67784" y="52894"/>
                  </a:lnTo>
                  <a:lnTo>
                    <a:pt x="67583" y="53123"/>
                  </a:lnTo>
                  <a:lnTo>
                    <a:pt x="67380" y="53349"/>
                  </a:lnTo>
                  <a:lnTo>
                    <a:pt x="67175" y="53571"/>
                  </a:lnTo>
                  <a:lnTo>
                    <a:pt x="66969" y="53790"/>
                  </a:lnTo>
                  <a:lnTo>
                    <a:pt x="66761" y="54006"/>
                  </a:lnTo>
                  <a:lnTo>
                    <a:pt x="66552" y="54218"/>
                  </a:lnTo>
                  <a:lnTo>
                    <a:pt x="66027" y="54729"/>
                  </a:lnTo>
                  <a:lnTo>
                    <a:pt x="65496" y="55220"/>
                  </a:lnTo>
                  <a:lnTo>
                    <a:pt x="64959" y="55689"/>
                  </a:lnTo>
                  <a:lnTo>
                    <a:pt x="64417" y="56137"/>
                  </a:lnTo>
                  <a:lnTo>
                    <a:pt x="63868" y="56565"/>
                  </a:lnTo>
                  <a:lnTo>
                    <a:pt x="63314" y="56971"/>
                  </a:lnTo>
                  <a:lnTo>
                    <a:pt x="62753" y="57356"/>
                  </a:lnTo>
                  <a:lnTo>
                    <a:pt x="62187" y="57720"/>
                  </a:lnTo>
                  <a:lnTo>
                    <a:pt x="61615" y="58063"/>
                  </a:lnTo>
                  <a:lnTo>
                    <a:pt x="61037" y="58385"/>
                  </a:lnTo>
                  <a:lnTo>
                    <a:pt x="60452" y="58681"/>
                  </a:lnTo>
                  <a:lnTo>
                    <a:pt x="59860" y="58946"/>
                  </a:lnTo>
                  <a:lnTo>
                    <a:pt x="59260" y="59180"/>
                  </a:lnTo>
                  <a:lnTo>
                    <a:pt x="58653" y="59382"/>
                  </a:lnTo>
                  <a:lnTo>
                    <a:pt x="58038" y="59553"/>
                  </a:lnTo>
                  <a:lnTo>
                    <a:pt x="57415" y="59694"/>
                  </a:lnTo>
                  <a:lnTo>
                    <a:pt x="56785" y="59803"/>
                  </a:lnTo>
                  <a:lnTo>
                    <a:pt x="56147" y="59880"/>
                  </a:lnTo>
                  <a:lnTo>
                    <a:pt x="55502" y="59927"/>
                  </a:lnTo>
                  <a:lnTo>
                    <a:pt x="54849" y="59943"/>
                  </a:lnTo>
                  <a:lnTo>
                    <a:pt x="54196" y="59916"/>
                  </a:lnTo>
                  <a:lnTo>
                    <a:pt x="53534" y="59853"/>
                  </a:lnTo>
                  <a:lnTo>
                    <a:pt x="52863" y="59755"/>
                  </a:lnTo>
                  <a:lnTo>
                    <a:pt x="52182" y="59619"/>
                  </a:lnTo>
                  <a:lnTo>
                    <a:pt x="51492" y="59448"/>
                  </a:lnTo>
                  <a:lnTo>
                    <a:pt x="50793" y="59241"/>
                  </a:lnTo>
                  <a:lnTo>
                    <a:pt x="50084" y="58997"/>
                  </a:lnTo>
                  <a:lnTo>
                    <a:pt x="49367" y="58717"/>
                  </a:lnTo>
                  <a:lnTo>
                    <a:pt x="48640" y="58401"/>
                  </a:lnTo>
                  <a:lnTo>
                    <a:pt x="47904" y="58048"/>
                  </a:lnTo>
                  <a:lnTo>
                    <a:pt x="47149" y="57646"/>
                  </a:lnTo>
                  <a:lnTo>
                    <a:pt x="46385" y="57196"/>
                  </a:lnTo>
                  <a:lnTo>
                    <a:pt x="45610" y="56700"/>
                  </a:lnTo>
                  <a:lnTo>
                    <a:pt x="44826" y="56156"/>
                  </a:lnTo>
                  <a:lnTo>
                    <a:pt x="44031" y="55565"/>
                  </a:lnTo>
                  <a:lnTo>
                    <a:pt x="43226" y="54927"/>
                  </a:lnTo>
                  <a:lnTo>
                    <a:pt x="42411" y="54241"/>
                  </a:lnTo>
                  <a:lnTo>
                    <a:pt x="41586" y="53509"/>
                  </a:lnTo>
                  <a:lnTo>
                    <a:pt x="40751" y="52729"/>
                  </a:lnTo>
                  <a:lnTo>
                    <a:pt x="39906" y="51903"/>
                  </a:lnTo>
                  <a:lnTo>
                    <a:pt x="13091" y="25088"/>
                  </a:lnTo>
                  <a:lnTo>
                    <a:pt x="6566" y="31613"/>
                  </a:lnTo>
                  <a:lnTo>
                    <a:pt x="3157" y="28203"/>
                  </a:lnTo>
                  <a:lnTo>
                    <a:pt x="6398" y="18395"/>
                  </a:lnTo>
                  <a:lnTo>
                    <a:pt x="0" y="5430"/>
                  </a:lnTo>
                  <a:lnTo>
                    <a:pt x="4419" y="1010"/>
                  </a:lnTo>
                  <a:lnTo>
                    <a:pt x="15027" y="11618"/>
                  </a:lnTo>
                  <a:lnTo>
                    <a:pt x="26646" y="0"/>
                  </a:lnTo>
                  <a:lnTo>
                    <a:pt x="32413" y="5767"/>
                  </a:lnTo>
                  <a:lnTo>
                    <a:pt x="20794" y="17385"/>
                  </a:lnTo>
                  <a:lnTo>
                    <a:pt x="47609" y="44199"/>
                  </a:lnTo>
                  <a:lnTo>
                    <a:pt x="48418" y="44983"/>
                  </a:lnTo>
                  <a:lnTo>
                    <a:pt x="49214" y="45699"/>
                  </a:lnTo>
                  <a:lnTo>
                    <a:pt x="49994" y="46350"/>
                  </a:lnTo>
                  <a:lnTo>
                    <a:pt x="50761" y="46934"/>
                  </a:lnTo>
                  <a:lnTo>
                    <a:pt x="51513" y="47451"/>
                  </a:lnTo>
                  <a:lnTo>
                    <a:pt x="52251" y="47902"/>
                  </a:lnTo>
                  <a:lnTo>
                    <a:pt x="52975" y="48286"/>
                  </a:lnTo>
                  <a:lnTo>
                    <a:pt x="53684" y="48604"/>
                  </a:lnTo>
                  <a:lnTo>
                    <a:pt x="54379" y="48855"/>
                  </a:lnTo>
                  <a:lnTo>
                    <a:pt x="55060" y="49040"/>
                  </a:lnTo>
                  <a:lnTo>
                    <a:pt x="55738" y="49146"/>
                  </a:lnTo>
                  <a:lnTo>
                    <a:pt x="56408" y="49177"/>
                  </a:lnTo>
                  <a:lnTo>
                    <a:pt x="57071" y="49132"/>
                  </a:lnTo>
                  <a:lnTo>
                    <a:pt x="57727" y="49013"/>
                  </a:lnTo>
                  <a:lnTo>
                    <a:pt x="58375" y="48819"/>
                  </a:lnTo>
                  <a:lnTo>
                    <a:pt x="59015" y="48550"/>
                  </a:lnTo>
                  <a:lnTo>
                    <a:pt x="59648" y="48206"/>
                  </a:lnTo>
                  <a:lnTo>
                    <a:pt x="60273" y="47787"/>
                  </a:lnTo>
                  <a:lnTo>
                    <a:pt x="60890" y="4729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h159"/>
            <p:cNvSpPr/>
            <p:nvPr/>
          </p:nvSpPr>
          <p:spPr>
            <a:xfrm>
              <a:off x="8254705" y="6087652"/>
              <a:ext cx="53881" cy="71982"/>
            </a:xfrm>
            <a:custGeom>
              <a:avLst/>
              <a:pathLst>
                <a:path w="53881" h="71982">
                  <a:moveTo>
                    <a:pt x="19153" y="4925"/>
                  </a:moveTo>
                  <a:lnTo>
                    <a:pt x="19401" y="4679"/>
                  </a:lnTo>
                  <a:lnTo>
                    <a:pt x="19658" y="4430"/>
                  </a:lnTo>
                  <a:lnTo>
                    <a:pt x="19923" y="4177"/>
                  </a:lnTo>
                  <a:lnTo>
                    <a:pt x="20197" y="3921"/>
                  </a:lnTo>
                  <a:lnTo>
                    <a:pt x="20479" y="3662"/>
                  </a:lnTo>
                  <a:lnTo>
                    <a:pt x="20769" y="3399"/>
                  </a:lnTo>
                  <a:lnTo>
                    <a:pt x="21068" y="3133"/>
                  </a:lnTo>
                  <a:lnTo>
                    <a:pt x="21375" y="2864"/>
                  </a:lnTo>
                  <a:lnTo>
                    <a:pt x="21691" y="2591"/>
                  </a:lnTo>
                  <a:lnTo>
                    <a:pt x="22015" y="2315"/>
                  </a:lnTo>
                  <a:lnTo>
                    <a:pt x="22332" y="2034"/>
                  </a:lnTo>
                  <a:lnTo>
                    <a:pt x="22643" y="1764"/>
                  </a:lnTo>
                  <a:lnTo>
                    <a:pt x="22948" y="1505"/>
                  </a:lnTo>
                  <a:lnTo>
                    <a:pt x="23248" y="1257"/>
                  </a:lnTo>
                  <a:lnTo>
                    <a:pt x="23541" y="1020"/>
                  </a:lnTo>
                  <a:lnTo>
                    <a:pt x="23829" y="794"/>
                  </a:lnTo>
                  <a:lnTo>
                    <a:pt x="24110" y="579"/>
                  </a:lnTo>
                  <a:lnTo>
                    <a:pt x="24386" y="375"/>
                  </a:lnTo>
                  <a:lnTo>
                    <a:pt x="24656" y="182"/>
                  </a:lnTo>
                  <a:lnTo>
                    <a:pt x="24920" y="0"/>
                  </a:lnTo>
                  <a:lnTo>
                    <a:pt x="30981" y="8082"/>
                  </a:lnTo>
                  <a:lnTo>
                    <a:pt x="30704" y="8277"/>
                  </a:lnTo>
                  <a:lnTo>
                    <a:pt x="30426" y="8476"/>
                  </a:lnTo>
                  <a:lnTo>
                    <a:pt x="30148" y="8678"/>
                  </a:lnTo>
                  <a:lnTo>
                    <a:pt x="29870" y="8883"/>
                  </a:lnTo>
                  <a:lnTo>
                    <a:pt x="29592" y="9092"/>
                  </a:lnTo>
                  <a:lnTo>
                    <a:pt x="29314" y="9304"/>
                  </a:lnTo>
                  <a:lnTo>
                    <a:pt x="29037" y="9520"/>
                  </a:lnTo>
                  <a:lnTo>
                    <a:pt x="28759" y="9739"/>
                  </a:lnTo>
                  <a:lnTo>
                    <a:pt x="28481" y="9961"/>
                  </a:lnTo>
                  <a:lnTo>
                    <a:pt x="28203" y="10186"/>
                  </a:lnTo>
                  <a:lnTo>
                    <a:pt x="27928" y="10397"/>
                  </a:lnTo>
                  <a:lnTo>
                    <a:pt x="27659" y="10609"/>
                  </a:lnTo>
                  <a:lnTo>
                    <a:pt x="27396" y="10822"/>
                  </a:lnTo>
                  <a:lnTo>
                    <a:pt x="27139" y="11035"/>
                  </a:lnTo>
                  <a:lnTo>
                    <a:pt x="26888" y="11249"/>
                  </a:lnTo>
                  <a:lnTo>
                    <a:pt x="26642" y="11464"/>
                  </a:lnTo>
                  <a:lnTo>
                    <a:pt x="26403" y="11680"/>
                  </a:lnTo>
                  <a:lnTo>
                    <a:pt x="26169" y="11897"/>
                  </a:lnTo>
                  <a:lnTo>
                    <a:pt x="25941" y="12115"/>
                  </a:lnTo>
                  <a:lnTo>
                    <a:pt x="25720" y="12333"/>
                  </a:lnTo>
                  <a:lnTo>
                    <a:pt x="25205" y="12870"/>
                  </a:lnTo>
                  <a:lnTo>
                    <a:pt x="24721" y="13419"/>
                  </a:lnTo>
                  <a:lnTo>
                    <a:pt x="24269" y="13981"/>
                  </a:lnTo>
                  <a:lnTo>
                    <a:pt x="23847" y="14556"/>
                  </a:lnTo>
                  <a:lnTo>
                    <a:pt x="23457" y="15143"/>
                  </a:lnTo>
                  <a:lnTo>
                    <a:pt x="23098" y="15743"/>
                  </a:lnTo>
                  <a:lnTo>
                    <a:pt x="22770" y="16355"/>
                  </a:lnTo>
                  <a:lnTo>
                    <a:pt x="22473" y="16981"/>
                  </a:lnTo>
                  <a:lnTo>
                    <a:pt x="22208" y="17618"/>
                  </a:lnTo>
                  <a:lnTo>
                    <a:pt x="21973" y="18269"/>
                  </a:lnTo>
                  <a:lnTo>
                    <a:pt x="21761" y="18921"/>
                  </a:lnTo>
                  <a:lnTo>
                    <a:pt x="21581" y="19580"/>
                  </a:lnTo>
                  <a:lnTo>
                    <a:pt x="21431" y="20248"/>
                  </a:lnTo>
                  <a:lnTo>
                    <a:pt x="21313" y="20922"/>
                  </a:lnTo>
                  <a:lnTo>
                    <a:pt x="21226" y="21605"/>
                  </a:lnTo>
                  <a:lnTo>
                    <a:pt x="21170" y="22295"/>
                  </a:lnTo>
                  <a:lnTo>
                    <a:pt x="21145" y="22992"/>
                  </a:lnTo>
                  <a:lnTo>
                    <a:pt x="21151" y="23697"/>
                  </a:lnTo>
                  <a:lnTo>
                    <a:pt x="21189" y="24410"/>
                  </a:lnTo>
                  <a:lnTo>
                    <a:pt x="21257" y="25130"/>
                  </a:lnTo>
                  <a:lnTo>
                    <a:pt x="21357" y="25839"/>
                  </a:lnTo>
                  <a:lnTo>
                    <a:pt x="21486" y="26551"/>
                  </a:lnTo>
                  <a:lnTo>
                    <a:pt x="21646" y="27267"/>
                  </a:lnTo>
                  <a:lnTo>
                    <a:pt x="21837" y="27986"/>
                  </a:lnTo>
                  <a:lnTo>
                    <a:pt x="22057" y="28708"/>
                  </a:lnTo>
                  <a:lnTo>
                    <a:pt x="22308" y="29434"/>
                  </a:lnTo>
                  <a:lnTo>
                    <a:pt x="22589" y="30163"/>
                  </a:lnTo>
                  <a:lnTo>
                    <a:pt x="22901" y="30896"/>
                  </a:lnTo>
                  <a:lnTo>
                    <a:pt x="23243" y="31631"/>
                  </a:lnTo>
                  <a:lnTo>
                    <a:pt x="23615" y="32371"/>
                  </a:lnTo>
                  <a:lnTo>
                    <a:pt x="24017" y="33092"/>
                  </a:lnTo>
                  <a:lnTo>
                    <a:pt x="24448" y="33810"/>
                  </a:lnTo>
                  <a:lnTo>
                    <a:pt x="24909" y="34524"/>
                  </a:lnTo>
                  <a:lnTo>
                    <a:pt x="25400" y="35233"/>
                  </a:lnTo>
                  <a:lnTo>
                    <a:pt x="25919" y="35938"/>
                  </a:lnTo>
                  <a:lnTo>
                    <a:pt x="26469" y="36639"/>
                  </a:lnTo>
                  <a:lnTo>
                    <a:pt x="27048" y="37336"/>
                  </a:lnTo>
                  <a:lnTo>
                    <a:pt x="27656" y="38028"/>
                  </a:lnTo>
                  <a:lnTo>
                    <a:pt x="28294" y="38716"/>
                  </a:lnTo>
                  <a:lnTo>
                    <a:pt x="28961" y="39400"/>
                  </a:lnTo>
                  <a:lnTo>
                    <a:pt x="53881" y="64321"/>
                  </a:lnTo>
                  <a:lnTo>
                    <a:pt x="46220" y="71982"/>
                  </a:lnTo>
                  <a:lnTo>
                    <a:pt x="0" y="25762"/>
                  </a:lnTo>
                  <a:lnTo>
                    <a:pt x="6230" y="19532"/>
                  </a:lnTo>
                  <a:lnTo>
                    <a:pt x="15617" y="27067"/>
                  </a:lnTo>
                  <a:lnTo>
                    <a:pt x="15953" y="26730"/>
                  </a:lnTo>
                  <a:lnTo>
                    <a:pt x="15804" y="26157"/>
                  </a:lnTo>
                  <a:lnTo>
                    <a:pt x="15661" y="25585"/>
                  </a:lnTo>
                  <a:lnTo>
                    <a:pt x="15522" y="25012"/>
                  </a:lnTo>
                  <a:lnTo>
                    <a:pt x="15388" y="24440"/>
                  </a:lnTo>
                  <a:lnTo>
                    <a:pt x="15259" y="23867"/>
                  </a:lnTo>
                  <a:lnTo>
                    <a:pt x="15135" y="23295"/>
                  </a:lnTo>
                  <a:lnTo>
                    <a:pt x="15016" y="22722"/>
                  </a:lnTo>
                  <a:lnTo>
                    <a:pt x="14903" y="22150"/>
                  </a:lnTo>
                  <a:lnTo>
                    <a:pt x="14794" y="21577"/>
                  </a:lnTo>
                  <a:lnTo>
                    <a:pt x="14691" y="21005"/>
                  </a:lnTo>
                  <a:lnTo>
                    <a:pt x="14605" y="20426"/>
                  </a:lnTo>
                  <a:lnTo>
                    <a:pt x="14532" y="19850"/>
                  </a:lnTo>
                  <a:lnTo>
                    <a:pt x="14473" y="19277"/>
                  </a:lnTo>
                  <a:lnTo>
                    <a:pt x="14428" y="18708"/>
                  </a:lnTo>
                  <a:lnTo>
                    <a:pt x="14396" y="18142"/>
                  </a:lnTo>
                  <a:lnTo>
                    <a:pt x="14377" y="17580"/>
                  </a:lnTo>
                  <a:lnTo>
                    <a:pt x="14372" y="17021"/>
                  </a:lnTo>
                  <a:lnTo>
                    <a:pt x="14381" y="16465"/>
                  </a:lnTo>
                  <a:lnTo>
                    <a:pt x="14403" y="15913"/>
                  </a:lnTo>
                  <a:lnTo>
                    <a:pt x="14438" y="15364"/>
                  </a:lnTo>
                  <a:lnTo>
                    <a:pt x="14489" y="14802"/>
                  </a:lnTo>
                  <a:lnTo>
                    <a:pt x="14558" y="14244"/>
                  </a:lnTo>
                  <a:lnTo>
                    <a:pt x="14644" y="13691"/>
                  </a:lnTo>
                  <a:lnTo>
                    <a:pt x="14748" y="13142"/>
                  </a:lnTo>
                  <a:lnTo>
                    <a:pt x="14870" y="12596"/>
                  </a:lnTo>
                  <a:lnTo>
                    <a:pt x="15009" y="12055"/>
                  </a:lnTo>
                  <a:lnTo>
                    <a:pt x="15166" y="11519"/>
                  </a:lnTo>
                  <a:lnTo>
                    <a:pt x="15341" y="10986"/>
                  </a:lnTo>
                  <a:lnTo>
                    <a:pt x="15533" y="10458"/>
                  </a:lnTo>
                  <a:lnTo>
                    <a:pt x="15743" y="9934"/>
                  </a:lnTo>
                  <a:lnTo>
                    <a:pt x="15967" y="9406"/>
                  </a:lnTo>
                  <a:lnTo>
                    <a:pt x="16216" y="8885"/>
                  </a:lnTo>
                  <a:lnTo>
                    <a:pt x="16492" y="8369"/>
                  </a:lnTo>
                  <a:lnTo>
                    <a:pt x="16794" y="7859"/>
                  </a:lnTo>
                  <a:lnTo>
                    <a:pt x="17122" y="7356"/>
                  </a:lnTo>
                  <a:lnTo>
                    <a:pt x="17476" y="6858"/>
                  </a:lnTo>
                  <a:lnTo>
                    <a:pt x="17856" y="6366"/>
                  </a:lnTo>
                  <a:lnTo>
                    <a:pt x="18262" y="5879"/>
                  </a:lnTo>
                  <a:lnTo>
                    <a:pt x="18694" y="539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h160"/>
            <p:cNvSpPr/>
            <p:nvPr/>
          </p:nvSpPr>
          <p:spPr>
            <a:xfrm>
              <a:off x="8292212" y="6054292"/>
              <a:ext cx="74676" cy="68046"/>
            </a:xfrm>
            <a:custGeom>
              <a:avLst/>
              <a:pathLst>
                <a:path w="74676" h="68046">
                  <a:moveTo>
                    <a:pt x="69162" y="44894"/>
                  </a:moveTo>
                  <a:lnTo>
                    <a:pt x="61206" y="40053"/>
                  </a:lnTo>
                  <a:lnTo>
                    <a:pt x="60869" y="40390"/>
                  </a:lnTo>
                  <a:lnTo>
                    <a:pt x="60965" y="41041"/>
                  </a:lnTo>
                  <a:lnTo>
                    <a:pt x="61051" y="41683"/>
                  </a:lnTo>
                  <a:lnTo>
                    <a:pt x="61126" y="42314"/>
                  </a:lnTo>
                  <a:lnTo>
                    <a:pt x="61192" y="42936"/>
                  </a:lnTo>
                  <a:lnTo>
                    <a:pt x="61248" y="43547"/>
                  </a:lnTo>
                  <a:lnTo>
                    <a:pt x="61293" y="44148"/>
                  </a:lnTo>
                  <a:lnTo>
                    <a:pt x="61328" y="44739"/>
                  </a:lnTo>
                  <a:lnTo>
                    <a:pt x="61354" y="45320"/>
                  </a:lnTo>
                  <a:lnTo>
                    <a:pt x="61369" y="45891"/>
                  </a:lnTo>
                  <a:lnTo>
                    <a:pt x="61374" y="46451"/>
                  </a:lnTo>
                  <a:lnTo>
                    <a:pt x="61358" y="46996"/>
                  </a:lnTo>
                  <a:lnTo>
                    <a:pt x="61328" y="47537"/>
                  </a:lnTo>
                  <a:lnTo>
                    <a:pt x="61284" y="48074"/>
                  </a:lnTo>
                  <a:lnTo>
                    <a:pt x="61226" y="48607"/>
                  </a:lnTo>
                  <a:lnTo>
                    <a:pt x="61153" y="49135"/>
                  </a:lnTo>
                  <a:lnTo>
                    <a:pt x="61066" y="49659"/>
                  </a:lnTo>
                  <a:lnTo>
                    <a:pt x="60964" y="50179"/>
                  </a:lnTo>
                  <a:lnTo>
                    <a:pt x="60849" y="50694"/>
                  </a:lnTo>
                  <a:lnTo>
                    <a:pt x="60719" y="51206"/>
                  </a:lnTo>
                  <a:lnTo>
                    <a:pt x="60574" y="51713"/>
                  </a:lnTo>
                  <a:lnTo>
                    <a:pt x="60414" y="52217"/>
                  </a:lnTo>
                  <a:lnTo>
                    <a:pt x="60237" y="52720"/>
                  </a:lnTo>
                  <a:lnTo>
                    <a:pt x="60044" y="53221"/>
                  </a:lnTo>
                  <a:lnTo>
                    <a:pt x="59833" y="53720"/>
                  </a:lnTo>
                  <a:lnTo>
                    <a:pt x="59606" y="54218"/>
                  </a:lnTo>
                  <a:lnTo>
                    <a:pt x="59362" y="54714"/>
                  </a:lnTo>
                  <a:lnTo>
                    <a:pt x="59101" y="55208"/>
                  </a:lnTo>
                  <a:lnTo>
                    <a:pt x="58823" y="55700"/>
                  </a:lnTo>
                  <a:lnTo>
                    <a:pt x="58528" y="56191"/>
                  </a:lnTo>
                  <a:lnTo>
                    <a:pt x="58217" y="56680"/>
                  </a:lnTo>
                  <a:lnTo>
                    <a:pt x="57886" y="57171"/>
                  </a:lnTo>
                  <a:lnTo>
                    <a:pt x="57535" y="57665"/>
                  </a:lnTo>
                  <a:lnTo>
                    <a:pt x="57162" y="58164"/>
                  </a:lnTo>
                  <a:lnTo>
                    <a:pt x="56769" y="58667"/>
                  </a:lnTo>
                  <a:lnTo>
                    <a:pt x="56354" y="59174"/>
                  </a:lnTo>
                  <a:lnTo>
                    <a:pt x="55918" y="59686"/>
                  </a:lnTo>
                  <a:lnTo>
                    <a:pt x="55462" y="60202"/>
                  </a:lnTo>
                  <a:lnTo>
                    <a:pt x="54984" y="60721"/>
                  </a:lnTo>
                  <a:lnTo>
                    <a:pt x="54485" y="61246"/>
                  </a:lnTo>
                  <a:lnTo>
                    <a:pt x="53965" y="61774"/>
                  </a:lnTo>
                  <a:lnTo>
                    <a:pt x="53381" y="62342"/>
                  </a:lnTo>
                  <a:lnTo>
                    <a:pt x="52788" y="62883"/>
                  </a:lnTo>
                  <a:lnTo>
                    <a:pt x="52188" y="63399"/>
                  </a:lnTo>
                  <a:lnTo>
                    <a:pt x="51581" y="63889"/>
                  </a:lnTo>
                  <a:lnTo>
                    <a:pt x="50966" y="64352"/>
                  </a:lnTo>
                  <a:lnTo>
                    <a:pt x="50343" y="64790"/>
                  </a:lnTo>
                  <a:lnTo>
                    <a:pt x="49713" y="65201"/>
                  </a:lnTo>
                  <a:lnTo>
                    <a:pt x="49075" y="65586"/>
                  </a:lnTo>
                  <a:lnTo>
                    <a:pt x="48430" y="65945"/>
                  </a:lnTo>
                  <a:lnTo>
                    <a:pt x="47777" y="66278"/>
                  </a:lnTo>
                  <a:lnTo>
                    <a:pt x="47126" y="66591"/>
                  </a:lnTo>
                  <a:lnTo>
                    <a:pt x="46471" y="66874"/>
                  </a:lnTo>
                  <a:lnTo>
                    <a:pt x="45810" y="67127"/>
                  </a:lnTo>
                  <a:lnTo>
                    <a:pt x="45144" y="67349"/>
                  </a:lnTo>
                  <a:lnTo>
                    <a:pt x="44473" y="67541"/>
                  </a:lnTo>
                  <a:lnTo>
                    <a:pt x="43797" y="67702"/>
                  </a:lnTo>
                  <a:lnTo>
                    <a:pt x="43116" y="67834"/>
                  </a:lnTo>
                  <a:lnTo>
                    <a:pt x="42430" y="67935"/>
                  </a:lnTo>
                  <a:lnTo>
                    <a:pt x="41738" y="68006"/>
                  </a:lnTo>
                  <a:lnTo>
                    <a:pt x="41042" y="68046"/>
                  </a:lnTo>
                  <a:lnTo>
                    <a:pt x="40342" y="68038"/>
                  </a:lnTo>
                  <a:lnTo>
                    <a:pt x="39641" y="67999"/>
                  </a:lnTo>
                  <a:lnTo>
                    <a:pt x="38938" y="67927"/>
                  </a:lnTo>
                  <a:lnTo>
                    <a:pt x="38234" y="67824"/>
                  </a:lnTo>
                  <a:lnTo>
                    <a:pt x="37527" y="67688"/>
                  </a:lnTo>
                  <a:lnTo>
                    <a:pt x="36819" y="67521"/>
                  </a:lnTo>
                  <a:lnTo>
                    <a:pt x="36109" y="67321"/>
                  </a:lnTo>
                  <a:lnTo>
                    <a:pt x="35398" y="67090"/>
                  </a:lnTo>
                  <a:lnTo>
                    <a:pt x="34685" y="66826"/>
                  </a:lnTo>
                  <a:lnTo>
                    <a:pt x="33970" y="66531"/>
                  </a:lnTo>
                  <a:lnTo>
                    <a:pt x="33247" y="66191"/>
                  </a:lnTo>
                  <a:lnTo>
                    <a:pt x="32525" y="65813"/>
                  </a:lnTo>
                  <a:lnTo>
                    <a:pt x="31806" y="65397"/>
                  </a:lnTo>
                  <a:lnTo>
                    <a:pt x="31087" y="64941"/>
                  </a:lnTo>
                  <a:lnTo>
                    <a:pt x="30371" y="64447"/>
                  </a:lnTo>
                  <a:lnTo>
                    <a:pt x="29656" y="63914"/>
                  </a:lnTo>
                  <a:lnTo>
                    <a:pt x="28943" y="63342"/>
                  </a:lnTo>
                  <a:lnTo>
                    <a:pt x="28232" y="62732"/>
                  </a:lnTo>
                  <a:lnTo>
                    <a:pt x="27522" y="62083"/>
                  </a:lnTo>
                  <a:lnTo>
                    <a:pt x="26814" y="61395"/>
                  </a:lnTo>
                  <a:lnTo>
                    <a:pt x="25514" y="59998"/>
                  </a:lnTo>
                  <a:lnTo>
                    <a:pt x="24374" y="58568"/>
                  </a:lnTo>
                  <a:lnTo>
                    <a:pt x="23395" y="57105"/>
                  </a:lnTo>
                  <a:lnTo>
                    <a:pt x="22578" y="55609"/>
                  </a:lnTo>
                  <a:lnTo>
                    <a:pt x="21920" y="54081"/>
                  </a:lnTo>
                  <a:lnTo>
                    <a:pt x="21424" y="52520"/>
                  </a:lnTo>
                  <a:lnTo>
                    <a:pt x="21089" y="50926"/>
                  </a:lnTo>
                  <a:lnTo>
                    <a:pt x="20914" y="49299"/>
                  </a:lnTo>
                  <a:lnTo>
                    <a:pt x="20900" y="47639"/>
                  </a:lnTo>
                  <a:lnTo>
                    <a:pt x="21047" y="45946"/>
                  </a:lnTo>
                  <a:lnTo>
                    <a:pt x="21367" y="44212"/>
                  </a:lnTo>
                  <a:lnTo>
                    <a:pt x="21855" y="42444"/>
                  </a:lnTo>
                  <a:lnTo>
                    <a:pt x="22512" y="40642"/>
                  </a:lnTo>
                  <a:lnTo>
                    <a:pt x="23337" y="38807"/>
                  </a:lnTo>
                  <a:lnTo>
                    <a:pt x="24330" y="36938"/>
                  </a:lnTo>
                  <a:lnTo>
                    <a:pt x="25492" y="35035"/>
                  </a:lnTo>
                  <a:lnTo>
                    <a:pt x="26822" y="33099"/>
                  </a:lnTo>
                  <a:lnTo>
                    <a:pt x="28321" y="31129"/>
                  </a:lnTo>
                  <a:lnTo>
                    <a:pt x="29988" y="29125"/>
                  </a:lnTo>
                  <a:lnTo>
                    <a:pt x="31823" y="27088"/>
                  </a:lnTo>
                  <a:lnTo>
                    <a:pt x="39274" y="19047"/>
                  </a:lnTo>
                  <a:lnTo>
                    <a:pt x="36370" y="16143"/>
                  </a:lnTo>
                  <a:lnTo>
                    <a:pt x="35808" y="15594"/>
                  </a:lnTo>
                  <a:lnTo>
                    <a:pt x="35253" y="15077"/>
                  </a:lnTo>
                  <a:lnTo>
                    <a:pt x="34704" y="14591"/>
                  </a:lnTo>
                  <a:lnTo>
                    <a:pt x="34160" y="14136"/>
                  </a:lnTo>
                  <a:lnTo>
                    <a:pt x="33623" y="13712"/>
                  </a:lnTo>
                  <a:lnTo>
                    <a:pt x="33091" y="13319"/>
                  </a:lnTo>
                  <a:lnTo>
                    <a:pt x="32565" y="12958"/>
                  </a:lnTo>
                  <a:lnTo>
                    <a:pt x="32046" y="12627"/>
                  </a:lnTo>
                  <a:lnTo>
                    <a:pt x="31532" y="12328"/>
                  </a:lnTo>
                  <a:lnTo>
                    <a:pt x="31023" y="12060"/>
                  </a:lnTo>
                  <a:lnTo>
                    <a:pt x="30528" y="11812"/>
                  </a:lnTo>
                  <a:lnTo>
                    <a:pt x="30037" y="11592"/>
                  </a:lnTo>
                  <a:lnTo>
                    <a:pt x="29548" y="11398"/>
                  </a:lnTo>
                  <a:lnTo>
                    <a:pt x="29064" y="11231"/>
                  </a:lnTo>
                  <a:lnTo>
                    <a:pt x="28582" y="11092"/>
                  </a:lnTo>
                  <a:lnTo>
                    <a:pt x="28104" y="10979"/>
                  </a:lnTo>
                  <a:lnTo>
                    <a:pt x="27629" y="10893"/>
                  </a:lnTo>
                  <a:lnTo>
                    <a:pt x="27157" y="10834"/>
                  </a:lnTo>
                  <a:lnTo>
                    <a:pt x="26689" y="10802"/>
                  </a:lnTo>
                  <a:lnTo>
                    <a:pt x="26225" y="10797"/>
                  </a:lnTo>
                  <a:lnTo>
                    <a:pt x="25762" y="10801"/>
                  </a:lnTo>
                  <a:lnTo>
                    <a:pt x="25302" y="10831"/>
                  </a:lnTo>
                  <a:lnTo>
                    <a:pt x="24843" y="10885"/>
                  </a:lnTo>
                  <a:lnTo>
                    <a:pt x="24386" y="10965"/>
                  </a:lnTo>
                  <a:lnTo>
                    <a:pt x="23930" y="11070"/>
                  </a:lnTo>
                  <a:lnTo>
                    <a:pt x="23477" y="11201"/>
                  </a:lnTo>
                  <a:lnTo>
                    <a:pt x="23025" y="11357"/>
                  </a:lnTo>
                  <a:lnTo>
                    <a:pt x="22574" y="11538"/>
                  </a:lnTo>
                  <a:lnTo>
                    <a:pt x="22125" y="11744"/>
                  </a:lnTo>
                  <a:lnTo>
                    <a:pt x="21678" y="11976"/>
                  </a:lnTo>
                  <a:lnTo>
                    <a:pt x="21241" y="12221"/>
                  </a:lnTo>
                  <a:lnTo>
                    <a:pt x="20803" y="12487"/>
                  </a:lnTo>
                  <a:lnTo>
                    <a:pt x="20365" y="12774"/>
                  </a:lnTo>
                  <a:lnTo>
                    <a:pt x="19927" y="13080"/>
                  </a:lnTo>
                  <a:lnTo>
                    <a:pt x="19489" y="13407"/>
                  </a:lnTo>
                  <a:lnTo>
                    <a:pt x="19052" y="13754"/>
                  </a:lnTo>
                  <a:lnTo>
                    <a:pt x="18614" y="14121"/>
                  </a:lnTo>
                  <a:lnTo>
                    <a:pt x="18176" y="14508"/>
                  </a:lnTo>
                  <a:lnTo>
                    <a:pt x="17738" y="14915"/>
                  </a:lnTo>
                  <a:lnTo>
                    <a:pt x="17301" y="15343"/>
                  </a:lnTo>
                  <a:lnTo>
                    <a:pt x="16616" y="16047"/>
                  </a:lnTo>
                  <a:lnTo>
                    <a:pt x="15962" y="16763"/>
                  </a:lnTo>
                  <a:lnTo>
                    <a:pt x="15337" y="17489"/>
                  </a:lnTo>
                  <a:lnTo>
                    <a:pt x="14741" y="18226"/>
                  </a:lnTo>
                  <a:lnTo>
                    <a:pt x="14175" y="18974"/>
                  </a:lnTo>
                  <a:lnTo>
                    <a:pt x="13638" y="19733"/>
                  </a:lnTo>
                  <a:lnTo>
                    <a:pt x="13131" y="20503"/>
                  </a:lnTo>
                  <a:lnTo>
                    <a:pt x="12653" y="21284"/>
                  </a:lnTo>
                  <a:lnTo>
                    <a:pt x="12205" y="22075"/>
                  </a:lnTo>
                  <a:lnTo>
                    <a:pt x="11786" y="22878"/>
                  </a:lnTo>
                  <a:lnTo>
                    <a:pt x="11397" y="23680"/>
                  </a:lnTo>
                  <a:lnTo>
                    <a:pt x="11020" y="24486"/>
                  </a:lnTo>
                  <a:lnTo>
                    <a:pt x="10656" y="25296"/>
                  </a:lnTo>
                  <a:lnTo>
                    <a:pt x="10304" y="26111"/>
                  </a:lnTo>
                  <a:lnTo>
                    <a:pt x="9965" y="26930"/>
                  </a:lnTo>
                  <a:lnTo>
                    <a:pt x="9639" y="27753"/>
                  </a:lnTo>
                  <a:lnTo>
                    <a:pt x="9326" y="28580"/>
                  </a:lnTo>
                  <a:lnTo>
                    <a:pt x="9025" y="29411"/>
                  </a:lnTo>
                  <a:lnTo>
                    <a:pt x="8736" y="30247"/>
                  </a:lnTo>
                  <a:lnTo>
                    <a:pt x="8461" y="31087"/>
                  </a:lnTo>
                  <a:lnTo>
                    <a:pt x="0" y="28014"/>
                  </a:lnTo>
                  <a:lnTo>
                    <a:pt x="298" y="27052"/>
                  </a:lnTo>
                  <a:lnTo>
                    <a:pt x="621" y="26086"/>
                  </a:lnTo>
                  <a:lnTo>
                    <a:pt x="968" y="25115"/>
                  </a:lnTo>
                  <a:lnTo>
                    <a:pt x="1340" y="24141"/>
                  </a:lnTo>
                  <a:lnTo>
                    <a:pt x="1736" y="23162"/>
                  </a:lnTo>
                  <a:lnTo>
                    <a:pt x="2156" y="22179"/>
                  </a:lnTo>
                  <a:lnTo>
                    <a:pt x="2601" y="21192"/>
                  </a:lnTo>
                  <a:lnTo>
                    <a:pt x="3071" y="20201"/>
                  </a:lnTo>
                  <a:lnTo>
                    <a:pt x="3565" y="19205"/>
                  </a:lnTo>
                  <a:lnTo>
                    <a:pt x="4083" y="18206"/>
                  </a:lnTo>
                  <a:lnTo>
                    <a:pt x="4629" y="17212"/>
                  </a:lnTo>
                  <a:lnTo>
                    <a:pt x="5206" y="16234"/>
                  </a:lnTo>
                  <a:lnTo>
                    <a:pt x="5814" y="15272"/>
                  </a:lnTo>
                  <a:lnTo>
                    <a:pt x="6453" y="14326"/>
                  </a:lnTo>
                  <a:lnTo>
                    <a:pt x="7124" y="13396"/>
                  </a:lnTo>
                  <a:lnTo>
                    <a:pt x="7826" y="12482"/>
                  </a:lnTo>
                  <a:lnTo>
                    <a:pt x="8559" y="11584"/>
                  </a:lnTo>
                  <a:lnTo>
                    <a:pt x="9323" y="10703"/>
                  </a:lnTo>
                  <a:lnTo>
                    <a:pt x="10118" y="9837"/>
                  </a:lnTo>
                  <a:lnTo>
                    <a:pt x="10944" y="8987"/>
                  </a:lnTo>
                  <a:lnTo>
                    <a:pt x="11800" y="8149"/>
                  </a:lnTo>
                  <a:lnTo>
                    <a:pt x="12650" y="7352"/>
                  </a:lnTo>
                  <a:lnTo>
                    <a:pt x="13494" y="6596"/>
                  </a:lnTo>
                  <a:lnTo>
                    <a:pt x="14332" y="5882"/>
                  </a:lnTo>
                  <a:lnTo>
                    <a:pt x="15164" y="5209"/>
                  </a:lnTo>
                  <a:lnTo>
                    <a:pt x="15991" y="4577"/>
                  </a:lnTo>
                  <a:lnTo>
                    <a:pt x="16811" y="3986"/>
                  </a:lnTo>
                  <a:lnTo>
                    <a:pt x="17625" y="3437"/>
                  </a:lnTo>
                  <a:lnTo>
                    <a:pt x="18434" y="2929"/>
                  </a:lnTo>
                  <a:lnTo>
                    <a:pt x="19237" y="2462"/>
                  </a:lnTo>
                  <a:lnTo>
                    <a:pt x="20036" y="2021"/>
                  </a:lnTo>
                  <a:lnTo>
                    <a:pt x="20833" y="1624"/>
                  </a:lnTo>
                  <a:lnTo>
                    <a:pt x="21629" y="1270"/>
                  </a:lnTo>
                  <a:lnTo>
                    <a:pt x="22423" y="960"/>
                  </a:lnTo>
                  <a:lnTo>
                    <a:pt x="23215" y="694"/>
                  </a:lnTo>
                  <a:lnTo>
                    <a:pt x="24005" y="472"/>
                  </a:lnTo>
                  <a:lnTo>
                    <a:pt x="24794" y="293"/>
                  </a:lnTo>
                  <a:lnTo>
                    <a:pt x="25581" y="159"/>
                  </a:lnTo>
                  <a:lnTo>
                    <a:pt x="26367" y="68"/>
                  </a:lnTo>
                  <a:lnTo>
                    <a:pt x="27151" y="21"/>
                  </a:lnTo>
                  <a:lnTo>
                    <a:pt x="27934" y="0"/>
                  </a:lnTo>
                  <a:lnTo>
                    <a:pt x="28717" y="21"/>
                  </a:lnTo>
                  <a:lnTo>
                    <a:pt x="29500" y="84"/>
                  </a:lnTo>
                  <a:lnTo>
                    <a:pt x="30283" y="189"/>
                  </a:lnTo>
                  <a:lnTo>
                    <a:pt x="31066" y="336"/>
                  </a:lnTo>
                  <a:lnTo>
                    <a:pt x="31849" y="526"/>
                  </a:lnTo>
                  <a:lnTo>
                    <a:pt x="32632" y="757"/>
                  </a:lnTo>
                  <a:lnTo>
                    <a:pt x="33414" y="1031"/>
                  </a:lnTo>
                  <a:lnTo>
                    <a:pt x="34197" y="1347"/>
                  </a:lnTo>
                  <a:lnTo>
                    <a:pt x="34980" y="1704"/>
                  </a:lnTo>
                  <a:lnTo>
                    <a:pt x="35765" y="2106"/>
                  </a:lnTo>
                  <a:lnTo>
                    <a:pt x="36555" y="2551"/>
                  </a:lnTo>
                  <a:lnTo>
                    <a:pt x="37348" y="3042"/>
                  </a:lnTo>
                  <a:lnTo>
                    <a:pt x="38146" y="3577"/>
                  </a:lnTo>
                  <a:lnTo>
                    <a:pt x="38948" y="4156"/>
                  </a:lnTo>
                  <a:lnTo>
                    <a:pt x="39754" y="4781"/>
                  </a:lnTo>
                  <a:lnTo>
                    <a:pt x="40564" y="5450"/>
                  </a:lnTo>
                  <a:lnTo>
                    <a:pt x="41379" y="6163"/>
                  </a:lnTo>
                  <a:lnTo>
                    <a:pt x="42198" y="6921"/>
                  </a:lnTo>
                  <a:lnTo>
                    <a:pt x="43021" y="7724"/>
                  </a:lnTo>
                  <a:lnTo>
                    <a:pt x="74676" y="39379"/>
                  </a:lnTo>
                  <a:close/>
                  <a:moveTo>
                    <a:pt x="49756" y="53607"/>
                  </a:moveTo>
                  <a:lnTo>
                    <a:pt x="50258" y="53090"/>
                  </a:lnTo>
                  <a:lnTo>
                    <a:pt x="50736" y="52563"/>
                  </a:lnTo>
                  <a:lnTo>
                    <a:pt x="51190" y="52029"/>
                  </a:lnTo>
                  <a:lnTo>
                    <a:pt x="51621" y="51486"/>
                  </a:lnTo>
                  <a:lnTo>
                    <a:pt x="52029" y="50934"/>
                  </a:lnTo>
                  <a:lnTo>
                    <a:pt x="52413" y="50375"/>
                  </a:lnTo>
                  <a:lnTo>
                    <a:pt x="52773" y="49806"/>
                  </a:lnTo>
                  <a:lnTo>
                    <a:pt x="53110" y="49230"/>
                  </a:lnTo>
                  <a:lnTo>
                    <a:pt x="53423" y="48644"/>
                  </a:lnTo>
                  <a:lnTo>
                    <a:pt x="53713" y="48051"/>
                  </a:lnTo>
                  <a:lnTo>
                    <a:pt x="53977" y="47451"/>
                  </a:lnTo>
                  <a:lnTo>
                    <a:pt x="54213" y="46847"/>
                  </a:lnTo>
                  <a:lnTo>
                    <a:pt x="54421" y="46239"/>
                  </a:lnTo>
                  <a:lnTo>
                    <a:pt x="54602" y="45626"/>
                  </a:lnTo>
                  <a:lnTo>
                    <a:pt x="54755" y="45010"/>
                  </a:lnTo>
                  <a:lnTo>
                    <a:pt x="54880" y="44389"/>
                  </a:lnTo>
                  <a:lnTo>
                    <a:pt x="54977" y="43764"/>
                  </a:lnTo>
                  <a:lnTo>
                    <a:pt x="55046" y="43134"/>
                  </a:lnTo>
                  <a:lnTo>
                    <a:pt x="55088" y="42501"/>
                  </a:lnTo>
                  <a:lnTo>
                    <a:pt x="55102" y="41863"/>
                  </a:lnTo>
                  <a:lnTo>
                    <a:pt x="55078" y="41214"/>
                  </a:lnTo>
                  <a:lnTo>
                    <a:pt x="55024" y="40563"/>
                  </a:lnTo>
                  <a:lnTo>
                    <a:pt x="54940" y="39911"/>
                  </a:lnTo>
                  <a:lnTo>
                    <a:pt x="54826" y="39256"/>
                  </a:lnTo>
                  <a:lnTo>
                    <a:pt x="54681" y="38601"/>
                  </a:lnTo>
                  <a:lnTo>
                    <a:pt x="54506" y="37943"/>
                  </a:lnTo>
                  <a:lnTo>
                    <a:pt x="54300" y="37284"/>
                  </a:lnTo>
                  <a:lnTo>
                    <a:pt x="54065" y="36623"/>
                  </a:lnTo>
                  <a:lnTo>
                    <a:pt x="53799" y="35960"/>
                  </a:lnTo>
                  <a:lnTo>
                    <a:pt x="53502" y="35296"/>
                  </a:lnTo>
                  <a:lnTo>
                    <a:pt x="53173" y="34615"/>
                  </a:lnTo>
                  <a:lnTo>
                    <a:pt x="52808" y="33936"/>
                  </a:lnTo>
                  <a:lnTo>
                    <a:pt x="52409" y="33258"/>
                  </a:lnTo>
                  <a:lnTo>
                    <a:pt x="51973" y="32582"/>
                  </a:lnTo>
                  <a:lnTo>
                    <a:pt x="51503" y="31907"/>
                  </a:lnTo>
                  <a:lnTo>
                    <a:pt x="50997" y="31235"/>
                  </a:lnTo>
                  <a:lnTo>
                    <a:pt x="50455" y="30564"/>
                  </a:lnTo>
                  <a:lnTo>
                    <a:pt x="49879" y="29894"/>
                  </a:lnTo>
                  <a:lnTo>
                    <a:pt x="49267" y="29227"/>
                  </a:lnTo>
                  <a:lnTo>
                    <a:pt x="48619" y="28561"/>
                  </a:lnTo>
                  <a:lnTo>
                    <a:pt x="44452" y="24394"/>
                  </a:lnTo>
                  <a:lnTo>
                    <a:pt x="38727" y="30708"/>
                  </a:lnTo>
                  <a:lnTo>
                    <a:pt x="38020" y="31492"/>
                  </a:lnTo>
                  <a:lnTo>
                    <a:pt x="37348" y="32262"/>
                  </a:lnTo>
                  <a:lnTo>
                    <a:pt x="36710" y="33018"/>
                  </a:lnTo>
                  <a:lnTo>
                    <a:pt x="36107" y="33759"/>
                  </a:lnTo>
                  <a:lnTo>
                    <a:pt x="35538" y="34486"/>
                  </a:lnTo>
                  <a:lnTo>
                    <a:pt x="35004" y="35198"/>
                  </a:lnTo>
                  <a:lnTo>
                    <a:pt x="34504" y="35897"/>
                  </a:lnTo>
                  <a:lnTo>
                    <a:pt x="34039" y="36581"/>
                  </a:lnTo>
                  <a:lnTo>
                    <a:pt x="33609" y="37251"/>
                  </a:lnTo>
                  <a:lnTo>
                    <a:pt x="33212" y="37906"/>
                  </a:lnTo>
                  <a:lnTo>
                    <a:pt x="32849" y="38550"/>
                  </a:lnTo>
                  <a:lnTo>
                    <a:pt x="32517" y="39184"/>
                  </a:lnTo>
                  <a:lnTo>
                    <a:pt x="32216" y="39809"/>
                  </a:lnTo>
                  <a:lnTo>
                    <a:pt x="31946" y="40425"/>
                  </a:lnTo>
                  <a:lnTo>
                    <a:pt x="31708" y="41032"/>
                  </a:lnTo>
                  <a:lnTo>
                    <a:pt x="31500" y="41629"/>
                  </a:lnTo>
                  <a:lnTo>
                    <a:pt x="31324" y="42217"/>
                  </a:lnTo>
                  <a:lnTo>
                    <a:pt x="31178" y="42796"/>
                  </a:lnTo>
                  <a:lnTo>
                    <a:pt x="31064" y="43365"/>
                  </a:lnTo>
                  <a:lnTo>
                    <a:pt x="30981" y="43926"/>
                  </a:lnTo>
                  <a:lnTo>
                    <a:pt x="30928" y="44461"/>
                  </a:lnTo>
                  <a:lnTo>
                    <a:pt x="30902" y="44991"/>
                  </a:lnTo>
                  <a:lnTo>
                    <a:pt x="30904" y="45516"/>
                  </a:lnTo>
                  <a:lnTo>
                    <a:pt x="30934" y="46034"/>
                  </a:lnTo>
                  <a:lnTo>
                    <a:pt x="30992" y="46546"/>
                  </a:lnTo>
                  <a:lnTo>
                    <a:pt x="31077" y="47052"/>
                  </a:lnTo>
                  <a:lnTo>
                    <a:pt x="31191" y="47553"/>
                  </a:lnTo>
                  <a:lnTo>
                    <a:pt x="31332" y="48048"/>
                  </a:lnTo>
                  <a:lnTo>
                    <a:pt x="31500" y="48536"/>
                  </a:lnTo>
                  <a:lnTo>
                    <a:pt x="31697" y="49019"/>
                  </a:lnTo>
                  <a:lnTo>
                    <a:pt x="31910" y="49488"/>
                  </a:lnTo>
                  <a:lnTo>
                    <a:pt x="32147" y="49954"/>
                  </a:lnTo>
                  <a:lnTo>
                    <a:pt x="32405" y="50415"/>
                  </a:lnTo>
                  <a:lnTo>
                    <a:pt x="32687" y="50871"/>
                  </a:lnTo>
                  <a:lnTo>
                    <a:pt x="32991" y="51324"/>
                  </a:lnTo>
                  <a:lnTo>
                    <a:pt x="33318" y="51772"/>
                  </a:lnTo>
                  <a:lnTo>
                    <a:pt x="33668" y="52216"/>
                  </a:lnTo>
                  <a:lnTo>
                    <a:pt x="34041" y="52656"/>
                  </a:lnTo>
                  <a:lnTo>
                    <a:pt x="34436" y="53092"/>
                  </a:lnTo>
                  <a:lnTo>
                    <a:pt x="34854" y="53523"/>
                  </a:lnTo>
                  <a:lnTo>
                    <a:pt x="35628" y="54257"/>
                  </a:lnTo>
                  <a:lnTo>
                    <a:pt x="36402" y="54909"/>
                  </a:lnTo>
                  <a:lnTo>
                    <a:pt x="37174" y="55479"/>
                  </a:lnTo>
                  <a:lnTo>
                    <a:pt x="37946" y="55968"/>
                  </a:lnTo>
                  <a:lnTo>
                    <a:pt x="38716" y="56375"/>
                  </a:lnTo>
                  <a:lnTo>
                    <a:pt x="39486" y="56701"/>
                  </a:lnTo>
                  <a:lnTo>
                    <a:pt x="40255" y="56944"/>
                  </a:lnTo>
                  <a:lnTo>
                    <a:pt x="41024" y="57106"/>
                  </a:lnTo>
                  <a:lnTo>
                    <a:pt x="41791" y="57187"/>
                  </a:lnTo>
                  <a:lnTo>
                    <a:pt x="42557" y="57185"/>
                  </a:lnTo>
                  <a:lnTo>
                    <a:pt x="43327" y="57104"/>
                  </a:lnTo>
                  <a:lnTo>
                    <a:pt x="44085" y="56962"/>
                  </a:lnTo>
                  <a:lnTo>
                    <a:pt x="44832" y="56757"/>
                  </a:lnTo>
                  <a:lnTo>
                    <a:pt x="45568" y="56492"/>
                  </a:lnTo>
                  <a:lnTo>
                    <a:pt x="46293" y="56165"/>
                  </a:lnTo>
                  <a:lnTo>
                    <a:pt x="47008" y="55776"/>
                  </a:lnTo>
                  <a:lnTo>
                    <a:pt x="47711" y="55326"/>
                  </a:lnTo>
                  <a:lnTo>
                    <a:pt x="48404" y="54815"/>
                  </a:lnTo>
                  <a:lnTo>
                    <a:pt x="49085" y="5424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h161"/>
            <p:cNvSpPr/>
            <p:nvPr/>
          </p:nvSpPr>
          <p:spPr>
            <a:xfrm>
              <a:off x="8334854" y="6004662"/>
              <a:ext cx="74785" cy="95534"/>
            </a:xfrm>
            <a:custGeom>
              <a:avLst/>
              <a:pathLst>
                <a:path w="74785" h="95534">
                  <a:moveTo>
                    <a:pt x="67941" y="54786"/>
                  </a:moveTo>
                  <a:lnTo>
                    <a:pt x="67443" y="55272"/>
                  </a:lnTo>
                  <a:lnTo>
                    <a:pt x="66944" y="55739"/>
                  </a:lnTo>
                  <a:lnTo>
                    <a:pt x="66443" y="56185"/>
                  </a:lnTo>
                  <a:lnTo>
                    <a:pt x="65940" y="56611"/>
                  </a:lnTo>
                  <a:lnTo>
                    <a:pt x="65436" y="57017"/>
                  </a:lnTo>
                  <a:lnTo>
                    <a:pt x="64930" y="57402"/>
                  </a:lnTo>
                  <a:lnTo>
                    <a:pt x="64422" y="57768"/>
                  </a:lnTo>
                  <a:lnTo>
                    <a:pt x="63913" y="58113"/>
                  </a:lnTo>
                  <a:lnTo>
                    <a:pt x="63402" y="58438"/>
                  </a:lnTo>
                  <a:lnTo>
                    <a:pt x="62889" y="58743"/>
                  </a:lnTo>
                  <a:lnTo>
                    <a:pt x="62376" y="59030"/>
                  </a:lnTo>
                  <a:lnTo>
                    <a:pt x="61864" y="59303"/>
                  </a:lnTo>
                  <a:lnTo>
                    <a:pt x="61352" y="59562"/>
                  </a:lnTo>
                  <a:lnTo>
                    <a:pt x="60842" y="59807"/>
                  </a:lnTo>
                  <a:lnTo>
                    <a:pt x="60332" y="60037"/>
                  </a:lnTo>
                  <a:lnTo>
                    <a:pt x="59823" y="60253"/>
                  </a:lnTo>
                  <a:lnTo>
                    <a:pt x="59315" y="60455"/>
                  </a:lnTo>
                  <a:lnTo>
                    <a:pt x="58808" y="60642"/>
                  </a:lnTo>
                  <a:lnTo>
                    <a:pt x="58301" y="60815"/>
                  </a:lnTo>
                  <a:lnTo>
                    <a:pt x="57796" y="60974"/>
                  </a:lnTo>
                  <a:lnTo>
                    <a:pt x="57291" y="61102"/>
                  </a:lnTo>
                  <a:lnTo>
                    <a:pt x="56787" y="61218"/>
                  </a:lnTo>
                  <a:lnTo>
                    <a:pt x="56284" y="61321"/>
                  </a:lnTo>
                  <a:lnTo>
                    <a:pt x="55782" y="61411"/>
                  </a:lnTo>
                  <a:lnTo>
                    <a:pt x="55281" y="61489"/>
                  </a:lnTo>
                  <a:lnTo>
                    <a:pt x="54780" y="61555"/>
                  </a:lnTo>
                  <a:lnTo>
                    <a:pt x="54281" y="61607"/>
                  </a:lnTo>
                  <a:lnTo>
                    <a:pt x="53782" y="61647"/>
                  </a:lnTo>
                  <a:lnTo>
                    <a:pt x="53284" y="61674"/>
                  </a:lnTo>
                  <a:lnTo>
                    <a:pt x="52787" y="61689"/>
                  </a:lnTo>
                  <a:lnTo>
                    <a:pt x="52300" y="61685"/>
                  </a:lnTo>
                  <a:lnTo>
                    <a:pt x="51815" y="61674"/>
                  </a:lnTo>
                  <a:lnTo>
                    <a:pt x="51333" y="61655"/>
                  </a:lnTo>
                  <a:lnTo>
                    <a:pt x="50854" y="61629"/>
                  </a:lnTo>
                  <a:lnTo>
                    <a:pt x="50377" y="61595"/>
                  </a:lnTo>
                  <a:lnTo>
                    <a:pt x="49902" y="61553"/>
                  </a:lnTo>
                  <a:lnTo>
                    <a:pt x="49430" y="61504"/>
                  </a:lnTo>
                  <a:lnTo>
                    <a:pt x="48961" y="61447"/>
                  </a:lnTo>
                  <a:lnTo>
                    <a:pt x="48494" y="61382"/>
                  </a:lnTo>
                  <a:lnTo>
                    <a:pt x="48030" y="61310"/>
                  </a:lnTo>
                  <a:lnTo>
                    <a:pt x="47525" y="61816"/>
                  </a:lnTo>
                  <a:lnTo>
                    <a:pt x="47835" y="62075"/>
                  </a:lnTo>
                  <a:lnTo>
                    <a:pt x="48143" y="62332"/>
                  </a:lnTo>
                  <a:lnTo>
                    <a:pt x="48448" y="62587"/>
                  </a:lnTo>
                  <a:lnTo>
                    <a:pt x="48751" y="62839"/>
                  </a:lnTo>
                  <a:lnTo>
                    <a:pt x="49051" y="63089"/>
                  </a:lnTo>
                  <a:lnTo>
                    <a:pt x="49348" y="63336"/>
                  </a:lnTo>
                  <a:lnTo>
                    <a:pt x="49643" y="63581"/>
                  </a:lnTo>
                  <a:lnTo>
                    <a:pt x="49936" y="63823"/>
                  </a:lnTo>
                  <a:lnTo>
                    <a:pt x="50226" y="64062"/>
                  </a:lnTo>
                  <a:lnTo>
                    <a:pt x="50513" y="64299"/>
                  </a:lnTo>
                  <a:lnTo>
                    <a:pt x="50750" y="64502"/>
                  </a:lnTo>
                  <a:lnTo>
                    <a:pt x="50988" y="64707"/>
                  </a:lnTo>
                  <a:lnTo>
                    <a:pt x="51228" y="64913"/>
                  </a:lnTo>
                  <a:lnTo>
                    <a:pt x="51470" y="65121"/>
                  </a:lnTo>
                  <a:lnTo>
                    <a:pt x="51713" y="65330"/>
                  </a:lnTo>
                  <a:lnTo>
                    <a:pt x="51958" y="65542"/>
                  </a:lnTo>
                  <a:lnTo>
                    <a:pt x="52205" y="65755"/>
                  </a:lnTo>
                  <a:lnTo>
                    <a:pt x="52453" y="65969"/>
                  </a:lnTo>
                  <a:lnTo>
                    <a:pt x="52703" y="66186"/>
                  </a:lnTo>
                  <a:lnTo>
                    <a:pt x="52955" y="66404"/>
                  </a:lnTo>
                  <a:lnTo>
                    <a:pt x="53194" y="66611"/>
                  </a:lnTo>
                  <a:lnTo>
                    <a:pt x="53421" y="66810"/>
                  </a:lnTo>
                  <a:lnTo>
                    <a:pt x="53638" y="67001"/>
                  </a:lnTo>
                  <a:lnTo>
                    <a:pt x="53844" y="67185"/>
                  </a:lnTo>
                  <a:lnTo>
                    <a:pt x="54039" y="67362"/>
                  </a:lnTo>
                  <a:lnTo>
                    <a:pt x="54223" y="67530"/>
                  </a:lnTo>
                  <a:lnTo>
                    <a:pt x="54396" y="67692"/>
                  </a:lnTo>
                  <a:lnTo>
                    <a:pt x="54558" y="67845"/>
                  </a:lnTo>
                  <a:lnTo>
                    <a:pt x="54709" y="67991"/>
                  </a:lnTo>
                  <a:lnTo>
                    <a:pt x="54849" y="68130"/>
                  </a:lnTo>
                  <a:lnTo>
                    <a:pt x="74592" y="87872"/>
                  </a:lnTo>
                  <a:lnTo>
                    <a:pt x="66930" y="95534"/>
                  </a:lnTo>
                  <a:lnTo>
                    <a:pt x="0" y="28603"/>
                  </a:lnTo>
                  <a:lnTo>
                    <a:pt x="6230" y="22373"/>
                  </a:lnTo>
                  <a:lnTo>
                    <a:pt x="13554" y="27508"/>
                  </a:lnTo>
                  <a:lnTo>
                    <a:pt x="13891" y="27171"/>
                  </a:lnTo>
                  <a:lnTo>
                    <a:pt x="13794" y="26683"/>
                  </a:lnTo>
                  <a:lnTo>
                    <a:pt x="13707" y="26193"/>
                  </a:lnTo>
                  <a:lnTo>
                    <a:pt x="13629" y="25703"/>
                  </a:lnTo>
                  <a:lnTo>
                    <a:pt x="13561" y="25211"/>
                  </a:lnTo>
                  <a:lnTo>
                    <a:pt x="13501" y="24719"/>
                  </a:lnTo>
                  <a:lnTo>
                    <a:pt x="13451" y="24226"/>
                  </a:lnTo>
                  <a:lnTo>
                    <a:pt x="13411" y="23733"/>
                  </a:lnTo>
                  <a:lnTo>
                    <a:pt x="13379" y="23238"/>
                  </a:lnTo>
                  <a:lnTo>
                    <a:pt x="13357" y="22743"/>
                  </a:lnTo>
                  <a:lnTo>
                    <a:pt x="13344" y="22246"/>
                  </a:lnTo>
                  <a:lnTo>
                    <a:pt x="13334" y="21741"/>
                  </a:lnTo>
                  <a:lnTo>
                    <a:pt x="13340" y="21236"/>
                  </a:lnTo>
                  <a:lnTo>
                    <a:pt x="13361" y="20731"/>
                  </a:lnTo>
                  <a:lnTo>
                    <a:pt x="13397" y="20226"/>
                  </a:lnTo>
                  <a:lnTo>
                    <a:pt x="13449" y="19721"/>
                  </a:lnTo>
                  <a:lnTo>
                    <a:pt x="13515" y="19215"/>
                  </a:lnTo>
                  <a:lnTo>
                    <a:pt x="13597" y="18710"/>
                  </a:lnTo>
                  <a:lnTo>
                    <a:pt x="13694" y="18205"/>
                  </a:lnTo>
                  <a:lnTo>
                    <a:pt x="13806" y="17700"/>
                  </a:lnTo>
                  <a:lnTo>
                    <a:pt x="13933" y="17195"/>
                  </a:lnTo>
                  <a:lnTo>
                    <a:pt x="14076" y="16673"/>
                  </a:lnTo>
                  <a:lnTo>
                    <a:pt x="14234" y="16153"/>
                  </a:lnTo>
                  <a:lnTo>
                    <a:pt x="14409" y="15633"/>
                  </a:lnTo>
                  <a:lnTo>
                    <a:pt x="14600" y="15114"/>
                  </a:lnTo>
                  <a:lnTo>
                    <a:pt x="14806" y="14596"/>
                  </a:lnTo>
                  <a:lnTo>
                    <a:pt x="15029" y="14078"/>
                  </a:lnTo>
                  <a:lnTo>
                    <a:pt x="15268" y="13562"/>
                  </a:lnTo>
                  <a:lnTo>
                    <a:pt x="15522" y="13046"/>
                  </a:lnTo>
                  <a:lnTo>
                    <a:pt x="15793" y="12531"/>
                  </a:lnTo>
                  <a:lnTo>
                    <a:pt x="16080" y="12017"/>
                  </a:lnTo>
                  <a:lnTo>
                    <a:pt x="16377" y="11496"/>
                  </a:lnTo>
                  <a:lnTo>
                    <a:pt x="16696" y="10977"/>
                  </a:lnTo>
                  <a:lnTo>
                    <a:pt x="17037" y="10459"/>
                  </a:lnTo>
                  <a:lnTo>
                    <a:pt x="17400" y="9943"/>
                  </a:lnTo>
                  <a:lnTo>
                    <a:pt x="17785" y="9428"/>
                  </a:lnTo>
                  <a:lnTo>
                    <a:pt x="18191" y="8916"/>
                  </a:lnTo>
                  <a:lnTo>
                    <a:pt x="18620" y="8405"/>
                  </a:lnTo>
                  <a:lnTo>
                    <a:pt x="19070" y="7895"/>
                  </a:lnTo>
                  <a:lnTo>
                    <a:pt x="19543" y="7388"/>
                  </a:lnTo>
                  <a:lnTo>
                    <a:pt x="20037" y="6882"/>
                  </a:lnTo>
                  <a:lnTo>
                    <a:pt x="20836" y="6113"/>
                  </a:lnTo>
                  <a:lnTo>
                    <a:pt x="21651" y="5388"/>
                  </a:lnTo>
                  <a:lnTo>
                    <a:pt x="22483" y="4708"/>
                  </a:lnTo>
                  <a:lnTo>
                    <a:pt x="23330" y="4073"/>
                  </a:lnTo>
                  <a:lnTo>
                    <a:pt x="24194" y="3482"/>
                  </a:lnTo>
                  <a:lnTo>
                    <a:pt x="25073" y="2936"/>
                  </a:lnTo>
                  <a:lnTo>
                    <a:pt x="25968" y="2435"/>
                  </a:lnTo>
                  <a:lnTo>
                    <a:pt x="26880" y="1978"/>
                  </a:lnTo>
                  <a:lnTo>
                    <a:pt x="27807" y="1566"/>
                  </a:lnTo>
                  <a:lnTo>
                    <a:pt x="28750" y="1199"/>
                  </a:lnTo>
                  <a:lnTo>
                    <a:pt x="29707" y="878"/>
                  </a:lnTo>
                  <a:lnTo>
                    <a:pt x="30675" y="608"/>
                  </a:lnTo>
                  <a:lnTo>
                    <a:pt x="31654" y="387"/>
                  </a:lnTo>
                  <a:lnTo>
                    <a:pt x="32643" y="215"/>
                  </a:lnTo>
                  <a:lnTo>
                    <a:pt x="33644" y="94"/>
                  </a:lnTo>
                  <a:lnTo>
                    <a:pt x="34655" y="22"/>
                  </a:lnTo>
                  <a:lnTo>
                    <a:pt x="35678" y="0"/>
                  </a:lnTo>
                  <a:lnTo>
                    <a:pt x="36711" y="27"/>
                  </a:lnTo>
                  <a:lnTo>
                    <a:pt x="37756" y="104"/>
                  </a:lnTo>
                  <a:lnTo>
                    <a:pt x="38811" y="231"/>
                  </a:lnTo>
                  <a:lnTo>
                    <a:pt x="39876" y="391"/>
                  </a:lnTo>
                  <a:lnTo>
                    <a:pt x="40949" y="601"/>
                  </a:lnTo>
                  <a:lnTo>
                    <a:pt x="42031" y="862"/>
                  </a:lnTo>
                  <a:lnTo>
                    <a:pt x="43122" y="1174"/>
                  </a:lnTo>
                  <a:lnTo>
                    <a:pt x="44220" y="1536"/>
                  </a:lnTo>
                  <a:lnTo>
                    <a:pt x="45327" y="1948"/>
                  </a:lnTo>
                  <a:lnTo>
                    <a:pt x="46443" y="2411"/>
                  </a:lnTo>
                  <a:lnTo>
                    <a:pt x="47567" y="2925"/>
                  </a:lnTo>
                  <a:lnTo>
                    <a:pt x="48699" y="3489"/>
                  </a:lnTo>
                  <a:lnTo>
                    <a:pt x="49840" y="4103"/>
                  </a:lnTo>
                  <a:lnTo>
                    <a:pt x="50987" y="4770"/>
                  </a:lnTo>
                  <a:lnTo>
                    <a:pt x="52137" y="5491"/>
                  </a:lnTo>
                  <a:lnTo>
                    <a:pt x="53290" y="6265"/>
                  </a:lnTo>
                  <a:lnTo>
                    <a:pt x="54447" y="7094"/>
                  </a:lnTo>
                  <a:lnTo>
                    <a:pt x="55607" y="7976"/>
                  </a:lnTo>
                  <a:lnTo>
                    <a:pt x="56770" y="8912"/>
                  </a:lnTo>
                  <a:lnTo>
                    <a:pt x="57937" y="9902"/>
                  </a:lnTo>
                  <a:lnTo>
                    <a:pt x="59108" y="10946"/>
                  </a:lnTo>
                  <a:lnTo>
                    <a:pt x="60281" y="12044"/>
                  </a:lnTo>
                  <a:lnTo>
                    <a:pt x="61458" y="13196"/>
                  </a:lnTo>
                  <a:lnTo>
                    <a:pt x="62618" y="14381"/>
                  </a:lnTo>
                  <a:lnTo>
                    <a:pt x="63725" y="15563"/>
                  </a:lnTo>
                  <a:lnTo>
                    <a:pt x="64777" y="16742"/>
                  </a:lnTo>
                  <a:lnTo>
                    <a:pt x="65775" y="17917"/>
                  </a:lnTo>
                  <a:lnTo>
                    <a:pt x="66720" y="19089"/>
                  </a:lnTo>
                  <a:lnTo>
                    <a:pt x="67611" y="20258"/>
                  </a:lnTo>
                  <a:lnTo>
                    <a:pt x="68448" y="21423"/>
                  </a:lnTo>
                  <a:lnTo>
                    <a:pt x="69231" y="22585"/>
                  </a:lnTo>
                  <a:lnTo>
                    <a:pt x="69960" y="23743"/>
                  </a:lnTo>
                  <a:lnTo>
                    <a:pt x="70635" y="24898"/>
                  </a:lnTo>
                  <a:lnTo>
                    <a:pt x="71250" y="26039"/>
                  </a:lnTo>
                  <a:lnTo>
                    <a:pt x="71815" y="27173"/>
                  </a:lnTo>
                  <a:lnTo>
                    <a:pt x="72331" y="28299"/>
                  </a:lnTo>
                  <a:lnTo>
                    <a:pt x="72797" y="29418"/>
                  </a:lnTo>
                  <a:lnTo>
                    <a:pt x="73213" y="30528"/>
                  </a:lnTo>
                  <a:lnTo>
                    <a:pt x="73580" y="31632"/>
                  </a:lnTo>
                  <a:lnTo>
                    <a:pt x="73897" y="32727"/>
                  </a:lnTo>
                  <a:lnTo>
                    <a:pt x="74164" y="33816"/>
                  </a:lnTo>
                  <a:lnTo>
                    <a:pt x="74382" y="34896"/>
                  </a:lnTo>
                  <a:lnTo>
                    <a:pt x="74550" y="35969"/>
                  </a:lnTo>
                  <a:lnTo>
                    <a:pt x="74677" y="37025"/>
                  </a:lnTo>
                  <a:lnTo>
                    <a:pt x="74755" y="38071"/>
                  </a:lnTo>
                  <a:lnTo>
                    <a:pt x="74785" y="39106"/>
                  </a:lnTo>
                  <a:lnTo>
                    <a:pt x="74765" y="40132"/>
                  </a:lnTo>
                  <a:lnTo>
                    <a:pt x="74697" y="41147"/>
                  </a:lnTo>
                  <a:lnTo>
                    <a:pt x="74580" y="42152"/>
                  </a:lnTo>
                  <a:lnTo>
                    <a:pt x="74414" y="43147"/>
                  </a:lnTo>
                  <a:lnTo>
                    <a:pt x="74199" y="44132"/>
                  </a:lnTo>
                  <a:lnTo>
                    <a:pt x="73936" y="45107"/>
                  </a:lnTo>
                  <a:lnTo>
                    <a:pt x="73624" y="46072"/>
                  </a:lnTo>
                  <a:lnTo>
                    <a:pt x="73256" y="47015"/>
                  </a:lnTo>
                  <a:lnTo>
                    <a:pt x="72844" y="47943"/>
                  </a:lnTo>
                  <a:lnTo>
                    <a:pt x="72387" y="48854"/>
                  </a:lnTo>
                  <a:lnTo>
                    <a:pt x="71886" y="49749"/>
                  </a:lnTo>
                  <a:lnTo>
                    <a:pt x="71340" y="50629"/>
                  </a:lnTo>
                  <a:lnTo>
                    <a:pt x="70749" y="51492"/>
                  </a:lnTo>
                  <a:lnTo>
                    <a:pt x="70114" y="52340"/>
                  </a:lnTo>
                  <a:lnTo>
                    <a:pt x="69434" y="53171"/>
                  </a:lnTo>
                  <a:lnTo>
                    <a:pt x="68710" y="53986"/>
                  </a:lnTo>
                  <a:close/>
                  <a:moveTo>
                    <a:pt x="24920" y="14711"/>
                  </a:moveTo>
                  <a:lnTo>
                    <a:pt x="24299" y="15351"/>
                  </a:lnTo>
                  <a:lnTo>
                    <a:pt x="23717" y="15991"/>
                  </a:lnTo>
                  <a:lnTo>
                    <a:pt x="23174" y="16631"/>
                  </a:lnTo>
                  <a:lnTo>
                    <a:pt x="22670" y="17271"/>
                  </a:lnTo>
                  <a:lnTo>
                    <a:pt x="22205" y="17910"/>
                  </a:lnTo>
                  <a:lnTo>
                    <a:pt x="21778" y="18550"/>
                  </a:lnTo>
                  <a:lnTo>
                    <a:pt x="21390" y="19190"/>
                  </a:lnTo>
                  <a:lnTo>
                    <a:pt x="21040" y="19830"/>
                  </a:lnTo>
                  <a:lnTo>
                    <a:pt x="20730" y="20470"/>
                  </a:lnTo>
                  <a:lnTo>
                    <a:pt x="20458" y="21110"/>
                  </a:lnTo>
                  <a:lnTo>
                    <a:pt x="20232" y="21743"/>
                  </a:lnTo>
                  <a:lnTo>
                    <a:pt x="20042" y="22381"/>
                  </a:lnTo>
                  <a:lnTo>
                    <a:pt x="19888" y="23023"/>
                  </a:lnTo>
                  <a:lnTo>
                    <a:pt x="19771" y="23669"/>
                  </a:lnTo>
                  <a:lnTo>
                    <a:pt x="19689" y="24319"/>
                  </a:lnTo>
                  <a:lnTo>
                    <a:pt x="19644" y="24974"/>
                  </a:lnTo>
                  <a:lnTo>
                    <a:pt x="19636" y="25633"/>
                  </a:lnTo>
                  <a:lnTo>
                    <a:pt x="19663" y="26296"/>
                  </a:lnTo>
                  <a:lnTo>
                    <a:pt x="19726" y="26963"/>
                  </a:lnTo>
                  <a:lnTo>
                    <a:pt x="19826" y="27634"/>
                  </a:lnTo>
                  <a:lnTo>
                    <a:pt x="19969" y="28302"/>
                  </a:lnTo>
                  <a:lnTo>
                    <a:pt x="20144" y="28976"/>
                  </a:lnTo>
                  <a:lnTo>
                    <a:pt x="20353" y="29656"/>
                  </a:lnTo>
                  <a:lnTo>
                    <a:pt x="20594" y="30342"/>
                  </a:lnTo>
                  <a:lnTo>
                    <a:pt x="20868" y="31034"/>
                  </a:lnTo>
                  <a:lnTo>
                    <a:pt x="21175" y="31731"/>
                  </a:lnTo>
                  <a:lnTo>
                    <a:pt x="21515" y="32435"/>
                  </a:lnTo>
                  <a:lnTo>
                    <a:pt x="21887" y="33144"/>
                  </a:lnTo>
                  <a:lnTo>
                    <a:pt x="22293" y="33859"/>
                  </a:lnTo>
                  <a:lnTo>
                    <a:pt x="22731" y="34580"/>
                  </a:lnTo>
                  <a:lnTo>
                    <a:pt x="23210" y="35301"/>
                  </a:lnTo>
                  <a:lnTo>
                    <a:pt x="23721" y="36032"/>
                  </a:lnTo>
                  <a:lnTo>
                    <a:pt x="24264" y="36772"/>
                  </a:lnTo>
                  <a:lnTo>
                    <a:pt x="24839" y="37523"/>
                  </a:lnTo>
                  <a:lnTo>
                    <a:pt x="25446" y="38284"/>
                  </a:lnTo>
                  <a:lnTo>
                    <a:pt x="26085" y="39056"/>
                  </a:lnTo>
                  <a:lnTo>
                    <a:pt x="26756" y="39837"/>
                  </a:lnTo>
                  <a:lnTo>
                    <a:pt x="27459" y="40628"/>
                  </a:lnTo>
                  <a:lnTo>
                    <a:pt x="28194" y="41430"/>
                  </a:lnTo>
                  <a:lnTo>
                    <a:pt x="28961" y="42241"/>
                  </a:lnTo>
                  <a:lnTo>
                    <a:pt x="30687" y="43967"/>
                  </a:lnTo>
                  <a:lnTo>
                    <a:pt x="31533" y="44803"/>
                  </a:lnTo>
                  <a:lnTo>
                    <a:pt x="32372" y="45609"/>
                  </a:lnTo>
                  <a:lnTo>
                    <a:pt x="33204" y="46386"/>
                  </a:lnTo>
                  <a:lnTo>
                    <a:pt x="34027" y="47133"/>
                  </a:lnTo>
                  <a:lnTo>
                    <a:pt x="34844" y="47851"/>
                  </a:lnTo>
                  <a:lnTo>
                    <a:pt x="35652" y="48539"/>
                  </a:lnTo>
                  <a:lnTo>
                    <a:pt x="36453" y="49198"/>
                  </a:lnTo>
                  <a:lnTo>
                    <a:pt x="37247" y="49827"/>
                  </a:lnTo>
                  <a:lnTo>
                    <a:pt x="38033" y="50427"/>
                  </a:lnTo>
                  <a:lnTo>
                    <a:pt x="38811" y="50997"/>
                  </a:lnTo>
                  <a:lnTo>
                    <a:pt x="39583" y="51518"/>
                  </a:lnTo>
                  <a:lnTo>
                    <a:pt x="40350" y="52004"/>
                  </a:lnTo>
                  <a:lnTo>
                    <a:pt x="41112" y="52454"/>
                  </a:lnTo>
                  <a:lnTo>
                    <a:pt x="41869" y="52869"/>
                  </a:lnTo>
                  <a:lnTo>
                    <a:pt x="42621" y="53249"/>
                  </a:lnTo>
                  <a:lnTo>
                    <a:pt x="43367" y="53594"/>
                  </a:lnTo>
                  <a:lnTo>
                    <a:pt x="44109" y="53903"/>
                  </a:lnTo>
                  <a:lnTo>
                    <a:pt x="44846" y="54176"/>
                  </a:lnTo>
                  <a:lnTo>
                    <a:pt x="45577" y="54414"/>
                  </a:lnTo>
                  <a:lnTo>
                    <a:pt x="46304" y="54617"/>
                  </a:lnTo>
                  <a:lnTo>
                    <a:pt x="47026" y="54766"/>
                  </a:lnTo>
                  <a:lnTo>
                    <a:pt x="47745" y="54877"/>
                  </a:lnTo>
                  <a:lnTo>
                    <a:pt x="48461" y="54948"/>
                  </a:lnTo>
                  <a:lnTo>
                    <a:pt x="49173" y="54981"/>
                  </a:lnTo>
                  <a:lnTo>
                    <a:pt x="49882" y="54975"/>
                  </a:lnTo>
                  <a:lnTo>
                    <a:pt x="50588" y="54930"/>
                  </a:lnTo>
                  <a:lnTo>
                    <a:pt x="51290" y="54847"/>
                  </a:lnTo>
                  <a:lnTo>
                    <a:pt x="51988" y="54725"/>
                  </a:lnTo>
                  <a:lnTo>
                    <a:pt x="52684" y="54564"/>
                  </a:lnTo>
                  <a:lnTo>
                    <a:pt x="53376" y="54365"/>
                  </a:lnTo>
                  <a:lnTo>
                    <a:pt x="54058" y="54115"/>
                  </a:lnTo>
                  <a:lnTo>
                    <a:pt x="54740" y="53819"/>
                  </a:lnTo>
                  <a:lnTo>
                    <a:pt x="55422" y="53478"/>
                  </a:lnTo>
                  <a:lnTo>
                    <a:pt x="56104" y="53092"/>
                  </a:lnTo>
                  <a:lnTo>
                    <a:pt x="56786" y="52660"/>
                  </a:lnTo>
                  <a:lnTo>
                    <a:pt x="57468" y="52183"/>
                  </a:lnTo>
                  <a:lnTo>
                    <a:pt x="58149" y="51660"/>
                  </a:lnTo>
                  <a:lnTo>
                    <a:pt x="58831" y="51091"/>
                  </a:lnTo>
                  <a:lnTo>
                    <a:pt x="59513" y="50478"/>
                  </a:lnTo>
                  <a:lnTo>
                    <a:pt x="60195" y="49818"/>
                  </a:lnTo>
                  <a:lnTo>
                    <a:pt x="61256" y="48666"/>
                  </a:lnTo>
                  <a:lnTo>
                    <a:pt x="62164" y="47483"/>
                  </a:lnTo>
                  <a:lnTo>
                    <a:pt x="62919" y="46269"/>
                  </a:lnTo>
                  <a:lnTo>
                    <a:pt x="63522" y="45023"/>
                  </a:lnTo>
                  <a:lnTo>
                    <a:pt x="63973" y="43746"/>
                  </a:lnTo>
                  <a:lnTo>
                    <a:pt x="64272" y="42438"/>
                  </a:lnTo>
                  <a:lnTo>
                    <a:pt x="64418" y="41099"/>
                  </a:lnTo>
                  <a:lnTo>
                    <a:pt x="64412" y="39729"/>
                  </a:lnTo>
                  <a:lnTo>
                    <a:pt x="64253" y="38328"/>
                  </a:lnTo>
                  <a:lnTo>
                    <a:pt x="63942" y="36895"/>
                  </a:lnTo>
                  <a:lnTo>
                    <a:pt x="63496" y="35426"/>
                  </a:lnTo>
                  <a:lnTo>
                    <a:pt x="62916" y="33930"/>
                  </a:lnTo>
                  <a:lnTo>
                    <a:pt x="62203" y="32408"/>
                  </a:lnTo>
                  <a:lnTo>
                    <a:pt x="61355" y="30861"/>
                  </a:lnTo>
                  <a:lnTo>
                    <a:pt x="60374" y="29287"/>
                  </a:lnTo>
                  <a:lnTo>
                    <a:pt x="59259" y="27687"/>
                  </a:lnTo>
                  <a:lnTo>
                    <a:pt x="58010" y="26060"/>
                  </a:lnTo>
                  <a:lnTo>
                    <a:pt x="56627" y="24408"/>
                  </a:lnTo>
                  <a:lnTo>
                    <a:pt x="55111" y="22730"/>
                  </a:lnTo>
                  <a:lnTo>
                    <a:pt x="53460" y="21026"/>
                  </a:lnTo>
                  <a:lnTo>
                    <a:pt x="51726" y="19345"/>
                  </a:lnTo>
                  <a:lnTo>
                    <a:pt x="50027" y="17808"/>
                  </a:lnTo>
                  <a:lnTo>
                    <a:pt x="48362" y="16412"/>
                  </a:lnTo>
                  <a:lnTo>
                    <a:pt x="46732" y="15159"/>
                  </a:lnTo>
                  <a:lnTo>
                    <a:pt x="45136" y="14048"/>
                  </a:lnTo>
                  <a:lnTo>
                    <a:pt x="43575" y="13080"/>
                  </a:lnTo>
                  <a:lnTo>
                    <a:pt x="42048" y="12253"/>
                  </a:lnTo>
                  <a:lnTo>
                    <a:pt x="40555" y="11569"/>
                  </a:lnTo>
                  <a:lnTo>
                    <a:pt x="39098" y="11028"/>
                  </a:lnTo>
                  <a:lnTo>
                    <a:pt x="37674" y="10628"/>
                  </a:lnTo>
                  <a:lnTo>
                    <a:pt x="36289" y="10366"/>
                  </a:lnTo>
                  <a:lnTo>
                    <a:pt x="34928" y="10253"/>
                  </a:lnTo>
                  <a:lnTo>
                    <a:pt x="33592" y="10288"/>
                  </a:lnTo>
                  <a:lnTo>
                    <a:pt x="32280" y="10473"/>
                  </a:lnTo>
                  <a:lnTo>
                    <a:pt x="30992" y="10807"/>
                  </a:lnTo>
                  <a:lnTo>
                    <a:pt x="29729" y="11290"/>
                  </a:lnTo>
                  <a:lnTo>
                    <a:pt x="28490" y="11922"/>
                  </a:lnTo>
                  <a:lnTo>
                    <a:pt x="27275" y="12702"/>
                  </a:lnTo>
                  <a:lnTo>
                    <a:pt x="26085" y="13632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h162"/>
            <p:cNvSpPr/>
            <p:nvPr/>
          </p:nvSpPr>
          <p:spPr>
            <a:xfrm>
              <a:off x="4706415" y="6626633"/>
              <a:ext cx="132754" cy="137517"/>
            </a:xfrm>
            <a:custGeom>
              <a:avLst/>
              <a:pathLst>
                <a:path w="132754" h="137517">
                  <a:moveTo>
                    <a:pt x="63698" y="0"/>
                  </a:moveTo>
                  <a:lnTo>
                    <a:pt x="65210" y="2393"/>
                  </a:lnTo>
                  <a:lnTo>
                    <a:pt x="66651" y="4810"/>
                  </a:lnTo>
                  <a:lnTo>
                    <a:pt x="68020" y="7250"/>
                  </a:lnTo>
                  <a:lnTo>
                    <a:pt x="69318" y="9715"/>
                  </a:lnTo>
                  <a:lnTo>
                    <a:pt x="70544" y="12203"/>
                  </a:lnTo>
                  <a:lnTo>
                    <a:pt x="71699" y="14716"/>
                  </a:lnTo>
                  <a:lnTo>
                    <a:pt x="72782" y="17252"/>
                  </a:lnTo>
                  <a:lnTo>
                    <a:pt x="73794" y="19812"/>
                  </a:lnTo>
                  <a:lnTo>
                    <a:pt x="74735" y="22395"/>
                  </a:lnTo>
                  <a:lnTo>
                    <a:pt x="75604" y="25003"/>
                  </a:lnTo>
                  <a:lnTo>
                    <a:pt x="132754" y="25003"/>
                  </a:lnTo>
                  <a:lnTo>
                    <a:pt x="132754" y="36314"/>
                  </a:lnTo>
                  <a:lnTo>
                    <a:pt x="51196" y="36314"/>
                  </a:lnTo>
                  <a:lnTo>
                    <a:pt x="51190" y="38909"/>
                  </a:lnTo>
                  <a:lnTo>
                    <a:pt x="51173" y="41457"/>
                  </a:lnTo>
                  <a:lnTo>
                    <a:pt x="51143" y="43957"/>
                  </a:lnTo>
                  <a:lnTo>
                    <a:pt x="51101" y="46410"/>
                  </a:lnTo>
                  <a:lnTo>
                    <a:pt x="51048" y="48815"/>
                  </a:lnTo>
                  <a:lnTo>
                    <a:pt x="50982" y="51173"/>
                  </a:lnTo>
                  <a:lnTo>
                    <a:pt x="50905" y="53482"/>
                  </a:lnTo>
                  <a:lnTo>
                    <a:pt x="50815" y="55745"/>
                  </a:lnTo>
                  <a:lnTo>
                    <a:pt x="50714" y="57959"/>
                  </a:lnTo>
                  <a:lnTo>
                    <a:pt x="50601" y="60126"/>
                  </a:lnTo>
                  <a:lnTo>
                    <a:pt x="117871" y="60126"/>
                  </a:lnTo>
                  <a:lnTo>
                    <a:pt x="117824" y="70866"/>
                  </a:lnTo>
                  <a:lnTo>
                    <a:pt x="117681" y="80700"/>
                  </a:lnTo>
                  <a:lnTo>
                    <a:pt x="117443" y="89630"/>
                  </a:lnTo>
                  <a:lnTo>
                    <a:pt x="117109" y="97655"/>
                  </a:lnTo>
                  <a:lnTo>
                    <a:pt x="116681" y="104775"/>
                  </a:lnTo>
                  <a:lnTo>
                    <a:pt x="116157" y="110990"/>
                  </a:lnTo>
                  <a:lnTo>
                    <a:pt x="115538" y="116300"/>
                  </a:lnTo>
                  <a:lnTo>
                    <a:pt x="114823" y="120705"/>
                  </a:lnTo>
                  <a:lnTo>
                    <a:pt x="114014" y="124206"/>
                  </a:lnTo>
                  <a:lnTo>
                    <a:pt x="113109" y="126801"/>
                  </a:lnTo>
                  <a:lnTo>
                    <a:pt x="112061" y="128837"/>
                  </a:lnTo>
                  <a:lnTo>
                    <a:pt x="110823" y="130659"/>
                  </a:lnTo>
                  <a:lnTo>
                    <a:pt x="109394" y="132266"/>
                  </a:lnTo>
                  <a:lnTo>
                    <a:pt x="107775" y="133659"/>
                  </a:lnTo>
                  <a:lnTo>
                    <a:pt x="105965" y="134838"/>
                  </a:lnTo>
                  <a:lnTo>
                    <a:pt x="103965" y="135802"/>
                  </a:lnTo>
                  <a:lnTo>
                    <a:pt x="101774" y="136552"/>
                  </a:lnTo>
                  <a:lnTo>
                    <a:pt x="99393" y="137088"/>
                  </a:lnTo>
                  <a:lnTo>
                    <a:pt x="96821" y="137410"/>
                  </a:lnTo>
                  <a:lnTo>
                    <a:pt x="94059" y="137517"/>
                  </a:lnTo>
                  <a:lnTo>
                    <a:pt x="92475" y="137505"/>
                  </a:lnTo>
                  <a:lnTo>
                    <a:pt x="90820" y="137469"/>
                  </a:lnTo>
                  <a:lnTo>
                    <a:pt x="89094" y="137410"/>
                  </a:lnTo>
                  <a:lnTo>
                    <a:pt x="87296" y="137326"/>
                  </a:lnTo>
                  <a:lnTo>
                    <a:pt x="85427" y="137219"/>
                  </a:lnTo>
                  <a:lnTo>
                    <a:pt x="83486" y="137088"/>
                  </a:lnTo>
                  <a:lnTo>
                    <a:pt x="81474" y="136933"/>
                  </a:lnTo>
                  <a:lnTo>
                    <a:pt x="79390" y="136755"/>
                  </a:lnTo>
                  <a:lnTo>
                    <a:pt x="77235" y="136552"/>
                  </a:lnTo>
                  <a:lnTo>
                    <a:pt x="75009" y="136326"/>
                  </a:lnTo>
                  <a:lnTo>
                    <a:pt x="73223" y="124420"/>
                  </a:lnTo>
                  <a:lnTo>
                    <a:pt x="75449" y="124646"/>
                  </a:lnTo>
                  <a:lnTo>
                    <a:pt x="77604" y="124848"/>
                  </a:lnTo>
                  <a:lnTo>
                    <a:pt x="79688" y="125027"/>
                  </a:lnTo>
                  <a:lnTo>
                    <a:pt x="81700" y="125182"/>
                  </a:lnTo>
                  <a:lnTo>
                    <a:pt x="83641" y="125313"/>
                  </a:lnTo>
                  <a:lnTo>
                    <a:pt x="85510" y="125420"/>
                  </a:lnTo>
                  <a:lnTo>
                    <a:pt x="87308" y="125503"/>
                  </a:lnTo>
                  <a:lnTo>
                    <a:pt x="89034" y="125563"/>
                  </a:lnTo>
                  <a:lnTo>
                    <a:pt x="90689" y="125599"/>
                  </a:lnTo>
                  <a:lnTo>
                    <a:pt x="92273" y="125610"/>
                  </a:lnTo>
                  <a:lnTo>
                    <a:pt x="93657" y="125542"/>
                  </a:lnTo>
                  <a:lnTo>
                    <a:pt x="94952" y="125337"/>
                  </a:lnTo>
                  <a:lnTo>
                    <a:pt x="96157" y="124994"/>
                  </a:lnTo>
                  <a:lnTo>
                    <a:pt x="97274" y="124515"/>
                  </a:lnTo>
                  <a:lnTo>
                    <a:pt x="98300" y="123899"/>
                  </a:lnTo>
                  <a:lnTo>
                    <a:pt x="99238" y="123146"/>
                  </a:lnTo>
                  <a:lnTo>
                    <a:pt x="100086" y="122256"/>
                  </a:lnTo>
                  <a:lnTo>
                    <a:pt x="100845" y="121229"/>
                  </a:lnTo>
                  <a:lnTo>
                    <a:pt x="101515" y="120065"/>
                  </a:lnTo>
                  <a:lnTo>
                    <a:pt x="102096" y="118764"/>
                  </a:lnTo>
                  <a:lnTo>
                    <a:pt x="102616" y="117059"/>
                  </a:lnTo>
                  <a:lnTo>
                    <a:pt x="103108" y="114681"/>
                  </a:lnTo>
                  <a:lnTo>
                    <a:pt x="103569" y="111630"/>
                  </a:lnTo>
                  <a:lnTo>
                    <a:pt x="104001" y="107906"/>
                  </a:lnTo>
                  <a:lnTo>
                    <a:pt x="104402" y="103509"/>
                  </a:lnTo>
                  <a:lnTo>
                    <a:pt x="104775" y="98440"/>
                  </a:lnTo>
                  <a:lnTo>
                    <a:pt x="105117" y="92699"/>
                  </a:lnTo>
                  <a:lnTo>
                    <a:pt x="105429" y="86284"/>
                  </a:lnTo>
                  <a:lnTo>
                    <a:pt x="105712" y="79197"/>
                  </a:lnTo>
                  <a:lnTo>
                    <a:pt x="105965" y="71437"/>
                  </a:lnTo>
                  <a:lnTo>
                    <a:pt x="49410" y="71437"/>
                  </a:lnTo>
                  <a:lnTo>
                    <a:pt x="48464" y="80349"/>
                  </a:lnTo>
                  <a:lnTo>
                    <a:pt x="46815" y="88749"/>
                  </a:lnTo>
                  <a:lnTo>
                    <a:pt x="44463" y="96637"/>
                  </a:lnTo>
                  <a:lnTo>
                    <a:pt x="41409" y="104013"/>
                  </a:lnTo>
                  <a:lnTo>
                    <a:pt x="37653" y="110876"/>
                  </a:lnTo>
                  <a:lnTo>
                    <a:pt x="33194" y="117228"/>
                  </a:lnTo>
                  <a:lnTo>
                    <a:pt x="28033" y="123068"/>
                  </a:lnTo>
                  <a:lnTo>
                    <a:pt x="22169" y="128397"/>
                  </a:lnTo>
                  <a:lnTo>
                    <a:pt x="15603" y="133213"/>
                  </a:lnTo>
                  <a:lnTo>
                    <a:pt x="8334" y="137517"/>
                  </a:lnTo>
                  <a:lnTo>
                    <a:pt x="1785" y="126801"/>
                  </a:lnTo>
                  <a:lnTo>
                    <a:pt x="5613" y="124676"/>
                  </a:lnTo>
                  <a:lnTo>
                    <a:pt x="9239" y="122348"/>
                  </a:lnTo>
                  <a:lnTo>
                    <a:pt x="12662" y="119818"/>
                  </a:lnTo>
                  <a:lnTo>
                    <a:pt x="15882" y="117086"/>
                  </a:lnTo>
                  <a:lnTo>
                    <a:pt x="18901" y="114151"/>
                  </a:lnTo>
                  <a:lnTo>
                    <a:pt x="21717" y="111013"/>
                  </a:lnTo>
                  <a:lnTo>
                    <a:pt x="24330" y="107674"/>
                  </a:lnTo>
                  <a:lnTo>
                    <a:pt x="26741" y="104132"/>
                  </a:lnTo>
                  <a:lnTo>
                    <a:pt x="28950" y="100387"/>
                  </a:lnTo>
                  <a:lnTo>
                    <a:pt x="30956" y="96440"/>
                  </a:lnTo>
                  <a:lnTo>
                    <a:pt x="32539" y="92517"/>
                  </a:lnTo>
                  <a:lnTo>
                    <a:pt x="33956" y="88130"/>
                  </a:lnTo>
                  <a:lnTo>
                    <a:pt x="35206" y="83278"/>
                  </a:lnTo>
                  <a:lnTo>
                    <a:pt x="36290" y="77962"/>
                  </a:lnTo>
                  <a:lnTo>
                    <a:pt x="37207" y="72181"/>
                  </a:lnTo>
                  <a:lnTo>
                    <a:pt x="37957" y="65936"/>
                  </a:lnTo>
                  <a:lnTo>
                    <a:pt x="38540" y="59227"/>
                  </a:lnTo>
                  <a:lnTo>
                    <a:pt x="38957" y="52054"/>
                  </a:lnTo>
                  <a:lnTo>
                    <a:pt x="39207" y="44416"/>
                  </a:lnTo>
                  <a:lnTo>
                    <a:pt x="39290" y="36314"/>
                  </a:lnTo>
                  <a:lnTo>
                    <a:pt x="0" y="36314"/>
                  </a:lnTo>
                  <a:lnTo>
                    <a:pt x="0" y="25003"/>
                  </a:lnTo>
                  <a:lnTo>
                    <a:pt x="61317" y="25003"/>
                  </a:lnTo>
                  <a:lnTo>
                    <a:pt x="60579" y="22758"/>
                  </a:lnTo>
                  <a:lnTo>
                    <a:pt x="59793" y="20550"/>
                  </a:lnTo>
                  <a:lnTo>
                    <a:pt x="58959" y="18377"/>
                  </a:lnTo>
                  <a:lnTo>
                    <a:pt x="58078" y="16240"/>
                  </a:lnTo>
                  <a:lnTo>
                    <a:pt x="57150" y="14138"/>
                  </a:lnTo>
                  <a:lnTo>
                    <a:pt x="56173" y="12072"/>
                  </a:lnTo>
                  <a:lnTo>
                    <a:pt x="55149" y="10042"/>
                  </a:lnTo>
                  <a:lnTo>
                    <a:pt x="54078" y="8048"/>
                  </a:lnTo>
                  <a:lnTo>
                    <a:pt x="52959" y="6090"/>
                  </a:lnTo>
                  <a:lnTo>
                    <a:pt x="51792" y="41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h163"/>
            <p:cNvSpPr/>
            <p:nvPr/>
          </p:nvSpPr>
          <p:spPr>
            <a:xfrm>
              <a:off x="4855839" y="6627229"/>
              <a:ext cx="137517" cy="136921"/>
            </a:xfrm>
            <a:custGeom>
              <a:avLst/>
              <a:pathLst>
                <a:path w="137517" h="136921">
                  <a:moveTo>
                    <a:pt x="14882" y="1190"/>
                  </a:moveTo>
                  <a:lnTo>
                    <a:pt x="17478" y="2649"/>
                  </a:lnTo>
                  <a:lnTo>
                    <a:pt x="20026" y="4167"/>
                  </a:lnTo>
                  <a:lnTo>
                    <a:pt x="22526" y="5744"/>
                  </a:lnTo>
                  <a:lnTo>
                    <a:pt x="24979" y="7381"/>
                  </a:lnTo>
                  <a:lnTo>
                    <a:pt x="27384" y="9078"/>
                  </a:lnTo>
                  <a:lnTo>
                    <a:pt x="29741" y="10834"/>
                  </a:lnTo>
                  <a:lnTo>
                    <a:pt x="32051" y="12650"/>
                  </a:lnTo>
                  <a:lnTo>
                    <a:pt x="34313" y="14525"/>
                  </a:lnTo>
                  <a:lnTo>
                    <a:pt x="36528" y="16460"/>
                  </a:lnTo>
                  <a:lnTo>
                    <a:pt x="38695" y="18454"/>
                  </a:lnTo>
                  <a:lnTo>
                    <a:pt x="30956" y="28575"/>
                  </a:lnTo>
                  <a:lnTo>
                    <a:pt x="28569" y="26348"/>
                  </a:lnTo>
                  <a:lnTo>
                    <a:pt x="26169" y="24193"/>
                  </a:lnTo>
                  <a:lnTo>
                    <a:pt x="23758" y="22109"/>
                  </a:lnTo>
                  <a:lnTo>
                    <a:pt x="21336" y="20097"/>
                  </a:lnTo>
                  <a:lnTo>
                    <a:pt x="18901" y="18157"/>
                  </a:lnTo>
                  <a:lnTo>
                    <a:pt x="16454" y="16287"/>
                  </a:lnTo>
                  <a:lnTo>
                    <a:pt x="13995" y="14489"/>
                  </a:lnTo>
                  <a:lnTo>
                    <a:pt x="11525" y="12763"/>
                  </a:lnTo>
                  <a:lnTo>
                    <a:pt x="9042" y="11108"/>
                  </a:lnTo>
                  <a:lnTo>
                    <a:pt x="6548" y="9525"/>
                  </a:lnTo>
                  <a:close/>
                  <a:moveTo>
                    <a:pt x="8929" y="38100"/>
                  </a:moveTo>
                  <a:lnTo>
                    <a:pt x="11293" y="39427"/>
                  </a:lnTo>
                  <a:lnTo>
                    <a:pt x="13620" y="40790"/>
                  </a:lnTo>
                  <a:lnTo>
                    <a:pt x="15912" y="42189"/>
                  </a:lnTo>
                  <a:lnTo>
                    <a:pt x="18168" y="43624"/>
                  </a:lnTo>
                  <a:lnTo>
                    <a:pt x="20389" y="45094"/>
                  </a:lnTo>
                  <a:lnTo>
                    <a:pt x="22574" y="46601"/>
                  </a:lnTo>
                  <a:lnTo>
                    <a:pt x="24723" y="48142"/>
                  </a:lnTo>
                  <a:lnTo>
                    <a:pt x="26836" y="49720"/>
                  </a:lnTo>
                  <a:lnTo>
                    <a:pt x="28914" y="51333"/>
                  </a:lnTo>
                  <a:lnTo>
                    <a:pt x="30956" y="52982"/>
                  </a:lnTo>
                  <a:lnTo>
                    <a:pt x="22621" y="63103"/>
                  </a:lnTo>
                  <a:lnTo>
                    <a:pt x="20579" y="61114"/>
                  </a:lnTo>
                  <a:lnTo>
                    <a:pt x="18502" y="59197"/>
                  </a:lnTo>
                  <a:lnTo>
                    <a:pt x="16388" y="57352"/>
                  </a:lnTo>
                  <a:lnTo>
                    <a:pt x="14239" y="55578"/>
                  </a:lnTo>
                  <a:lnTo>
                    <a:pt x="12055" y="53875"/>
                  </a:lnTo>
                  <a:lnTo>
                    <a:pt x="9834" y="52244"/>
                  </a:lnTo>
                  <a:lnTo>
                    <a:pt x="7578" y="50684"/>
                  </a:lnTo>
                  <a:lnTo>
                    <a:pt x="5286" y="49196"/>
                  </a:lnTo>
                  <a:lnTo>
                    <a:pt x="2958" y="47779"/>
                  </a:lnTo>
                  <a:lnTo>
                    <a:pt x="595" y="46434"/>
                  </a:lnTo>
                  <a:close/>
                  <a:moveTo>
                    <a:pt x="22621" y="75604"/>
                  </a:moveTo>
                  <a:lnTo>
                    <a:pt x="32742" y="82748"/>
                  </a:lnTo>
                  <a:lnTo>
                    <a:pt x="31247" y="88326"/>
                  </a:lnTo>
                  <a:lnTo>
                    <a:pt x="29622" y="93868"/>
                  </a:lnTo>
                  <a:lnTo>
                    <a:pt x="27866" y="99375"/>
                  </a:lnTo>
                  <a:lnTo>
                    <a:pt x="25979" y="104846"/>
                  </a:lnTo>
                  <a:lnTo>
                    <a:pt x="23961" y="110281"/>
                  </a:lnTo>
                  <a:lnTo>
                    <a:pt x="21812" y="115681"/>
                  </a:lnTo>
                  <a:lnTo>
                    <a:pt x="19532" y="121044"/>
                  </a:lnTo>
                  <a:lnTo>
                    <a:pt x="17121" y="126372"/>
                  </a:lnTo>
                  <a:lnTo>
                    <a:pt x="14579" y="131665"/>
                  </a:lnTo>
                  <a:lnTo>
                    <a:pt x="11906" y="136921"/>
                  </a:lnTo>
                  <a:lnTo>
                    <a:pt x="0" y="128587"/>
                  </a:lnTo>
                  <a:lnTo>
                    <a:pt x="2797" y="123557"/>
                  </a:lnTo>
                  <a:lnTo>
                    <a:pt x="5476" y="118467"/>
                  </a:lnTo>
                  <a:lnTo>
                    <a:pt x="8036" y="113317"/>
                  </a:lnTo>
                  <a:lnTo>
                    <a:pt x="10477" y="108108"/>
                  </a:lnTo>
                  <a:lnTo>
                    <a:pt x="12799" y="102840"/>
                  </a:lnTo>
                  <a:lnTo>
                    <a:pt x="15001" y="97512"/>
                  </a:lnTo>
                  <a:lnTo>
                    <a:pt x="17085" y="92124"/>
                  </a:lnTo>
                  <a:lnTo>
                    <a:pt x="19050" y="86677"/>
                  </a:lnTo>
                  <a:lnTo>
                    <a:pt x="20895" y="81170"/>
                  </a:lnTo>
                  <a:close/>
                  <a:moveTo>
                    <a:pt x="48220" y="25598"/>
                  </a:moveTo>
                  <a:lnTo>
                    <a:pt x="82748" y="25598"/>
                  </a:lnTo>
                  <a:lnTo>
                    <a:pt x="82748" y="0"/>
                  </a:lnTo>
                  <a:lnTo>
                    <a:pt x="95250" y="0"/>
                  </a:lnTo>
                  <a:lnTo>
                    <a:pt x="95250" y="25598"/>
                  </a:lnTo>
                  <a:lnTo>
                    <a:pt x="129778" y="25598"/>
                  </a:lnTo>
                  <a:lnTo>
                    <a:pt x="129778" y="36909"/>
                  </a:lnTo>
                  <a:lnTo>
                    <a:pt x="95250" y="36909"/>
                  </a:lnTo>
                  <a:lnTo>
                    <a:pt x="95250" y="62507"/>
                  </a:lnTo>
                  <a:lnTo>
                    <a:pt x="137517" y="62507"/>
                  </a:lnTo>
                  <a:lnTo>
                    <a:pt x="137517" y="74414"/>
                  </a:lnTo>
                  <a:lnTo>
                    <a:pt x="87510" y="74414"/>
                  </a:lnTo>
                  <a:lnTo>
                    <a:pt x="85123" y="80539"/>
                  </a:lnTo>
                  <a:lnTo>
                    <a:pt x="82724" y="86296"/>
                  </a:lnTo>
                  <a:lnTo>
                    <a:pt x="80313" y="91684"/>
                  </a:lnTo>
                  <a:lnTo>
                    <a:pt x="77890" y="96702"/>
                  </a:lnTo>
                  <a:lnTo>
                    <a:pt x="75455" y="101351"/>
                  </a:lnTo>
                  <a:lnTo>
                    <a:pt x="73009" y="105632"/>
                  </a:lnTo>
                  <a:lnTo>
                    <a:pt x="70550" y="109543"/>
                  </a:lnTo>
                  <a:lnTo>
                    <a:pt x="68079" y="113085"/>
                  </a:lnTo>
                  <a:lnTo>
                    <a:pt x="65597" y="116258"/>
                  </a:lnTo>
                  <a:lnTo>
                    <a:pt x="63103" y="119062"/>
                  </a:lnTo>
                  <a:lnTo>
                    <a:pt x="67758" y="118550"/>
                  </a:lnTo>
                  <a:lnTo>
                    <a:pt x="72437" y="117967"/>
                  </a:lnTo>
                  <a:lnTo>
                    <a:pt x="77140" y="117312"/>
                  </a:lnTo>
                  <a:lnTo>
                    <a:pt x="81867" y="116586"/>
                  </a:lnTo>
                  <a:lnTo>
                    <a:pt x="86617" y="115788"/>
                  </a:lnTo>
                  <a:lnTo>
                    <a:pt x="91392" y="114919"/>
                  </a:lnTo>
                  <a:lnTo>
                    <a:pt x="96190" y="113978"/>
                  </a:lnTo>
                  <a:lnTo>
                    <a:pt x="101012" y="112966"/>
                  </a:lnTo>
                  <a:lnTo>
                    <a:pt x="105858" y="111883"/>
                  </a:lnTo>
                  <a:lnTo>
                    <a:pt x="110728" y="110728"/>
                  </a:lnTo>
                  <a:lnTo>
                    <a:pt x="109763" y="108477"/>
                  </a:lnTo>
                  <a:lnTo>
                    <a:pt x="108775" y="106251"/>
                  </a:lnTo>
                  <a:lnTo>
                    <a:pt x="107763" y="104048"/>
                  </a:lnTo>
                  <a:lnTo>
                    <a:pt x="106727" y="101869"/>
                  </a:lnTo>
                  <a:lnTo>
                    <a:pt x="105667" y="99714"/>
                  </a:lnTo>
                  <a:lnTo>
                    <a:pt x="104584" y="97583"/>
                  </a:lnTo>
                  <a:lnTo>
                    <a:pt x="103477" y="95476"/>
                  </a:lnTo>
                  <a:lnTo>
                    <a:pt x="102346" y="93392"/>
                  </a:lnTo>
                  <a:lnTo>
                    <a:pt x="101191" y="91332"/>
                  </a:lnTo>
                  <a:lnTo>
                    <a:pt x="100012" y="89296"/>
                  </a:lnTo>
                  <a:lnTo>
                    <a:pt x="110728" y="84534"/>
                  </a:lnTo>
                  <a:lnTo>
                    <a:pt x="113305" y="88862"/>
                  </a:lnTo>
                  <a:lnTo>
                    <a:pt x="115800" y="93273"/>
                  </a:lnTo>
                  <a:lnTo>
                    <a:pt x="118211" y="97768"/>
                  </a:lnTo>
                  <a:lnTo>
                    <a:pt x="120538" y="102346"/>
                  </a:lnTo>
                  <a:lnTo>
                    <a:pt x="122783" y="107007"/>
                  </a:lnTo>
                  <a:lnTo>
                    <a:pt x="124944" y="111752"/>
                  </a:lnTo>
                  <a:lnTo>
                    <a:pt x="127021" y="116580"/>
                  </a:lnTo>
                  <a:lnTo>
                    <a:pt x="129016" y="121491"/>
                  </a:lnTo>
                  <a:lnTo>
                    <a:pt x="130927" y="126486"/>
                  </a:lnTo>
                  <a:lnTo>
                    <a:pt x="132754" y="131564"/>
                  </a:lnTo>
                  <a:lnTo>
                    <a:pt x="120253" y="136921"/>
                  </a:lnTo>
                  <a:lnTo>
                    <a:pt x="115490" y="122039"/>
                  </a:lnTo>
                  <a:lnTo>
                    <a:pt x="109263" y="123420"/>
                  </a:lnTo>
                  <a:lnTo>
                    <a:pt x="102965" y="124706"/>
                  </a:lnTo>
                  <a:lnTo>
                    <a:pt x="96595" y="125896"/>
                  </a:lnTo>
                  <a:lnTo>
                    <a:pt x="90154" y="126992"/>
                  </a:lnTo>
                  <a:lnTo>
                    <a:pt x="83641" y="127992"/>
                  </a:lnTo>
                  <a:lnTo>
                    <a:pt x="77057" y="128897"/>
                  </a:lnTo>
                  <a:lnTo>
                    <a:pt x="70401" y="129706"/>
                  </a:lnTo>
                  <a:lnTo>
                    <a:pt x="63674" y="130421"/>
                  </a:lnTo>
                  <a:lnTo>
                    <a:pt x="56876" y="131040"/>
                  </a:lnTo>
                  <a:lnTo>
                    <a:pt x="50006" y="131564"/>
                  </a:lnTo>
                  <a:lnTo>
                    <a:pt x="46434" y="120253"/>
                  </a:lnTo>
                  <a:lnTo>
                    <a:pt x="49601" y="116901"/>
                  </a:lnTo>
                  <a:lnTo>
                    <a:pt x="52673" y="113276"/>
                  </a:lnTo>
                  <a:lnTo>
                    <a:pt x="55649" y="109376"/>
                  </a:lnTo>
                  <a:lnTo>
                    <a:pt x="58531" y="105203"/>
                  </a:lnTo>
                  <a:lnTo>
                    <a:pt x="61317" y="100756"/>
                  </a:lnTo>
                  <a:lnTo>
                    <a:pt x="64008" y="96035"/>
                  </a:lnTo>
                  <a:lnTo>
                    <a:pt x="66603" y="91041"/>
                  </a:lnTo>
                  <a:lnTo>
                    <a:pt x="69103" y="85772"/>
                  </a:lnTo>
                  <a:lnTo>
                    <a:pt x="71508" y="80230"/>
                  </a:lnTo>
                  <a:lnTo>
                    <a:pt x="73818" y="74414"/>
                  </a:lnTo>
                  <a:lnTo>
                    <a:pt x="41671" y="74414"/>
                  </a:lnTo>
                  <a:lnTo>
                    <a:pt x="41671" y="62507"/>
                  </a:lnTo>
                  <a:lnTo>
                    <a:pt x="82748" y="62507"/>
                  </a:lnTo>
                  <a:lnTo>
                    <a:pt x="82748" y="36909"/>
                  </a:lnTo>
                  <a:lnTo>
                    <a:pt x="48220" y="369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h164"/>
            <p:cNvSpPr/>
            <p:nvPr/>
          </p:nvSpPr>
          <p:spPr>
            <a:xfrm>
              <a:off x="59916" y="3075036"/>
              <a:ext cx="135135" cy="138112"/>
            </a:xfrm>
            <a:custGeom>
              <a:avLst/>
              <a:pathLst>
                <a:path w="135135" h="138112">
                  <a:moveTo>
                    <a:pt x="0" y="138112"/>
                  </a:moveTo>
                  <a:lnTo>
                    <a:pt x="0" y="1785"/>
                  </a:lnTo>
                  <a:lnTo>
                    <a:pt x="8929" y="1785"/>
                  </a:lnTo>
                  <a:lnTo>
                    <a:pt x="8929" y="45243"/>
                  </a:lnTo>
                  <a:lnTo>
                    <a:pt x="14882" y="45243"/>
                  </a:lnTo>
                  <a:lnTo>
                    <a:pt x="14882" y="10715"/>
                  </a:lnTo>
                  <a:lnTo>
                    <a:pt x="38695" y="10715"/>
                  </a:lnTo>
                  <a:lnTo>
                    <a:pt x="38695" y="129182"/>
                  </a:lnTo>
                  <a:lnTo>
                    <a:pt x="14882" y="129182"/>
                  </a:lnTo>
                  <a:lnTo>
                    <a:pt x="14882" y="94059"/>
                  </a:lnTo>
                  <a:lnTo>
                    <a:pt x="8929" y="94059"/>
                  </a:lnTo>
                  <a:lnTo>
                    <a:pt x="8929" y="138112"/>
                  </a:lnTo>
                  <a:close/>
                  <a:moveTo>
                    <a:pt x="14882" y="55959"/>
                  </a:moveTo>
                  <a:lnTo>
                    <a:pt x="8929" y="55959"/>
                  </a:lnTo>
                  <a:lnTo>
                    <a:pt x="8929" y="83343"/>
                  </a:lnTo>
                  <a:lnTo>
                    <a:pt x="14882" y="83343"/>
                  </a:lnTo>
                  <a:close/>
                  <a:moveTo>
                    <a:pt x="29765" y="117871"/>
                  </a:moveTo>
                  <a:lnTo>
                    <a:pt x="29765" y="94059"/>
                  </a:lnTo>
                  <a:lnTo>
                    <a:pt x="23217" y="94059"/>
                  </a:lnTo>
                  <a:lnTo>
                    <a:pt x="23217" y="117871"/>
                  </a:lnTo>
                  <a:close/>
                  <a:moveTo>
                    <a:pt x="23217" y="83343"/>
                  </a:moveTo>
                  <a:lnTo>
                    <a:pt x="29765" y="83343"/>
                  </a:lnTo>
                  <a:lnTo>
                    <a:pt x="29765" y="55959"/>
                  </a:lnTo>
                  <a:lnTo>
                    <a:pt x="23217" y="55959"/>
                  </a:lnTo>
                  <a:close/>
                  <a:moveTo>
                    <a:pt x="23217" y="45243"/>
                  </a:moveTo>
                  <a:lnTo>
                    <a:pt x="29765" y="45243"/>
                  </a:lnTo>
                  <a:lnTo>
                    <a:pt x="29765" y="22026"/>
                  </a:lnTo>
                  <a:lnTo>
                    <a:pt x="23217" y="22026"/>
                  </a:lnTo>
                  <a:close/>
                  <a:moveTo>
                    <a:pt x="34528" y="76200"/>
                  </a:moveTo>
                  <a:lnTo>
                    <a:pt x="36909" y="65484"/>
                  </a:lnTo>
                  <a:lnTo>
                    <a:pt x="45839" y="69056"/>
                  </a:lnTo>
                  <a:lnTo>
                    <a:pt x="45839" y="6548"/>
                  </a:lnTo>
                  <a:lnTo>
                    <a:pt x="53578" y="6548"/>
                  </a:lnTo>
                  <a:lnTo>
                    <a:pt x="53578" y="73818"/>
                  </a:lnTo>
                  <a:lnTo>
                    <a:pt x="53846" y="73961"/>
                  </a:lnTo>
                  <a:lnTo>
                    <a:pt x="54173" y="74152"/>
                  </a:lnTo>
                  <a:lnTo>
                    <a:pt x="54560" y="74390"/>
                  </a:lnTo>
                  <a:lnTo>
                    <a:pt x="55006" y="74676"/>
                  </a:lnTo>
                  <a:lnTo>
                    <a:pt x="55512" y="75009"/>
                  </a:lnTo>
                  <a:lnTo>
                    <a:pt x="56078" y="75390"/>
                  </a:lnTo>
                  <a:lnTo>
                    <a:pt x="56703" y="75819"/>
                  </a:lnTo>
                  <a:lnTo>
                    <a:pt x="57388" y="76295"/>
                  </a:lnTo>
                  <a:lnTo>
                    <a:pt x="58132" y="76819"/>
                  </a:lnTo>
                  <a:lnTo>
                    <a:pt x="58935" y="77390"/>
                  </a:lnTo>
                  <a:lnTo>
                    <a:pt x="58935" y="11906"/>
                  </a:lnTo>
                  <a:lnTo>
                    <a:pt x="92868" y="11906"/>
                  </a:lnTo>
                  <a:lnTo>
                    <a:pt x="92868" y="57150"/>
                  </a:lnTo>
                  <a:lnTo>
                    <a:pt x="93345" y="57620"/>
                  </a:lnTo>
                  <a:lnTo>
                    <a:pt x="93821" y="58078"/>
                  </a:lnTo>
                  <a:lnTo>
                    <a:pt x="94297" y="58525"/>
                  </a:lnTo>
                  <a:lnTo>
                    <a:pt x="94773" y="58959"/>
                  </a:lnTo>
                  <a:lnTo>
                    <a:pt x="95250" y="59382"/>
                  </a:lnTo>
                  <a:lnTo>
                    <a:pt x="95726" y="59793"/>
                  </a:lnTo>
                  <a:lnTo>
                    <a:pt x="96202" y="60192"/>
                  </a:lnTo>
                  <a:lnTo>
                    <a:pt x="96678" y="60579"/>
                  </a:lnTo>
                  <a:lnTo>
                    <a:pt x="97155" y="60954"/>
                  </a:lnTo>
                  <a:lnTo>
                    <a:pt x="97631" y="61317"/>
                  </a:lnTo>
                  <a:lnTo>
                    <a:pt x="97631" y="14882"/>
                  </a:lnTo>
                  <a:lnTo>
                    <a:pt x="105965" y="14882"/>
                  </a:lnTo>
                  <a:lnTo>
                    <a:pt x="107489" y="16216"/>
                  </a:lnTo>
                  <a:lnTo>
                    <a:pt x="108966" y="17597"/>
                  </a:lnTo>
                  <a:lnTo>
                    <a:pt x="110394" y="19026"/>
                  </a:lnTo>
                  <a:lnTo>
                    <a:pt x="111775" y="20502"/>
                  </a:lnTo>
                  <a:lnTo>
                    <a:pt x="113109" y="22026"/>
                  </a:lnTo>
                  <a:lnTo>
                    <a:pt x="114395" y="23598"/>
                  </a:lnTo>
                  <a:lnTo>
                    <a:pt x="115633" y="25217"/>
                  </a:lnTo>
                  <a:lnTo>
                    <a:pt x="116824" y="26884"/>
                  </a:lnTo>
                  <a:lnTo>
                    <a:pt x="117967" y="28598"/>
                  </a:lnTo>
                  <a:lnTo>
                    <a:pt x="119062" y="30360"/>
                  </a:lnTo>
                  <a:lnTo>
                    <a:pt x="119538" y="28128"/>
                  </a:lnTo>
                  <a:lnTo>
                    <a:pt x="120015" y="25717"/>
                  </a:lnTo>
                  <a:lnTo>
                    <a:pt x="120491" y="23127"/>
                  </a:lnTo>
                  <a:lnTo>
                    <a:pt x="120967" y="20359"/>
                  </a:lnTo>
                  <a:lnTo>
                    <a:pt x="121443" y="17412"/>
                  </a:lnTo>
                  <a:lnTo>
                    <a:pt x="121920" y="14287"/>
                  </a:lnTo>
                  <a:lnTo>
                    <a:pt x="122396" y="10983"/>
                  </a:lnTo>
                  <a:lnTo>
                    <a:pt x="122872" y="7500"/>
                  </a:lnTo>
                  <a:lnTo>
                    <a:pt x="123348" y="3839"/>
                  </a:lnTo>
                  <a:lnTo>
                    <a:pt x="123825" y="0"/>
                  </a:lnTo>
                  <a:lnTo>
                    <a:pt x="134540" y="5357"/>
                  </a:lnTo>
                  <a:lnTo>
                    <a:pt x="133808" y="10364"/>
                  </a:lnTo>
                  <a:lnTo>
                    <a:pt x="133040" y="15144"/>
                  </a:lnTo>
                  <a:lnTo>
                    <a:pt x="132236" y="19698"/>
                  </a:lnTo>
                  <a:lnTo>
                    <a:pt x="131397" y="24026"/>
                  </a:lnTo>
                  <a:lnTo>
                    <a:pt x="130522" y="28128"/>
                  </a:lnTo>
                  <a:lnTo>
                    <a:pt x="129611" y="32004"/>
                  </a:lnTo>
                  <a:lnTo>
                    <a:pt x="128664" y="35653"/>
                  </a:lnTo>
                  <a:lnTo>
                    <a:pt x="127682" y="39076"/>
                  </a:lnTo>
                  <a:lnTo>
                    <a:pt x="126664" y="42273"/>
                  </a:lnTo>
                  <a:lnTo>
                    <a:pt x="125610" y="45243"/>
                  </a:lnTo>
                  <a:lnTo>
                    <a:pt x="126884" y="49238"/>
                  </a:lnTo>
                  <a:lnTo>
                    <a:pt x="128087" y="53363"/>
                  </a:lnTo>
                  <a:lnTo>
                    <a:pt x="129218" y="57620"/>
                  </a:lnTo>
                  <a:lnTo>
                    <a:pt x="130278" y="62007"/>
                  </a:lnTo>
                  <a:lnTo>
                    <a:pt x="131266" y="66526"/>
                  </a:lnTo>
                  <a:lnTo>
                    <a:pt x="132183" y="71175"/>
                  </a:lnTo>
                  <a:lnTo>
                    <a:pt x="133028" y="75955"/>
                  </a:lnTo>
                  <a:lnTo>
                    <a:pt x="133802" y="80867"/>
                  </a:lnTo>
                  <a:lnTo>
                    <a:pt x="134504" y="85909"/>
                  </a:lnTo>
                  <a:lnTo>
                    <a:pt x="135135" y="91082"/>
                  </a:lnTo>
                  <a:lnTo>
                    <a:pt x="124420" y="95250"/>
                  </a:lnTo>
                  <a:lnTo>
                    <a:pt x="124045" y="91255"/>
                  </a:lnTo>
                  <a:lnTo>
                    <a:pt x="123634" y="87368"/>
                  </a:lnTo>
                  <a:lnTo>
                    <a:pt x="123188" y="83587"/>
                  </a:lnTo>
                  <a:lnTo>
                    <a:pt x="122705" y="79914"/>
                  </a:lnTo>
                  <a:lnTo>
                    <a:pt x="122187" y="76348"/>
                  </a:lnTo>
                  <a:lnTo>
                    <a:pt x="121634" y="72890"/>
                  </a:lnTo>
                  <a:lnTo>
                    <a:pt x="121044" y="69538"/>
                  </a:lnTo>
                  <a:lnTo>
                    <a:pt x="120419" y="66294"/>
                  </a:lnTo>
                  <a:lnTo>
                    <a:pt x="119759" y="63156"/>
                  </a:lnTo>
                  <a:lnTo>
                    <a:pt x="119062" y="60126"/>
                  </a:lnTo>
                  <a:lnTo>
                    <a:pt x="118223" y="62001"/>
                  </a:lnTo>
                  <a:lnTo>
                    <a:pt x="117371" y="63817"/>
                  </a:lnTo>
                  <a:lnTo>
                    <a:pt x="116508" y="65573"/>
                  </a:lnTo>
                  <a:lnTo>
                    <a:pt x="115633" y="67270"/>
                  </a:lnTo>
                  <a:lnTo>
                    <a:pt x="114746" y="68907"/>
                  </a:lnTo>
                  <a:lnTo>
                    <a:pt x="113847" y="70485"/>
                  </a:lnTo>
                  <a:lnTo>
                    <a:pt x="112936" y="72003"/>
                  </a:lnTo>
                  <a:lnTo>
                    <a:pt x="112014" y="73461"/>
                  </a:lnTo>
                  <a:lnTo>
                    <a:pt x="111079" y="74860"/>
                  </a:lnTo>
                  <a:lnTo>
                    <a:pt x="110132" y="76200"/>
                  </a:lnTo>
                  <a:lnTo>
                    <a:pt x="111067" y="77616"/>
                  </a:lnTo>
                  <a:lnTo>
                    <a:pt x="111966" y="79009"/>
                  </a:lnTo>
                  <a:lnTo>
                    <a:pt x="112829" y="80379"/>
                  </a:lnTo>
                  <a:lnTo>
                    <a:pt x="113657" y="81724"/>
                  </a:lnTo>
                  <a:lnTo>
                    <a:pt x="114448" y="83046"/>
                  </a:lnTo>
                  <a:lnTo>
                    <a:pt x="115204" y="84343"/>
                  </a:lnTo>
                  <a:lnTo>
                    <a:pt x="115925" y="85617"/>
                  </a:lnTo>
                  <a:lnTo>
                    <a:pt x="116609" y="86868"/>
                  </a:lnTo>
                  <a:lnTo>
                    <a:pt x="117258" y="88094"/>
                  </a:lnTo>
                  <a:lnTo>
                    <a:pt x="117871" y="89296"/>
                  </a:lnTo>
                  <a:lnTo>
                    <a:pt x="109537" y="95250"/>
                  </a:lnTo>
                  <a:lnTo>
                    <a:pt x="108299" y="92428"/>
                  </a:lnTo>
                  <a:lnTo>
                    <a:pt x="106965" y="89677"/>
                  </a:lnTo>
                  <a:lnTo>
                    <a:pt x="105537" y="86998"/>
                  </a:lnTo>
                  <a:lnTo>
                    <a:pt x="104013" y="84391"/>
                  </a:lnTo>
                  <a:lnTo>
                    <a:pt x="102393" y="81855"/>
                  </a:lnTo>
                  <a:lnTo>
                    <a:pt x="100679" y="79390"/>
                  </a:lnTo>
                  <a:lnTo>
                    <a:pt x="98869" y="76997"/>
                  </a:lnTo>
                  <a:lnTo>
                    <a:pt x="96964" y="74676"/>
                  </a:lnTo>
                  <a:lnTo>
                    <a:pt x="94964" y="72425"/>
                  </a:lnTo>
                  <a:lnTo>
                    <a:pt x="92868" y="70246"/>
                  </a:lnTo>
                  <a:lnTo>
                    <a:pt x="92868" y="81557"/>
                  </a:lnTo>
                  <a:lnTo>
                    <a:pt x="63103" y="81557"/>
                  </a:lnTo>
                  <a:lnTo>
                    <a:pt x="63692" y="82040"/>
                  </a:lnTo>
                  <a:lnTo>
                    <a:pt x="64269" y="82534"/>
                  </a:lnTo>
                  <a:lnTo>
                    <a:pt x="64835" y="83040"/>
                  </a:lnTo>
                  <a:lnTo>
                    <a:pt x="65389" y="83558"/>
                  </a:lnTo>
                  <a:lnTo>
                    <a:pt x="65930" y="84087"/>
                  </a:lnTo>
                  <a:lnTo>
                    <a:pt x="66460" y="84629"/>
                  </a:lnTo>
                  <a:lnTo>
                    <a:pt x="66978" y="85183"/>
                  </a:lnTo>
                  <a:lnTo>
                    <a:pt x="67484" y="85748"/>
                  </a:lnTo>
                  <a:lnTo>
                    <a:pt x="67978" y="86326"/>
                  </a:lnTo>
                  <a:lnTo>
                    <a:pt x="68460" y="86915"/>
                  </a:lnTo>
                  <a:lnTo>
                    <a:pt x="60721" y="94059"/>
                  </a:lnTo>
                  <a:lnTo>
                    <a:pt x="58531" y="91737"/>
                  </a:lnTo>
                  <a:lnTo>
                    <a:pt x="56245" y="89535"/>
                  </a:lnTo>
                  <a:lnTo>
                    <a:pt x="53863" y="87451"/>
                  </a:lnTo>
                  <a:lnTo>
                    <a:pt x="51387" y="85486"/>
                  </a:lnTo>
                  <a:lnTo>
                    <a:pt x="48815" y="83641"/>
                  </a:lnTo>
                  <a:lnTo>
                    <a:pt x="46148" y="81915"/>
                  </a:lnTo>
                  <a:lnTo>
                    <a:pt x="43386" y="80307"/>
                  </a:lnTo>
                  <a:lnTo>
                    <a:pt x="40528" y="78819"/>
                  </a:lnTo>
                  <a:lnTo>
                    <a:pt x="37576" y="77450"/>
                  </a:lnTo>
                  <a:close/>
                  <a:moveTo>
                    <a:pt x="72032" y="70246"/>
                  </a:moveTo>
                  <a:lnTo>
                    <a:pt x="72032" y="22621"/>
                  </a:lnTo>
                  <a:lnTo>
                    <a:pt x="66675" y="22621"/>
                  </a:lnTo>
                  <a:lnTo>
                    <a:pt x="66675" y="70246"/>
                  </a:lnTo>
                  <a:close/>
                  <a:moveTo>
                    <a:pt x="84534" y="70246"/>
                  </a:moveTo>
                  <a:lnTo>
                    <a:pt x="84534" y="22621"/>
                  </a:lnTo>
                  <a:lnTo>
                    <a:pt x="79176" y="22621"/>
                  </a:lnTo>
                  <a:lnTo>
                    <a:pt x="79176" y="70246"/>
                  </a:lnTo>
                  <a:close/>
                  <a:moveTo>
                    <a:pt x="105965" y="65484"/>
                  </a:moveTo>
                  <a:lnTo>
                    <a:pt x="107132" y="63460"/>
                  </a:lnTo>
                  <a:lnTo>
                    <a:pt x="108251" y="61436"/>
                  </a:lnTo>
                  <a:lnTo>
                    <a:pt x="109323" y="59412"/>
                  </a:lnTo>
                  <a:lnTo>
                    <a:pt x="110347" y="57388"/>
                  </a:lnTo>
                  <a:lnTo>
                    <a:pt x="111323" y="55364"/>
                  </a:lnTo>
                  <a:lnTo>
                    <a:pt x="112252" y="53340"/>
                  </a:lnTo>
                  <a:lnTo>
                    <a:pt x="113133" y="51315"/>
                  </a:lnTo>
                  <a:lnTo>
                    <a:pt x="113966" y="49291"/>
                  </a:lnTo>
                  <a:lnTo>
                    <a:pt x="114752" y="47267"/>
                  </a:lnTo>
                  <a:lnTo>
                    <a:pt x="115490" y="45243"/>
                  </a:lnTo>
                  <a:lnTo>
                    <a:pt x="114645" y="43148"/>
                  </a:lnTo>
                  <a:lnTo>
                    <a:pt x="113776" y="41148"/>
                  </a:lnTo>
                  <a:lnTo>
                    <a:pt x="112883" y="39243"/>
                  </a:lnTo>
                  <a:lnTo>
                    <a:pt x="111966" y="37433"/>
                  </a:lnTo>
                  <a:lnTo>
                    <a:pt x="111025" y="35718"/>
                  </a:lnTo>
                  <a:lnTo>
                    <a:pt x="110061" y="34099"/>
                  </a:lnTo>
                  <a:lnTo>
                    <a:pt x="109073" y="32575"/>
                  </a:lnTo>
                  <a:lnTo>
                    <a:pt x="108061" y="31146"/>
                  </a:lnTo>
                  <a:lnTo>
                    <a:pt x="107025" y="29813"/>
                  </a:lnTo>
                  <a:lnTo>
                    <a:pt x="105965" y="28575"/>
                  </a:lnTo>
                  <a:close/>
                  <a:moveTo>
                    <a:pt x="41076" y="108346"/>
                  </a:moveTo>
                  <a:lnTo>
                    <a:pt x="45839" y="99417"/>
                  </a:lnTo>
                  <a:lnTo>
                    <a:pt x="49333" y="102185"/>
                  </a:lnTo>
                  <a:lnTo>
                    <a:pt x="52673" y="105013"/>
                  </a:lnTo>
                  <a:lnTo>
                    <a:pt x="55858" y="107900"/>
                  </a:lnTo>
                  <a:lnTo>
                    <a:pt x="58888" y="110847"/>
                  </a:lnTo>
                  <a:lnTo>
                    <a:pt x="61763" y="113853"/>
                  </a:lnTo>
                  <a:lnTo>
                    <a:pt x="64484" y="116919"/>
                  </a:lnTo>
                  <a:lnTo>
                    <a:pt x="67050" y="120044"/>
                  </a:lnTo>
                  <a:lnTo>
                    <a:pt x="69461" y="123229"/>
                  </a:lnTo>
                  <a:lnTo>
                    <a:pt x="71717" y="126474"/>
                  </a:lnTo>
                  <a:lnTo>
                    <a:pt x="73818" y="129778"/>
                  </a:lnTo>
                  <a:lnTo>
                    <a:pt x="64889" y="135731"/>
                  </a:lnTo>
                  <a:lnTo>
                    <a:pt x="63257" y="132885"/>
                  </a:lnTo>
                  <a:lnTo>
                    <a:pt x="61460" y="130063"/>
                  </a:lnTo>
                  <a:lnTo>
                    <a:pt x="59495" y="127265"/>
                  </a:lnTo>
                  <a:lnTo>
                    <a:pt x="57364" y="124491"/>
                  </a:lnTo>
                  <a:lnTo>
                    <a:pt x="55066" y="121741"/>
                  </a:lnTo>
                  <a:lnTo>
                    <a:pt x="52601" y="119014"/>
                  </a:lnTo>
                  <a:lnTo>
                    <a:pt x="49970" y="116312"/>
                  </a:lnTo>
                  <a:lnTo>
                    <a:pt x="47172" y="113633"/>
                  </a:lnTo>
                  <a:lnTo>
                    <a:pt x="44207" y="110978"/>
                  </a:lnTo>
                  <a:close/>
                  <a:moveTo>
                    <a:pt x="63698" y="104179"/>
                  </a:moveTo>
                  <a:lnTo>
                    <a:pt x="68460" y="94654"/>
                  </a:lnTo>
                  <a:lnTo>
                    <a:pt x="70473" y="95988"/>
                  </a:lnTo>
                  <a:lnTo>
                    <a:pt x="72461" y="97369"/>
                  </a:lnTo>
                  <a:lnTo>
                    <a:pt x="74425" y="98798"/>
                  </a:lnTo>
                  <a:lnTo>
                    <a:pt x="76366" y="100274"/>
                  </a:lnTo>
                  <a:lnTo>
                    <a:pt x="78283" y="101798"/>
                  </a:lnTo>
                  <a:lnTo>
                    <a:pt x="80176" y="103370"/>
                  </a:lnTo>
                  <a:lnTo>
                    <a:pt x="82045" y="104989"/>
                  </a:lnTo>
                  <a:lnTo>
                    <a:pt x="83891" y="106656"/>
                  </a:lnTo>
                  <a:lnTo>
                    <a:pt x="85713" y="108370"/>
                  </a:lnTo>
                  <a:lnTo>
                    <a:pt x="87510" y="110132"/>
                  </a:lnTo>
                  <a:lnTo>
                    <a:pt x="135135" y="110132"/>
                  </a:lnTo>
                  <a:lnTo>
                    <a:pt x="135135" y="120848"/>
                  </a:lnTo>
                  <a:lnTo>
                    <a:pt x="97035" y="120848"/>
                  </a:lnTo>
                  <a:lnTo>
                    <a:pt x="105370" y="131564"/>
                  </a:lnTo>
                  <a:lnTo>
                    <a:pt x="95250" y="138112"/>
                  </a:lnTo>
                  <a:lnTo>
                    <a:pt x="93005" y="134344"/>
                  </a:lnTo>
                  <a:lnTo>
                    <a:pt x="90558" y="130659"/>
                  </a:lnTo>
                  <a:lnTo>
                    <a:pt x="87909" y="127057"/>
                  </a:lnTo>
                  <a:lnTo>
                    <a:pt x="85058" y="123539"/>
                  </a:lnTo>
                  <a:lnTo>
                    <a:pt x="82004" y="120104"/>
                  </a:lnTo>
                  <a:lnTo>
                    <a:pt x="78747" y="116752"/>
                  </a:lnTo>
                  <a:lnTo>
                    <a:pt x="75289" y="113484"/>
                  </a:lnTo>
                  <a:lnTo>
                    <a:pt x="71628" y="110299"/>
                  </a:lnTo>
                  <a:lnTo>
                    <a:pt x="67764" y="1071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h165"/>
            <p:cNvSpPr/>
            <p:nvPr/>
          </p:nvSpPr>
          <p:spPr>
            <a:xfrm>
              <a:off x="56939" y="2923827"/>
              <a:ext cx="134540" cy="136921"/>
            </a:xfrm>
            <a:custGeom>
              <a:avLst/>
              <a:pathLst>
                <a:path w="134540" h="136921">
                  <a:moveTo>
                    <a:pt x="595" y="41671"/>
                  </a:moveTo>
                  <a:lnTo>
                    <a:pt x="4167" y="28575"/>
                  </a:lnTo>
                  <a:lnTo>
                    <a:pt x="5929" y="29765"/>
                  </a:lnTo>
                  <a:lnTo>
                    <a:pt x="7643" y="30956"/>
                  </a:lnTo>
                  <a:lnTo>
                    <a:pt x="9310" y="32146"/>
                  </a:lnTo>
                  <a:lnTo>
                    <a:pt x="10929" y="33337"/>
                  </a:lnTo>
                  <a:lnTo>
                    <a:pt x="12501" y="34528"/>
                  </a:lnTo>
                  <a:lnTo>
                    <a:pt x="14025" y="35718"/>
                  </a:lnTo>
                  <a:lnTo>
                    <a:pt x="15501" y="36909"/>
                  </a:lnTo>
                  <a:lnTo>
                    <a:pt x="16930" y="38100"/>
                  </a:lnTo>
                  <a:lnTo>
                    <a:pt x="18311" y="39290"/>
                  </a:lnTo>
                  <a:lnTo>
                    <a:pt x="19645" y="40481"/>
                  </a:lnTo>
                  <a:lnTo>
                    <a:pt x="19645" y="8929"/>
                  </a:lnTo>
                  <a:lnTo>
                    <a:pt x="30956" y="8929"/>
                  </a:lnTo>
                  <a:lnTo>
                    <a:pt x="30956" y="62507"/>
                  </a:lnTo>
                  <a:lnTo>
                    <a:pt x="43457" y="62507"/>
                  </a:lnTo>
                  <a:lnTo>
                    <a:pt x="43457" y="13692"/>
                  </a:lnTo>
                  <a:lnTo>
                    <a:pt x="54768" y="13692"/>
                  </a:lnTo>
                  <a:lnTo>
                    <a:pt x="54768" y="62507"/>
                  </a:lnTo>
                  <a:lnTo>
                    <a:pt x="67270" y="62507"/>
                  </a:lnTo>
                  <a:lnTo>
                    <a:pt x="67270" y="4762"/>
                  </a:lnTo>
                  <a:lnTo>
                    <a:pt x="77985" y="4762"/>
                  </a:lnTo>
                  <a:lnTo>
                    <a:pt x="77985" y="132159"/>
                  </a:lnTo>
                  <a:lnTo>
                    <a:pt x="67270" y="132159"/>
                  </a:lnTo>
                  <a:lnTo>
                    <a:pt x="67270" y="75009"/>
                  </a:lnTo>
                  <a:lnTo>
                    <a:pt x="54768" y="75009"/>
                  </a:lnTo>
                  <a:lnTo>
                    <a:pt x="54768" y="123825"/>
                  </a:lnTo>
                  <a:lnTo>
                    <a:pt x="43457" y="123825"/>
                  </a:lnTo>
                  <a:lnTo>
                    <a:pt x="43457" y="75009"/>
                  </a:lnTo>
                  <a:lnTo>
                    <a:pt x="30956" y="75009"/>
                  </a:lnTo>
                  <a:lnTo>
                    <a:pt x="30956" y="129182"/>
                  </a:lnTo>
                  <a:lnTo>
                    <a:pt x="19645" y="129182"/>
                  </a:lnTo>
                  <a:lnTo>
                    <a:pt x="19645" y="96440"/>
                  </a:lnTo>
                  <a:lnTo>
                    <a:pt x="18335" y="97291"/>
                  </a:lnTo>
                  <a:lnTo>
                    <a:pt x="17025" y="98178"/>
                  </a:lnTo>
                  <a:lnTo>
                    <a:pt x="15716" y="99101"/>
                  </a:lnTo>
                  <a:lnTo>
                    <a:pt x="14406" y="100060"/>
                  </a:lnTo>
                  <a:lnTo>
                    <a:pt x="13096" y="101054"/>
                  </a:lnTo>
                  <a:lnTo>
                    <a:pt x="11787" y="102084"/>
                  </a:lnTo>
                  <a:lnTo>
                    <a:pt x="10477" y="103149"/>
                  </a:lnTo>
                  <a:lnTo>
                    <a:pt x="9167" y="104251"/>
                  </a:lnTo>
                  <a:lnTo>
                    <a:pt x="7858" y="105388"/>
                  </a:lnTo>
                  <a:lnTo>
                    <a:pt x="6548" y="106560"/>
                  </a:lnTo>
                  <a:lnTo>
                    <a:pt x="0" y="96440"/>
                  </a:lnTo>
                  <a:lnTo>
                    <a:pt x="1910" y="94684"/>
                  </a:lnTo>
                  <a:lnTo>
                    <a:pt x="3833" y="92987"/>
                  </a:lnTo>
                  <a:lnTo>
                    <a:pt x="5768" y="91350"/>
                  </a:lnTo>
                  <a:lnTo>
                    <a:pt x="7715" y="89773"/>
                  </a:lnTo>
                  <a:lnTo>
                    <a:pt x="9673" y="88255"/>
                  </a:lnTo>
                  <a:lnTo>
                    <a:pt x="11644" y="86796"/>
                  </a:lnTo>
                  <a:lnTo>
                    <a:pt x="13626" y="85397"/>
                  </a:lnTo>
                  <a:lnTo>
                    <a:pt x="15621" y="84058"/>
                  </a:lnTo>
                  <a:lnTo>
                    <a:pt x="17627" y="82778"/>
                  </a:lnTo>
                  <a:lnTo>
                    <a:pt x="19645" y="81557"/>
                  </a:lnTo>
                  <a:lnTo>
                    <a:pt x="19645" y="54173"/>
                  </a:lnTo>
                  <a:lnTo>
                    <a:pt x="17847" y="52762"/>
                  </a:lnTo>
                  <a:lnTo>
                    <a:pt x="16025" y="51387"/>
                  </a:lnTo>
                  <a:lnTo>
                    <a:pt x="14180" y="50047"/>
                  </a:lnTo>
                  <a:lnTo>
                    <a:pt x="12311" y="48744"/>
                  </a:lnTo>
                  <a:lnTo>
                    <a:pt x="10417" y="47476"/>
                  </a:lnTo>
                  <a:lnTo>
                    <a:pt x="8501" y="46243"/>
                  </a:lnTo>
                  <a:lnTo>
                    <a:pt x="6560" y="45047"/>
                  </a:lnTo>
                  <a:lnTo>
                    <a:pt x="4595" y="43886"/>
                  </a:lnTo>
                  <a:lnTo>
                    <a:pt x="2607" y="42761"/>
                  </a:lnTo>
                  <a:close/>
                  <a:moveTo>
                    <a:pt x="89892" y="14287"/>
                  </a:moveTo>
                  <a:lnTo>
                    <a:pt x="123229" y="14287"/>
                  </a:lnTo>
                  <a:lnTo>
                    <a:pt x="123229" y="0"/>
                  </a:lnTo>
                  <a:lnTo>
                    <a:pt x="134540" y="0"/>
                  </a:lnTo>
                  <a:lnTo>
                    <a:pt x="134540" y="136921"/>
                  </a:lnTo>
                  <a:lnTo>
                    <a:pt x="123229" y="136921"/>
                  </a:lnTo>
                  <a:lnTo>
                    <a:pt x="123229" y="122634"/>
                  </a:lnTo>
                  <a:lnTo>
                    <a:pt x="89892" y="122634"/>
                  </a:lnTo>
                  <a:close/>
                  <a:moveTo>
                    <a:pt x="123229" y="110728"/>
                  </a:moveTo>
                  <a:lnTo>
                    <a:pt x="123229" y="89892"/>
                  </a:lnTo>
                  <a:lnTo>
                    <a:pt x="100607" y="89892"/>
                  </a:lnTo>
                  <a:lnTo>
                    <a:pt x="100607" y="110728"/>
                  </a:lnTo>
                  <a:close/>
                  <a:moveTo>
                    <a:pt x="123229" y="78581"/>
                  </a:moveTo>
                  <a:lnTo>
                    <a:pt x="123229" y="58340"/>
                  </a:lnTo>
                  <a:lnTo>
                    <a:pt x="100607" y="58340"/>
                  </a:lnTo>
                  <a:lnTo>
                    <a:pt x="100607" y="78581"/>
                  </a:lnTo>
                  <a:close/>
                  <a:moveTo>
                    <a:pt x="123229" y="47029"/>
                  </a:moveTo>
                  <a:lnTo>
                    <a:pt x="123229" y="26193"/>
                  </a:lnTo>
                  <a:lnTo>
                    <a:pt x="100607" y="26193"/>
                  </a:lnTo>
                  <a:lnTo>
                    <a:pt x="100607" y="470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h166"/>
            <p:cNvSpPr/>
            <p:nvPr/>
          </p:nvSpPr>
          <p:spPr>
            <a:xfrm>
              <a:off x="56939" y="2772022"/>
              <a:ext cx="137517" cy="135731"/>
            </a:xfrm>
            <a:custGeom>
              <a:avLst/>
              <a:pathLst>
                <a:path w="137517" h="135731">
                  <a:moveTo>
                    <a:pt x="0" y="66079"/>
                  </a:moveTo>
                  <a:lnTo>
                    <a:pt x="1440" y="65151"/>
                  </a:lnTo>
                  <a:lnTo>
                    <a:pt x="2905" y="64269"/>
                  </a:lnTo>
                  <a:lnTo>
                    <a:pt x="4393" y="63436"/>
                  </a:lnTo>
                  <a:lnTo>
                    <a:pt x="5905" y="62650"/>
                  </a:lnTo>
                  <a:lnTo>
                    <a:pt x="7441" y="61912"/>
                  </a:lnTo>
                  <a:lnTo>
                    <a:pt x="9001" y="61221"/>
                  </a:lnTo>
                  <a:lnTo>
                    <a:pt x="10584" y="60579"/>
                  </a:lnTo>
                  <a:lnTo>
                    <a:pt x="12192" y="59983"/>
                  </a:lnTo>
                  <a:lnTo>
                    <a:pt x="13823" y="59436"/>
                  </a:lnTo>
                  <a:lnTo>
                    <a:pt x="15478" y="58935"/>
                  </a:lnTo>
                  <a:lnTo>
                    <a:pt x="15478" y="0"/>
                  </a:lnTo>
                  <a:lnTo>
                    <a:pt x="26789" y="0"/>
                  </a:lnTo>
                  <a:lnTo>
                    <a:pt x="26789" y="135731"/>
                  </a:lnTo>
                  <a:lnTo>
                    <a:pt x="15478" y="135731"/>
                  </a:lnTo>
                  <a:lnTo>
                    <a:pt x="15478" y="73818"/>
                  </a:lnTo>
                  <a:lnTo>
                    <a:pt x="14186" y="74187"/>
                  </a:lnTo>
                  <a:lnTo>
                    <a:pt x="12930" y="74580"/>
                  </a:lnTo>
                  <a:lnTo>
                    <a:pt x="11709" y="74997"/>
                  </a:lnTo>
                  <a:lnTo>
                    <a:pt x="10525" y="75438"/>
                  </a:lnTo>
                  <a:lnTo>
                    <a:pt x="9376" y="75902"/>
                  </a:lnTo>
                  <a:lnTo>
                    <a:pt x="8262" y="76390"/>
                  </a:lnTo>
                  <a:lnTo>
                    <a:pt x="7185" y="76902"/>
                  </a:lnTo>
                  <a:lnTo>
                    <a:pt x="6143" y="77438"/>
                  </a:lnTo>
                  <a:lnTo>
                    <a:pt x="5137" y="77997"/>
                  </a:lnTo>
                  <a:lnTo>
                    <a:pt x="4167" y="78581"/>
                  </a:lnTo>
                  <a:close/>
                  <a:moveTo>
                    <a:pt x="85129" y="73223"/>
                  </a:moveTo>
                  <a:lnTo>
                    <a:pt x="85129" y="61912"/>
                  </a:lnTo>
                  <a:lnTo>
                    <a:pt x="97631" y="61912"/>
                  </a:lnTo>
                  <a:lnTo>
                    <a:pt x="97631" y="1190"/>
                  </a:lnTo>
                  <a:lnTo>
                    <a:pt x="108346" y="1190"/>
                  </a:lnTo>
                  <a:lnTo>
                    <a:pt x="108346" y="61912"/>
                  </a:lnTo>
                  <a:lnTo>
                    <a:pt x="137517" y="61912"/>
                  </a:lnTo>
                  <a:lnTo>
                    <a:pt x="137517" y="73223"/>
                  </a:lnTo>
                  <a:lnTo>
                    <a:pt x="108346" y="73223"/>
                  </a:lnTo>
                  <a:lnTo>
                    <a:pt x="108346" y="134540"/>
                  </a:lnTo>
                  <a:lnTo>
                    <a:pt x="97631" y="134540"/>
                  </a:lnTo>
                  <a:lnTo>
                    <a:pt x="97631" y="73223"/>
                  </a:lnTo>
                  <a:close/>
                  <a:moveTo>
                    <a:pt x="17859" y="74414"/>
                  </a:moveTo>
                  <a:lnTo>
                    <a:pt x="20835" y="63698"/>
                  </a:lnTo>
                  <a:lnTo>
                    <a:pt x="24425" y="65466"/>
                  </a:lnTo>
                  <a:lnTo>
                    <a:pt x="27813" y="67198"/>
                  </a:lnTo>
                  <a:lnTo>
                    <a:pt x="30997" y="68895"/>
                  </a:lnTo>
                  <a:lnTo>
                    <a:pt x="33980" y="70556"/>
                  </a:lnTo>
                  <a:lnTo>
                    <a:pt x="36760" y="72181"/>
                  </a:lnTo>
                  <a:lnTo>
                    <a:pt x="39338" y="73771"/>
                  </a:lnTo>
                  <a:lnTo>
                    <a:pt x="41713" y="75324"/>
                  </a:lnTo>
                  <a:lnTo>
                    <a:pt x="43886" y="76842"/>
                  </a:lnTo>
                  <a:lnTo>
                    <a:pt x="45856" y="78325"/>
                  </a:lnTo>
                  <a:lnTo>
                    <a:pt x="47625" y="79771"/>
                  </a:lnTo>
                  <a:lnTo>
                    <a:pt x="47607" y="78087"/>
                  </a:lnTo>
                  <a:lnTo>
                    <a:pt x="47553" y="76366"/>
                  </a:lnTo>
                  <a:lnTo>
                    <a:pt x="47464" y="74610"/>
                  </a:lnTo>
                  <a:lnTo>
                    <a:pt x="47339" y="72818"/>
                  </a:lnTo>
                  <a:lnTo>
                    <a:pt x="47178" y="70991"/>
                  </a:lnTo>
                  <a:lnTo>
                    <a:pt x="46982" y="69127"/>
                  </a:lnTo>
                  <a:lnTo>
                    <a:pt x="46749" y="67228"/>
                  </a:lnTo>
                  <a:lnTo>
                    <a:pt x="46482" y="65293"/>
                  </a:lnTo>
                  <a:lnTo>
                    <a:pt x="46178" y="63323"/>
                  </a:lnTo>
                  <a:lnTo>
                    <a:pt x="45839" y="61317"/>
                  </a:lnTo>
                  <a:lnTo>
                    <a:pt x="44642" y="60251"/>
                  </a:lnTo>
                  <a:lnTo>
                    <a:pt x="43434" y="59197"/>
                  </a:lnTo>
                  <a:lnTo>
                    <a:pt x="42213" y="58156"/>
                  </a:lnTo>
                  <a:lnTo>
                    <a:pt x="40981" y="57126"/>
                  </a:lnTo>
                  <a:lnTo>
                    <a:pt x="39737" y="56108"/>
                  </a:lnTo>
                  <a:lnTo>
                    <a:pt x="38481" y="55102"/>
                  </a:lnTo>
                  <a:lnTo>
                    <a:pt x="37212" y="54107"/>
                  </a:lnTo>
                  <a:lnTo>
                    <a:pt x="35933" y="53125"/>
                  </a:lnTo>
                  <a:lnTo>
                    <a:pt x="34641" y="52155"/>
                  </a:lnTo>
                  <a:lnTo>
                    <a:pt x="33337" y="51196"/>
                  </a:lnTo>
                  <a:lnTo>
                    <a:pt x="36909" y="40481"/>
                  </a:lnTo>
                  <a:lnTo>
                    <a:pt x="41475" y="43975"/>
                  </a:lnTo>
                  <a:lnTo>
                    <a:pt x="45886" y="47553"/>
                  </a:lnTo>
                  <a:lnTo>
                    <a:pt x="50143" y="51214"/>
                  </a:lnTo>
                  <a:lnTo>
                    <a:pt x="54244" y="54959"/>
                  </a:lnTo>
                  <a:lnTo>
                    <a:pt x="58191" y="58787"/>
                  </a:lnTo>
                  <a:lnTo>
                    <a:pt x="61983" y="62698"/>
                  </a:lnTo>
                  <a:lnTo>
                    <a:pt x="65621" y="66692"/>
                  </a:lnTo>
                  <a:lnTo>
                    <a:pt x="69103" y="70770"/>
                  </a:lnTo>
                  <a:lnTo>
                    <a:pt x="72431" y="74931"/>
                  </a:lnTo>
                  <a:lnTo>
                    <a:pt x="75604" y="79176"/>
                  </a:lnTo>
                  <a:lnTo>
                    <a:pt x="75122" y="76223"/>
                  </a:lnTo>
                  <a:lnTo>
                    <a:pt x="74628" y="73318"/>
                  </a:lnTo>
                  <a:lnTo>
                    <a:pt x="74122" y="70461"/>
                  </a:lnTo>
                  <a:lnTo>
                    <a:pt x="73604" y="67651"/>
                  </a:lnTo>
                  <a:lnTo>
                    <a:pt x="73074" y="64889"/>
                  </a:lnTo>
                  <a:lnTo>
                    <a:pt x="72532" y="62174"/>
                  </a:lnTo>
                  <a:lnTo>
                    <a:pt x="71979" y="59507"/>
                  </a:lnTo>
                  <a:lnTo>
                    <a:pt x="71413" y="56888"/>
                  </a:lnTo>
                  <a:lnTo>
                    <a:pt x="70836" y="54316"/>
                  </a:lnTo>
                  <a:lnTo>
                    <a:pt x="70246" y="51792"/>
                  </a:lnTo>
                  <a:lnTo>
                    <a:pt x="69532" y="52274"/>
                  </a:lnTo>
                  <a:lnTo>
                    <a:pt x="68818" y="52768"/>
                  </a:lnTo>
                  <a:lnTo>
                    <a:pt x="68103" y="53274"/>
                  </a:lnTo>
                  <a:lnTo>
                    <a:pt x="67389" y="53792"/>
                  </a:lnTo>
                  <a:lnTo>
                    <a:pt x="66675" y="54322"/>
                  </a:lnTo>
                  <a:lnTo>
                    <a:pt x="65960" y="54864"/>
                  </a:lnTo>
                  <a:lnTo>
                    <a:pt x="65246" y="55417"/>
                  </a:lnTo>
                  <a:lnTo>
                    <a:pt x="64531" y="55983"/>
                  </a:lnTo>
                  <a:lnTo>
                    <a:pt x="63817" y="56560"/>
                  </a:lnTo>
                  <a:lnTo>
                    <a:pt x="63103" y="57150"/>
                  </a:lnTo>
                  <a:lnTo>
                    <a:pt x="58340" y="47625"/>
                  </a:lnTo>
                  <a:lnTo>
                    <a:pt x="60751" y="45630"/>
                  </a:lnTo>
                  <a:lnTo>
                    <a:pt x="63222" y="43695"/>
                  </a:lnTo>
                  <a:lnTo>
                    <a:pt x="65752" y="41820"/>
                  </a:lnTo>
                  <a:lnTo>
                    <a:pt x="68341" y="40005"/>
                  </a:lnTo>
                  <a:lnTo>
                    <a:pt x="70991" y="38248"/>
                  </a:lnTo>
                  <a:lnTo>
                    <a:pt x="73699" y="36552"/>
                  </a:lnTo>
                  <a:lnTo>
                    <a:pt x="76467" y="34915"/>
                  </a:lnTo>
                  <a:lnTo>
                    <a:pt x="79295" y="33337"/>
                  </a:lnTo>
                  <a:lnTo>
                    <a:pt x="82182" y="31819"/>
                  </a:lnTo>
                  <a:lnTo>
                    <a:pt x="85129" y="30360"/>
                  </a:lnTo>
                  <a:lnTo>
                    <a:pt x="89892" y="41076"/>
                  </a:lnTo>
                  <a:lnTo>
                    <a:pt x="88707" y="41558"/>
                  </a:lnTo>
                  <a:lnTo>
                    <a:pt x="87534" y="42052"/>
                  </a:lnTo>
                  <a:lnTo>
                    <a:pt x="86373" y="42558"/>
                  </a:lnTo>
                  <a:lnTo>
                    <a:pt x="85224" y="43076"/>
                  </a:lnTo>
                  <a:lnTo>
                    <a:pt x="84087" y="43606"/>
                  </a:lnTo>
                  <a:lnTo>
                    <a:pt x="82962" y="44148"/>
                  </a:lnTo>
                  <a:lnTo>
                    <a:pt x="81849" y="44702"/>
                  </a:lnTo>
                  <a:lnTo>
                    <a:pt x="80748" y="45267"/>
                  </a:lnTo>
                  <a:lnTo>
                    <a:pt x="79658" y="45845"/>
                  </a:lnTo>
                  <a:lnTo>
                    <a:pt x="78581" y="46434"/>
                  </a:lnTo>
                  <a:lnTo>
                    <a:pt x="79634" y="50994"/>
                  </a:lnTo>
                  <a:lnTo>
                    <a:pt x="80652" y="55626"/>
                  </a:lnTo>
                  <a:lnTo>
                    <a:pt x="81635" y="60328"/>
                  </a:lnTo>
                  <a:lnTo>
                    <a:pt x="82581" y="65103"/>
                  </a:lnTo>
                  <a:lnTo>
                    <a:pt x="83492" y="69949"/>
                  </a:lnTo>
                  <a:lnTo>
                    <a:pt x="84367" y="74866"/>
                  </a:lnTo>
                  <a:lnTo>
                    <a:pt x="85207" y="79855"/>
                  </a:lnTo>
                  <a:lnTo>
                    <a:pt x="86010" y="84915"/>
                  </a:lnTo>
                  <a:lnTo>
                    <a:pt x="86778" y="90046"/>
                  </a:lnTo>
                  <a:lnTo>
                    <a:pt x="87510" y="95250"/>
                  </a:lnTo>
                  <a:lnTo>
                    <a:pt x="77985" y="98226"/>
                  </a:lnTo>
                  <a:lnTo>
                    <a:pt x="76158" y="95380"/>
                  </a:lnTo>
                  <a:lnTo>
                    <a:pt x="74247" y="92559"/>
                  </a:lnTo>
                  <a:lnTo>
                    <a:pt x="72253" y="89761"/>
                  </a:lnTo>
                  <a:lnTo>
                    <a:pt x="70175" y="86987"/>
                  </a:lnTo>
                  <a:lnTo>
                    <a:pt x="68014" y="84236"/>
                  </a:lnTo>
                  <a:lnTo>
                    <a:pt x="65770" y="81510"/>
                  </a:lnTo>
                  <a:lnTo>
                    <a:pt x="63442" y="78807"/>
                  </a:lnTo>
                  <a:lnTo>
                    <a:pt x="61031" y="76128"/>
                  </a:lnTo>
                  <a:lnTo>
                    <a:pt x="58537" y="73473"/>
                  </a:lnTo>
                  <a:lnTo>
                    <a:pt x="55959" y="70842"/>
                  </a:lnTo>
                  <a:lnTo>
                    <a:pt x="56310" y="72878"/>
                  </a:lnTo>
                  <a:lnTo>
                    <a:pt x="56649" y="74937"/>
                  </a:lnTo>
                  <a:lnTo>
                    <a:pt x="56977" y="77021"/>
                  </a:lnTo>
                  <a:lnTo>
                    <a:pt x="57292" y="79128"/>
                  </a:lnTo>
                  <a:lnTo>
                    <a:pt x="57596" y="81260"/>
                  </a:lnTo>
                  <a:lnTo>
                    <a:pt x="57888" y="83415"/>
                  </a:lnTo>
                  <a:lnTo>
                    <a:pt x="58167" y="85594"/>
                  </a:lnTo>
                  <a:lnTo>
                    <a:pt x="58435" y="87796"/>
                  </a:lnTo>
                  <a:lnTo>
                    <a:pt x="58691" y="90023"/>
                  </a:lnTo>
                  <a:lnTo>
                    <a:pt x="58935" y="92273"/>
                  </a:lnTo>
                  <a:lnTo>
                    <a:pt x="48815" y="94059"/>
                  </a:lnTo>
                  <a:lnTo>
                    <a:pt x="45827" y="91612"/>
                  </a:lnTo>
                  <a:lnTo>
                    <a:pt x="42814" y="89273"/>
                  </a:lnTo>
                  <a:lnTo>
                    <a:pt x="39778" y="87040"/>
                  </a:lnTo>
                  <a:lnTo>
                    <a:pt x="36718" y="84915"/>
                  </a:lnTo>
                  <a:lnTo>
                    <a:pt x="33635" y="82897"/>
                  </a:lnTo>
                  <a:lnTo>
                    <a:pt x="30527" y="80986"/>
                  </a:lnTo>
                  <a:lnTo>
                    <a:pt x="27396" y="79182"/>
                  </a:lnTo>
                  <a:lnTo>
                    <a:pt x="24241" y="77485"/>
                  </a:lnTo>
                  <a:lnTo>
                    <a:pt x="21062" y="75896"/>
                  </a:lnTo>
                  <a:close/>
                  <a:moveTo>
                    <a:pt x="29170" y="117871"/>
                  </a:moveTo>
                  <a:lnTo>
                    <a:pt x="30855" y="115996"/>
                  </a:lnTo>
                  <a:lnTo>
                    <a:pt x="32575" y="114180"/>
                  </a:lnTo>
                  <a:lnTo>
                    <a:pt x="34331" y="112424"/>
                  </a:lnTo>
                  <a:lnTo>
                    <a:pt x="36123" y="110728"/>
                  </a:lnTo>
                  <a:lnTo>
                    <a:pt x="37951" y="109091"/>
                  </a:lnTo>
                  <a:lnTo>
                    <a:pt x="39814" y="107513"/>
                  </a:lnTo>
                  <a:lnTo>
                    <a:pt x="41713" y="105995"/>
                  </a:lnTo>
                  <a:lnTo>
                    <a:pt x="43648" y="104536"/>
                  </a:lnTo>
                  <a:lnTo>
                    <a:pt x="45618" y="103137"/>
                  </a:lnTo>
                  <a:lnTo>
                    <a:pt x="47625" y="101798"/>
                  </a:lnTo>
                  <a:lnTo>
                    <a:pt x="53578" y="112514"/>
                  </a:lnTo>
                  <a:lnTo>
                    <a:pt x="51685" y="113746"/>
                  </a:lnTo>
                  <a:lnTo>
                    <a:pt x="49815" y="115062"/>
                  </a:lnTo>
                  <a:lnTo>
                    <a:pt x="47970" y="116460"/>
                  </a:lnTo>
                  <a:lnTo>
                    <a:pt x="46148" y="117943"/>
                  </a:lnTo>
                  <a:lnTo>
                    <a:pt x="44350" y="119508"/>
                  </a:lnTo>
                  <a:lnTo>
                    <a:pt x="42576" y="121158"/>
                  </a:lnTo>
                  <a:lnTo>
                    <a:pt x="40826" y="122890"/>
                  </a:lnTo>
                  <a:lnTo>
                    <a:pt x="39100" y="124706"/>
                  </a:lnTo>
                  <a:lnTo>
                    <a:pt x="37397" y="126605"/>
                  </a:lnTo>
                  <a:lnTo>
                    <a:pt x="35718" y="128587"/>
                  </a:lnTo>
                  <a:close/>
                  <a:moveTo>
                    <a:pt x="29170" y="17264"/>
                  </a:moveTo>
                  <a:lnTo>
                    <a:pt x="35123" y="7143"/>
                  </a:lnTo>
                  <a:lnTo>
                    <a:pt x="37689" y="9167"/>
                  </a:lnTo>
                  <a:lnTo>
                    <a:pt x="40147" y="11191"/>
                  </a:lnTo>
                  <a:lnTo>
                    <a:pt x="42499" y="13215"/>
                  </a:lnTo>
                  <a:lnTo>
                    <a:pt x="44743" y="15240"/>
                  </a:lnTo>
                  <a:lnTo>
                    <a:pt x="46880" y="17264"/>
                  </a:lnTo>
                  <a:lnTo>
                    <a:pt x="48910" y="19288"/>
                  </a:lnTo>
                  <a:lnTo>
                    <a:pt x="50833" y="21312"/>
                  </a:lnTo>
                  <a:lnTo>
                    <a:pt x="52649" y="23336"/>
                  </a:lnTo>
                  <a:lnTo>
                    <a:pt x="54357" y="25360"/>
                  </a:lnTo>
                  <a:lnTo>
                    <a:pt x="55959" y="27384"/>
                  </a:lnTo>
                  <a:lnTo>
                    <a:pt x="47625" y="36314"/>
                  </a:lnTo>
                  <a:lnTo>
                    <a:pt x="45833" y="33980"/>
                  </a:lnTo>
                  <a:lnTo>
                    <a:pt x="44029" y="31742"/>
                  </a:lnTo>
                  <a:lnTo>
                    <a:pt x="42213" y="29598"/>
                  </a:lnTo>
                  <a:lnTo>
                    <a:pt x="40386" y="27551"/>
                  </a:lnTo>
                  <a:lnTo>
                    <a:pt x="38546" y="25598"/>
                  </a:lnTo>
                  <a:lnTo>
                    <a:pt x="36695" y="23741"/>
                  </a:lnTo>
                  <a:lnTo>
                    <a:pt x="34831" y="21978"/>
                  </a:lnTo>
                  <a:lnTo>
                    <a:pt x="32956" y="20312"/>
                  </a:lnTo>
                  <a:lnTo>
                    <a:pt x="31069" y="18740"/>
                  </a:lnTo>
                  <a:close/>
                  <a:moveTo>
                    <a:pt x="58935" y="105370"/>
                  </a:moveTo>
                  <a:lnTo>
                    <a:pt x="65484" y="96440"/>
                  </a:lnTo>
                  <a:lnTo>
                    <a:pt x="68085" y="98637"/>
                  </a:lnTo>
                  <a:lnTo>
                    <a:pt x="70651" y="100941"/>
                  </a:lnTo>
                  <a:lnTo>
                    <a:pt x="73181" y="103352"/>
                  </a:lnTo>
                  <a:lnTo>
                    <a:pt x="75676" y="105870"/>
                  </a:lnTo>
                  <a:lnTo>
                    <a:pt x="78134" y="108495"/>
                  </a:lnTo>
                  <a:lnTo>
                    <a:pt x="80557" y="111228"/>
                  </a:lnTo>
                  <a:lnTo>
                    <a:pt x="82944" y="114067"/>
                  </a:lnTo>
                  <a:lnTo>
                    <a:pt x="85296" y="117014"/>
                  </a:lnTo>
                  <a:lnTo>
                    <a:pt x="87612" y="120068"/>
                  </a:lnTo>
                  <a:lnTo>
                    <a:pt x="89892" y="123229"/>
                  </a:lnTo>
                  <a:lnTo>
                    <a:pt x="80962" y="132159"/>
                  </a:lnTo>
                  <a:lnTo>
                    <a:pt x="78706" y="128891"/>
                  </a:lnTo>
                  <a:lnTo>
                    <a:pt x="76461" y="125753"/>
                  </a:lnTo>
                  <a:lnTo>
                    <a:pt x="74229" y="122747"/>
                  </a:lnTo>
                  <a:lnTo>
                    <a:pt x="72009" y="119872"/>
                  </a:lnTo>
                  <a:lnTo>
                    <a:pt x="69800" y="117127"/>
                  </a:lnTo>
                  <a:lnTo>
                    <a:pt x="67603" y="114514"/>
                  </a:lnTo>
                  <a:lnTo>
                    <a:pt x="65418" y="112031"/>
                  </a:lnTo>
                  <a:lnTo>
                    <a:pt x="63246" y="109680"/>
                  </a:lnTo>
                  <a:lnTo>
                    <a:pt x="61085" y="107459"/>
                  </a:lnTo>
                  <a:close/>
                  <a:moveTo>
                    <a:pt x="60721" y="26789"/>
                  </a:moveTo>
                  <a:lnTo>
                    <a:pt x="62180" y="24306"/>
                  </a:lnTo>
                  <a:lnTo>
                    <a:pt x="63698" y="21859"/>
                  </a:lnTo>
                  <a:lnTo>
                    <a:pt x="65276" y="19448"/>
                  </a:lnTo>
                  <a:lnTo>
                    <a:pt x="66913" y="17073"/>
                  </a:lnTo>
                  <a:lnTo>
                    <a:pt x="68609" y="14733"/>
                  </a:lnTo>
                  <a:lnTo>
                    <a:pt x="70365" y="12430"/>
                  </a:lnTo>
                  <a:lnTo>
                    <a:pt x="72181" y="10161"/>
                  </a:lnTo>
                  <a:lnTo>
                    <a:pt x="74056" y="7929"/>
                  </a:lnTo>
                  <a:lnTo>
                    <a:pt x="75991" y="5732"/>
                  </a:lnTo>
                  <a:lnTo>
                    <a:pt x="77985" y="3571"/>
                  </a:lnTo>
                  <a:lnTo>
                    <a:pt x="88701" y="12501"/>
                  </a:lnTo>
                  <a:lnTo>
                    <a:pt x="86361" y="14543"/>
                  </a:lnTo>
                  <a:lnTo>
                    <a:pt x="84105" y="16621"/>
                  </a:lnTo>
                  <a:lnTo>
                    <a:pt x="81932" y="18734"/>
                  </a:lnTo>
                  <a:lnTo>
                    <a:pt x="79843" y="20883"/>
                  </a:lnTo>
                  <a:lnTo>
                    <a:pt x="77837" y="23068"/>
                  </a:lnTo>
                  <a:lnTo>
                    <a:pt x="75914" y="25288"/>
                  </a:lnTo>
                  <a:lnTo>
                    <a:pt x="74074" y="27545"/>
                  </a:lnTo>
                  <a:lnTo>
                    <a:pt x="72318" y="29837"/>
                  </a:lnTo>
                  <a:lnTo>
                    <a:pt x="70645" y="32164"/>
                  </a:lnTo>
                  <a:lnTo>
                    <a:pt x="69056" y="345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54284" y="4936358"/>
              <a:ext cx="7811349" cy="0"/>
            </a:xfrm>
            <a:custGeom>
              <a:avLst/>
              <a:pathLst>
                <a:path w="7811349" h="0">
                  <a:moveTo>
                    <a:pt x="0" y="0"/>
                  </a:moveTo>
                  <a:lnTo>
                    <a:pt x="7811349" y="0"/>
                  </a:lnTo>
                  <a:lnTo>
                    <a:pt x="7811349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54284" y="2082902"/>
              <a:ext cx="7811349" cy="0"/>
            </a:xfrm>
            <a:custGeom>
              <a:avLst/>
              <a:pathLst>
                <a:path w="7811349" h="0">
                  <a:moveTo>
                    <a:pt x="0" y="0"/>
                  </a:moveTo>
                  <a:lnTo>
                    <a:pt x="7811349" y="0"/>
                  </a:lnTo>
                  <a:lnTo>
                    <a:pt x="7811349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15165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5686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356207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4284" y="6297803"/>
              <a:ext cx="7811349" cy="0"/>
            </a:xfrm>
            <a:custGeom>
              <a:avLst/>
              <a:pathLst>
                <a:path w="7811349" h="0">
                  <a:moveTo>
                    <a:pt x="0" y="0"/>
                  </a:moveTo>
                  <a:lnTo>
                    <a:pt x="7811349" y="0"/>
                  </a:lnTo>
                  <a:lnTo>
                    <a:pt x="781134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4284" y="3574914"/>
              <a:ext cx="7811349" cy="0"/>
            </a:xfrm>
            <a:custGeom>
              <a:avLst/>
              <a:pathLst>
                <a:path w="7811349" h="0">
                  <a:moveTo>
                    <a:pt x="0" y="0"/>
                  </a:moveTo>
                  <a:lnTo>
                    <a:pt x="7811349" y="0"/>
                  </a:lnTo>
                  <a:lnTo>
                    <a:pt x="781134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54284" y="590890"/>
              <a:ext cx="7811349" cy="0"/>
            </a:xfrm>
            <a:custGeom>
              <a:avLst/>
              <a:pathLst>
                <a:path w="7811349" h="0">
                  <a:moveTo>
                    <a:pt x="0" y="0"/>
                  </a:moveTo>
                  <a:lnTo>
                    <a:pt x="7811349" y="0"/>
                  </a:lnTo>
                  <a:lnTo>
                    <a:pt x="7811349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4904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025425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45947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66468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09345" y="578116"/>
              <a:ext cx="7101226" cy="5563131"/>
            </a:xfrm>
            <a:custGeom>
              <a:avLst/>
              <a:pathLst>
                <a:path w="7101226" h="5563131">
                  <a:moveTo>
                    <a:pt x="0" y="0"/>
                  </a:moveTo>
                  <a:lnTo>
                    <a:pt x="35528" y="734994"/>
                  </a:lnTo>
                  <a:lnTo>
                    <a:pt x="71056" y="1443513"/>
                  </a:lnTo>
                  <a:lnTo>
                    <a:pt x="106585" y="2059269"/>
                  </a:lnTo>
                  <a:lnTo>
                    <a:pt x="142113" y="2615495"/>
                  </a:lnTo>
                  <a:lnTo>
                    <a:pt x="177641" y="3078328"/>
                  </a:lnTo>
                  <a:lnTo>
                    <a:pt x="213170" y="3489407"/>
                  </a:lnTo>
                  <a:lnTo>
                    <a:pt x="248698" y="3820704"/>
                  </a:lnTo>
                  <a:lnTo>
                    <a:pt x="284226" y="4145820"/>
                  </a:lnTo>
                  <a:lnTo>
                    <a:pt x="319755" y="4384719"/>
                  </a:lnTo>
                  <a:lnTo>
                    <a:pt x="355283" y="4593231"/>
                  </a:lnTo>
                  <a:lnTo>
                    <a:pt x="390811" y="4736022"/>
                  </a:lnTo>
                  <a:lnTo>
                    <a:pt x="426340" y="4881384"/>
                  </a:lnTo>
                  <a:lnTo>
                    <a:pt x="461868" y="5004614"/>
                  </a:lnTo>
                  <a:lnTo>
                    <a:pt x="497396" y="5103197"/>
                  </a:lnTo>
                  <a:lnTo>
                    <a:pt x="537366" y="5170752"/>
                  </a:lnTo>
                  <a:lnTo>
                    <a:pt x="572894" y="5229456"/>
                  </a:lnTo>
                  <a:lnTo>
                    <a:pt x="608422" y="5272377"/>
                  </a:lnTo>
                  <a:lnTo>
                    <a:pt x="643951" y="5304244"/>
                  </a:lnTo>
                  <a:lnTo>
                    <a:pt x="679479" y="5347284"/>
                  </a:lnTo>
                  <a:lnTo>
                    <a:pt x="715007" y="5375176"/>
                  </a:lnTo>
                  <a:lnTo>
                    <a:pt x="750536" y="5403499"/>
                  </a:lnTo>
                  <a:lnTo>
                    <a:pt x="786064" y="5424150"/>
                  </a:lnTo>
                  <a:lnTo>
                    <a:pt x="821592" y="5439538"/>
                  </a:lnTo>
                  <a:lnTo>
                    <a:pt x="857121" y="5445274"/>
                  </a:lnTo>
                  <a:lnTo>
                    <a:pt x="892649" y="5465372"/>
                  </a:lnTo>
                  <a:lnTo>
                    <a:pt x="928177" y="5479150"/>
                  </a:lnTo>
                  <a:lnTo>
                    <a:pt x="963706" y="5486584"/>
                  </a:lnTo>
                  <a:lnTo>
                    <a:pt x="999234" y="5498456"/>
                  </a:lnTo>
                  <a:lnTo>
                    <a:pt x="1034762" y="5497828"/>
                  </a:lnTo>
                  <a:lnTo>
                    <a:pt x="1070291" y="5505545"/>
                  </a:lnTo>
                  <a:lnTo>
                    <a:pt x="1105819" y="5515970"/>
                  </a:lnTo>
                  <a:lnTo>
                    <a:pt x="1141347" y="5522916"/>
                  </a:lnTo>
                  <a:lnTo>
                    <a:pt x="1176876" y="5527558"/>
                  </a:lnTo>
                  <a:lnTo>
                    <a:pt x="1212404" y="5533399"/>
                  </a:lnTo>
                  <a:lnTo>
                    <a:pt x="1247932" y="5536714"/>
                  </a:lnTo>
                  <a:lnTo>
                    <a:pt x="1283461" y="5537585"/>
                  </a:lnTo>
                  <a:lnTo>
                    <a:pt x="1318989" y="5538752"/>
                  </a:lnTo>
                  <a:lnTo>
                    <a:pt x="1354517" y="5542368"/>
                  </a:lnTo>
                  <a:lnTo>
                    <a:pt x="1390046" y="5543667"/>
                  </a:lnTo>
                  <a:lnTo>
                    <a:pt x="1425574" y="5545008"/>
                  </a:lnTo>
                  <a:lnTo>
                    <a:pt x="1461102" y="5544887"/>
                  </a:lnTo>
                  <a:lnTo>
                    <a:pt x="1496631" y="5548145"/>
                  </a:lnTo>
                  <a:lnTo>
                    <a:pt x="1536600" y="5549209"/>
                  </a:lnTo>
                  <a:lnTo>
                    <a:pt x="1572129" y="5553367"/>
                  </a:lnTo>
                  <a:lnTo>
                    <a:pt x="1607657" y="5552229"/>
                  </a:lnTo>
                  <a:lnTo>
                    <a:pt x="1643185" y="5550132"/>
                  </a:lnTo>
                  <a:lnTo>
                    <a:pt x="1678714" y="5556118"/>
                  </a:lnTo>
                  <a:lnTo>
                    <a:pt x="1714242" y="5557724"/>
                  </a:lnTo>
                  <a:lnTo>
                    <a:pt x="1749770" y="5557598"/>
                  </a:lnTo>
                  <a:lnTo>
                    <a:pt x="1785299" y="5557040"/>
                  </a:lnTo>
                  <a:lnTo>
                    <a:pt x="1820827" y="5557515"/>
                  </a:lnTo>
                  <a:lnTo>
                    <a:pt x="1856355" y="5558363"/>
                  </a:lnTo>
                  <a:lnTo>
                    <a:pt x="1891884" y="5557968"/>
                  </a:lnTo>
                  <a:lnTo>
                    <a:pt x="1927412" y="5558421"/>
                  </a:lnTo>
                  <a:lnTo>
                    <a:pt x="1962940" y="5559875"/>
                  </a:lnTo>
                  <a:lnTo>
                    <a:pt x="1998469" y="5558173"/>
                  </a:lnTo>
                  <a:lnTo>
                    <a:pt x="2033997" y="5560167"/>
                  </a:lnTo>
                  <a:lnTo>
                    <a:pt x="2069525" y="5559072"/>
                  </a:lnTo>
                  <a:lnTo>
                    <a:pt x="2105054" y="5560358"/>
                  </a:lnTo>
                  <a:lnTo>
                    <a:pt x="2140582" y="5556515"/>
                  </a:lnTo>
                  <a:lnTo>
                    <a:pt x="2176110" y="5561519"/>
                  </a:lnTo>
                  <a:lnTo>
                    <a:pt x="2211639" y="5561582"/>
                  </a:lnTo>
                  <a:lnTo>
                    <a:pt x="2247167" y="5561411"/>
                  </a:lnTo>
                  <a:lnTo>
                    <a:pt x="2282695" y="5561561"/>
                  </a:lnTo>
                  <a:lnTo>
                    <a:pt x="2318224" y="5560391"/>
                  </a:lnTo>
                  <a:lnTo>
                    <a:pt x="2353752" y="5560158"/>
                  </a:lnTo>
                  <a:lnTo>
                    <a:pt x="2389280" y="5562387"/>
                  </a:lnTo>
                  <a:lnTo>
                    <a:pt x="2424809" y="5561440"/>
                  </a:lnTo>
                  <a:lnTo>
                    <a:pt x="2460337" y="5561077"/>
                  </a:lnTo>
                  <a:lnTo>
                    <a:pt x="2495865" y="5560167"/>
                  </a:lnTo>
                  <a:lnTo>
                    <a:pt x="2531394" y="5562010"/>
                  </a:lnTo>
                  <a:lnTo>
                    <a:pt x="2571363" y="5562013"/>
                  </a:lnTo>
                  <a:lnTo>
                    <a:pt x="2606891" y="5560842"/>
                  </a:lnTo>
                  <a:lnTo>
                    <a:pt x="2642420" y="5561628"/>
                  </a:lnTo>
                  <a:lnTo>
                    <a:pt x="2677948" y="5561117"/>
                  </a:lnTo>
                  <a:lnTo>
                    <a:pt x="2713476" y="5560774"/>
                  </a:lnTo>
                  <a:lnTo>
                    <a:pt x="2749005" y="5560158"/>
                  </a:lnTo>
                  <a:lnTo>
                    <a:pt x="2784533" y="5560564"/>
                  </a:lnTo>
                  <a:lnTo>
                    <a:pt x="2820061" y="5562126"/>
                  </a:lnTo>
                  <a:lnTo>
                    <a:pt x="2855590" y="5562500"/>
                  </a:lnTo>
                  <a:lnTo>
                    <a:pt x="2891118" y="5562741"/>
                  </a:lnTo>
                  <a:lnTo>
                    <a:pt x="2926646" y="5562067"/>
                  </a:lnTo>
                  <a:lnTo>
                    <a:pt x="2962175" y="5562406"/>
                  </a:lnTo>
                  <a:lnTo>
                    <a:pt x="2997703" y="5562824"/>
                  </a:lnTo>
                  <a:lnTo>
                    <a:pt x="3033231" y="5561494"/>
                  </a:lnTo>
                  <a:lnTo>
                    <a:pt x="3068760" y="5561449"/>
                  </a:lnTo>
                  <a:lnTo>
                    <a:pt x="3104288" y="5562883"/>
                  </a:lnTo>
                  <a:lnTo>
                    <a:pt x="3139816" y="5558197"/>
                  </a:lnTo>
                  <a:lnTo>
                    <a:pt x="3175345" y="5562492"/>
                  </a:lnTo>
                  <a:lnTo>
                    <a:pt x="3210873" y="5562657"/>
                  </a:lnTo>
                  <a:lnTo>
                    <a:pt x="3246401" y="5561971"/>
                  </a:lnTo>
                  <a:lnTo>
                    <a:pt x="3281930" y="5559440"/>
                  </a:lnTo>
                  <a:lnTo>
                    <a:pt x="3317458" y="5560278"/>
                  </a:lnTo>
                  <a:lnTo>
                    <a:pt x="3352987" y="5562884"/>
                  </a:lnTo>
                  <a:lnTo>
                    <a:pt x="3388515" y="5562708"/>
                  </a:lnTo>
                  <a:lnTo>
                    <a:pt x="3424043" y="5560558"/>
                  </a:lnTo>
                  <a:lnTo>
                    <a:pt x="3459572" y="5561425"/>
                  </a:lnTo>
                  <a:lnTo>
                    <a:pt x="3495100" y="5562698"/>
                  </a:lnTo>
                  <a:lnTo>
                    <a:pt x="3530628" y="5562701"/>
                  </a:lnTo>
                  <a:lnTo>
                    <a:pt x="3570598" y="5561077"/>
                  </a:lnTo>
                  <a:lnTo>
                    <a:pt x="3606126" y="5561592"/>
                  </a:lnTo>
                  <a:lnTo>
                    <a:pt x="3641654" y="5561668"/>
                  </a:lnTo>
                  <a:lnTo>
                    <a:pt x="3677183" y="5561844"/>
                  </a:lnTo>
                  <a:lnTo>
                    <a:pt x="3712711" y="5562743"/>
                  </a:lnTo>
                  <a:lnTo>
                    <a:pt x="3748239" y="5561566"/>
                  </a:lnTo>
                  <a:lnTo>
                    <a:pt x="3783768" y="5560502"/>
                  </a:lnTo>
                  <a:lnTo>
                    <a:pt x="3819296" y="5562634"/>
                  </a:lnTo>
                  <a:lnTo>
                    <a:pt x="3854824" y="5559680"/>
                  </a:lnTo>
                  <a:lnTo>
                    <a:pt x="3890353" y="5561465"/>
                  </a:lnTo>
                  <a:lnTo>
                    <a:pt x="3925881" y="5561946"/>
                  </a:lnTo>
                  <a:lnTo>
                    <a:pt x="3961409" y="5561762"/>
                  </a:lnTo>
                  <a:lnTo>
                    <a:pt x="3996938" y="5560909"/>
                  </a:lnTo>
                  <a:lnTo>
                    <a:pt x="4032466" y="5561005"/>
                  </a:lnTo>
                  <a:lnTo>
                    <a:pt x="4067994" y="5562291"/>
                  </a:lnTo>
                  <a:lnTo>
                    <a:pt x="4103523" y="5562822"/>
                  </a:lnTo>
                  <a:lnTo>
                    <a:pt x="4139051" y="5561563"/>
                  </a:lnTo>
                  <a:lnTo>
                    <a:pt x="4174579" y="5561643"/>
                  </a:lnTo>
                  <a:lnTo>
                    <a:pt x="4210108" y="5562575"/>
                  </a:lnTo>
                  <a:lnTo>
                    <a:pt x="4245636" y="5562741"/>
                  </a:lnTo>
                  <a:lnTo>
                    <a:pt x="4281164" y="5561389"/>
                  </a:lnTo>
                  <a:lnTo>
                    <a:pt x="4316693" y="5561372"/>
                  </a:lnTo>
                  <a:lnTo>
                    <a:pt x="4352221" y="5562498"/>
                  </a:lnTo>
                  <a:lnTo>
                    <a:pt x="4387749" y="5562497"/>
                  </a:lnTo>
                  <a:lnTo>
                    <a:pt x="4423278" y="5562508"/>
                  </a:lnTo>
                  <a:lnTo>
                    <a:pt x="4458806" y="5561832"/>
                  </a:lnTo>
                  <a:lnTo>
                    <a:pt x="4494334" y="5562756"/>
                  </a:lnTo>
                  <a:lnTo>
                    <a:pt x="4529863" y="5562001"/>
                  </a:lnTo>
                  <a:lnTo>
                    <a:pt x="4569832" y="5561682"/>
                  </a:lnTo>
                  <a:lnTo>
                    <a:pt x="4605360" y="5561847"/>
                  </a:lnTo>
                  <a:lnTo>
                    <a:pt x="4640889" y="5561805"/>
                  </a:lnTo>
                  <a:lnTo>
                    <a:pt x="4676417" y="5562780"/>
                  </a:lnTo>
                  <a:lnTo>
                    <a:pt x="4711945" y="5561545"/>
                  </a:lnTo>
                  <a:lnTo>
                    <a:pt x="4747474" y="5561223"/>
                  </a:lnTo>
                  <a:lnTo>
                    <a:pt x="4783002" y="5561183"/>
                  </a:lnTo>
                  <a:lnTo>
                    <a:pt x="4818531" y="5561975"/>
                  </a:lnTo>
                  <a:lnTo>
                    <a:pt x="4854059" y="5562755"/>
                  </a:lnTo>
                  <a:lnTo>
                    <a:pt x="4889587" y="5561855"/>
                  </a:lnTo>
                  <a:lnTo>
                    <a:pt x="4925116" y="5562753"/>
                  </a:lnTo>
                  <a:lnTo>
                    <a:pt x="4960644" y="5562557"/>
                  </a:lnTo>
                  <a:lnTo>
                    <a:pt x="4996172" y="5559285"/>
                  </a:lnTo>
                  <a:lnTo>
                    <a:pt x="5031701" y="5558125"/>
                  </a:lnTo>
                  <a:lnTo>
                    <a:pt x="5067229" y="5561436"/>
                  </a:lnTo>
                  <a:lnTo>
                    <a:pt x="5102757" y="5561883"/>
                  </a:lnTo>
                  <a:lnTo>
                    <a:pt x="5138286" y="5561474"/>
                  </a:lnTo>
                  <a:lnTo>
                    <a:pt x="5173814" y="5562584"/>
                  </a:lnTo>
                  <a:lnTo>
                    <a:pt x="5209342" y="5561581"/>
                  </a:lnTo>
                  <a:lnTo>
                    <a:pt x="5244871" y="5562417"/>
                  </a:lnTo>
                  <a:lnTo>
                    <a:pt x="5280399" y="5561490"/>
                  </a:lnTo>
                  <a:lnTo>
                    <a:pt x="5315927" y="5561039"/>
                  </a:lnTo>
                  <a:lnTo>
                    <a:pt x="5351456" y="5561595"/>
                  </a:lnTo>
                  <a:lnTo>
                    <a:pt x="5386984" y="5562812"/>
                  </a:lnTo>
                  <a:lnTo>
                    <a:pt x="5422512" y="5559489"/>
                  </a:lnTo>
                  <a:lnTo>
                    <a:pt x="5458041" y="5558292"/>
                  </a:lnTo>
                  <a:lnTo>
                    <a:pt x="5493569" y="5562011"/>
                  </a:lnTo>
                  <a:lnTo>
                    <a:pt x="5529097" y="5562413"/>
                  </a:lnTo>
                  <a:lnTo>
                    <a:pt x="5564626" y="5562165"/>
                  </a:lnTo>
                  <a:lnTo>
                    <a:pt x="5604595" y="5562324"/>
                  </a:lnTo>
                  <a:lnTo>
                    <a:pt x="5640123" y="5562306"/>
                  </a:lnTo>
                  <a:lnTo>
                    <a:pt x="5675652" y="5562389"/>
                  </a:lnTo>
                  <a:lnTo>
                    <a:pt x="5711180" y="5562663"/>
                  </a:lnTo>
                  <a:lnTo>
                    <a:pt x="5746708" y="5561627"/>
                  </a:lnTo>
                  <a:lnTo>
                    <a:pt x="5782237" y="5562612"/>
                  </a:lnTo>
                  <a:lnTo>
                    <a:pt x="5817765" y="5562518"/>
                  </a:lnTo>
                  <a:lnTo>
                    <a:pt x="5853293" y="5562471"/>
                  </a:lnTo>
                  <a:lnTo>
                    <a:pt x="5888822" y="5561311"/>
                  </a:lnTo>
                  <a:lnTo>
                    <a:pt x="5924350" y="5561451"/>
                  </a:lnTo>
                  <a:lnTo>
                    <a:pt x="5959878" y="5562646"/>
                  </a:lnTo>
                  <a:lnTo>
                    <a:pt x="5995407" y="5562228"/>
                  </a:lnTo>
                  <a:lnTo>
                    <a:pt x="6030935" y="5561290"/>
                  </a:lnTo>
                  <a:lnTo>
                    <a:pt x="6066463" y="5562406"/>
                  </a:lnTo>
                  <a:lnTo>
                    <a:pt x="6101992" y="5562937"/>
                  </a:lnTo>
                  <a:lnTo>
                    <a:pt x="6137520" y="5560092"/>
                  </a:lnTo>
                  <a:lnTo>
                    <a:pt x="6173048" y="5559490"/>
                  </a:lnTo>
                  <a:lnTo>
                    <a:pt x="6208577" y="5562549"/>
                  </a:lnTo>
                  <a:lnTo>
                    <a:pt x="6244105" y="5563057"/>
                  </a:lnTo>
                  <a:lnTo>
                    <a:pt x="6279633" y="5562391"/>
                  </a:lnTo>
                  <a:lnTo>
                    <a:pt x="6315162" y="5562882"/>
                  </a:lnTo>
                  <a:lnTo>
                    <a:pt x="6350690" y="5563108"/>
                  </a:lnTo>
                  <a:lnTo>
                    <a:pt x="6386218" y="5563131"/>
                  </a:lnTo>
                  <a:lnTo>
                    <a:pt x="6421747" y="5562285"/>
                  </a:lnTo>
                  <a:lnTo>
                    <a:pt x="6457275" y="5561628"/>
                  </a:lnTo>
                  <a:lnTo>
                    <a:pt x="6492803" y="5562933"/>
                  </a:lnTo>
                  <a:lnTo>
                    <a:pt x="6528332" y="5563049"/>
                  </a:lnTo>
                  <a:lnTo>
                    <a:pt x="6563860" y="5563131"/>
                  </a:lnTo>
                  <a:lnTo>
                    <a:pt x="6603830" y="5562088"/>
                  </a:lnTo>
                  <a:lnTo>
                    <a:pt x="6639358" y="5562987"/>
                  </a:lnTo>
                  <a:lnTo>
                    <a:pt x="6674886" y="5562960"/>
                  </a:lnTo>
                  <a:lnTo>
                    <a:pt x="6710415" y="5562425"/>
                  </a:lnTo>
                  <a:lnTo>
                    <a:pt x="6745943" y="5561835"/>
                  </a:lnTo>
                  <a:lnTo>
                    <a:pt x="6781471" y="5562334"/>
                  </a:lnTo>
                  <a:lnTo>
                    <a:pt x="6817000" y="5562455"/>
                  </a:lnTo>
                  <a:lnTo>
                    <a:pt x="6852528" y="5561692"/>
                  </a:lnTo>
                  <a:lnTo>
                    <a:pt x="6888056" y="5561138"/>
                  </a:lnTo>
                  <a:lnTo>
                    <a:pt x="6923585" y="5561605"/>
                  </a:lnTo>
                  <a:lnTo>
                    <a:pt x="6959113" y="5560954"/>
                  </a:lnTo>
                  <a:lnTo>
                    <a:pt x="6994641" y="5561031"/>
                  </a:lnTo>
                  <a:lnTo>
                    <a:pt x="7030170" y="5562558"/>
                  </a:lnTo>
                  <a:lnTo>
                    <a:pt x="7065698" y="5562891"/>
                  </a:lnTo>
                  <a:lnTo>
                    <a:pt x="7101226" y="5562502"/>
                  </a:lnTo>
                </a:path>
              </a:pathLst>
            </a:custGeom>
            <a:ln w="21681" cap="flat">
              <a:solidFill>
                <a:srgbClr val="44015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9345" y="364744"/>
              <a:ext cx="3548392" cy="5776574"/>
            </a:xfrm>
            <a:custGeom>
              <a:avLst/>
              <a:pathLst>
                <a:path w="3548392" h="5776574">
                  <a:moveTo>
                    <a:pt x="0" y="0"/>
                  </a:moveTo>
                  <a:lnTo>
                    <a:pt x="17764" y="438985"/>
                  </a:lnTo>
                  <a:lnTo>
                    <a:pt x="35528" y="775805"/>
                  </a:lnTo>
                  <a:lnTo>
                    <a:pt x="53292" y="1129762"/>
                  </a:lnTo>
                  <a:lnTo>
                    <a:pt x="71056" y="1480225"/>
                  </a:lnTo>
                  <a:lnTo>
                    <a:pt x="88820" y="1778953"/>
                  </a:lnTo>
                  <a:lnTo>
                    <a:pt x="106585" y="2125370"/>
                  </a:lnTo>
                  <a:lnTo>
                    <a:pt x="124349" y="2404443"/>
                  </a:lnTo>
                  <a:lnTo>
                    <a:pt x="142113" y="2672298"/>
                  </a:lnTo>
                  <a:lnTo>
                    <a:pt x="159877" y="2876581"/>
                  </a:lnTo>
                  <a:lnTo>
                    <a:pt x="177641" y="3148290"/>
                  </a:lnTo>
                  <a:lnTo>
                    <a:pt x="195405" y="3360401"/>
                  </a:lnTo>
                  <a:lnTo>
                    <a:pt x="213170" y="3571941"/>
                  </a:lnTo>
                  <a:lnTo>
                    <a:pt x="230934" y="3757239"/>
                  </a:lnTo>
                  <a:lnTo>
                    <a:pt x="248698" y="3932737"/>
                  </a:lnTo>
                  <a:lnTo>
                    <a:pt x="266462" y="4094974"/>
                  </a:lnTo>
                  <a:lnTo>
                    <a:pt x="284226" y="4233964"/>
                  </a:lnTo>
                  <a:lnTo>
                    <a:pt x="301990" y="4358357"/>
                  </a:lnTo>
                  <a:lnTo>
                    <a:pt x="319755" y="4487753"/>
                  </a:lnTo>
                  <a:lnTo>
                    <a:pt x="337519" y="4605887"/>
                  </a:lnTo>
                  <a:lnTo>
                    <a:pt x="355283" y="4702833"/>
                  </a:lnTo>
                  <a:lnTo>
                    <a:pt x="373047" y="4795634"/>
                  </a:lnTo>
                  <a:lnTo>
                    <a:pt x="390811" y="4875110"/>
                  </a:lnTo>
                  <a:lnTo>
                    <a:pt x="408575" y="4952050"/>
                  </a:lnTo>
                  <a:lnTo>
                    <a:pt x="426340" y="5022295"/>
                  </a:lnTo>
                  <a:lnTo>
                    <a:pt x="444104" y="5084476"/>
                  </a:lnTo>
                  <a:lnTo>
                    <a:pt x="461868" y="5139762"/>
                  </a:lnTo>
                  <a:lnTo>
                    <a:pt x="479632" y="5204114"/>
                  </a:lnTo>
                  <a:lnTo>
                    <a:pt x="497396" y="5241007"/>
                  </a:lnTo>
                  <a:lnTo>
                    <a:pt x="515160" y="5286418"/>
                  </a:lnTo>
                  <a:lnTo>
                    <a:pt x="532925" y="5318344"/>
                  </a:lnTo>
                  <a:lnTo>
                    <a:pt x="550689" y="5354873"/>
                  </a:lnTo>
                  <a:lnTo>
                    <a:pt x="568453" y="5386623"/>
                  </a:lnTo>
                  <a:lnTo>
                    <a:pt x="586217" y="5408588"/>
                  </a:lnTo>
                  <a:lnTo>
                    <a:pt x="608422" y="5445488"/>
                  </a:lnTo>
                  <a:lnTo>
                    <a:pt x="626186" y="5472241"/>
                  </a:lnTo>
                  <a:lnTo>
                    <a:pt x="643951" y="5490661"/>
                  </a:lnTo>
                  <a:lnTo>
                    <a:pt x="661715" y="5514301"/>
                  </a:lnTo>
                  <a:lnTo>
                    <a:pt x="679479" y="5529700"/>
                  </a:lnTo>
                  <a:lnTo>
                    <a:pt x="697243" y="5545571"/>
                  </a:lnTo>
                  <a:lnTo>
                    <a:pt x="715007" y="5558342"/>
                  </a:lnTo>
                  <a:lnTo>
                    <a:pt x="732771" y="5570881"/>
                  </a:lnTo>
                  <a:lnTo>
                    <a:pt x="750536" y="5582391"/>
                  </a:lnTo>
                  <a:lnTo>
                    <a:pt x="768300" y="5600792"/>
                  </a:lnTo>
                  <a:lnTo>
                    <a:pt x="786064" y="5610425"/>
                  </a:lnTo>
                  <a:lnTo>
                    <a:pt x="803828" y="5619118"/>
                  </a:lnTo>
                  <a:lnTo>
                    <a:pt x="821592" y="5631821"/>
                  </a:lnTo>
                  <a:lnTo>
                    <a:pt x="839357" y="5643089"/>
                  </a:lnTo>
                  <a:lnTo>
                    <a:pt x="857121" y="5646927"/>
                  </a:lnTo>
                  <a:lnTo>
                    <a:pt x="874885" y="5653025"/>
                  </a:lnTo>
                  <a:lnTo>
                    <a:pt x="892649" y="5661929"/>
                  </a:lnTo>
                  <a:lnTo>
                    <a:pt x="910413" y="5669221"/>
                  </a:lnTo>
                  <a:lnTo>
                    <a:pt x="928177" y="5674639"/>
                  </a:lnTo>
                  <a:lnTo>
                    <a:pt x="945942" y="5681634"/>
                  </a:lnTo>
                  <a:lnTo>
                    <a:pt x="963706" y="5686394"/>
                  </a:lnTo>
                  <a:lnTo>
                    <a:pt x="981470" y="5693221"/>
                  </a:lnTo>
                  <a:lnTo>
                    <a:pt x="999234" y="5696949"/>
                  </a:lnTo>
                  <a:lnTo>
                    <a:pt x="1016998" y="5699920"/>
                  </a:lnTo>
                  <a:lnTo>
                    <a:pt x="1034762" y="5705887"/>
                  </a:lnTo>
                  <a:lnTo>
                    <a:pt x="1052527" y="5708744"/>
                  </a:lnTo>
                  <a:lnTo>
                    <a:pt x="1070291" y="5711913"/>
                  </a:lnTo>
                  <a:lnTo>
                    <a:pt x="1088055" y="5715196"/>
                  </a:lnTo>
                  <a:lnTo>
                    <a:pt x="1105819" y="5720047"/>
                  </a:lnTo>
                  <a:lnTo>
                    <a:pt x="1123583" y="5722717"/>
                  </a:lnTo>
                  <a:lnTo>
                    <a:pt x="1141347" y="5724992"/>
                  </a:lnTo>
                  <a:lnTo>
                    <a:pt x="1159112" y="5727838"/>
                  </a:lnTo>
                  <a:lnTo>
                    <a:pt x="1176876" y="5730300"/>
                  </a:lnTo>
                  <a:lnTo>
                    <a:pt x="1194640" y="5733669"/>
                  </a:lnTo>
                  <a:lnTo>
                    <a:pt x="1212404" y="5734911"/>
                  </a:lnTo>
                  <a:lnTo>
                    <a:pt x="1230168" y="5735813"/>
                  </a:lnTo>
                  <a:lnTo>
                    <a:pt x="1247932" y="5738662"/>
                  </a:lnTo>
                  <a:lnTo>
                    <a:pt x="1265697" y="5739808"/>
                  </a:lnTo>
                  <a:lnTo>
                    <a:pt x="1283461" y="5742003"/>
                  </a:lnTo>
                  <a:lnTo>
                    <a:pt x="1301225" y="5745239"/>
                  </a:lnTo>
                  <a:lnTo>
                    <a:pt x="1318989" y="5747189"/>
                  </a:lnTo>
                  <a:lnTo>
                    <a:pt x="1336753" y="5747853"/>
                  </a:lnTo>
                  <a:lnTo>
                    <a:pt x="1354517" y="5748400"/>
                  </a:lnTo>
                  <a:lnTo>
                    <a:pt x="1372282" y="5749013"/>
                  </a:lnTo>
                  <a:lnTo>
                    <a:pt x="1390046" y="5750052"/>
                  </a:lnTo>
                  <a:lnTo>
                    <a:pt x="1407810" y="5752234"/>
                  </a:lnTo>
                  <a:lnTo>
                    <a:pt x="1425574" y="5754102"/>
                  </a:lnTo>
                  <a:lnTo>
                    <a:pt x="1443338" y="5755734"/>
                  </a:lnTo>
                  <a:lnTo>
                    <a:pt x="1461102" y="5757224"/>
                  </a:lnTo>
                  <a:lnTo>
                    <a:pt x="1478867" y="5758056"/>
                  </a:lnTo>
                  <a:lnTo>
                    <a:pt x="1496631" y="5757977"/>
                  </a:lnTo>
                  <a:lnTo>
                    <a:pt x="1514395" y="5757786"/>
                  </a:lnTo>
                  <a:lnTo>
                    <a:pt x="1532159" y="5759274"/>
                  </a:lnTo>
                  <a:lnTo>
                    <a:pt x="1549923" y="5760251"/>
                  </a:lnTo>
                  <a:lnTo>
                    <a:pt x="1567687" y="5761785"/>
                  </a:lnTo>
                  <a:lnTo>
                    <a:pt x="1585452" y="5761598"/>
                  </a:lnTo>
                  <a:lnTo>
                    <a:pt x="1603216" y="5762993"/>
                  </a:lnTo>
                  <a:lnTo>
                    <a:pt x="1620980" y="5763848"/>
                  </a:lnTo>
                  <a:lnTo>
                    <a:pt x="1638744" y="5764562"/>
                  </a:lnTo>
                  <a:lnTo>
                    <a:pt x="1656508" y="5764718"/>
                  </a:lnTo>
                  <a:lnTo>
                    <a:pt x="1674272" y="5765403"/>
                  </a:lnTo>
                  <a:lnTo>
                    <a:pt x="1692037" y="5766611"/>
                  </a:lnTo>
                  <a:lnTo>
                    <a:pt x="1709801" y="5766948"/>
                  </a:lnTo>
                  <a:lnTo>
                    <a:pt x="1727565" y="5767264"/>
                  </a:lnTo>
                  <a:lnTo>
                    <a:pt x="1745329" y="5767700"/>
                  </a:lnTo>
                  <a:lnTo>
                    <a:pt x="1763093" y="5768296"/>
                  </a:lnTo>
                  <a:lnTo>
                    <a:pt x="1785299" y="5768598"/>
                  </a:lnTo>
                  <a:lnTo>
                    <a:pt x="1803063" y="5768961"/>
                  </a:lnTo>
                  <a:lnTo>
                    <a:pt x="1820827" y="5769018"/>
                  </a:lnTo>
                  <a:lnTo>
                    <a:pt x="1838591" y="5769410"/>
                  </a:lnTo>
                  <a:lnTo>
                    <a:pt x="1856355" y="5769391"/>
                  </a:lnTo>
                  <a:lnTo>
                    <a:pt x="1874119" y="5769799"/>
                  </a:lnTo>
                  <a:lnTo>
                    <a:pt x="1891884" y="5770186"/>
                  </a:lnTo>
                  <a:lnTo>
                    <a:pt x="1909648" y="5770965"/>
                  </a:lnTo>
                  <a:lnTo>
                    <a:pt x="1927412" y="5771008"/>
                  </a:lnTo>
                  <a:lnTo>
                    <a:pt x="1945176" y="5771370"/>
                  </a:lnTo>
                  <a:lnTo>
                    <a:pt x="1962940" y="5771881"/>
                  </a:lnTo>
                  <a:lnTo>
                    <a:pt x="1980704" y="5771933"/>
                  </a:lnTo>
                  <a:lnTo>
                    <a:pt x="1998469" y="5771677"/>
                  </a:lnTo>
                  <a:lnTo>
                    <a:pt x="2016233" y="5772170"/>
                  </a:lnTo>
                  <a:lnTo>
                    <a:pt x="2033997" y="5772343"/>
                  </a:lnTo>
                  <a:lnTo>
                    <a:pt x="2051761" y="5772796"/>
                  </a:lnTo>
                  <a:lnTo>
                    <a:pt x="2069525" y="5772041"/>
                  </a:lnTo>
                  <a:lnTo>
                    <a:pt x="2087289" y="5772751"/>
                  </a:lnTo>
                  <a:lnTo>
                    <a:pt x="2105054" y="5771922"/>
                  </a:lnTo>
                  <a:lnTo>
                    <a:pt x="2122818" y="5773170"/>
                  </a:lnTo>
                  <a:lnTo>
                    <a:pt x="2140582" y="5773666"/>
                  </a:lnTo>
                  <a:lnTo>
                    <a:pt x="2158346" y="5773724"/>
                  </a:lnTo>
                  <a:lnTo>
                    <a:pt x="2176110" y="5773864"/>
                  </a:lnTo>
                  <a:lnTo>
                    <a:pt x="2193874" y="5773817"/>
                  </a:lnTo>
                  <a:lnTo>
                    <a:pt x="2211639" y="5773607"/>
                  </a:lnTo>
                  <a:lnTo>
                    <a:pt x="2229403" y="5773707"/>
                  </a:lnTo>
                  <a:lnTo>
                    <a:pt x="2247167" y="5774269"/>
                  </a:lnTo>
                  <a:lnTo>
                    <a:pt x="2264931" y="5774377"/>
                  </a:lnTo>
                  <a:lnTo>
                    <a:pt x="2282695" y="5774039"/>
                  </a:lnTo>
                  <a:lnTo>
                    <a:pt x="2300459" y="5773704"/>
                  </a:lnTo>
                  <a:lnTo>
                    <a:pt x="2318224" y="5774259"/>
                  </a:lnTo>
                  <a:lnTo>
                    <a:pt x="2335988" y="5774639"/>
                  </a:lnTo>
                  <a:lnTo>
                    <a:pt x="2353752" y="5774460"/>
                  </a:lnTo>
                  <a:lnTo>
                    <a:pt x="2371516" y="5774577"/>
                  </a:lnTo>
                  <a:lnTo>
                    <a:pt x="2389280" y="5774732"/>
                  </a:lnTo>
                  <a:lnTo>
                    <a:pt x="2407044" y="5775057"/>
                  </a:lnTo>
                  <a:lnTo>
                    <a:pt x="2424809" y="5774913"/>
                  </a:lnTo>
                  <a:lnTo>
                    <a:pt x="2442573" y="5774914"/>
                  </a:lnTo>
                  <a:lnTo>
                    <a:pt x="2460337" y="5775278"/>
                  </a:lnTo>
                  <a:lnTo>
                    <a:pt x="2478101" y="5775049"/>
                  </a:lnTo>
                  <a:lnTo>
                    <a:pt x="2495865" y="5775239"/>
                  </a:lnTo>
                  <a:lnTo>
                    <a:pt x="2513629" y="5775073"/>
                  </a:lnTo>
                  <a:lnTo>
                    <a:pt x="2531394" y="5775288"/>
                  </a:lnTo>
                  <a:lnTo>
                    <a:pt x="2549158" y="5775363"/>
                  </a:lnTo>
                  <a:lnTo>
                    <a:pt x="2566922" y="5775508"/>
                  </a:lnTo>
                  <a:lnTo>
                    <a:pt x="2584686" y="5775093"/>
                  </a:lnTo>
                  <a:lnTo>
                    <a:pt x="2602450" y="5775599"/>
                  </a:lnTo>
                  <a:lnTo>
                    <a:pt x="2620215" y="5775771"/>
                  </a:lnTo>
                  <a:lnTo>
                    <a:pt x="2637979" y="5775441"/>
                  </a:lnTo>
                  <a:lnTo>
                    <a:pt x="2655743" y="5775387"/>
                  </a:lnTo>
                  <a:lnTo>
                    <a:pt x="2673507" y="5775090"/>
                  </a:lnTo>
                  <a:lnTo>
                    <a:pt x="2691271" y="5775552"/>
                  </a:lnTo>
                  <a:lnTo>
                    <a:pt x="2709035" y="5776009"/>
                  </a:lnTo>
                  <a:lnTo>
                    <a:pt x="2726800" y="5775439"/>
                  </a:lnTo>
                  <a:lnTo>
                    <a:pt x="2744564" y="5775443"/>
                  </a:lnTo>
                  <a:lnTo>
                    <a:pt x="2762328" y="5776030"/>
                  </a:lnTo>
                  <a:lnTo>
                    <a:pt x="2780092" y="5775710"/>
                  </a:lnTo>
                  <a:lnTo>
                    <a:pt x="2797856" y="5775507"/>
                  </a:lnTo>
                  <a:lnTo>
                    <a:pt x="2815620" y="5775854"/>
                  </a:lnTo>
                  <a:lnTo>
                    <a:pt x="2833385" y="5775987"/>
                  </a:lnTo>
                  <a:lnTo>
                    <a:pt x="2851149" y="5775971"/>
                  </a:lnTo>
                  <a:lnTo>
                    <a:pt x="2868913" y="5776093"/>
                  </a:lnTo>
                  <a:lnTo>
                    <a:pt x="2886677" y="5776332"/>
                  </a:lnTo>
                  <a:lnTo>
                    <a:pt x="2904441" y="5776156"/>
                  </a:lnTo>
                  <a:lnTo>
                    <a:pt x="2922205" y="5775924"/>
                  </a:lnTo>
                  <a:lnTo>
                    <a:pt x="2939970" y="5775866"/>
                  </a:lnTo>
                  <a:lnTo>
                    <a:pt x="2962175" y="5776119"/>
                  </a:lnTo>
                  <a:lnTo>
                    <a:pt x="2979939" y="5776296"/>
                  </a:lnTo>
                  <a:lnTo>
                    <a:pt x="2997703" y="5776173"/>
                  </a:lnTo>
                  <a:lnTo>
                    <a:pt x="3015467" y="5776200"/>
                  </a:lnTo>
                  <a:lnTo>
                    <a:pt x="3033231" y="5776195"/>
                  </a:lnTo>
                  <a:lnTo>
                    <a:pt x="3050996" y="5776382"/>
                  </a:lnTo>
                  <a:lnTo>
                    <a:pt x="3068760" y="5776283"/>
                  </a:lnTo>
                  <a:lnTo>
                    <a:pt x="3086524" y="5776438"/>
                  </a:lnTo>
                  <a:lnTo>
                    <a:pt x="3104288" y="5776387"/>
                  </a:lnTo>
                  <a:lnTo>
                    <a:pt x="3122052" y="5776354"/>
                  </a:lnTo>
                  <a:lnTo>
                    <a:pt x="3139816" y="5776135"/>
                  </a:lnTo>
                  <a:lnTo>
                    <a:pt x="3157581" y="5776093"/>
                  </a:lnTo>
                  <a:lnTo>
                    <a:pt x="3175345" y="5776255"/>
                  </a:lnTo>
                  <a:lnTo>
                    <a:pt x="3193109" y="5776393"/>
                  </a:lnTo>
                  <a:lnTo>
                    <a:pt x="3210873" y="5775935"/>
                  </a:lnTo>
                  <a:lnTo>
                    <a:pt x="3228637" y="5776140"/>
                  </a:lnTo>
                  <a:lnTo>
                    <a:pt x="3246401" y="5776332"/>
                  </a:lnTo>
                  <a:lnTo>
                    <a:pt x="3264166" y="5776424"/>
                  </a:lnTo>
                  <a:lnTo>
                    <a:pt x="3281930" y="5776191"/>
                  </a:lnTo>
                  <a:lnTo>
                    <a:pt x="3299694" y="5776130"/>
                  </a:lnTo>
                  <a:lnTo>
                    <a:pt x="3317458" y="5776235"/>
                  </a:lnTo>
                  <a:lnTo>
                    <a:pt x="3335222" y="5776514"/>
                  </a:lnTo>
                  <a:lnTo>
                    <a:pt x="3352987" y="5776179"/>
                  </a:lnTo>
                  <a:lnTo>
                    <a:pt x="3370751" y="5776298"/>
                  </a:lnTo>
                  <a:lnTo>
                    <a:pt x="3388515" y="5776185"/>
                  </a:lnTo>
                  <a:lnTo>
                    <a:pt x="3406279" y="5776490"/>
                  </a:lnTo>
                  <a:lnTo>
                    <a:pt x="3424043" y="5776401"/>
                  </a:lnTo>
                  <a:lnTo>
                    <a:pt x="3441807" y="5776404"/>
                  </a:lnTo>
                  <a:lnTo>
                    <a:pt x="3459572" y="5776136"/>
                  </a:lnTo>
                  <a:lnTo>
                    <a:pt x="3477336" y="5776560"/>
                  </a:lnTo>
                  <a:lnTo>
                    <a:pt x="3495100" y="5776498"/>
                  </a:lnTo>
                  <a:lnTo>
                    <a:pt x="3512864" y="5776256"/>
                  </a:lnTo>
                  <a:lnTo>
                    <a:pt x="3530628" y="5776357"/>
                  </a:lnTo>
                  <a:lnTo>
                    <a:pt x="3548392" y="5776574"/>
                  </a:lnTo>
                </a:path>
              </a:pathLst>
            </a:custGeom>
            <a:ln w="21681" cap="flat">
              <a:solidFill>
                <a:srgbClr val="3B528B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09345" y="619163"/>
              <a:ext cx="1771975" cy="5507432"/>
            </a:xfrm>
            <a:custGeom>
              <a:avLst/>
              <a:pathLst>
                <a:path w="1771975" h="5507432">
                  <a:moveTo>
                    <a:pt x="0" y="0"/>
                  </a:moveTo>
                  <a:lnTo>
                    <a:pt x="8882" y="194578"/>
                  </a:lnTo>
                  <a:lnTo>
                    <a:pt x="17764" y="422017"/>
                  </a:lnTo>
                  <a:lnTo>
                    <a:pt x="26646" y="589720"/>
                  </a:lnTo>
                  <a:lnTo>
                    <a:pt x="35528" y="757486"/>
                  </a:lnTo>
                  <a:lnTo>
                    <a:pt x="44410" y="909023"/>
                  </a:lnTo>
                  <a:lnTo>
                    <a:pt x="53292" y="1085314"/>
                  </a:lnTo>
                  <a:lnTo>
                    <a:pt x="62174" y="1251776"/>
                  </a:lnTo>
                  <a:lnTo>
                    <a:pt x="71056" y="1416506"/>
                  </a:lnTo>
                  <a:lnTo>
                    <a:pt x="79938" y="1556623"/>
                  </a:lnTo>
                  <a:lnTo>
                    <a:pt x="88820" y="1704579"/>
                  </a:lnTo>
                  <a:lnTo>
                    <a:pt x="97702" y="1857136"/>
                  </a:lnTo>
                  <a:lnTo>
                    <a:pt x="106585" y="1992357"/>
                  </a:lnTo>
                  <a:lnTo>
                    <a:pt x="115467" y="2117438"/>
                  </a:lnTo>
                  <a:lnTo>
                    <a:pt x="124349" y="2257289"/>
                  </a:lnTo>
                  <a:lnTo>
                    <a:pt x="133231" y="2384206"/>
                  </a:lnTo>
                  <a:lnTo>
                    <a:pt x="142113" y="2509595"/>
                  </a:lnTo>
                  <a:lnTo>
                    <a:pt x="150995" y="2622209"/>
                  </a:lnTo>
                  <a:lnTo>
                    <a:pt x="159877" y="2732556"/>
                  </a:lnTo>
                  <a:lnTo>
                    <a:pt x="168759" y="2859326"/>
                  </a:lnTo>
                  <a:lnTo>
                    <a:pt x="177641" y="2968390"/>
                  </a:lnTo>
                  <a:lnTo>
                    <a:pt x="186523" y="3069033"/>
                  </a:lnTo>
                  <a:lnTo>
                    <a:pt x="195405" y="3160759"/>
                  </a:lnTo>
                  <a:lnTo>
                    <a:pt x="204287" y="3264735"/>
                  </a:lnTo>
                  <a:lnTo>
                    <a:pt x="213170" y="3358423"/>
                  </a:lnTo>
                  <a:lnTo>
                    <a:pt x="222052" y="3441924"/>
                  </a:lnTo>
                  <a:lnTo>
                    <a:pt x="230934" y="3523839"/>
                  </a:lnTo>
                  <a:lnTo>
                    <a:pt x="239816" y="3627112"/>
                  </a:lnTo>
                  <a:lnTo>
                    <a:pt x="248698" y="3697102"/>
                  </a:lnTo>
                  <a:lnTo>
                    <a:pt x="257580" y="3774447"/>
                  </a:lnTo>
                  <a:lnTo>
                    <a:pt x="266462" y="3853022"/>
                  </a:lnTo>
                  <a:lnTo>
                    <a:pt x="275344" y="3919849"/>
                  </a:lnTo>
                  <a:lnTo>
                    <a:pt x="284226" y="3989391"/>
                  </a:lnTo>
                  <a:lnTo>
                    <a:pt x="293108" y="4059583"/>
                  </a:lnTo>
                  <a:lnTo>
                    <a:pt x="301990" y="4121058"/>
                  </a:lnTo>
                  <a:lnTo>
                    <a:pt x="310872" y="4173812"/>
                  </a:lnTo>
                  <a:lnTo>
                    <a:pt x="319755" y="4233081"/>
                  </a:lnTo>
                  <a:lnTo>
                    <a:pt x="328637" y="4293814"/>
                  </a:lnTo>
                  <a:lnTo>
                    <a:pt x="337519" y="4339240"/>
                  </a:lnTo>
                  <a:lnTo>
                    <a:pt x="346401" y="4388352"/>
                  </a:lnTo>
                  <a:lnTo>
                    <a:pt x="355283" y="4433636"/>
                  </a:lnTo>
                  <a:lnTo>
                    <a:pt x="364165" y="4481627"/>
                  </a:lnTo>
                  <a:lnTo>
                    <a:pt x="373047" y="4523815"/>
                  </a:lnTo>
                  <a:lnTo>
                    <a:pt x="381929" y="4567552"/>
                  </a:lnTo>
                  <a:lnTo>
                    <a:pt x="390811" y="4603796"/>
                  </a:lnTo>
                  <a:lnTo>
                    <a:pt x="399693" y="4641581"/>
                  </a:lnTo>
                  <a:lnTo>
                    <a:pt x="408575" y="4676058"/>
                  </a:lnTo>
                  <a:lnTo>
                    <a:pt x="417457" y="4715330"/>
                  </a:lnTo>
                  <a:lnTo>
                    <a:pt x="426340" y="4746406"/>
                  </a:lnTo>
                  <a:lnTo>
                    <a:pt x="435222" y="4777331"/>
                  </a:lnTo>
                  <a:lnTo>
                    <a:pt x="444104" y="4808258"/>
                  </a:lnTo>
                  <a:lnTo>
                    <a:pt x="452986" y="4835546"/>
                  </a:lnTo>
                  <a:lnTo>
                    <a:pt x="461868" y="4860655"/>
                  </a:lnTo>
                  <a:lnTo>
                    <a:pt x="470750" y="4883275"/>
                  </a:lnTo>
                  <a:lnTo>
                    <a:pt x="479632" y="4908206"/>
                  </a:lnTo>
                  <a:lnTo>
                    <a:pt x="488514" y="4932081"/>
                  </a:lnTo>
                  <a:lnTo>
                    <a:pt x="497396" y="4960312"/>
                  </a:lnTo>
                  <a:lnTo>
                    <a:pt x="506278" y="4979388"/>
                  </a:lnTo>
                  <a:lnTo>
                    <a:pt x="515160" y="4998890"/>
                  </a:lnTo>
                  <a:lnTo>
                    <a:pt x="524043" y="5016632"/>
                  </a:lnTo>
                  <a:lnTo>
                    <a:pt x="532925" y="5033348"/>
                  </a:lnTo>
                  <a:lnTo>
                    <a:pt x="541807" y="5051828"/>
                  </a:lnTo>
                  <a:lnTo>
                    <a:pt x="550689" y="5071255"/>
                  </a:lnTo>
                  <a:lnTo>
                    <a:pt x="559571" y="5087367"/>
                  </a:lnTo>
                  <a:lnTo>
                    <a:pt x="568453" y="5102985"/>
                  </a:lnTo>
                  <a:lnTo>
                    <a:pt x="577335" y="5117492"/>
                  </a:lnTo>
                  <a:lnTo>
                    <a:pt x="586217" y="5132699"/>
                  </a:lnTo>
                  <a:lnTo>
                    <a:pt x="595099" y="5145321"/>
                  </a:lnTo>
                  <a:lnTo>
                    <a:pt x="603981" y="5157928"/>
                  </a:lnTo>
                  <a:lnTo>
                    <a:pt x="612863" y="5168251"/>
                  </a:lnTo>
                  <a:lnTo>
                    <a:pt x="621745" y="5185142"/>
                  </a:lnTo>
                  <a:lnTo>
                    <a:pt x="630628" y="5194764"/>
                  </a:lnTo>
                  <a:lnTo>
                    <a:pt x="639510" y="5205420"/>
                  </a:lnTo>
                  <a:lnTo>
                    <a:pt x="648392" y="5213208"/>
                  </a:lnTo>
                  <a:lnTo>
                    <a:pt x="657274" y="5225118"/>
                  </a:lnTo>
                  <a:lnTo>
                    <a:pt x="666156" y="5234867"/>
                  </a:lnTo>
                  <a:lnTo>
                    <a:pt x="675038" y="5244650"/>
                  </a:lnTo>
                  <a:lnTo>
                    <a:pt x="683920" y="5251808"/>
                  </a:lnTo>
                  <a:lnTo>
                    <a:pt x="692802" y="5260226"/>
                  </a:lnTo>
                  <a:lnTo>
                    <a:pt x="701684" y="5270066"/>
                  </a:lnTo>
                  <a:lnTo>
                    <a:pt x="710566" y="5278367"/>
                  </a:lnTo>
                  <a:lnTo>
                    <a:pt x="719448" y="5284502"/>
                  </a:lnTo>
                  <a:lnTo>
                    <a:pt x="728330" y="5292049"/>
                  </a:lnTo>
                  <a:lnTo>
                    <a:pt x="737213" y="5298968"/>
                  </a:lnTo>
                  <a:lnTo>
                    <a:pt x="746095" y="5305300"/>
                  </a:lnTo>
                  <a:lnTo>
                    <a:pt x="754977" y="5311791"/>
                  </a:lnTo>
                  <a:lnTo>
                    <a:pt x="763859" y="5319439"/>
                  </a:lnTo>
                  <a:lnTo>
                    <a:pt x="772741" y="5323638"/>
                  </a:lnTo>
                  <a:lnTo>
                    <a:pt x="781623" y="5328420"/>
                  </a:lnTo>
                  <a:lnTo>
                    <a:pt x="790505" y="5336048"/>
                  </a:lnTo>
                  <a:lnTo>
                    <a:pt x="799387" y="5339305"/>
                  </a:lnTo>
                  <a:lnTo>
                    <a:pt x="808269" y="5345712"/>
                  </a:lnTo>
                  <a:lnTo>
                    <a:pt x="817151" y="5351198"/>
                  </a:lnTo>
                  <a:lnTo>
                    <a:pt x="826033" y="5354993"/>
                  </a:lnTo>
                  <a:lnTo>
                    <a:pt x="834915" y="5359338"/>
                  </a:lnTo>
                  <a:lnTo>
                    <a:pt x="843798" y="5364003"/>
                  </a:lnTo>
                  <a:lnTo>
                    <a:pt x="852680" y="5368345"/>
                  </a:lnTo>
                  <a:lnTo>
                    <a:pt x="861562" y="5372717"/>
                  </a:lnTo>
                  <a:lnTo>
                    <a:pt x="870444" y="5376839"/>
                  </a:lnTo>
                  <a:lnTo>
                    <a:pt x="879326" y="5383053"/>
                  </a:lnTo>
                  <a:lnTo>
                    <a:pt x="892649" y="5388363"/>
                  </a:lnTo>
                  <a:lnTo>
                    <a:pt x="901531" y="5390204"/>
                  </a:lnTo>
                  <a:lnTo>
                    <a:pt x="910413" y="5393448"/>
                  </a:lnTo>
                  <a:lnTo>
                    <a:pt x="919295" y="5397895"/>
                  </a:lnTo>
                  <a:lnTo>
                    <a:pt x="928177" y="5401451"/>
                  </a:lnTo>
                  <a:lnTo>
                    <a:pt x="937059" y="5404391"/>
                  </a:lnTo>
                  <a:lnTo>
                    <a:pt x="945942" y="5405199"/>
                  </a:lnTo>
                  <a:lnTo>
                    <a:pt x="954824" y="5410533"/>
                  </a:lnTo>
                  <a:lnTo>
                    <a:pt x="963706" y="5413994"/>
                  </a:lnTo>
                  <a:lnTo>
                    <a:pt x="972588" y="5416403"/>
                  </a:lnTo>
                  <a:lnTo>
                    <a:pt x="981470" y="5419256"/>
                  </a:lnTo>
                  <a:lnTo>
                    <a:pt x="990352" y="5421398"/>
                  </a:lnTo>
                  <a:lnTo>
                    <a:pt x="999234" y="5424326"/>
                  </a:lnTo>
                  <a:lnTo>
                    <a:pt x="1008116" y="5427979"/>
                  </a:lnTo>
                  <a:lnTo>
                    <a:pt x="1016998" y="5428554"/>
                  </a:lnTo>
                  <a:lnTo>
                    <a:pt x="1025880" y="5431022"/>
                  </a:lnTo>
                  <a:lnTo>
                    <a:pt x="1034762" y="5434520"/>
                  </a:lnTo>
                  <a:lnTo>
                    <a:pt x="1043644" y="5435800"/>
                  </a:lnTo>
                  <a:lnTo>
                    <a:pt x="1052527" y="5437926"/>
                  </a:lnTo>
                  <a:lnTo>
                    <a:pt x="1061409" y="5439567"/>
                  </a:lnTo>
                  <a:lnTo>
                    <a:pt x="1070291" y="5440967"/>
                  </a:lnTo>
                  <a:lnTo>
                    <a:pt x="1079173" y="5443795"/>
                  </a:lnTo>
                  <a:lnTo>
                    <a:pt x="1088055" y="5444639"/>
                  </a:lnTo>
                  <a:lnTo>
                    <a:pt x="1096937" y="5447240"/>
                  </a:lnTo>
                  <a:lnTo>
                    <a:pt x="1105819" y="5448882"/>
                  </a:lnTo>
                  <a:lnTo>
                    <a:pt x="1114701" y="5449579"/>
                  </a:lnTo>
                  <a:lnTo>
                    <a:pt x="1123583" y="5451849"/>
                  </a:lnTo>
                  <a:lnTo>
                    <a:pt x="1132465" y="5454204"/>
                  </a:lnTo>
                  <a:lnTo>
                    <a:pt x="1141347" y="5456132"/>
                  </a:lnTo>
                  <a:lnTo>
                    <a:pt x="1150229" y="5456938"/>
                  </a:lnTo>
                  <a:lnTo>
                    <a:pt x="1159112" y="5458560"/>
                  </a:lnTo>
                  <a:lnTo>
                    <a:pt x="1167994" y="5460343"/>
                  </a:lnTo>
                  <a:lnTo>
                    <a:pt x="1176876" y="5461753"/>
                  </a:lnTo>
                  <a:lnTo>
                    <a:pt x="1185758" y="5463871"/>
                  </a:lnTo>
                  <a:lnTo>
                    <a:pt x="1194640" y="5464506"/>
                  </a:lnTo>
                  <a:lnTo>
                    <a:pt x="1203522" y="5465806"/>
                  </a:lnTo>
                  <a:lnTo>
                    <a:pt x="1212404" y="5466329"/>
                  </a:lnTo>
                  <a:lnTo>
                    <a:pt x="1221286" y="5467974"/>
                  </a:lnTo>
                  <a:lnTo>
                    <a:pt x="1230168" y="5469436"/>
                  </a:lnTo>
                  <a:lnTo>
                    <a:pt x="1239050" y="5470689"/>
                  </a:lnTo>
                  <a:lnTo>
                    <a:pt x="1247932" y="5471454"/>
                  </a:lnTo>
                  <a:lnTo>
                    <a:pt x="1256814" y="5472692"/>
                  </a:lnTo>
                  <a:lnTo>
                    <a:pt x="1265697" y="5473843"/>
                  </a:lnTo>
                  <a:lnTo>
                    <a:pt x="1274579" y="5475195"/>
                  </a:lnTo>
                  <a:lnTo>
                    <a:pt x="1283461" y="5475817"/>
                  </a:lnTo>
                  <a:lnTo>
                    <a:pt x="1292343" y="5476711"/>
                  </a:lnTo>
                  <a:lnTo>
                    <a:pt x="1301225" y="5477845"/>
                  </a:lnTo>
                  <a:lnTo>
                    <a:pt x="1310107" y="5479287"/>
                  </a:lnTo>
                  <a:lnTo>
                    <a:pt x="1318989" y="5479665"/>
                  </a:lnTo>
                  <a:lnTo>
                    <a:pt x="1327871" y="5480696"/>
                  </a:lnTo>
                  <a:lnTo>
                    <a:pt x="1336753" y="5481442"/>
                  </a:lnTo>
                  <a:lnTo>
                    <a:pt x="1345635" y="5482967"/>
                  </a:lnTo>
                  <a:lnTo>
                    <a:pt x="1354517" y="5483770"/>
                  </a:lnTo>
                  <a:lnTo>
                    <a:pt x="1363400" y="5484999"/>
                  </a:lnTo>
                  <a:lnTo>
                    <a:pt x="1372282" y="5485214"/>
                  </a:lnTo>
                  <a:lnTo>
                    <a:pt x="1381164" y="5486250"/>
                  </a:lnTo>
                  <a:lnTo>
                    <a:pt x="1390046" y="5486519"/>
                  </a:lnTo>
                  <a:lnTo>
                    <a:pt x="1398928" y="5487188"/>
                  </a:lnTo>
                  <a:lnTo>
                    <a:pt x="1407810" y="5488401"/>
                  </a:lnTo>
                  <a:lnTo>
                    <a:pt x="1416692" y="5489215"/>
                  </a:lnTo>
                  <a:lnTo>
                    <a:pt x="1425574" y="5489423"/>
                  </a:lnTo>
                  <a:lnTo>
                    <a:pt x="1434456" y="5489902"/>
                  </a:lnTo>
                  <a:lnTo>
                    <a:pt x="1443338" y="5490741"/>
                  </a:lnTo>
                  <a:lnTo>
                    <a:pt x="1452220" y="5491984"/>
                  </a:lnTo>
                  <a:lnTo>
                    <a:pt x="1461102" y="5492280"/>
                  </a:lnTo>
                  <a:lnTo>
                    <a:pt x="1469985" y="5493108"/>
                  </a:lnTo>
                  <a:lnTo>
                    <a:pt x="1478867" y="5493848"/>
                  </a:lnTo>
                  <a:lnTo>
                    <a:pt x="1487749" y="5494390"/>
                  </a:lnTo>
                  <a:lnTo>
                    <a:pt x="1496631" y="5495069"/>
                  </a:lnTo>
                  <a:lnTo>
                    <a:pt x="1505513" y="5495642"/>
                  </a:lnTo>
                  <a:lnTo>
                    <a:pt x="1514395" y="5495933"/>
                  </a:lnTo>
                  <a:lnTo>
                    <a:pt x="1523277" y="5496557"/>
                  </a:lnTo>
                  <a:lnTo>
                    <a:pt x="1532159" y="5496682"/>
                  </a:lnTo>
                  <a:lnTo>
                    <a:pt x="1541041" y="5497347"/>
                  </a:lnTo>
                  <a:lnTo>
                    <a:pt x="1549923" y="5497867"/>
                  </a:lnTo>
                  <a:lnTo>
                    <a:pt x="1558805" y="5498604"/>
                  </a:lnTo>
                  <a:lnTo>
                    <a:pt x="1567687" y="5499519"/>
                  </a:lnTo>
                  <a:lnTo>
                    <a:pt x="1576570" y="5499657"/>
                  </a:lnTo>
                  <a:lnTo>
                    <a:pt x="1585452" y="5499893"/>
                  </a:lnTo>
                  <a:lnTo>
                    <a:pt x="1594334" y="5500423"/>
                  </a:lnTo>
                  <a:lnTo>
                    <a:pt x="1603216" y="5500844"/>
                  </a:lnTo>
                  <a:lnTo>
                    <a:pt x="1612098" y="5500915"/>
                  </a:lnTo>
                  <a:lnTo>
                    <a:pt x="1620980" y="5501605"/>
                  </a:lnTo>
                  <a:lnTo>
                    <a:pt x="1629862" y="5502109"/>
                  </a:lnTo>
                  <a:lnTo>
                    <a:pt x="1638744" y="5502274"/>
                  </a:lnTo>
                  <a:lnTo>
                    <a:pt x="1647626" y="5502952"/>
                  </a:lnTo>
                  <a:lnTo>
                    <a:pt x="1656508" y="5503044"/>
                  </a:lnTo>
                  <a:lnTo>
                    <a:pt x="1665390" y="5503628"/>
                  </a:lnTo>
                  <a:lnTo>
                    <a:pt x="1674272" y="5503876"/>
                  </a:lnTo>
                  <a:lnTo>
                    <a:pt x="1683155" y="5504290"/>
                  </a:lnTo>
                  <a:lnTo>
                    <a:pt x="1692037" y="5505013"/>
                  </a:lnTo>
                  <a:lnTo>
                    <a:pt x="1700919" y="5505001"/>
                  </a:lnTo>
                  <a:lnTo>
                    <a:pt x="1709801" y="5505156"/>
                  </a:lnTo>
                  <a:lnTo>
                    <a:pt x="1718683" y="5505668"/>
                  </a:lnTo>
                  <a:lnTo>
                    <a:pt x="1727565" y="5505972"/>
                  </a:lnTo>
                  <a:lnTo>
                    <a:pt x="1736447" y="5506276"/>
                  </a:lnTo>
                  <a:lnTo>
                    <a:pt x="1745329" y="5506659"/>
                  </a:lnTo>
                  <a:lnTo>
                    <a:pt x="1754211" y="5507079"/>
                  </a:lnTo>
                  <a:lnTo>
                    <a:pt x="1763093" y="5507165"/>
                  </a:lnTo>
                  <a:lnTo>
                    <a:pt x="1771975" y="5507432"/>
                  </a:lnTo>
                </a:path>
              </a:pathLst>
            </a:custGeom>
            <a:ln w="21681" cap="flat">
              <a:solidFill>
                <a:srgbClr val="21908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09345" y="768593"/>
              <a:ext cx="883767" cy="5174267"/>
            </a:xfrm>
            <a:custGeom>
              <a:avLst/>
              <a:pathLst>
                <a:path w="883767" h="5174267">
                  <a:moveTo>
                    <a:pt x="0" y="0"/>
                  </a:moveTo>
                  <a:lnTo>
                    <a:pt x="4441" y="87515"/>
                  </a:lnTo>
                  <a:lnTo>
                    <a:pt x="8882" y="190916"/>
                  </a:lnTo>
                  <a:lnTo>
                    <a:pt x="13323" y="283124"/>
                  </a:lnTo>
                  <a:lnTo>
                    <a:pt x="17764" y="375076"/>
                  </a:lnTo>
                  <a:lnTo>
                    <a:pt x="22205" y="462499"/>
                  </a:lnTo>
                  <a:lnTo>
                    <a:pt x="26646" y="560028"/>
                  </a:lnTo>
                  <a:lnTo>
                    <a:pt x="31087" y="644938"/>
                  </a:lnTo>
                  <a:lnTo>
                    <a:pt x="35528" y="728355"/>
                  </a:lnTo>
                  <a:lnTo>
                    <a:pt x="39969" y="817102"/>
                  </a:lnTo>
                  <a:lnTo>
                    <a:pt x="44410" y="896929"/>
                  </a:lnTo>
                  <a:lnTo>
                    <a:pt x="48851" y="983046"/>
                  </a:lnTo>
                  <a:lnTo>
                    <a:pt x="53292" y="1062762"/>
                  </a:lnTo>
                  <a:lnTo>
                    <a:pt x="57733" y="1153702"/>
                  </a:lnTo>
                  <a:lnTo>
                    <a:pt x="62174" y="1227091"/>
                  </a:lnTo>
                  <a:lnTo>
                    <a:pt x="66615" y="1298081"/>
                  </a:lnTo>
                  <a:lnTo>
                    <a:pt x="71056" y="1376771"/>
                  </a:lnTo>
                  <a:lnTo>
                    <a:pt x="75497" y="1452676"/>
                  </a:lnTo>
                  <a:lnTo>
                    <a:pt x="79938" y="1527927"/>
                  </a:lnTo>
                  <a:lnTo>
                    <a:pt x="84379" y="1592546"/>
                  </a:lnTo>
                  <a:lnTo>
                    <a:pt x="88820" y="1664278"/>
                  </a:lnTo>
                  <a:lnTo>
                    <a:pt x="93261" y="1739577"/>
                  </a:lnTo>
                  <a:lnTo>
                    <a:pt x="97702" y="1802479"/>
                  </a:lnTo>
                  <a:lnTo>
                    <a:pt x="102143" y="1868899"/>
                  </a:lnTo>
                  <a:lnTo>
                    <a:pt x="106585" y="1931864"/>
                  </a:lnTo>
                  <a:lnTo>
                    <a:pt x="111026" y="1991303"/>
                  </a:lnTo>
                  <a:lnTo>
                    <a:pt x="115467" y="2057358"/>
                  </a:lnTo>
                  <a:lnTo>
                    <a:pt x="119908" y="2128643"/>
                  </a:lnTo>
                  <a:lnTo>
                    <a:pt x="124349" y="2190950"/>
                  </a:lnTo>
                  <a:lnTo>
                    <a:pt x="128790" y="2251045"/>
                  </a:lnTo>
                  <a:lnTo>
                    <a:pt x="133231" y="2308393"/>
                  </a:lnTo>
                  <a:lnTo>
                    <a:pt x="137672" y="2370550"/>
                  </a:lnTo>
                  <a:lnTo>
                    <a:pt x="142113" y="2425430"/>
                  </a:lnTo>
                  <a:lnTo>
                    <a:pt x="146554" y="2480338"/>
                  </a:lnTo>
                  <a:lnTo>
                    <a:pt x="150995" y="2538199"/>
                  </a:lnTo>
                  <a:lnTo>
                    <a:pt x="155436" y="2596202"/>
                  </a:lnTo>
                  <a:lnTo>
                    <a:pt x="159877" y="2645149"/>
                  </a:lnTo>
                  <a:lnTo>
                    <a:pt x="164318" y="2695487"/>
                  </a:lnTo>
                  <a:lnTo>
                    <a:pt x="168759" y="2752883"/>
                  </a:lnTo>
                  <a:lnTo>
                    <a:pt x="173200" y="2806369"/>
                  </a:lnTo>
                  <a:lnTo>
                    <a:pt x="177641" y="2854489"/>
                  </a:lnTo>
                  <a:lnTo>
                    <a:pt x="182082" y="2909259"/>
                  </a:lnTo>
                  <a:lnTo>
                    <a:pt x="186523" y="2954289"/>
                  </a:lnTo>
                  <a:lnTo>
                    <a:pt x="190964" y="3001432"/>
                  </a:lnTo>
                  <a:lnTo>
                    <a:pt x="195405" y="3047888"/>
                  </a:lnTo>
                  <a:lnTo>
                    <a:pt x="199846" y="3097361"/>
                  </a:lnTo>
                  <a:lnTo>
                    <a:pt x="204287" y="3136128"/>
                  </a:lnTo>
                  <a:lnTo>
                    <a:pt x="208728" y="3182703"/>
                  </a:lnTo>
                  <a:lnTo>
                    <a:pt x="213170" y="3227675"/>
                  </a:lnTo>
                  <a:lnTo>
                    <a:pt x="217611" y="3267854"/>
                  </a:lnTo>
                  <a:lnTo>
                    <a:pt x="222052" y="3305929"/>
                  </a:lnTo>
                  <a:lnTo>
                    <a:pt x="226493" y="3350564"/>
                  </a:lnTo>
                  <a:lnTo>
                    <a:pt x="230934" y="3389850"/>
                  </a:lnTo>
                  <a:lnTo>
                    <a:pt x="235375" y="3426525"/>
                  </a:lnTo>
                  <a:lnTo>
                    <a:pt x="239816" y="3466008"/>
                  </a:lnTo>
                  <a:lnTo>
                    <a:pt x="244257" y="3505633"/>
                  </a:lnTo>
                  <a:lnTo>
                    <a:pt x="248698" y="3544802"/>
                  </a:lnTo>
                  <a:lnTo>
                    <a:pt x="253139" y="3582338"/>
                  </a:lnTo>
                  <a:lnTo>
                    <a:pt x="257580" y="3618459"/>
                  </a:lnTo>
                  <a:lnTo>
                    <a:pt x="262021" y="3647837"/>
                  </a:lnTo>
                  <a:lnTo>
                    <a:pt x="266462" y="3683010"/>
                  </a:lnTo>
                  <a:lnTo>
                    <a:pt x="270903" y="3715349"/>
                  </a:lnTo>
                  <a:lnTo>
                    <a:pt x="275344" y="3744493"/>
                  </a:lnTo>
                  <a:lnTo>
                    <a:pt x="279785" y="3779592"/>
                  </a:lnTo>
                  <a:lnTo>
                    <a:pt x="284226" y="3810936"/>
                  </a:lnTo>
                  <a:lnTo>
                    <a:pt x="288667" y="3841273"/>
                  </a:lnTo>
                  <a:lnTo>
                    <a:pt x="293108" y="3873778"/>
                  </a:lnTo>
                  <a:lnTo>
                    <a:pt x="297549" y="3900177"/>
                  </a:lnTo>
                  <a:lnTo>
                    <a:pt x="301990" y="3925562"/>
                  </a:lnTo>
                  <a:lnTo>
                    <a:pt x="306431" y="3950466"/>
                  </a:lnTo>
                  <a:lnTo>
                    <a:pt x="310872" y="3980305"/>
                  </a:lnTo>
                  <a:lnTo>
                    <a:pt x="315314" y="4011722"/>
                  </a:lnTo>
                  <a:lnTo>
                    <a:pt x="319755" y="4040715"/>
                  </a:lnTo>
                  <a:lnTo>
                    <a:pt x="324196" y="4068438"/>
                  </a:lnTo>
                  <a:lnTo>
                    <a:pt x="328637" y="4089393"/>
                  </a:lnTo>
                  <a:lnTo>
                    <a:pt x="333078" y="4113334"/>
                  </a:lnTo>
                  <a:lnTo>
                    <a:pt x="337519" y="4137829"/>
                  </a:lnTo>
                  <a:lnTo>
                    <a:pt x="341960" y="4161451"/>
                  </a:lnTo>
                  <a:lnTo>
                    <a:pt x="346401" y="4183405"/>
                  </a:lnTo>
                  <a:lnTo>
                    <a:pt x="350842" y="4206596"/>
                  </a:lnTo>
                  <a:lnTo>
                    <a:pt x="355283" y="4225806"/>
                  </a:lnTo>
                  <a:lnTo>
                    <a:pt x="359724" y="4250492"/>
                  </a:lnTo>
                  <a:lnTo>
                    <a:pt x="364165" y="4272240"/>
                  </a:lnTo>
                  <a:lnTo>
                    <a:pt x="368606" y="4291830"/>
                  </a:lnTo>
                  <a:lnTo>
                    <a:pt x="373047" y="4309230"/>
                  </a:lnTo>
                  <a:lnTo>
                    <a:pt x="377488" y="4329520"/>
                  </a:lnTo>
                  <a:lnTo>
                    <a:pt x="381929" y="4349913"/>
                  </a:lnTo>
                  <a:lnTo>
                    <a:pt x="386370" y="4370101"/>
                  </a:lnTo>
                  <a:lnTo>
                    <a:pt x="390811" y="4388417"/>
                  </a:lnTo>
                  <a:lnTo>
                    <a:pt x="395252" y="4408127"/>
                  </a:lnTo>
                  <a:lnTo>
                    <a:pt x="399693" y="4426345"/>
                  </a:lnTo>
                  <a:lnTo>
                    <a:pt x="404134" y="4441267"/>
                  </a:lnTo>
                  <a:lnTo>
                    <a:pt x="408575" y="4459269"/>
                  </a:lnTo>
                  <a:lnTo>
                    <a:pt x="413016" y="4476321"/>
                  </a:lnTo>
                  <a:lnTo>
                    <a:pt x="417457" y="4491847"/>
                  </a:lnTo>
                  <a:lnTo>
                    <a:pt x="421899" y="4506496"/>
                  </a:lnTo>
                  <a:lnTo>
                    <a:pt x="426340" y="4522588"/>
                  </a:lnTo>
                  <a:lnTo>
                    <a:pt x="430781" y="4538790"/>
                  </a:lnTo>
                  <a:lnTo>
                    <a:pt x="435222" y="4552611"/>
                  </a:lnTo>
                  <a:lnTo>
                    <a:pt x="439663" y="4566251"/>
                  </a:lnTo>
                  <a:lnTo>
                    <a:pt x="444104" y="4580040"/>
                  </a:lnTo>
                  <a:lnTo>
                    <a:pt x="448545" y="4597006"/>
                  </a:lnTo>
                  <a:lnTo>
                    <a:pt x="452986" y="4609128"/>
                  </a:lnTo>
                  <a:lnTo>
                    <a:pt x="457427" y="4620835"/>
                  </a:lnTo>
                  <a:lnTo>
                    <a:pt x="461868" y="4632922"/>
                  </a:lnTo>
                  <a:lnTo>
                    <a:pt x="466309" y="4646223"/>
                  </a:lnTo>
                  <a:lnTo>
                    <a:pt x="470750" y="4659371"/>
                  </a:lnTo>
                  <a:lnTo>
                    <a:pt x="475191" y="4671039"/>
                  </a:lnTo>
                  <a:lnTo>
                    <a:pt x="479632" y="4683060"/>
                  </a:lnTo>
                  <a:lnTo>
                    <a:pt x="484073" y="4696562"/>
                  </a:lnTo>
                  <a:lnTo>
                    <a:pt x="488514" y="4707030"/>
                  </a:lnTo>
                  <a:lnTo>
                    <a:pt x="492955" y="4716917"/>
                  </a:lnTo>
                  <a:lnTo>
                    <a:pt x="497396" y="4726494"/>
                  </a:lnTo>
                  <a:lnTo>
                    <a:pt x="501837" y="4734424"/>
                  </a:lnTo>
                  <a:lnTo>
                    <a:pt x="506278" y="4748013"/>
                  </a:lnTo>
                  <a:lnTo>
                    <a:pt x="510719" y="4759323"/>
                  </a:lnTo>
                  <a:lnTo>
                    <a:pt x="515160" y="4771044"/>
                  </a:lnTo>
                  <a:lnTo>
                    <a:pt x="519601" y="4780746"/>
                  </a:lnTo>
                  <a:lnTo>
                    <a:pt x="524043" y="4787247"/>
                  </a:lnTo>
                  <a:lnTo>
                    <a:pt x="528484" y="4798216"/>
                  </a:lnTo>
                  <a:lnTo>
                    <a:pt x="532925" y="4808713"/>
                  </a:lnTo>
                  <a:lnTo>
                    <a:pt x="537366" y="4817456"/>
                  </a:lnTo>
                  <a:lnTo>
                    <a:pt x="541807" y="4824116"/>
                  </a:lnTo>
                  <a:lnTo>
                    <a:pt x="546248" y="4833924"/>
                  </a:lnTo>
                  <a:lnTo>
                    <a:pt x="550689" y="4843825"/>
                  </a:lnTo>
                  <a:lnTo>
                    <a:pt x="555130" y="4851061"/>
                  </a:lnTo>
                  <a:lnTo>
                    <a:pt x="559571" y="4859308"/>
                  </a:lnTo>
                  <a:lnTo>
                    <a:pt x="564012" y="4866577"/>
                  </a:lnTo>
                  <a:lnTo>
                    <a:pt x="568453" y="4874355"/>
                  </a:lnTo>
                  <a:lnTo>
                    <a:pt x="572894" y="4881919"/>
                  </a:lnTo>
                  <a:lnTo>
                    <a:pt x="577335" y="4888847"/>
                  </a:lnTo>
                  <a:lnTo>
                    <a:pt x="581776" y="4896752"/>
                  </a:lnTo>
                  <a:lnTo>
                    <a:pt x="586217" y="4903274"/>
                  </a:lnTo>
                  <a:lnTo>
                    <a:pt x="590658" y="4911155"/>
                  </a:lnTo>
                  <a:lnTo>
                    <a:pt x="595099" y="4917393"/>
                  </a:lnTo>
                  <a:lnTo>
                    <a:pt x="599540" y="4924548"/>
                  </a:lnTo>
                  <a:lnTo>
                    <a:pt x="603981" y="4931272"/>
                  </a:lnTo>
                  <a:lnTo>
                    <a:pt x="608422" y="4936044"/>
                  </a:lnTo>
                  <a:lnTo>
                    <a:pt x="612863" y="4943943"/>
                  </a:lnTo>
                  <a:lnTo>
                    <a:pt x="617304" y="4950208"/>
                  </a:lnTo>
                  <a:lnTo>
                    <a:pt x="621745" y="4955881"/>
                  </a:lnTo>
                  <a:lnTo>
                    <a:pt x="626186" y="4961511"/>
                  </a:lnTo>
                  <a:lnTo>
                    <a:pt x="630628" y="4968255"/>
                  </a:lnTo>
                  <a:lnTo>
                    <a:pt x="635069" y="4973879"/>
                  </a:lnTo>
                  <a:lnTo>
                    <a:pt x="639510" y="4979573"/>
                  </a:lnTo>
                  <a:lnTo>
                    <a:pt x="643951" y="4985334"/>
                  </a:lnTo>
                  <a:lnTo>
                    <a:pt x="648392" y="4991636"/>
                  </a:lnTo>
                  <a:lnTo>
                    <a:pt x="652833" y="4995658"/>
                  </a:lnTo>
                  <a:lnTo>
                    <a:pt x="657274" y="5001178"/>
                  </a:lnTo>
                  <a:lnTo>
                    <a:pt x="661715" y="5006271"/>
                  </a:lnTo>
                  <a:lnTo>
                    <a:pt x="666156" y="5012088"/>
                  </a:lnTo>
                  <a:lnTo>
                    <a:pt x="670597" y="5015832"/>
                  </a:lnTo>
                  <a:lnTo>
                    <a:pt x="675038" y="5018921"/>
                  </a:lnTo>
                  <a:lnTo>
                    <a:pt x="679479" y="5024920"/>
                  </a:lnTo>
                  <a:lnTo>
                    <a:pt x="683920" y="5030789"/>
                  </a:lnTo>
                  <a:lnTo>
                    <a:pt x="688361" y="5034636"/>
                  </a:lnTo>
                  <a:lnTo>
                    <a:pt x="692802" y="5039526"/>
                  </a:lnTo>
                  <a:lnTo>
                    <a:pt x="697243" y="5044531"/>
                  </a:lnTo>
                  <a:lnTo>
                    <a:pt x="701684" y="5049041"/>
                  </a:lnTo>
                  <a:lnTo>
                    <a:pt x="706125" y="5052000"/>
                  </a:lnTo>
                  <a:lnTo>
                    <a:pt x="710566" y="5055690"/>
                  </a:lnTo>
                  <a:lnTo>
                    <a:pt x="715007" y="5060731"/>
                  </a:lnTo>
                  <a:lnTo>
                    <a:pt x="719448" y="5064352"/>
                  </a:lnTo>
                  <a:lnTo>
                    <a:pt x="723889" y="5068299"/>
                  </a:lnTo>
                  <a:lnTo>
                    <a:pt x="728330" y="5073517"/>
                  </a:lnTo>
                  <a:lnTo>
                    <a:pt x="732771" y="5076236"/>
                  </a:lnTo>
                  <a:lnTo>
                    <a:pt x="737213" y="5081297"/>
                  </a:lnTo>
                  <a:lnTo>
                    <a:pt x="741654" y="5083290"/>
                  </a:lnTo>
                  <a:lnTo>
                    <a:pt x="746095" y="5086915"/>
                  </a:lnTo>
                  <a:lnTo>
                    <a:pt x="750536" y="5090191"/>
                  </a:lnTo>
                  <a:lnTo>
                    <a:pt x="754977" y="5092926"/>
                  </a:lnTo>
                  <a:lnTo>
                    <a:pt x="759418" y="5097578"/>
                  </a:lnTo>
                  <a:lnTo>
                    <a:pt x="763859" y="5100052"/>
                  </a:lnTo>
                  <a:lnTo>
                    <a:pt x="768300" y="5104422"/>
                  </a:lnTo>
                  <a:lnTo>
                    <a:pt x="772741" y="5108404"/>
                  </a:lnTo>
                  <a:lnTo>
                    <a:pt x="777182" y="5110694"/>
                  </a:lnTo>
                  <a:lnTo>
                    <a:pt x="781623" y="5114255"/>
                  </a:lnTo>
                  <a:lnTo>
                    <a:pt x="786064" y="5116908"/>
                  </a:lnTo>
                  <a:lnTo>
                    <a:pt x="790505" y="5119674"/>
                  </a:lnTo>
                  <a:lnTo>
                    <a:pt x="794946" y="5123076"/>
                  </a:lnTo>
                  <a:lnTo>
                    <a:pt x="799387" y="5125992"/>
                  </a:lnTo>
                  <a:lnTo>
                    <a:pt x="803828" y="5128803"/>
                  </a:lnTo>
                  <a:lnTo>
                    <a:pt x="808269" y="5131493"/>
                  </a:lnTo>
                  <a:lnTo>
                    <a:pt x="812710" y="5134671"/>
                  </a:lnTo>
                  <a:lnTo>
                    <a:pt x="817151" y="5137913"/>
                  </a:lnTo>
                  <a:lnTo>
                    <a:pt x="821592" y="5139877"/>
                  </a:lnTo>
                  <a:lnTo>
                    <a:pt x="826033" y="5142963"/>
                  </a:lnTo>
                  <a:lnTo>
                    <a:pt x="830474" y="5145486"/>
                  </a:lnTo>
                  <a:lnTo>
                    <a:pt x="834915" y="5148310"/>
                  </a:lnTo>
                  <a:lnTo>
                    <a:pt x="839357" y="5150529"/>
                  </a:lnTo>
                  <a:lnTo>
                    <a:pt x="843798" y="5153175"/>
                  </a:lnTo>
                  <a:lnTo>
                    <a:pt x="848239" y="5155634"/>
                  </a:lnTo>
                  <a:lnTo>
                    <a:pt x="852680" y="5157752"/>
                  </a:lnTo>
                  <a:lnTo>
                    <a:pt x="857121" y="5159849"/>
                  </a:lnTo>
                  <a:lnTo>
                    <a:pt x="861562" y="5161869"/>
                  </a:lnTo>
                  <a:lnTo>
                    <a:pt x="866003" y="5165279"/>
                  </a:lnTo>
                  <a:lnTo>
                    <a:pt x="870444" y="5167116"/>
                  </a:lnTo>
                  <a:lnTo>
                    <a:pt x="874885" y="5170377"/>
                  </a:lnTo>
                  <a:lnTo>
                    <a:pt x="879326" y="5171837"/>
                  </a:lnTo>
                  <a:lnTo>
                    <a:pt x="883767" y="5174267"/>
                  </a:lnTo>
                </a:path>
              </a:pathLst>
            </a:custGeom>
            <a:ln w="21681" cap="flat">
              <a:solidFill>
                <a:srgbClr val="5DC86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09345" y="505161"/>
              <a:ext cx="439663" cy="4586231"/>
            </a:xfrm>
            <a:custGeom>
              <a:avLst/>
              <a:pathLst>
                <a:path w="439663" h="4586231">
                  <a:moveTo>
                    <a:pt x="0" y="0"/>
                  </a:moveTo>
                  <a:lnTo>
                    <a:pt x="4441" y="99015"/>
                  </a:lnTo>
                  <a:lnTo>
                    <a:pt x="8882" y="189391"/>
                  </a:lnTo>
                  <a:lnTo>
                    <a:pt x="13323" y="291164"/>
                  </a:lnTo>
                  <a:lnTo>
                    <a:pt x="17764" y="386104"/>
                  </a:lnTo>
                  <a:lnTo>
                    <a:pt x="22205" y="475850"/>
                  </a:lnTo>
                  <a:lnTo>
                    <a:pt x="26646" y="565505"/>
                  </a:lnTo>
                  <a:lnTo>
                    <a:pt x="31087" y="654045"/>
                  </a:lnTo>
                  <a:lnTo>
                    <a:pt x="35528" y="738829"/>
                  </a:lnTo>
                  <a:lnTo>
                    <a:pt x="39969" y="826035"/>
                  </a:lnTo>
                  <a:lnTo>
                    <a:pt x="44410" y="913814"/>
                  </a:lnTo>
                  <a:lnTo>
                    <a:pt x="48851" y="991751"/>
                  </a:lnTo>
                  <a:lnTo>
                    <a:pt x="53292" y="1069314"/>
                  </a:lnTo>
                  <a:lnTo>
                    <a:pt x="57733" y="1152242"/>
                  </a:lnTo>
                  <a:lnTo>
                    <a:pt x="62174" y="1229636"/>
                  </a:lnTo>
                  <a:lnTo>
                    <a:pt x="66615" y="1307091"/>
                  </a:lnTo>
                  <a:lnTo>
                    <a:pt x="71056" y="1379139"/>
                  </a:lnTo>
                  <a:lnTo>
                    <a:pt x="75497" y="1456857"/>
                  </a:lnTo>
                  <a:lnTo>
                    <a:pt x="79938" y="1529558"/>
                  </a:lnTo>
                  <a:lnTo>
                    <a:pt x="84379" y="1601298"/>
                  </a:lnTo>
                  <a:lnTo>
                    <a:pt x="88820" y="1668716"/>
                  </a:lnTo>
                  <a:lnTo>
                    <a:pt x="93261" y="1741085"/>
                  </a:lnTo>
                  <a:lnTo>
                    <a:pt x="97702" y="1808610"/>
                  </a:lnTo>
                  <a:lnTo>
                    <a:pt x="102143" y="1876000"/>
                  </a:lnTo>
                  <a:lnTo>
                    <a:pt x="106585" y="1941412"/>
                  </a:lnTo>
                  <a:lnTo>
                    <a:pt x="111026" y="2006392"/>
                  </a:lnTo>
                  <a:lnTo>
                    <a:pt x="115467" y="2067895"/>
                  </a:lnTo>
                  <a:lnTo>
                    <a:pt x="119908" y="2132448"/>
                  </a:lnTo>
                  <a:lnTo>
                    <a:pt x="124349" y="2193762"/>
                  </a:lnTo>
                  <a:lnTo>
                    <a:pt x="128790" y="2254052"/>
                  </a:lnTo>
                  <a:lnTo>
                    <a:pt x="133231" y="2314098"/>
                  </a:lnTo>
                  <a:lnTo>
                    <a:pt x="137672" y="2371503"/>
                  </a:lnTo>
                  <a:lnTo>
                    <a:pt x="142113" y="2429037"/>
                  </a:lnTo>
                  <a:lnTo>
                    <a:pt x="146554" y="2484964"/>
                  </a:lnTo>
                  <a:lnTo>
                    <a:pt x="150995" y="2539830"/>
                  </a:lnTo>
                  <a:lnTo>
                    <a:pt x="155436" y="2594504"/>
                  </a:lnTo>
                  <a:lnTo>
                    <a:pt x="159877" y="2647964"/>
                  </a:lnTo>
                  <a:lnTo>
                    <a:pt x="164318" y="2700184"/>
                  </a:lnTo>
                  <a:lnTo>
                    <a:pt x="168759" y="2749085"/>
                  </a:lnTo>
                  <a:lnTo>
                    <a:pt x="173200" y="2802286"/>
                  </a:lnTo>
                  <a:lnTo>
                    <a:pt x="177641" y="2846778"/>
                  </a:lnTo>
                  <a:lnTo>
                    <a:pt x="182082" y="2900935"/>
                  </a:lnTo>
                  <a:lnTo>
                    <a:pt x="186523" y="2948151"/>
                  </a:lnTo>
                  <a:lnTo>
                    <a:pt x="190964" y="2995790"/>
                  </a:lnTo>
                  <a:lnTo>
                    <a:pt x="195405" y="3042936"/>
                  </a:lnTo>
                  <a:lnTo>
                    <a:pt x="199846" y="3087132"/>
                  </a:lnTo>
                  <a:lnTo>
                    <a:pt x="204287" y="3134296"/>
                  </a:lnTo>
                  <a:lnTo>
                    <a:pt x="208728" y="3175062"/>
                  </a:lnTo>
                  <a:lnTo>
                    <a:pt x="213170" y="3216915"/>
                  </a:lnTo>
                  <a:lnTo>
                    <a:pt x="217611" y="3259938"/>
                  </a:lnTo>
                  <a:lnTo>
                    <a:pt x="222052" y="3298708"/>
                  </a:lnTo>
                  <a:lnTo>
                    <a:pt x="226493" y="3341783"/>
                  </a:lnTo>
                  <a:lnTo>
                    <a:pt x="230934" y="3380448"/>
                  </a:lnTo>
                  <a:lnTo>
                    <a:pt x="235375" y="3420523"/>
                  </a:lnTo>
                  <a:lnTo>
                    <a:pt x="239816" y="3458137"/>
                  </a:lnTo>
                  <a:lnTo>
                    <a:pt x="244257" y="3496246"/>
                  </a:lnTo>
                  <a:lnTo>
                    <a:pt x="248698" y="3531481"/>
                  </a:lnTo>
                  <a:lnTo>
                    <a:pt x="253139" y="3569179"/>
                  </a:lnTo>
                  <a:lnTo>
                    <a:pt x="257580" y="3606507"/>
                  </a:lnTo>
                  <a:lnTo>
                    <a:pt x="262021" y="3639142"/>
                  </a:lnTo>
                  <a:lnTo>
                    <a:pt x="266462" y="3673919"/>
                  </a:lnTo>
                  <a:lnTo>
                    <a:pt x="270903" y="3706502"/>
                  </a:lnTo>
                  <a:lnTo>
                    <a:pt x="275344" y="3738464"/>
                  </a:lnTo>
                  <a:lnTo>
                    <a:pt x="279785" y="3771352"/>
                  </a:lnTo>
                  <a:lnTo>
                    <a:pt x="284226" y="3803794"/>
                  </a:lnTo>
                  <a:lnTo>
                    <a:pt x="288667" y="3833614"/>
                  </a:lnTo>
                  <a:lnTo>
                    <a:pt x="293108" y="3865080"/>
                  </a:lnTo>
                  <a:lnTo>
                    <a:pt x="297549" y="3893422"/>
                  </a:lnTo>
                  <a:lnTo>
                    <a:pt x="301990" y="3922821"/>
                  </a:lnTo>
                  <a:lnTo>
                    <a:pt x="306431" y="3950958"/>
                  </a:lnTo>
                  <a:lnTo>
                    <a:pt x="310872" y="3981375"/>
                  </a:lnTo>
                  <a:lnTo>
                    <a:pt x="315314" y="4006110"/>
                  </a:lnTo>
                  <a:lnTo>
                    <a:pt x="319755" y="4032238"/>
                  </a:lnTo>
                  <a:lnTo>
                    <a:pt x="324196" y="4059284"/>
                  </a:lnTo>
                  <a:lnTo>
                    <a:pt x="328637" y="4085597"/>
                  </a:lnTo>
                  <a:lnTo>
                    <a:pt x="333078" y="4110287"/>
                  </a:lnTo>
                  <a:lnTo>
                    <a:pt x="337519" y="4135348"/>
                  </a:lnTo>
                  <a:lnTo>
                    <a:pt x="341960" y="4159312"/>
                  </a:lnTo>
                  <a:lnTo>
                    <a:pt x="346401" y="4185435"/>
                  </a:lnTo>
                  <a:lnTo>
                    <a:pt x="350842" y="4206286"/>
                  </a:lnTo>
                  <a:lnTo>
                    <a:pt x="355283" y="4228176"/>
                  </a:lnTo>
                  <a:lnTo>
                    <a:pt x="359724" y="4251582"/>
                  </a:lnTo>
                  <a:lnTo>
                    <a:pt x="364165" y="4272488"/>
                  </a:lnTo>
                  <a:lnTo>
                    <a:pt x="368606" y="4295085"/>
                  </a:lnTo>
                  <a:lnTo>
                    <a:pt x="373047" y="4316937"/>
                  </a:lnTo>
                  <a:lnTo>
                    <a:pt x="377488" y="4336771"/>
                  </a:lnTo>
                  <a:lnTo>
                    <a:pt x="381929" y="4357057"/>
                  </a:lnTo>
                  <a:lnTo>
                    <a:pt x="386370" y="4376845"/>
                  </a:lnTo>
                  <a:lnTo>
                    <a:pt x="390811" y="4396822"/>
                  </a:lnTo>
                  <a:lnTo>
                    <a:pt x="395252" y="4415307"/>
                  </a:lnTo>
                  <a:lnTo>
                    <a:pt x="399693" y="4432753"/>
                  </a:lnTo>
                  <a:lnTo>
                    <a:pt x="404134" y="4452346"/>
                  </a:lnTo>
                  <a:lnTo>
                    <a:pt x="408575" y="4471093"/>
                  </a:lnTo>
                  <a:lnTo>
                    <a:pt x="413016" y="4487792"/>
                  </a:lnTo>
                  <a:lnTo>
                    <a:pt x="417457" y="4504334"/>
                  </a:lnTo>
                  <a:lnTo>
                    <a:pt x="421899" y="4521944"/>
                  </a:lnTo>
                  <a:lnTo>
                    <a:pt x="426340" y="4538421"/>
                  </a:lnTo>
                  <a:lnTo>
                    <a:pt x="430781" y="4554713"/>
                  </a:lnTo>
                  <a:lnTo>
                    <a:pt x="435222" y="4569856"/>
                  </a:lnTo>
                  <a:lnTo>
                    <a:pt x="439663" y="4586231"/>
                  </a:lnTo>
                </a:path>
              </a:pathLst>
            </a:custGeom>
            <a:ln w="21681" cap="flat">
              <a:solidFill>
                <a:srgbClr val="FDE72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327441" y="6255864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22797" y="3531724"/>
              <a:ext cx="57804" cy="86320"/>
            </a:xfrm>
            <a:custGeom>
              <a:avLst/>
              <a:pathLst>
                <a:path w="57804" h="86320">
                  <a:moveTo>
                    <a:pt x="57804" y="61972"/>
                  </a:moveTo>
                  <a:lnTo>
                    <a:pt x="57785" y="63114"/>
                  </a:lnTo>
                  <a:lnTo>
                    <a:pt x="57728" y="64231"/>
                  </a:lnTo>
                  <a:lnTo>
                    <a:pt x="57633" y="65324"/>
                  </a:lnTo>
                  <a:lnTo>
                    <a:pt x="57500" y="66391"/>
                  </a:lnTo>
                  <a:lnTo>
                    <a:pt x="57328" y="67434"/>
                  </a:lnTo>
                  <a:lnTo>
                    <a:pt x="57119" y="68451"/>
                  </a:lnTo>
                  <a:lnTo>
                    <a:pt x="56871" y="69443"/>
                  </a:lnTo>
                  <a:lnTo>
                    <a:pt x="56585" y="70411"/>
                  </a:lnTo>
                  <a:lnTo>
                    <a:pt x="56261" y="71353"/>
                  </a:lnTo>
                  <a:lnTo>
                    <a:pt x="55899" y="72270"/>
                  </a:lnTo>
                  <a:lnTo>
                    <a:pt x="55512" y="73162"/>
                  </a:lnTo>
                  <a:lnTo>
                    <a:pt x="55090" y="74025"/>
                  </a:lnTo>
                  <a:lnTo>
                    <a:pt x="54631" y="74862"/>
                  </a:lnTo>
                  <a:lnTo>
                    <a:pt x="54137" y="75671"/>
                  </a:lnTo>
                  <a:lnTo>
                    <a:pt x="53607" y="76453"/>
                  </a:lnTo>
                  <a:lnTo>
                    <a:pt x="53042" y="77207"/>
                  </a:lnTo>
                  <a:lnTo>
                    <a:pt x="52441" y="77934"/>
                  </a:lnTo>
                  <a:lnTo>
                    <a:pt x="51804" y="78633"/>
                  </a:lnTo>
                  <a:lnTo>
                    <a:pt x="51131" y="79305"/>
                  </a:lnTo>
                  <a:lnTo>
                    <a:pt x="50422" y="79950"/>
                  </a:lnTo>
                  <a:lnTo>
                    <a:pt x="49690" y="80555"/>
                  </a:lnTo>
                  <a:lnTo>
                    <a:pt x="48922" y="81131"/>
                  </a:lnTo>
                  <a:lnTo>
                    <a:pt x="48119" y="81679"/>
                  </a:lnTo>
                  <a:lnTo>
                    <a:pt x="47279" y="82198"/>
                  </a:lnTo>
                  <a:lnTo>
                    <a:pt x="46404" y="82688"/>
                  </a:lnTo>
                  <a:lnTo>
                    <a:pt x="45493" y="83150"/>
                  </a:lnTo>
                  <a:lnTo>
                    <a:pt x="44547" y="83584"/>
                  </a:lnTo>
                  <a:lnTo>
                    <a:pt x="43564" y="83989"/>
                  </a:lnTo>
                  <a:lnTo>
                    <a:pt x="42546" y="84365"/>
                  </a:lnTo>
                  <a:lnTo>
                    <a:pt x="41493" y="84712"/>
                  </a:lnTo>
                  <a:lnTo>
                    <a:pt x="40418" y="85018"/>
                  </a:lnTo>
                  <a:lnTo>
                    <a:pt x="39312" y="85291"/>
                  </a:lnTo>
                  <a:lnTo>
                    <a:pt x="38175" y="85532"/>
                  </a:lnTo>
                  <a:lnTo>
                    <a:pt x="37007" y="85741"/>
                  </a:lnTo>
                  <a:lnTo>
                    <a:pt x="35808" y="85918"/>
                  </a:lnTo>
                  <a:lnTo>
                    <a:pt x="34578" y="86063"/>
                  </a:lnTo>
                  <a:lnTo>
                    <a:pt x="33317" y="86175"/>
                  </a:lnTo>
                  <a:lnTo>
                    <a:pt x="32025" y="86256"/>
                  </a:lnTo>
                  <a:lnTo>
                    <a:pt x="30702" y="86304"/>
                  </a:lnTo>
                  <a:lnTo>
                    <a:pt x="29348" y="86320"/>
                  </a:lnTo>
                  <a:lnTo>
                    <a:pt x="27813" y="86301"/>
                  </a:lnTo>
                  <a:lnTo>
                    <a:pt x="26327" y="86244"/>
                  </a:lnTo>
                  <a:lnTo>
                    <a:pt x="24889" y="86148"/>
                  </a:lnTo>
                  <a:lnTo>
                    <a:pt x="23500" y="86015"/>
                  </a:lnTo>
                  <a:lnTo>
                    <a:pt x="22160" y="85844"/>
                  </a:lnTo>
                  <a:lnTo>
                    <a:pt x="20869" y="85634"/>
                  </a:lnTo>
                  <a:lnTo>
                    <a:pt x="19626" y="85386"/>
                  </a:lnTo>
                  <a:lnTo>
                    <a:pt x="18433" y="85101"/>
                  </a:lnTo>
                  <a:lnTo>
                    <a:pt x="17288" y="84777"/>
                  </a:lnTo>
                  <a:lnTo>
                    <a:pt x="16192" y="84415"/>
                  </a:lnTo>
                  <a:lnTo>
                    <a:pt x="15151" y="84010"/>
                  </a:lnTo>
                  <a:lnTo>
                    <a:pt x="14147" y="83581"/>
                  </a:lnTo>
                  <a:lnTo>
                    <a:pt x="13179" y="83129"/>
                  </a:lnTo>
                  <a:lnTo>
                    <a:pt x="12249" y="82653"/>
                  </a:lnTo>
                  <a:lnTo>
                    <a:pt x="11355" y="82153"/>
                  </a:lnTo>
                  <a:lnTo>
                    <a:pt x="10498" y="81629"/>
                  </a:lnTo>
                  <a:lnTo>
                    <a:pt x="9679" y="81081"/>
                  </a:lnTo>
                  <a:lnTo>
                    <a:pt x="8896" y="80510"/>
                  </a:lnTo>
                  <a:lnTo>
                    <a:pt x="8150" y="79914"/>
                  </a:lnTo>
                  <a:lnTo>
                    <a:pt x="7441" y="79295"/>
                  </a:lnTo>
                  <a:lnTo>
                    <a:pt x="6768" y="78644"/>
                  </a:lnTo>
                  <a:lnTo>
                    <a:pt x="6129" y="77976"/>
                  </a:lnTo>
                  <a:lnTo>
                    <a:pt x="5525" y="77291"/>
                  </a:lnTo>
                  <a:lnTo>
                    <a:pt x="4955" y="76590"/>
                  </a:lnTo>
                  <a:lnTo>
                    <a:pt x="4420" y="75872"/>
                  </a:lnTo>
                  <a:lnTo>
                    <a:pt x="3919" y="75137"/>
                  </a:lnTo>
                  <a:lnTo>
                    <a:pt x="3453" y="74386"/>
                  </a:lnTo>
                  <a:lnTo>
                    <a:pt x="3021" y="73618"/>
                  </a:lnTo>
                  <a:lnTo>
                    <a:pt x="2624" y="72834"/>
                  </a:lnTo>
                  <a:lnTo>
                    <a:pt x="2262" y="72032"/>
                  </a:lnTo>
                  <a:lnTo>
                    <a:pt x="1928" y="71208"/>
                  </a:lnTo>
                  <a:lnTo>
                    <a:pt x="1619" y="70380"/>
                  </a:lnTo>
                  <a:lnTo>
                    <a:pt x="1333" y="69546"/>
                  </a:lnTo>
                  <a:lnTo>
                    <a:pt x="1071" y="68708"/>
                  </a:lnTo>
                  <a:lnTo>
                    <a:pt x="833" y="67865"/>
                  </a:lnTo>
                  <a:lnTo>
                    <a:pt x="619" y="67017"/>
                  </a:lnTo>
                  <a:lnTo>
                    <a:pt x="428" y="66165"/>
                  </a:lnTo>
                  <a:lnTo>
                    <a:pt x="261" y="65308"/>
                  </a:lnTo>
                  <a:lnTo>
                    <a:pt x="119" y="64446"/>
                  </a:lnTo>
                  <a:lnTo>
                    <a:pt x="0" y="63579"/>
                  </a:lnTo>
                  <a:lnTo>
                    <a:pt x="11072" y="62567"/>
                  </a:lnTo>
                  <a:lnTo>
                    <a:pt x="11175" y="63228"/>
                  </a:lnTo>
                  <a:lnTo>
                    <a:pt x="11294" y="63877"/>
                  </a:lnTo>
                  <a:lnTo>
                    <a:pt x="11428" y="64514"/>
                  </a:lnTo>
                  <a:lnTo>
                    <a:pt x="11577" y="65139"/>
                  </a:lnTo>
                  <a:lnTo>
                    <a:pt x="11742" y="65752"/>
                  </a:lnTo>
                  <a:lnTo>
                    <a:pt x="11922" y="66353"/>
                  </a:lnTo>
                  <a:lnTo>
                    <a:pt x="12118" y="66942"/>
                  </a:lnTo>
                  <a:lnTo>
                    <a:pt x="12330" y="67520"/>
                  </a:lnTo>
                  <a:lnTo>
                    <a:pt x="12556" y="68085"/>
                  </a:lnTo>
                  <a:lnTo>
                    <a:pt x="12799" y="68639"/>
                  </a:lnTo>
                  <a:lnTo>
                    <a:pt x="13070" y="69179"/>
                  </a:lnTo>
                  <a:lnTo>
                    <a:pt x="13358" y="69703"/>
                  </a:lnTo>
                  <a:lnTo>
                    <a:pt x="13665" y="70212"/>
                  </a:lnTo>
                  <a:lnTo>
                    <a:pt x="13989" y="70706"/>
                  </a:lnTo>
                  <a:lnTo>
                    <a:pt x="14332" y="71184"/>
                  </a:lnTo>
                  <a:lnTo>
                    <a:pt x="14692" y="71647"/>
                  </a:lnTo>
                  <a:lnTo>
                    <a:pt x="15070" y="72094"/>
                  </a:lnTo>
                  <a:lnTo>
                    <a:pt x="15466" y="72525"/>
                  </a:lnTo>
                  <a:lnTo>
                    <a:pt x="15879" y="72941"/>
                  </a:lnTo>
                  <a:lnTo>
                    <a:pt x="16311" y="73342"/>
                  </a:lnTo>
                  <a:lnTo>
                    <a:pt x="16762" y="73726"/>
                  </a:lnTo>
                  <a:lnTo>
                    <a:pt x="17233" y="74092"/>
                  </a:lnTo>
                  <a:lnTo>
                    <a:pt x="17724" y="74440"/>
                  </a:lnTo>
                  <a:lnTo>
                    <a:pt x="18235" y="74771"/>
                  </a:lnTo>
                  <a:lnTo>
                    <a:pt x="18767" y="75083"/>
                  </a:lnTo>
                  <a:lnTo>
                    <a:pt x="19319" y="75378"/>
                  </a:lnTo>
                  <a:lnTo>
                    <a:pt x="19891" y="75655"/>
                  </a:lnTo>
                  <a:lnTo>
                    <a:pt x="20483" y="75914"/>
                  </a:lnTo>
                  <a:lnTo>
                    <a:pt x="21096" y="76155"/>
                  </a:lnTo>
                  <a:lnTo>
                    <a:pt x="21728" y="76378"/>
                  </a:lnTo>
                  <a:lnTo>
                    <a:pt x="22383" y="76582"/>
                  </a:lnTo>
                  <a:lnTo>
                    <a:pt x="23062" y="76764"/>
                  </a:lnTo>
                  <a:lnTo>
                    <a:pt x="23764" y="76925"/>
                  </a:lnTo>
                  <a:lnTo>
                    <a:pt x="24491" y="77064"/>
                  </a:lnTo>
                  <a:lnTo>
                    <a:pt x="25241" y="77182"/>
                  </a:lnTo>
                  <a:lnTo>
                    <a:pt x="26015" y="77278"/>
                  </a:lnTo>
                  <a:lnTo>
                    <a:pt x="26812" y="77353"/>
                  </a:lnTo>
                  <a:lnTo>
                    <a:pt x="27634" y="77407"/>
                  </a:lnTo>
                  <a:lnTo>
                    <a:pt x="28479" y="77439"/>
                  </a:lnTo>
                  <a:lnTo>
                    <a:pt x="29348" y="77450"/>
                  </a:lnTo>
                  <a:lnTo>
                    <a:pt x="30933" y="77410"/>
                  </a:lnTo>
                  <a:lnTo>
                    <a:pt x="32446" y="77290"/>
                  </a:lnTo>
                  <a:lnTo>
                    <a:pt x="33890" y="77091"/>
                  </a:lnTo>
                  <a:lnTo>
                    <a:pt x="35263" y="76811"/>
                  </a:lnTo>
                  <a:lnTo>
                    <a:pt x="36567" y="76453"/>
                  </a:lnTo>
                  <a:lnTo>
                    <a:pt x="37799" y="76014"/>
                  </a:lnTo>
                  <a:lnTo>
                    <a:pt x="38962" y="75495"/>
                  </a:lnTo>
                  <a:lnTo>
                    <a:pt x="40055" y="74897"/>
                  </a:lnTo>
                  <a:lnTo>
                    <a:pt x="41077" y="74219"/>
                  </a:lnTo>
                  <a:lnTo>
                    <a:pt x="42029" y="73461"/>
                  </a:lnTo>
                  <a:lnTo>
                    <a:pt x="42911" y="72625"/>
                  </a:lnTo>
                  <a:lnTo>
                    <a:pt x="43700" y="71711"/>
                  </a:lnTo>
                  <a:lnTo>
                    <a:pt x="44397" y="70720"/>
                  </a:lnTo>
                  <a:lnTo>
                    <a:pt x="45000" y="69651"/>
                  </a:lnTo>
                  <a:lnTo>
                    <a:pt x="45511" y="68505"/>
                  </a:lnTo>
                  <a:lnTo>
                    <a:pt x="45929" y="67282"/>
                  </a:lnTo>
                  <a:lnTo>
                    <a:pt x="46254" y="65981"/>
                  </a:lnTo>
                  <a:lnTo>
                    <a:pt x="46486" y="64603"/>
                  </a:lnTo>
                  <a:lnTo>
                    <a:pt x="46626" y="63147"/>
                  </a:lnTo>
                  <a:lnTo>
                    <a:pt x="46672" y="61614"/>
                  </a:lnTo>
                  <a:lnTo>
                    <a:pt x="46651" y="60704"/>
                  </a:lnTo>
                  <a:lnTo>
                    <a:pt x="46589" y="59831"/>
                  </a:lnTo>
                  <a:lnTo>
                    <a:pt x="46484" y="58994"/>
                  </a:lnTo>
                  <a:lnTo>
                    <a:pt x="46339" y="58195"/>
                  </a:lnTo>
                  <a:lnTo>
                    <a:pt x="46151" y="57432"/>
                  </a:lnTo>
                  <a:lnTo>
                    <a:pt x="45922" y="56707"/>
                  </a:lnTo>
                  <a:lnTo>
                    <a:pt x="45651" y="56018"/>
                  </a:lnTo>
                  <a:lnTo>
                    <a:pt x="45339" y="55366"/>
                  </a:lnTo>
                  <a:lnTo>
                    <a:pt x="44984" y="54751"/>
                  </a:lnTo>
                  <a:lnTo>
                    <a:pt x="44588" y="54173"/>
                  </a:lnTo>
                  <a:lnTo>
                    <a:pt x="44173" y="53615"/>
                  </a:lnTo>
                  <a:lnTo>
                    <a:pt x="43736" y="53082"/>
                  </a:lnTo>
                  <a:lnTo>
                    <a:pt x="43278" y="52576"/>
                  </a:lnTo>
                  <a:lnTo>
                    <a:pt x="42798" y="52096"/>
                  </a:lnTo>
                  <a:lnTo>
                    <a:pt x="42296" y="51643"/>
                  </a:lnTo>
                  <a:lnTo>
                    <a:pt x="41774" y="51215"/>
                  </a:lnTo>
                  <a:lnTo>
                    <a:pt x="41230" y="50814"/>
                  </a:lnTo>
                  <a:lnTo>
                    <a:pt x="40664" y="50439"/>
                  </a:lnTo>
                  <a:lnTo>
                    <a:pt x="40077" y="50090"/>
                  </a:lnTo>
                  <a:lnTo>
                    <a:pt x="39469" y="49768"/>
                  </a:lnTo>
                  <a:lnTo>
                    <a:pt x="38856" y="49457"/>
                  </a:lnTo>
                  <a:lnTo>
                    <a:pt x="38230" y="49168"/>
                  </a:lnTo>
                  <a:lnTo>
                    <a:pt x="37593" y="48900"/>
                  </a:lnTo>
                  <a:lnTo>
                    <a:pt x="36945" y="48653"/>
                  </a:lnTo>
                  <a:lnTo>
                    <a:pt x="36284" y="48428"/>
                  </a:lnTo>
                  <a:lnTo>
                    <a:pt x="35611" y="48225"/>
                  </a:lnTo>
                  <a:lnTo>
                    <a:pt x="34926" y="48042"/>
                  </a:lnTo>
                  <a:lnTo>
                    <a:pt x="34230" y="47882"/>
                  </a:lnTo>
                  <a:lnTo>
                    <a:pt x="33522" y="47742"/>
                  </a:lnTo>
                  <a:lnTo>
                    <a:pt x="32801" y="47625"/>
                  </a:lnTo>
                  <a:lnTo>
                    <a:pt x="32092" y="47523"/>
                  </a:lnTo>
                  <a:lnTo>
                    <a:pt x="31394" y="47432"/>
                  </a:lnTo>
                  <a:lnTo>
                    <a:pt x="30706" y="47351"/>
                  </a:lnTo>
                  <a:lnTo>
                    <a:pt x="30029" y="47282"/>
                  </a:lnTo>
                  <a:lnTo>
                    <a:pt x="29363" y="47223"/>
                  </a:lnTo>
                  <a:lnTo>
                    <a:pt x="28708" y="47174"/>
                  </a:lnTo>
                  <a:lnTo>
                    <a:pt x="28063" y="47137"/>
                  </a:lnTo>
                  <a:lnTo>
                    <a:pt x="27429" y="47110"/>
                  </a:lnTo>
                  <a:lnTo>
                    <a:pt x="26806" y="47094"/>
                  </a:lnTo>
                  <a:lnTo>
                    <a:pt x="26193" y="47089"/>
                  </a:lnTo>
                  <a:lnTo>
                    <a:pt x="20121" y="47089"/>
                  </a:lnTo>
                  <a:lnTo>
                    <a:pt x="20121" y="37802"/>
                  </a:lnTo>
                  <a:lnTo>
                    <a:pt x="25955" y="37802"/>
                  </a:lnTo>
                  <a:lnTo>
                    <a:pt x="26565" y="37796"/>
                  </a:lnTo>
                  <a:lnTo>
                    <a:pt x="27179" y="37778"/>
                  </a:lnTo>
                  <a:lnTo>
                    <a:pt x="27798" y="37748"/>
                  </a:lnTo>
                  <a:lnTo>
                    <a:pt x="28422" y="37707"/>
                  </a:lnTo>
                  <a:lnTo>
                    <a:pt x="29051" y="37653"/>
                  </a:lnTo>
                  <a:lnTo>
                    <a:pt x="29684" y="37588"/>
                  </a:lnTo>
                  <a:lnTo>
                    <a:pt x="30322" y="37510"/>
                  </a:lnTo>
                  <a:lnTo>
                    <a:pt x="30965" y="37421"/>
                  </a:lnTo>
                  <a:lnTo>
                    <a:pt x="31613" y="37320"/>
                  </a:lnTo>
                  <a:lnTo>
                    <a:pt x="32265" y="37207"/>
                  </a:lnTo>
                  <a:lnTo>
                    <a:pt x="32914" y="37066"/>
                  </a:lnTo>
                  <a:lnTo>
                    <a:pt x="33551" y="36906"/>
                  </a:lnTo>
                  <a:lnTo>
                    <a:pt x="34176" y="36728"/>
                  </a:lnTo>
                  <a:lnTo>
                    <a:pt x="34790" y="36530"/>
                  </a:lnTo>
                  <a:lnTo>
                    <a:pt x="35391" y="36314"/>
                  </a:lnTo>
                  <a:lnTo>
                    <a:pt x="35980" y="36078"/>
                  </a:lnTo>
                  <a:lnTo>
                    <a:pt x="36558" y="35823"/>
                  </a:lnTo>
                  <a:lnTo>
                    <a:pt x="37123" y="35549"/>
                  </a:lnTo>
                  <a:lnTo>
                    <a:pt x="37677" y="35256"/>
                  </a:lnTo>
                  <a:lnTo>
                    <a:pt x="38219" y="34944"/>
                  </a:lnTo>
                  <a:lnTo>
                    <a:pt x="38756" y="34600"/>
                  </a:lnTo>
                  <a:lnTo>
                    <a:pt x="39273" y="34232"/>
                  </a:lnTo>
                  <a:lnTo>
                    <a:pt x="39771" y="33842"/>
                  </a:lnTo>
                  <a:lnTo>
                    <a:pt x="40247" y="33430"/>
                  </a:lnTo>
                  <a:lnTo>
                    <a:pt x="40704" y="32995"/>
                  </a:lnTo>
                  <a:lnTo>
                    <a:pt x="41140" y="32537"/>
                  </a:lnTo>
                  <a:lnTo>
                    <a:pt x="41556" y="32056"/>
                  </a:lnTo>
                  <a:lnTo>
                    <a:pt x="41952" y="31553"/>
                  </a:lnTo>
                  <a:lnTo>
                    <a:pt x="42328" y="31028"/>
                  </a:lnTo>
                  <a:lnTo>
                    <a:pt x="42683" y="30479"/>
                  </a:lnTo>
                  <a:lnTo>
                    <a:pt x="43023" y="29904"/>
                  </a:lnTo>
                  <a:lnTo>
                    <a:pt x="43326" y="29298"/>
                  </a:lnTo>
                  <a:lnTo>
                    <a:pt x="43594" y="28661"/>
                  </a:lnTo>
                  <a:lnTo>
                    <a:pt x="43826" y="27993"/>
                  </a:lnTo>
                  <a:lnTo>
                    <a:pt x="44023" y="27295"/>
                  </a:lnTo>
                  <a:lnTo>
                    <a:pt x="44184" y="26565"/>
                  </a:lnTo>
                  <a:lnTo>
                    <a:pt x="44309" y="25804"/>
                  </a:lnTo>
                  <a:lnTo>
                    <a:pt x="44398" y="25012"/>
                  </a:lnTo>
                  <a:lnTo>
                    <a:pt x="44451" y="24189"/>
                  </a:lnTo>
                  <a:lnTo>
                    <a:pt x="44469" y="23336"/>
                  </a:lnTo>
                  <a:lnTo>
                    <a:pt x="44429" y="22019"/>
                  </a:lnTo>
                  <a:lnTo>
                    <a:pt x="44310" y="20759"/>
                  </a:lnTo>
                  <a:lnTo>
                    <a:pt x="44110" y="19557"/>
                  </a:lnTo>
                  <a:lnTo>
                    <a:pt x="43831" y="18411"/>
                  </a:lnTo>
                  <a:lnTo>
                    <a:pt x="43472" y="17323"/>
                  </a:lnTo>
                  <a:lnTo>
                    <a:pt x="43033" y="16292"/>
                  </a:lnTo>
                  <a:lnTo>
                    <a:pt x="42515" y="15318"/>
                  </a:lnTo>
                  <a:lnTo>
                    <a:pt x="41917" y="14401"/>
                  </a:lnTo>
                  <a:lnTo>
                    <a:pt x="41239" y="13542"/>
                  </a:lnTo>
                  <a:lnTo>
                    <a:pt x="40481" y="12739"/>
                  </a:lnTo>
                  <a:lnTo>
                    <a:pt x="39656" y="11993"/>
                  </a:lnTo>
                  <a:lnTo>
                    <a:pt x="38754" y="11325"/>
                  </a:lnTo>
                  <a:lnTo>
                    <a:pt x="37775" y="10735"/>
                  </a:lnTo>
                  <a:lnTo>
                    <a:pt x="36718" y="10225"/>
                  </a:lnTo>
                  <a:lnTo>
                    <a:pt x="35584" y="9792"/>
                  </a:lnTo>
                  <a:lnTo>
                    <a:pt x="34373" y="9439"/>
                  </a:lnTo>
                  <a:lnTo>
                    <a:pt x="33084" y="9164"/>
                  </a:lnTo>
                  <a:lnTo>
                    <a:pt x="31718" y="8967"/>
                  </a:lnTo>
                  <a:lnTo>
                    <a:pt x="30274" y="8849"/>
                  </a:lnTo>
                  <a:lnTo>
                    <a:pt x="28753" y="8810"/>
                  </a:lnTo>
                  <a:lnTo>
                    <a:pt x="27363" y="8846"/>
                  </a:lnTo>
                  <a:lnTo>
                    <a:pt x="26027" y="8955"/>
                  </a:lnTo>
                  <a:lnTo>
                    <a:pt x="24744" y="9137"/>
                  </a:lnTo>
                  <a:lnTo>
                    <a:pt x="23514" y="9391"/>
                  </a:lnTo>
                  <a:lnTo>
                    <a:pt x="22339" y="9718"/>
                  </a:lnTo>
                  <a:lnTo>
                    <a:pt x="21216" y="10117"/>
                  </a:lnTo>
                  <a:lnTo>
                    <a:pt x="20148" y="10590"/>
                  </a:lnTo>
                  <a:lnTo>
                    <a:pt x="19133" y="11134"/>
                  </a:lnTo>
                  <a:lnTo>
                    <a:pt x="18171" y="11752"/>
                  </a:lnTo>
                  <a:lnTo>
                    <a:pt x="17264" y="12442"/>
                  </a:lnTo>
                  <a:lnTo>
                    <a:pt x="16431" y="13198"/>
                  </a:lnTo>
                  <a:lnTo>
                    <a:pt x="15671" y="14013"/>
                  </a:lnTo>
                  <a:lnTo>
                    <a:pt x="14983" y="14888"/>
                  </a:lnTo>
                  <a:lnTo>
                    <a:pt x="14368" y="15823"/>
                  </a:lnTo>
                  <a:lnTo>
                    <a:pt x="13826" y="16817"/>
                  </a:lnTo>
                  <a:lnTo>
                    <a:pt x="13356" y="17871"/>
                  </a:lnTo>
                  <a:lnTo>
                    <a:pt x="12959" y="18984"/>
                  </a:lnTo>
                  <a:lnTo>
                    <a:pt x="12634" y="20157"/>
                  </a:lnTo>
                  <a:lnTo>
                    <a:pt x="12383" y="21389"/>
                  </a:lnTo>
                  <a:lnTo>
                    <a:pt x="12203" y="22681"/>
                  </a:lnTo>
                  <a:lnTo>
                    <a:pt x="1428" y="21847"/>
                  </a:lnTo>
                  <a:lnTo>
                    <a:pt x="1576" y="20754"/>
                  </a:lnTo>
                  <a:lnTo>
                    <a:pt x="1759" y="19690"/>
                  </a:lnTo>
                  <a:lnTo>
                    <a:pt x="1977" y="18654"/>
                  </a:lnTo>
                  <a:lnTo>
                    <a:pt x="2228" y="17647"/>
                  </a:lnTo>
                  <a:lnTo>
                    <a:pt x="2515" y="16668"/>
                  </a:lnTo>
                  <a:lnTo>
                    <a:pt x="2836" y="15718"/>
                  </a:lnTo>
                  <a:lnTo>
                    <a:pt x="3191" y="14797"/>
                  </a:lnTo>
                  <a:lnTo>
                    <a:pt x="3581" y="13904"/>
                  </a:lnTo>
                  <a:lnTo>
                    <a:pt x="4005" y="13039"/>
                  </a:lnTo>
                  <a:lnTo>
                    <a:pt x="4464" y="12203"/>
                  </a:lnTo>
                  <a:lnTo>
                    <a:pt x="4953" y="11396"/>
                  </a:lnTo>
                  <a:lnTo>
                    <a:pt x="5467" y="10617"/>
                  </a:lnTo>
                  <a:lnTo>
                    <a:pt x="6006" y="9867"/>
                  </a:lnTo>
                  <a:lnTo>
                    <a:pt x="6569" y="9146"/>
                  </a:lnTo>
                  <a:lnTo>
                    <a:pt x="7158" y="8453"/>
                  </a:lnTo>
                  <a:lnTo>
                    <a:pt x="7772" y="7789"/>
                  </a:lnTo>
                  <a:lnTo>
                    <a:pt x="8411" y="7153"/>
                  </a:lnTo>
                  <a:lnTo>
                    <a:pt x="9074" y="6546"/>
                  </a:lnTo>
                  <a:lnTo>
                    <a:pt x="9763" y="5967"/>
                  </a:lnTo>
                  <a:lnTo>
                    <a:pt x="10477" y="5417"/>
                  </a:lnTo>
                  <a:lnTo>
                    <a:pt x="11225" y="4883"/>
                  </a:lnTo>
                  <a:lnTo>
                    <a:pt x="11994" y="4379"/>
                  </a:lnTo>
                  <a:lnTo>
                    <a:pt x="12783" y="3902"/>
                  </a:lnTo>
                  <a:lnTo>
                    <a:pt x="13592" y="3455"/>
                  </a:lnTo>
                  <a:lnTo>
                    <a:pt x="14421" y="3036"/>
                  </a:lnTo>
                  <a:lnTo>
                    <a:pt x="15270" y="2645"/>
                  </a:lnTo>
                  <a:lnTo>
                    <a:pt x="16140" y="2283"/>
                  </a:lnTo>
                  <a:lnTo>
                    <a:pt x="17030" y="1950"/>
                  </a:lnTo>
                  <a:lnTo>
                    <a:pt x="17940" y="1645"/>
                  </a:lnTo>
                  <a:lnTo>
                    <a:pt x="18871" y="1369"/>
                  </a:lnTo>
                  <a:lnTo>
                    <a:pt x="19817" y="1109"/>
                  </a:lnTo>
                  <a:lnTo>
                    <a:pt x="20776" y="876"/>
                  </a:lnTo>
                  <a:lnTo>
                    <a:pt x="21746" y="670"/>
                  </a:lnTo>
                  <a:lnTo>
                    <a:pt x="22729" y="492"/>
                  </a:lnTo>
                  <a:lnTo>
                    <a:pt x="23723" y="342"/>
                  </a:lnTo>
                  <a:lnTo>
                    <a:pt x="24729" y="219"/>
                  </a:lnTo>
                  <a:lnTo>
                    <a:pt x="25747" y="123"/>
                  </a:lnTo>
                  <a:lnTo>
                    <a:pt x="26777" y="54"/>
                  </a:lnTo>
                  <a:lnTo>
                    <a:pt x="27818" y="13"/>
                  </a:lnTo>
                  <a:lnTo>
                    <a:pt x="28872" y="0"/>
                  </a:lnTo>
                  <a:lnTo>
                    <a:pt x="30257" y="17"/>
                  </a:lnTo>
                  <a:lnTo>
                    <a:pt x="31603" y="71"/>
                  </a:lnTo>
                  <a:lnTo>
                    <a:pt x="32910" y="160"/>
                  </a:lnTo>
                  <a:lnTo>
                    <a:pt x="34178" y="285"/>
                  </a:lnTo>
                  <a:lnTo>
                    <a:pt x="35406" y="446"/>
                  </a:lnTo>
                  <a:lnTo>
                    <a:pt x="36595" y="642"/>
                  </a:lnTo>
                  <a:lnTo>
                    <a:pt x="37744" y="875"/>
                  </a:lnTo>
                  <a:lnTo>
                    <a:pt x="38854" y="1143"/>
                  </a:lnTo>
                  <a:lnTo>
                    <a:pt x="39925" y="1446"/>
                  </a:lnTo>
                  <a:lnTo>
                    <a:pt x="40957" y="1785"/>
                  </a:lnTo>
                  <a:lnTo>
                    <a:pt x="41951" y="2144"/>
                  </a:lnTo>
                  <a:lnTo>
                    <a:pt x="42907" y="2528"/>
                  </a:lnTo>
                  <a:lnTo>
                    <a:pt x="43827" y="2939"/>
                  </a:lnTo>
                  <a:lnTo>
                    <a:pt x="44710" y="3376"/>
                  </a:lnTo>
                  <a:lnTo>
                    <a:pt x="45556" y="3839"/>
                  </a:lnTo>
                  <a:lnTo>
                    <a:pt x="46365" y="4329"/>
                  </a:lnTo>
                  <a:lnTo>
                    <a:pt x="47137" y="4844"/>
                  </a:lnTo>
                  <a:lnTo>
                    <a:pt x="47872" y="5386"/>
                  </a:lnTo>
                  <a:lnTo>
                    <a:pt x="48570" y="5954"/>
                  </a:lnTo>
                  <a:lnTo>
                    <a:pt x="49232" y="6548"/>
                  </a:lnTo>
                  <a:lnTo>
                    <a:pt x="49858" y="7154"/>
                  </a:lnTo>
                  <a:lnTo>
                    <a:pt x="50449" y="7781"/>
                  </a:lnTo>
                  <a:lnTo>
                    <a:pt x="51005" y="8430"/>
                  </a:lnTo>
                  <a:lnTo>
                    <a:pt x="51527" y="9101"/>
                  </a:lnTo>
                  <a:lnTo>
                    <a:pt x="52015" y="9792"/>
                  </a:lnTo>
                  <a:lnTo>
                    <a:pt x="52468" y="10506"/>
                  </a:lnTo>
                  <a:lnTo>
                    <a:pt x="52886" y="11240"/>
                  </a:lnTo>
                  <a:lnTo>
                    <a:pt x="53270" y="11996"/>
                  </a:lnTo>
                  <a:lnTo>
                    <a:pt x="53620" y="12774"/>
                  </a:lnTo>
                  <a:lnTo>
                    <a:pt x="53935" y="13573"/>
                  </a:lnTo>
                  <a:lnTo>
                    <a:pt x="54229" y="14388"/>
                  </a:lnTo>
                  <a:lnTo>
                    <a:pt x="54492" y="15213"/>
                  </a:lnTo>
                  <a:lnTo>
                    <a:pt x="54724" y="16050"/>
                  </a:lnTo>
                  <a:lnTo>
                    <a:pt x="54925" y="16897"/>
                  </a:lnTo>
                  <a:lnTo>
                    <a:pt x="55096" y="17755"/>
                  </a:lnTo>
                  <a:lnTo>
                    <a:pt x="55235" y="18623"/>
                  </a:lnTo>
                  <a:lnTo>
                    <a:pt x="55343" y="19503"/>
                  </a:lnTo>
                  <a:lnTo>
                    <a:pt x="55421" y="20393"/>
                  </a:lnTo>
                  <a:lnTo>
                    <a:pt x="55467" y="21293"/>
                  </a:lnTo>
                  <a:lnTo>
                    <a:pt x="55483" y="22205"/>
                  </a:lnTo>
                  <a:lnTo>
                    <a:pt x="55473" y="22938"/>
                  </a:lnTo>
                  <a:lnTo>
                    <a:pt x="55442" y="23662"/>
                  </a:lnTo>
                  <a:lnTo>
                    <a:pt x="55392" y="24376"/>
                  </a:lnTo>
                  <a:lnTo>
                    <a:pt x="55321" y="25081"/>
                  </a:lnTo>
                  <a:lnTo>
                    <a:pt x="55230" y="25777"/>
                  </a:lnTo>
                  <a:lnTo>
                    <a:pt x="55118" y="26462"/>
                  </a:lnTo>
                  <a:lnTo>
                    <a:pt x="54987" y="27139"/>
                  </a:lnTo>
                  <a:lnTo>
                    <a:pt x="54835" y="27805"/>
                  </a:lnTo>
                  <a:lnTo>
                    <a:pt x="54663" y="28463"/>
                  </a:lnTo>
                  <a:lnTo>
                    <a:pt x="54471" y="29110"/>
                  </a:lnTo>
                  <a:lnTo>
                    <a:pt x="54257" y="29747"/>
                  </a:lnTo>
                  <a:lnTo>
                    <a:pt x="54021" y="30370"/>
                  </a:lnTo>
                  <a:lnTo>
                    <a:pt x="53762" y="30980"/>
                  </a:lnTo>
                  <a:lnTo>
                    <a:pt x="53480" y="31577"/>
                  </a:lnTo>
                  <a:lnTo>
                    <a:pt x="53176" y="32161"/>
                  </a:lnTo>
                  <a:lnTo>
                    <a:pt x="52849" y="32732"/>
                  </a:lnTo>
                  <a:lnTo>
                    <a:pt x="52500" y="33290"/>
                  </a:lnTo>
                  <a:lnTo>
                    <a:pt x="52127" y="33835"/>
                  </a:lnTo>
                  <a:lnTo>
                    <a:pt x="51733" y="34366"/>
                  </a:lnTo>
                  <a:lnTo>
                    <a:pt x="51315" y="34885"/>
                  </a:lnTo>
                  <a:lnTo>
                    <a:pt x="50875" y="35390"/>
                  </a:lnTo>
                  <a:lnTo>
                    <a:pt x="50411" y="35880"/>
                  </a:lnTo>
                  <a:lnTo>
                    <a:pt x="49922" y="36356"/>
                  </a:lnTo>
                  <a:lnTo>
                    <a:pt x="49410" y="36818"/>
                  </a:lnTo>
                  <a:lnTo>
                    <a:pt x="48875" y="37266"/>
                  </a:lnTo>
                  <a:lnTo>
                    <a:pt x="48315" y="37699"/>
                  </a:lnTo>
                  <a:lnTo>
                    <a:pt x="47732" y="38119"/>
                  </a:lnTo>
                  <a:lnTo>
                    <a:pt x="47124" y="38523"/>
                  </a:lnTo>
                  <a:lnTo>
                    <a:pt x="46493" y="38914"/>
                  </a:lnTo>
                  <a:lnTo>
                    <a:pt x="45839" y="39290"/>
                  </a:lnTo>
                  <a:lnTo>
                    <a:pt x="45170" y="39650"/>
                  </a:lnTo>
                  <a:lnTo>
                    <a:pt x="44474" y="39993"/>
                  </a:lnTo>
                  <a:lnTo>
                    <a:pt x="43751" y="40317"/>
                  </a:lnTo>
                  <a:lnTo>
                    <a:pt x="43000" y="40624"/>
                  </a:lnTo>
                  <a:lnTo>
                    <a:pt x="42222" y="40912"/>
                  </a:lnTo>
                  <a:lnTo>
                    <a:pt x="41417" y="41183"/>
                  </a:lnTo>
                  <a:lnTo>
                    <a:pt x="40584" y="41436"/>
                  </a:lnTo>
                  <a:lnTo>
                    <a:pt x="39724" y="41671"/>
                  </a:lnTo>
                  <a:lnTo>
                    <a:pt x="38836" y="41889"/>
                  </a:lnTo>
                  <a:lnTo>
                    <a:pt x="37921" y="42088"/>
                  </a:lnTo>
                  <a:lnTo>
                    <a:pt x="37921" y="42326"/>
                  </a:lnTo>
                  <a:lnTo>
                    <a:pt x="38920" y="42446"/>
                  </a:lnTo>
                  <a:lnTo>
                    <a:pt x="39893" y="42591"/>
                  </a:lnTo>
                  <a:lnTo>
                    <a:pt x="40839" y="42760"/>
                  </a:lnTo>
                  <a:lnTo>
                    <a:pt x="41759" y="42955"/>
                  </a:lnTo>
                  <a:lnTo>
                    <a:pt x="42654" y="43175"/>
                  </a:lnTo>
                  <a:lnTo>
                    <a:pt x="43522" y="43419"/>
                  </a:lnTo>
                  <a:lnTo>
                    <a:pt x="44363" y="43689"/>
                  </a:lnTo>
                  <a:lnTo>
                    <a:pt x="45179" y="43984"/>
                  </a:lnTo>
                  <a:lnTo>
                    <a:pt x="45968" y="44303"/>
                  </a:lnTo>
                  <a:lnTo>
                    <a:pt x="46732" y="44648"/>
                  </a:lnTo>
                  <a:lnTo>
                    <a:pt x="47469" y="45002"/>
                  </a:lnTo>
                  <a:lnTo>
                    <a:pt x="48179" y="45374"/>
                  </a:lnTo>
                  <a:lnTo>
                    <a:pt x="48864" y="45764"/>
                  </a:lnTo>
                  <a:lnTo>
                    <a:pt x="49522" y="46172"/>
                  </a:lnTo>
                  <a:lnTo>
                    <a:pt x="50155" y="46598"/>
                  </a:lnTo>
                  <a:lnTo>
                    <a:pt x="50761" y="47041"/>
                  </a:lnTo>
                  <a:lnTo>
                    <a:pt x="51340" y="47502"/>
                  </a:lnTo>
                  <a:lnTo>
                    <a:pt x="51894" y="47982"/>
                  </a:lnTo>
                  <a:lnTo>
                    <a:pt x="52422" y="48479"/>
                  </a:lnTo>
                  <a:lnTo>
                    <a:pt x="52923" y="48994"/>
                  </a:lnTo>
                  <a:lnTo>
                    <a:pt x="53398" y="49525"/>
                  </a:lnTo>
                  <a:lnTo>
                    <a:pt x="53849" y="50070"/>
                  </a:lnTo>
                  <a:lnTo>
                    <a:pt x="54275" y="50630"/>
                  </a:lnTo>
                  <a:lnTo>
                    <a:pt x="54675" y="51204"/>
                  </a:lnTo>
                  <a:lnTo>
                    <a:pt x="55051" y="51792"/>
                  </a:lnTo>
                  <a:lnTo>
                    <a:pt x="55402" y="52394"/>
                  </a:lnTo>
                  <a:lnTo>
                    <a:pt x="55727" y="53011"/>
                  </a:lnTo>
                  <a:lnTo>
                    <a:pt x="56028" y="53642"/>
                  </a:lnTo>
                  <a:lnTo>
                    <a:pt x="56304" y="54287"/>
                  </a:lnTo>
                  <a:lnTo>
                    <a:pt x="56554" y="54947"/>
                  </a:lnTo>
                  <a:lnTo>
                    <a:pt x="56792" y="55617"/>
                  </a:lnTo>
                  <a:lnTo>
                    <a:pt x="57004" y="56295"/>
                  </a:lnTo>
                  <a:lnTo>
                    <a:pt x="57192" y="56979"/>
                  </a:lnTo>
                  <a:lnTo>
                    <a:pt x="57354" y="57671"/>
                  </a:lnTo>
                  <a:lnTo>
                    <a:pt x="57492" y="58370"/>
                  </a:lnTo>
                  <a:lnTo>
                    <a:pt x="57604" y="59076"/>
                  </a:lnTo>
                  <a:lnTo>
                    <a:pt x="57692" y="59789"/>
                  </a:lnTo>
                  <a:lnTo>
                    <a:pt x="57754" y="60509"/>
                  </a:lnTo>
                  <a:lnTo>
                    <a:pt x="57792" y="612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259635" y="548950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22916" y="547700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775764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928598" y="6498471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5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996285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3064091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5119621" y="6498471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5182903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5250709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5318515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7340142" y="6498471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7403543" y="6498471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7471230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7539036" y="6497221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4062302" y="6627229"/>
              <a:ext cx="138112" cy="135731"/>
            </a:xfrm>
            <a:custGeom>
              <a:avLst/>
              <a:pathLst>
                <a:path w="138112" h="135731">
                  <a:moveTo>
                    <a:pt x="10715" y="3571"/>
                  </a:moveTo>
                  <a:lnTo>
                    <a:pt x="13073" y="5149"/>
                  </a:lnTo>
                  <a:lnTo>
                    <a:pt x="15382" y="6786"/>
                  </a:lnTo>
                  <a:lnTo>
                    <a:pt x="17645" y="8483"/>
                  </a:lnTo>
                  <a:lnTo>
                    <a:pt x="19859" y="10239"/>
                  </a:lnTo>
                  <a:lnTo>
                    <a:pt x="22026" y="12055"/>
                  </a:lnTo>
                  <a:lnTo>
                    <a:pt x="24145" y="13930"/>
                  </a:lnTo>
                  <a:lnTo>
                    <a:pt x="26217" y="15865"/>
                  </a:lnTo>
                  <a:lnTo>
                    <a:pt x="28241" y="17859"/>
                  </a:lnTo>
                  <a:lnTo>
                    <a:pt x="30218" y="19913"/>
                  </a:lnTo>
                  <a:lnTo>
                    <a:pt x="32146" y="22026"/>
                  </a:lnTo>
                  <a:lnTo>
                    <a:pt x="23812" y="32146"/>
                  </a:lnTo>
                  <a:lnTo>
                    <a:pt x="21776" y="29807"/>
                  </a:lnTo>
                  <a:lnTo>
                    <a:pt x="19716" y="27551"/>
                  </a:lnTo>
                  <a:lnTo>
                    <a:pt x="17633" y="25378"/>
                  </a:lnTo>
                  <a:lnTo>
                    <a:pt x="15525" y="23288"/>
                  </a:lnTo>
                  <a:lnTo>
                    <a:pt x="13394" y="21282"/>
                  </a:lnTo>
                  <a:lnTo>
                    <a:pt x="11239" y="19359"/>
                  </a:lnTo>
                  <a:lnTo>
                    <a:pt x="9060" y="17520"/>
                  </a:lnTo>
                  <a:lnTo>
                    <a:pt x="6858" y="15763"/>
                  </a:lnTo>
                  <a:lnTo>
                    <a:pt x="4631" y="14091"/>
                  </a:lnTo>
                  <a:lnTo>
                    <a:pt x="2381" y="12501"/>
                  </a:lnTo>
                  <a:close/>
                  <a:moveTo>
                    <a:pt x="595" y="52982"/>
                  </a:moveTo>
                  <a:lnTo>
                    <a:pt x="30360" y="52982"/>
                  </a:lnTo>
                  <a:lnTo>
                    <a:pt x="30360" y="110132"/>
                  </a:lnTo>
                  <a:lnTo>
                    <a:pt x="31828" y="111174"/>
                  </a:lnTo>
                  <a:lnTo>
                    <a:pt x="33373" y="112156"/>
                  </a:lnTo>
                  <a:lnTo>
                    <a:pt x="34995" y="113079"/>
                  </a:lnTo>
                  <a:lnTo>
                    <a:pt x="36695" y="113942"/>
                  </a:lnTo>
                  <a:lnTo>
                    <a:pt x="38472" y="114746"/>
                  </a:lnTo>
                  <a:lnTo>
                    <a:pt x="40326" y="115490"/>
                  </a:lnTo>
                  <a:lnTo>
                    <a:pt x="42258" y="116175"/>
                  </a:lnTo>
                  <a:lnTo>
                    <a:pt x="44267" y="116800"/>
                  </a:lnTo>
                  <a:lnTo>
                    <a:pt x="46354" y="117365"/>
                  </a:lnTo>
                  <a:lnTo>
                    <a:pt x="48517" y="117871"/>
                  </a:lnTo>
                  <a:lnTo>
                    <a:pt x="50979" y="118324"/>
                  </a:lnTo>
                  <a:lnTo>
                    <a:pt x="53959" y="118729"/>
                  </a:lnTo>
                  <a:lnTo>
                    <a:pt x="57456" y="119086"/>
                  </a:lnTo>
                  <a:lnTo>
                    <a:pt x="61471" y="119395"/>
                  </a:lnTo>
                  <a:lnTo>
                    <a:pt x="66005" y="119657"/>
                  </a:lnTo>
                  <a:lnTo>
                    <a:pt x="71056" y="119872"/>
                  </a:lnTo>
                  <a:lnTo>
                    <a:pt x="76625" y="120038"/>
                  </a:lnTo>
                  <a:lnTo>
                    <a:pt x="82712" y="120157"/>
                  </a:lnTo>
                  <a:lnTo>
                    <a:pt x="89317" y="120229"/>
                  </a:lnTo>
                  <a:lnTo>
                    <a:pt x="96440" y="120253"/>
                  </a:lnTo>
                  <a:lnTo>
                    <a:pt x="138112" y="120253"/>
                  </a:lnTo>
                  <a:lnTo>
                    <a:pt x="132159" y="133350"/>
                  </a:lnTo>
                  <a:lnTo>
                    <a:pt x="84534" y="133350"/>
                  </a:lnTo>
                  <a:lnTo>
                    <a:pt x="79438" y="133314"/>
                  </a:lnTo>
                  <a:lnTo>
                    <a:pt x="74628" y="133207"/>
                  </a:lnTo>
                  <a:lnTo>
                    <a:pt x="70104" y="133028"/>
                  </a:lnTo>
                  <a:lnTo>
                    <a:pt x="65865" y="132778"/>
                  </a:lnTo>
                  <a:lnTo>
                    <a:pt x="61912" y="132457"/>
                  </a:lnTo>
                  <a:lnTo>
                    <a:pt x="58245" y="132064"/>
                  </a:lnTo>
                  <a:lnTo>
                    <a:pt x="54864" y="131599"/>
                  </a:lnTo>
                  <a:lnTo>
                    <a:pt x="51768" y="131064"/>
                  </a:lnTo>
                  <a:lnTo>
                    <a:pt x="48958" y="130456"/>
                  </a:lnTo>
                  <a:lnTo>
                    <a:pt x="46434" y="129778"/>
                  </a:lnTo>
                  <a:lnTo>
                    <a:pt x="44082" y="129022"/>
                  </a:lnTo>
                  <a:lnTo>
                    <a:pt x="41790" y="128182"/>
                  </a:lnTo>
                  <a:lnTo>
                    <a:pt x="39558" y="127259"/>
                  </a:lnTo>
                  <a:lnTo>
                    <a:pt x="37385" y="126253"/>
                  </a:lnTo>
                  <a:lnTo>
                    <a:pt x="35272" y="125164"/>
                  </a:lnTo>
                  <a:lnTo>
                    <a:pt x="33218" y="123991"/>
                  </a:lnTo>
                  <a:lnTo>
                    <a:pt x="31224" y="122735"/>
                  </a:lnTo>
                  <a:lnTo>
                    <a:pt x="29289" y="121396"/>
                  </a:lnTo>
                  <a:lnTo>
                    <a:pt x="27414" y="119973"/>
                  </a:lnTo>
                  <a:lnTo>
                    <a:pt x="25598" y="118467"/>
                  </a:lnTo>
                  <a:lnTo>
                    <a:pt x="8334" y="135731"/>
                  </a:lnTo>
                  <a:lnTo>
                    <a:pt x="0" y="123229"/>
                  </a:lnTo>
                  <a:lnTo>
                    <a:pt x="1899" y="122152"/>
                  </a:lnTo>
                  <a:lnTo>
                    <a:pt x="3786" y="121062"/>
                  </a:lnTo>
                  <a:lnTo>
                    <a:pt x="5661" y="119961"/>
                  </a:lnTo>
                  <a:lnTo>
                    <a:pt x="7524" y="118848"/>
                  </a:lnTo>
                  <a:lnTo>
                    <a:pt x="9376" y="117723"/>
                  </a:lnTo>
                  <a:lnTo>
                    <a:pt x="11215" y="116586"/>
                  </a:lnTo>
                  <a:lnTo>
                    <a:pt x="13043" y="115437"/>
                  </a:lnTo>
                  <a:lnTo>
                    <a:pt x="14859" y="114276"/>
                  </a:lnTo>
                  <a:lnTo>
                    <a:pt x="16662" y="113103"/>
                  </a:lnTo>
                  <a:lnTo>
                    <a:pt x="18454" y="111918"/>
                  </a:lnTo>
                  <a:lnTo>
                    <a:pt x="18454" y="64293"/>
                  </a:lnTo>
                  <a:lnTo>
                    <a:pt x="595" y="64293"/>
                  </a:lnTo>
                  <a:close/>
                  <a:moveTo>
                    <a:pt x="61912" y="4167"/>
                  </a:moveTo>
                  <a:lnTo>
                    <a:pt x="73223" y="8334"/>
                  </a:lnTo>
                  <a:lnTo>
                    <a:pt x="68460" y="23217"/>
                  </a:lnTo>
                  <a:lnTo>
                    <a:pt x="85129" y="23217"/>
                  </a:lnTo>
                  <a:lnTo>
                    <a:pt x="85129" y="0"/>
                  </a:lnTo>
                  <a:lnTo>
                    <a:pt x="97035" y="0"/>
                  </a:lnTo>
                  <a:lnTo>
                    <a:pt x="97035" y="23217"/>
                  </a:lnTo>
                  <a:lnTo>
                    <a:pt x="128587" y="23217"/>
                  </a:lnTo>
                  <a:lnTo>
                    <a:pt x="128587" y="34528"/>
                  </a:lnTo>
                  <a:lnTo>
                    <a:pt x="97035" y="34528"/>
                  </a:lnTo>
                  <a:lnTo>
                    <a:pt x="97035" y="45243"/>
                  </a:lnTo>
                  <a:lnTo>
                    <a:pt x="97024" y="46428"/>
                  </a:lnTo>
                  <a:lnTo>
                    <a:pt x="96988" y="47601"/>
                  </a:lnTo>
                  <a:lnTo>
                    <a:pt x="96928" y="48762"/>
                  </a:lnTo>
                  <a:lnTo>
                    <a:pt x="96845" y="49911"/>
                  </a:lnTo>
                  <a:lnTo>
                    <a:pt x="96738" y="51048"/>
                  </a:lnTo>
                  <a:lnTo>
                    <a:pt x="96607" y="52173"/>
                  </a:lnTo>
                  <a:lnTo>
                    <a:pt x="96452" y="53286"/>
                  </a:lnTo>
                  <a:lnTo>
                    <a:pt x="96273" y="54387"/>
                  </a:lnTo>
                  <a:lnTo>
                    <a:pt x="96071" y="55477"/>
                  </a:lnTo>
                  <a:lnTo>
                    <a:pt x="95845" y="56554"/>
                  </a:lnTo>
                  <a:lnTo>
                    <a:pt x="133350" y="56554"/>
                  </a:lnTo>
                  <a:lnTo>
                    <a:pt x="133350" y="67865"/>
                  </a:lnTo>
                  <a:lnTo>
                    <a:pt x="92868" y="67865"/>
                  </a:lnTo>
                  <a:lnTo>
                    <a:pt x="92749" y="68216"/>
                  </a:lnTo>
                  <a:lnTo>
                    <a:pt x="92630" y="68556"/>
                  </a:lnTo>
                  <a:lnTo>
                    <a:pt x="92511" y="68883"/>
                  </a:lnTo>
                  <a:lnTo>
                    <a:pt x="92392" y="69199"/>
                  </a:lnTo>
                  <a:lnTo>
                    <a:pt x="92273" y="69502"/>
                  </a:lnTo>
                  <a:lnTo>
                    <a:pt x="92154" y="69794"/>
                  </a:lnTo>
                  <a:lnTo>
                    <a:pt x="92035" y="70074"/>
                  </a:lnTo>
                  <a:lnTo>
                    <a:pt x="91916" y="70342"/>
                  </a:lnTo>
                  <a:lnTo>
                    <a:pt x="91797" y="70598"/>
                  </a:lnTo>
                  <a:lnTo>
                    <a:pt x="91678" y="70842"/>
                  </a:lnTo>
                  <a:lnTo>
                    <a:pt x="96137" y="73985"/>
                  </a:lnTo>
                  <a:lnTo>
                    <a:pt x="100464" y="77223"/>
                  </a:lnTo>
                  <a:lnTo>
                    <a:pt x="104661" y="80557"/>
                  </a:lnTo>
                  <a:lnTo>
                    <a:pt x="108727" y="83986"/>
                  </a:lnTo>
                  <a:lnTo>
                    <a:pt x="112662" y="87510"/>
                  </a:lnTo>
                  <a:lnTo>
                    <a:pt x="116466" y="91130"/>
                  </a:lnTo>
                  <a:lnTo>
                    <a:pt x="120140" y="94845"/>
                  </a:lnTo>
                  <a:lnTo>
                    <a:pt x="123682" y="98655"/>
                  </a:lnTo>
                  <a:lnTo>
                    <a:pt x="127093" y="102560"/>
                  </a:lnTo>
                  <a:lnTo>
                    <a:pt x="130373" y="106560"/>
                  </a:lnTo>
                  <a:lnTo>
                    <a:pt x="122039" y="116681"/>
                  </a:lnTo>
                  <a:lnTo>
                    <a:pt x="118574" y="112359"/>
                  </a:lnTo>
                  <a:lnTo>
                    <a:pt x="115085" y="108204"/>
                  </a:lnTo>
                  <a:lnTo>
                    <a:pt x="111573" y="104215"/>
                  </a:lnTo>
                  <a:lnTo>
                    <a:pt x="108037" y="100393"/>
                  </a:lnTo>
                  <a:lnTo>
                    <a:pt x="104477" y="96738"/>
                  </a:lnTo>
                  <a:lnTo>
                    <a:pt x="100893" y="93249"/>
                  </a:lnTo>
                  <a:lnTo>
                    <a:pt x="97285" y="89927"/>
                  </a:lnTo>
                  <a:lnTo>
                    <a:pt x="93654" y="86772"/>
                  </a:lnTo>
                  <a:lnTo>
                    <a:pt x="89999" y="83784"/>
                  </a:lnTo>
                  <a:lnTo>
                    <a:pt x="86320" y="80962"/>
                  </a:lnTo>
                  <a:lnTo>
                    <a:pt x="83355" y="85052"/>
                  </a:lnTo>
                  <a:lnTo>
                    <a:pt x="80176" y="88987"/>
                  </a:lnTo>
                  <a:lnTo>
                    <a:pt x="76783" y="92767"/>
                  </a:lnTo>
                  <a:lnTo>
                    <a:pt x="73175" y="96393"/>
                  </a:lnTo>
                  <a:lnTo>
                    <a:pt x="69353" y="99863"/>
                  </a:lnTo>
                  <a:lnTo>
                    <a:pt x="65317" y="103179"/>
                  </a:lnTo>
                  <a:lnTo>
                    <a:pt x="61067" y="106340"/>
                  </a:lnTo>
                  <a:lnTo>
                    <a:pt x="56602" y="109347"/>
                  </a:lnTo>
                  <a:lnTo>
                    <a:pt x="51923" y="112198"/>
                  </a:lnTo>
                  <a:lnTo>
                    <a:pt x="47029" y="114895"/>
                  </a:lnTo>
                  <a:lnTo>
                    <a:pt x="40481" y="104179"/>
                  </a:lnTo>
                  <a:lnTo>
                    <a:pt x="46231" y="100923"/>
                  </a:lnTo>
                  <a:lnTo>
                    <a:pt x="51577" y="97583"/>
                  </a:lnTo>
                  <a:lnTo>
                    <a:pt x="56518" y="94160"/>
                  </a:lnTo>
                  <a:lnTo>
                    <a:pt x="61055" y="90654"/>
                  </a:lnTo>
                  <a:lnTo>
                    <a:pt x="65186" y="87064"/>
                  </a:lnTo>
                  <a:lnTo>
                    <a:pt x="68913" y="83391"/>
                  </a:lnTo>
                  <a:lnTo>
                    <a:pt x="72235" y="79634"/>
                  </a:lnTo>
                  <a:lnTo>
                    <a:pt x="75152" y="75795"/>
                  </a:lnTo>
                  <a:lnTo>
                    <a:pt x="77664" y="71872"/>
                  </a:lnTo>
                  <a:lnTo>
                    <a:pt x="79771" y="67865"/>
                  </a:lnTo>
                  <a:lnTo>
                    <a:pt x="41671" y="67865"/>
                  </a:lnTo>
                  <a:lnTo>
                    <a:pt x="41671" y="56554"/>
                  </a:lnTo>
                  <a:lnTo>
                    <a:pt x="83939" y="56554"/>
                  </a:lnTo>
                  <a:lnTo>
                    <a:pt x="84165" y="55477"/>
                  </a:lnTo>
                  <a:lnTo>
                    <a:pt x="84367" y="54387"/>
                  </a:lnTo>
                  <a:lnTo>
                    <a:pt x="84546" y="53286"/>
                  </a:lnTo>
                  <a:lnTo>
                    <a:pt x="84701" y="52173"/>
                  </a:lnTo>
                  <a:lnTo>
                    <a:pt x="84832" y="51048"/>
                  </a:lnTo>
                  <a:lnTo>
                    <a:pt x="84939" y="49911"/>
                  </a:lnTo>
                  <a:lnTo>
                    <a:pt x="85022" y="48762"/>
                  </a:lnTo>
                  <a:lnTo>
                    <a:pt x="85082" y="47601"/>
                  </a:lnTo>
                  <a:lnTo>
                    <a:pt x="85117" y="46428"/>
                  </a:lnTo>
                  <a:lnTo>
                    <a:pt x="85129" y="45243"/>
                  </a:lnTo>
                  <a:lnTo>
                    <a:pt x="85129" y="34528"/>
                  </a:lnTo>
                  <a:lnTo>
                    <a:pt x="64293" y="34528"/>
                  </a:lnTo>
                  <a:lnTo>
                    <a:pt x="63335" y="36540"/>
                  </a:lnTo>
                  <a:lnTo>
                    <a:pt x="62364" y="38528"/>
                  </a:lnTo>
                  <a:lnTo>
                    <a:pt x="61382" y="40493"/>
                  </a:lnTo>
                  <a:lnTo>
                    <a:pt x="60388" y="42433"/>
                  </a:lnTo>
                  <a:lnTo>
                    <a:pt x="59382" y="44350"/>
                  </a:lnTo>
                  <a:lnTo>
                    <a:pt x="58364" y="46243"/>
                  </a:lnTo>
                  <a:lnTo>
                    <a:pt x="57334" y="48113"/>
                  </a:lnTo>
                  <a:lnTo>
                    <a:pt x="56292" y="49958"/>
                  </a:lnTo>
                  <a:lnTo>
                    <a:pt x="55239" y="51780"/>
                  </a:lnTo>
                  <a:lnTo>
                    <a:pt x="54173" y="53578"/>
                  </a:lnTo>
                  <a:lnTo>
                    <a:pt x="43457" y="47029"/>
                  </a:lnTo>
                  <a:lnTo>
                    <a:pt x="45785" y="43172"/>
                  </a:lnTo>
                  <a:lnTo>
                    <a:pt x="48006" y="39219"/>
                  </a:lnTo>
                  <a:lnTo>
                    <a:pt x="50119" y="35171"/>
                  </a:lnTo>
                  <a:lnTo>
                    <a:pt x="52125" y="31027"/>
                  </a:lnTo>
                  <a:lnTo>
                    <a:pt x="54024" y="26789"/>
                  </a:lnTo>
                  <a:lnTo>
                    <a:pt x="55816" y="22455"/>
                  </a:lnTo>
                  <a:lnTo>
                    <a:pt x="57501" y="18026"/>
                  </a:lnTo>
                  <a:lnTo>
                    <a:pt x="59078" y="13501"/>
                  </a:lnTo>
                  <a:lnTo>
                    <a:pt x="60549" y="88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4213512" y="6627229"/>
              <a:ext cx="139303" cy="136921"/>
            </a:xfrm>
            <a:custGeom>
              <a:avLst/>
              <a:pathLst>
                <a:path w="139303" h="136921">
                  <a:moveTo>
                    <a:pt x="36314" y="0"/>
                  </a:moveTo>
                  <a:lnTo>
                    <a:pt x="48220" y="3571"/>
                  </a:lnTo>
                  <a:lnTo>
                    <a:pt x="46886" y="7018"/>
                  </a:lnTo>
                  <a:lnTo>
                    <a:pt x="45505" y="10453"/>
                  </a:lnTo>
                  <a:lnTo>
                    <a:pt x="44076" y="13876"/>
                  </a:lnTo>
                  <a:lnTo>
                    <a:pt x="42600" y="17287"/>
                  </a:lnTo>
                  <a:lnTo>
                    <a:pt x="41076" y="20687"/>
                  </a:lnTo>
                  <a:lnTo>
                    <a:pt x="39504" y="24074"/>
                  </a:lnTo>
                  <a:lnTo>
                    <a:pt x="37885" y="27449"/>
                  </a:lnTo>
                  <a:lnTo>
                    <a:pt x="36218" y="30813"/>
                  </a:lnTo>
                  <a:lnTo>
                    <a:pt x="34504" y="34164"/>
                  </a:lnTo>
                  <a:lnTo>
                    <a:pt x="32742" y="37504"/>
                  </a:lnTo>
                  <a:lnTo>
                    <a:pt x="32742" y="136921"/>
                  </a:lnTo>
                  <a:lnTo>
                    <a:pt x="20835" y="136921"/>
                  </a:lnTo>
                  <a:lnTo>
                    <a:pt x="20835" y="56554"/>
                  </a:lnTo>
                  <a:lnTo>
                    <a:pt x="19401" y="58447"/>
                  </a:lnTo>
                  <a:lnTo>
                    <a:pt x="17954" y="60317"/>
                  </a:lnTo>
                  <a:lnTo>
                    <a:pt x="16496" y="62162"/>
                  </a:lnTo>
                  <a:lnTo>
                    <a:pt x="15025" y="63984"/>
                  </a:lnTo>
                  <a:lnTo>
                    <a:pt x="13543" y="65782"/>
                  </a:lnTo>
                  <a:lnTo>
                    <a:pt x="12049" y="67556"/>
                  </a:lnTo>
                  <a:lnTo>
                    <a:pt x="10542" y="69306"/>
                  </a:lnTo>
                  <a:lnTo>
                    <a:pt x="9024" y="71032"/>
                  </a:lnTo>
                  <a:lnTo>
                    <a:pt x="7494" y="72735"/>
                  </a:lnTo>
                  <a:lnTo>
                    <a:pt x="5953" y="74414"/>
                  </a:lnTo>
                  <a:lnTo>
                    <a:pt x="0" y="62507"/>
                  </a:lnTo>
                  <a:lnTo>
                    <a:pt x="4970" y="56524"/>
                  </a:lnTo>
                  <a:lnTo>
                    <a:pt x="9644" y="50482"/>
                  </a:lnTo>
                  <a:lnTo>
                    <a:pt x="14019" y="44380"/>
                  </a:lnTo>
                  <a:lnTo>
                    <a:pt x="18097" y="38219"/>
                  </a:lnTo>
                  <a:lnTo>
                    <a:pt x="21877" y="31998"/>
                  </a:lnTo>
                  <a:lnTo>
                    <a:pt x="25360" y="25717"/>
                  </a:lnTo>
                  <a:lnTo>
                    <a:pt x="28545" y="19377"/>
                  </a:lnTo>
                  <a:lnTo>
                    <a:pt x="31432" y="12977"/>
                  </a:lnTo>
                  <a:lnTo>
                    <a:pt x="34022" y="6518"/>
                  </a:lnTo>
                  <a:close/>
                  <a:moveTo>
                    <a:pt x="135135" y="35718"/>
                  </a:moveTo>
                  <a:lnTo>
                    <a:pt x="136326" y="47029"/>
                  </a:lnTo>
                  <a:lnTo>
                    <a:pt x="83939" y="53578"/>
                  </a:lnTo>
                  <a:lnTo>
                    <a:pt x="85076" y="60418"/>
                  </a:lnTo>
                  <a:lnTo>
                    <a:pt x="86344" y="66889"/>
                  </a:lnTo>
                  <a:lnTo>
                    <a:pt x="87743" y="72991"/>
                  </a:lnTo>
                  <a:lnTo>
                    <a:pt x="89273" y="78724"/>
                  </a:lnTo>
                  <a:lnTo>
                    <a:pt x="90933" y="84087"/>
                  </a:lnTo>
                  <a:lnTo>
                    <a:pt x="92725" y="89082"/>
                  </a:lnTo>
                  <a:lnTo>
                    <a:pt x="94648" y="93708"/>
                  </a:lnTo>
                  <a:lnTo>
                    <a:pt x="96702" y="97964"/>
                  </a:lnTo>
                  <a:lnTo>
                    <a:pt x="98887" y="101852"/>
                  </a:lnTo>
                  <a:lnTo>
                    <a:pt x="101203" y="105370"/>
                  </a:lnTo>
                  <a:lnTo>
                    <a:pt x="103512" y="108537"/>
                  </a:lnTo>
                  <a:lnTo>
                    <a:pt x="105679" y="111371"/>
                  </a:lnTo>
                  <a:lnTo>
                    <a:pt x="107703" y="113871"/>
                  </a:lnTo>
                  <a:lnTo>
                    <a:pt x="109585" y="116038"/>
                  </a:lnTo>
                  <a:lnTo>
                    <a:pt x="111323" y="117871"/>
                  </a:lnTo>
                  <a:lnTo>
                    <a:pt x="112918" y="119372"/>
                  </a:lnTo>
                  <a:lnTo>
                    <a:pt x="114371" y="120538"/>
                  </a:lnTo>
                  <a:lnTo>
                    <a:pt x="115681" y="121372"/>
                  </a:lnTo>
                  <a:lnTo>
                    <a:pt x="116847" y="121872"/>
                  </a:lnTo>
                  <a:lnTo>
                    <a:pt x="117871" y="122039"/>
                  </a:lnTo>
                  <a:lnTo>
                    <a:pt x="118800" y="121997"/>
                  </a:lnTo>
                  <a:lnTo>
                    <a:pt x="119681" y="121872"/>
                  </a:lnTo>
                  <a:lnTo>
                    <a:pt x="120515" y="121664"/>
                  </a:lnTo>
                  <a:lnTo>
                    <a:pt x="121300" y="121372"/>
                  </a:lnTo>
                  <a:lnTo>
                    <a:pt x="122039" y="120997"/>
                  </a:lnTo>
                  <a:lnTo>
                    <a:pt x="122729" y="120538"/>
                  </a:lnTo>
                  <a:lnTo>
                    <a:pt x="123372" y="119997"/>
                  </a:lnTo>
                  <a:lnTo>
                    <a:pt x="123967" y="119372"/>
                  </a:lnTo>
                  <a:lnTo>
                    <a:pt x="124515" y="118663"/>
                  </a:lnTo>
                  <a:lnTo>
                    <a:pt x="125015" y="117871"/>
                  </a:lnTo>
                  <a:lnTo>
                    <a:pt x="125479" y="116955"/>
                  </a:lnTo>
                  <a:lnTo>
                    <a:pt x="125920" y="115871"/>
                  </a:lnTo>
                  <a:lnTo>
                    <a:pt x="126337" y="114621"/>
                  </a:lnTo>
                  <a:lnTo>
                    <a:pt x="126730" y="113204"/>
                  </a:lnTo>
                  <a:lnTo>
                    <a:pt x="127099" y="111621"/>
                  </a:lnTo>
                  <a:lnTo>
                    <a:pt x="127444" y="109870"/>
                  </a:lnTo>
                  <a:lnTo>
                    <a:pt x="127765" y="107953"/>
                  </a:lnTo>
                  <a:lnTo>
                    <a:pt x="128063" y="105870"/>
                  </a:lnTo>
                  <a:lnTo>
                    <a:pt x="128337" y="103620"/>
                  </a:lnTo>
                  <a:lnTo>
                    <a:pt x="128587" y="101203"/>
                  </a:lnTo>
                  <a:lnTo>
                    <a:pt x="139303" y="104775"/>
                  </a:lnTo>
                  <a:lnTo>
                    <a:pt x="138919" y="108454"/>
                  </a:lnTo>
                  <a:lnTo>
                    <a:pt x="138481" y="111871"/>
                  </a:lnTo>
                  <a:lnTo>
                    <a:pt x="137990" y="115026"/>
                  </a:lnTo>
                  <a:lnTo>
                    <a:pt x="137445" y="117919"/>
                  </a:lnTo>
                  <a:lnTo>
                    <a:pt x="136847" y="120550"/>
                  </a:lnTo>
                  <a:lnTo>
                    <a:pt x="136195" y="122920"/>
                  </a:lnTo>
                  <a:lnTo>
                    <a:pt x="135490" y="125027"/>
                  </a:lnTo>
                  <a:lnTo>
                    <a:pt x="134731" y="126873"/>
                  </a:lnTo>
                  <a:lnTo>
                    <a:pt x="133918" y="128456"/>
                  </a:lnTo>
                  <a:lnTo>
                    <a:pt x="133052" y="129778"/>
                  </a:lnTo>
                  <a:lnTo>
                    <a:pt x="132114" y="130909"/>
                  </a:lnTo>
                  <a:lnTo>
                    <a:pt x="131087" y="131921"/>
                  </a:lnTo>
                  <a:lnTo>
                    <a:pt x="129971" y="132814"/>
                  </a:lnTo>
                  <a:lnTo>
                    <a:pt x="128766" y="133588"/>
                  </a:lnTo>
                  <a:lnTo>
                    <a:pt x="127471" y="134242"/>
                  </a:lnTo>
                  <a:lnTo>
                    <a:pt x="126087" y="134778"/>
                  </a:lnTo>
                  <a:lnTo>
                    <a:pt x="124613" y="135195"/>
                  </a:lnTo>
                  <a:lnTo>
                    <a:pt x="123051" y="135493"/>
                  </a:lnTo>
                  <a:lnTo>
                    <a:pt x="121399" y="135671"/>
                  </a:lnTo>
                  <a:lnTo>
                    <a:pt x="119657" y="135731"/>
                  </a:lnTo>
                  <a:lnTo>
                    <a:pt x="117252" y="135546"/>
                  </a:lnTo>
                  <a:lnTo>
                    <a:pt x="114800" y="134993"/>
                  </a:lnTo>
                  <a:lnTo>
                    <a:pt x="112299" y="134070"/>
                  </a:lnTo>
                  <a:lnTo>
                    <a:pt x="109751" y="132778"/>
                  </a:lnTo>
                  <a:lnTo>
                    <a:pt x="107156" y="131117"/>
                  </a:lnTo>
                  <a:lnTo>
                    <a:pt x="104513" y="129087"/>
                  </a:lnTo>
                  <a:lnTo>
                    <a:pt x="101822" y="126688"/>
                  </a:lnTo>
                  <a:lnTo>
                    <a:pt x="99083" y="123920"/>
                  </a:lnTo>
                  <a:lnTo>
                    <a:pt x="96297" y="120782"/>
                  </a:lnTo>
                  <a:lnTo>
                    <a:pt x="93464" y="117276"/>
                  </a:lnTo>
                  <a:lnTo>
                    <a:pt x="90677" y="113335"/>
                  </a:lnTo>
                  <a:lnTo>
                    <a:pt x="88034" y="108894"/>
                  </a:lnTo>
                  <a:lnTo>
                    <a:pt x="85534" y="103953"/>
                  </a:lnTo>
                  <a:lnTo>
                    <a:pt x="83177" y="98512"/>
                  </a:lnTo>
                  <a:lnTo>
                    <a:pt x="80962" y="92571"/>
                  </a:lnTo>
                  <a:lnTo>
                    <a:pt x="78890" y="86129"/>
                  </a:lnTo>
                  <a:lnTo>
                    <a:pt x="76962" y="79188"/>
                  </a:lnTo>
                  <a:lnTo>
                    <a:pt x="75176" y="71747"/>
                  </a:lnTo>
                  <a:lnTo>
                    <a:pt x="73533" y="63805"/>
                  </a:lnTo>
                  <a:lnTo>
                    <a:pt x="72032" y="55364"/>
                  </a:lnTo>
                  <a:lnTo>
                    <a:pt x="45243" y="58340"/>
                  </a:lnTo>
                  <a:lnTo>
                    <a:pt x="43457" y="47029"/>
                  </a:lnTo>
                  <a:lnTo>
                    <a:pt x="70246" y="43457"/>
                  </a:lnTo>
                  <a:lnTo>
                    <a:pt x="69663" y="39594"/>
                  </a:lnTo>
                  <a:lnTo>
                    <a:pt x="69103" y="35623"/>
                  </a:lnTo>
                  <a:lnTo>
                    <a:pt x="68568" y="31545"/>
                  </a:lnTo>
                  <a:lnTo>
                    <a:pt x="68056" y="27360"/>
                  </a:lnTo>
                  <a:lnTo>
                    <a:pt x="67567" y="23068"/>
                  </a:lnTo>
                  <a:lnTo>
                    <a:pt x="67103" y="18669"/>
                  </a:lnTo>
                  <a:lnTo>
                    <a:pt x="66663" y="14162"/>
                  </a:lnTo>
                  <a:lnTo>
                    <a:pt x="66246" y="9548"/>
                  </a:lnTo>
                  <a:lnTo>
                    <a:pt x="65853" y="4827"/>
                  </a:lnTo>
                  <a:lnTo>
                    <a:pt x="65484" y="0"/>
                  </a:lnTo>
                  <a:lnTo>
                    <a:pt x="77390" y="0"/>
                  </a:lnTo>
                  <a:lnTo>
                    <a:pt x="77866" y="4816"/>
                  </a:lnTo>
                  <a:lnTo>
                    <a:pt x="78343" y="9501"/>
                  </a:lnTo>
                  <a:lnTo>
                    <a:pt x="78819" y="14055"/>
                  </a:lnTo>
                  <a:lnTo>
                    <a:pt x="79295" y="18478"/>
                  </a:lnTo>
                  <a:lnTo>
                    <a:pt x="79771" y="22770"/>
                  </a:lnTo>
                  <a:lnTo>
                    <a:pt x="80248" y="26931"/>
                  </a:lnTo>
                  <a:lnTo>
                    <a:pt x="80724" y="30962"/>
                  </a:lnTo>
                  <a:lnTo>
                    <a:pt x="81200" y="34861"/>
                  </a:lnTo>
                  <a:lnTo>
                    <a:pt x="81676" y="38629"/>
                  </a:lnTo>
                  <a:lnTo>
                    <a:pt x="82153" y="42267"/>
                  </a:lnTo>
                  <a:close/>
                  <a:moveTo>
                    <a:pt x="101798" y="2381"/>
                  </a:moveTo>
                  <a:lnTo>
                    <a:pt x="103905" y="4536"/>
                  </a:lnTo>
                  <a:lnTo>
                    <a:pt x="105941" y="6715"/>
                  </a:lnTo>
                  <a:lnTo>
                    <a:pt x="107906" y="8917"/>
                  </a:lnTo>
                  <a:lnTo>
                    <a:pt x="109799" y="11144"/>
                  </a:lnTo>
                  <a:lnTo>
                    <a:pt x="111621" y="13394"/>
                  </a:lnTo>
                  <a:lnTo>
                    <a:pt x="113371" y="15668"/>
                  </a:lnTo>
                  <a:lnTo>
                    <a:pt x="115050" y="17966"/>
                  </a:lnTo>
                  <a:lnTo>
                    <a:pt x="116657" y="20288"/>
                  </a:lnTo>
                  <a:lnTo>
                    <a:pt x="118193" y="22633"/>
                  </a:lnTo>
                  <a:lnTo>
                    <a:pt x="119657" y="25003"/>
                  </a:lnTo>
                  <a:lnTo>
                    <a:pt x="109537" y="30956"/>
                  </a:lnTo>
                  <a:lnTo>
                    <a:pt x="108180" y="28592"/>
                  </a:lnTo>
                  <a:lnTo>
                    <a:pt x="106727" y="26265"/>
                  </a:lnTo>
                  <a:lnTo>
                    <a:pt x="105179" y="23973"/>
                  </a:lnTo>
                  <a:lnTo>
                    <a:pt x="103536" y="21717"/>
                  </a:lnTo>
                  <a:lnTo>
                    <a:pt x="101798" y="19496"/>
                  </a:lnTo>
                  <a:lnTo>
                    <a:pt x="99964" y="17311"/>
                  </a:lnTo>
                  <a:lnTo>
                    <a:pt x="98036" y="15162"/>
                  </a:lnTo>
                  <a:lnTo>
                    <a:pt x="96012" y="13049"/>
                  </a:lnTo>
                  <a:lnTo>
                    <a:pt x="93892" y="10971"/>
                  </a:lnTo>
                  <a:lnTo>
                    <a:pt x="91678" y="89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4368293" y="6626038"/>
              <a:ext cx="137517" cy="138112"/>
            </a:xfrm>
            <a:custGeom>
              <a:avLst/>
              <a:pathLst>
                <a:path w="137517" h="138112">
                  <a:moveTo>
                    <a:pt x="13096" y="8334"/>
                  </a:moveTo>
                  <a:lnTo>
                    <a:pt x="15930" y="10519"/>
                  </a:lnTo>
                  <a:lnTo>
                    <a:pt x="18716" y="12787"/>
                  </a:lnTo>
                  <a:lnTo>
                    <a:pt x="21455" y="15138"/>
                  </a:lnTo>
                  <a:lnTo>
                    <a:pt x="24145" y="17573"/>
                  </a:lnTo>
                  <a:lnTo>
                    <a:pt x="26789" y="20091"/>
                  </a:lnTo>
                  <a:lnTo>
                    <a:pt x="29384" y="22693"/>
                  </a:lnTo>
                  <a:lnTo>
                    <a:pt x="31932" y="25378"/>
                  </a:lnTo>
                  <a:lnTo>
                    <a:pt x="34432" y="28146"/>
                  </a:lnTo>
                  <a:lnTo>
                    <a:pt x="36885" y="30997"/>
                  </a:lnTo>
                  <a:lnTo>
                    <a:pt x="39290" y="33932"/>
                  </a:lnTo>
                  <a:lnTo>
                    <a:pt x="30360" y="44648"/>
                  </a:lnTo>
                  <a:lnTo>
                    <a:pt x="27961" y="41481"/>
                  </a:lnTo>
                  <a:lnTo>
                    <a:pt x="25527" y="38409"/>
                  </a:lnTo>
                  <a:lnTo>
                    <a:pt x="23056" y="35433"/>
                  </a:lnTo>
                  <a:lnTo>
                    <a:pt x="20550" y="32551"/>
                  </a:lnTo>
                  <a:lnTo>
                    <a:pt x="18008" y="29765"/>
                  </a:lnTo>
                  <a:lnTo>
                    <a:pt x="15430" y="27074"/>
                  </a:lnTo>
                  <a:lnTo>
                    <a:pt x="12817" y="24479"/>
                  </a:lnTo>
                  <a:lnTo>
                    <a:pt x="10167" y="21978"/>
                  </a:lnTo>
                  <a:lnTo>
                    <a:pt x="7483" y="19573"/>
                  </a:lnTo>
                  <a:lnTo>
                    <a:pt x="4762" y="17264"/>
                  </a:lnTo>
                  <a:close/>
                  <a:moveTo>
                    <a:pt x="30360" y="67865"/>
                  </a:moveTo>
                  <a:lnTo>
                    <a:pt x="41076" y="75009"/>
                  </a:lnTo>
                  <a:lnTo>
                    <a:pt x="38856" y="81063"/>
                  </a:lnTo>
                  <a:lnTo>
                    <a:pt x="36480" y="87082"/>
                  </a:lnTo>
                  <a:lnTo>
                    <a:pt x="33950" y="93065"/>
                  </a:lnTo>
                  <a:lnTo>
                    <a:pt x="31265" y="99012"/>
                  </a:lnTo>
                  <a:lnTo>
                    <a:pt x="28426" y="104923"/>
                  </a:lnTo>
                  <a:lnTo>
                    <a:pt x="25431" y="110799"/>
                  </a:lnTo>
                  <a:lnTo>
                    <a:pt x="22282" y="116639"/>
                  </a:lnTo>
                  <a:lnTo>
                    <a:pt x="18978" y="122443"/>
                  </a:lnTo>
                  <a:lnTo>
                    <a:pt x="15519" y="128212"/>
                  </a:lnTo>
                  <a:lnTo>
                    <a:pt x="11906" y="133945"/>
                  </a:lnTo>
                  <a:lnTo>
                    <a:pt x="0" y="125015"/>
                  </a:lnTo>
                  <a:lnTo>
                    <a:pt x="3732" y="119622"/>
                  </a:lnTo>
                  <a:lnTo>
                    <a:pt x="7310" y="114157"/>
                  </a:lnTo>
                  <a:lnTo>
                    <a:pt x="10733" y="108620"/>
                  </a:lnTo>
                  <a:lnTo>
                    <a:pt x="14001" y="103012"/>
                  </a:lnTo>
                  <a:lnTo>
                    <a:pt x="17115" y="97333"/>
                  </a:lnTo>
                  <a:lnTo>
                    <a:pt x="20073" y="91582"/>
                  </a:lnTo>
                  <a:lnTo>
                    <a:pt x="22877" y="85760"/>
                  </a:lnTo>
                  <a:lnTo>
                    <a:pt x="25527" y="79867"/>
                  </a:lnTo>
                  <a:lnTo>
                    <a:pt x="28021" y="73902"/>
                  </a:lnTo>
                  <a:close/>
                  <a:moveTo>
                    <a:pt x="65484" y="0"/>
                  </a:moveTo>
                  <a:lnTo>
                    <a:pt x="76795" y="2976"/>
                  </a:lnTo>
                  <a:lnTo>
                    <a:pt x="76307" y="5000"/>
                  </a:lnTo>
                  <a:lnTo>
                    <a:pt x="75795" y="7024"/>
                  </a:lnTo>
                  <a:lnTo>
                    <a:pt x="75259" y="9048"/>
                  </a:lnTo>
                  <a:lnTo>
                    <a:pt x="74699" y="11072"/>
                  </a:lnTo>
                  <a:lnTo>
                    <a:pt x="74116" y="13096"/>
                  </a:lnTo>
                  <a:lnTo>
                    <a:pt x="73509" y="15120"/>
                  </a:lnTo>
                  <a:lnTo>
                    <a:pt x="72878" y="17145"/>
                  </a:lnTo>
                  <a:lnTo>
                    <a:pt x="72223" y="19169"/>
                  </a:lnTo>
                  <a:lnTo>
                    <a:pt x="71544" y="21193"/>
                  </a:lnTo>
                  <a:lnTo>
                    <a:pt x="70842" y="23217"/>
                  </a:lnTo>
                  <a:lnTo>
                    <a:pt x="127396" y="23217"/>
                  </a:lnTo>
                  <a:lnTo>
                    <a:pt x="127396" y="33932"/>
                  </a:lnTo>
                  <a:lnTo>
                    <a:pt x="126063" y="36671"/>
                  </a:lnTo>
                  <a:lnTo>
                    <a:pt x="124682" y="39409"/>
                  </a:lnTo>
                  <a:lnTo>
                    <a:pt x="123253" y="42148"/>
                  </a:lnTo>
                  <a:lnTo>
                    <a:pt x="121777" y="44886"/>
                  </a:lnTo>
                  <a:lnTo>
                    <a:pt x="120253" y="47625"/>
                  </a:lnTo>
                  <a:lnTo>
                    <a:pt x="118681" y="50363"/>
                  </a:lnTo>
                  <a:lnTo>
                    <a:pt x="117062" y="53101"/>
                  </a:lnTo>
                  <a:lnTo>
                    <a:pt x="115395" y="55840"/>
                  </a:lnTo>
                  <a:lnTo>
                    <a:pt x="113680" y="58578"/>
                  </a:lnTo>
                  <a:lnTo>
                    <a:pt x="111918" y="61317"/>
                  </a:lnTo>
                  <a:lnTo>
                    <a:pt x="101798" y="55959"/>
                  </a:lnTo>
                  <a:lnTo>
                    <a:pt x="103203" y="53816"/>
                  </a:lnTo>
                  <a:lnTo>
                    <a:pt x="104560" y="51673"/>
                  </a:lnTo>
                  <a:lnTo>
                    <a:pt x="105870" y="49530"/>
                  </a:lnTo>
                  <a:lnTo>
                    <a:pt x="107132" y="47386"/>
                  </a:lnTo>
                  <a:lnTo>
                    <a:pt x="108346" y="45243"/>
                  </a:lnTo>
                  <a:lnTo>
                    <a:pt x="109513" y="43100"/>
                  </a:lnTo>
                  <a:lnTo>
                    <a:pt x="110632" y="40957"/>
                  </a:lnTo>
                  <a:lnTo>
                    <a:pt x="111704" y="38814"/>
                  </a:lnTo>
                  <a:lnTo>
                    <a:pt x="112728" y="36671"/>
                  </a:lnTo>
                  <a:lnTo>
                    <a:pt x="113704" y="34528"/>
                  </a:lnTo>
                  <a:lnTo>
                    <a:pt x="67270" y="34528"/>
                  </a:lnTo>
                  <a:lnTo>
                    <a:pt x="65698" y="38165"/>
                  </a:lnTo>
                  <a:lnTo>
                    <a:pt x="64079" y="41695"/>
                  </a:lnTo>
                  <a:lnTo>
                    <a:pt x="62412" y="45118"/>
                  </a:lnTo>
                  <a:lnTo>
                    <a:pt x="60698" y="48434"/>
                  </a:lnTo>
                  <a:lnTo>
                    <a:pt x="58935" y="51643"/>
                  </a:lnTo>
                  <a:lnTo>
                    <a:pt x="57126" y="54744"/>
                  </a:lnTo>
                  <a:lnTo>
                    <a:pt x="55268" y="57739"/>
                  </a:lnTo>
                  <a:lnTo>
                    <a:pt x="53363" y="60626"/>
                  </a:lnTo>
                  <a:lnTo>
                    <a:pt x="51411" y="63406"/>
                  </a:lnTo>
                  <a:lnTo>
                    <a:pt x="49410" y="66079"/>
                  </a:lnTo>
                  <a:lnTo>
                    <a:pt x="40481" y="56554"/>
                  </a:lnTo>
                  <a:lnTo>
                    <a:pt x="43731" y="51702"/>
                  </a:lnTo>
                  <a:lnTo>
                    <a:pt x="46815" y="46672"/>
                  </a:lnTo>
                  <a:lnTo>
                    <a:pt x="49732" y="41463"/>
                  </a:lnTo>
                  <a:lnTo>
                    <a:pt x="52482" y="36075"/>
                  </a:lnTo>
                  <a:lnTo>
                    <a:pt x="55066" y="30509"/>
                  </a:lnTo>
                  <a:lnTo>
                    <a:pt x="57483" y="24765"/>
                  </a:lnTo>
                  <a:lnTo>
                    <a:pt x="59733" y="18841"/>
                  </a:lnTo>
                  <a:lnTo>
                    <a:pt x="61817" y="12739"/>
                  </a:lnTo>
                  <a:lnTo>
                    <a:pt x="63734" y="6459"/>
                  </a:lnTo>
                  <a:close/>
                  <a:moveTo>
                    <a:pt x="79176" y="44053"/>
                  </a:moveTo>
                  <a:lnTo>
                    <a:pt x="90487" y="45839"/>
                  </a:lnTo>
                  <a:lnTo>
                    <a:pt x="90469" y="48202"/>
                  </a:lnTo>
                  <a:lnTo>
                    <a:pt x="90416" y="50530"/>
                  </a:lnTo>
                  <a:lnTo>
                    <a:pt x="90326" y="52822"/>
                  </a:lnTo>
                  <a:lnTo>
                    <a:pt x="90201" y="55078"/>
                  </a:lnTo>
                  <a:lnTo>
                    <a:pt x="90041" y="57298"/>
                  </a:lnTo>
                  <a:lnTo>
                    <a:pt x="89844" y="59483"/>
                  </a:lnTo>
                  <a:lnTo>
                    <a:pt x="89612" y="61632"/>
                  </a:lnTo>
                  <a:lnTo>
                    <a:pt x="89344" y="63746"/>
                  </a:lnTo>
                  <a:lnTo>
                    <a:pt x="89040" y="65823"/>
                  </a:lnTo>
                  <a:lnTo>
                    <a:pt x="88701" y="67865"/>
                  </a:lnTo>
                  <a:lnTo>
                    <a:pt x="90279" y="72187"/>
                  </a:lnTo>
                  <a:lnTo>
                    <a:pt x="91916" y="76342"/>
                  </a:lnTo>
                  <a:lnTo>
                    <a:pt x="93612" y="80331"/>
                  </a:lnTo>
                  <a:lnTo>
                    <a:pt x="95369" y="84153"/>
                  </a:lnTo>
                  <a:lnTo>
                    <a:pt x="97184" y="87808"/>
                  </a:lnTo>
                  <a:lnTo>
                    <a:pt x="99060" y="91297"/>
                  </a:lnTo>
                  <a:lnTo>
                    <a:pt x="100994" y="94618"/>
                  </a:lnTo>
                  <a:lnTo>
                    <a:pt x="102989" y="97774"/>
                  </a:lnTo>
                  <a:lnTo>
                    <a:pt x="105042" y="100762"/>
                  </a:lnTo>
                  <a:lnTo>
                    <a:pt x="107156" y="103584"/>
                  </a:lnTo>
                  <a:lnTo>
                    <a:pt x="109388" y="106293"/>
                  </a:lnTo>
                  <a:lnTo>
                    <a:pt x="111799" y="108942"/>
                  </a:lnTo>
                  <a:lnTo>
                    <a:pt x="114389" y="111531"/>
                  </a:lnTo>
                  <a:lnTo>
                    <a:pt x="117157" y="114061"/>
                  </a:lnTo>
                  <a:lnTo>
                    <a:pt x="120104" y="116532"/>
                  </a:lnTo>
                  <a:lnTo>
                    <a:pt x="123229" y="118943"/>
                  </a:lnTo>
                  <a:lnTo>
                    <a:pt x="126533" y="121294"/>
                  </a:lnTo>
                  <a:lnTo>
                    <a:pt x="130016" y="123586"/>
                  </a:lnTo>
                  <a:lnTo>
                    <a:pt x="133677" y="125819"/>
                  </a:lnTo>
                  <a:lnTo>
                    <a:pt x="137517" y="127992"/>
                  </a:lnTo>
                  <a:lnTo>
                    <a:pt x="126801" y="138112"/>
                  </a:lnTo>
                  <a:lnTo>
                    <a:pt x="121021" y="134177"/>
                  </a:lnTo>
                  <a:lnTo>
                    <a:pt x="115585" y="129992"/>
                  </a:lnTo>
                  <a:lnTo>
                    <a:pt x="110495" y="125557"/>
                  </a:lnTo>
                  <a:lnTo>
                    <a:pt x="105751" y="120872"/>
                  </a:lnTo>
                  <a:lnTo>
                    <a:pt x="101351" y="115937"/>
                  </a:lnTo>
                  <a:lnTo>
                    <a:pt x="97297" y="110751"/>
                  </a:lnTo>
                  <a:lnTo>
                    <a:pt x="93589" y="105316"/>
                  </a:lnTo>
                  <a:lnTo>
                    <a:pt x="90225" y="99631"/>
                  </a:lnTo>
                  <a:lnTo>
                    <a:pt x="87207" y="93696"/>
                  </a:lnTo>
                  <a:lnTo>
                    <a:pt x="84534" y="87510"/>
                  </a:lnTo>
                  <a:lnTo>
                    <a:pt x="82486" y="93589"/>
                  </a:lnTo>
                  <a:lnTo>
                    <a:pt x="79914" y="99441"/>
                  </a:lnTo>
                  <a:lnTo>
                    <a:pt x="76819" y="105066"/>
                  </a:lnTo>
                  <a:lnTo>
                    <a:pt x="73199" y="110466"/>
                  </a:lnTo>
                  <a:lnTo>
                    <a:pt x="69056" y="115639"/>
                  </a:lnTo>
                  <a:lnTo>
                    <a:pt x="64389" y="120586"/>
                  </a:lnTo>
                  <a:lnTo>
                    <a:pt x="59197" y="125307"/>
                  </a:lnTo>
                  <a:lnTo>
                    <a:pt x="53482" y="129801"/>
                  </a:lnTo>
                  <a:lnTo>
                    <a:pt x="47244" y="134070"/>
                  </a:lnTo>
                  <a:lnTo>
                    <a:pt x="40481" y="138112"/>
                  </a:lnTo>
                  <a:lnTo>
                    <a:pt x="31551" y="128587"/>
                  </a:lnTo>
                  <a:lnTo>
                    <a:pt x="36519" y="125694"/>
                  </a:lnTo>
                  <a:lnTo>
                    <a:pt x="41183" y="122729"/>
                  </a:lnTo>
                  <a:lnTo>
                    <a:pt x="45544" y="119693"/>
                  </a:lnTo>
                  <a:lnTo>
                    <a:pt x="49601" y="116586"/>
                  </a:lnTo>
                  <a:lnTo>
                    <a:pt x="53354" y="113407"/>
                  </a:lnTo>
                  <a:lnTo>
                    <a:pt x="56804" y="110156"/>
                  </a:lnTo>
                  <a:lnTo>
                    <a:pt x="59950" y="106834"/>
                  </a:lnTo>
                  <a:lnTo>
                    <a:pt x="62793" y="103441"/>
                  </a:lnTo>
                  <a:lnTo>
                    <a:pt x="65332" y="99976"/>
                  </a:lnTo>
                  <a:lnTo>
                    <a:pt x="67567" y="96440"/>
                  </a:lnTo>
                  <a:lnTo>
                    <a:pt x="69559" y="92702"/>
                  </a:lnTo>
                  <a:lnTo>
                    <a:pt x="71366" y="88630"/>
                  </a:lnTo>
                  <a:lnTo>
                    <a:pt x="72988" y="84224"/>
                  </a:lnTo>
                  <a:lnTo>
                    <a:pt x="74425" y="79486"/>
                  </a:lnTo>
                  <a:lnTo>
                    <a:pt x="75679" y="74414"/>
                  </a:lnTo>
                  <a:lnTo>
                    <a:pt x="76747" y="69008"/>
                  </a:lnTo>
                  <a:lnTo>
                    <a:pt x="77631" y="63269"/>
                  </a:lnTo>
                  <a:lnTo>
                    <a:pt x="78331" y="57197"/>
                  </a:lnTo>
                  <a:lnTo>
                    <a:pt x="78846" y="5079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4521288" y="6627229"/>
              <a:ext cx="136921" cy="137517"/>
            </a:xfrm>
            <a:custGeom>
              <a:avLst/>
              <a:pathLst>
                <a:path w="136921" h="137517">
                  <a:moveTo>
                    <a:pt x="92868" y="25003"/>
                  </a:moveTo>
                  <a:lnTo>
                    <a:pt x="132754" y="25003"/>
                  </a:lnTo>
                  <a:lnTo>
                    <a:pt x="132754" y="36314"/>
                  </a:lnTo>
                  <a:lnTo>
                    <a:pt x="126206" y="36314"/>
                  </a:lnTo>
                  <a:lnTo>
                    <a:pt x="125396" y="44446"/>
                  </a:lnTo>
                  <a:lnTo>
                    <a:pt x="124396" y="52173"/>
                  </a:lnTo>
                  <a:lnTo>
                    <a:pt x="123205" y="59495"/>
                  </a:lnTo>
                  <a:lnTo>
                    <a:pt x="121824" y="66413"/>
                  </a:lnTo>
                  <a:lnTo>
                    <a:pt x="120253" y="72925"/>
                  </a:lnTo>
                  <a:lnTo>
                    <a:pt x="118491" y="79033"/>
                  </a:lnTo>
                  <a:lnTo>
                    <a:pt x="116538" y="84736"/>
                  </a:lnTo>
                  <a:lnTo>
                    <a:pt x="114395" y="90035"/>
                  </a:lnTo>
                  <a:lnTo>
                    <a:pt x="112061" y="94928"/>
                  </a:lnTo>
                  <a:lnTo>
                    <a:pt x="109537" y="99417"/>
                  </a:lnTo>
                  <a:lnTo>
                    <a:pt x="111740" y="102250"/>
                  </a:lnTo>
                  <a:lnTo>
                    <a:pt x="114061" y="105036"/>
                  </a:lnTo>
                  <a:lnTo>
                    <a:pt x="116502" y="107775"/>
                  </a:lnTo>
                  <a:lnTo>
                    <a:pt x="119062" y="110466"/>
                  </a:lnTo>
                  <a:lnTo>
                    <a:pt x="121741" y="113109"/>
                  </a:lnTo>
                  <a:lnTo>
                    <a:pt x="124539" y="115704"/>
                  </a:lnTo>
                  <a:lnTo>
                    <a:pt x="127456" y="118252"/>
                  </a:lnTo>
                  <a:lnTo>
                    <a:pt x="130492" y="120753"/>
                  </a:lnTo>
                  <a:lnTo>
                    <a:pt x="133647" y="123205"/>
                  </a:lnTo>
                  <a:lnTo>
                    <a:pt x="136921" y="125610"/>
                  </a:lnTo>
                  <a:lnTo>
                    <a:pt x="127992" y="136921"/>
                  </a:lnTo>
                  <a:lnTo>
                    <a:pt x="125271" y="134618"/>
                  </a:lnTo>
                  <a:lnTo>
                    <a:pt x="122586" y="132230"/>
                  </a:lnTo>
                  <a:lnTo>
                    <a:pt x="119937" y="129760"/>
                  </a:lnTo>
                  <a:lnTo>
                    <a:pt x="117324" y="127206"/>
                  </a:lnTo>
                  <a:lnTo>
                    <a:pt x="114746" y="124569"/>
                  </a:lnTo>
                  <a:lnTo>
                    <a:pt x="112204" y="121848"/>
                  </a:lnTo>
                  <a:lnTo>
                    <a:pt x="109698" y="119044"/>
                  </a:lnTo>
                  <a:lnTo>
                    <a:pt x="107227" y="116157"/>
                  </a:lnTo>
                  <a:lnTo>
                    <a:pt x="104792" y="113186"/>
                  </a:lnTo>
                  <a:lnTo>
                    <a:pt x="102393" y="110132"/>
                  </a:lnTo>
                  <a:lnTo>
                    <a:pt x="99958" y="113299"/>
                  </a:lnTo>
                  <a:lnTo>
                    <a:pt x="97416" y="116371"/>
                  </a:lnTo>
                  <a:lnTo>
                    <a:pt x="94767" y="119348"/>
                  </a:lnTo>
                  <a:lnTo>
                    <a:pt x="92011" y="122229"/>
                  </a:lnTo>
                  <a:lnTo>
                    <a:pt x="89148" y="125015"/>
                  </a:lnTo>
                  <a:lnTo>
                    <a:pt x="86177" y="127706"/>
                  </a:lnTo>
                  <a:lnTo>
                    <a:pt x="83099" y="130302"/>
                  </a:lnTo>
                  <a:lnTo>
                    <a:pt x="79914" y="132802"/>
                  </a:lnTo>
                  <a:lnTo>
                    <a:pt x="76622" y="135207"/>
                  </a:lnTo>
                  <a:lnTo>
                    <a:pt x="73223" y="137517"/>
                  </a:lnTo>
                  <a:lnTo>
                    <a:pt x="64889" y="126801"/>
                  </a:lnTo>
                  <a:lnTo>
                    <a:pt x="68401" y="124592"/>
                  </a:lnTo>
                  <a:lnTo>
                    <a:pt x="71794" y="122253"/>
                  </a:lnTo>
                  <a:lnTo>
                    <a:pt x="75068" y="119782"/>
                  </a:lnTo>
                  <a:lnTo>
                    <a:pt x="78224" y="117181"/>
                  </a:lnTo>
                  <a:lnTo>
                    <a:pt x="81260" y="114448"/>
                  </a:lnTo>
                  <a:lnTo>
                    <a:pt x="84177" y="111585"/>
                  </a:lnTo>
                  <a:lnTo>
                    <a:pt x="86975" y="108590"/>
                  </a:lnTo>
                  <a:lnTo>
                    <a:pt x="89654" y="105465"/>
                  </a:lnTo>
                  <a:lnTo>
                    <a:pt x="92213" y="102209"/>
                  </a:lnTo>
                  <a:lnTo>
                    <a:pt x="94654" y="98821"/>
                  </a:lnTo>
                  <a:lnTo>
                    <a:pt x="92999" y="95928"/>
                  </a:lnTo>
                  <a:lnTo>
                    <a:pt x="91368" y="92964"/>
                  </a:lnTo>
                  <a:lnTo>
                    <a:pt x="89761" y="89927"/>
                  </a:lnTo>
                  <a:lnTo>
                    <a:pt x="88177" y="86820"/>
                  </a:lnTo>
                  <a:lnTo>
                    <a:pt x="86617" y="83641"/>
                  </a:lnTo>
                  <a:lnTo>
                    <a:pt x="85082" y="80391"/>
                  </a:lnTo>
                  <a:lnTo>
                    <a:pt x="83569" y="77069"/>
                  </a:lnTo>
                  <a:lnTo>
                    <a:pt x="82081" y="73675"/>
                  </a:lnTo>
                  <a:lnTo>
                    <a:pt x="80617" y="70211"/>
                  </a:lnTo>
                  <a:lnTo>
                    <a:pt x="79176" y="66675"/>
                  </a:lnTo>
                  <a:lnTo>
                    <a:pt x="74414" y="76795"/>
                  </a:lnTo>
                  <a:lnTo>
                    <a:pt x="64889" y="69651"/>
                  </a:lnTo>
                  <a:lnTo>
                    <a:pt x="67782" y="63275"/>
                  </a:lnTo>
                  <a:lnTo>
                    <a:pt x="70508" y="56769"/>
                  </a:lnTo>
                  <a:lnTo>
                    <a:pt x="73068" y="50131"/>
                  </a:lnTo>
                  <a:lnTo>
                    <a:pt x="75461" y="43362"/>
                  </a:lnTo>
                  <a:lnTo>
                    <a:pt x="77688" y="36462"/>
                  </a:lnTo>
                  <a:lnTo>
                    <a:pt x="79748" y="29432"/>
                  </a:lnTo>
                  <a:lnTo>
                    <a:pt x="81641" y="22270"/>
                  </a:lnTo>
                  <a:lnTo>
                    <a:pt x="83367" y="14978"/>
                  </a:lnTo>
                  <a:lnTo>
                    <a:pt x="84927" y="7554"/>
                  </a:lnTo>
                  <a:lnTo>
                    <a:pt x="86320" y="0"/>
                  </a:lnTo>
                  <a:lnTo>
                    <a:pt x="98226" y="3571"/>
                  </a:lnTo>
                  <a:lnTo>
                    <a:pt x="97744" y="5822"/>
                  </a:lnTo>
                  <a:lnTo>
                    <a:pt x="97250" y="8048"/>
                  </a:lnTo>
                  <a:lnTo>
                    <a:pt x="96744" y="10251"/>
                  </a:lnTo>
                  <a:lnTo>
                    <a:pt x="96226" y="12430"/>
                  </a:lnTo>
                  <a:lnTo>
                    <a:pt x="95696" y="14585"/>
                  </a:lnTo>
                  <a:lnTo>
                    <a:pt x="95154" y="16716"/>
                  </a:lnTo>
                  <a:lnTo>
                    <a:pt x="94601" y="18823"/>
                  </a:lnTo>
                  <a:lnTo>
                    <a:pt x="94035" y="20907"/>
                  </a:lnTo>
                  <a:lnTo>
                    <a:pt x="93458" y="22967"/>
                  </a:lnTo>
                  <a:close/>
                  <a:moveTo>
                    <a:pt x="114300" y="36314"/>
                  </a:moveTo>
                  <a:lnTo>
                    <a:pt x="89892" y="36314"/>
                  </a:lnTo>
                  <a:lnTo>
                    <a:pt x="89743" y="36986"/>
                  </a:lnTo>
                  <a:lnTo>
                    <a:pt x="89535" y="37814"/>
                  </a:lnTo>
                  <a:lnTo>
                    <a:pt x="89267" y="38796"/>
                  </a:lnTo>
                  <a:lnTo>
                    <a:pt x="88939" y="39933"/>
                  </a:lnTo>
                  <a:lnTo>
                    <a:pt x="88552" y="41225"/>
                  </a:lnTo>
                  <a:lnTo>
                    <a:pt x="88106" y="42672"/>
                  </a:lnTo>
                  <a:lnTo>
                    <a:pt x="87600" y="44273"/>
                  </a:lnTo>
                  <a:lnTo>
                    <a:pt x="87034" y="46029"/>
                  </a:lnTo>
                  <a:lnTo>
                    <a:pt x="86409" y="47940"/>
                  </a:lnTo>
                  <a:lnTo>
                    <a:pt x="85725" y="50006"/>
                  </a:lnTo>
                  <a:lnTo>
                    <a:pt x="87171" y="54232"/>
                  </a:lnTo>
                  <a:lnTo>
                    <a:pt x="88653" y="58340"/>
                  </a:lnTo>
                  <a:lnTo>
                    <a:pt x="90171" y="62329"/>
                  </a:lnTo>
                  <a:lnTo>
                    <a:pt x="91725" y="66198"/>
                  </a:lnTo>
                  <a:lnTo>
                    <a:pt x="93315" y="69949"/>
                  </a:lnTo>
                  <a:lnTo>
                    <a:pt x="94940" y="73580"/>
                  </a:lnTo>
                  <a:lnTo>
                    <a:pt x="96601" y="77092"/>
                  </a:lnTo>
                  <a:lnTo>
                    <a:pt x="98298" y="80486"/>
                  </a:lnTo>
                  <a:lnTo>
                    <a:pt x="100030" y="83760"/>
                  </a:lnTo>
                  <a:lnTo>
                    <a:pt x="101798" y="86915"/>
                  </a:lnTo>
                  <a:lnTo>
                    <a:pt x="103304" y="83510"/>
                  </a:lnTo>
                  <a:lnTo>
                    <a:pt x="104727" y="79962"/>
                  </a:lnTo>
                  <a:lnTo>
                    <a:pt x="106066" y="76271"/>
                  </a:lnTo>
                  <a:lnTo>
                    <a:pt x="107322" y="72437"/>
                  </a:lnTo>
                  <a:lnTo>
                    <a:pt x="108495" y="68460"/>
                  </a:lnTo>
                  <a:lnTo>
                    <a:pt x="109585" y="64341"/>
                  </a:lnTo>
                  <a:lnTo>
                    <a:pt x="110591" y="60078"/>
                  </a:lnTo>
                  <a:lnTo>
                    <a:pt x="111513" y="55673"/>
                  </a:lnTo>
                  <a:lnTo>
                    <a:pt x="112353" y="51125"/>
                  </a:lnTo>
                  <a:lnTo>
                    <a:pt x="113109" y="46434"/>
                  </a:lnTo>
                  <a:lnTo>
                    <a:pt x="113109" y="45839"/>
                  </a:lnTo>
                  <a:close/>
                  <a:moveTo>
                    <a:pt x="1785" y="25598"/>
                  </a:moveTo>
                  <a:lnTo>
                    <a:pt x="32742" y="25598"/>
                  </a:lnTo>
                  <a:lnTo>
                    <a:pt x="32742" y="595"/>
                  </a:lnTo>
                  <a:lnTo>
                    <a:pt x="43457" y="595"/>
                  </a:lnTo>
                  <a:lnTo>
                    <a:pt x="43457" y="25598"/>
                  </a:lnTo>
                  <a:lnTo>
                    <a:pt x="72032" y="25598"/>
                  </a:lnTo>
                  <a:lnTo>
                    <a:pt x="72032" y="35718"/>
                  </a:lnTo>
                  <a:lnTo>
                    <a:pt x="43457" y="35718"/>
                  </a:lnTo>
                  <a:lnTo>
                    <a:pt x="43457" y="63103"/>
                  </a:lnTo>
                  <a:lnTo>
                    <a:pt x="32742" y="63103"/>
                  </a:lnTo>
                  <a:lnTo>
                    <a:pt x="32742" y="44648"/>
                  </a:lnTo>
                  <a:lnTo>
                    <a:pt x="30682" y="47452"/>
                  </a:lnTo>
                  <a:lnTo>
                    <a:pt x="28551" y="50149"/>
                  </a:lnTo>
                  <a:lnTo>
                    <a:pt x="26348" y="52738"/>
                  </a:lnTo>
                  <a:lnTo>
                    <a:pt x="24074" y="55221"/>
                  </a:lnTo>
                  <a:lnTo>
                    <a:pt x="21728" y="57596"/>
                  </a:lnTo>
                  <a:lnTo>
                    <a:pt x="19311" y="59864"/>
                  </a:lnTo>
                  <a:lnTo>
                    <a:pt x="16823" y="62025"/>
                  </a:lnTo>
                  <a:lnTo>
                    <a:pt x="14263" y="64079"/>
                  </a:lnTo>
                  <a:lnTo>
                    <a:pt x="11632" y="66026"/>
                  </a:lnTo>
                  <a:lnTo>
                    <a:pt x="8929" y="67865"/>
                  </a:lnTo>
                  <a:lnTo>
                    <a:pt x="1190" y="58340"/>
                  </a:lnTo>
                  <a:lnTo>
                    <a:pt x="4131" y="56721"/>
                  </a:lnTo>
                  <a:lnTo>
                    <a:pt x="7000" y="54959"/>
                  </a:lnTo>
                  <a:lnTo>
                    <a:pt x="9798" y="53054"/>
                  </a:lnTo>
                  <a:lnTo>
                    <a:pt x="12525" y="51006"/>
                  </a:lnTo>
                  <a:lnTo>
                    <a:pt x="15180" y="48815"/>
                  </a:lnTo>
                  <a:lnTo>
                    <a:pt x="17764" y="46482"/>
                  </a:lnTo>
                  <a:lnTo>
                    <a:pt x="20276" y="44005"/>
                  </a:lnTo>
                  <a:lnTo>
                    <a:pt x="22717" y="41386"/>
                  </a:lnTo>
                  <a:lnTo>
                    <a:pt x="25086" y="38623"/>
                  </a:lnTo>
                  <a:lnTo>
                    <a:pt x="27384" y="35718"/>
                  </a:lnTo>
                  <a:lnTo>
                    <a:pt x="1785" y="35718"/>
                  </a:lnTo>
                  <a:close/>
                  <a:moveTo>
                    <a:pt x="16073" y="2976"/>
                  </a:moveTo>
                  <a:lnTo>
                    <a:pt x="17008" y="4423"/>
                  </a:lnTo>
                  <a:lnTo>
                    <a:pt x="17907" y="5905"/>
                  </a:lnTo>
                  <a:lnTo>
                    <a:pt x="18770" y="7423"/>
                  </a:lnTo>
                  <a:lnTo>
                    <a:pt x="19597" y="8977"/>
                  </a:lnTo>
                  <a:lnTo>
                    <a:pt x="20389" y="10566"/>
                  </a:lnTo>
                  <a:lnTo>
                    <a:pt x="21145" y="12192"/>
                  </a:lnTo>
                  <a:lnTo>
                    <a:pt x="21865" y="13852"/>
                  </a:lnTo>
                  <a:lnTo>
                    <a:pt x="22550" y="15549"/>
                  </a:lnTo>
                  <a:lnTo>
                    <a:pt x="23199" y="17281"/>
                  </a:lnTo>
                  <a:lnTo>
                    <a:pt x="23812" y="19050"/>
                  </a:lnTo>
                  <a:lnTo>
                    <a:pt x="14287" y="23812"/>
                  </a:lnTo>
                  <a:lnTo>
                    <a:pt x="13680" y="22038"/>
                  </a:lnTo>
                  <a:lnTo>
                    <a:pt x="13049" y="20288"/>
                  </a:lnTo>
                  <a:lnTo>
                    <a:pt x="12394" y="18561"/>
                  </a:lnTo>
                  <a:lnTo>
                    <a:pt x="11715" y="16859"/>
                  </a:lnTo>
                  <a:lnTo>
                    <a:pt x="11013" y="15180"/>
                  </a:lnTo>
                  <a:lnTo>
                    <a:pt x="10287" y="13525"/>
                  </a:lnTo>
                  <a:lnTo>
                    <a:pt x="9536" y="11894"/>
                  </a:lnTo>
                  <a:lnTo>
                    <a:pt x="8763" y="10287"/>
                  </a:lnTo>
                  <a:lnTo>
                    <a:pt x="7965" y="8703"/>
                  </a:lnTo>
                  <a:lnTo>
                    <a:pt x="7143" y="7143"/>
                  </a:lnTo>
                  <a:close/>
                  <a:moveTo>
                    <a:pt x="60126" y="2976"/>
                  </a:moveTo>
                  <a:lnTo>
                    <a:pt x="69056" y="7143"/>
                  </a:lnTo>
                  <a:lnTo>
                    <a:pt x="67978" y="9120"/>
                  </a:lnTo>
                  <a:lnTo>
                    <a:pt x="66889" y="11001"/>
                  </a:lnTo>
                  <a:lnTo>
                    <a:pt x="65787" y="12787"/>
                  </a:lnTo>
                  <a:lnTo>
                    <a:pt x="64674" y="14478"/>
                  </a:lnTo>
                  <a:lnTo>
                    <a:pt x="63549" y="16073"/>
                  </a:lnTo>
                  <a:lnTo>
                    <a:pt x="62412" y="17573"/>
                  </a:lnTo>
                  <a:lnTo>
                    <a:pt x="61263" y="18978"/>
                  </a:lnTo>
                  <a:lnTo>
                    <a:pt x="60102" y="20288"/>
                  </a:lnTo>
                  <a:lnTo>
                    <a:pt x="58929" y="21502"/>
                  </a:lnTo>
                  <a:lnTo>
                    <a:pt x="57745" y="22621"/>
                  </a:lnTo>
                  <a:lnTo>
                    <a:pt x="50006" y="15478"/>
                  </a:lnTo>
                  <a:lnTo>
                    <a:pt x="51179" y="14388"/>
                  </a:lnTo>
                  <a:lnTo>
                    <a:pt x="52316" y="13263"/>
                  </a:lnTo>
                  <a:lnTo>
                    <a:pt x="53417" y="12102"/>
                  </a:lnTo>
                  <a:lnTo>
                    <a:pt x="54483" y="10906"/>
                  </a:lnTo>
                  <a:lnTo>
                    <a:pt x="55512" y="9673"/>
                  </a:lnTo>
                  <a:lnTo>
                    <a:pt x="56507" y="8405"/>
                  </a:lnTo>
                  <a:lnTo>
                    <a:pt x="57465" y="7102"/>
                  </a:lnTo>
                  <a:lnTo>
                    <a:pt x="58388" y="5762"/>
                  </a:lnTo>
                  <a:lnTo>
                    <a:pt x="59275" y="4387"/>
                  </a:lnTo>
                  <a:close/>
                  <a:moveTo>
                    <a:pt x="55959" y="41076"/>
                  </a:moveTo>
                  <a:lnTo>
                    <a:pt x="57245" y="42511"/>
                  </a:lnTo>
                  <a:lnTo>
                    <a:pt x="58483" y="43957"/>
                  </a:lnTo>
                  <a:lnTo>
                    <a:pt x="59674" y="45416"/>
                  </a:lnTo>
                  <a:lnTo>
                    <a:pt x="60817" y="46886"/>
                  </a:lnTo>
                  <a:lnTo>
                    <a:pt x="61912" y="48369"/>
                  </a:lnTo>
                  <a:lnTo>
                    <a:pt x="62960" y="49863"/>
                  </a:lnTo>
                  <a:lnTo>
                    <a:pt x="63960" y="51369"/>
                  </a:lnTo>
                  <a:lnTo>
                    <a:pt x="64912" y="52887"/>
                  </a:lnTo>
                  <a:lnTo>
                    <a:pt x="65817" y="54417"/>
                  </a:lnTo>
                  <a:lnTo>
                    <a:pt x="66675" y="55959"/>
                  </a:lnTo>
                  <a:lnTo>
                    <a:pt x="57745" y="61317"/>
                  </a:lnTo>
                  <a:lnTo>
                    <a:pt x="57001" y="59662"/>
                  </a:lnTo>
                  <a:lnTo>
                    <a:pt x="56197" y="58031"/>
                  </a:lnTo>
                  <a:lnTo>
                    <a:pt x="55334" y="56423"/>
                  </a:lnTo>
                  <a:lnTo>
                    <a:pt x="54411" y="54840"/>
                  </a:lnTo>
                  <a:lnTo>
                    <a:pt x="53429" y="53280"/>
                  </a:lnTo>
                  <a:lnTo>
                    <a:pt x="52387" y="51744"/>
                  </a:lnTo>
                  <a:lnTo>
                    <a:pt x="51286" y="50232"/>
                  </a:lnTo>
                  <a:lnTo>
                    <a:pt x="50125" y="48744"/>
                  </a:lnTo>
                  <a:lnTo>
                    <a:pt x="48904" y="47279"/>
                  </a:lnTo>
                  <a:lnTo>
                    <a:pt x="47625" y="45839"/>
                  </a:lnTo>
                  <a:close/>
                  <a:moveTo>
                    <a:pt x="1190" y="75604"/>
                  </a:moveTo>
                  <a:lnTo>
                    <a:pt x="24407" y="75604"/>
                  </a:lnTo>
                  <a:lnTo>
                    <a:pt x="24878" y="74652"/>
                  </a:lnTo>
                  <a:lnTo>
                    <a:pt x="25336" y="73699"/>
                  </a:lnTo>
                  <a:lnTo>
                    <a:pt x="25782" y="72747"/>
                  </a:lnTo>
                  <a:lnTo>
                    <a:pt x="26217" y="71794"/>
                  </a:lnTo>
                  <a:lnTo>
                    <a:pt x="26640" y="70842"/>
                  </a:lnTo>
                  <a:lnTo>
                    <a:pt x="27051" y="69889"/>
                  </a:lnTo>
                  <a:lnTo>
                    <a:pt x="27449" y="68937"/>
                  </a:lnTo>
                  <a:lnTo>
                    <a:pt x="27836" y="67984"/>
                  </a:lnTo>
                  <a:lnTo>
                    <a:pt x="28211" y="67032"/>
                  </a:lnTo>
                  <a:lnTo>
                    <a:pt x="28575" y="66079"/>
                  </a:lnTo>
                  <a:lnTo>
                    <a:pt x="39885" y="67270"/>
                  </a:lnTo>
                  <a:lnTo>
                    <a:pt x="36314" y="75604"/>
                  </a:lnTo>
                  <a:lnTo>
                    <a:pt x="63103" y="75604"/>
                  </a:lnTo>
                  <a:lnTo>
                    <a:pt x="63103" y="85725"/>
                  </a:lnTo>
                  <a:lnTo>
                    <a:pt x="61644" y="88773"/>
                  </a:lnTo>
                  <a:lnTo>
                    <a:pt x="60126" y="91725"/>
                  </a:lnTo>
                  <a:lnTo>
                    <a:pt x="58548" y="94583"/>
                  </a:lnTo>
                  <a:lnTo>
                    <a:pt x="56911" y="97345"/>
                  </a:lnTo>
                  <a:lnTo>
                    <a:pt x="55215" y="100012"/>
                  </a:lnTo>
                  <a:lnTo>
                    <a:pt x="53459" y="102584"/>
                  </a:lnTo>
                  <a:lnTo>
                    <a:pt x="51643" y="105060"/>
                  </a:lnTo>
                  <a:lnTo>
                    <a:pt x="49768" y="107442"/>
                  </a:lnTo>
                  <a:lnTo>
                    <a:pt x="47833" y="109728"/>
                  </a:lnTo>
                  <a:lnTo>
                    <a:pt x="45839" y="111918"/>
                  </a:lnTo>
                  <a:lnTo>
                    <a:pt x="47845" y="113103"/>
                  </a:lnTo>
                  <a:lnTo>
                    <a:pt x="49815" y="114276"/>
                  </a:lnTo>
                  <a:lnTo>
                    <a:pt x="51750" y="115437"/>
                  </a:lnTo>
                  <a:lnTo>
                    <a:pt x="53649" y="116586"/>
                  </a:lnTo>
                  <a:lnTo>
                    <a:pt x="55512" y="117723"/>
                  </a:lnTo>
                  <a:lnTo>
                    <a:pt x="57340" y="118848"/>
                  </a:lnTo>
                  <a:lnTo>
                    <a:pt x="59132" y="119961"/>
                  </a:lnTo>
                  <a:lnTo>
                    <a:pt x="60888" y="121062"/>
                  </a:lnTo>
                  <a:lnTo>
                    <a:pt x="62609" y="122152"/>
                  </a:lnTo>
                  <a:lnTo>
                    <a:pt x="64293" y="123229"/>
                  </a:lnTo>
                  <a:lnTo>
                    <a:pt x="57150" y="133945"/>
                  </a:lnTo>
                  <a:lnTo>
                    <a:pt x="55554" y="132629"/>
                  </a:lnTo>
                  <a:lnTo>
                    <a:pt x="53863" y="131302"/>
                  </a:lnTo>
                  <a:lnTo>
                    <a:pt x="52077" y="129962"/>
                  </a:lnTo>
                  <a:lnTo>
                    <a:pt x="50196" y="128611"/>
                  </a:lnTo>
                  <a:lnTo>
                    <a:pt x="48220" y="127248"/>
                  </a:lnTo>
                  <a:lnTo>
                    <a:pt x="46148" y="125872"/>
                  </a:lnTo>
                  <a:lnTo>
                    <a:pt x="43981" y="124485"/>
                  </a:lnTo>
                  <a:lnTo>
                    <a:pt x="41719" y="123086"/>
                  </a:lnTo>
                  <a:lnTo>
                    <a:pt x="39362" y="121675"/>
                  </a:lnTo>
                  <a:lnTo>
                    <a:pt x="36909" y="120253"/>
                  </a:lnTo>
                  <a:lnTo>
                    <a:pt x="34325" y="122354"/>
                  </a:lnTo>
                  <a:lnTo>
                    <a:pt x="31575" y="124372"/>
                  </a:lnTo>
                  <a:lnTo>
                    <a:pt x="28658" y="126307"/>
                  </a:lnTo>
                  <a:lnTo>
                    <a:pt x="25574" y="128158"/>
                  </a:lnTo>
                  <a:lnTo>
                    <a:pt x="22324" y="129926"/>
                  </a:lnTo>
                  <a:lnTo>
                    <a:pt x="18907" y="131611"/>
                  </a:lnTo>
                  <a:lnTo>
                    <a:pt x="15323" y="133213"/>
                  </a:lnTo>
                  <a:lnTo>
                    <a:pt x="11572" y="134731"/>
                  </a:lnTo>
                  <a:lnTo>
                    <a:pt x="7655" y="136165"/>
                  </a:lnTo>
                  <a:lnTo>
                    <a:pt x="3571" y="137517"/>
                  </a:lnTo>
                  <a:lnTo>
                    <a:pt x="0" y="127396"/>
                  </a:lnTo>
                  <a:lnTo>
                    <a:pt x="3053" y="126414"/>
                  </a:lnTo>
                  <a:lnTo>
                    <a:pt x="6024" y="125372"/>
                  </a:lnTo>
                  <a:lnTo>
                    <a:pt x="8911" y="124271"/>
                  </a:lnTo>
                  <a:lnTo>
                    <a:pt x="11715" y="123110"/>
                  </a:lnTo>
                  <a:lnTo>
                    <a:pt x="14436" y="121890"/>
                  </a:lnTo>
                  <a:lnTo>
                    <a:pt x="17073" y="120610"/>
                  </a:lnTo>
                  <a:lnTo>
                    <a:pt x="19627" y="119270"/>
                  </a:lnTo>
                  <a:lnTo>
                    <a:pt x="22098" y="117871"/>
                  </a:lnTo>
                  <a:lnTo>
                    <a:pt x="24485" y="116413"/>
                  </a:lnTo>
                  <a:lnTo>
                    <a:pt x="26789" y="114895"/>
                  </a:lnTo>
                  <a:lnTo>
                    <a:pt x="24866" y="113823"/>
                  </a:lnTo>
                  <a:lnTo>
                    <a:pt x="22907" y="112752"/>
                  </a:lnTo>
                  <a:lnTo>
                    <a:pt x="20913" y="111680"/>
                  </a:lnTo>
                  <a:lnTo>
                    <a:pt x="18883" y="110609"/>
                  </a:lnTo>
                  <a:lnTo>
                    <a:pt x="16817" y="109537"/>
                  </a:lnTo>
                  <a:lnTo>
                    <a:pt x="14716" y="108465"/>
                  </a:lnTo>
                  <a:lnTo>
                    <a:pt x="12578" y="107394"/>
                  </a:lnTo>
                  <a:lnTo>
                    <a:pt x="10406" y="106322"/>
                  </a:lnTo>
                  <a:lnTo>
                    <a:pt x="8197" y="105251"/>
                  </a:lnTo>
                  <a:lnTo>
                    <a:pt x="5953" y="104179"/>
                  </a:lnTo>
                  <a:lnTo>
                    <a:pt x="7364" y="102280"/>
                  </a:lnTo>
                  <a:lnTo>
                    <a:pt x="8739" y="100393"/>
                  </a:lnTo>
                  <a:lnTo>
                    <a:pt x="10078" y="98518"/>
                  </a:lnTo>
                  <a:lnTo>
                    <a:pt x="11382" y="96654"/>
                  </a:lnTo>
                  <a:lnTo>
                    <a:pt x="12650" y="94803"/>
                  </a:lnTo>
                  <a:lnTo>
                    <a:pt x="13882" y="92964"/>
                  </a:lnTo>
                  <a:lnTo>
                    <a:pt x="15079" y="91136"/>
                  </a:lnTo>
                  <a:lnTo>
                    <a:pt x="16240" y="89320"/>
                  </a:lnTo>
                  <a:lnTo>
                    <a:pt x="17365" y="87516"/>
                  </a:lnTo>
                  <a:lnTo>
                    <a:pt x="18454" y="85725"/>
                  </a:lnTo>
                  <a:lnTo>
                    <a:pt x="1190" y="85725"/>
                  </a:lnTo>
                  <a:close/>
                  <a:moveTo>
                    <a:pt x="30956" y="85725"/>
                  </a:moveTo>
                  <a:lnTo>
                    <a:pt x="30116" y="87254"/>
                  </a:lnTo>
                  <a:lnTo>
                    <a:pt x="29265" y="88749"/>
                  </a:lnTo>
                  <a:lnTo>
                    <a:pt x="28402" y="90207"/>
                  </a:lnTo>
                  <a:lnTo>
                    <a:pt x="27527" y="91630"/>
                  </a:lnTo>
                  <a:lnTo>
                    <a:pt x="26640" y="93017"/>
                  </a:lnTo>
                  <a:lnTo>
                    <a:pt x="25741" y="94368"/>
                  </a:lnTo>
                  <a:lnTo>
                    <a:pt x="24830" y="95684"/>
                  </a:lnTo>
                  <a:lnTo>
                    <a:pt x="23907" y="96964"/>
                  </a:lnTo>
                  <a:lnTo>
                    <a:pt x="22973" y="98208"/>
                  </a:lnTo>
                  <a:lnTo>
                    <a:pt x="22026" y="99417"/>
                  </a:lnTo>
                  <a:lnTo>
                    <a:pt x="36314" y="106560"/>
                  </a:lnTo>
                  <a:lnTo>
                    <a:pt x="38064" y="104638"/>
                  </a:lnTo>
                  <a:lnTo>
                    <a:pt x="39743" y="102679"/>
                  </a:lnTo>
                  <a:lnTo>
                    <a:pt x="41350" y="100685"/>
                  </a:lnTo>
                  <a:lnTo>
                    <a:pt x="42886" y="98655"/>
                  </a:lnTo>
                  <a:lnTo>
                    <a:pt x="44350" y="96589"/>
                  </a:lnTo>
                  <a:lnTo>
                    <a:pt x="45743" y="94488"/>
                  </a:lnTo>
                  <a:lnTo>
                    <a:pt x="47065" y="92350"/>
                  </a:lnTo>
                  <a:lnTo>
                    <a:pt x="48315" y="90177"/>
                  </a:lnTo>
                  <a:lnTo>
                    <a:pt x="49494" y="87969"/>
                  </a:lnTo>
                  <a:lnTo>
                    <a:pt x="50601" y="857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57535" y="4015849"/>
              <a:ext cx="136921" cy="140493"/>
            </a:xfrm>
            <a:custGeom>
              <a:avLst/>
              <a:pathLst>
                <a:path w="136921" h="140493">
                  <a:moveTo>
                    <a:pt x="54173" y="88701"/>
                  </a:moveTo>
                  <a:lnTo>
                    <a:pt x="64889" y="86915"/>
                  </a:lnTo>
                  <a:lnTo>
                    <a:pt x="74414" y="104179"/>
                  </a:lnTo>
                  <a:lnTo>
                    <a:pt x="120848" y="104179"/>
                  </a:lnTo>
                  <a:lnTo>
                    <a:pt x="122580" y="104209"/>
                  </a:lnTo>
                  <a:lnTo>
                    <a:pt x="124206" y="104298"/>
                  </a:lnTo>
                  <a:lnTo>
                    <a:pt x="125724" y="104447"/>
                  </a:lnTo>
                  <a:lnTo>
                    <a:pt x="127134" y="104655"/>
                  </a:lnTo>
                  <a:lnTo>
                    <a:pt x="128438" y="104923"/>
                  </a:lnTo>
                  <a:lnTo>
                    <a:pt x="129635" y="105251"/>
                  </a:lnTo>
                  <a:lnTo>
                    <a:pt x="130724" y="105638"/>
                  </a:lnTo>
                  <a:lnTo>
                    <a:pt x="131706" y="106084"/>
                  </a:lnTo>
                  <a:lnTo>
                    <a:pt x="132582" y="106590"/>
                  </a:lnTo>
                  <a:lnTo>
                    <a:pt x="133350" y="107156"/>
                  </a:lnTo>
                  <a:lnTo>
                    <a:pt x="134028" y="107793"/>
                  </a:lnTo>
                  <a:lnTo>
                    <a:pt x="134635" y="108513"/>
                  </a:lnTo>
                  <a:lnTo>
                    <a:pt x="135171" y="109317"/>
                  </a:lnTo>
                  <a:lnTo>
                    <a:pt x="135636" y="110204"/>
                  </a:lnTo>
                  <a:lnTo>
                    <a:pt x="136028" y="111174"/>
                  </a:lnTo>
                  <a:lnTo>
                    <a:pt x="136350" y="112228"/>
                  </a:lnTo>
                  <a:lnTo>
                    <a:pt x="136600" y="113365"/>
                  </a:lnTo>
                  <a:lnTo>
                    <a:pt x="136779" y="114585"/>
                  </a:lnTo>
                  <a:lnTo>
                    <a:pt x="136886" y="115889"/>
                  </a:lnTo>
                  <a:lnTo>
                    <a:pt x="136921" y="117276"/>
                  </a:lnTo>
                  <a:lnTo>
                    <a:pt x="136904" y="118931"/>
                  </a:lnTo>
                  <a:lnTo>
                    <a:pt x="136850" y="120562"/>
                  </a:lnTo>
                  <a:lnTo>
                    <a:pt x="136761" y="122170"/>
                  </a:lnTo>
                  <a:lnTo>
                    <a:pt x="136636" y="123753"/>
                  </a:lnTo>
                  <a:lnTo>
                    <a:pt x="136475" y="125313"/>
                  </a:lnTo>
                  <a:lnTo>
                    <a:pt x="136278" y="126849"/>
                  </a:lnTo>
                  <a:lnTo>
                    <a:pt x="136046" y="128361"/>
                  </a:lnTo>
                  <a:lnTo>
                    <a:pt x="135778" y="129849"/>
                  </a:lnTo>
                  <a:lnTo>
                    <a:pt x="135475" y="131314"/>
                  </a:lnTo>
                  <a:lnTo>
                    <a:pt x="135135" y="132754"/>
                  </a:lnTo>
                  <a:lnTo>
                    <a:pt x="122634" y="135135"/>
                  </a:lnTo>
                  <a:lnTo>
                    <a:pt x="123086" y="133582"/>
                  </a:lnTo>
                  <a:lnTo>
                    <a:pt x="123491" y="132016"/>
                  </a:lnTo>
                  <a:lnTo>
                    <a:pt x="123848" y="130438"/>
                  </a:lnTo>
                  <a:lnTo>
                    <a:pt x="124158" y="128849"/>
                  </a:lnTo>
                  <a:lnTo>
                    <a:pt x="124420" y="127248"/>
                  </a:lnTo>
                  <a:lnTo>
                    <a:pt x="124634" y="125634"/>
                  </a:lnTo>
                  <a:lnTo>
                    <a:pt x="124801" y="124009"/>
                  </a:lnTo>
                  <a:lnTo>
                    <a:pt x="124920" y="122372"/>
                  </a:lnTo>
                  <a:lnTo>
                    <a:pt x="124991" y="120723"/>
                  </a:lnTo>
                  <a:lnTo>
                    <a:pt x="125015" y="119062"/>
                  </a:lnTo>
                  <a:lnTo>
                    <a:pt x="124944" y="118496"/>
                  </a:lnTo>
                  <a:lnTo>
                    <a:pt x="124729" y="117990"/>
                  </a:lnTo>
                  <a:lnTo>
                    <a:pt x="124372" y="117544"/>
                  </a:lnTo>
                  <a:lnTo>
                    <a:pt x="123872" y="117157"/>
                  </a:lnTo>
                  <a:lnTo>
                    <a:pt x="123229" y="116830"/>
                  </a:lnTo>
                  <a:lnTo>
                    <a:pt x="122443" y="116562"/>
                  </a:lnTo>
                  <a:lnTo>
                    <a:pt x="121515" y="116353"/>
                  </a:lnTo>
                  <a:lnTo>
                    <a:pt x="120443" y="116204"/>
                  </a:lnTo>
                  <a:lnTo>
                    <a:pt x="119229" y="116115"/>
                  </a:lnTo>
                  <a:lnTo>
                    <a:pt x="117871" y="116085"/>
                  </a:lnTo>
                  <a:lnTo>
                    <a:pt x="80367" y="116085"/>
                  </a:lnTo>
                  <a:lnTo>
                    <a:pt x="81200" y="118002"/>
                  </a:lnTo>
                  <a:lnTo>
                    <a:pt x="82034" y="119943"/>
                  </a:lnTo>
                  <a:lnTo>
                    <a:pt x="82867" y="121908"/>
                  </a:lnTo>
                  <a:lnTo>
                    <a:pt x="83700" y="123896"/>
                  </a:lnTo>
                  <a:lnTo>
                    <a:pt x="84534" y="125908"/>
                  </a:lnTo>
                  <a:lnTo>
                    <a:pt x="85367" y="127944"/>
                  </a:lnTo>
                  <a:lnTo>
                    <a:pt x="86201" y="130004"/>
                  </a:lnTo>
                  <a:lnTo>
                    <a:pt x="87034" y="132087"/>
                  </a:lnTo>
                  <a:lnTo>
                    <a:pt x="87868" y="134195"/>
                  </a:lnTo>
                  <a:lnTo>
                    <a:pt x="88701" y="136326"/>
                  </a:lnTo>
                  <a:lnTo>
                    <a:pt x="76200" y="140493"/>
                  </a:lnTo>
                  <a:lnTo>
                    <a:pt x="75247" y="137892"/>
                  </a:lnTo>
                  <a:lnTo>
                    <a:pt x="74295" y="135326"/>
                  </a:lnTo>
                  <a:lnTo>
                    <a:pt x="73342" y="132796"/>
                  </a:lnTo>
                  <a:lnTo>
                    <a:pt x="72390" y="130302"/>
                  </a:lnTo>
                  <a:lnTo>
                    <a:pt x="71437" y="127843"/>
                  </a:lnTo>
                  <a:lnTo>
                    <a:pt x="70485" y="125420"/>
                  </a:lnTo>
                  <a:lnTo>
                    <a:pt x="69532" y="123033"/>
                  </a:lnTo>
                  <a:lnTo>
                    <a:pt x="68580" y="120681"/>
                  </a:lnTo>
                  <a:lnTo>
                    <a:pt x="67627" y="118365"/>
                  </a:lnTo>
                  <a:lnTo>
                    <a:pt x="66675" y="116085"/>
                  </a:lnTo>
                  <a:lnTo>
                    <a:pt x="36314" y="116085"/>
                  </a:lnTo>
                  <a:lnTo>
                    <a:pt x="36314" y="135731"/>
                  </a:lnTo>
                  <a:lnTo>
                    <a:pt x="25003" y="135731"/>
                  </a:lnTo>
                  <a:lnTo>
                    <a:pt x="25003" y="116085"/>
                  </a:lnTo>
                  <a:lnTo>
                    <a:pt x="0" y="116085"/>
                  </a:lnTo>
                  <a:lnTo>
                    <a:pt x="0" y="104179"/>
                  </a:lnTo>
                  <a:lnTo>
                    <a:pt x="25003" y="104179"/>
                  </a:lnTo>
                  <a:lnTo>
                    <a:pt x="25003" y="87510"/>
                  </a:lnTo>
                  <a:lnTo>
                    <a:pt x="36314" y="87510"/>
                  </a:lnTo>
                  <a:lnTo>
                    <a:pt x="36314" y="104179"/>
                  </a:lnTo>
                  <a:lnTo>
                    <a:pt x="61912" y="104179"/>
                  </a:lnTo>
                  <a:lnTo>
                    <a:pt x="61085" y="102631"/>
                  </a:lnTo>
                  <a:lnTo>
                    <a:pt x="60269" y="101084"/>
                  </a:lnTo>
                  <a:lnTo>
                    <a:pt x="59465" y="99536"/>
                  </a:lnTo>
                  <a:lnTo>
                    <a:pt x="58674" y="97988"/>
                  </a:lnTo>
                  <a:lnTo>
                    <a:pt x="57894" y="96440"/>
                  </a:lnTo>
                  <a:lnTo>
                    <a:pt x="57126" y="94892"/>
                  </a:lnTo>
                  <a:lnTo>
                    <a:pt x="56370" y="93345"/>
                  </a:lnTo>
                  <a:lnTo>
                    <a:pt x="55626" y="91797"/>
                  </a:lnTo>
                  <a:lnTo>
                    <a:pt x="54893" y="90249"/>
                  </a:lnTo>
                  <a:close/>
                  <a:moveTo>
                    <a:pt x="4167" y="76199"/>
                  </a:moveTo>
                  <a:lnTo>
                    <a:pt x="4167" y="12501"/>
                  </a:lnTo>
                  <a:lnTo>
                    <a:pt x="43457" y="12501"/>
                  </a:lnTo>
                  <a:lnTo>
                    <a:pt x="43457" y="76199"/>
                  </a:lnTo>
                  <a:close/>
                  <a:moveTo>
                    <a:pt x="32742" y="65484"/>
                  </a:moveTo>
                  <a:lnTo>
                    <a:pt x="32742" y="23812"/>
                  </a:lnTo>
                  <a:lnTo>
                    <a:pt x="14882" y="23812"/>
                  </a:lnTo>
                  <a:lnTo>
                    <a:pt x="14882" y="65484"/>
                  </a:lnTo>
                  <a:close/>
                  <a:moveTo>
                    <a:pt x="53578" y="8334"/>
                  </a:moveTo>
                  <a:lnTo>
                    <a:pt x="108346" y="8334"/>
                  </a:lnTo>
                  <a:lnTo>
                    <a:pt x="108346" y="19645"/>
                  </a:lnTo>
                  <a:lnTo>
                    <a:pt x="64293" y="19645"/>
                  </a:lnTo>
                  <a:lnTo>
                    <a:pt x="64293" y="69651"/>
                  </a:lnTo>
                  <a:lnTo>
                    <a:pt x="108942" y="69651"/>
                  </a:lnTo>
                  <a:lnTo>
                    <a:pt x="108942" y="81557"/>
                  </a:lnTo>
                  <a:lnTo>
                    <a:pt x="53578" y="81557"/>
                  </a:lnTo>
                  <a:close/>
                  <a:moveTo>
                    <a:pt x="72628" y="51792"/>
                  </a:moveTo>
                  <a:lnTo>
                    <a:pt x="72628" y="39290"/>
                  </a:lnTo>
                  <a:lnTo>
                    <a:pt x="76479" y="39296"/>
                  </a:lnTo>
                  <a:lnTo>
                    <a:pt x="79938" y="39314"/>
                  </a:lnTo>
                  <a:lnTo>
                    <a:pt x="83004" y="39344"/>
                  </a:lnTo>
                  <a:lnTo>
                    <a:pt x="85677" y="39385"/>
                  </a:lnTo>
                  <a:lnTo>
                    <a:pt x="87957" y="39439"/>
                  </a:lnTo>
                  <a:lnTo>
                    <a:pt x="89844" y="39504"/>
                  </a:lnTo>
                  <a:lnTo>
                    <a:pt x="91338" y="39582"/>
                  </a:lnTo>
                  <a:lnTo>
                    <a:pt x="92440" y="39671"/>
                  </a:lnTo>
                  <a:lnTo>
                    <a:pt x="93148" y="39772"/>
                  </a:lnTo>
                  <a:lnTo>
                    <a:pt x="93464" y="39885"/>
                  </a:lnTo>
                  <a:lnTo>
                    <a:pt x="99577" y="40338"/>
                  </a:lnTo>
                  <a:lnTo>
                    <a:pt x="105298" y="41695"/>
                  </a:lnTo>
                  <a:lnTo>
                    <a:pt x="110626" y="43957"/>
                  </a:lnTo>
                  <a:lnTo>
                    <a:pt x="115562" y="47124"/>
                  </a:lnTo>
                  <a:lnTo>
                    <a:pt x="120104" y="51196"/>
                  </a:lnTo>
                  <a:lnTo>
                    <a:pt x="124253" y="56173"/>
                  </a:lnTo>
                  <a:lnTo>
                    <a:pt x="128010" y="62055"/>
                  </a:lnTo>
                  <a:lnTo>
                    <a:pt x="131373" y="68841"/>
                  </a:lnTo>
                  <a:lnTo>
                    <a:pt x="134344" y="76533"/>
                  </a:lnTo>
                  <a:lnTo>
                    <a:pt x="136921" y="85129"/>
                  </a:lnTo>
                  <a:lnTo>
                    <a:pt x="126801" y="92868"/>
                  </a:lnTo>
                  <a:lnTo>
                    <a:pt x="125950" y="89389"/>
                  </a:lnTo>
                  <a:lnTo>
                    <a:pt x="125063" y="86094"/>
                  </a:lnTo>
                  <a:lnTo>
                    <a:pt x="124140" y="82983"/>
                  </a:lnTo>
                  <a:lnTo>
                    <a:pt x="123182" y="80057"/>
                  </a:lnTo>
                  <a:lnTo>
                    <a:pt x="122187" y="77316"/>
                  </a:lnTo>
                  <a:lnTo>
                    <a:pt x="121158" y="74759"/>
                  </a:lnTo>
                  <a:lnTo>
                    <a:pt x="120092" y="72387"/>
                  </a:lnTo>
                  <a:lnTo>
                    <a:pt x="118991" y="70199"/>
                  </a:lnTo>
                  <a:lnTo>
                    <a:pt x="117854" y="68196"/>
                  </a:lnTo>
                  <a:lnTo>
                    <a:pt x="116681" y="66377"/>
                  </a:lnTo>
                  <a:lnTo>
                    <a:pt x="115481" y="64707"/>
                  </a:lnTo>
                  <a:lnTo>
                    <a:pt x="114264" y="63150"/>
                  </a:lnTo>
                  <a:lnTo>
                    <a:pt x="113029" y="61707"/>
                  </a:lnTo>
                  <a:lnTo>
                    <a:pt x="111775" y="60376"/>
                  </a:lnTo>
                  <a:lnTo>
                    <a:pt x="110504" y="59159"/>
                  </a:lnTo>
                  <a:lnTo>
                    <a:pt x="109216" y="58054"/>
                  </a:lnTo>
                  <a:lnTo>
                    <a:pt x="107909" y="57063"/>
                  </a:lnTo>
                  <a:lnTo>
                    <a:pt x="106584" y="56185"/>
                  </a:lnTo>
                  <a:lnTo>
                    <a:pt x="105242" y="55420"/>
                  </a:lnTo>
                  <a:lnTo>
                    <a:pt x="103882" y="54768"/>
                  </a:lnTo>
                  <a:lnTo>
                    <a:pt x="102337" y="54203"/>
                  </a:lnTo>
                  <a:lnTo>
                    <a:pt x="100441" y="53697"/>
                  </a:lnTo>
                  <a:lnTo>
                    <a:pt x="98193" y="53250"/>
                  </a:lnTo>
                  <a:lnTo>
                    <a:pt x="95595" y="52863"/>
                  </a:lnTo>
                  <a:lnTo>
                    <a:pt x="92645" y="52536"/>
                  </a:lnTo>
                  <a:lnTo>
                    <a:pt x="89344" y="52268"/>
                  </a:lnTo>
                  <a:lnTo>
                    <a:pt x="85692" y="52060"/>
                  </a:lnTo>
                  <a:lnTo>
                    <a:pt x="81688" y="51911"/>
                  </a:lnTo>
                  <a:lnTo>
                    <a:pt x="77334" y="51821"/>
                  </a:lnTo>
                  <a:close/>
                  <a:moveTo>
                    <a:pt x="107156" y="29765"/>
                  </a:moveTo>
                  <a:lnTo>
                    <a:pt x="108971" y="26789"/>
                  </a:lnTo>
                  <a:lnTo>
                    <a:pt x="110847" y="23812"/>
                  </a:lnTo>
                  <a:lnTo>
                    <a:pt x="112781" y="20835"/>
                  </a:lnTo>
                  <a:lnTo>
                    <a:pt x="114776" y="17859"/>
                  </a:lnTo>
                  <a:lnTo>
                    <a:pt x="116830" y="14882"/>
                  </a:lnTo>
                  <a:lnTo>
                    <a:pt x="118943" y="11906"/>
                  </a:lnTo>
                  <a:lnTo>
                    <a:pt x="121116" y="8929"/>
                  </a:lnTo>
                  <a:lnTo>
                    <a:pt x="123348" y="5953"/>
                  </a:lnTo>
                  <a:lnTo>
                    <a:pt x="125640" y="2976"/>
                  </a:lnTo>
                  <a:lnTo>
                    <a:pt x="127992" y="0"/>
                  </a:lnTo>
                  <a:lnTo>
                    <a:pt x="136921" y="8929"/>
                  </a:lnTo>
                  <a:lnTo>
                    <a:pt x="134540" y="11477"/>
                  </a:lnTo>
                  <a:lnTo>
                    <a:pt x="132159" y="14120"/>
                  </a:lnTo>
                  <a:lnTo>
                    <a:pt x="129778" y="16859"/>
                  </a:lnTo>
                  <a:lnTo>
                    <a:pt x="127396" y="19692"/>
                  </a:lnTo>
                  <a:lnTo>
                    <a:pt x="125015" y="22621"/>
                  </a:lnTo>
                  <a:lnTo>
                    <a:pt x="122634" y="25646"/>
                  </a:lnTo>
                  <a:lnTo>
                    <a:pt x="120253" y="28765"/>
                  </a:lnTo>
                  <a:lnTo>
                    <a:pt x="117871" y="31980"/>
                  </a:lnTo>
                  <a:lnTo>
                    <a:pt x="115490" y="35290"/>
                  </a:lnTo>
                  <a:lnTo>
                    <a:pt x="113109" y="386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57535" y="3862259"/>
              <a:ext cx="138112" cy="138707"/>
            </a:xfrm>
            <a:custGeom>
              <a:avLst/>
              <a:pathLst>
                <a:path w="138112" h="138707">
                  <a:moveTo>
                    <a:pt x="4762" y="108346"/>
                  </a:moveTo>
                  <a:lnTo>
                    <a:pt x="7143" y="97035"/>
                  </a:lnTo>
                  <a:lnTo>
                    <a:pt x="9155" y="97518"/>
                  </a:lnTo>
                  <a:lnTo>
                    <a:pt x="11144" y="98012"/>
                  </a:lnTo>
                  <a:lnTo>
                    <a:pt x="13108" y="98518"/>
                  </a:lnTo>
                  <a:lnTo>
                    <a:pt x="15049" y="99036"/>
                  </a:lnTo>
                  <a:lnTo>
                    <a:pt x="16966" y="99566"/>
                  </a:lnTo>
                  <a:lnTo>
                    <a:pt x="18859" y="100107"/>
                  </a:lnTo>
                  <a:lnTo>
                    <a:pt x="20728" y="100661"/>
                  </a:lnTo>
                  <a:lnTo>
                    <a:pt x="22574" y="101226"/>
                  </a:lnTo>
                  <a:lnTo>
                    <a:pt x="24395" y="101804"/>
                  </a:lnTo>
                  <a:lnTo>
                    <a:pt x="26193" y="102393"/>
                  </a:lnTo>
                  <a:lnTo>
                    <a:pt x="26193" y="73818"/>
                  </a:lnTo>
                  <a:lnTo>
                    <a:pt x="0" y="73818"/>
                  </a:lnTo>
                  <a:lnTo>
                    <a:pt x="0" y="61912"/>
                  </a:lnTo>
                  <a:lnTo>
                    <a:pt x="26193" y="61912"/>
                  </a:lnTo>
                  <a:lnTo>
                    <a:pt x="26193" y="14287"/>
                  </a:lnTo>
                  <a:lnTo>
                    <a:pt x="37504" y="14287"/>
                  </a:lnTo>
                  <a:lnTo>
                    <a:pt x="37504" y="61912"/>
                  </a:lnTo>
                  <a:lnTo>
                    <a:pt x="56554" y="61912"/>
                  </a:lnTo>
                  <a:lnTo>
                    <a:pt x="57745" y="61924"/>
                  </a:lnTo>
                  <a:lnTo>
                    <a:pt x="58935" y="61960"/>
                  </a:lnTo>
                  <a:lnTo>
                    <a:pt x="60126" y="62019"/>
                  </a:lnTo>
                  <a:lnTo>
                    <a:pt x="61317" y="62103"/>
                  </a:lnTo>
                  <a:lnTo>
                    <a:pt x="62507" y="62210"/>
                  </a:lnTo>
                  <a:lnTo>
                    <a:pt x="63698" y="62341"/>
                  </a:lnTo>
                  <a:lnTo>
                    <a:pt x="64889" y="62495"/>
                  </a:lnTo>
                  <a:lnTo>
                    <a:pt x="66079" y="62674"/>
                  </a:lnTo>
                  <a:lnTo>
                    <a:pt x="67270" y="62876"/>
                  </a:lnTo>
                  <a:lnTo>
                    <a:pt x="68460" y="63103"/>
                  </a:lnTo>
                  <a:lnTo>
                    <a:pt x="68460" y="5953"/>
                  </a:lnTo>
                  <a:lnTo>
                    <a:pt x="79771" y="5953"/>
                  </a:lnTo>
                  <a:lnTo>
                    <a:pt x="79771" y="61317"/>
                  </a:lnTo>
                  <a:lnTo>
                    <a:pt x="85903" y="57382"/>
                  </a:lnTo>
                  <a:lnTo>
                    <a:pt x="91678" y="52958"/>
                  </a:lnTo>
                  <a:lnTo>
                    <a:pt x="97095" y="48047"/>
                  </a:lnTo>
                  <a:lnTo>
                    <a:pt x="102155" y="42648"/>
                  </a:lnTo>
                  <a:lnTo>
                    <a:pt x="106858" y="36760"/>
                  </a:lnTo>
                  <a:lnTo>
                    <a:pt x="111204" y="30384"/>
                  </a:lnTo>
                  <a:lnTo>
                    <a:pt x="115192" y="23520"/>
                  </a:lnTo>
                  <a:lnTo>
                    <a:pt x="118824" y="16168"/>
                  </a:lnTo>
                  <a:lnTo>
                    <a:pt x="122098" y="8328"/>
                  </a:lnTo>
                  <a:lnTo>
                    <a:pt x="125015" y="0"/>
                  </a:lnTo>
                  <a:lnTo>
                    <a:pt x="136921" y="7739"/>
                  </a:lnTo>
                  <a:lnTo>
                    <a:pt x="132986" y="16716"/>
                  </a:lnTo>
                  <a:lnTo>
                    <a:pt x="128801" y="25074"/>
                  </a:lnTo>
                  <a:lnTo>
                    <a:pt x="124366" y="32813"/>
                  </a:lnTo>
                  <a:lnTo>
                    <a:pt x="119681" y="39933"/>
                  </a:lnTo>
                  <a:lnTo>
                    <a:pt x="114746" y="46434"/>
                  </a:lnTo>
                  <a:lnTo>
                    <a:pt x="109561" y="52316"/>
                  </a:lnTo>
                  <a:lnTo>
                    <a:pt x="104126" y="57578"/>
                  </a:lnTo>
                  <a:lnTo>
                    <a:pt x="98440" y="62222"/>
                  </a:lnTo>
                  <a:lnTo>
                    <a:pt x="92505" y="66246"/>
                  </a:lnTo>
                  <a:lnTo>
                    <a:pt x="86320" y="69651"/>
                  </a:lnTo>
                  <a:lnTo>
                    <a:pt x="92517" y="73169"/>
                  </a:lnTo>
                  <a:lnTo>
                    <a:pt x="98488" y="77295"/>
                  </a:lnTo>
                  <a:lnTo>
                    <a:pt x="104233" y="82028"/>
                  </a:lnTo>
                  <a:lnTo>
                    <a:pt x="109751" y="87368"/>
                  </a:lnTo>
                  <a:lnTo>
                    <a:pt x="115044" y="93315"/>
                  </a:lnTo>
                  <a:lnTo>
                    <a:pt x="120110" y="99869"/>
                  </a:lnTo>
                  <a:lnTo>
                    <a:pt x="124950" y="107031"/>
                  </a:lnTo>
                  <a:lnTo>
                    <a:pt x="129563" y="114800"/>
                  </a:lnTo>
                  <a:lnTo>
                    <a:pt x="133951" y="123176"/>
                  </a:lnTo>
                  <a:lnTo>
                    <a:pt x="138112" y="132159"/>
                  </a:lnTo>
                  <a:lnTo>
                    <a:pt x="126801" y="138707"/>
                  </a:lnTo>
                  <a:lnTo>
                    <a:pt x="122687" y="129867"/>
                  </a:lnTo>
                  <a:lnTo>
                    <a:pt x="118443" y="121681"/>
                  </a:lnTo>
                  <a:lnTo>
                    <a:pt x="114067" y="114151"/>
                  </a:lnTo>
                  <a:lnTo>
                    <a:pt x="109561" y="107275"/>
                  </a:lnTo>
                  <a:lnTo>
                    <a:pt x="104923" y="101054"/>
                  </a:lnTo>
                  <a:lnTo>
                    <a:pt x="100155" y="95488"/>
                  </a:lnTo>
                  <a:lnTo>
                    <a:pt x="95255" y="90576"/>
                  </a:lnTo>
                  <a:lnTo>
                    <a:pt x="90225" y="86320"/>
                  </a:lnTo>
                  <a:lnTo>
                    <a:pt x="85064" y="82718"/>
                  </a:lnTo>
                  <a:lnTo>
                    <a:pt x="79771" y="79771"/>
                  </a:lnTo>
                  <a:lnTo>
                    <a:pt x="79771" y="132159"/>
                  </a:lnTo>
                  <a:lnTo>
                    <a:pt x="68460" y="132159"/>
                  </a:lnTo>
                  <a:lnTo>
                    <a:pt x="68460" y="75009"/>
                  </a:lnTo>
                  <a:lnTo>
                    <a:pt x="67270" y="74783"/>
                  </a:lnTo>
                  <a:lnTo>
                    <a:pt x="66079" y="74580"/>
                  </a:lnTo>
                  <a:lnTo>
                    <a:pt x="64889" y="74402"/>
                  </a:lnTo>
                  <a:lnTo>
                    <a:pt x="63698" y="74247"/>
                  </a:lnTo>
                  <a:lnTo>
                    <a:pt x="62507" y="74116"/>
                  </a:lnTo>
                  <a:lnTo>
                    <a:pt x="61317" y="74009"/>
                  </a:lnTo>
                  <a:lnTo>
                    <a:pt x="60126" y="73925"/>
                  </a:lnTo>
                  <a:lnTo>
                    <a:pt x="58935" y="73866"/>
                  </a:lnTo>
                  <a:lnTo>
                    <a:pt x="57745" y="73830"/>
                  </a:lnTo>
                  <a:lnTo>
                    <a:pt x="56554" y="73818"/>
                  </a:lnTo>
                  <a:lnTo>
                    <a:pt x="37504" y="73818"/>
                  </a:lnTo>
                  <a:lnTo>
                    <a:pt x="37504" y="107751"/>
                  </a:lnTo>
                  <a:lnTo>
                    <a:pt x="40665" y="109204"/>
                  </a:lnTo>
                  <a:lnTo>
                    <a:pt x="43719" y="110704"/>
                  </a:lnTo>
                  <a:lnTo>
                    <a:pt x="46666" y="112252"/>
                  </a:lnTo>
                  <a:lnTo>
                    <a:pt x="49506" y="113847"/>
                  </a:lnTo>
                  <a:lnTo>
                    <a:pt x="52238" y="115490"/>
                  </a:lnTo>
                  <a:lnTo>
                    <a:pt x="54864" y="117181"/>
                  </a:lnTo>
                  <a:lnTo>
                    <a:pt x="57382" y="118919"/>
                  </a:lnTo>
                  <a:lnTo>
                    <a:pt x="59793" y="120705"/>
                  </a:lnTo>
                  <a:lnTo>
                    <a:pt x="62097" y="122539"/>
                  </a:lnTo>
                  <a:lnTo>
                    <a:pt x="64293" y="124420"/>
                  </a:lnTo>
                  <a:lnTo>
                    <a:pt x="55959" y="133349"/>
                  </a:lnTo>
                  <a:lnTo>
                    <a:pt x="51804" y="129992"/>
                  </a:lnTo>
                  <a:lnTo>
                    <a:pt x="47434" y="126825"/>
                  </a:lnTo>
                  <a:lnTo>
                    <a:pt x="42850" y="123848"/>
                  </a:lnTo>
                  <a:lnTo>
                    <a:pt x="38052" y="121062"/>
                  </a:lnTo>
                  <a:lnTo>
                    <a:pt x="33039" y="118467"/>
                  </a:lnTo>
                  <a:lnTo>
                    <a:pt x="27813" y="116062"/>
                  </a:lnTo>
                  <a:lnTo>
                    <a:pt x="22371" y="113847"/>
                  </a:lnTo>
                  <a:lnTo>
                    <a:pt x="16716" y="111823"/>
                  </a:lnTo>
                  <a:lnTo>
                    <a:pt x="10846" y="1099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57535" y="3712240"/>
              <a:ext cx="136921" cy="138112"/>
            </a:xfrm>
            <a:custGeom>
              <a:avLst/>
              <a:pathLst>
                <a:path w="136921" h="138112">
                  <a:moveTo>
                    <a:pt x="0" y="106560"/>
                  </a:moveTo>
                  <a:lnTo>
                    <a:pt x="3571" y="94654"/>
                  </a:lnTo>
                  <a:lnTo>
                    <a:pt x="6310" y="95619"/>
                  </a:lnTo>
                  <a:lnTo>
                    <a:pt x="9048" y="96607"/>
                  </a:lnTo>
                  <a:lnTo>
                    <a:pt x="11787" y="97619"/>
                  </a:lnTo>
                  <a:lnTo>
                    <a:pt x="14525" y="98655"/>
                  </a:lnTo>
                  <a:lnTo>
                    <a:pt x="17264" y="99714"/>
                  </a:lnTo>
                  <a:lnTo>
                    <a:pt x="20002" y="100798"/>
                  </a:lnTo>
                  <a:lnTo>
                    <a:pt x="22740" y="101905"/>
                  </a:lnTo>
                  <a:lnTo>
                    <a:pt x="25479" y="103036"/>
                  </a:lnTo>
                  <a:lnTo>
                    <a:pt x="28217" y="104191"/>
                  </a:lnTo>
                  <a:lnTo>
                    <a:pt x="30956" y="105370"/>
                  </a:lnTo>
                  <a:lnTo>
                    <a:pt x="136921" y="105370"/>
                  </a:lnTo>
                  <a:lnTo>
                    <a:pt x="136921" y="117276"/>
                  </a:lnTo>
                  <a:lnTo>
                    <a:pt x="53578" y="117276"/>
                  </a:lnTo>
                  <a:lnTo>
                    <a:pt x="55822" y="118711"/>
                  </a:lnTo>
                  <a:lnTo>
                    <a:pt x="58031" y="120157"/>
                  </a:lnTo>
                  <a:lnTo>
                    <a:pt x="60203" y="121616"/>
                  </a:lnTo>
                  <a:lnTo>
                    <a:pt x="62341" y="123086"/>
                  </a:lnTo>
                  <a:lnTo>
                    <a:pt x="64442" y="124569"/>
                  </a:lnTo>
                  <a:lnTo>
                    <a:pt x="66508" y="126063"/>
                  </a:lnTo>
                  <a:lnTo>
                    <a:pt x="68538" y="127569"/>
                  </a:lnTo>
                  <a:lnTo>
                    <a:pt x="70532" y="129087"/>
                  </a:lnTo>
                  <a:lnTo>
                    <a:pt x="72491" y="130617"/>
                  </a:lnTo>
                  <a:lnTo>
                    <a:pt x="74414" y="132159"/>
                  </a:lnTo>
                  <a:lnTo>
                    <a:pt x="62507" y="138112"/>
                  </a:lnTo>
                  <a:lnTo>
                    <a:pt x="56524" y="133832"/>
                  </a:lnTo>
                  <a:lnTo>
                    <a:pt x="50482" y="129801"/>
                  </a:lnTo>
                  <a:lnTo>
                    <a:pt x="44380" y="126021"/>
                  </a:lnTo>
                  <a:lnTo>
                    <a:pt x="38219" y="122491"/>
                  </a:lnTo>
                  <a:lnTo>
                    <a:pt x="31998" y="119211"/>
                  </a:lnTo>
                  <a:lnTo>
                    <a:pt x="25717" y="116181"/>
                  </a:lnTo>
                  <a:lnTo>
                    <a:pt x="19377" y="113401"/>
                  </a:lnTo>
                  <a:lnTo>
                    <a:pt x="12977" y="110871"/>
                  </a:lnTo>
                  <a:lnTo>
                    <a:pt x="6518" y="108590"/>
                  </a:lnTo>
                  <a:close/>
                  <a:moveTo>
                    <a:pt x="14287" y="90487"/>
                  </a:moveTo>
                  <a:lnTo>
                    <a:pt x="14287" y="53578"/>
                  </a:lnTo>
                  <a:lnTo>
                    <a:pt x="595" y="53578"/>
                  </a:lnTo>
                  <a:lnTo>
                    <a:pt x="595" y="41671"/>
                  </a:lnTo>
                  <a:lnTo>
                    <a:pt x="14287" y="41671"/>
                  </a:lnTo>
                  <a:lnTo>
                    <a:pt x="14287" y="4167"/>
                  </a:lnTo>
                  <a:lnTo>
                    <a:pt x="25003" y="4167"/>
                  </a:lnTo>
                  <a:lnTo>
                    <a:pt x="25003" y="41671"/>
                  </a:lnTo>
                  <a:lnTo>
                    <a:pt x="38695" y="41671"/>
                  </a:lnTo>
                  <a:lnTo>
                    <a:pt x="38695" y="11310"/>
                  </a:lnTo>
                  <a:lnTo>
                    <a:pt x="121443" y="11310"/>
                  </a:lnTo>
                  <a:lnTo>
                    <a:pt x="121443" y="0"/>
                  </a:lnTo>
                  <a:lnTo>
                    <a:pt x="131564" y="0"/>
                  </a:lnTo>
                  <a:lnTo>
                    <a:pt x="131564" y="98226"/>
                  </a:lnTo>
                  <a:lnTo>
                    <a:pt x="121443" y="98226"/>
                  </a:lnTo>
                  <a:lnTo>
                    <a:pt x="121443" y="81557"/>
                  </a:lnTo>
                  <a:lnTo>
                    <a:pt x="38695" y="81557"/>
                  </a:lnTo>
                  <a:lnTo>
                    <a:pt x="38695" y="53578"/>
                  </a:lnTo>
                  <a:lnTo>
                    <a:pt x="25003" y="53578"/>
                  </a:lnTo>
                  <a:lnTo>
                    <a:pt x="25003" y="90487"/>
                  </a:lnTo>
                  <a:close/>
                  <a:moveTo>
                    <a:pt x="60126" y="69651"/>
                  </a:moveTo>
                  <a:lnTo>
                    <a:pt x="60126" y="23217"/>
                  </a:lnTo>
                  <a:lnTo>
                    <a:pt x="48815" y="23217"/>
                  </a:lnTo>
                  <a:lnTo>
                    <a:pt x="48815" y="69651"/>
                  </a:lnTo>
                  <a:close/>
                  <a:moveTo>
                    <a:pt x="80962" y="69651"/>
                  </a:moveTo>
                  <a:lnTo>
                    <a:pt x="80962" y="23217"/>
                  </a:lnTo>
                  <a:lnTo>
                    <a:pt x="69056" y="23217"/>
                  </a:lnTo>
                  <a:lnTo>
                    <a:pt x="69056" y="69651"/>
                  </a:lnTo>
                  <a:close/>
                  <a:moveTo>
                    <a:pt x="101203" y="69651"/>
                  </a:moveTo>
                  <a:lnTo>
                    <a:pt x="101203" y="23217"/>
                  </a:lnTo>
                  <a:lnTo>
                    <a:pt x="89892" y="23217"/>
                  </a:lnTo>
                  <a:lnTo>
                    <a:pt x="89892" y="69651"/>
                  </a:lnTo>
                  <a:close/>
                  <a:moveTo>
                    <a:pt x="121443" y="69651"/>
                  </a:moveTo>
                  <a:lnTo>
                    <a:pt x="121443" y="23217"/>
                  </a:lnTo>
                  <a:lnTo>
                    <a:pt x="110132" y="23217"/>
                  </a:lnTo>
                  <a:lnTo>
                    <a:pt x="110132" y="696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71822" y="3591987"/>
              <a:ext cx="132754" cy="53578"/>
            </a:xfrm>
            <a:custGeom>
              <a:avLst/>
              <a:pathLst>
                <a:path w="132754" h="53578">
                  <a:moveTo>
                    <a:pt x="0" y="14287"/>
                  </a:moveTo>
                  <a:lnTo>
                    <a:pt x="0" y="0"/>
                  </a:lnTo>
                  <a:lnTo>
                    <a:pt x="4958" y="7465"/>
                  </a:lnTo>
                  <a:lnTo>
                    <a:pt x="10310" y="14144"/>
                  </a:lnTo>
                  <a:lnTo>
                    <a:pt x="16055" y="20038"/>
                  </a:lnTo>
                  <a:lnTo>
                    <a:pt x="22193" y="25146"/>
                  </a:lnTo>
                  <a:lnTo>
                    <a:pt x="28723" y="29467"/>
                  </a:lnTo>
                  <a:lnTo>
                    <a:pt x="35647" y="33004"/>
                  </a:lnTo>
                  <a:lnTo>
                    <a:pt x="42963" y="35754"/>
                  </a:lnTo>
                  <a:lnTo>
                    <a:pt x="50673" y="37719"/>
                  </a:lnTo>
                  <a:lnTo>
                    <a:pt x="58775" y="38897"/>
                  </a:lnTo>
                  <a:lnTo>
                    <a:pt x="67270" y="39290"/>
                  </a:lnTo>
                  <a:lnTo>
                    <a:pt x="75533" y="38897"/>
                  </a:lnTo>
                  <a:lnTo>
                    <a:pt x="83415" y="37719"/>
                  </a:lnTo>
                  <a:lnTo>
                    <a:pt x="90916" y="35754"/>
                  </a:lnTo>
                  <a:lnTo>
                    <a:pt x="98036" y="33004"/>
                  </a:lnTo>
                  <a:lnTo>
                    <a:pt x="104775" y="29467"/>
                  </a:lnTo>
                  <a:lnTo>
                    <a:pt x="111132" y="25146"/>
                  </a:lnTo>
                  <a:lnTo>
                    <a:pt x="117109" y="20038"/>
                  </a:lnTo>
                  <a:lnTo>
                    <a:pt x="122705" y="14144"/>
                  </a:lnTo>
                  <a:lnTo>
                    <a:pt x="127920" y="7465"/>
                  </a:lnTo>
                  <a:lnTo>
                    <a:pt x="132754" y="0"/>
                  </a:lnTo>
                  <a:lnTo>
                    <a:pt x="132754" y="14287"/>
                  </a:lnTo>
                  <a:lnTo>
                    <a:pt x="131102" y="17677"/>
                  </a:lnTo>
                  <a:lnTo>
                    <a:pt x="129242" y="20943"/>
                  </a:lnTo>
                  <a:lnTo>
                    <a:pt x="127173" y="24083"/>
                  </a:lnTo>
                  <a:lnTo>
                    <a:pt x="124896" y="27098"/>
                  </a:lnTo>
                  <a:lnTo>
                    <a:pt x="122411" y="29988"/>
                  </a:lnTo>
                  <a:lnTo>
                    <a:pt x="119717" y="32754"/>
                  </a:lnTo>
                  <a:lnTo>
                    <a:pt x="116815" y="35394"/>
                  </a:lnTo>
                  <a:lnTo>
                    <a:pt x="113704" y="37909"/>
                  </a:lnTo>
                  <a:lnTo>
                    <a:pt x="110385" y="40299"/>
                  </a:lnTo>
                  <a:lnTo>
                    <a:pt x="106858" y="42564"/>
                  </a:lnTo>
                  <a:lnTo>
                    <a:pt x="103194" y="44657"/>
                  </a:lnTo>
                  <a:lnTo>
                    <a:pt x="99464" y="46529"/>
                  </a:lnTo>
                  <a:lnTo>
                    <a:pt x="95669" y="48181"/>
                  </a:lnTo>
                  <a:lnTo>
                    <a:pt x="91809" y="49613"/>
                  </a:lnTo>
                  <a:lnTo>
                    <a:pt x="87883" y="50824"/>
                  </a:lnTo>
                  <a:lnTo>
                    <a:pt x="83891" y="51816"/>
                  </a:lnTo>
                  <a:lnTo>
                    <a:pt x="79834" y="52586"/>
                  </a:lnTo>
                  <a:lnTo>
                    <a:pt x="75711" y="53137"/>
                  </a:lnTo>
                  <a:lnTo>
                    <a:pt x="71523" y="53467"/>
                  </a:lnTo>
                  <a:lnTo>
                    <a:pt x="67270" y="53578"/>
                  </a:lnTo>
                  <a:lnTo>
                    <a:pt x="62903" y="53467"/>
                  </a:lnTo>
                  <a:lnTo>
                    <a:pt x="58614" y="53137"/>
                  </a:lnTo>
                  <a:lnTo>
                    <a:pt x="54402" y="52586"/>
                  </a:lnTo>
                  <a:lnTo>
                    <a:pt x="50268" y="51816"/>
                  </a:lnTo>
                  <a:lnTo>
                    <a:pt x="46211" y="50824"/>
                  </a:lnTo>
                  <a:lnTo>
                    <a:pt x="42231" y="49613"/>
                  </a:lnTo>
                  <a:lnTo>
                    <a:pt x="38329" y="48181"/>
                  </a:lnTo>
                  <a:lnTo>
                    <a:pt x="34504" y="46529"/>
                  </a:lnTo>
                  <a:lnTo>
                    <a:pt x="30756" y="44657"/>
                  </a:lnTo>
                  <a:lnTo>
                    <a:pt x="27086" y="42564"/>
                  </a:lnTo>
                  <a:lnTo>
                    <a:pt x="23547" y="40299"/>
                  </a:lnTo>
                  <a:lnTo>
                    <a:pt x="20193" y="37909"/>
                  </a:lnTo>
                  <a:lnTo>
                    <a:pt x="17022" y="35394"/>
                  </a:lnTo>
                  <a:lnTo>
                    <a:pt x="14037" y="32754"/>
                  </a:lnTo>
                  <a:lnTo>
                    <a:pt x="11236" y="29988"/>
                  </a:lnTo>
                  <a:lnTo>
                    <a:pt x="8620" y="27098"/>
                  </a:lnTo>
                  <a:lnTo>
                    <a:pt x="6188" y="24083"/>
                  </a:lnTo>
                  <a:lnTo>
                    <a:pt x="3940" y="20943"/>
                  </a:lnTo>
                  <a:lnTo>
                    <a:pt x="1878" y="176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71971" y="3433708"/>
              <a:ext cx="108793" cy="102989"/>
            </a:xfrm>
            <a:custGeom>
              <a:avLst/>
              <a:pathLst>
                <a:path w="108793" h="102989">
                  <a:moveTo>
                    <a:pt x="108793" y="58042"/>
                  </a:moveTo>
                  <a:lnTo>
                    <a:pt x="13543" y="91008"/>
                  </a:lnTo>
                  <a:lnTo>
                    <a:pt x="13543" y="91603"/>
                  </a:lnTo>
                  <a:lnTo>
                    <a:pt x="14643" y="91515"/>
                  </a:lnTo>
                  <a:lnTo>
                    <a:pt x="15743" y="91431"/>
                  </a:lnTo>
                  <a:lnTo>
                    <a:pt x="16840" y="91349"/>
                  </a:lnTo>
                  <a:lnTo>
                    <a:pt x="17936" y="91270"/>
                  </a:lnTo>
                  <a:lnTo>
                    <a:pt x="19031" y="91194"/>
                  </a:lnTo>
                  <a:lnTo>
                    <a:pt x="20124" y="91121"/>
                  </a:lnTo>
                  <a:lnTo>
                    <a:pt x="21216" y="91051"/>
                  </a:lnTo>
                  <a:lnTo>
                    <a:pt x="22306" y="90984"/>
                  </a:lnTo>
                  <a:lnTo>
                    <a:pt x="23395" y="90920"/>
                  </a:lnTo>
                  <a:lnTo>
                    <a:pt x="24482" y="90859"/>
                  </a:lnTo>
                  <a:lnTo>
                    <a:pt x="25425" y="90801"/>
                  </a:lnTo>
                  <a:lnTo>
                    <a:pt x="26378" y="90746"/>
                  </a:lnTo>
                  <a:lnTo>
                    <a:pt x="27341" y="90694"/>
                  </a:lnTo>
                  <a:lnTo>
                    <a:pt x="28316" y="90645"/>
                  </a:lnTo>
                  <a:lnTo>
                    <a:pt x="29300" y="90599"/>
                  </a:lnTo>
                  <a:lnTo>
                    <a:pt x="30295" y="90555"/>
                  </a:lnTo>
                  <a:lnTo>
                    <a:pt x="31300" y="90515"/>
                  </a:lnTo>
                  <a:lnTo>
                    <a:pt x="32316" y="90478"/>
                  </a:lnTo>
                  <a:lnTo>
                    <a:pt x="33342" y="90444"/>
                  </a:lnTo>
                  <a:lnTo>
                    <a:pt x="34379" y="90413"/>
                  </a:lnTo>
                  <a:lnTo>
                    <a:pt x="35397" y="90370"/>
                  </a:lnTo>
                  <a:lnTo>
                    <a:pt x="36397" y="90332"/>
                  </a:lnTo>
                  <a:lnTo>
                    <a:pt x="37379" y="90299"/>
                  </a:lnTo>
                  <a:lnTo>
                    <a:pt x="38344" y="90270"/>
                  </a:lnTo>
                  <a:lnTo>
                    <a:pt x="39290" y="90245"/>
                  </a:lnTo>
                  <a:lnTo>
                    <a:pt x="40219" y="90225"/>
                  </a:lnTo>
                  <a:lnTo>
                    <a:pt x="41130" y="90209"/>
                  </a:lnTo>
                  <a:lnTo>
                    <a:pt x="42023" y="90198"/>
                  </a:lnTo>
                  <a:lnTo>
                    <a:pt x="42898" y="90192"/>
                  </a:lnTo>
                  <a:lnTo>
                    <a:pt x="43755" y="90189"/>
                  </a:lnTo>
                  <a:lnTo>
                    <a:pt x="108793" y="90189"/>
                  </a:lnTo>
                  <a:lnTo>
                    <a:pt x="108793" y="102989"/>
                  </a:lnTo>
                  <a:lnTo>
                    <a:pt x="0" y="102989"/>
                  </a:lnTo>
                  <a:lnTo>
                    <a:pt x="0" y="82450"/>
                  </a:lnTo>
                  <a:lnTo>
                    <a:pt x="88701" y="51792"/>
                  </a:lnTo>
                  <a:lnTo>
                    <a:pt x="88701" y="51345"/>
                  </a:lnTo>
                  <a:lnTo>
                    <a:pt x="0" y="20538"/>
                  </a:lnTo>
                  <a:lnTo>
                    <a:pt x="0" y="0"/>
                  </a:lnTo>
                  <a:lnTo>
                    <a:pt x="108793" y="0"/>
                  </a:lnTo>
                  <a:lnTo>
                    <a:pt x="108793" y="13841"/>
                  </a:lnTo>
                  <a:lnTo>
                    <a:pt x="42788" y="13841"/>
                  </a:lnTo>
                  <a:lnTo>
                    <a:pt x="42003" y="13839"/>
                  </a:lnTo>
                  <a:lnTo>
                    <a:pt x="41195" y="13835"/>
                  </a:lnTo>
                  <a:lnTo>
                    <a:pt x="40365" y="13827"/>
                  </a:lnTo>
                  <a:lnTo>
                    <a:pt x="39513" y="13817"/>
                  </a:lnTo>
                  <a:lnTo>
                    <a:pt x="38639" y="13803"/>
                  </a:lnTo>
                  <a:lnTo>
                    <a:pt x="37742" y="13787"/>
                  </a:lnTo>
                  <a:lnTo>
                    <a:pt x="36823" y="13768"/>
                  </a:lnTo>
                  <a:lnTo>
                    <a:pt x="35882" y="13745"/>
                  </a:lnTo>
                  <a:lnTo>
                    <a:pt x="34918" y="13720"/>
                  </a:lnTo>
                  <a:lnTo>
                    <a:pt x="33932" y="13692"/>
                  </a:lnTo>
                  <a:lnTo>
                    <a:pt x="32940" y="13661"/>
                  </a:lnTo>
                  <a:lnTo>
                    <a:pt x="31956" y="13629"/>
                  </a:lnTo>
                  <a:lnTo>
                    <a:pt x="30981" y="13596"/>
                  </a:lnTo>
                  <a:lnTo>
                    <a:pt x="30015" y="13561"/>
                  </a:lnTo>
                  <a:lnTo>
                    <a:pt x="29058" y="13524"/>
                  </a:lnTo>
                  <a:lnTo>
                    <a:pt x="28110" y="13486"/>
                  </a:lnTo>
                  <a:lnTo>
                    <a:pt x="27171" y="13447"/>
                  </a:lnTo>
                  <a:lnTo>
                    <a:pt x="26241" y="13406"/>
                  </a:lnTo>
                  <a:lnTo>
                    <a:pt x="25320" y="13364"/>
                  </a:lnTo>
                  <a:lnTo>
                    <a:pt x="24407" y="13320"/>
                  </a:lnTo>
                  <a:lnTo>
                    <a:pt x="23349" y="13261"/>
                  </a:lnTo>
                  <a:lnTo>
                    <a:pt x="22288" y="13204"/>
                  </a:lnTo>
                  <a:lnTo>
                    <a:pt x="21224" y="13148"/>
                  </a:lnTo>
                  <a:lnTo>
                    <a:pt x="20157" y="13093"/>
                  </a:lnTo>
                  <a:lnTo>
                    <a:pt x="19087" y="13041"/>
                  </a:lnTo>
                  <a:lnTo>
                    <a:pt x="18014" y="12989"/>
                  </a:lnTo>
                  <a:lnTo>
                    <a:pt x="16938" y="12939"/>
                  </a:lnTo>
                  <a:lnTo>
                    <a:pt x="15859" y="12891"/>
                  </a:lnTo>
                  <a:lnTo>
                    <a:pt x="14777" y="12844"/>
                  </a:lnTo>
                  <a:lnTo>
                    <a:pt x="13692" y="12799"/>
                  </a:lnTo>
                  <a:lnTo>
                    <a:pt x="13692" y="13394"/>
                  </a:lnTo>
                  <a:lnTo>
                    <a:pt x="108793" y="466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70408" y="3346793"/>
              <a:ext cx="111844" cy="64368"/>
            </a:xfrm>
            <a:custGeom>
              <a:avLst/>
              <a:pathLst>
                <a:path w="111844" h="64368">
                  <a:moveTo>
                    <a:pt x="81260" y="0"/>
                  </a:moveTo>
                  <a:lnTo>
                    <a:pt x="82688" y="26"/>
                  </a:lnTo>
                  <a:lnTo>
                    <a:pt x="84087" y="104"/>
                  </a:lnTo>
                  <a:lnTo>
                    <a:pt x="85457" y="234"/>
                  </a:lnTo>
                  <a:lnTo>
                    <a:pt x="86796" y="416"/>
                  </a:lnTo>
                  <a:lnTo>
                    <a:pt x="88106" y="651"/>
                  </a:lnTo>
                  <a:lnTo>
                    <a:pt x="89386" y="937"/>
                  </a:lnTo>
                  <a:lnTo>
                    <a:pt x="90636" y="1276"/>
                  </a:lnTo>
                  <a:lnTo>
                    <a:pt x="91856" y="1666"/>
                  </a:lnTo>
                  <a:lnTo>
                    <a:pt x="93047" y="2109"/>
                  </a:lnTo>
                  <a:lnTo>
                    <a:pt x="94208" y="2604"/>
                  </a:lnTo>
                  <a:lnTo>
                    <a:pt x="95322" y="3132"/>
                  </a:lnTo>
                  <a:lnTo>
                    <a:pt x="96401" y="3705"/>
                  </a:lnTo>
                  <a:lnTo>
                    <a:pt x="97447" y="4323"/>
                  </a:lnTo>
                  <a:lnTo>
                    <a:pt x="98458" y="4985"/>
                  </a:lnTo>
                  <a:lnTo>
                    <a:pt x="99435" y="5692"/>
                  </a:lnTo>
                  <a:lnTo>
                    <a:pt x="100378" y="6444"/>
                  </a:lnTo>
                  <a:lnTo>
                    <a:pt x="101287" y="7240"/>
                  </a:lnTo>
                  <a:lnTo>
                    <a:pt x="102161" y="8081"/>
                  </a:lnTo>
                  <a:lnTo>
                    <a:pt x="103001" y="8966"/>
                  </a:lnTo>
                  <a:lnTo>
                    <a:pt x="103807" y="9897"/>
                  </a:lnTo>
                  <a:lnTo>
                    <a:pt x="104577" y="10870"/>
                  </a:lnTo>
                  <a:lnTo>
                    <a:pt x="105310" y="11885"/>
                  </a:lnTo>
                  <a:lnTo>
                    <a:pt x="106006" y="12942"/>
                  </a:lnTo>
                  <a:lnTo>
                    <a:pt x="106665" y="14040"/>
                  </a:lnTo>
                  <a:lnTo>
                    <a:pt x="107286" y="15180"/>
                  </a:lnTo>
                  <a:lnTo>
                    <a:pt x="107870" y="16362"/>
                  </a:lnTo>
                  <a:lnTo>
                    <a:pt x="108417" y="17585"/>
                  </a:lnTo>
                  <a:lnTo>
                    <a:pt x="108927" y="18850"/>
                  </a:lnTo>
                  <a:lnTo>
                    <a:pt x="109399" y="20157"/>
                  </a:lnTo>
                  <a:lnTo>
                    <a:pt x="109835" y="21505"/>
                  </a:lnTo>
                  <a:lnTo>
                    <a:pt x="110216" y="22891"/>
                  </a:lnTo>
                  <a:lnTo>
                    <a:pt x="110558" y="24312"/>
                  </a:lnTo>
                  <a:lnTo>
                    <a:pt x="110859" y="25767"/>
                  </a:lnTo>
                  <a:lnTo>
                    <a:pt x="111121" y="27256"/>
                  </a:lnTo>
                  <a:lnTo>
                    <a:pt x="111342" y="28779"/>
                  </a:lnTo>
                  <a:lnTo>
                    <a:pt x="111522" y="30337"/>
                  </a:lnTo>
                  <a:lnTo>
                    <a:pt x="111663" y="31928"/>
                  </a:lnTo>
                  <a:lnTo>
                    <a:pt x="111763" y="33554"/>
                  </a:lnTo>
                  <a:lnTo>
                    <a:pt x="111824" y="35214"/>
                  </a:lnTo>
                  <a:lnTo>
                    <a:pt x="111844" y="36909"/>
                  </a:lnTo>
                  <a:lnTo>
                    <a:pt x="111830" y="38550"/>
                  </a:lnTo>
                  <a:lnTo>
                    <a:pt x="111790" y="40171"/>
                  </a:lnTo>
                  <a:lnTo>
                    <a:pt x="111723" y="41771"/>
                  </a:lnTo>
                  <a:lnTo>
                    <a:pt x="111630" y="43350"/>
                  </a:lnTo>
                  <a:lnTo>
                    <a:pt x="111509" y="44908"/>
                  </a:lnTo>
                  <a:lnTo>
                    <a:pt x="111362" y="46446"/>
                  </a:lnTo>
                  <a:lnTo>
                    <a:pt x="111188" y="47962"/>
                  </a:lnTo>
                  <a:lnTo>
                    <a:pt x="110987" y="49458"/>
                  </a:lnTo>
                  <a:lnTo>
                    <a:pt x="110759" y="50933"/>
                  </a:lnTo>
                  <a:lnTo>
                    <a:pt x="110504" y="52387"/>
                  </a:lnTo>
                  <a:lnTo>
                    <a:pt x="110239" y="53793"/>
                  </a:lnTo>
                  <a:lnTo>
                    <a:pt x="109948" y="55152"/>
                  </a:lnTo>
                  <a:lnTo>
                    <a:pt x="109632" y="56466"/>
                  </a:lnTo>
                  <a:lnTo>
                    <a:pt x="109290" y="57733"/>
                  </a:lnTo>
                  <a:lnTo>
                    <a:pt x="108923" y="58954"/>
                  </a:lnTo>
                  <a:lnTo>
                    <a:pt x="108531" y="60129"/>
                  </a:lnTo>
                  <a:lnTo>
                    <a:pt x="108113" y="61258"/>
                  </a:lnTo>
                  <a:lnTo>
                    <a:pt x="107671" y="62341"/>
                  </a:lnTo>
                  <a:lnTo>
                    <a:pt x="107203" y="63377"/>
                  </a:lnTo>
                  <a:lnTo>
                    <a:pt x="106709" y="64368"/>
                  </a:lnTo>
                  <a:lnTo>
                    <a:pt x="93464" y="64368"/>
                  </a:lnTo>
                  <a:lnTo>
                    <a:pt x="93702" y="63855"/>
                  </a:lnTo>
                  <a:lnTo>
                    <a:pt x="93940" y="63329"/>
                  </a:lnTo>
                  <a:lnTo>
                    <a:pt x="94178" y="62789"/>
                  </a:lnTo>
                  <a:lnTo>
                    <a:pt x="94416" y="62236"/>
                  </a:lnTo>
                  <a:lnTo>
                    <a:pt x="94654" y="61670"/>
                  </a:lnTo>
                  <a:lnTo>
                    <a:pt x="94892" y="61090"/>
                  </a:lnTo>
                  <a:lnTo>
                    <a:pt x="95130" y="60497"/>
                  </a:lnTo>
                  <a:lnTo>
                    <a:pt x="95369" y="59891"/>
                  </a:lnTo>
                  <a:lnTo>
                    <a:pt x="95607" y="59271"/>
                  </a:lnTo>
                  <a:lnTo>
                    <a:pt x="95845" y="58638"/>
                  </a:lnTo>
                  <a:lnTo>
                    <a:pt x="96066" y="57980"/>
                  </a:lnTo>
                  <a:lnTo>
                    <a:pt x="96282" y="57316"/>
                  </a:lnTo>
                  <a:lnTo>
                    <a:pt x="96494" y="56646"/>
                  </a:lnTo>
                  <a:lnTo>
                    <a:pt x="96702" y="55971"/>
                  </a:lnTo>
                  <a:lnTo>
                    <a:pt x="96905" y="55289"/>
                  </a:lnTo>
                  <a:lnTo>
                    <a:pt x="97104" y="54602"/>
                  </a:lnTo>
                  <a:lnTo>
                    <a:pt x="97298" y="53908"/>
                  </a:lnTo>
                  <a:lnTo>
                    <a:pt x="97488" y="53209"/>
                  </a:lnTo>
                  <a:lnTo>
                    <a:pt x="97673" y="52503"/>
                  </a:lnTo>
                  <a:lnTo>
                    <a:pt x="97854" y="51792"/>
                  </a:lnTo>
                  <a:lnTo>
                    <a:pt x="98030" y="51075"/>
                  </a:lnTo>
                  <a:lnTo>
                    <a:pt x="98199" y="50354"/>
                  </a:lnTo>
                  <a:lnTo>
                    <a:pt x="98363" y="49628"/>
                  </a:lnTo>
                  <a:lnTo>
                    <a:pt x="98521" y="48898"/>
                  </a:lnTo>
                  <a:lnTo>
                    <a:pt x="98673" y="48164"/>
                  </a:lnTo>
                  <a:lnTo>
                    <a:pt x="98818" y="47425"/>
                  </a:lnTo>
                  <a:lnTo>
                    <a:pt x="98958" y="46682"/>
                  </a:lnTo>
                  <a:lnTo>
                    <a:pt x="99092" y="45934"/>
                  </a:lnTo>
                  <a:lnTo>
                    <a:pt x="99220" y="45181"/>
                  </a:lnTo>
                  <a:lnTo>
                    <a:pt x="99342" y="44425"/>
                  </a:lnTo>
                  <a:lnTo>
                    <a:pt x="99441" y="43666"/>
                  </a:lnTo>
                  <a:lnTo>
                    <a:pt x="99530" y="42910"/>
                  </a:lnTo>
                  <a:lnTo>
                    <a:pt x="99608" y="42154"/>
                  </a:lnTo>
                  <a:lnTo>
                    <a:pt x="99676" y="41401"/>
                  </a:lnTo>
                  <a:lnTo>
                    <a:pt x="99733" y="40648"/>
                  </a:lnTo>
                  <a:lnTo>
                    <a:pt x="99780" y="39897"/>
                  </a:lnTo>
                  <a:lnTo>
                    <a:pt x="99816" y="39148"/>
                  </a:lnTo>
                  <a:lnTo>
                    <a:pt x="99842" y="38400"/>
                  </a:lnTo>
                  <a:lnTo>
                    <a:pt x="99858" y="37654"/>
                  </a:lnTo>
                  <a:lnTo>
                    <a:pt x="99863" y="36909"/>
                  </a:lnTo>
                  <a:lnTo>
                    <a:pt x="99819" y="34590"/>
                  </a:lnTo>
                  <a:lnTo>
                    <a:pt x="99685" y="32396"/>
                  </a:lnTo>
                  <a:lnTo>
                    <a:pt x="99461" y="30328"/>
                  </a:lnTo>
                  <a:lnTo>
                    <a:pt x="99149" y="28384"/>
                  </a:lnTo>
                  <a:lnTo>
                    <a:pt x="98747" y="26565"/>
                  </a:lnTo>
                  <a:lnTo>
                    <a:pt x="98256" y="24872"/>
                  </a:lnTo>
                  <a:lnTo>
                    <a:pt x="97675" y="23303"/>
                  </a:lnTo>
                  <a:lnTo>
                    <a:pt x="97006" y="21859"/>
                  </a:lnTo>
                  <a:lnTo>
                    <a:pt x="96247" y="20541"/>
                  </a:lnTo>
                  <a:lnTo>
                    <a:pt x="95398" y="19347"/>
                  </a:lnTo>
                  <a:lnTo>
                    <a:pt x="94467" y="18258"/>
                  </a:lnTo>
                  <a:lnTo>
                    <a:pt x="93458" y="17284"/>
                  </a:lnTo>
                  <a:lnTo>
                    <a:pt x="92371" y="16425"/>
                  </a:lnTo>
                  <a:lnTo>
                    <a:pt x="91207" y="15680"/>
                  </a:lnTo>
                  <a:lnTo>
                    <a:pt x="89966" y="15050"/>
                  </a:lnTo>
                  <a:lnTo>
                    <a:pt x="88647" y="14534"/>
                  </a:lnTo>
                  <a:lnTo>
                    <a:pt x="87251" y="14133"/>
                  </a:lnTo>
                  <a:lnTo>
                    <a:pt x="85778" y="13846"/>
                  </a:lnTo>
                  <a:lnTo>
                    <a:pt x="84227" y="13675"/>
                  </a:lnTo>
                  <a:lnTo>
                    <a:pt x="82599" y="13617"/>
                  </a:lnTo>
                  <a:lnTo>
                    <a:pt x="81806" y="13628"/>
                  </a:lnTo>
                  <a:lnTo>
                    <a:pt x="81033" y="13662"/>
                  </a:lnTo>
                  <a:lnTo>
                    <a:pt x="80282" y="13718"/>
                  </a:lnTo>
                  <a:lnTo>
                    <a:pt x="79551" y="13796"/>
                  </a:lnTo>
                  <a:lnTo>
                    <a:pt x="78841" y="13896"/>
                  </a:lnTo>
                  <a:lnTo>
                    <a:pt x="78152" y="14019"/>
                  </a:lnTo>
                  <a:lnTo>
                    <a:pt x="77484" y="14164"/>
                  </a:lnTo>
                  <a:lnTo>
                    <a:pt x="76836" y="14332"/>
                  </a:lnTo>
                  <a:lnTo>
                    <a:pt x="76210" y="14521"/>
                  </a:lnTo>
                  <a:lnTo>
                    <a:pt x="75604" y="14733"/>
                  </a:lnTo>
                  <a:lnTo>
                    <a:pt x="75014" y="14959"/>
                  </a:lnTo>
                  <a:lnTo>
                    <a:pt x="74434" y="15219"/>
                  </a:lnTo>
                  <a:lnTo>
                    <a:pt x="73865" y="15513"/>
                  </a:lnTo>
                  <a:lnTo>
                    <a:pt x="73306" y="15841"/>
                  </a:lnTo>
                  <a:lnTo>
                    <a:pt x="72758" y="16203"/>
                  </a:lnTo>
                  <a:lnTo>
                    <a:pt x="72220" y="16600"/>
                  </a:lnTo>
                  <a:lnTo>
                    <a:pt x="71692" y="17031"/>
                  </a:lnTo>
                  <a:lnTo>
                    <a:pt x="71175" y="17496"/>
                  </a:lnTo>
                  <a:lnTo>
                    <a:pt x="70668" y="17995"/>
                  </a:lnTo>
                  <a:lnTo>
                    <a:pt x="70172" y="18529"/>
                  </a:lnTo>
                  <a:lnTo>
                    <a:pt x="69668" y="19083"/>
                  </a:lnTo>
                  <a:lnTo>
                    <a:pt x="69169" y="19675"/>
                  </a:lnTo>
                  <a:lnTo>
                    <a:pt x="68674" y="20303"/>
                  </a:lnTo>
                  <a:lnTo>
                    <a:pt x="68184" y="20969"/>
                  </a:lnTo>
                  <a:lnTo>
                    <a:pt x="67698" y="21673"/>
                  </a:lnTo>
                  <a:lnTo>
                    <a:pt x="67216" y="22413"/>
                  </a:lnTo>
                  <a:lnTo>
                    <a:pt x="66739" y="23191"/>
                  </a:lnTo>
                  <a:lnTo>
                    <a:pt x="66267" y="24005"/>
                  </a:lnTo>
                  <a:lnTo>
                    <a:pt x="65799" y="24858"/>
                  </a:lnTo>
                  <a:lnTo>
                    <a:pt x="65335" y="25747"/>
                  </a:lnTo>
                  <a:lnTo>
                    <a:pt x="64855" y="26678"/>
                  </a:lnTo>
                  <a:lnTo>
                    <a:pt x="64368" y="27658"/>
                  </a:lnTo>
                  <a:lnTo>
                    <a:pt x="63873" y="28685"/>
                  </a:lnTo>
                  <a:lnTo>
                    <a:pt x="63371" y="29759"/>
                  </a:lnTo>
                  <a:lnTo>
                    <a:pt x="62861" y="30881"/>
                  </a:lnTo>
                  <a:lnTo>
                    <a:pt x="62344" y="32051"/>
                  </a:lnTo>
                  <a:lnTo>
                    <a:pt x="61819" y="33269"/>
                  </a:lnTo>
                  <a:lnTo>
                    <a:pt x="61287" y="34534"/>
                  </a:lnTo>
                  <a:lnTo>
                    <a:pt x="60747" y="35846"/>
                  </a:lnTo>
                  <a:lnTo>
                    <a:pt x="60200" y="37207"/>
                  </a:lnTo>
                  <a:lnTo>
                    <a:pt x="59675" y="38514"/>
                  </a:lnTo>
                  <a:lnTo>
                    <a:pt x="59141" y="39787"/>
                  </a:lnTo>
                  <a:lnTo>
                    <a:pt x="58598" y="41026"/>
                  </a:lnTo>
                  <a:lnTo>
                    <a:pt x="58045" y="42231"/>
                  </a:lnTo>
                  <a:lnTo>
                    <a:pt x="57484" y="43402"/>
                  </a:lnTo>
                  <a:lnTo>
                    <a:pt x="56914" y="44538"/>
                  </a:lnTo>
                  <a:lnTo>
                    <a:pt x="56335" y="45640"/>
                  </a:lnTo>
                  <a:lnTo>
                    <a:pt x="55748" y="46708"/>
                  </a:lnTo>
                  <a:lnTo>
                    <a:pt x="55151" y="47741"/>
                  </a:lnTo>
                  <a:lnTo>
                    <a:pt x="54545" y="48741"/>
                  </a:lnTo>
                  <a:lnTo>
                    <a:pt x="53912" y="49692"/>
                  </a:lnTo>
                  <a:lnTo>
                    <a:pt x="53265" y="50610"/>
                  </a:lnTo>
                  <a:lnTo>
                    <a:pt x="52603" y="51496"/>
                  </a:lnTo>
                  <a:lnTo>
                    <a:pt x="51926" y="52348"/>
                  </a:lnTo>
                  <a:lnTo>
                    <a:pt x="51234" y="53168"/>
                  </a:lnTo>
                  <a:lnTo>
                    <a:pt x="50527" y="53956"/>
                  </a:lnTo>
                  <a:lnTo>
                    <a:pt x="49805" y="54710"/>
                  </a:lnTo>
                  <a:lnTo>
                    <a:pt x="49068" y="55432"/>
                  </a:lnTo>
                  <a:lnTo>
                    <a:pt x="48317" y="56121"/>
                  </a:lnTo>
                  <a:lnTo>
                    <a:pt x="47550" y="56777"/>
                  </a:lnTo>
                  <a:lnTo>
                    <a:pt x="46766" y="57387"/>
                  </a:lnTo>
                  <a:lnTo>
                    <a:pt x="45961" y="57965"/>
                  </a:lnTo>
                  <a:lnTo>
                    <a:pt x="45135" y="58512"/>
                  </a:lnTo>
                  <a:lnTo>
                    <a:pt x="44288" y="59028"/>
                  </a:lnTo>
                  <a:lnTo>
                    <a:pt x="43420" y="59512"/>
                  </a:lnTo>
                  <a:lnTo>
                    <a:pt x="42532" y="59965"/>
                  </a:lnTo>
                  <a:lnTo>
                    <a:pt x="41622" y="60387"/>
                  </a:lnTo>
                  <a:lnTo>
                    <a:pt x="40692" y="60778"/>
                  </a:lnTo>
                  <a:lnTo>
                    <a:pt x="39741" y="61137"/>
                  </a:lnTo>
                  <a:lnTo>
                    <a:pt x="38769" y="61466"/>
                  </a:lnTo>
                  <a:lnTo>
                    <a:pt x="37774" y="61748"/>
                  </a:lnTo>
                  <a:lnTo>
                    <a:pt x="36751" y="62001"/>
                  </a:lnTo>
                  <a:lnTo>
                    <a:pt x="35702" y="62225"/>
                  </a:lnTo>
                  <a:lnTo>
                    <a:pt x="34626" y="62418"/>
                  </a:lnTo>
                  <a:lnTo>
                    <a:pt x="33523" y="62582"/>
                  </a:lnTo>
                  <a:lnTo>
                    <a:pt x="32393" y="62716"/>
                  </a:lnTo>
                  <a:lnTo>
                    <a:pt x="31237" y="62820"/>
                  </a:lnTo>
                  <a:lnTo>
                    <a:pt x="30054" y="62894"/>
                  </a:lnTo>
                  <a:lnTo>
                    <a:pt x="28844" y="62939"/>
                  </a:lnTo>
                  <a:lnTo>
                    <a:pt x="27607" y="62954"/>
                  </a:lnTo>
                  <a:lnTo>
                    <a:pt x="26312" y="62930"/>
                  </a:lnTo>
                  <a:lnTo>
                    <a:pt x="25044" y="62859"/>
                  </a:lnTo>
                  <a:lnTo>
                    <a:pt x="23805" y="62739"/>
                  </a:lnTo>
                  <a:lnTo>
                    <a:pt x="22595" y="62573"/>
                  </a:lnTo>
                  <a:lnTo>
                    <a:pt x="21412" y="62358"/>
                  </a:lnTo>
                  <a:lnTo>
                    <a:pt x="20258" y="62097"/>
                  </a:lnTo>
                  <a:lnTo>
                    <a:pt x="19132" y="61787"/>
                  </a:lnTo>
                  <a:lnTo>
                    <a:pt x="18034" y="61430"/>
                  </a:lnTo>
                  <a:lnTo>
                    <a:pt x="16965" y="61025"/>
                  </a:lnTo>
                  <a:lnTo>
                    <a:pt x="15924" y="60573"/>
                  </a:lnTo>
                  <a:lnTo>
                    <a:pt x="14914" y="60077"/>
                  </a:lnTo>
                  <a:lnTo>
                    <a:pt x="13936" y="59543"/>
                  </a:lnTo>
                  <a:lnTo>
                    <a:pt x="12991" y="58970"/>
                  </a:lnTo>
                  <a:lnTo>
                    <a:pt x="12078" y="58358"/>
                  </a:lnTo>
                  <a:lnTo>
                    <a:pt x="11199" y="57708"/>
                  </a:lnTo>
                  <a:lnTo>
                    <a:pt x="10352" y="57019"/>
                  </a:lnTo>
                  <a:lnTo>
                    <a:pt x="9538" y="56291"/>
                  </a:lnTo>
                  <a:lnTo>
                    <a:pt x="8757" y="55524"/>
                  </a:lnTo>
                  <a:lnTo>
                    <a:pt x="8008" y="54719"/>
                  </a:lnTo>
                  <a:lnTo>
                    <a:pt x="7292" y="53875"/>
                  </a:lnTo>
                  <a:lnTo>
                    <a:pt x="6595" y="52996"/>
                  </a:lnTo>
                  <a:lnTo>
                    <a:pt x="5932" y="52083"/>
                  </a:lnTo>
                  <a:lnTo>
                    <a:pt x="5303" y="51138"/>
                  </a:lnTo>
                  <a:lnTo>
                    <a:pt x="4708" y="50161"/>
                  </a:lnTo>
                  <a:lnTo>
                    <a:pt x="4148" y="49150"/>
                  </a:lnTo>
                  <a:lnTo>
                    <a:pt x="3622" y="48107"/>
                  </a:lnTo>
                  <a:lnTo>
                    <a:pt x="3130" y="47031"/>
                  </a:lnTo>
                  <a:lnTo>
                    <a:pt x="2672" y="45922"/>
                  </a:lnTo>
                  <a:lnTo>
                    <a:pt x="2249" y="44780"/>
                  </a:lnTo>
                  <a:lnTo>
                    <a:pt x="1860" y="43606"/>
                  </a:lnTo>
                  <a:lnTo>
                    <a:pt x="1506" y="42389"/>
                  </a:lnTo>
                  <a:lnTo>
                    <a:pt x="1190" y="41148"/>
                  </a:lnTo>
                  <a:lnTo>
                    <a:pt x="911" y="39882"/>
                  </a:lnTo>
                  <a:lnTo>
                    <a:pt x="669" y="38594"/>
                  </a:lnTo>
                  <a:lnTo>
                    <a:pt x="465" y="37281"/>
                  </a:lnTo>
                  <a:lnTo>
                    <a:pt x="297" y="35944"/>
                  </a:lnTo>
                  <a:lnTo>
                    <a:pt x="167" y="34584"/>
                  </a:lnTo>
                  <a:lnTo>
                    <a:pt x="74" y="33200"/>
                  </a:lnTo>
                  <a:lnTo>
                    <a:pt x="18" y="31792"/>
                  </a:lnTo>
                  <a:lnTo>
                    <a:pt x="0" y="30360"/>
                  </a:lnTo>
                  <a:lnTo>
                    <a:pt x="17" y="28607"/>
                  </a:lnTo>
                  <a:lnTo>
                    <a:pt x="68" y="26890"/>
                  </a:lnTo>
                  <a:lnTo>
                    <a:pt x="154" y="25208"/>
                  </a:lnTo>
                  <a:lnTo>
                    <a:pt x="273" y="23562"/>
                  </a:lnTo>
                  <a:lnTo>
                    <a:pt x="427" y="21952"/>
                  </a:lnTo>
                  <a:lnTo>
                    <a:pt x="616" y="20377"/>
                  </a:lnTo>
                  <a:lnTo>
                    <a:pt x="838" y="18838"/>
                  </a:lnTo>
                  <a:lnTo>
                    <a:pt x="1095" y="17335"/>
                  </a:lnTo>
                  <a:lnTo>
                    <a:pt x="1386" y="15868"/>
                  </a:lnTo>
                  <a:lnTo>
                    <a:pt x="1711" y="14436"/>
                  </a:lnTo>
                  <a:lnTo>
                    <a:pt x="2048" y="13038"/>
                  </a:lnTo>
                  <a:lnTo>
                    <a:pt x="2405" y="11671"/>
                  </a:lnTo>
                  <a:lnTo>
                    <a:pt x="2780" y="10335"/>
                  </a:lnTo>
                  <a:lnTo>
                    <a:pt x="3175" y="9030"/>
                  </a:lnTo>
                  <a:lnTo>
                    <a:pt x="3590" y="7757"/>
                  </a:lnTo>
                  <a:lnTo>
                    <a:pt x="4024" y="6515"/>
                  </a:lnTo>
                  <a:lnTo>
                    <a:pt x="4477" y="5304"/>
                  </a:lnTo>
                  <a:lnTo>
                    <a:pt x="4950" y="4125"/>
                  </a:lnTo>
                  <a:lnTo>
                    <a:pt x="5441" y="2977"/>
                  </a:lnTo>
                  <a:lnTo>
                    <a:pt x="5953" y="1860"/>
                  </a:lnTo>
                  <a:lnTo>
                    <a:pt x="17561" y="6846"/>
                  </a:lnTo>
                  <a:lnTo>
                    <a:pt x="17136" y="7826"/>
                  </a:lnTo>
                  <a:lnTo>
                    <a:pt x="16722" y="8834"/>
                  </a:lnTo>
                  <a:lnTo>
                    <a:pt x="16320" y="9868"/>
                  </a:lnTo>
                  <a:lnTo>
                    <a:pt x="15930" y="10929"/>
                  </a:lnTo>
                  <a:lnTo>
                    <a:pt x="15552" y="12017"/>
                  </a:lnTo>
                  <a:lnTo>
                    <a:pt x="15186" y="13132"/>
                  </a:lnTo>
                  <a:lnTo>
                    <a:pt x="14832" y="14274"/>
                  </a:lnTo>
                  <a:lnTo>
                    <a:pt x="14489" y="15442"/>
                  </a:lnTo>
                  <a:lnTo>
                    <a:pt x="14159" y="16637"/>
                  </a:lnTo>
                  <a:lnTo>
                    <a:pt x="13841" y="17859"/>
                  </a:lnTo>
                  <a:lnTo>
                    <a:pt x="13529" y="19084"/>
                  </a:lnTo>
                  <a:lnTo>
                    <a:pt x="13251" y="20318"/>
                  </a:lnTo>
                  <a:lnTo>
                    <a:pt x="13006" y="21560"/>
                  </a:lnTo>
                  <a:lnTo>
                    <a:pt x="12793" y="22812"/>
                  </a:lnTo>
                  <a:lnTo>
                    <a:pt x="12613" y="24072"/>
                  </a:lnTo>
                  <a:lnTo>
                    <a:pt x="12465" y="25342"/>
                  </a:lnTo>
                  <a:lnTo>
                    <a:pt x="12351" y="26620"/>
                  </a:lnTo>
                  <a:lnTo>
                    <a:pt x="12269" y="27908"/>
                  </a:lnTo>
                  <a:lnTo>
                    <a:pt x="12220" y="29204"/>
                  </a:lnTo>
                  <a:lnTo>
                    <a:pt x="12203" y="30509"/>
                  </a:lnTo>
                  <a:lnTo>
                    <a:pt x="12246" y="32284"/>
                  </a:lnTo>
                  <a:lnTo>
                    <a:pt x="12373" y="33977"/>
                  </a:lnTo>
                  <a:lnTo>
                    <a:pt x="12585" y="35588"/>
                  </a:lnTo>
                  <a:lnTo>
                    <a:pt x="12882" y="37117"/>
                  </a:lnTo>
                  <a:lnTo>
                    <a:pt x="13264" y="38565"/>
                  </a:lnTo>
                  <a:lnTo>
                    <a:pt x="13730" y="39930"/>
                  </a:lnTo>
                  <a:lnTo>
                    <a:pt x="14282" y="41214"/>
                  </a:lnTo>
                  <a:lnTo>
                    <a:pt x="14918" y="42416"/>
                  </a:lnTo>
                  <a:lnTo>
                    <a:pt x="15639" y="43535"/>
                  </a:lnTo>
                  <a:lnTo>
                    <a:pt x="16445" y="44574"/>
                  </a:lnTo>
                  <a:lnTo>
                    <a:pt x="17308" y="45521"/>
                  </a:lnTo>
                  <a:lnTo>
                    <a:pt x="18231" y="46368"/>
                  </a:lnTo>
                  <a:lnTo>
                    <a:pt x="19213" y="47116"/>
                  </a:lnTo>
                  <a:lnTo>
                    <a:pt x="20255" y="47764"/>
                  </a:lnTo>
                  <a:lnTo>
                    <a:pt x="21356" y="48313"/>
                  </a:lnTo>
                  <a:lnTo>
                    <a:pt x="22517" y="48762"/>
                  </a:lnTo>
                  <a:lnTo>
                    <a:pt x="23738" y="49111"/>
                  </a:lnTo>
                  <a:lnTo>
                    <a:pt x="25018" y="49360"/>
                  </a:lnTo>
                  <a:lnTo>
                    <a:pt x="26357" y="49509"/>
                  </a:lnTo>
                  <a:lnTo>
                    <a:pt x="27756" y="49559"/>
                  </a:lnTo>
                  <a:lnTo>
                    <a:pt x="28593" y="49548"/>
                  </a:lnTo>
                  <a:lnTo>
                    <a:pt x="29408" y="49515"/>
                  </a:lnTo>
                  <a:lnTo>
                    <a:pt x="30200" y="49459"/>
                  </a:lnTo>
                  <a:lnTo>
                    <a:pt x="30971" y="49381"/>
                  </a:lnTo>
                  <a:lnTo>
                    <a:pt x="31718" y="49280"/>
                  </a:lnTo>
                  <a:lnTo>
                    <a:pt x="32444" y="49157"/>
                  </a:lnTo>
                  <a:lnTo>
                    <a:pt x="33147" y="49012"/>
                  </a:lnTo>
                  <a:lnTo>
                    <a:pt x="33828" y="48845"/>
                  </a:lnTo>
                  <a:lnTo>
                    <a:pt x="34487" y="48655"/>
                  </a:lnTo>
                  <a:lnTo>
                    <a:pt x="35123" y="48443"/>
                  </a:lnTo>
                  <a:lnTo>
                    <a:pt x="35728" y="48205"/>
                  </a:lnTo>
                  <a:lnTo>
                    <a:pt x="36322" y="47937"/>
                  </a:lnTo>
                  <a:lnTo>
                    <a:pt x="36907" y="47639"/>
                  </a:lnTo>
                  <a:lnTo>
                    <a:pt x="37480" y="47312"/>
                  </a:lnTo>
                  <a:lnTo>
                    <a:pt x="38044" y="46955"/>
                  </a:lnTo>
                  <a:lnTo>
                    <a:pt x="38597" y="46568"/>
                  </a:lnTo>
                  <a:lnTo>
                    <a:pt x="39139" y="46151"/>
                  </a:lnTo>
                  <a:lnTo>
                    <a:pt x="39671" y="45705"/>
                  </a:lnTo>
                  <a:lnTo>
                    <a:pt x="40193" y="45228"/>
                  </a:lnTo>
                  <a:lnTo>
                    <a:pt x="40704" y="44722"/>
                  </a:lnTo>
                  <a:lnTo>
                    <a:pt x="41193" y="44185"/>
                  </a:lnTo>
                  <a:lnTo>
                    <a:pt x="41677" y="43615"/>
                  </a:lnTo>
                  <a:lnTo>
                    <a:pt x="42157" y="43012"/>
                  </a:lnTo>
                  <a:lnTo>
                    <a:pt x="42633" y="42377"/>
                  </a:lnTo>
                  <a:lnTo>
                    <a:pt x="43104" y="41709"/>
                  </a:lnTo>
                  <a:lnTo>
                    <a:pt x="43570" y="41008"/>
                  </a:lnTo>
                  <a:lnTo>
                    <a:pt x="44033" y="40274"/>
                  </a:lnTo>
                  <a:lnTo>
                    <a:pt x="44490" y="39507"/>
                  </a:lnTo>
                  <a:lnTo>
                    <a:pt x="44943" y="38708"/>
                  </a:lnTo>
                  <a:lnTo>
                    <a:pt x="45392" y="37876"/>
                  </a:lnTo>
                  <a:lnTo>
                    <a:pt x="45827" y="36994"/>
                  </a:lnTo>
                  <a:lnTo>
                    <a:pt x="46267" y="36072"/>
                  </a:lnTo>
                  <a:lnTo>
                    <a:pt x="46714" y="35113"/>
                  </a:lnTo>
                  <a:lnTo>
                    <a:pt x="47166" y="34114"/>
                  </a:lnTo>
                  <a:lnTo>
                    <a:pt x="47625" y="33077"/>
                  </a:lnTo>
                  <a:lnTo>
                    <a:pt x="48089" y="32001"/>
                  </a:lnTo>
                  <a:lnTo>
                    <a:pt x="48559" y="30886"/>
                  </a:lnTo>
                  <a:lnTo>
                    <a:pt x="49035" y="29732"/>
                  </a:lnTo>
                  <a:lnTo>
                    <a:pt x="49518" y="28540"/>
                  </a:lnTo>
                  <a:lnTo>
                    <a:pt x="50006" y="27309"/>
                  </a:lnTo>
                  <a:lnTo>
                    <a:pt x="50543" y="25972"/>
                  </a:lnTo>
                  <a:lnTo>
                    <a:pt x="51083" y="24669"/>
                  </a:lnTo>
                  <a:lnTo>
                    <a:pt x="51626" y="23400"/>
                  </a:lnTo>
                  <a:lnTo>
                    <a:pt x="52173" y="22166"/>
                  </a:lnTo>
                  <a:lnTo>
                    <a:pt x="52722" y="20966"/>
                  </a:lnTo>
                  <a:lnTo>
                    <a:pt x="53274" y="19800"/>
                  </a:lnTo>
                  <a:lnTo>
                    <a:pt x="53829" y="18668"/>
                  </a:lnTo>
                  <a:lnTo>
                    <a:pt x="54387" y="17570"/>
                  </a:lnTo>
                  <a:lnTo>
                    <a:pt x="54948" y="16507"/>
                  </a:lnTo>
                  <a:lnTo>
                    <a:pt x="55512" y="15478"/>
                  </a:lnTo>
                  <a:lnTo>
                    <a:pt x="56085" y="14468"/>
                  </a:lnTo>
                  <a:lnTo>
                    <a:pt x="56673" y="13492"/>
                  </a:lnTo>
                  <a:lnTo>
                    <a:pt x="57276" y="12551"/>
                  </a:lnTo>
                  <a:lnTo>
                    <a:pt x="57894" y="11644"/>
                  </a:lnTo>
                  <a:lnTo>
                    <a:pt x="58526" y="10771"/>
                  </a:lnTo>
                  <a:lnTo>
                    <a:pt x="59174" y="9932"/>
                  </a:lnTo>
                  <a:lnTo>
                    <a:pt x="59836" y="9128"/>
                  </a:lnTo>
                  <a:lnTo>
                    <a:pt x="60513" y="8358"/>
                  </a:lnTo>
                  <a:lnTo>
                    <a:pt x="61205" y="7622"/>
                  </a:lnTo>
                  <a:lnTo>
                    <a:pt x="61912" y="6920"/>
                  </a:lnTo>
                  <a:lnTo>
                    <a:pt x="62638" y="6253"/>
                  </a:lnTo>
                  <a:lnTo>
                    <a:pt x="63385" y="5619"/>
                  </a:lnTo>
                  <a:lnTo>
                    <a:pt x="64156" y="5020"/>
                  </a:lnTo>
                  <a:lnTo>
                    <a:pt x="64948" y="4455"/>
                  </a:lnTo>
                  <a:lnTo>
                    <a:pt x="65763" y="3925"/>
                  </a:lnTo>
                  <a:lnTo>
                    <a:pt x="66600" y="3429"/>
                  </a:lnTo>
                  <a:lnTo>
                    <a:pt x="67460" y="2966"/>
                  </a:lnTo>
                  <a:lnTo>
                    <a:pt x="68341" y="2539"/>
                  </a:lnTo>
                  <a:lnTo>
                    <a:pt x="69246" y="2145"/>
                  </a:lnTo>
                  <a:lnTo>
                    <a:pt x="70172" y="1785"/>
                  </a:lnTo>
                  <a:lnTo>
                    <a:pt x="71127" y="1446"/>
                  </a:lnTo>
                  <a:lnTo>
                    <a:pt x="72116" y="1143"/>
                  </a:lnTo>
                  <a:lnTo>
                    <a:pt x="73139" y="875"/>
                  </a:lnTo>
                  <a:lnTo>
                    <a:pt x="74196" y="642"/>
                  </a:lnTo>
                  <a:lnTo>
                    <a:pt x="75288" y="446"/>
                  </a:lnTo>
                  <a:lnTo>
                    <a:pt x="76414" y="285"/>
                  </a:lnTo>
                  <a:lnTo>
                    <a:pt x="77574" y="160"/>
                  </a:lnTo>
                  <a:lnTo>
                    <a:pt x="78768" y="71"/>
                  </a:lnTo>
                  <a:lnTo>
                    <a:pt x="79997" y="1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71971" y="3268509"/>
              <a:ext cx="108793" cy="56480"/>
            </a:xfrm>
            <a:custGeom>
              <a:avLst/>
              <a:pathLst>
                <a:path w="108793" h="56480">
                  <a:moveTo>
                    <a:pt x="108793" y="0"/>
                  </a:moveTo>
                  <a:lnTo>
                    <a:pt x="108793" y="56480"/>
                  </a:lnTo>
                  <a:lnTo>
                    <a:pt x="0" y="56480"/>
                  </a:lnTo>
                  <a:lnTo>
                    <a:pt x="0" y="0"/>
                  </a:lnTo>
                  <a:lnTo>
                    <a:pt x="12203" y="0"/>
                  </a:lnTo>
                  <a:lnTo>
                    <a:pt x="12203" y="42639"/>
                  </a:lnTo>
                  <a:lnTo>
                    <a:pt x="45839" y="42639"/>
                  </a:lnTo>
                  <a:lnTo>
                    <a:pt x="45839" y="2827"/>
                  </a:lnTo>
                  <a:lnTo>
                    <a:pt x="57894" y="2827"/>
                  </a:lnTo>
                  <a:lnTo>
                    <a:pt x="57894" y="42639"/>
                  </a:lnTo>
                  <a:lnTo>
                    <a:pt x="96589" y="42639"/>
                  </a:lnTo>
                  <a:lnTo>
                    <a:pt x="9658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58142" y="3209945"/>
              <a:ext cx="41076" cy="24407"/>
            </a:xfrm>
            <a:custGeom>
              <a:avLst/>
              <a:pathLst>
                <a:path w="41076" h="24407">
                  <a:moveTo>
                    <a:pt x="19645" y="0"/>
                  </a:moveTo>
                  <a:lnTo>
                    <a:pt x="41076" y="15478"/>
                  </a:lnTo>
                  <a:lnTo>
                    <a:pt x="41076" y="24407"/>
                  </a:lnTo>
                  <a:lnTo>
                    <a:pt x="19645" y="14287"/>
                  </a:lnTo>
                  <a:lnTo>
                    <a:pt x="19645" y="23217"/>
                  </a:lnTo>
                  <a:lnTo>
                    <a:pt x="0" y="23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57535" y="2962890"/>
              <a:ext cx="136326" cy="136326"/>
            </a:xfrm>
            <a:custGeom>
              <a:avLst/>
              <a:pathLst>
                <a:path w="136326" h="136326">
                  <a:moveTo>
                    <a:pt x="7143" y="134540"/>
                  </a:moveTo>
                  <a:lnTo>
                    <a:pt x="7143" y="85129"/>
                  </a:lnTo>
                  <a:lnTo>
                    <a:pt x="15013" y="85665"/>
                  </a:lnTo>
                  <a:lnTo>
                    <a:pt x="22669" y="86320"/>
                  </a:lnTo>
                  <a:lnTo>
                    <a:pt x="30110" y="87094"/>
                  </a:lnTo>
                  <a:lnTo>
                    <a:pt x="37338" y="87987"/>
                  </a:lnTo>
                  <a:lnTo>
                    <a:pt x="44350" y="88999"/>
                  </a:lnTo>
                  <a:lnTo>
                    <a:pt x="51149" y="90130"/>
                  </a:lnTo>
                  <a:lnTo>
                    <a:pt x="57733" y="91380"/>
                  </a:lnTo>
                  <a:lnTo>
                    <a:pt x="64103" y="92749"/>
                  </a:lnTo>
                  <a:lnTo>
                    <a:pt x="70258" y="94237"/>
                  </a:lnTo>
                  <a:lnTo>
                    <a:pt x="76200" y="95845"/>
                  </a:lnTo>
                  <a:lnTo>
                    <a:pt x="79069" y="94190"/>
                  </a:lnTo>
                  <a:lnTo>
                    <a:pt x="81962" y="92559"/>
                  </a:lnTo>
                  <a:lnTo>
                    <a:pt x="84879" y="90951"/>
                  </a:lnTo>
                  <a:lnTo>
                    <a:pt x="87820" y="89368"/>
                  </a:lnTo>
                  <a:lnTo>
                    <a:pt x="90785" y="87808"/>
                  </a:lnTo>
                  <a:lnTo>
                    <a:pt x="93773" y="86272"/>
                  </a:lnTo>
                  <a:lnTo>
                    <a:pt x="96785" y="84760"/>
                  </a:lnTo>
                  <a:lnTo>
                    <a:pt x="99822" y="83272"/>
                  </a:lnTo>
                  <a:lnTo>
                    <a:pt x="102881" y="81807"/>
                  </a:lnTo>
                  <a:lnTo>
                    <a:pt x="105965" y="80367"/>
                  </a:lnTo>
                  <a:lnTo>
                    <a:pt x="114895" y="89892"/>
                  </a:lnTo>
                  <a:lnTo>
                    <a:pt x="112520" y="90969"/>
                  </a:lnTo>
                  <a:lnTo>
                    <a:pt x="110156" y="92059"/>
                  </a:lnTo>
                  <a:lnTo>
                    <a:pt x="107805" y="93160"/>
                  </a:lnTo>
                  <a:lnTo>
                    <a:pt x="105465" y="94273"/>
                  </a:lnTo>
                  <a:lnTo>
                    <a:pt x="103137" y="95398"/>
                  </a:lnTo>
                  <a:lnTo>
                    <a:pt x="100822" y="96535"/>
                  </a:lnTo>
                  <a:lnTo>
                    <a:pt x="98518" y="97684"/>
                  </a:lnTo>
                  <a:lnTo>
                    <a:pt x="96226" y="98845"/>
                  </a:lnTo>
                  <a:lnTo>
                    <a:pt x="93946" y="100018"/>
                  </a:lnTo>
                  <a:lnTo>
                    <a:pt x="91678" y="101203"/>
                  </a:lnTo>
                  <a:lnTo>
                    <a:pt x="96809" y="103411"/>
                  </a:lnTo>
                  <a:lnTo>
                    <a:pt x="101727" y="105751"/>
                  </a:lnTo>
                  <a:lnTo>
                    <a:pt x="106429" y="108221"/>
                  </a:lnTo>
                  <a:lnTo>
                    <a:pt x="110918" y="110823"/>
                  </a:lnTo>
                  <a:lnTo>
                    <a:pt x="115192" y="113555"/>
                  </a:lnTo>
                  <a:lnTo>
                    <a:pt x="119253" y="116419"/>
                  </a:lnTo>
                  <a:lnTo>
                    <a:pt x="123098" y="119413"/>
                  </a:lnTo>
                  <a:lnTo>
                    <a:pt x="126730" y="122539"/>
                  </a:lnTo>
                  <a:lnTo>
                    <a:pt x="130147" y="125795"/>
                  </a:lnTo>
                  <a:lnTo>
                    <a:pt x="133350" y="129182"/>
                  </a:lnTo>
                  <a:lnTo>
                    <a:pt x="123229" y="136326"/>
                  </a:lnTo>
                  <a:lnTo>
                    <a:pt x="119878" y="132730"/>
                  </a:lnTo>
                  <a:lnTo>
                    <a:pt x="116252" y="129325"/>
                  </a:lnTo>
                  <a:lnTo>
                    <a:pt x="112353" y="126111"/>
                  </a:lnTo>
                  <a:lnTo>
                    <a:pt x="108180" y="123086"/>
                  </a:lnTo>
                  <a:lnTo>
                    <a:pt x="103733" y="120253"/>
                  </a:lnTo>
                  <a:lnTo>
                    <a:pt x="99012" y="117609"/>
                  </a:lnTo>
                  <a:lnTo>
                    <a:pt x="94017" y="115157"/>
                  </a:lnTo>
                  <a:lnTo>
                    <a:pt x="88749" y="112895"/>
                  </a:lnTo>
                  <a:lnTo>
                    <a:pt x="83206" y="110823"/>
                  </a:lnTo>
                  <a:lnTo>
                    <a:pt x="77390" y="108942"/>
                  </a:lnTo>
                  <a:lnTo>
                    <a:pt x="73354" y="111335"/>
                  </a:lnTo>
                  <a:lnTo>
                    <a:pt x="69342" y="113752"/>
                  </a:lnTo>
                  <a:lnTo>
                    <a:pt x="65353" y="116193"/>
                  </a:lnTo>
                  <a:lnTo>
                    <a:pt x="61388" y="118657"/>
                  </a:lnTo>
                  <a:lnTo>
                    <a:pt x="57447" y="121146"/>
                  </a:lnTo>
                  <a:lnTo>
                    <a:pt x="53530" y="123658"/>
                  </a:lnTo>
                  <a:lnTo>
                    <a:pt x="49637" y="126194"/>
                  </a:lnTo>
                  <a:lnTo>
                    <a:pt x="45767" y="128754"/>
                  </a:lnTo>
                  <a:lnTo>
                    <a:pt x="41921" y="131337"/>
                  </a:lnTo>
                  <a:lnTo>
                    <a:pt x="38100" y="133945"/>
                  </a:lnTo>
                  <a:lnTo>
                    <a:pt x="31551" y="125015"/>
                  </a:lnTo>
                  <a:lnTo>
                    <a:pt x="34534" y="122878"/>
                  </a:lnTo>
                  <a:lnTo>
                    <a:pt x="37528" y="120753"/>
                  </a:lnTo>
                  <a:lnTo>
                    <a:pt x="40534" y="118639"/>
                  </a:lnTo>
                  <a:lnTo>
                    <a:pt x="43553" y="116538"/>
                  </a:lnTo>
                  <a:lnTo>
                    <a:pt x="46583" y="114448"/>
                  </a:lnTo>
                  <a:lnTo>
                    <a:pt x="49625" y="112371"/>
                  </a:lnTo>
                  <a:lnTo>
                    <a:pt x="52679" y="110305"/>
                  </a:lnTo>
                  <a:lnTo>
                    <a:pt x="55745" y="108251"/>
                  </a:lnTo>
                  <a:lnTo>
                    <a:pt x="58822" y="106209"/>
                  </a:lnTo>
                  <a:lnTo>
                    <a:pt x="61912" y="104179"/>
                  </a:lnTo>
                  <a:lnTo>
                    <a:pt x="58697" y="103370"/>
                  </a:lnTo>
                  <a:lnTo>
                    <a:pt x="55245" y="102608"/>
                  </a:lnTo>
                  <a:lnTo>
                    <a:pt x="51554" y="101893"/>
                  </a:lnTo>
                  <a:lnTo>
                    <a:pt x="47625" y="101226"/>
                  </a:lnTo>
                  <a:lnTo>
                    <a:pt x="43457" y="100607"/>
                  </a:lnTo>
                  <a:lnTo>
                    <a:pt x="39052" y="100036"/>
                  </a:lnTo>
                  <a:lnTo>
                    <a:pt x="34409" y="99512"/>
                  </a:lnTo>
                  <a:lnTo>
                    <a:pt x="29527" y="99036"/>
                  </a:lnTo>
                  <a:lnTo>
                    <a:pt x="24407" y="98607"/>
                  </a:lnTo>
                  <a:lnTo>
                    <a:pt x="19050" y="98226"/>
                  </a:lnTo>
                  <a:lnTo>
                    <a:pt x="19050" y="134540"/>
                  </a:lnTo>
                  <a:close/>
                  <a:moveTo>
                    <a:pt x="30956" y="78581"/>
                  </a:moveTo>
                  <a:lnTo>
                    <a:pt x="30956" y="29765"/>
                  </a:lnTo>
                  <a:lnTo>
                    <a:pt x="0" y="29765"/>
                  </a:lnTo>
                  <a:lnTo>
                    <a:pt x="0" y="17859"/>
                  </a:lnTo>
                  <a:lnTo>
                    <a:pt x="30956" y="17859"/>
                  </a:lnTo>
                  <a:lnTo>
                    <a:pt x="30956" y="0"/>
                  </a:lnTo>
                  <a:lnTo>
                    <a:pt x="42267" y="0"/>
                  </a:lnTo>
                  <a:lnTo>
                    <a:pt x="42267" y="17859"/>
                  </a:lnTo>
                  <a:lnTo>
                    <a:pt x="120253" y="17859"/>
                  </a:lnTo>
                  <a:lnTo>
                    <a:pt x="121985" y="17892"/>
                  </a:lnTo>
                  <a:lnTo>
                    <a:pt x="123610" y="17990"/>
                  </a:lnTo>
                  <a:lnTo>
                    <a:pt x="125128" y="18154"/>
                  </a:lnTo>
                  <a:lnTo>
                    <a:pt x="126539" y="18383"/>
                  </a:lnTo>
                  <a:lnTo>
                    <a:pt x="127843" y="18677"/>
                  </a:lnTo>
                  <a:lnTo>
                    <a:pt x="129039" y="19038"/>
                  </a:lnTo>
                  <a:lnTo>
                    <a:pt x="130129" y="19463"/>
                  </a:lnTo>
                  <a:lnTo>
                    <a:pt x="131111" y="19954"/>
                  </a:lnTo>
                  <a:lnTo>
                    <a:pt x="131986" y="20511"/>
                  </a:lnTo>
                  <a:lnTo>
                    <a:pt x="132754" y="21133"/>
                  </a:lnTo>
                  <a:lnTo>
                    <a:pt x="133433" y="21839"/>
                  </a:lnTo>
                  <a:lnTo>
                    <a:pt x="134040" y="22645"/>
                  </a:lnTo>
                  <a:lnTo>
                    <a:pt x="134576" y="23553"/>
                  </a:lnTo>
                  <a:lnTo>
                    <a:pt x="135040" y="24562"/>
                  </a:lnTo>
                  <a:lnTo>
                    <a:pt x="135433" y="25672"/>
                  </a:lnTo>
                  <a:lnTo>
                    <a:pt x="135755" y="26884"/>
                  </a:lnTo>
                  <a:lnTo>
                    <a:pt x="136005" y="28196"/>
                  </a:lnTo>
                  <a:lnTo>
                    <a:pt x="136183" y="29610"/>
                  </a:lnTo>
                  <a:lnTo>
                    <a:pt x="136290" y="31125"/>
                  </a:lnTo>
                  <a:lnTo>
                    <a:pt x="136326" y="32742"/>
                  </a:lnTo>
                  <a:lnTo>
                    <a:pt x="136302" y="34641"/>
                  </a:lnTo>
                  <a:lnTo>
                    <a:pt x="136231" y="36528"/>
                  </a:lnTo>
                  <a:lnTo>
                    <a:pt x="136112" y="38403"/>
                  </a:lnTo>
                  <a:lnTo>
                    <a:pt x="135945" y="40266"/>
                  </a:lnTo>
                  <a:lnTo>
                    <a:pt x="135731" y="42118"/>
                  </a:lnTo>
                  <a:lnTo>
                    <a:pt x="135469" y="43957"/>
                  </a:lnTo>
                  <a:lnTo>
                    <a:pt x="135159" y="45785"/>
                  </a:lnTo>
                  <a:lnTo>
                    <a:pt x="134802" y="47601"/>
                  </a:lnTo>
                  <a:lnTo>
                    <a:pt x="134397" y="49404"/>
                  </a:lnTo>
                  <a:lnTo>
                    <a:pt x="133945" y="51196"/>
                  </a:lnTo>
                  <a:lnTo>
                    <a:pt x="121443" y="53578"/>
                  </a:lnTo>
                  <a:lnTo>
                    <a:pt x="122009" y="51673"/>
                  </a:lnTo>
                  <a:lnTo>
                    <a:pt x="122515" y="49768"/>
                  </a:lnTo>
                  <a:lnTo>
                    <a:pt x="122961" y="47863"/>
                  </a:lnTo>
                  <a:lnTo>
                    <a:pt x="123348" y="45958"/>
                  </a:lnTo>
                  <a:lnTo>
                    <a:pt x="123676" y="44053"/>
                  </a:lnTo>
                  <a:lnTo>
                    <a:pt x="123944" y="42148"/>
                  </a:lnTo>
                  <a:lnTo>
                    <a:pt x="124152" y="40243"/>
                  </a:lnTo>
                  <a:lnTo>
                    <a:pt x="124301" y="38338"/>
                  </a:lnTo>
                  <a:lnTo>
                    <a:pt x="124390" y="36433"/>
                  </a:lnTo>
                  <a:lnTo>
                    <a:pt x="124420" y="34528"/>
                  </a:lnTo>
                  <a:lnTo>
                    <a:pt x="124408" y="34063"/>
                  </a:lnTo>
                  <a:lnTo>
                    <a:pt x="124372" y="33623"/>
                  </a:lnTo>
                  <a:lnTo>
                    <a:pt x="124313" y="33206"/>
                  </a:lnTo>
                  <a:lnTo>
                    <a:pt x="124229" y="32813"/>
                  </a:lnTo>
                  <a:lnTo>
                    <a:pt x="124122" y="32444"/>
                  </a:lnTo>
                  <a:lnTo>
                    <a:pt x="123991" y="32099"/>
                  </a:lnTo>
                  <a:lnTo>
                    <a:pt x="123836" y="31777"/>
                  </a:lnTo>
                  <a:lnTo>
                    <a:pt x="123658" y="31480"/>
                  </a:lnTo>
                  <a:lnTo>
                    <a:pt x="123455" y="31206"/>
                  </a:lnTo>
                  <a:lnTo>
                    <a:pt x="123229" y="30956"/>
                  </a:lnTo>
                  <a:lnTo>
                    <a:pt x="122955" y="30730"/>
                  </a:lnTo>
                  <a:lnTo>
                    <a:pt x="122610" y="30527"/>
                  </a:lnTo>
                  <a:lnTo>
                    <a:pt x="122193" y="30349"/>
                  </a:lnTo>
                  <a:lnTo>
                    <a:pt x="121705" y="30194"/>
                  </a:lnTo>
                  <a:lnTo>
                    <a:pt x="121146" y="30063"/>
                  </a:lnTo>
                  <a:lnTo>
                    <a:pt x="120515" y="29956"/>
                  </a:lnTo>
                  <a:lnTo>
                    <a:pt x="119812" y="29872"/>
                  </a:lnTo>
                  <a:lnTo>
                    <a:pt x="119038" y="29813"/>
                  </a:lnTo>
                  <a:lnTo>
                    <a:pt x="118193" y="29777"/>
                  </a:lnTo>
                  <a:lnTo>
                    <a:pt x="117276" y="29765"/>
                  </a:lnTo>
                  <a:lnTo>
                    <a:pt x="42267" y="29765"/>
                  </a:lnTo>
                  <a:lnTo>
                    <a:pt x="42267" y="78581"/>
                  </a:lnTo>
                  <a:close/>
                  <a:moveTo>
                    <a:pt x="52387" y="61317"/>
                  </a:moveTo>
                  <a:lnTo>
                    <a:pt x="56108" y="59090"/>
                  </a:lnTo>
                  <a:lnTo>
                    <a:pt x="59888" y="56935"/>
                  </a:lnTo>
                  <a:lnTo>
                    <a:pt x="63728" y="54852"/>
                  </a:lnTo>
                  <a:lnTo>
                    <a:pt x="67627" y="52839"/>
                  </a:lnTo>
                  <a:lnTo>
                    <a:pt x="71586" y="50899"/>
                  </a:lnTo>
                  <a:lnTo>
                    <a:pt x="75604" y="49029"/>
                  </a:lnTo>
                  <a:lnTo>
                    <a:pt x="79682" y="47232"/>
                  </a:lnTo>
                  <a:lnTo>
                    <a:pt x="83820" y="45505"/>
                  </a:lnTo>
                  <a:lnTo>
                    <a:pt x="88016" y="43850"/>
                  </a:lnTo>
                  <a:lnTo>
                    <a:pt x="92273" y="42267"/>
                  </a:lnTo>
                  <a:lnTo>
                    <a:pt x="97631" y="54173"/>
                  </a:lnTo>
                  <a:lnTo>
                    <a:pt x="93154" y="55637"/>
                  </a:lnTo>
                  <a:lnTo>
                    <a:pt x="88773" y="57173"/>
                  </a:lnTo>
                  <a:lnTo>
                    <a:pt x="84486" y="58781"/>
                  </a:lnTo>
                  <a:lnTo>
                    <a:pt x="80295" y="60459"/>
                  </a:lnTo>
                  <a:lnTo>
                    <a:pt x="76200" y="62210"/>
                  </a:lnTo>
                  <a:lnTo>
                    <a:pt x="72199" y="64031"/>
                  </a:lnTo>
                  <a:lnTo>
                    <a:pt x="68294" y="65924"/>
                  </a:lnTo>
                  <a:lnTo>
                    <a:pt x="64484" y="67889"/>
                  </a:lnTo>
                  <a:lnTo>
                    <a:pt x="60769" y="69925"/>
                  </a:lnTo>
                  <a:lnTo>
                    <a:pt x="57150" y="720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57535" y="2808705"/>
              <a:ext cx="137517" cy="136921"/>
            </a:xfrm>
            <a:custGeom>
              <a:avLst/>
              <a:pathLst>
                <a:path w="137517" h="136921">
                  <a:moveTo>
                    <a:pt x="25003" y="44053"/>
                  </a:moveTo>
                  <a:lnTo>
                    <a:pt x="25003" y="4167"/>
                  </a:lnTo>
                  <a:lnTo>
                    <a:pt x="36314" y="4167"/>
                  </a:lnTo>
                  <a:lnTo>
                    <a:pt x="36314" y="10715"/>
                  </a:lnTo>
                  <a:lnTo>
                    <a:pt x="44446" y="11525"/>
                  </a:lnTo>
                  <a:lnTo>
                    <a:pt x="52173" y="12525"/>
                  </a:lnTo>
                  <a:lnTo>
                    <a:pt x="59495" y="13716"/>
                  </a:lnTo>
                  <a:lnTo>
                    <a:pt x="66413" y="15097"/>
                  </a:lnTo>
                  <a:lnTo>
                    <a:pt x="72925" y="16668"/>
                  </a:lnTo>
                  <a:lnTo>
                    <a:pt x="79033" y="18430"/>
                  </a:lnTo>
                  <a:lnTo>
                    <a:pt x="84736" y="20383"/>
                  </a:lnTo>
                  <a:lnTo>
                    <a:pt x="90035" y="22526"/>
                  </a:lnTo>
                  <a:lnTo>
                    <a:pt x="94928" y="24860"/>
                  </a:lnTo>
                  <a:lnTo>
                    <a:pt x="99417" y="27384"/>
                  </a:lnTo>
                  <a:lnTo>
                    <a:pt x="102250" y="25181"/>
                  </a:lnTo>
                  <a:lnTo>
                    <a:pt x="105036" y="22860"/>
                  </a:lnTo>
                  <a:lnTo>
                    <a:pt x="107775" y="20419"/>
                  </a:lnTo>
                  <a:lnTo>
                    <a:pt x="110466" y="17859"/>
                  </a:lnTo>
                  <a:lnTo>
                    <a:pt x="113109" y="15180"/>
                  </a:lnTo>
                  <a:lnTo>
                    <a:pt x="115704" y="12382"/>
                  </a:lnTo>
                  <a:lnTo>
                    <a:pt x="118252" y="9465"/>
                  </a:lnTo>
                  <a:lnTo>
                    <a:pt x="120753" y="6429"/>
                  </a:lnTo>
                  <a:lnTo>
                    <a:pt x="123205" y="3274"/>
                  </a:lnTo>
                  <a:lnTo>
                    <a:pt x="125610" y="0"/>
                  </a:lnTo>
                  <a:lnTo>
                    <a:pt x="136921" y="8929"/>
                  </a:lnTo>
                  <a:lnTo>
                    <a:pt x="134618" y="11650"/>
                  </a:lnTo>
                  <a:lnTo>
                    <a:pt x="132230" y="14335"/>
                  </a:lnTo>
                  <a:lnTo>
                    <a:pt x="129760" y="16984"/>
                  </a:lnTo>
                  <a:lnTo>
                    <a:pt x="127206" y="19597"/>
                  </a:lnTo>
                  <a:lnTo>
                    <a:pt x="124569" y="22175"/>
                  </a:lnTo>
                  <a:lnTo>
                    <a:pt x="121848" y="24717"/>
                  </a:lnTo>
                  <a:lnTo>
                    <a:pt x="119044" y="27223"/>
                  </a:lnTo>
                  <a:lnTo>
                    <a:pt x="116157" y="29694"/>
                  </a:lnTo>
                  <a:lnTo>
                    <a:pt x="113186" y="32129"/>
                  </a:lnTo>
                  <a:lnTo>
                    <a:pt x="110132" y="34528"/>
                  </a:lnTo>
                  <a:lnTo>
                    <a:pt x="113299" y="36962"/>
                  </a:lnTo>
                  <a:lnTo>
                    <a:pt x="116371" y="39504"/>
                  </a:lnTo>
                  <a:lnTo>
                    <a:pt x="119348" y="42154"/>
                  </a:lnTo>
                  <a:lnTo>
                    <a:pt x="122229" y="44910"/>
                  </a:lnTo>
                  <a:lnTo>
                    <a:pt x="125015" y="47773"/>
                  </a:lnTo>
                  <a:lnTo>
                    <a:pt x="127706" y="50744"/>
                  </a:lnTo>
                  <a:lnTo>
                    <a:pt x="130302" y="53822"/>
                  </a:lnTo>
                  <a:lnTo>
                    <a:pt x="132802" y="57007"/>
                  </a:lnTo>
                  <a:lnTo>
                    <a:pt x="135207" y="60299"/>
                  </a:lnTo>
                  <a:lnTo>
                    <a:pt x="137517" y="63698"/>
                  </a:lnTo>
                  <a:lnTo>
                    <a:pt x="126801" y="72032"/>
                  </a:lnTo>
                  <a:lnTo>
                    <a:pt x="124592" y="68520"/>
                  </a:lnTo>
                  <a:lnTo>
                    <a:pt x="122253" y="65127"/>
                  </a:lnTo>
                  <a:lnTo>
                    <a:pt x="119782" y="61852"/>
                  </a:lnTo>
                  <a:lnTo>
                    <a:pt x="117181" y="58697"/>
                  </a:lnTo>
                  <a:lnTo>
                    <a:pt x="114448" y="55661"/>
                  </a:lnTo>
                  <a:lnTo>
                    <a:pt x="111585" y="52744"/>
                  </a:lnTo>
                  <a:lnTo>
                    <a:pt x="108590" y="49946"/>
                  </a:lnTo>
                  <a:lnTo>
                    <a:pt x="105465" y="47267"/>
                  </a:lnTo>
                  <a:lnTo>
                    <a:pt x="102209" y="44707"/>
                  </a:lnTo>
                  <a:lnTo>
                    <a:pt x="98821" y="42267"/>
                  </a:lnTo>
                  <a:lnTo>
                    <a:pt x="95928" y="43922"/>
                  </a:lnTo>
                  <a:lnTo>
                    <a:pt x="92963" y="45553"/>
                  </a:lnTo>
                  <a:lnTo>
                    <a:pt x="89927" y="47160"/>
                  </a:lnTo>
                  <a:lnTo>
                    <a:pt x="86820" y="48744"/>
                  </a:lnTo>
                  <a:lnTo>
                    <a:pt x="83641" y="50303"/>
                  </a:lnTo>
                  <a:lnTo>
                    <a:pt x="80390" y="51839"/>
                  </a:lnTo>
                  <a:lnTo>
                    <a:pt x="77069" y="53351"/>
                  </a:lnTo>
                  <a:lnTo>
                    <a:pt x="73675" y="54840"/>
                  </a:lnTo>
                  <a:lnTo>
                    <a:pt x="70211" y="56304"/>
                  </a:lnTo>
                  <a:lnTo>
                    <a:pt x="66674" y="57745"/>
                  </a:lnTo>
                  <a:lnTo>
                    <a:pt x="76795" y="62507"/>
                  </a:lnTo>
                  <a:lnTo>
                    <a:pt x="69651" y="72032"/>
                  </a:lnTo>
                  <a:lnTo>
                    <a:pt x="63275" y="69139"/>
                  </a:lnTo>
                  <a:lnTo>
                    <a:pt x="56769" y="66413"/>
                  </a:lnTo>
                  <a:lnTo>
                    <a:pt x="50131" y="63853"/>
                  </a:lnTo>
                  <a:lnTo>
                    <a:pt x="43362" y="61460"/>
                  </a:lnTo>
                  <a:lnTo>
                    <a:pt x="36462" y="59233"/>
                  </a:lnTo>
                  <a:lnTo>
                    <a:pt x="29432" y="57173"/>
                  </a:lnTo>
                  <a:lnTo>
                    <a:pt x="22270" y="55280"/>
                  </a:lnTo>
                  <a:lnTo>
                    <a:pt x="14978" y="53554"/>
                  </a:lnTo>
                  <a:lnTo>
                    <a:pt x="7554" y="51994"/>
                  </a:lnTo>
                  <a:lnTo>
                    <a:pt x="0" y="50601"/>
                  </a:lnTo>
                  <a:lnTo>
                    <a:pt x="3571" y="38695"/>
                  </a:lnTo>
                  <a:lnTo>
                    <a:pt x="5822" y="39177"/>
                  </a:lnTo>
                  <a:lnTo>
                    <a:pt x="8048" y="39671"/>
                  </a:lnTo>
                  <a:lnTo>
                    <a:pt x="10251" y="40177"/>
                  </a:lnTo>
                  <a:lnTo>
                    <a:pt x="12430" y="40695"/>
                  </a:lnTo>
                  <a:lnTo>
                    <a:pt x="14585" y="41225"/>
                  </a:lnTo>
                  <a:lnTo>
                    <a:pt x="16716" y="41767"/>
                  </a:lnTo>
                  <a:lnTo>
                    <a:pt x="18823" y="42320"/>
                  </a:lnTo>
                  <a:lnTo>
                    <a:pt x="20907" y="42886"/>
                  </a:lnTo>
                  <a:lnTo>
                    <a:pt x="22967" y="43463"/>
                  </a:lnTo>
                  <a:close/>
                  <a:moveTo>
                    <a:pt x="36314" y="22621"/>
                  </a:moveTo>
                  <a:lnTo>
                    <a:pt x="36314" y="47029"/>
                  </a:lnTo>
                  <a:lnTo>
                    <a:pt x="36986" y="47178"/>
                  </a:lnTo>
                  <a:lnTo>
                    <a:pt x="37814" y="47386"/>
                  </a:lnTo>
                  <a:lnTo>
                    <a:pt x="38796" y="47654"/>
                  </a:lnTo>
                  <a:lnTo>
                    <a:pt x="39933" y="47982"/>
                  </a:lnTo>
                  <a:lnTo>
                    <a:pt x="41225" y="48369"/>
                  </a:lnTo>
                  <a:lnTo>
                    <a:pt x="42671" y="48815"/>
                  </a:lnTo>
                  <a:lnTo>
                    <a:pt x="44273" y="49321"/>
                  </a:lnTo>
                  <a:lnTo>
                    <a:pt x="46029" y="49887"/>
                  </a:lnTo>
                  <a:lnTo>
                    <a:pt x="47940" y="50512"/>
                  </a:lnTo>
                  <a:lnTo>
                    <a:pt x="50006" y="51196"/>
                  </a:lnTo>
                  <a:lnTo>
                    <a:pt x="54232" y="49750"/>
                  </a:lnTo>
                  <a:lnTo>
                    <a:pt x="58340" y="48267"/>
                  </a:lnTo>
                  <a:lnTo>
                    <a:pt x="62329" y="46749"/>
                  </a:lnTo>
                  <a:lnTo>
                    <a:pt x="66198" y="45196"/>
                  </a:lnTo>
                  <a:lnTo>
                    <a:pt x="69949" y="43606"/>
                  </a:lnTo>
                  <a:lnTo>
                    <a:pt x="73580" y="41981"/>
                  </a:lnTo>
                  <a:lnTo>
                    <a:pt x="77092" y="40320"/>
                  </a:lnTo>
                  <a:lnTo>
                    <a:pt x="80486" y="38623"/>
                  </a:lnTo>
                  <a:lnTo>
                    <a:pt x="83760" y="36891"/>
                  </a:lnTo>
                  <a:lnTo>
                    <a:pt x="86915" y="35123"/>
                  </a:lnTo>
                  <a:lnTo>
                    <a:pt x="83510" y="33617"/>
                  </a:lnTo>
                  <a:lnTo>
                    <a:pt x="79962" y="32194"/>
                  </a:lnTo>
                  <a:lnTo>
                    <a:pt x="76271" y="30855"/>
                  </a:lnTo>
                  <a:lnTo>
                    <a:pt x="72437" y="29598"/>
                  </a:lnTo>
                  <a:lnTo>
                    <a:pt x="68460" y="28426"/>
                  </a:lnTo>
                  <a:lnTo>
                    <a:pt x="64341" y="27336"/>
                  </a:lnTo>
                  <a:lnTo>
                    <a:pt x="60078" y="26330"/>
                  </a:lnTo>
                  <a:lnTo>
                    <a:pt x="55673" y="25407"/>
                  </a:lnTo>
                  <a:lnTo>
                    <a:pt x="51125" y="24568"/>
                  </a:lnTo>
                  <a:lnTo>
                    <a:pt x="46434" y="23812"/>
                  </a:lnTo>
                  <a:lnTo>
                    <a:pt x="45839" y="23812"/>
                  </a:lnTo>
                  <a:close/>
                  <a:moveTo>
                    <a:pt x="25598" y="135135"/>
                  </a:moveTo>
                  <a:lnTo>
                    <a:pt x="25598" y="104179"/>
                  </a:lnTo>
                  <a:lnTo>
                    <a:pt x="595" y="104179"/>
                  </a:lnTo>
                  <a:lnTo>
                    <a:pt x="595" y="93464"/>
                  </a:lnTo>
                  <a:lnTo>
                    <a:pt x="25598" y="93464"/>
                  </a:lnTo>
                  <a:lnTo>
                    <a:pt x="25598" y="64889"/>
                  </a:lnTo>
                  <a:lnTo>
                    <a:pt x="35718" y="64889"/>
                  </a:lnTo>
                  <a:lnTo>
                    <a:pt x="35718" y="93464"/>
                  </a:lnTo>
                  <a:lnTo>
                    <a:pt x="63103" y="93464"/>
                  </a:lnTo>
                  <a:lnTo>
                    <a:pt x="63103" y="104179"/>
                  </a:lnTo>
                  <a:lnTo>
                    <a:pt x="44648" y="104179"/>
                  </a:lnTo>
                  <a:lnTo>
                    <a:pt x="47452" y="106239"/>
                  </a:lnTo>
                  <a:lnTo>
                    <a:pt x="50149" y="108370"/>
                  </a:lnTo>
                  <a:lnTo>
                    <a:pt x="52738" y="110573"/>
                  </a:lnTo>
                  <a:lnTo>
                    <a:pt x="55221" y="112847"/>
                  </a:lnTo>
                  <a:lnTo>
                    <a:pt x="57596" y="115192"/>
                  </a:lnTo>
                  <a:lnTo>
                    <a:pt x="59864" y="117609"/>
                  </a:lnTo>
                  <a:lnTo>
                    <a:pt x="62025" y="120098"/>
                  </a:lnTo>
                  <a:lnTo>
                    <a:pt x="64079" y="122658"/>
                  </a:lnTo>
                  <a:lnTo>
                    <a:pt x="66026" y="125289"/>
                  </a:lnTo>
                  <a:lnTo>
                    <a:pt x="67865" y="127992"/>
                  </a:lnTo>
                  <a:lnTo>
                    <a:pt x="58340" y="135731"/>
                  </a:lnTo>
                  <a:lnTo>
                    <a:pt x="56721" y="132790"/>
                  </a:lnTo>
                  <a:lnTo>
                    <a:pt x="54959" y="129921"/>
                  </a:lnTo>
                  <a:lnTo>
                    <a:pt x="53054" y="127123"/>
                  </a:lnTo>
                  <a:lnTo>
                    <a:pt x="51006" y="124396"/>
                  </a:lnTo>
                  <a:lnTo>
                    <a:pt x="48815" y="121741"/>
                  </a:lnTo>
                  <a:lnTo>
                    <a:pt x="46482" y="119157"/>
                  </a:lnTo>
                  <a:lnTo>
                    <a:pt x="44005" y="116645"/>
                  </a:lnTo>
                  <a:lnTo>
                    <a:pt x="41386" y="114204"/>
                  </a:lnTo>
                  <a:lnTo>
                    <a:pt x="38623" y="111835"/>
                  </a:lnTo>
                  <a:lnTo>
                    <a:pt x="35718" y="109537"/>
                  </a:lnTo>
                  <a:lnTo>
                    <a:pt x="35718" y="135135"/>
                  </a:lnTo>
                  <a:close/>
                  <a:moveTo>
                    <a:pt x="2976" y="120848"/>
                  </a:moveTo>
                  <a:lnTo>
                    <a:pt x="4423" y="119913"/>
                  </a:lnTo>
                  <a:lnTo>
                    <a:pt x="5905" y="119014"/>
                  </a:lnTo>
                  <a:lnTo>
                    <a:pt x="7423" y="118151"/>
                  </a:lnTo>
                  <a:lnTo>
                    <a:pt x="8977" y="117324"/>
                  </a:lnTo>
                  <a:lnTo>
                    <a:pt x="10566" y="116532"/>
                  </a:lnTo>
                  <a:lnTo>
                    <a:pt x="12191" y="115776"/>
                  </a:lnTo>
                  <a:lnTo>
                    <a:pt x="13852" y="115056"/>
                  </a:lnTo>
                  <a:lnTo>
                    <a:pt x="15549" y="114371"/>
                  </a:lnTo>
                  <a:lnTo>
                    <a:pt x="17281" y="113722"/>
                  </a:lnTo>
                  <a:lnTo>
                    <a:pt x="19049" y="113109"/>
                  </a:lnTo>
                  <a:lnTo>
                    <a:pt x="23812" y="122634"/>
                  </a:lnTo>
                  <a:lnTo>
                    <a:pt x="22038" y="123241"/>
                  </a:lnTo>
                  <a:lnTo>
                    <a:pt x="20288" y="123872"/>
                  </a:lnTo>
                  <a:lnTo>
                    <a:pt x="18561" y="124527"/>
                  </a:lnTo>
                  <a:lnTo>
                    <a:pt x="16859" y="125206"/>
                  </a:lnTo>
                  <a:lnTo>
                    <a:pt x="15180" y="125908"/>
                  </a:lnTo>
                  <a:lnTo>
                    <a:pt x="13525" y="126634"/>
                  </a:lnTo>
                  <a:lnTo>
                    <a:pt x="11894" y="127384"/>
                  </a:lnTo>
                  <a:lnTo>
                    <a:pt x="10286" y="128158"/>
                  </a:lnTo>
                  <a:lnTo>
                    <a:pt x="8703" y="128956"/>
                  </a:lnTo>
                  <a:lnTo>
                    <a:pt x="7143" y="129778"/>
                  </a:lnTo>
                  <a:close/>
                  <a:moveTo>
                    <a:pt x="2976" y="76795"/>
                  </a:moveTo>
                  <a:lnTo>
                    <a:pt x="7143" y="67865"/>
                  </a:lnTo>
                  <a:lnTo>
                    <a:pt x="9120" y="68943"/>
                  </a:lnTo>
                  <a:lnTo>
                    <a:pt x="11001" y="70032"/>
                  </a:lnTo>
                  <a:lnTo>
                    <a:pt x="12787" y="71133"/>
                  </a:lnTo>
                  <a:lnTo>
                    <a:pt x="14477" y="72247"/>
                  </a:lnTo>
                  <a:lnTo>
                    <a:pt x="16073" y="73372"/>
                  </a:lnTo>
                  <a:lnTo>
                    <a:pt x="17573" y="74509"/>
                  </a:lnTo>
                  <a:lnTo>
                    <a:pt x="18978" y="75658"/>
                  </a:lnTo>
                  <a:lnTo>
                    <a:pt x="20288" y="76819"/>
                  </a:lnTo>
                  <a:lnTo>
                    <a:pt x="21502" y="77991"/>
                  </a:lnTo>
                  <a:lnTo>
                    <a:pt x="22621" y="79176"/>
                  </a:lnTo>
                  <a:lnTo>
                    <a:pt x="15478" y="86915"/>
                  </a:lnTo>
                  <a:lnTo>
                    <a:pt x="14388" y="85742"/>
                  </a:lnTo>
                  <a:lnTo>
                    <a:pt x="13263" y="84605"/>
                  </a:lnTo>
                  <a:lnTo>
                    <a:pt x="12102" y="83504"/>
                  </a:lnTo>
                  <a:lnTo>
                    <a:pt x="10906" y="82438"/>
                  </a:lnTo>
                  <a:lnTo>
                    <a:pt x="9673" y="81408"/>
                  </a:lnTo>
                  <a:lnTo>
                    <a:pt x="8405" y="80414"/>
                  </a:lnTo>
                  <a:lnTo>
                    <a:pt x="7102" y="79456"/>
                  </a:lnTo>
                  <a:lnTo>
                    <a:pt x="5762" y="78533"/>
                  </a:lnTo>
                  <a:lnTo>
                    <a:pt x="4387" y="77646"/>
                  </a:lnTo>
                  <a:close/>
                  <a:moveTo>
                    <a:pt x="41076" y="80962"/>
                  </a:moveTo>
                  <a:lnTo>
                    <a:pt x="42511" y="79676"/>
                  </a:lnTo>
                  <a:lnTo>
                    <a:pt x="43957" y="78438"/>
                  </a:lnTo>
                  <a:lnTo>
                    <a:pt x="45416" y="77247"/>
                  </a:lnTo>
                  <a:lnTo>
                    <a:pt x="46886" y="76104"/>
                  </a:lnTo>
                  <a:lnTo>
                    <a:pt x="48369" y="75009"/>
                  </a:lnTo>
                  <a:lnTo>
                    <a:pt x="49863" y="73961"/>
                  </a:lnTo>
                  <a:lnTo>
                    <a:pt x="51369" y="72961"/>
                  </a:lnTo>
                  <a:lnTo>
                    <a:pt x="52887" y="72009"/>
                  </a:lnTo>
                  <a:lnTo>
                    <a:pt x="54417" y="71104"/>
                  </a:lnTo>
                  <a:lnTo>
                    <a:pt x="55959" y="70246"/>
                  </a:lnTo>
                  <a:lnTo>
                    <a:pt x="61317" y="79176"/>
                  </a:lnTo>
                  <a:lnTo>
                    <a:pt x="59662" y="79920"/>
                  </a:lnTo>
                  <a:lnTo>
                    <a:pt x="58031" y="80724"/>
                  </a:lnTo>
                  <a:lnTo>
                    <a:pt x="56423" y="81587"/>
                  </a:lnTo>
                  <a:lnTo>
                    <a:pt x="54840" y="82510"/>
                  </a:lnTo>
                  <a:lnTo>
                    <a:pt x="53280" y="83492"/>
                  </a:lnTo>
                  <a:lnTo>
                    <a:pt x="51744" y="84534"/>
                  </a:lnTo>
                  <a:lnTo>
                    <a:pt x="50232" y="85635"/>
                  </a:lnTo>
                  <a:lnTo>
                    <a:pt x="48744" y="86796"/>
                  </a:lnTo>
                  <a:lnTo>
                    <a:pt x="47279" y="88016"/>
                  </a:lnTo>
                  <a:lnTo>
                    <a:pt x="45839" y="89296"/>
                  </a:lnTo>
                  <a:close/>
                  <a:moveTo>
                    <a:pt x="75604" y="135731"/>
                  </a:moveTo>
                  <a:lnTo>
                    <a:pt x="75604" y="112514"/>
                  </a:lnTo>
                  <a:lnTo>
                    <a:pt x="74652" y="112043"/>
                  </a:lnTo>
                  <a:lnTo>
                    <a:pt x="73699" y="111585"/>
                  </a:lnTo>
                  <a:lnTo>
                    <a:pt x="72747" y="111138"/>
                  </a:lnTo>
                  <a:lnTo>
                    <a:pt x="71794" y="110704"/>
                  </a:lnTo>
                  <a:lnTo>
                    <a:pt x="70842" y="110281"/>
                  </a:lnTo>
                  <a:lnTo>
                    <a:pt x="69889" y="109870"/>
                  </a:lnTo>
                  <a:lnTo>
                    <a:pt x="68937" y="109472"/>
                  </a:lnTo>
                  <a:lnTo>
                    <a:pt x="67984" y="109085"/>
                  </a:lnTo>
                  <a:lnTo>
                    <a:pt x="67032" y="108710"/>
                  </a:lnTo>
                  <a:lnTo>
                    <a:pt x="66079" y="108346"/>
                  </a:lnTo>
                  <a:lnTo>
                    <a:pt x="67270" y="97035"/>
                  </a:lnTo>
                  <a:lnTo>
                    <a:pt x="75604" y="100607"/>
                  </a:lnTo>
                  <a:lnTo>
                    <a:pt x="75604" y="73818"/>
                  </a:lnTo>
                  <a:lnTo>
                    <a:pt x="85724" y="73818"/>
                  </a:lnTo>
                  <a:lnTo>
                    <a:pt x="88772" y="75277"/>
                  </a:lnTo>
                  <a:lnTo>
                    <a:pt x="91725" y="76795"/>
                  </a:lnTo>
                  <a:lnTo>
                    <a:pt x="94583" y="78372"/>
                  </a:lnTo>
                  <a:lnTo>
                    <a:pt x="97345" y="80010"/>
                  </a:lnTo>
                  <a:lnTo>
                    <a:pt x="100012" y="81706"/>
                  </a:lnTo>
                  <a:lnTo>
                    <a:pt x="102584" y="83462"/>
                  </a:lnTo>
                  <a:lnTo>
                    <a:pt x="105060" y="85278"/>
                  </a:lnTo>
                  <a:lnTo>
                    <a:pt x="107442" y="87153"/>
                  </a:lnTo>
                  <a:lnTo>
                    <a:pt x="109727" y="89088"/>
                  </a:lnTo>
                  <a:lnTo>
                    <a:pt x="111918" y="91082"/>
                  </a:lnTo>
                  <a:lnTo>
                    <a:pt x="113103" y="89076"/>
                  </a:lnTo>
                  <a:lnTo>
                    <a:pt x="114276" y="87106"/>
                  </a:lnTo>
                  <a:lnTo>
                    <a:pt x="115437" y="85171"/>
                  </a:lnTo>
                  <a:lnTo>
                    <a:pt x="116586" y="83272"/>
                  </a:lnTo>
                  <a:lnTo>
                    <a:pt x="117723" y="81408"/>
                  </a:lnTo>
                  <a:lnTo>
                    <a:pt x="118848" y="79581"/>
                  </a:lnTo>
                  <a:lnTo>
                    <a:pt x="119961" y="77789"/>
                  </a:lnTo>
                  <a:lnTo>
                    <a:pt x="121062" y="76033"/>
                  </a:lnTo>
                  <a:lnTo>
                    <a:pt x="122152" y="74312"/>
                  </a:lnTo>
                  <a:lnTo>
                    <a:pt x="123229" y="72628"/>
                  </a:lnTo>
                  <a:lnTo>
                    <a:pt x="133945" y="79771"/>
                  </a:lnTo>
                  <a:lnTo>
                    <a:pt x="132629" y="81367"/>
                  </a:lnTo>
                  <a:lnTo>
                    <a:pt x="131302" y="83058"/>
                  </a:lnTo>
                  <a:lnTo>
                    <a:pt x="129962" y="84843"/>
                  </a:lnTo>
                  <a:lnTo>
                    <a:pt x="128611" y="86725"/>
                  </a:lnTo>
                  <a:lnTo>
                    <a:pt x="127248" y="88701"/>
                  </a:lnTo>
                  <a:lnTo>
                    <a:pt x="125872" y="90773"/>
                  </a:lnTo>
                  <a:lnTo>
                    <a:pt x="124485" y="92940"/>
                  </a:lnTo>
                  <a:lnTo>
                    <a:pt x="123086" y="95202"/>
                  </a:lnTo>
                  <a:lnTo>
                    <a:pt x="121675" y="97559"/>
                  </a:lnTo>
                  <a:lnTo>
                    <a:pt x="120253" y="100012"/>
                  </a:lnTo>
                  <a:lnTo>
                    <a:pt x="122354" y="102596"/>
                  </a:lnTo>
                  <a:lnTo>
                    <a:pt x="124372" y="105346"/>
                  </a:lnTo>
                  <a:lnTo>
                    <a:pt x="126307" y="108263"/>
                  </a:lnTo>
                  <a:lnTo>
                    <a:pt x="128158" y="111347"/>
                  </a:lnTo>
                  <a:lnTo>
                    <a:pt x="129926" y="114597"/>
                  </a:lnTo>
                  <a:lnTo>
                    <a:pt x="131611" y="118014"/>
                  </a:lnTo>
                  <a:lnTo>
                    <a:pt x="133213" y="121598"/>
                  </a:lnTo>
                  <a:lnTo>
                    <a:pt x="134731" y="125349"/>
                  </a:lnTo>
                  <a:lnTo>
                    <a:pt x="136165" y="129266"/>
                  </a:lnTo>
                  <a:lnTo>
                    <a:pt x="137517" y="133350"/>
                  </a:lnTo>
                  <a:lnTo>
                    <a:pt x="127396" y="136921"/>
                  </a:lnTo>
                  <a:lnTo>
                    <a:pt x="126414" y="133867"/>
                  </a:lnTo>
                  <a:lnTo>
                    <a:pt x="125372" y="130897"/>
                  </a:lnTo>
                  <a:lnTo>
                    <a:pt x="124271" y="128010"/>
                  </a:lnTo>
                  <a:lnTo>
                    <a:pt x="123110" y="125206"/>
                  </a:lnTo>
                  <a:lnTo>
                    <a:pt x="121890" y="122485"/>
                  </a:lnTo>
                  <a:lnTo>
                    <a:pt x="120610" y="119848"/>
                  </a:lnTo>
                  <a:lnTo>
                    <a:pt x="119270" y="117294"/>
                  </a:lnTo>
                  <a:lnTo>
                    <a:pt x="117871" y="114823"/>
                  </a:lnTo>
                  <a:lnTo>
                    <a:pt x="116413" y="112436"/>
                  </a:lnTo>
                  <a:lnTo>
                    <a:pt x="114895" y="110132"/>
                  </a:lnTo>
                  <a:lnTo>
                    <a:pt x="113823" y="112055"/>
                  </a:lnTo>
                  <a:lnTo>
                    <a:pt x="112752" y="114014"/>
                  </a:lnTo>
                  <a:lnTo>
                    <a:pt x="111680" y="116008"/>
                  </a:lnTo>
                  <a:lnTo>
                    <a:pt x="110609" y="118038"/>
                  </a:lnTo>
                  <a:lnTo>
                    <a:pt x="109537" y="120104"/>
                  </a:lnTo>
                  <a:lnTo>
                    <a:pt x="108465" y="122205"/>
                  </a:lnTo>
                  <a:lnTo>
                    <a:pt x="107394" y="124342"/>
                  </a:lnTo>
                  <a:lnTo>
                    <a:pt x="106322" y="126515"/>
                  </a:lnTo>
                  <a:lnTo>
                    <a:pt x="105251" y="128724"/>
                  </a:lnTo>
                  <a:lnTo>
                    <a:pt x="104179" y="130968"/>
                  </a:lnTo>
                  <a:lnTo>
                    <a:pt x="102280" y="129557"/>
                  </a:lnTo>
                  <a:lnTo>
                    <a:pt x="100393" y="128182"/>
                  </a:lnTo>
                  <a:lnTo>
                    <a:pt x="98518" y="126843"/>
                  </a:lnTo>
                  <a:lnTo>
                    <a:pt x="96654" y="125539"/>
                  </a:lnTo>
                  <a:lnTo>
                    <a:pt x="94803" y="124271"/>
                  </a:lnTo>
                  <a:lnTo>
                    <a:pt x="92963" y="123039"/>
                  </a:lnTo>
                  <a:lnTo>
                    <a:pt x="91136" y="121842"/>
                  </a:lnTo>
                  <a:lnTo>
                    <a:pt x="89320" y="120681"/>
                  </a:lnTo>
                  <a:lnTo>
                    <a:pt x="87516" y="119556"/>
                  </a:lnTo>
                  <a:lnTo>
                    <a:pt x="85724" y="118467"/>
                  </a:lnTo>
                  <a:lnTo>
                    <a:pt x="85724" y="135731"/>
                  </a:lnTo>
                  <a:close/>
                  <a:moveTo>
                    <a:pt x="85724" y="105965"/>
                  </a:moveTo>
                  <a:lnTo>
                    <a:pt x="87254" y="106805"/>
                  </a:lnTo>
                  <a:lnTo>
                    <a:pt x="88749" y="107656"/>
                  </a:lnTo>
                  <a:lnTo>
                    <a:pt x="90207" y="108519"/>
                  </a:lnTo>
                  <a:lnTo>
                    <a:pt x="91630" y="109394"/>
                  </a:lnTo>
                  <a:lnTo>
                    <a:pt x="93017" y="110281"/>
                  </a:lnTo>
                  <a:lnTo>
                    <a:pt x="94368" y="111180"/>
                  </a:lnTo>
                  <a:lnTo>
                    <a:pt x="95684" y="112091"/>
                  </a:lnTo>
                  <a:lnTo>
                    <a:pt x="96964" y="113014"/>
                  </a:lnTo>
                  <a:lnTo>
                    <a:pt x="98208" y="113948"/>
                  </a:lnTo>
                  <a:lnTo>
                    <a:pt x="99417" y="114895"/>
                  </a:lnTo>
                  <a:lnTo>
                    <a:pt x="106560" y="100607"/>
                  </a:lnTo>
                  <a:lnTo>
                    <a:pt x="104638" y="98857"/>
                  </a:lnTo>
                  <a:lnTo>
                    <a:pt x="102679" y="97178"/>
                  </a:lnTo>
                  <a:lnTo>
                    <a:pt x="100685" y="95571"/>
                  </a:lnTo>
                  <a:lnTo>
                    <a:pt x="98655" y="94035"/>
                  </a:lnTo>
                  <a:lnTo>
                    <a:pt x="96589" y="92571"/>
                  </a:lnTo>
                  <a:lnTo>
                    <a:pt x="94488" y="91178"/>
                  </a:lnTo>
                  <a:lnTo>
                    <a:pt x="92350" y="89856"/>
                  </a:lnTo>
                  <a:lnTo>
                    <a:pt x="90177" y="88606"/>
                  </a:lnTo>
                  <a:lnTo>
                    <a:pt x="87969" y="87427"/>
                  </a:lnTo>
                  <a:lnTo>
                    <a:pt x="85724" y="8632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56939" y="2657495"/>
              <a:ext cx="132159" cy="138707"/>
            </a:xfrm>
            <a:custGeom>
              <a:avLst/>
              <a:pathLst>
                <a:path w="132159" h="138707">
                  <a:moveTo>
                    <a:pt x="83939" y="126206"/>
                  </a:moveTo>
                  <a:lnTo>
                    <a:pt x="83939" y="75009"/>
                  </a:lnTo>
                  <a:lnTo>
                    <a:pt x="0" y="75009"/>
                  </a:lnTo>
                  <a:lnTo>
                    <a:pt x="0" y="63103"/>
                  </a:lnTo>
                  <a:lnTo>
                    <a:pt x="83939" y="63103"/>
                  </a:lnTo>
                  <a:lnTo>
                    <a:pt x="83939" y="10715"/>
                  </a:lnTo>
                  <a:lnTo>
                    <a:pt x="95250" y="10715"/>
                  </a:lnTo>
                  <a:lnTo>
                    <a:pt x="95250" y="63103"/>
                  </a:lnTo>
                  <a:lnTo>
                    <a:pt x="120848" y="63103"/>
                  </a:lnTo>
                  <a:lnTo>
                    <a:pt x="120848" y="595"/>
                  </a:lnTo>
                  <a:lnTo>
                    <a:pt x="132159" y="595"/>
                  </a:lnTo>
                  <a:lnTo>
                    <a:pt x="132159" y="136326"/>
                  </a:lnTo>
                  <a:lnTo>
                    <a:pt x="120848" y="136326"/>
                  </a:lnTo>
                  <a:lnTo>
                    <a:pt x="120848" y="75009"/>
                  </a:lnTo>
                  <a:lnTo>
                    <a:pt x="95250" y="75009"/>
                  </a:lnTo>
                  <a:lnTo>
                    <a:pt x="95250" y="126206"/>
                  </a:lnTo>
                  <a:close/>
                  <a:moveTo>
                    <a:pt x="8929" y="35123"/>
                  </a:moveTo>
                  <a:lnTo>
                    <a:pt x="11906" y="23217"/>
                  </a:lnTo>
                  <a:lnTo>
                    <a:pt x="13924" y="23473"/>
                  </a:lnTo>
                  <a:lnTo>
                    <a:pt x="15930" y="23764"/>
                  </a:lnTo>
                  <a:lnTo>
                    <a:pt x="17924" y="24092"/>
                  </a:lnTo>
                  <a:lnTo>
                    <a:pt x="19907" y="24455"/>
                  </a:lnTo>
                  <a:lnTo>
                    <a:pt x="21877" y="24854"/>
                  </a:lnTo>
                  <a:lnTo>
                    <a:pt x="23836" y="25288"/>
                  </a:lnTo>
                  <a:lnTo>
                    <a:pt x="25782" y="25759"/>
                  </a:lnTo>
                  <a:lnTo>
                    <a:pt x="27717" y="26265"/>
                  </a:lnTo>
                  <a:lnTo>
                    <a:pt x="29640" y="26806"/>
                  </a:lnTo>
                  <a:lnTo>
                    <a:pt x="31551" y="27384"/>
                  </a:lnTo>
                  <a:lnTo>
                    <a:pt x="34563" y="24645"/>
                  </a:lnTo>
                  <a:lnTo>
                    <a:pt x="37647" y="21907"/>
                  </a:lnTo>
                  <a:lnTo>
                    <a:pt x="40802" y="19169"/>
                  </a:lnTo>
                  <a:lnTo>
                    <a:pt x="44029" y="16430"/>
                  </a:lnTo>
                  <a:lnTo>
                    <a:pt x="47327" y="13692"/>
                  </a:lnTo>
                  <a:lnTo>
                    <a:pt x="50696" y="10953"/>
                  </a:lnTo>
                  <a:lnTo>
                    <a:pt x="54137" y="8215"/>
                  </a:lnTo>
                  <a:lnTo>
                    <a:pt x="57650" y="5476"/>
                  </a:lnTo>
                  <a:lnTo>
                    <a:pt x="61233" y="2738"/>
                  </a:lnTo>
                  <a:lnTo>
                    <a:pt x="64889" y="0"/>
                  </a:lnTo>
                  <a:lnTo>
                    <a:pt x="74414" y="9525"/>
                  </a:lnTo>
                  <a:lnTo>
                    <a:pt x="71324" y="11459"/>
                  </a:lnTo>
                  <a:lnTo>
                    <a:pt x="68246" y="13454"/>
                  </a:lnTo>
                  <a:lnTo>
                    <a:pt x="65180" y="15507"/>
                  </a:lnTo>
                  <a:lnTo>
                    <a:pt x="62126" y="17621"/>
                  </a:lnTo>
                  <a:lnTo>
                    <a:pt x="59084" y="19794"/>
                  </a:lnTo>
                  <a:lnTo>
                    <a:pt x="56054" y="22026"/>
                  </a:lnTo>
                  <a:lnTo>
                    <a:pt x="53036" y="24318"/>
                  </a:lnTo>
                  <a:lnTo>
                    <a:pt x="50030" y="26670"/>
                  </a:lnTo>
                  <a:lnTo>
                    <a:pt x="47035" y="29081"/>
                  </a:lnTo>
                  <a:lnTo>
                    <a:pt x="44053" y="31551"/>
                  </a:lnTo>
                  <a:lnTo>
                    <a:pt x="47809" y="33260"/>
                  </a:lnTo>
                  <a:lnTo>
                    <a:pt x="51458" y="35052"/>
                  </a:lnTo>
                  <a:lnTo>
                    <a:pt x="55000" y="36927"/>
                  </a:lnTo>
                  <a:lnTo>
                    <a:pt x="58435" y="38885"/>
                  </a:lnTo>
                  <a:lnTo>
                    <a:pt x="61763" y="40927"/>
                  </a:lnTo>
                  <a:lnTo>
                    <a:pt x="64984" y="43053"/>
                  </a:lnTo>
                  <a:lnTo>
                    <a:pt x="68097" y="45261"/>
                  </a:lnTo>
                  <a:lnTo>
                    <a:pt x="71104" y="47553"/>
                  </a:lnTo>
                  <a:lnTo>
                    <a:pt x="74003" y="49928"/>
                  </a:lnTo>
                  <a:lnTo>
                    <a:pt x="76795" y="52387"/>
                  </a:lnTo>
                  <a:lnTo>
                    <a:pt x="67865" y="61317"/>
                  </a:lnTo>
                  <a:lnTo>
                    <a:pt x="62668" y="56983"/>
                  </a:lnTo>
                  <a:lnTo>
                    <a:pt x="57316" y="53030"/>
                  </a:lnTo>
                  <a:lnTo>
                    <a:pt x="51810" y="49458"/>
                  </a:lnTo>
                  <a:lnTo>
                    <a:pt x="46148" y="46267"/>
                  </a:lnTo>
                  <a:lnTo>
                    <a:pt x="40332" y="43457"/>
                  </a:lnTo>
                  <a:lnTo>
                    <a:pt x="34361" y="41028"/>
                  </a:lnTo>
                  <a:lnTo>
                    <a:pt x="28235" y="38981"/>
                  </a:lnTo>
                  <a:lnTo>
                    <a:pt x="21955" y="37314"/>
                  </a:lnTo>
                  <a:lnTo>
                    <a:pt x="15519" y="36028"/>
                  </a:lnTo>
                  <a:close/>
                  <a:moveTo>
                    <a:pt x="8929" y="112514"/>
                  </a:moveTo>
                  <a:lnTo>
                    <a:pt x="11906" y="100607"/>
                  </a:lnTo>
                  <a:lnTo>
                    <a:pt x="13924" y="100863"/>
                  </a:lnTo>
                  <a:lnTo>
                    <a:pt x="15930" y="101155"/>
                  </a:lnTo>
                  <a:lnTo>
                    <a:pt x="17924" y="101482"/>
                  </a:lnTo>
                  <a:lnTo>
                    <a:pt x="19907" y="101846"/>
                  </a:lnTo>
                  <a:lnTo>
                    <a:pt x="21877" y="102244"/>
                  </a:lnTo>
                  <a:lnTo>
                    <a:pt x="23836" y="102679"/>
                  </a:lnTo>
                  <a:lnTo>
                    <a:pt x="25782" y="103149"/>
                  </a:lnTo>
                  <a:lnTo>
                    <a:pt x="27717" y="103655"/>
                  </a:lnTo>
                  <a:lnTo>
                    <a:pt x="29640" y="104197"/>
                  </a:lnTo>
                  <a:lnTo>
                    <a:pt x="31551" y="104775"/>
                  </a:lnTo>
                  <a:lnTo>
                    <a:pt x="34563" y="102036"/>
                  </a:lnTo>
                  <a:lnTo>
                    <a:pt x="37647" y="99298"/>
                  </a:lnTo>
                  <a:lnTo>
                    <a:pt x="40802" y="96559"/>
                  </a:lnTo>
                  <a:lnTo>
                    <a:pt x="44029" y="93821"/>
                  </a:lnTo>
                  <a:lnTo>
                    <a:pt x="47327" y="91082"/>
                  </a:lnTo>
                  <a:lnTo>
                    <a:pt x="50696" y="88344"/>
                  </a:lnTo>
                  <a:lnTo>
                    <a:pt x="54137" y="85605"/>
                  </a:lnTo>
                  <a:lnTo>
                    <a:pt x="57650" y="82867"/>
                  </a:lnTo>
                  <a:lnTo>
                    <a:pt x="61233" y="80129"/>
                  </a:lnTo>
                  <a:lnTo>
                    <a:pt x="64889" y="77390"/>
                  </a:lnTo>
                  <a:lnTo>
                    <a:pt x="74414" y="86915"/>
                  </a:lnTo>
                  <a:lnTo>
                    <a:pt x="71324" y="88850"/>
                  </a:lnTo>
                  <a:lnTo>
                    <a:pt x="68246" y="90844"/>
                  </a:lnTo>
                  <a:lnTo>
                    <a:pt x="65180" y="92898"/>
                  </a:lnTo>
                  <a:lnTo>
                    <a:pt x="62126" y="95011"/>
                  </a:lnTo>
                  <a:lnTo>
                    <a:pt x="59084" y="97184"/>
                  </a:lnTo>
                  <a:lnTo>
                    <a:pt x="56054" y="99417"/>
                  </a:lnTo>
                  <a:lnTo>
                    <a:pt x="53036" y="101709"/>
                  </a:lnTo>
                  <a:lnTo>
                    <a:pt x="50030" y="104060"/>
                  </a:lnTo>
                  <a:lnTo>
                    <a:pt x="47035" y="106471"/>
                  </a:lnTo>
                  <a:lnTo>
                    <a:pt x="44053" y="108942"/>
                  </a:lnTo>
                  <a:lnTo>
                    <a:pt x="47595" y="110543"/>
                  </a:lnTo>
                  <a:lnTo>
                    <a:pt x="51077" y="112252"/>
                  </a:lnTo>
                  <a:lnTo>
                    <a:pt x="54500" y="114067"/>
                  </a:lnTo>
                  <a:lnTo>
                    <a:pt x="57864" y="115990"/>
                  </a:lnTo>
                  <a:lnTo>
                    <a:pt x="61168" y="118020"/>
                  </a:lnTo>
                  <a:lnTo>
                    <a:pt x="64412" y="120157"/>
                  </a:lnTo>
                  <a:lnTo>
                    <a:pt x="67597" y="122402"/>
                  </a:lnTo>
                  <a:lnTo>
                    <a:pt x="70723" y="124753"/>
                  </a:lnTo>
                  <a:lnTo>
                    <a:pt x="73788" y="127212"/>
                  </a:lnTo>
                  <a:lnTo>
                    <a:pt x="76795" y="129778"/>
                  </a:lnTo>
                  <a:lnTo>
                    <a:pt x="67865" y="138707"/>
                  </a:lnTo>
                  <a:lnTo>
                    <a:pt x="62668" y="134481"/>
                  </a:lnTo>
                  <a:lnTo>
                    <a:pt x="57316" y="130611"/>
                  </a:lnTo>
                  <a:lnTo>
                    <a:pt x="51810" y="127099"/>
                  </a:lnTo>
                  <a:lnTo>
                    <a:pt x="46148" y="123944"/>
                  </a:lnTo>
                  <a:lnTo>
                    <a:pt x="40332" y="121146"/>
                  </a:lnTo>
                  <a:lnTo>
                    <a:pt x="34361" y="118705"/>
                  </a:lnTo>
                  <a:lnTo>
                    <a:pt x="28235" y="116621"/>
                  </a:lnTo>
                  <a:lnTo>
                    <a:pt x="21955" y="114895"/>
                  </a:lnTo>
                  <a:lnTo>
                    <a:pt x="15519" y="1135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57535" y="2504500"/>
              <a:ext cx="137517" cy="139898"/>
            </a:xfrm>
            <a:custGeom>
              <a:avLst/>
              <a:pathLst>
                <a:path w="137517" h="139898">
                  <a:moveTo>
                    <a:pt x="27384" y="135135"/>
                  </a:moveTo>
                  <a:lnTo>
                    <a:pt x="27384" y="116085"/>
                  </a:lnTo>
                  <a:lnTo>
                    <a:pt x="0" y="116085"/>
                  </a:lnTo>
                  <a:lnTo>
                    <a:pt x="0" y="104775"/>
                  </a:lnTo>
                  <a:lnTo>
                    <a:pt x="27384" y="104775"/>
                  </a:lnTo>
                  <a:lnTo>
                    <a:pt x="27384" y="86915"/>
                  </a:lnTo>
                  <a:lnTo>
                    <a:pt x="38695" y="86915"/>
                  </a:lnTo>
                  <a:lnTo>
                    <a:pt x="38695" y="104775"/>
                  </a:lnTo>
                  <a:lnTo>
                    <a:pt x="45839" y="104775"/>
                  </a:lnTo>
                  <a:lnTo>
                    <a:pt x="48571" y="102542"/>
                  </a:lnTo>
                  <a:lnTo>
                    <a:pt x="51292" y="100369"/>
                  </a:lnTo>
                  <a:lnTo>
                    <a:pt x="54000" y="98256"/>
                  </a:lnTo>
                  <a:lnTo>
                    <a:pt x="56697" y="96202"/>
                  </a:lnTo>
                  <a:lnTo>
                    <a:pt x="59382" y="94208"/>
                  </a:lnTo>
                  <a:lnTo>
                    <a:pt x="62055" y="92273"/>
                  </a:lnTo>
                  <a:lnTo>
                    <a:pt x="64716" y="90398"/>
                  </a:lnTo>
                  <a:lnTo>
                    <a:pt x="67365" y="88582"/>
                  </a:lnTo>
                  <a:lnTo>
                    <a:pt x="70002" y="86826"/>
                  </a:lnTo>
                  <a:lnTo>
                    <a:pt x="72628" y="85129"/>
                  </a:lnTo>
                  <a:lnTo>
                    <a:pt x="83939" y="92868"/>
                  </a:lnTo>
                  <a:lnTo>
                    <a:pt x="81468" y="94059"/>
                  </a:lnTo>
                  <a:lnTo>
                    <a:pt x="79057" y="95250"/>
                  </a:lnTo>
                  <a:lnTo>
                    <a:pt x="76706" y="96440"/>
                  </a:lnTo>
                  <a:lnTo>
                    <a:pt x="74414" y="97631"/>
                  </a:lnTo>
                  <a:lnTo>
                    <a:pt x="72181" y="98821"/>
                  </a:lnTo>
                  <a:lnTo>
                    <a:pt x="70008" y="100012"/>
                  </a:lnTo>
                  <a:lnTo>
                    <a:pt x="67895" y="101203"/>
                  </a:lnTo>
                  <a:lnTo>
                    <a:pt x="65841" y="102393"/>
                  </a:lnTo>
                  <a:lnTo>
                    <a:pt x="63847" y="103584"/>
                  </a:lnTo>
                  <a:lnTo>
                    <a:pt x="61912" y="104775"/>
                  </a:lnTo>
                  <a:lnTo>
                    <a:pt x="136921" y="104775"/>
                  </a:lnTo>
                  <a:lnTo>
                    <a:pt x="136921" y="116085"/>
                  </a:lnTo>
                  <a:lnTo>
                    <a:pt x="72032" y="116085"/>
                  </a:lnTo>
                  <a:lnTo>
                    <a:pt x="75896" y="117419"/>
                  </a:lnTo>
                  <a:lnTo>
                    <a:pt x="79629" y="118800"/>
                  </a:lnTo>
                  <a:lnTo>
                    <a:pt x="83230" y="120229"/>
                  </a:lnTo>
                  <a:lnTo>
                    <a:pt x="86701" y="121705"/>
                  </a:lnTo>
                  <a:lnTo>
                    <a:pt x="90041" y="123229"/>
                  </a:lnTo>
                  <a:lnTo>
                    <a:pt x="93249" y="124801"/>
                  </a:lnTo>
                  <a:lnTo>
                    <a:pt x="96327" y="126420"/>
                  </a:lnTo>
                  <a:lnTo>
                    <a:pt x="99274" y="128087"/>
                  </a:lnTo>
                  <a:lnTo>
                    <a:pt x="102090" y="129801"/>
                  </a:lnTo>
                  <a:lnTo>
                    <a:pt x="104775" y="131564"/>
                  </a:lnTo>
                  <a:lnTo>
                    <a:pt x="96440" y="139898"/>
                  </a:lnTo>
                  <a:lnTo>
                    <a:pt x="91255" y="136564"/>
                  </a:lnTo>
                  <a:lnTo>
                    <a:pt x="85939" y="133469"/>
                  </a:lnTo>
                  <a:lnTo>
                    <a:pt x="80492" y="130611"/>
                  </a:lnTo>
                  <a:lnTo>
                    <a:pt x="74914" y="127992"/>
                  </a:lnTo>
                  <a:lnTo>
                    <a:pt x="69205" y="125610"/>
                  </a:lnTo>
                  <a:lnTo>
                    <a:pt x="63365" y="123467"/>
                  </a:lnTo>
                  <a:lnTo>
                    <a:pt x="57394" y="121562"/>
                  </a:lnTo>
                  <a:lnTo>
                    <a:pt x="51292" y="119895"/>
                  </a:lnTo>
                  <a:lnTo>
                    <a:pt x="45059" y="118467"/>
                  </a:lnTo>
                  <a:lnTo>
                    <a:pt x="38695" y="117276"/>
                  </a:lnTo>
                  <a:lnTo>
                    <a:pt x="38695" y="135135"/>
                  </a:lnTo>
                  <a:close/>
                  <a:moveTo>
                    <a:pt x="7739" y="77390"/>
                  </a:moveTo>
                  <a:lnTo>
                    <a:pt x="7739" y="13096"/>
                  </a:lnTo>
                  <a:lnTo>
                    <a:pt x="19050" y="13096"/>
                  </a:lnTo>
                  <a:lnTo>
                    <a:pt x="19050" y="77390"/>
                  </a:lnTo>
                  <a:close/>
                  <a:moveTo>
                    <a:pt x="41671" y="86320"/>
                  </a:moveTo>
                  <a:lnTo>
                    <a:pt x="41671" y="2976"/>
                  </a:lnTo>
                  <a:lnTo>
                    <a:pt x="52982" y="2976"/>
                  </a:lnTo>
                  <a:lnTo>
                    <a:pt x="52982" y="39290"/>
                  </a:lnTo>
                  <a:lnTo>
                    <a:pt x="122039" y="39290"/>
                  </a:lnTo>
                  <a:lnTo>
                    <a:pt x="123658" y="39329"/>
                  </a:lnTo>
                  <a:lnTo>
                    <a:pt x="125182" y="39445"/>
                  </a:lnTo>
                  <a:lnTo>
                    <a:pt x="126611" y="39638"/>
                  </a:lnTo>
                  <a:lnTo>
                    <a:pt x="127944" y="39909"/>
                  </a:lnTo>
                  <a:lnTo>
                    <a:pt x="129182" y="40258"/>
                  </a:lnTo>
                  <a:lnTo>
                    <a:pt x="130325" y="40683"/>
                  </a:lnTo>
                  <a:lnTo>
                    <a:pt x="131373" y="41186"/>
                  </a:lnTo>
                  <a:lnTo>
                    <a:pt x="132326" y="41767"/>
                  </a:lnTo>
                  <a:lnTo>
                    <a:pt x="133183" y="42424"/>
                  </a:lnTo>
                  <a:lnTo>
                    <a:pt x="133945" y="43160"/>
                  </a:lnTo>
                  <a:lnTo>
                    <a:pt x="134623" y="44032"/>
                  </a:lnTo>
                  <a:lnTo>
                    <a:pt x="135231" y="45100"/>
                  </a:lnTo>
                  <a:lnTo>
                    <a:pt x="135766" y="46365"/>
                  </a:lnTo>
                  <a:lnTo>
                    <a:pt x="136231" y="47827"/>
                  </a:lnTo>
                  <a:lnTo>
                    <a:pt x="136624" y="49485"/>
                  </a:lnTo>
                  <a:lnTo>
                    <a:pt x="136945" y="51339"/>
                  </a:lnTo>
                  <a:lnTo>
                    <a:pt x="137195" y="53390"/>
                  </a:lnTo>
                  <a:lnTo>
                    <a:pt x="137374" y="55637"/>
                  </a:lnTo>
                  <a:lnTo>
                    <a:pt x="137481" y="58081"/>
                  </a:lnTo>
                  <a:lnTo>
                    <a:pt x="137517" y="60721"/>
                  </a:lnTo>
                  <a:lnTo>
                    <a:pt x="137499" y="61668"/>
                  </a:lnTo>
                  <a:lnTo>
                    <a:pt x="137445" y="62603"/>
                  </a:lnTo>
                  <a:lnTo>
                    <a:pt x="137356" y="63525"/>
                  </a:lnTo>
                  <a:lnTo>
                    <a:pt x="137231" y="64436"/>
                  </a:lnTo>
                  <a:lnTo>
                    <a:pt x="137070" y="65335"/>
                  </a:lnTo>
                  <a:lnTo>
                    <a:pt x="136874" y="66222"/>
                  </a:lnTo>
                  <a:lnTo>
                    <a:pt x="136642" y="67097"/>
                  </a:lnTo>
                  <a:lnTo>
                    <a:pt x="136374" y="67960"/>
                  </a:lnTo>
                  <a:lnTo>
                    <a:pt x="136070" y="68812"/>
                  </a:lnTo>
                  <a:lnTo>
                    <a:pt x="135731" y="69651"/>
                  </a:lnTo>
                  <a:lnTo>
                    <a:pt x="123229" y="72032"/>
                  </a:lnTo>
                  <a:lnTo>
                    <a:pt x="123682" y="70848"/>
                  </a:lnTo>
                  <a:lnTo>
                    <a:pt x="124086" y="69675"/>
                  </a:lnTo>
                  <a:lnTo>
                    <a:pt x="124444" y="68514"/>
                  </a:lnTo>
                  <a:lnTo>
                    <a:pt x="124753" y="67365"/>
                  </a:lnTo>
                  <a:lnTo>
                    <a:pt x="125015" y="66228"/>
                  </a:lnTo>
                  <a:lnTo>
                    <a:pt x="125229" y="65103"/>
                  </a:lnTo>
                  <a:lnTo>
                    <a:pt x="125396" y="63990"/>
                  </a:lnTo>
                  <a:lnTo>
                    <a:pt x="125515" y="62888"/>
                  </a:lnTo>
                  <a:lnTo>
                    <a:pt x="125587" y="61799"/>
                  </a:lnTo>
                  <a:lnTo>
                    <a:pt x="125610" y="60721"/>
                  </a:lnTo>
                  <a:lnTo>
                    <a:pt x="125596" y="59796"/>
                  </a:lnTo>
                  <a:lnTo>
                    <a:pt x="125551" y="58924"/>
                  </a:lnTo>
                  <a:lnTo>
                    <a:pt x="125476" y="58105"/>
                  </a:lnTo>
                  <a:lnTo>
                    <a:pt x="125372" y="57340"/>
                  </a:lnTo>
                  <a:lnTo>
                    <a:pt x="125238" y="56629"/>
                  </a:lnTo>
                  <a:lnTo>
                    <a:pt x="125075" y="55971"/>
                  </a:lnTo>
                  <a:lnTo>
                    <a:pt x="124881" y="55367"/>
                  </a:lnTo>
                  <a:lnTo>
                    <a:pt x="124658" y="54816"/>
                  </a:lnTo>
                  <a:lnTo>
                    <a:pt x="124405" y="54319"/>
                  </a:lnTo>
                  <a:lnTo>
                    <a:pt x="124122" y="53875"/>
                  </a:lnTo>
                  <a:lnTo>
                    <a:pt x="123810" y="53479"/>
                  </a:lnTo>
                  <a:lnTo>
                    <a:pt x="123467" y="53125"/>
                  </a:lnTo>
                  <a:lnTo>
                    <a:pt x="123095" y="52813"/>
                  </a:lnTo>
                  <a:lnTo>
                    <a:pt x="122693" y="52542"/>
                  </a:lnTo>
                  <a:lnTo>
                    <a:pt x="122262" y="52313"/>
                  </a:lnTo>
                  <a:lnTo>
                    <a:pt x="121800" y="52125"/>
                  </a:lnTo>
                  <a:lnTo>
                    <a:pt x="121309" y="51979"/>
                  </a:lnTo>
                  <a:lnTo>
                    <a:pt x="120788" y="51875"/>
                  </a:lnTo>
                  <a:lnTo>
                    <a:pt x="120238" y="51813"/>
                  </a:lnTo>
                  <a:lnTo>
                    <a:pt x="119657" y="51792"/>
                  </a:lnTo>
                  <a:lnTo>
                    <a:pt x="52982" y="51792"/>
                  </a:lnTo>
                  <a:lnTo>
                    <a:pt x="52982" y="86320"/>
                  </a:lnTo>
                  <a:close/>
                  <a:moveTo>
                    <a:pt x="67865" y="20240"/>
                  </a:moveTo>
                  <a:lnTo>
                    <a:pt x="72300" y="17787"/>
                  </a:lnTo>
                  <a:lnTo>
                    <a:pt x="76795" y="15430"/>
                  </a:lnTo>
                  <a:lnTo>
                    <a:pt x="81349" y="13168"/>
                  </a:lnTo>
                  <a:lnTo>
                    <a:pt x="85963" y="11001"/>
                  </a:lnTo>
                  <a:lnTo>
                    <a:pt x="90636" y="8929"/>
                  </a:lnTo>
                  <a:lnTo>
                    <a:pt x="95369" y="6953"/>
                  </a:lnTo>
                  <a:lnTo>
                    <a:pt x="100161" y="5072"/>
                  </a:lnTo>
                  <a:lnTo>
                    <a:pt x="105013" y="3286"/>
                  </a:lnTo>
                  <a:lnTo>
                    <a:pt x="109924" y="1595"/>
                  </a:lnTo>
                  <a:lnTo>
                    <a:pt x="114895" y="0"/>
                  </a:lnTo>
                  <a:lnTo>
                    <a:pt x="121443" y="11310"/>
                  </a:lnTo>
                  <a:lnTo>
                    <a:pt x="116472" y="12793"/>
                  </a:lnTo>
                  <a:lnTo>
                    <a:pt x="111561" y="14382"/>
                  </a:lnTo>
                  <a:lnTo>
                    <a:pt x="106709" y="16079"/>
                  </a:lnTo>
                  <a:lnTo>
                    <a:pt x="101917" y="17883"/>
                  </a:lnTo>
                  <a:lnTo>
                    <a:pt x="97184" y="19794"/>
                  </a:lnTo>
                  <a:lnTo>
                    <a:pt x="92511" y="21812"/>
                  </a:lnTo>
                  <a:lnTo>
                    <a:pt x="87897" y="23937"/>
                  </a:lnTo>
                  <a:lnTo>
                    <a:pt x="83343" y="26169"/>
                  </a:lnTo>
                  <a:lnTo>
                    <a:pt x="78849" y="28509"/>
                  </a:lnTo>
                  <a:lnTo>
                    <a:pt x="74414" y="30956"/>
                  </a:lnTo>
                  <a:close/>
                  <a:moveTo>
                    <a:pt x="68460" y="73818"/>
                  </a:moveTo>
                  <a:lnTo>
                    <a:pt x="73818" y="63103"/>
                  </a:lnTo>
                  <a:lnTo>
                    <a:pt x="79980" y="65145"/>
                  </a:lnTo>
                  <a:lnTo>
                    <a:pt x="85844" y="67222"/>
                  </a:lnTo>
                  <a:lnTo>
                    <a:pt x="91410" y="69336"/>
                  </a:lnTo>
                  <a:lnTo>
                    <a:pt x="96678" y="71485"/>
                  </a:lnTo>
                  <a:lnTo>
                    <a:pt x="101649" y="73669"/>
                  </a:lnTo>
                  <a:lnTo>
                    <a:pt x="106322" y="75890"/>
                  </a:lnTo>
                  <a:lnTo>
                    <a:pt x="110698" y="78146"/>
                  </a:lnTo>
                  <a:lnTo>
                    <a:pt x="114776" y="80438"/>
                  </a:lnTo>
                  <a:lnTo>
                    <a:pt x="118556" y="82766"/>
                  </a:lnTo>
                  <a:lnTo>
                    <a:pt x="122039" y="85129"/>
                  </a:lnTo>
                  <a:lnTo>
                    <a:pt x="113704" y="94654"/>
                  </a:lnTo>
                  <a:lnTo>
                    <a:pt x="109608" y="92196"/>
                  </a:lnTo>
                  <a:lnTo>
                    <a:pt x="105417" y="89820"/>
                  </a:lnTo>
                  <a:lnTo>
                    <a:pt x="101131" y="87528"/>
                  </a:lnTo>
                  <a:lnTo>
                    <a:pt x="96750" y="85320"/>
                  </a:lnTo>
                  <a:lnTo>
                    <a:pt x="92273" y="83194"/>
                  </a:lnTo>
                  <a:lnTo>
                    <a:pt x="87701" y="81153"/>
                  </a:lnTo>
                  <a:lnTo>
                    <a:pt x="83034" y="79194"/>
                  </a:lnTo>
                  <a:lnTo>
                    <a:pt x="78271" y="77319"/>
                  </a:lnTo>
                  <a:lnTo>
                    <a:pt x="73413" y="755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71822" y="2403297"/>
              <a:ext cx="132754" cy="53578"/>
            </a:xfrm>
            <a:custGeom>
              <a:avLst/>
              <a:pathLst>
                <a:path w="132754" h="53578">
                  <a:moveTo>
                    <a:pt x="132754" y="39290"/>
                  </a:moveTo>
                  <a:lnTo>
                    <a:pt x="132754" y="53578"/>
                  </a:lnTo>
                  <a:lnTo>
                    <a:pt x="127920" y="46112"/>
                  </a:lnTo>
                  <a:lnTo>
                    <a:pt x="122705" y="39433"/>
                  </a:lnTo>
                  <a:lnTo>
                    <a:pt x="117109" y="33539"/>
                  </a:lnTo>
                  <a:lnTo>
                    <a:pt x="111132" y="28432"/>
                  </a:lnTo>
                  <a:lnTo>
                    <a:pt x="104775" y="24110"/>
                  </a:lnTo>
                  <a:lnTo>
                    <a:pt x="98036" y="20574"/>
                  </a:lnTo>
                  <a:lnTo>
                    <a:pt x="90916" y="17823"/>
                  </a:lnTo>
                  <a:lnTo>
                    <a:pt x="83415" y="15859"/>
                  </a:lnTo>
                  <a:lnTo>
                    <a:pt x="75533" y="14680"/>
                  </a:lnTo>
                  <a:lnTo>
                    <a:pt x="67270" y="14287"/>
                  </a:lnTo>
                  <a:lnTo>
                    <a:pt x="58775" y="14680"/>
                  </a:lnTo>
                  <a:lnTo>
                    <a:pt x="50673" y="15859"/>
                  </a:lnTo>
                  <a:lnTo>
                    <a:pt x="42963" y="17823"/>
                  </a:lnTo>
                  <a:lnTo>
                    <a:pt x="35647" y="20574"/>
                  </a:lnTo>
                  <a:lnTo>
                    <a:pt x="28723" y="24110"/>
                  </a:lnTo>
                  <a:lnTo>
                    <a:pt x="22193" y="28432"/>
                  </a:lnTo>
                  <a:lnTo>
                    <a:pt x="16055" y="33539"/>
                  </a:lnTo>
                  <a:lnTo>
                    <a:pt x="10310" y="39433"/>
                  </a:lnTo>
                  <a:lnTo>
                    <a:pt x="4958" y="46112"/>
                  </a:lnTo>
                  <a:lnTo>
                    <a:pt x="0" y="53578"/>
                  </a:lnTo>
                  <a:lnTo>
                    <a:pt x="0" y="39290"/>
                  </a:lnTo>
                  <a:lnTo>
                    <a:pt x="1878" y="35900"/>
                  </a:lnTo>
                  <a:lnTo>
                    <a:pt x="3940" y="32635"/>
                  </a:lnTo>
                  <a:lnTo>
                    <a:pt x="6188" y="29494"/>
                  </a:lnTo>
                  <a:lnTo>
                    <a:pt x="8620" y="26479"/>
                  </a:lnTo>
                  <a:lnTo>
                    <a:pt x="11236" y="23589"/>
                  </a:lnTo>
                  <a:lnTo>
                    <a:pt x="14037" y="20824"/>
                  </a:lnTo>
                  <a:lnTo>
                    <a:pt x="17022" y="18183"/>
                  </a:lnTo>
                  <a:lnTo>
                    <a:pt x="20193" y="15668"/>
                  </a:lnTo>
                  <a:lnTo>
                    <a:pt x="23547" y="13278"/>
                  </a:lnTo>
                  <a:lnTo>
                    <a:pt x="27086" y="11013"/>
                  </a:lnTo>
                  <a:lnTo>
                    <a:pt x="30756" y="8920"/>
                  </a:lnTo>
                  <a:lnTo>
                    <a:pt x="34504" y="7048"/>
                  </a:lnTo>
                  <a:lnTo>
                    <a:pt x="38329" y="5396"/>
                  </a:lnTo>
                  <a:lnTo>
                    <a:pt x="42231" y="3964"/>
                  </a:lnTo>
                  <a:lnTo>
                    <a:pt x="46211" y="2753"/>
                  </a:lnTo>
                  <a:lnTo>
                    <a:pt x="50268" y="1762"/>
                  </a:lnTo>
                  <a:lnTo>
                    <a:pt x="54402" y="991"/>
                  </a:lnTo>
                  <a:lnTo>
                    <a:pt x="58614" y="440"/>
                  </a:lnTo>
                  <a:lnTo>
                    <a:pt x="62903" y="110"/>
                  </a:lnTo>
                  <a:lnTo>
                    <a:pt x="67270" y="0"/>
                  </a:lnTo>
                  <a:lnTo>
                    <a:pt x="71523" y="110"/>
                  </a:lnTo>
                  <a:lnTo>
                    <a:pt x="75711" y="440"/>
                  </a:lnTo>
                  <a:lnTo>
                    <a:pt x="79834" y="991"/>
                  </a:lnTo>
                  <a:lnTo>
                    <a:pt x="83891" y="1762"/>
                  </a:lnTo>
                  <a:lnTo>
                    <a:pt x="87883" y="2753"/>
                  </a:lnTo>
                  <a:lnTo>
                    <a:pt x="91809" y="3964"/>
                  </a:lnTo>
                  <a:lnTo>
                    <a:pt x="95669" y="5396"/>
                  </a:lnTo>
                  <a:lnTo>
                    <a:pt x="99464" y="7048"/>
                  </a:lnTo>
                  <a:lnTo>
                    <a:pt x="103194" y="8920"/>
                  </a:lnTo>
                  <a:lnTo>
                    <a:pt x="106858" y="11013"/>
                  </a:lnTo>
                  <a:lnTo>
                    <a:pt x="110385" y="13278"/>
                  </a:lnTo>
                  <a:lnTo>
                    <a:pt x="113704" y="15668"/>
                  </a:lnTo>
                  <a:lnTo>
                    <a:pt x="116815" y="18183"/>
                  </a:lnTo>
                  <a:lnTo>
                    <a:pt x="119717" y="20824"/>
                  </a:lnTo>
                  <a:lnTo>
                    <a:pt x="122411" y="23589"/>
                  </a:lnTo>
                  <a:lnTo>
                    <a:pt x="124896" y="26479"/>
                  </a:lnTo>
                  <a:lnTo>
                    <a:pt x="127173" y="29494"/>
                  </a:lnTo>
                  <a:lnTo>
                    <a:pt x="129242" y="32635"/>
                  </a:lnTo>
                  <a:lnTo>
                    <a:pt x="131102" y="359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8498142" y="2595628"/>
              <a:ext cx="141089" cy="136921"/>
            </a:xfrm>
            <a:custGeom>
              <a:avLst/>
              <a:pathLst>
                <a:path w="141089" h="136921">
                  <a:moveTo>
                    <a:pt x="51792" y="54173"/>
                  </a:moveTo>
                  <a:lnTo>
                    <a:pt x="53578" y="64889"/>
                  </a:lnTo>
                  <a:lnTo>
                    <a:pt x="36314" y="74414"/>
                  </a:lnTo>
                  <a:lnTo>
                    <a:pt x="36314" y="120848"/>
                  </a:lnTo>
                  <a:lnTo>
                    <a:pt x="36284" y="122580"/>
                  </a:lnTo>
                  <a:lnTo>
                    <a:pt x="36195" y="124206"/>
                  </a:lnTo>
                  <a:lnTo>
                    <a:pt x="36046" y="125724"/>
                  </a:lnTo>
                  <a:lnTo>
                    <a:pt x="35837" y="127134"/>
                  </a:lnTo>
                  <a:lnTo>
                    <a:pt x="35569" y="128438"/>
                  </a:lnTo>
                  <a:lnTo>
                    <a:pt x="35242" y="129635"/>
                  </a:lnTo>
                  <a:lnTo>
                    <a:pt x="34855" y="130724"/>
                  </a:lnTo>
                  <a:lnTo>
                    <a:pt x="34409" y="131706"/>
                  </a:lnTo>
                  <a:lnTo>
                    <a:pt x="33903" y="132582"/>
                  </a:lnTo>
                  <a:lnTo>
                    <a:pt x="33337" y="133350"/>
                  </a:lnTo>
                  <a:lnTo>
                    <a:pt x="32700" y="134028"/>
                  </a:lnTo>
                  <a:lnTo>
                    <a:pt x="31980" y="134635"/>
                  </a:lnTo>
                  <a:lnTo>
                    <a:pt x="31176" y="135171"/>
                  </a:lnTo>
                  <a:lnTo>
                    <a:pt x="30289" y="135636"/>
                  </a:lnTo>
                  <a:lnTo>
                    <a:pt x="29319" y="136028"/>
                  </a:lnTo>
                  <a:lnTo>
                    <a:pt x="28265" y="136350"/>
                  </a:lnTo>
                  <a:lnTo>
                    <a:pt x="27128" y="136600"/>
                  </a:lnTo>
                  <a:lnTo>
                    <a:pt x="25908" y="136779"/>
                  </a:lnTo>
                  <a:lnTo>
                    <a:pt x="24604" y="136886"/>
                  </a:lnTo>
                  <a:lnTo>
                    <a:pt x="23217" y="136921"/>
                  </a:lnTo>
                  <a:lnTo>
                    <a:pt x="21562" y="136904"/>
                  </a:lnTo>
                  <a:lnTo>
                    <a:pt x="19931" y="136850"/>
                  </a:lnTo>
                  <a:lnTo>
                    <a:pt x="18323" y="136761"/>
                  </a:lnTo>
                  <a:lnTo>
                    <a:pt x="16740" y="136636"/>
                  </a:lnTo>
                  <a:lnTo>
                    <a:pt x="15180" y="136475"/>
                  </a:lnTo>
                  <a:lnTo>
                    <a:pt x="13644" y="136278"/>
                  </a:lnTo>
                  <a:lnTo>
                    <a:pt x="12132" y="136046"/>
                  </a:lnTo>
                  <a:lnTo>
                    <a:pt x="10644" y="135778"/>
                  </a:lnTo>
                  <a:lnTo>
                    <a:pt x="9179" y="135475"/>
                  </a:lnTo>
                  <a:lnTo>
                    <a:pt x="7739" y="135135"/>
                  </a:lnTo>
                  <a:lnTo>
                    <a:pt x="5357" y="122634"/>
                  </a:lnTo>
                  <a:lnTo>
                    <a:pt x="6911" y="123086"/>
                  </a:lnTo>
                  <a:lnTo>
                    <a:pt x="8477" y="123491"/>
                  </a:lnTo>
                  <a:lnTo>
                    <a:pt x="10054" y="123848"/>
                  </a:lnTo>
                  <a:lnTo>
                    <a:pt x="11644" y="124158"/>
                  </a:lnTo>
                  <a:lnTo>
                    <a:pt x="13245" y="124420"/>
                  </a:lnTo>
                  <a:lnTo>
                    <a:pt x="14859" y="124634"/>
                  </a:lnTo>
                  <a:lnTo>
                    <a:pt x="16484" y="124801"/>
                  </a:lnTo>
                  <a:lnTo>
                    <a:pt x="18121" y="124920"/>
                  </a:lnTo>
                  <a:lnTo>
                    <a:pt x="19770" y="124991"/>
                  </a:lnTo>
                  <a:lnTo>
                    <a:pt x="21431" y="125015"/>
                  </a:lnTo>
                  <a:lnTo>
                    <a:pt x="21996" y="124944"/>
                  </a:lnTo>
                  <a:lnTo>
                    <a:pt x="22502" y="124729"/>
                  </a:lnTo>
                  <a:lnTo>
                    <a:pt x="22949" y="124372"/>
                  </a:lnTo>
                  <a:lnTo>
                    <a:pt x="23336" y="123872"/>
                  </a:lnTo>
                  <a:lnTo>
                    <a:pt x="23663" y="123229"/>
                  </a:lnTo>
                  <a:lnTo>
                    <a:pt x="23931" y="122443"/>
                  </a:lnTo>
                  <a:lnTo>
                    <a:pt x="24139" y="121515"/>
                  </a:lnTo>
                  <a:lnTo>
                    <a:pt x="24288" y="120443"/>
                  </a:lnTo>
                  <a:lnTo>
                    <a:pt x="24378" y="119229"/>
                  </a:lnTo>
                  <a:lnTo>
                    <a:pt x="24407" y="117871"/>
                  </a:lnTo>
                  <a:lnTo>
                    <a:pt x="24407" y="80367"/>
                  </a:lnTo>
                  <a:lnTo>
                    <a:pt x="22490" y="81200"/>
                  </a:lnTo>
                  <a:lnTo>
                    <a:pt x="20550" y="82034"/>
                  </a:lnTo>
                  <a:lnTo>
                    <a:pt x="18585" y="82867"/>
                  </a:lnTo>
                  <a:lnTo>
                    <a:pt x="16597" y="83700"/>
                  </a:lnTo>
                  <a:lnTo>
                    <a:pt x="14585" y="84534"/>
                  </a:lnTo>
                  <a:lnTo>
                    <a:pt x="12549" y="85367"/>
                  </a:lnTo>
                  <a:lnTo>
                    <a:pt x="10489" y="86201"/>
                  </a:lnTo>
                  <a:lnTo>
                    <a:pt x="8405" y="87034"/>
                  </a:lnTo>
                  <a:lnTo>
                    <a:pt x="6298" y="87868"/>
                  </a:lnTo>
                  <a:lnTo>
                    <a:pt x="4167" y="88701"/>
                  </a:lnTo>
                  <a:lnTo>
                    <a:pt x="0" y="76200"/>
                  </a:lnTo>
                  <a:lnTo>
                    <a:pt x="2601" y="75247"/>
                  </a:lnTo>
                  <a:lnTo>
                    <a:pt x="5167" y="74295"/>
                  </a:lnTo>
                  <a:lnTo>
                    <a:pt x="7697" y="73342"/>
                  </a:lnTo>
                  <a:lnTo>
                    <a:pt x="10191" y="72390"/>
                  </a:lnTo>
                  <a:lnTo>
                    <a:pt x="12650" y="71437"/>
                  </a:lnTo>
                  <a:lnTo>
                    <a:pt x="15073" y="70485"/>
                  </a:lnTo>
                  <a:lnTo>
                    <a:pt x="17460" y="69532"/>
                  </a:lnTo>
                  <a:lnTo>
                    <a:pt x="19812" y="68580"/>
                  </a:lnTo>
                  <a:lnTo>
                    <a:pt x="22127" y="67627"/>
                  </a:lnTo>
                  <a:lnTo>
                    <a:pt x="24407" y="66675"/>
                  </a:lnTo>
                  <a:lnTo>
                    <a:pt x="24407" y="36314"/>
                  </a:lnTo>
                  <a:lnTo>
                    <a:pt x="4762" y="36314"/>
                  </a:lnTo>
                  <a:lnTo>
                    <a:pt x="4762" y="25003"/>
                  </a:lnTo>
                  <a:lnTo>
                    <a:pt x="24407" y="25003"/>
                  </a:lnTo>
                  <a:lnTo>
                    <a:pt x="24407" y="0"/>
                  </a:lnTo>
                  <a:lnTo>
                    <a:pt x="36314" y="0"/>
                  </a:lnTo>
                  <a:lnTo>
                    <a:pt x="36314" y="25003"/>
                  </a:lnTo>
                  <a:lnTo>
                    <a:pt x="52982" y="25003"/>
                  </a:lnTo>
                  <a:lnTo>
                    <a:pt x="52982" y="36314"/>
                  </a:lnTo>
                  <a:lnTo>
                    <a:pt x="36314" y="36314"/>
                  </a:lnTo>
                  <a:lnTo>
                    <a:pt x="36314" y="61912"/>
                  </a:lnTo>
                  <a:lnTo>
                    <a:pt x="37861" y="61085"/>
                  </a:lnTo>
                  <a:lnTo>
                    <a:pt x="39409" y="60269"/>
                  </a:lnTo>
                  <a:lnTo>
                    <a:pt x="40957" y="59465"/>
                  </a:lnTo>
                  <a:lnTo>
                    <a:pt x="42505" y="58674"/>
                  </a:lnTo>
                  <a:lnTo>
                    <a:pt x="44053" y="57894"/>
                  </a:lnTo>
                  <a:lnTo>
                    <a:pt x="45600" y="57126"/>
                  </a:lnTo>
                  <a:lnTo>
                    <a:pt x="47148" y="56370"/>
                  </a:lnTo>
                  <a:lnTo>
                    <a:pt x="48696" y="55626"/>
                  </a:lnTo>
                  <a:lnTo>
                    <a:pt x="50244" y="54893"/>
                  </a:lnTo>
                  <a:close/>
                  <a:moveTo>
                    <a:pt x="61912" y="1190"/>
                  </a:moveTo>
                  <a:lnTo>
                    <a:pt x="73818" y="1190"/>
                  </a:lnTo>
                  <a:lnTo>
                    <a:pt x="73818" y="45243"/>
                  </a:lnTo>
                  <a:lnTo>
                    <a:pt x="94059" y="45243"/>
                  </a:lnTo>
                  <a:lnTo>
                    <a:pt x="94059" y="56554"/>
                  </a:lnTo>
                  <a:lnTo>
                    <a:pt x="73818" y="56554"/>
                  </a:lnTo>
                  <a:lnTo>
                    <a:pt x="73818" y="120848"/>
                  </a:lnTo>
                  <a:lnTo>
                    <a:pt x="75819" y="120128"/>
                  </a:lnTo>
                  <a:lnTo>
                    <a:pt x="77771" y="119395"/>
                  </a:lnTo>
                  <a:lnTo>
                    <a:pt x="79676" y="118651"/>
                  </a:lnTo>
                  <a:lnTo>
                    <a:pt x="81534" y="117895"/>
                  </a:lnTo>
                  <a:lnTo>
                    <a:pt x="83343" y="117127"/>
                  </a:lnTo>
                  <a:lnTo>
                    <a:pt x="85105" y="116347"/>
                  </a:lnTo>
                  <a:lnTo>
                    <a:pt x="86820" y="115556"/>
                  </a:lnTo>
                  <a:lnTo>
                    <a:pt x="88487" y="114752"/>
                  </a:lnTo>
                  <a:lnTo>
                    <a:pt x="90106" y="113936"/>
                  </a:lnTo>
                  <a:lnTo>
                    <a:pt x="91678" y="113109"/>
                  </a:lnTo>
                  <a:lnTo>
                    <a:pt x="94059" y="125015"/>
                  </a:lnTo>
                  <a:lnTo>
                    <a:pt x="91755" y="126081"/>
                  </a:lnTo>
                  <a:lnTo>
                    <a:pt x="89368" y="127134"/>
                  </a:lnTo>
                  <a:lnTo>
                    <a:pt x="86897" y="128176"/>
                  </a:lnTo>
                  <a:lnTo>
                    <a:pt x="84343" y="129206"/>
                  </a:lnTo>
                  <a:lnTo>
                    <a:pt x="81706" y="130224"/>
                  </a:lnTo>
                  <a:lnTo>
                    <a:pt x="78986" y="131230"/>
                  </a:lnTo>
                  <a:lnTo>
                    <a:pt x="76182" y="132224"/>
                  </a:lnTo>
                  <a:lnTo>
                    <a:pt x="73294" y="133207"/>
                  </a:lnTo>
                  <a:lnTo>
                    <a:pt x="70324" y="134177"/>
                  </a:lnTo>
                  <a:lnTo>
                    <a:pt x="67270" y="135135"/>
                  </a:lnTo>
                  <a:lnTo>
                    <a:pt x="61912" y="129182"/>
                  </a:lnTo>
                  <a:close/>
                  <a:moveTo>
                    <a:pt x="99417" y="1190"/>
                  </a:moveTo>
                  <a:lnTo>
                    <a:pt x="110728" y="1190"/>
                  </a:lnTo>
                  <a:lnTo>
                    <a:pt x="110728" y="49410"/>
                  </a:lnTo>
                  <a:lnTo>
                    <a:pt x="113097" y="47601"/>
                  </a:lnTo>
                  <a:lnTo>
                    <a:pt x="115443" y="45743"/>
                  </a:lnTo>
                  <a:lnTo>
                    <a:pt x="117764" y="43838"/>
                  </a:lnTo>
                  <a:lnTo>
                    <a:pt x="120062" y="41886"/>
                  </a:lnTo>
                  <a:lnTo>
                    <a:pt x="122336" y="39885"/>
                  </a:lnTo>
                  <a:lnTo>
                    <a:pt x="124587" y="37838"/>
                  </a:lnTo>
                  <a:lnTo>
                    <a:pt x="126813" y="35742"/>
                  </a:lnTo>
                  <a:lnTo>
                    <a:pt x="129016" y="33599"/>
                  </a:lnTo>
                  <a:lnTo>
                    <a:pt x="131194" y="31408"/>
                  </a:lnTo>
                  <a:lnTo>
                    <a:pt x="133350" y="29170"/>
                  </a:lnTo>
                  <a:lnTo>
                    <a:pt x="141089" y="39290"/>
                  </a:lnTo>
                  <a:lnTo>
                    <a:pt x="138213" y="41874"/>
                  </a:lnTo>
                  <a:lnTo>
                    <a:pt x="135302" y="44386"/>
                  </a:lnTo>
                  <a:lnTo>
                    <a:pt x="132355" y="46827"/>
                  </a:lnTo>
                  <a:lnTo>
                    <a:pt x="129373" y="49196"/>
                  </a:lnTo>
                  <a:lnTo>
                    <a:pt x="126355" y="51494"/>
                  </a:lnTo>
                  <a:lnTo>
                    <a:pt x="123301" y="53721"/>
                  </a:lnTo>
                  <a:lnTo>
                    <a:pt x="120211" y="55876"/>
                  </a:lnTo>
                  <a:lnTo>
                    <a:pt x="117086" y="57959"/>
                  </a:lnTo>
                  <a:lnTo>
                    <a:pt x="113924" y="59971"/>
                  </a:lnTo>
                  <a:lnTo>
                    <a:pt x="110728" y="61912"/>
                  </a:lnTo>
                  <a:lnTo>
                    <a:pt x="110728" y="119062"/>
                  </a:lnTo>
                  <a:lnTo>
                    <a:pt x="110740" y="119636"/>
                  </a:lnTo>
                  <a:lnTo>
                    <a:pt x="110775" y="120169"/>
                  </a:lnTo>
                  <a:lnTo>
                    <a:pt x="110835" y="120660"/>
                  </a:lnTo>
                  <a:lnTo>
                    <a:pt x="110918" y="121110"/>
                  </a:lnTo>
                  <a:lnTo>
                    <a:pt x="111025" y="121518"/>
                  </a:lnTo>
                  <a:lnTo>
                    <a:pt x="111156" y="121884"/>
                  </a:lnTo>
                  <a:lnTo>
                    <a:pt x="111311" y="122208"/>
                  </a:lnTo>
                  <a:lnTo>
                    <a:pt x="111490" y="122491"/>
                  </a:lnTo>
                  <a:lnTo>
                    <a:pt x="111692" y="122732"/>
                  </a:lnTo>
                  <a:lnTo>
                    <a:pt x="111918" y="122932"/>
                  </a:lnTo>
                  <a:lnTo>
                    <a:pt x="112186" y="123101"/>
                  </a:lnTo>
                  <a:lnTo>
                    <a:pt x="112514" y="123253"/>
                  </a:lnTo>
                  <a:lnTo>
                    <a:pt x="112901" y="123387"/>
                  </a:lnTo>
                  <a:lnTo>
                    <a:pt x="113347" y="123503"/>
                  </a:lnTo>
                  <a:lnTo>
                    <a:pt x="113853" y="123601"/>
                  </a:lnTo>
                  <a:lnTo>
                    <a:pt x="114419" y="123682"/>
                  </a:lnTo>
                  <a:lnTo>
                    <a:pt x="115044" y="123744"/>
                  </a:lnTo>
                  <a:lnTo>
                    <a:pt x="115728" y="123789"/>
                  </a:lnTo>
                  <a:lnTo>
                    <a:pt x="116472" y="123816"/>
                  </a:lnTo>
                  <a:lnTo>
                    <a:pt x="117276" y="123825"/>
                  </a:lnTo>
                  <a:lnTo>
                    <a:pt x="118654" y="123792"/>
                  </a:lnTo>
                  <a:lnTo>
                    <a:pt x="119931" y="123694"/>
                  </a:lnTo>
                  <a:lnTo>
                    <a:pt x="121107" y="123530"/>
                  </a:lnTo>
                  <a:lnTo>
                    <a:pt x="122181" y="123301"/>
                  </a:lnTo>
                  <a:lnTo>
                    <a:pt x="123155" y="123006"/>
                  </a:lnTo>
                  <a:lnTo>
                    <a:pt x="124027" y="122646"/>
                  </a:lnTo>
                  <a:lnTo>
                    <a:pt x="124798" y="122220"/>
                  </a:lnTo>
                  <a:lnTo>
                    <a:pt x="125468" y="121729"/>
                  </a:lnTo>
                  <a:lnTo>
                    <a:pt x="126036" y="121172"/>
                  </a:lnTo>
                  <a:lnTo>
                    <a:pt x="126503" y="120550"/>
                  </a:lnTo>
                  <a:lnTo>
                    <a:pt x="126911" y="119767"/>
                  </a:lnTo>
                  <a:lnTo>
                    <a:pt x="127301" y="118729"/>
                  </a:lnTo>
                  <a:lnTo>
                    <a:pt x="127673" y="117434"/>
                  </a:lnTo>
                  <a:lnTo>
                    <a:pt x="128027" y="115883"/>
                  </a:lnTo>
                  <a:lnTo>
                    <a:pt x="128364" y="114076"/>
                  </a:lnTo>
                  <a:lnTo>
                    <a:pt x="128682" y="112014"/>
                  </a:lnTo>
                  <a:lnTo>
                    <a:pt x="128983" y="109695"/>
                  </a:lnTo>
                  <a:lnTo>
                    <a:pt x="129266" y="107120"/>
                  </a:lnTo>
                  <a:lnTo>
                    <a:pt x="129531" y="104289"/>
                  </a:lnTo>
                  <a:lnTo>
                    <a:pt x="129778" y="101203"/>
                  </a:lnTo>
                  <a:lnTo>
                    <a:pt x="141089" y="105370"/>
                  </a:lnTo>
                  <a:lnTo>
                    <a:pt x="140594" y="109373"/>
                  </a:lnTo>
                  <a:lnTo>
                    <a:pt x="140065" y="113049"/>
                  </a:lnTo>
                  <a:lnTo>
                    <a:pt x="139499" y="116398"/>
                  </a:lnTo>
                  <a:lnTo>
                    <a:pt x="138898" y="119419"/>
                  </a:lnTo>
                  <a:lnTo>
                    <a:pt x="138261" y="122113"/>
                  </a:lnTo>
                  <a:lnTo>
                    <a:pt x="137588" y="124479"/>
                  </a:lnTo>
                  <a:lnTo>
                    <a:pt x="136880" y="126518"/>
                  </a:lnTo>
                  <a:lnTo>
                    <a:pt x="136136" y="128230"/>
                  </a:lnTo>
                  <a:lnTo>
                    <a:pt x="135356" y="129614"/>
                  </a:lnTo>
                  <a:lnTo>
                    <a:pt x="134540" y="130671"/>
                  </a:lnTo>
                  <a:lnTo>
                    <a:pt x="133617" y="131519"/>
                  </a:lnTo>
                  <a:lnTo>
                    <a:pt x="132516" y="132278"/>
                  </a:lnTo>
                  <a:lnTo>
                    <a:pt x="131236" y="132948"/>
                  </a:lnTo>
                  <a:lnTo>
                    <a:pt x="129778" y="133528"/>
                  </a:lnTo>
                  <a:lnTo>
                    <a:pt x="128141" y="134019"/>
                  </a:lnTo>
                  <a:lnTo>
                    <a:pt x="126325" y="134421"/>
                  </a:lnTo>
                  <a:lnTo>
                    <a:pt x="124331" y="134734"/>
                  </a:lnTo>
                  <a:lnTo>
                    <a:pt x="122158" y="134957"/>
                  </a:lnTo>
                  <a:lnTo>
                    <a:pt x="119806" y="135091"/>
                  </a:lnTo>
                  <a:lnTo>
                    <a:pt x="117276" y="135135"/>
                  </a:lnTo>
                  <a:lnTo>
                    <a:pt x="115204" y="135106"/>
                  </a:lnTo>
                  <a:lnTo>
                    <a:pt x="113276" y="135016"/>
                  </a:lnTo>
                  <a:lnTo>
                    <a:pt x="111490" y="134868"/>
                  </a:lnTo>
                  <a:lnTo>
                    <a:pt x="109847" y="134659"/>
                  </a:lnTo>
                  <a:lnTo>
                    <a:pt x="108346" y="134391"/>
                  </a:lnTo>
                  <a:lnTo>
                    <a:pt x="106989" y="134064"/>
                  </a:lnTo>
                  <a:lnTo>
                    <a:pt x="105775" y="133677"/>
                  </a:lnTo>
                  <a:lnTo>
                    <a:pt x="104703" y="133230"/>
                  </a:lnTo>
                  <a:lnTo>
                    <a:pt x="103774" y="132724"/>
                  </a:lnTo>
                  <a:lnTo>
                    <a:pt x="102989" y="132159"/>
                  </a:lnTo>
                  <a:lnTo>
                    <a:pt x="102310" y="131516"/>
                  </a:lnTo>
                  <a:lnTo>
                    <a:pt x="101703" y="130778"/>
                  </a:lnTo>
                  <a:lnTo>
                    <a:pt x="101167" y="129944"/>
                  </a:lnTo>
                  <a:lnTo>
                    <a:pt x="100703" y="129016"/>
                  </a:lnTo>
                  <a:lnTo>
                    <a:pt x="100310" y="127992"/>
                  </a:lnTo>
                  <a:lnTo>
                    <a:pt x="99988" y="126873"/>
                  </a:lnTo>
                  <a:lnTo>
                    <a:pt x="99738" y="125658"/>
                  </a:lnTo>
                  <a:lnTo>
                    <a:pt x="99560" y="124348"/>
                  </a:lnTo>
                  <a:lnTo>
                    <a:pt x="99452" y="122943"/>
                  </a:lnTo>
                  <a:lnTo>
                    <a:pt x="99417" y="121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8652328" y="2596224"/>
              <a:ext cx="139898" cy="136326"/>
            </a:xfrm>
            <a:custGeom>
              <a:avLst/>
              <a:pathLst>
                <a:path w="139898" h="136326">
                  <a:moveTo>
                    <a:pt x="6548" y="34528"/>
                  </a:moveTo>
                  <a:lnTo>
                    <a:pt x="61912" y="34528"/>
                  </a:lnTo>
                  <a:lnTo>
                    <a:pt x="61912" y="0"/>
                  </a:lnTo>
                  <a:lnTo>
                    <a:pt x="75009" y="0"/>
                  </a:lnTo>
                  <a:lnTo>
                    <a:pt x="75009" y="34528"/>
                  </a:lnTo>
                  <a:lnTo>
                    <a:pt x="133350" y="34528"/>
                  </a:lnTo>
                  <a:lnTo>
                    <a:pt x="133350" y="46434"/>
                  </a:lnTo>
                  <a:lnTo>
                    <a:pt x="77390" y="46434"/>
                  </a:lnTo>
                  <a:lnTo>
                    <a:pt x="80908" y="57382"/>
                  </a:lnTo>
                  <a:lnTo>
                    <a:pt x="85034" y="67603"/>
                  </a:lnTo>
                  <a:lnTo>
                    <a:pt x="89767" y="77098"/>
                  </a:lnTo>
                  <a:lnTo>
                    <a:pt x="95107" y="85867"/>
                  </a:lnTo>
                  <a:lnTo>
                    <a:pt x="101054" y="93910"/>
                  </a:lnTo>
                  <a:lnTo>
                    <a:pt x="107608" y="101226"/>
                  </a:lnTo>
                  <a:lnTo>
                    <a:pt x="114770" y="107817"/>
                  </a:lnTo>
                  <a:lnTo>
                    <a:pt x="122539" y="113680"/>
                  </a:lnTo>
                  <a:lnTo>
                    <a:pt x="130915" y="118818"/>
                  </a:lnTo>
                  <a:lnTo>
                    <a:pt x="139898" y="123229"/>
                  </a:lnTo>
                  <a:lnTo>
                    <a:pt x="133350" y="136326"/>
                  </a:lnTo>
                  <a:lnTo>
                    <a:pt x="125122" y="132076"/>
                  </a:lnTo>
                  <a:lnTo>
                    <a:pt x="117348" y="127182"/>
                  </a:lnTo>
                  <a:lnTo>
                    <a:pt x="110025" y="121646"/>
                  </a:lnTo>
                  <a:lnTo>
                    <a:pt x="103155" y="115466"/>
                  </a:lnTo>
                  <a:lnTo>
                    <a:pt x="96738" y="108644"/>
                  </a:lnTo>
                  <a:lnTo>
                    <a:pt x="90773" y="101179"/>
                  </a:lnTo>
                  <a:lnTo>
                    <a:pt x="85260" y="93071"/>
                  </a:lnTo>
                  <a:lnTo>
                    <a:pt x="80200" y="84320"/>
                  </a:lnTo>
                  <a:lnTo>
                    <a:pt x="75592" y="74926"/>
                  </a:lnTo>
                  <a:lnTo>
                    <a:pt x="71437" y="64889"/>
                  </a:lnTo>
                  <a:lnTo>
                    <a:pt x="68431" y="73425"/>
                  </a:lnTo>
                  <a:lnTo>
                    <a:pt x="64650" y="81653"/>
                  </a:lnTo>
                  <a:lnTo>
                    <a:pt x="60096" y="89570"/>
                  </a:lnTo>
                  <a:lnTo>
                    <a:pt x="54768" y="97178"/>
                  </a:lnTo>
                  <a:lnTo>
                    <a:pt x="48666" y="104477"/>
                  </a:lnTo>
                  <a:lnTo>
                    <a:pt x="41790" y="111466"/>
                  </a:lnTo>
                  <a:lnTo>
                    <a:pt x="34141" y="118145"/>
                  </a:lnTo>
                  <a:lnTo>
                    <a:pt x="25717" y="124515"/>
                  </a:lnTo>
                  <a:lnTo>
                    <a:pt x="16519" y="130575"/>
                  </a:lnTo>
                  <a:lnTo>
                    <a:pt x="6548" y="136326"/>
                  </a:lnTo>
                  <a:lnTo>
                    <a:pt x="0" y="125015"/>
                  </a:lnTo>
                  <a:lnTo>
                    <a:pt x="11007" y="118336"/>
                  </a:lnTo>
                  <a:lnTo>
                    <a:pt x="20931" y="111394"/>
                  </a:lnTo>
                  <a:lnTo>
                    <a:pt x="29771" y="104191"/>
                  </a:lnTo>
                  <a:lnTo>
                    <a:pt x="37528" y="96726"/>
                  </a:lnTo>
                  <a:lnTo>
                    <a:pt x="44201" y="88999"/>
                  </a:lnTo>
                  <a:lnTo>
                    <a:pt x="49791" y="81010"/>
                  </a:lnTo>
                  <a:lnTo>
                    <a:pt x="54298" y="72759"/>
                  </a:lnTo>
                  <a:lnTo>
                    <a:pt x="57721" y="64246"/>
                  </a:lnTo>
                  <a:lnTo>
                    <a:pt x="60061" y="55471"/>
                  </a:lnTo>
                  <a:lnTo>
                    <a:pt x="61317" y="46434"/>
                  </a:lnTo>
                  <a:lnTo>
                    <a:pt x="6548" y="4643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8807704" y="2595628"/>
              <a:ext cx="135135" cy="136921"/>
            </a:xfrm>
            <a:custGeom>
              <a:avLst/>
              <a:pathLst>
                <a:path w="135135" h="136921">
                  <a:moveTo>
                    <a:pt x="62507" y="0"/>
                  </a:moveTo>
                  <a:lnTo>
                    <a:pt x="74414" y="0"/>
                  </a:lnTo>
                  <a:lnTo>
                    <a:pt x="74414" y="122039"/>
                  </a:lnTo>
                  <a:lnTo>
                    <a:pt x="74384" y="123655"/>
                  </a:lnTo>
                  <a:lnTo>
                    <a:pt x="74295" y="125170"/>
                  </a:lnTo>
                  <a:lnTo>
                    <a:pt x="74146" y="126584"/>
                  </a:lnTo>
                  <a:lnTo>
                    <a:pt x="73937" y="127896"/>
                  </a:lnTo>
                  <a:lnTo>
                    <a:pt x="73669" y="129108"/>
                  </a:lnTo>
                  <a:lnTo>
                    <a:pt x="73342" y="130218"/>
                  </a:lnTo>
                  <a:lnTo>
                    <a:pt x="72955" y="131227"/>
                  </a:lnTo>
                  <a:lnTo>
                    <a:pt x="72509" y="132135"/>
                  </a:lnTo>
                  <a:lnTo>
                    <a:pt x="72003" y="132942"/>
                  </a:lnTo>
                  <a:lnTo>
                    <a:pt x="71437" y="133647"/>
                  </a:lnTo>
                  <a:lnTo>
                    <a:pt x="70770" y="134269"/>
                  </a:lnTo>
                  <a:lnTo>
                    <a:pt x="69961" y="134826"/>
                  </a:lnTo>
                  <a:lnTo>
                    <a:pt x="69008" y="135317"/>
                  </a:lnTo>
                  <a:lnTo>
                    <a:pt x="67913" y="135743"/>
                  </a:lnTo>
                  <a:lnTo>
                    <a:pt x="66675" y="136103"/>
                  </a:lnTo>
                  <a:lnTo>
                    <a:pt x="65293" y="136398"/>
                  </a:lnTo>
                  <a:lnTo>
                    <a:pt x="63769" y="136627"/>
                  </a:lnTo>
                  <a:lnTo>
                    <a:pt x="62103" y="136790"/>
                  </a:lnTo>
                  <a:lnTo>
                    <a:pt x="60293" y="136889"/>
                  </a:lnTo>
                  <a:lnTo>
                    <a:pt x="58340" y="136921"/>
                  </a:lnTo>
                  <a:lnTo>
                    <a:pt x="55739" y="136898"/>
                  </a:lnTo>
                  <a:lnTo>
                    <a:pt x="53173" y="136826"/>
                  </a:lnTo>
                  <a:lnTo>
                    <a:pt x="50643" y="136707"/>
                  </a:lnTo>
                  <a:lnTo>
                    <a:pt x="48148" y="136540"/>
                  </a:lnTo>
                  <a:lnTo>
                    <a:pt x="45690" y="136326"/>
                  </a:lnTo>
                  <a:lnTo>
                    <a:pt x="43267" y="136064"/>
                  </a:lnTo>
                  <a:lnTo>
                    <a:pt x="40880" y="135755"/>
                  </a:lnTo>
                  <a:lnTo>
                    <a:pt x="38528" y="135397"/>
                  </a:lnTo>
                  <a:lnTo>
                    <a:pt x="36212" y="134993"/>
                  </a:lnTo>
                  <a:lnTo>
                    <a:pt x="33932" y="134540"/>
                  </a:lnTo>
                  <a:lnTo>
                    <a:pt x="31551" y="122634"/>
                  </a:lnTo>
                  <a:lnTo>
                    <a:pt x="34284" y="123199"/>
                  </a:lnTo>
                  <a:lnTo>
                    <a:pt x="37004" y="123705"/>
                  </a:lnTo>
                  <a:lnTo>
                    <a:pt x="39713" y="124152"/>
                  </a:lnTo>
                  <a:lnTo>
                    <a:pt x="42410" y="124539"/>
                  </a:lnTo>
                  <a:lnTo>
                    <a:pt x="45094" y="124866"/>
                  </a:lnTo>
                  <a:lnTo>
                    <a:pt x="47767" y="125134"/>
                  </a:lnTo>
                  <a:lnTo>
                    <a:pt x="50428" y="125343"/>
                  </a:lnTo>
                  <a:lnTo>
                    <a:pt x="53078" y="125491"/>
                  </a:lnTo>
                  <a:lnTo>
                    <a:pt x="55715" y="125581"/>
                  </a:lnTo>
                  <a:lnTo>
                    <a:pt x="58340" y="125610"/>
                  </a:lnTo>
                  <a:lnTo>
                    <a:pt x="59132" y="125557"/>
                  </a:lnTo>
                  <a:lnTo>
                    <a:pt x="59840" y="125396"/>
                  </a:lnTo>
                  <a:lnTo>
                    <a:pt x="60465" y="125128"/>
                  </a:lnTo>
                  <a:lnTo>
                    <a:pt x="61007" y="124753"/>
                  </a:lnTo>
                  <a:lnTo>
                    <a:pt x="61466" y="124271"/>
                  </a:lnTo>
                  <a:lnTo>
                    <a:pt x="61841" y="123682"/>
                  </a:lnTo>
                  <a:lnTo>
                    <a:pt x="62132" y="122985"/>
                  </a:lnTo>
                  <a:lnTo>
                    <a:pt x="62341" y="122181"/>
                  </a:lnTo>
                  <a:lnTo>
                    <a:pt x="62466" y="121271"/>
                  </a:lnTo>
                  <a:lnTo>
                    <a:pt x="62507" y="120253"/>
                  </a:lnTo>
                  <a:close/>
                  <a:moveTo>
                    <a:pt x="27979" y="29170"/>
                  </a:moveTo>
                  <a:lnTo>
                    <a:pt x="39290" y="33337"/>
                  </a:lnTo>
                  <a:lnTo>
                    <a:pt x="37087" y="42136"/>
                  </a:lnTo>
                  <a:lnTo>
                    <a:pt x="34766" y="50673"/>
                  </a:lnTo>
                  <a:lnTo>
                    <a:pt x="32325" y="58947"/>
                  </a:lnTo>
                  <a:lnTo>
                    <a:pt x="29765" y="66960"/>
                  </a:lnTo>
                  <a:lnTo>
                    <a:pt x="27086" y="74711"/>
                  </a:lnTo>
                  <a:lnTo>
                    <a:pt x="24288" y="82200"/>
                  </a:lnTo>
                  <a:lnTo>
                    <a:pt x="21371" y="89427"/>
                  </a:lnTo>
                  <a:lnTo>
                    <a:pt x="18335" y="96393"/>
                  </a:lnTo>
                  <a:lnTo>
                    <a:pt x="15180" y="103096"/>
                  </a:lnTo>
                  <a:lnTo>
                    <a:pt x="11906" y="109537"/>
                  </a:lnTo>
                  <a:lnTo>
                    <a:pt x="0" y="101798"/>
                  </a:lnTo>
                  <a:lnTo>
                    <a:pt x="3601" y="95285"/>
                  </a:lnTo>
                  <a:lnTo>
                    <a:pt x="7024" y="88606"/>
                  </a:lnTo>
                  <a:lnTo>
                    <a:pt x="10269" y="81760"/>
                  </a:lnTo>
                  <a:lnTo>
                    <a:pt x="13335" y="74747"/>
                  </a:lnTo>
                  <a:lnTo>
                    <a:pt x="16222" y="67567"/>
                  </a:lnTo>
                  <a:lnTo>
                    <a:pt x="18930" y="60221"/>
                  </a:lnTo>
                  <a:lnTo>
                    <a:pt x="21461" y="52708"/>
                  </a:lnTo>
                  <a:lnTo>
                    <a:pt x="23812" y="45029"/>
                  </a:lnTo>
                  <a:lnTo>
                    <a:pt x="25985" y="37183"/>
                  </a:lnTo>
                  <a:close/>
                  <a:moveTo>
                    <a:pt x="105965" y="29170"/>
                  </a:moveTo>
                  <a:lnTo>
                    <a:pt x="109364" y="36016"/>
                  </a:lnTo>
                  <a:lnTo>
                    <a:pt x="112656" y="42981"/>
                  </a:lnTo>
                  <a:lnTo>
                    <a:pt x="115841" y="50065"/>
                  </a:lnTo>
                  <a:lnTo>
                    <a:pt x="118919" y="57269"/>
                  </a:lnTo>
                  <a:lnTo>
                    <a:pt x="121890" y="64591"/>
                  </a:lnTo>
                  <a:lnTo>
                    <a:pt x="124753" y="72032"/>
                  </a:lnTo>
                  <a:lnTo>
                    <a:pt x="127509" y="79593"/>
                  </a:lnTo>
                  <a:lnTo>
                    <a:pt x="130159" y="87272"/>
                  </a:lnTo>
                  <a:lnTo>
                    <a:pt x="132701" y="95071"/>
                  </a:lnTo>
                  <a:lnTo>
                    <a:pt x="135135" y="102989"/>
                  </a:lnTo>
                  <a:lnTo>
                    <a:pt x="122039" y="108942"/>
                  </a:lnTo>
                  <a:lnTo>
                    <a:pt x="119836" y="100691"/>
                  </a:lnTo>
                  <a:lnTo>
                    <a:pt x="117514" y="92606"/>
                  </a:lnTo>
                  <a:lnTo>
                    <a:pt x="115073" y="84689"/>
                  </a:lnTo>
                  <a:lnTo>
                    <a:pt x="112514" y="76938"/>
                  </a:lnTo>
                  <a:lnTo>
                    <a:pt x="109835" y="69353"/>
                  </a:lnTo>
                  <a:lnTo>
                    <a:pt x="107037" y="61936"/>
                  </a:lnTo>
                  <a:lnTo>
                    <a:pt x="104120" y="54685"/>
                  </a:lnTo>
                  <a:lnTo>
                    <a:pt x="101084" y="47601"/>
                  </a:lnTo>
                  <a:lnTo>
                    <a:pt x="97928" y="40683"/>
                  </a:lnTo>
                  <a:lnTo>
                    <a:pt x="94654" y="339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515325" y="292031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44015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515325" y="313977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3B528B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515325" y="335922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21908C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515325" y="357868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5DC86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515325" y="37981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FDE72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8793394" y="2877124"/>
              <a:ext cx="57804" cy="86320"/>
            </a:xfrm>
            <a:custGeom>
              <a:avLst/>
              <a:pathLst>
                <a:path w="57804" h="86320">
                  <a:moveTo>
                    <a:pt x="57804" y="61972"/>
                  </a:moveTo>
                  <a:lnTo>
                    <a:pt x="57785" y="63114"/>
                  </a:lnTo>
                  <a:lnTo>
                    <a:pt x="57728" y="64231"/>
                  </a:lnTo>
                  <a:lnTo>
                    <a:pt x="57633" y="65324"/>
                  </a:lnTo>
                  <a:lnTo>
                    <a:pt x="57500" y="66391"/>
                  </a:lnTo>
                  <a:lnTo>
                    <a:pt x="57328" y="67434"/>
                  </a:lnTo>
                  <a:lnTo>
                    <a:pt x="57119" y="68451"/>
                  </a:lnTo>
                  <a:lnTo>
                    <a:pt x="56871" y="69443"/>
                  </a:lnTo>
                  <a:lnTo>
                    <a:pt x="56585" y="70411"/>
                  </a:lnTo>
                  <a:lnTo>
                    <a:pt x="56261" y="71353"/>
                  </a:lnTo>
                  <a:lnTo>
                    <a:pt x="55899" y="72270"/>
                  </a:lnTo>
                  <a:lnTo>
                    <a:pt x="55512" y="73162"/>
                  </a:lnTo>
                  <a:lnTo>
                    <a:pt x="55090" y="74025"/>
                  </a:lnTo>
                  <a:lnTo>
                    <a:pt x="54631" y="74862"/>
                  </a:lnTo>
                  <a:lnTo>
                    <a:pt x="54137" y="75671"/>
                  </a:lnTo>
                  <a:lnTo>
                    <a:pt x="53607" y="76453"/>
                  </a:lnTo>
                  <a:lnTo>
                    <a:pt x="53042" y="77207"/>
                  </a:lnTo>
                  <a:lnTo>
                    <a:pt x="52441" y="77934"/>
                  </a:lnTo>
                  <a:lnTo>
                    <a:pt x="51804" y="78633"/>
                  </a:lnTo>
                  <a:lnTo>
                    <a:pt x="51131" y="79305"/>
                  </a:lnTo>
                  <a:lnTo>
                    <a:pt x="50422" y="79950"/>
                  </a:lnTo>
                  <a:lnTo>
                    <a:pt x="49690" y="80555"/>
                  </a:lnTo>
                  <a:lnTo>
                    <a:pt x="48922" y="81131"/>
                  </a:lnTo>
                  <a:lnTo>
                    <a:pt x="48119" y="81679"/>
                  </a:lnTo>
                  <a:lnTo>
                    <a:pt x="47279" y="82198"/>
                  </a:lnTo>
                  <a:lnTo>
                    <a:pt x="46404" y="82688"/>
                  </a:lnTo>
                  <a:lnTo>
                    <a:pt x="45493" y="83150"/>
                  </a:lnTo>
                  <a:lnTo>
                    <a:pt x="44547" y="83584"/>
                  </a:lnTo>
                  <a:lnTo>
                    <a:pt x="43564" y="83989"/>
                  </a:lnTo>
                  <a:lnTo>
                    <a:pt x="42546" y="84365"/>
                  </a:lnTo>
                  <a:lnTo>
                    <a:pt x="41493" y="84712"/>
                  </a:lnTo>
                  <a:lnTo>
                    <a:pt x="40418" y="85018"/>
                  </a:lnTo>
                  <a:lnTo>
                    <a:pt x="39312" y="85291"/>
                  </a:lnTo>
                  <a:lnTo>
                    <a:pt x="38175" y="85532"/>
                  </a:lnTo>
                  <a:lnTo>
                    <a:pt x="37007" y="85741"/>
                  </a:lnTo>
                  <a:lnTo>
                    <a:pt x="35808" y="85918"/>
                  </a:lnTo>
                  <a:lnTo>
                    <a:pt x="34578" y="86063"/>
                  </a:lnTo>
                  <a:lnTo>
                    <a:pt x="33317" y="86175"/>
                  </a:lnTo>
                  <a:lnTo>
                    <a:pt x="32025" y="86256"/>
                  </a:lnTo>
                  <a:lnTo>
                    <a:pt x="30702" y="86304"/>
                  </a:lnTo>
                  <a:lnTo>
                    <a:pt x="29348" y="86320"/>
                  </a:lnTo>
                  <a:lnTo>
                    <a:pt x="27813" y="86301"/>
                  </a:lnTo>
                  <a:lnTo>
                    <a:pt x="26327" y="86244"/>
                  </a:lnTo>
                  <a:lnTo>
                    <a:pt x="24889" y="86148"/>
                  </a:lnTo>
                  <a:lnTo>
                    <a:pt x="23500" y="86015"/>
                  </a:lnTo>
                  <a:lnTo>
                    <a:pt x="22160" y="85844"/>
                  </a:lnTo>
                  <a:lnTo>
                    <a:pt x="20869" y="85634"/>
                  </a:lnTo>
                  <a:lnTo>
                    <a:pt x="19626" y="85386"/>
                  </a:lnTo>
                  <a:lnTo>
                    <a:pt x="18433" y="85101"/>
                  </a:lnTo>
                  <a:lnTo>
                    <a:pt x="17288" y="84777"/>
                  </a:lnTo>
                  <a:lnTo>
                    <a:pt x="16192" y="84415"/>
                  </a:lnTo>
                  <a:lnTo>
                    <a:pt x="15151" y="84010"/>
                  </a:lnTo>
                  <a:lnTo>
                    <a:pt x="14147" y="83581"/>
                  </a:lnTo>
                  <a:lnTo>
                    <a:pt x="13179" y="83129"/>
                  </a:lnTo>
                  <a:lnTo>
                    <a:pt x="12249" y="82653"/>
                  </a:lnTo>
                  <a:lnTo>
                    <a:pt x="11355" y="82153"/>
                  </a:lnTo>
                  <a:lnTo>
                    <a:pt x="10498" y="81629"/>
                  </a:lnTo>
                  <a:lnTo>
                    <a:pt x="9679" y="81081"/>
                  </a:lnTo>
                  <a:lnTo>
                    <a:pt x="8896" y="80510"/>
                  </a:lnTo>
                  <a:lnTo>
                    <a:pt x="8150" y="79914"/>
                  </a:lnTo>
                  <a:lnTo>
                    <a:pt x="7441" y="79295"/>
                  </a:lnTo>
                  <a:lnTo>
                    <a:pt x="6768" y="78644"/>
                  </a:lnTo>
                  <a:lnTo>
                    <a:pt x="6129" y="77976"/>
                  </a:lnTo>
                  <a:lnTo>
                    <a:pt x="5525" y="77291"/>
                  </a:lnTo>
                  <a:lnTo>
                    <a:pt x="4955" y="76590"/>
                  </a:lnTo>
                  <a:lnTo>
                    <a:pt x="4420" y="75872"/>
                  </a:lnTo>
                  <a:lnTo>
                    <a:pt x="3919" y="75137"/>
                  </a:lnTo>
                  <a:lnTo>
                    <a:pt x="3453" y="74386"/>
                  </a:lnTo>
                  <a:lnTo>
                    <a:pt x="3021" y="73618"/>
                  </a:lnTo>
                  <a:lnTo>
                    <a:pt x="2624" y="72834"/>
                  </a:lnTo>
                  <a:lnTo>
                    <a:pt x="2262" y="72032"/>
                  </a:lnTo>
                  <a:lnTo>
                    <a:pt x="1928" y="71208"/>
                  </a:lnTo>
                  <a:lnTo>
                    <a:pt x="1619" y="70380"/>
                  </a:lnTo>
                  <a:lnTo>
                    <a:pt x="1333" y="69546"/>
                  </a:lnTo>
                  <a:lnTo>
                    <a:pt x="1071" y="68708"/>
                  </a:lnTo>
                  <a:lnTo>
                    <a:pt x="833" y="67865"/>
                  </a:lnTo>
                  <a:lnTo>
                    <a:pt x="619" y="67017"/>
                  </a:lnTo>
                  <a:lnTo>
                    <a:pt x="428" y="66165"/>
                  </a:lnTo>
                  <a:lnTo>
                    <a:pt x="261" y="65308"/>
                  </a:lnTo>
                  <a:lnTo>
                    <a:pt x="119" y="64446"/>
                  </a:lnTo>
                  <a:lnTo>
                    <a:pt x="0" y="63579"/>
                  </a:lnTo>
                  <a:lnTo>
                    <a:pt x="11072" y="62567"/>
                  </a:lnTo>
                  <a:lnTo>
                    <a:pt x="11175" y="63228"/>
                  </a:lnTo>
                  <a:lnTo>
                    <a:pt x="11294" y="63877"/>
                  </a:lnTo>
                  <a:lnTo>
                    <a:pt x="11428" y="64514"/>
                  </a:lnTo>
                  <a:lnTo>
                    <a:pt x="11577" y="65139"/>
                  </a:lnTo>
                  <a:lnTo>
                    <a:pt x="11742" y="65752"/>
                  </a:lnTo>
                  <a:lnTo>
                    <a:pt x="11922" y="66353"/>
                  </a:lnTo>
                  <a:lnTo>
                    <a:pt x="12118" y="66942"/>
                  </a:lnTo>
                  <a:lnTo>
                    <a:pt x="12330" y="67520"/>
                  </a:lnTo>
                  <a:lnTo>
                    <a:pt x="12556" y="68085"/>
                  </a:lnTo>
                  <a:lnTo>
                    <a:pt x="12799" y="68639"/>
                  </a:lnTo>
                  <a:lnTo>
                    <a:pt x="13070" y="69179"/>
                  </a:lnTo>
                  <a:lnTo>
                    <a:pt x="13358" y="69703"/>
                  </a:lnTo>
                  <a:lnTo>
                    <a:pt x="13665" y="70212"/>
                  </a:lnTo>
                  <a:lnTo>
                    <a:pt x="13989" y="70706"/>
                  </a:lnTo>
                  <a:lnTo>
                    <a:pt x="14332" y="71184"/>
                  </a:lnTo>
                  <a:lnTo>
                    <a:pt x="14692" y="71647"/>
                  </a:lnTo>
                  <a:lnTo>
                    <a:pt x="15070" y="72094"/>
                  </a:lnTo>
                  <a:lnTo>
                    <a:pt x="15466" y="72525"/>
                  </a:lnTo>
                  <a:lnTo>
                    <a:pt x="15879" y="72941"/>
                  </a:lnTo>
                  <a:lnTo>
                    <a:pt x="16311" y="73342"/>
                  </a:lnTo>
                  <a:lnTo>
                    <a:pt x="16762" y="73726"/>
                  </a:lnTo>
                  <a:lnTo>
                    <a:pt x="17233" y="74092"/>
                  </a:lnTo>
                  <a:lnTo>
                    <a:pt x="17724" y="74440"/>
                  </a:lnTo>
                  <a:lnTo>
                    <a:pt x="18235" y="74771"/>
                  </a:lnTo>
                  <a:lnTo>
                    <a:pt x="18767" y="75083"/>
                  </a:lnTo>
                  <a:lnTo>
                    <a:pt x="19319" y="75378"/>
                  </a:lnTo>
                  <a:lnTo>
                    <a:pt x="19891" y="75655"/>
                  </a:lnTo>
                  <a:lnTo>
                    <a:pt x="20483" y="75914"/>
                  </a:lnTo>
                  <a:lnTo>
                    <a:pt x="21096" y="76155"/>
                  </a:lnTo>
                  <a:lnTo>
                    <a:pt x="21728" y="76378"/>
                  </a:lnTo>
                  <a:lnTo>
                    <a:pt x="22383" y="76582"/>
                  </a:lnTo>
                  <a:lnTo>
                    <a:pt x="23062" y="76764"/>
                  </a:lnTo>
                  <a:lnTo>
                    <a:pt x="23764" y="76925"/>
                  </a:lnTo>
                  <a:lnTo>
                    <a:pt x="24491" y="77064"/>
                  </a:lnTo>
                  <a:lnTo>
                    <a:pt x="25241" y="77182"/>
                  </a:lnTo>
                  <a:lnTo>
                    <a:pt x="26015" y="77278"/>
                  </a:lnTo>
                  <a:lnTo>
                    <a:pt x="26812" y="77353"/>
                  </a:lnTo>
                  <a:lnTo>
                    <a:pt x="27634" y="77407"/>
                  </a:lnTo>
                  <a:lnTo>
                    <a:pt x="28479" y="77439"/>
                  </a:lnTo>
                  <a:lnTo>
                    <a:pt x="29348" y="77450"/>
                  </a:lnTo>
                  <a:lnTo>
                    <a:pt x="30933" y="77410"/>
                  </a:lnTo>
                  <a:lnTo>
                    <a:pt x="32446" y="77290"/>
                  </a:lnTo>
                  <a:lnTo>
                    <a:pt x="33890" y="77091"/>
                  </a:lnTo>
                  <a:lnTo>
                    <a:pt x="35263" y="76811"/>
                  </a:lnTo>
                  <a:lnTo>
                    <a:pt x="36567" y="76453"/>
                  </a:lnTo>
                  <a:lnTo>
                    <a:pt x="37799" y="76014"/>
                  </a:lnTo>
                  <a:lnTo>
                    <a:pt x="38962" y="75495"/>
                  </a:lnTo>
                  <a:lnTo>
                    <a:pt x="40055" y="74897"/>
                  </a:lnTo>
                  <a:lnTo>
                    <a:pt x="41077" y="74219"/>
                  </a:lnTo>
                  <a:lnTo>
                    <a:pt x="42029" y="73461"/>
                  </a:lnTo>
                  <a:lnTo>
                    <a:pt x="42911" y="72625"/>
                  </a:lnTo>
                  <a:lnTo>
                    <a:pt x="43700" y="71711"/>
                  </a:lnTo>
                  <a:lnTo>
                    <a:pt x="44397" y="70720"/>
                  </a:lnTo>
                  <a:lnTo>
                    <a:pt x="45000" y="69651"/>
                  </a:lnTo>
                  <a:lnTo>
                    <a:pt x="45511" y="68505"/>
                  </a:lnTo>
                  <a:lnTo>
                    <a:pt x="45929" y="67282"/>
                  </a:lnTo>
                  <a:lnTo>
                    <a:pt x="46254" y="65981"/>
                  </a:lnTo>
                  <a:lnTo>
                    <a:pt x="46486" y="64603"/>
                  </a:lnTo>
                  <a:lnTo>
                    <a:pt x="46626" y="63147"/>
                  </a:lnTo>
                  <a:lnTo>
                    <a:pt x="46672" y="61614"/>
                  </a:lnTo>
                  <a:lnTo>
                    <a:pt x="46651" y="60704"/>
                  </a:lnTo>
                  <a:lnTo>
                    <a:pt x="46589" y="59831"/>
                  </a:lnTo>
                  <a:lnTo>
                    <a:pt x="46484" y="58994"/>
                  </a:lnTo>
                  <a:lnTo>
                    <a:pt x="46339" y="58195"/>
                  </a:lnTo>
                  <a:lnTo>
                    <a:pt x="46151" y="57432"/>
                  </a:lnTo>
                  <a:lnTo>
                    <a:pt x="45922" y="56707"/>
                  </a:lnTo>
                  <a:lnTo>
                    <a:pt x="45651" y="56018"/>
                  </a:lnTo>
                  <a:lnTo>
                    <a:pt x="45338" y="55366"/>
                  </a:lnTo>
                  <a:lnTo>
                    <a:pt x="44984" y="54751"/>
                  </a:lnTo>
                  <a:lnTo>
                    <a:pt x="44588" y="54173"/>
                  </a:lnTo>
                  <a:lnTo>
                    <a:pt x="44173" y="53615"/>
                  </a:lnTo>
                  <a:lnTo>
                    <a:pt x="43736" y="53082"/>
                  </a:lnTo>
                  <a:lnTo>
                    <a:pt x="43278" y="52576"/>
                  </a:lnTo>
                  <a:lnTo>
                    <a:pt x="42798" y="52096"/>
                  </a:lnTo>
                  <a:lnTo>
                    <a:pt x="42296" y="51643"/>
                  </a:lnTo>
                  <a:lnTo>
                    <a:pt x="41774" y="51215"/>
                  </a:lnTo>
                  <a:lnTo>
                    <a:pt x="41230" y="50814"/>
                  </a:lnTo>
                  <a:lnTo>
                    <a:pt x="40664" y="50439"/>
                  </a:lnTo>
                  <a:lnTo>
                    <a:pt x="40077" y="50090"/>
                  </a:lnTo>
                  <a:lnTo>
                    <a:pt x="39469" y="49768"/>
                  </a:lnTo>
                  <a:lnTo>
                    <a:pt x="38856" y="49457"/>
                  </a:lnTo>
                  <a:lnTo>
                    <a:pt x="38230" y="49168"/>
                  </a:lnTo>
                  <a:lnTo>
                    <a:pt x="37593" y="48900"/>
                  </a:lnTo>
                  <a:lnTo>
                    <a:pt x="36945" y="48653"/>
                  </a:lnTo>
                  <a:lnTo>
                    <a:pt x="36284" y="48428"/>
                  </a:lnTo>
                  <a:lnTo>
                    <a:pt x="35611" y="48225"/>
                  </a:lnTo>
                  <a:lnTo>
                    <a:pt x="34926" y="48042"/>
                  </a:lnTo>
                  <a:lnTo>
                    <a:pt x="34230" y="47882"/>
                  </a:lnTo>
                  <a:lnTo>
                    <a:pt x="33522" y="47742"/>
                  </a:lnTo>
                  <a:lnTo>
                    <a:pt x="32801" y="47625"/>
                  </a:lnTo>
                  <a:lnTo>
                    <a:pt x="32092" y="47523"/>
                  </a:lnTo>
                  <a:lnTo>
                    <a:pt x="31394" y="47432"/>
                  </a:lnTo>
                  <a:lnTo>
                    <a:pt x="30706" y="47351"/>
                  </a:lnTo>
                  <a:lnTo>
                    <a:pt x="30029" y="47282"/>
                  </a:lnTo>
                  <a:lnTo>
                    <a:pt x="29363" y="47223"/>
                  </a:lnTo>
                  <a:lnTo>
                    <a:pt x="28708" y="47174"/>
                  </a:lnTo>
                  <a:lnTo>
                    <a:pt x="28063" y="47137"/>
                  </a:lnTo>
                  <a:lnTo>
                    <a:pt x="27429" y="47110"/>
                  </a:lnTo>
                  <a:lnTo>
                    <a:pt x="26806" y="47094"/>
                  </a:lnTo>
                  <a:lnTo>
                    <a:pt x="26193" y="47089"/>
                  </a:lnTo>
                  <a:lnTo>
                    <a:pt x="20121" y="47089"/>
                  </a:lnTo>
                  <a:lnTo>
                    <a:pt x="20121" y="37802"/>
                  </a:lnTo>
                  <a:lnTo>
                    <a:pt x="25955" y="37802"/>
                  </a:lnTo>
                  <a:lnTo>
                    <a:pt x="26565" y="37796"/>
                  </a:lnTo>
                  <a:lnTo>
                    <a:pt x="27179" y="37778"/>
                  </a:lnTo>
                  <a:lnTo>
                    <a:pt x="27798" y="37748"/>
                  </a:lnTo>
                  <a:lnTo>
                    <a:pt x="28422" y="37707"/>
                  </a:lnTo>
                  <a:lnTo>
                    <a:pt x="29051" y="37653"/>
                  </a:lnTo>
                  <a:lnTo>
                    <a:pt x="29684" y="37588"/>
                  </a:lnTo>
                  <a:lnTo>
                    <a:pt x="30322" y="37510"/>
                  </a:lnTo>
                  <a:lnTo>
                    <a:pt x="30965" y="37421"/>
                  </a:lnTo>
                  <a:lnTo>
                    <a:pt x="31613" y="37320"/>
                  </a:lnTo>
                  <a:lnTo>
                    <a:pt x="32265" y="37207"/>
                  </a:lnTo>
                  <a:lnTo>
                    <a:pt x="32914" y="37066"/>
                  </a:lnTo>
                  <a:lnTo>
                    <a:pt x="33551" y="36906"/>
                  </a:lnTo>
                  <a:lnTo>
                    <a:pt x="34176" y="36728"/>
                  </a:lnTo>
                  <a:lnTo>
                    <a:pt x="34790" y="36530"/>
                  </a:lnTo>
                  <a:lnTo>
                    <a:pt x="35391" y="36314"/>
                  </a:lnTo>
                  <a:lnTo>
                    <a:pt x="35980" y="36078"/>
                  </a:lnTo>
                  <a:lnTo>
                    <a:pt x="36558" y="35823"/>
                  </a:lnTo>
                  <a:lnTo>
                    <a:pt x="37123" y="35549"/>
                  </a:lnTo>
                  <a:lnTo>
                    <a:pt x="37677" y="35256"/>
                  </a:lnTo>
                  <a:lnTo>
                    <a:pt x="38219" y="34944"/>
                  </a:lnTo>
                  <a:lnTo>
                    <a:pt x="38756" y="34600"/>
                  </a:lnTo>
                  <a:lnTo>
                    <a:pt x="39273" y="34232"/>
                  </a:lnTo>
                  <a:lnTo>
                    <a:pt x="39771" y="33842"/>
                  </a:lnTo>
                  <a:lnTo>
                    <a:pt x="40247" y="33430"/>
                  </a:lnTo>
                  <a:lnTo>
                    <a:pt x="40704" y="32995"/>
                  </a:lnTo>
                  <a:lnTo>
                    <a:pt x="41140" y="32537"/>
                  </a:lnTo>
                  <a:lnTo>
                    <a:pt x="41556" y="32056"/>
                  </a:lnTo>
                  <a:lnTo>
                    <a:pt x="41952" y="31553"/>
                  </a:lnTo>
                  <a:lnTo>
                    <a:pt x="42328" y="31028"/>
                  </a:lnTo>
                  <a:lnTo>
                    <a:pt x="42683" y="30480"/>
                  </a:lnTo>
                  <a:lnTo>
                    <a:pt x="43023" y="29904"/>
                  </a:lnTo>
                  <a:lnTo>
                    <a:pt x="43326" y="29298"/>
                  </a:lnTo>
                  <a:lnTo>
                    <a:pt x="43594" y="28661"/>
                  </a:lnTo>
                  <a:lnTo>
                    <a:pt x="43826" y="27993"/>
                  </a:lnTo>
                  <a:lnTo>
                    <a:pt x="44023" y="27295"/>
                  </a:lnTo>
                  <a:lnTo>
                    <a:pt x="44184" y="26565"/>
                  </a:lnTo>
                  <a:lnTo>
                    <a:pt x="44309" y="25804"/>
                  </a:lnTo>
                  <a:lnTo>
                    <a:pt x="44398" y="25012"/>
                  </a:lnTo>
                  <a:lnTo>
                    <a:pt x="44451" y="24189"/>
                  </a:lnTo>
                  <a:lnTo>
                    <a:pt x="44469" y="23336"/>
                  </a:lnTo>
                  <a:lnTo>
                    <a:pt x="44429" y="22019"/>
                  </a:lnTo>
                  <a:lnTo>
                    <a:pt x="44310" y="20759"/>
                  </a:lnTo>
                  <a:lnTo>
                    <a:pt x="44110" y="19557"/>
                  </a:lnTo>
                  <a:lnTo>
                    <a:pt x="43831" y="18411"/>
                  </a:lnTo>
                  <a:lnTo>
                    <a:pt x="43472" y="17323"/>
                  </a:lnTo>
                  <a:lnTo>
                    <a:pt x="43033" y="16292"/>
                  </a:lnTo>
                  <a:lnTo>
                    <a:pt x="42515" y="15318"/>
                  </a:lnTo>
                  <a:lnTo>
                    <a:pt x="41917" y="14401"/>
                  </a:lnTo>
                  <a:lnTo>
                    <a:pt x="41239" y="13542"/>
                  </a:lnTo>
                  <a:lnTo>
                    <a:pt x="40481" y="12739"/>
                  </a:lnTo>
                  <a:lnTo>
                    <a:pt x="39656" y="11993"/>
                  </a:lnTo>
                  <a:lnTo>
                    <a:pt x="38754" y="11325"/>
                  </a:lnTo>
                  <a:lnTo>
                    <a:pt x="37775" y="10735"/>
                  </a:lnTo>
                  <a:lnTo>
                    <a:pt x="36718" y="10225"/>
                  </a:lnTo>
                  <a:lnTo>
                    <a:pt x="35584" y="9792"/>
                  </a:lnTo>
                  <a:lnTo>
                    <a:pt x="34373" y="9439"/>
                  </a:lnTo>
                  <a:lnTo>
                    <a:pt x="33084" y="9164"/>
                  </a:lnTo>
                  <a:lnTo>
                    <a:pt x="31718" y="8967"/>
                  </a:lnTo>
                  <a:lnTo>
                    <a:pt x="30274" y="8849"/>
                  </a:lnTo>
                  <a:lnTo>
                    <a:pt x="28753" y="8810"/>
                  </a:lnTo>
                  <a:lnTo>
                    <a:pt x="27363" y="8846"/>
                  </a:lnTo>
                  <a:lnTo>
                    <a:pt x="26027" y="8955"/>
                  </a:lnTo>
                  <a:lnTo>
                    <a:pt x="24744" y="9137"/>
                  </a:lnTo>
                  <a:lnTo>
                    <a:pt x="23514" y="9391"/>
                  </a:lnTo>
                  <a:lnTo>
                    <a:pt x="22339" y="9718"/>
                  </a:lnTo>
                  <a:lnTo>
                    <a:pt x="21216" y="10117"/>
                  </a:lnTo>
                  <a:lnTo>
                    <a:pt x="20148" y="10590"/>
                  </a:lnTo>
                  <a:lnTo>
                    <a:pt x="19133" y="11134"/>
                  </a:lnTo>
                  <a:lnTo>
                    <a:pt x="18171" y="11752"/>
                  </a:lnTo>
                  <a:lnTo>
                    <a:pt x="17264" y="12442"/>
                  </a:lnTo>
                  <a:lnTo>
                    <a:pt x="16431" y="13198"/>
                  </a:lnTo>
                  <a:lnTo>
                    <a:pt x="15671" y="14013"/>
                  </a:lnTo>
                  <a:lnTo>
                    <a:pt x="14983" y="14888"/>
                  </a:lnTo>
                  <a:lnTo>
                    <a:pt x="14368" y="15823"/>
                  </a:lnTo>
                  <a:lnTo>
                    <a:pt x="13826" y="16817"/>
                  </a:lnTo>
                  <a:lnTo>
                    <a:pt x="13356" y="17871"/>
                  </a:lnTo>
                  <a:lnTo>
                    <a:pt x="12959" y="18984"/>
                  </a:lnTo>
                  <a:lnTo>
                    <a:pt x="12634" y="20157"/>
                  </a:lnTo>
                  <a:lnTo>
                    <a:pt x="12383" y="21389"/>
                  </a:lnTo>
                  <a:lnTo>
                    <a:pt x="12203" y="22681"/>
                  </a:lnTo>
                  <a:lnTo>
                    <a:pt x="1428" y="21847"/>
                  </a:lnTo>
                  <a:lnTo>
                    <a:pt x="1576" y="20754"/>
                  </a:lnTo>
                  <a:lnTo>
                    <a:pt x="1759" y="19690"/>
                  </a:lnTo>
                  <a:lnTo>
                    <a:pt x="1977" y="18654"/>
                  </a:lnTo>
                  <a:lnTo>
                    <a:pt x="2228" y="17647"/>
                  </a:lnTo>
                  <a:lnTo>
                    <a:pt x="2515" y="16668"/>
                  </a:lnTo>
                  <a:lnTo>
                    <a:pt x="2836" y="15718"/>
                  </a:lnTo>
                  <a:lnTo>
                    <a:pt x="3191" y="14797"/>
                  </a:lnTo>
                  <a:lnTo>
                    <a:pt x="3581" y="13904"/>
                  </a:lnTo>
                  <a:lnTo>
                    <a:pt x="4005" y="13039"/>
                  </a:lnTo>
                  <a:lnTo>
                    <a:pt x="4464" y="12203"/>
                  </a:lnTo>
                  <a:lnTo>
                    <a:pt x="4953" y="11396"/>
                  </a:lnTo>
                  <a:lnTo>
                    <a:pt x="5467" y="10617"/>
                  </a:lnTo>
                  <a:lnTo>
                    <a:pt x="6006" y="9867"/>
                  </a:lnTo>
                  <a:lnTo>
                    <a:pt x="6569" y="9146"/>
                  </a:lnTo>
                  <a:lnTo>
                    <a:pt x="7158" y="8453"/>
                  </a:lnTo>
                  <a:lnTo>
                    <a:pt x="7772" y="7789"/>
                  </a:lnTo>
                  <a:lnTo>
                    <a:pt x="8411" y="7153"/>
                  </a:lnTo>
                  <a:lnTo>
                    <a:pt x="9074" y="6546"/>
                  </a:lnTo>
                  <a:lnTo>
                    <a:pt x="9763" y="5967"/>
                  </a:lnTo>
                  <a:lnTo>
                    <a:pt x="10477" y="5417"/>
                  </a:lnTo>
                  <a:lnTo>
                    <a:pt x="11225" y="4883"/>
                  </a:lnTo>
                  <a:lnTo>
                    <a:pt x="11994" y="4379"/>
                  </a:lnTo>
                  <a:lnTo>
                    <a:pt x="12783" y="3902"/>
                  </a:lnTo>
                  <a:lnTo>
                    <a:pt x="13592" y="3455"/>
                  </a:lnTo>
                  <a:lnTo>
                    <a:pt x="14421" y="3036"/>
                  </a:lnTo>
                  <a:lnTo>
                    <a:pt x="15270" y="2645"/>
                  </a:lnTo>
                  <a:lnTo>
                    <a:pt x="16140" y="2283"/>
                  </a:lnTo>
                  <a:lnTo>
                    <a:pt x="17030" y="1950"/>
                  </a:lnTo>
                  <a:lnTo>
                    <a:pt x="17940" y="1645"/>
                  </a:lnTo>
                  <a:lnTo>
                    <a:pt x="18871" y="1369"/>
                  </a:lnTo>
                  <a:lnTo>
                    <a:pt x="19817" y="1109"/>
                  </a:lnTo>
                  <a:lnTo>
                    <a:pt x="20776" y="876"/>
                  </a:lnTo>
                  <a:lnTo>
                    <a:pt x="21746" y="670"/>
                  </a:lnTo>
                  <a:lnTo>
                    <a:pt x="22729" y="492"/>
                  </a:lnTo>
                  <a:lnTo>
                    <a:pt x="23723" y="342"/>
                  </a:lnTo>
                  <a:lnTo>
                    <a:pt x="24729" y="219"/>
                  </a:lnTo>
                  <a:lnTo>
                    <a:pt x="25747" y="123"/>
                  </a:lnTo>
                  <a:lnTo>
                    <a:pt x="26777" y="54"/>
                  </a:lnTo>
                  <a:lnTo>
                    <a:pt x="27818" y="13"/>
                  </a:lnTo>
                  <a:lnTo>
                    <a:pt x="28872" y="0"/>
                  </a:lnTo>
                  <a:lnTo>
                    <a:pt x="30257" y="17"/>
                  </a:lnTo>
                  <a:lnTo>
                    <a:pt x="31603" y="71"/>
                  </a:lnTo>
                  <a:lnTo>
                    <a:pt x="32910" y="160"/>
                  </a:lnTo>
                  <a:lnTo>
                    <a:pt x="34178" y="285"/>
                  </a:lnTo>
                  <a:lnTo>
                    <a:pt x="35406" y="446"/>
                  </a:lnTo>
                  <a:lnTo>
                    <a:pt x="36595" y="642"/>
                  </a:lnTo>
                  <a:lnTo>
                    <a:pt x="37744" y="875"/>
                  </a:lnTo>
                  <a:lnTo>
                    <a:pt x="38854" y="1143"/>
                  </a:lnTo>
                  <a:lnTo>
                    <a:pt x="39925" y="1446"/>
                  </a:lnTo>
                  <a:lnTo>
                    <a:pt x="40957" y="1785"/>
                  </a:lnTo>
                  <a:lnTo>
                    <a:pt x="41951" y="2144"/>
                  </a:lnTo>
                  <a:lnTo>
                    <a:pt x="42907" y="2528"/>
                  </a:lnTo>
                  <a:lnTo>
                    <a:pt x="43827" y="2939"/>
                  </a:lnTo>
                  <a:lnTo>
                    <a:pt x="44710" y="3376"/>
                  </a:lnTo>
                  <a:lnTo>
                    <a:pt x="45556" y="3839"/>
                  </a:lnTo>
                  <a:lnTo>
                    <a:pt x="46365" y="4329"/>
                  </a:lnTo>
                  <a:lnTo>
                    <a:pt x="47137" y="4844"/>
                  </a:lnTo>
                  <a:lnTo>
                    <a:pt x="47872" y="5386"/>
                  </a:lnTo>
                  <a:lnTo>
                    <a:pt x="48570" y="5954"/>
                  </a:lnTo>
                  <a:lnTo>
                    <a:pt x="49232" y="6548"/>
                  </a:lnTo>
                  <a:lnTo>
                    <a:pt x="49858" y="7154"/>
                  </a:lnTo>
                  <a:lnTo>
                    <a:pt x="50449" y="7781"/>
                  </a:lnTo>
                  <a:lnTo>
                    <a:pt x="51005" y="8430"/>
                  </a:lnTo>
                  <a:lnTo>
                    <a:pt x="51527" y="9101"/>
                  </a:lnTo>
                  <a:lnTo>
                    <a:pt x="52015" y="9792"/>
                  </a:lnTo>
                  <a:lnTo>
                    <a:pt x="52468" y="10506"/>
                  </a:lnTo>
                  <a:lnTo>
                    <a:pt x="52886" y="11240"/>
                  </a:lnTo>
                  <a:lnTo>
                    <a:pt x="53270" y="11996"/>
                  </a:lnTo>
                  <a:lnTo>
                    <a:pt x="53620" y="12774"/>
                  </a:lnTo>
                  <a:lnTo>
                    <a:pt x="53935" y="13573"/>
                  </a:lnTo>
                  <a:lnTo>
                    <a:pt x="54229" y="14388"/>
                  </a:lnTo>
                  <a:lnTo>
                    <a:pt x="54492" y="15213"/>
                  </a:lnTo>
                  <a:lnTo>
                    <a:pt x="54724" y="16050"/>
                  </a:lnTo>
                  <a:lnTo>
                    <a:pt x="54925" y="16897"/>
                  </a:lnTo>
                  <a:lnTo>
                    <a:pt x="55096" y="17755"/>
                  </a:lnTo>
                  <a:lnTo>
                    <a:pt x="55235" y="18623"/>
                  </a:lnTo>
                  <a:lnTo>
                    <a:pt x="55343" y="19503"/>
                  </a:lnTo>
                  <a:lnTo>
                    <a:pt x="55421" y="20393"/>
                  </a:lnTo>
                  <a:lnTo>
                    <a:pt x="55467" y="21293"/>
                  </a:lnTo>
                  <a:lnTo>
                    <a:pt x="55483" y="22205"/>
                  </a:lnTo>
                  <a:lnTo>
                    <a:pt x="55473" y="22938"/>
                  </a:lnTo>
                  <a:lnTo>
                    <a:pt x="55442" y="23662"/>
                  </a:lnTo>
                  <a:lnTo>
                    <a:pt x="55392" y="24376"/>
                  </a:lnTo>
                  <a:lnTo>
                    <a:pt x="55321" y="25081"/>
                  </a:lnTo>
                  <a:lnTo>
                    <a:pt x="55230" y="25777"/>
                  </a:lnTo>
                  <a:lnTo>
                    <a:pt x="55118" y="26462"/>
                  </a:lnTo>
                  <a:lnTo>
                    <a:pt x="54987" y="27139"/>
                  </a:lnTo>
                  <a:lnTo>
                    <a:pt x="54835" y="27805"/>
                  </a:lnTo>
                  <a:lnTo>
                    <a:pt x="54663" y="28463"/>
                  </a:lnTo>
                  <a:lnTo>
                    <a:pt x="54471" y="29110"/>
                  </a:lnTo>
                  <a:lnTo>
                    <a:pt x="54257" y="29747"/>
                  </a:lnTo>
                  <a:lnTo>
                    <a:pt x="54021" y="30370"/>
                  </a:lnTo>
                  <a:lnTo>
                    <a:pt x="53762" y="30980"/>
                  </a:lnTo>
                  <a:lnTo>
                    <a:pt x="53480" y="31577"/>
                  </a:lnTo>
                  <a:lnTo>
                    <a:pt x="53176" y="32161"/>
                  </a:lnTo>
                  <a:lnTo>
                    <a:pt x="52849" y="32732"/>
                  </a:lnTo>
                  <a:lnTo>
                    <a:pt x="52500" y="33290"/>
                  </a:lnTo>
                  <a:lnTo>
                    <a:pt x="52127" y="33835"/>
                  </a:lnTo>
                  <a:lnTo>
                    <a:pt x="51733" y="34366"/>
                  </a:lnTo>
                  <a:lnTo>
                    <a:pt x="51315" y="34885"/>
                  </a:lnTo>
                  <a:lnTo>
                    <a:pt x="50875" y="35390"/>
                  </a:lnTo>
                  <a:lnTo>
                    <a:pt x="50411" y="35880"/>
                  </a:lnTo>
                  <a:lnTo>
                    <a:pt x="49922" y="36356"/>
                  </a:lnTo>
                  <a:lnTo>
                    <a:pt x="49410" y="36818"/>
                  </a:lnTo>
                  <a:lnTo>
                    <a:pt x="48875" y="37266"/>
                  </a:lnTo>
                  <a:lnTo>
                    <a:pt x="48315" y="37699"/>
                  </a:lnTo>
                  <a:lnTo>
                    <a:pt x="47732" y="38119"/>
                  </a:lnTo>
                  <a:lnTo>
                    <a:pt x="47124" y="38523"/>
                  </a:lnTo>
                  <a:lnTo>
                    <a:pt x="46493" y="38914"/>
                  </a:lnTo>
                  <a:lnTo>
                    <a:pt x="45839" y="39290"/>
                  </a:lnTo>
                  <a:lnTo>
                    <a:pt x="45170" y="39650"/>
                  </a:lnTo>
                  <a:lnTo>
                    <a:pt x="44474" y="39993"/>
                  </a:lnTo>
                  <a:lnTo>
                    <a:pt x="43751" y="40317"/>
                  </a:lnTo>
                  <a:lnTo>
                    <a:pt x="43000" y="40624"/>
                  </a:lnTo>
                  <a:lnTo>
                    <a:pt x="42222" y="40912"/>
                  </a:lnTo>
                  <a:lnTo>
                    <a:pt x="41417" y="41183"/>
                  </a:lnTo>
                  <a:lnTo>
                    <a:pt x="40584" y="41436"/>
                  </a:lnTo>
                  <a:lnTo>
                    <a:pt x="39724" y="41671"/>
                  </a:lnTo>
                  <a:lnTo>
                    <a:pt x="38836" y="41889"/>
                  </a:lnTo>
                  <a:lnTo>
                    <a:pt x="37921" y="42088"/>
                  </a:lnTo>
                  <a:lnTo>
                    <a:pt x="37921" y="42326"/>
                  </a:lnTo>
                  <a:lnTo>
                    <a:pt x="38920" y="42446"/>
                  </a:lnTo>
                  <a:lnTo>
                    <a:pt x="39893" y="42591"/>
                  </a:lnTo>
                  <a:lnTo>
                    <a:pt x="40839" y="42760"/>
                  </a:lnTo>
                  <a:lnTo>
                    <a:pt x="41759" y="42955"/>
                  </a:lnTo>
                  <a:lnTo>
                    <a:pt x="42654" y="43175"/>
                  </a:lnTo>
                  <a:lnTo>
                    <a:pt x="43522" y="43419"/>
                  </a:lnTo>
                  <a:lnTo>
                    <a:pt x="44363" y="43689"/>
                  </a:lnTo>
                  <a:lnTo>
                    <a:pt x="45179" y="43984"/>
                  </a:lnTo>
                  <a:lnTo>
                    <a:pt x="45968" y="44303"/>
                  </a:lnTo>
                  <a:lnTo>
                    <a:pt x="46732" y="44648"/>
                  </a:lnTo>
                  <a:lnTo>
                    <a:pt x="47469" y="45002"/>
                  </a:lnTo>
                  <a:lnTo>
                    <a:pt x="48179" y="45374"/>
                  </a:lnTo>
                  <a:lnTo>
                    <a:pt x="48864" y="45764"/>
                  </a:lnTo>
                  <a:lnTo>
                    <a:pt x="49522" y="46172"/>
                  </a:lnTo>
                  <a:lnTo>
                    <a:pt x="50155" y="46598"/>
                  </a:lnTo>
                  <a:lnTo>
                    <a:pt x="50761" y="47041"/>
                  </a:lnTo>
                  <a:lnTo>
                    <a:pt x="51340" y="47502"/>
                  </a:lnTo>
                  <a:lnTo>
                    <a:pt x="51894" y="47982"/>
                  </a:lnTo>
                  <a:lnTo>
                    <a:pt x="52422" y="48479"/>
                  </a:lnTo>
                  <a:lnTo>
                    <a:pt x="52923" y="48994"/>
                  </a:lnTo>
                  <a:lnTo>
                    <a:pt x="53398" y="49525"/>
                  </a:lnTo>
                  <a:lnTo>
                    <a:pt x="53849" y="50070"/>
                  </a:lnTo>
                  <a:lnTo>
                    <a:pt x="54275" y="50630"/>
                  </a:lnTo>
                  <a:lnTo>
                    <a:pt x="54675" y="51204"/>
                  </a:lnTo>
                  <a:lnTo>
                    <a:pt x="55051" y="51792"/>
                  </a:lnTo>
                  <a:lnTo>
                    <a:pt x="55402" y="52394"/>
                  </a:lnTo>
                  <a:lnTo>
                    <a:pt x="55727" y="53011"/>
                  </a:lnTo>
                  <a:lnTo>
                    <a:pt x="56028" y="53642"/>
                  </a:lnTo>
                  <a:lnTo>
                    <a:pt x="56304" y="54287"/>
                  </a:lnTo>
                  <a:lnTo>
                    <a:pt x="56554" y="54947"/>
                  </a:lnTo>
                  <a:lnTo>
                    <a:pt x="56792" y="55617"/>
                  </a:lnTo>
                  <a:lnTo>
                    <a:pt x="57004" y="56295"/>
                  </a:lnTo>
                  <a:lnTo>
                    <a:pt x="57192" y="56979"/>
                  </a:lnTo>
                  <a:lnTo>
                    <a:pt x="57354" y="57671"/>
                  </a:lnTo>
                  <a:lnTo>
                    <a:pt x="57492" y="58370"/>
                  </a:lnTo>
                  <a:lnTo>
                    <a:pt x="57604" y="59076"/>
                  </a:lnTo>
                  <a:lnTo>
                    <a:pt x="57692" y="59789"/>
                  </a:lnTo>
                  <a:lnTo>
                    <a:pt x="57754" y="60509"/>
                  </a:lnTo>
                  <a:lnTo>
                    <a:pt x="57792" y="612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8862688" y="2877124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8794942" y="3096580"/>
              <a:ext cx="56257" cy="86320"/>
            </a:xfrm>
            <a:custGeom>
              <a:avLst/>
              <a:pathLst>
                <a:path w="56257" h="86320">
                  <a:moveTo>
                    <a:pt x="56257" y="57685"/>
                  </a:moveTo>
                  <a:lnTo>
                    <a:pt x="56239" y="58937"/>
                  </a:lnTo>
                  <a:lnTo>
                    <a:pt x="56185" y="60169"/>
                  </a:lnTo>
                  <a:lnTo>
                    <a:pt x="56096" y="61380"/>
                  </a:lnTo>
                  <a:lnTo>
                    <a:pt x="55971" y="62572"/>
                  </a:lnTo>
                  <a:lnTo>
                    <a:pt x="55810" y="63743"/>
                  </a:lnTo>
                  <a:lnTo>
                    <a:pt x="55614" y="64893"/>
                  </a:lnTo>
                  <a:lnTo>
                    <a:pt x="55381" y="66024"/>
                  </a:lnTo>
                  <a:lnTo>
                    <a:pt x="55114" y="67134"/>
                  </a:lnTo>
                  <a:lnTo>
                    <a:pt x="54810" y="68224"/>
                  </a:lnTo>
                  <a:lnTo>
                    <a:pt x="54471" y="69294"/>
                  </a:lnTo>
                  <a:lnTo>
                    <a:pt x="54108" y="70327"/>
                  </a:lnTo>
                  <a:lnTo>
                    <a:pt x="53711" y="71332"/>
                  </a:lnTo>
                  <a:lnTo>
                    <a:pt x="53279" y="72309"/>
                  </a:lnTo>
                  <a:lnTo>
                    <a:pt x="52813" y="73256"/>
                  </a:lnTo>
                  <a:lnTo>
                    <a:pt x="52313" y="74175"/>
                  </a:lnTo>
                  <a:lnTo>
                    <a:pt x="51777" y="75066"/>
                  </a:lnTo>
                  <a:lnTo>
                    <a:pt x="51208" y="75928"/>
                  </a:lnTo>
                  <a:lnTo>
                    <a:pt x="50603" y="76761"/>
                  </a:lnTo>
                  <a:lnTo>
                    <a:pt x="49965" y="77566"/>
                  </a:lnTo>
                  <a:lnTo>
                    <a:pt x="49291" y="78343"/>
                  </a:lnTo>
                  <a:lnTo>
                    <a:pt x="48596" y="79077"/>
                  </a:lnTo>
                  <a:lnTo>
                    <a:pt x="47867" y="79779"/>
                  </a:lnTo>
                  <a:lnTo>
                    <a:pt x="47105" y="80448"/>
                  </a:lnTo>
                  <a:lnTo>
                    <a:pt x="46310" y="81086"/>
                  </a:lnTo>
                  <a:lnTo>
                    <a:pt x="45481" y="81691"/>
                  </a:lnTo>
                  <a:lnTo>
                    <a:pt x="44619" y="82265"/>
                  </a:lnTo>
                  <a:lnTo>
                    <a:pt x="43724" y="82806"/>
                  </a:lnTo>
                  <a:lnTo>
                    <a:pt x="42795" y="83315"/>
                  </a:lnTo>
                  <a:lnTo>
                    <a:pt x="41833" y="83792"/>
                  </a:lnTo>
                  <a:lnTo>
                    <a:pt x="40838" y="84236"/>
                  </a:lnTo>
                  <a:lnTo>
                    <a:pt x="39810" y="84632"/>
                  </a:lnTo>
                  <a:lnTo>
                    <a:pt x="38752" y="84986"/>
                  </a:lnTo>
                  <a:lnTo>
                    <a:pt x="37663" y="85299"/>
                  </a:lnTo>
                  <a:lnTo>
                    <a:pt x="36542" y="85570"/>
                  </a:lnTo>
                  <a:lnTo>
                    <a:pt x="35391" y="85799"/>
                  </a:lnTo>
                  <a:lnTo>
                    <a:pt x="34209" y="85986"/>
                  </a:lnTo>
                  <a:lnTo>
                    <a:pt x="32995" y="86132"/>
                  </a:lnTo>
                  <a:lnTo>
                    <a:pt x="31751" y="86236"/>
                  </a:lnTo>
                  <a:lnTo>
                    <a:pt x="30476" y="86299"/>
                  </a:lnTo>
                  <a:lnTo>
                    <a:pt x="29170" y="86320"/>
                  </a:lnTo>
                  <a:lnTo>
                    <a:pt x="27724" y="86292"/>
                  </a:lnTo>
                  <a:lnTo>
                    <a:pt x="26315" y="86208"/>
                  </a:lnTo>
                  <a:lnTo>
                    <a:pt x="24942" y="86068"/>
                  </a:lnTo>
                  <a:lnTo>
                    <a:pt x="23607" y="85872"/>
                  </a:lnTo>
                  <a:lnTo>
                    <a:pt x="22309" y="85620"/>
                  </a:lnTo>
                  <a:lnTo>
                    <a:pt x="21047" y="85313"/>
                  </a:lnTo>
                  <a:lnTo>
                    <a:pt x="19823" y="84949"/>
                  </a:lnTo>
                  <a:lnTo>
                    <a:pt x="18635" y="84529"/>
                  </a:lnTo>
                  <a:lnTo>
                    <a:pt x="17484" y="84053"/>
                  </a:lnTo>
                  <a:lnTo>
                    <a:pt x="16371" y="83522"/>
                  </a:lnTo>
                  <a:lnTo>
                    <a:pt x="15294" y="82938"/>
                  </a:lnTo>
                  <a:lnTo>
                    <a:pt x="14254" y="82305"/>
                  </a:lnTo>
                  <a:lnTo>
                    <a:pt x="13251" y="81623"/>
                  </a:lnTo>
                  <a:lnTo>
                    <a:pt x="12284" y="80893"/>
                  </a:lnTo>
                  <a:lnTo>
                    <a:pt x="11355" y="80114"/>
                  </a:lnTo>
                  <a:lnTo>
                    <a:pt x="10463" y="79286"/>
                  </a:lnTo>
                  <a:lnTo>
                    <a:pt x="9607" y="78409"/>
                  </a:lnTo>
                  <a:lnTo>
                    <a:pt x="8789" y="77483"/>
                  </a:lnTo>
                  <a:lnTo>
                    <a:pt x="8007" y="76508"/>
                  </a:lnTo>
                  <a:lnTo>
                    <a:pt x="7262" y="75485"/>
                  </a:lnTo>
                  <a:lnTo>
                    <a:pt x="6554" y="74402"/>
                  </a:lnTo>
                  <a:lnTo>
                    <a:pt x="5881" y="73273"/>
                  </a:lnTo>
                  <a:lnTo>
                    <a:pt x="5244" y="72097"/>
                  </a:lnTo>
                  <a:lnTo>
                    <a:pt x="4643" y="70875"/>
                  </a:lnTo>
                  <a:lnTo>
                    <a:pt x="4077" y="69606"/>
                  </a:lnTo>
                  <a:lnTo>
                    <a:pt x="3548" y="68291"/>
                  </a:lnTo>
                  <a:lnTo>
                    <a:pt x="3053" y="66930"/>
                  </a:lnTo>
                  <a:lnTo>
                    <a:pt x="2595" y="65522"/>
                  </a:lnTo>
                  <a:lnTo>
                    <a:pt x="2172" y="64068"/>
                  </a:lnTo>
                  <a:lnTo>
                    <a:pt x="1785" y="62567"/>
                  </a:lnTo>
                  <a:lnTo>
                    <a:pt x="1446" y="61010"/>
                  </a:lnTo>
                  <a:lnTo>
                    <a:pt x="1143" y="59412"/>
                  </a:lnTo>
                  <a:lnTo>
                    <a:pt x="875" y="57772"/>
                  </a:lnTo>
                  <a:lnTo>
                    <a:pt x="642" y="56090"/>
                  </a:lnTo>
                  <a:lnTo>
                    <a:pt x="446" y="54366"/>
                  </a:lnTo>
                  <a:lnTo>
                    <a:pt x="285" y="52601"/>
                  </a:lnTo>
                  <a:lnTo>
                    <a:pt x="160" y="50795"/>
                  </a:lnTo>
                  <a:lnTo>
                    <a:pt x="71" y="48946"/>
                  </a:lnTo>
                  <a:lnTo>
                    <a:pt x="17" y="47056"/>
                  </a:lnTo>
                  <a:lnTo>
                    <a:pt x="0" y="45124"/>
                  </a:lnTo>
                  <a:lnTo>
                    <a:pt x="20" y="42913"/>
                  </a:lnTo>
                  <a:lnTo>
                    <a:pt x="80" y="40757"/>
                  </a:lnTo>
                  <a:lnTo>
                    <a:pt x="182" y="38656"/>
                  </a:lnTo>
                  <a:lnTo>
                    <a:pt x="323" y="36609"/>
                  </a:lnTo>
                  <a:lnTo>
                    <a:pt x="506" y="34617"/>
                  </a:lnTo>
                  <a:lnTo>
                    <a:pt x="728" y="32680"/>
                  </a:lnTo>
                  <a:lnTo>
                    <a:pt x="991" y="30797"/>
                  </a:lnTo>
                  <a:lnTo>
                    <a:pt x="1295" y="28970"/>
                  </a:lnTo>
                  <a:lnTo>
                    <a:pt x="1639" y="27197"/>
                  </a:lnTo>
                  <a:lnTo>
                    <a:pt x="2024" y="25479"/>
                  </a:lnTo>
                  <a:lnTo>
                    <a:pt x="2458" y="23816"/>
                  </a:lnTo>
                  <a:lnTo>
                    <a:pt x="2928" y="22209"/>
                  </a:lnTo>
                  <a:lnTo>
                    <a:pt x="3434" y="20659"/>
                  </a:lnTo>
                  <a:lnTo>
                    <a:pt x="3976" y="19164"/>
                  </a:lnTo>
                  <a:lnTo>
                    <a:pt x="4554" y="17725"/>
                  </a:lnTo>
                  <a:lnTo>
                    <a:pt x="5167" y="16342"/>
                  </a:lnTo>
                  <a:lnTo>
                    <a:pt x="5816" y="15015"/>
                  </a:lnTo>
                  <a:lnTo>
                    <a:pt x="6500" y="13744"/>
                  </a:lnTo>
                  <a:lnTo>
                    <a:pt x="7221" y="12529"/>
                  </a:lnTo>
                  <a:lnTo>
                    <a:pt x="7977" y="11370"/>
                  </a:lnTo>
                  <a:lnTo>
                    <a:pt x="8767" y="10267"/>
                  </a:lnTo>
                  <a:lnTo>
                    <a:pt x="9591" y="9220"/>
                  </a:lnTo>
                  <a:lnTo>
                    <a:pt x="10448" y="8229"/>
                  </a:lnTo>
                  <a:lnTo>
                    <a:pt x="11339" y="7293"/>
                  </a:lnTo>
                  <a:lnTo>
                    <a:pt x="12263" y="6414"/>
                  </a:lnTo>
                  <a:lnTo>
                    <a:pt x="13220" y="5591"/>
                  </a:lnTo>
                  <a:lnTo>
                    <a:pt x="14211" y="4823"/>
                  </a:lnTo>
                  <a:lnTo>
                    <a:pt x="15235" y="4112"/>
                  </a:lnTo>
                  <a:lnTo>
                    <a:pt x="16292" y="3456"/>
                  </a:lnTo>
                  <a:lnTo>
                    <a:pt x="17383" y="2857"/>
                  </a:lnTo>
                  <a:lnTo>
                    <a:pt x="18516" y="2314"/>
                  </a:lnTo>
                  <a:lnTo>
                    <a:pt x="19678" y="1828"/>
                  </a:lnTo>
                  <a:lnTo>
                    <a:pt x="20869" y="1400"/>
                  </a:lnTo>
                  <a:lnTo>
                    <a:pt x="22088" y="1028"/>
                  </a:lnTo>
                  <a:lnTo>
                    <a:pt x="23336" y="714"/>
                  </a:lnTo>
                  <a:lnTo>
                    <a:pt x="24612" y="457"/>
                  </a:lnTo>
                  <a:lnTo>
                    <a:pt x="25917" y="257"/>
                  </a:lnTo>
                  <a:lnTo>
                    <a:pt x="27251" y="114"/>
                  </a:lnTo>
                  <a:lnTo>
                    <a:pt x="28613" y="28"/>
                  </a:lnTo>
                  <a:lnTo>
                    <a:pt x="30003" y="0"/>
                  </a:lnTo>
                  <a:lnTo>
                    <a:pt x="30855" y="8"/>
                  </a:lnTo>
                  <a:lnTo>
                    <a:pt x="31696" y="35"/>
                  </a:lnTo>
                  <a:lnTo>
                    <a:pt x="32527" y="80"/>
                  </a:lnTo>
                  <a:lnTo>
                    <a:pt x="33347" y="142"/>
                  </a:lnTo>
                  <a:lnTo>
                    <a:pt x="34156" y="223"/>
                  </a:lnTo>
                  <a:lnTo>
                    <a:pt x="34954" y="321"/>
                  </a:lnTo>
                  <a:lnTo>
                    <a:pt x="35741" y="437"/>
                  </a:lnTo>
                  <a:lnTo>
                    <a:pt x="36518" y="571"/>
                  </a:lnTo>
                  <a:lnTo>
                    <a:pt x="37285" y="723"/>
                  </a:lnTo>
                  <a:lnTo>
                    <a:pt x="38040" y="892"/>
                  </a:lnTo>
                  <a:lnTo>
                    <a:pt x="38783" y="1082"/>
                  </a:lnTo>
                  <a:lnTo>
                    <a:pt x="39512" y="1295"/>
                  </a:lnTo>
                  <a:lnTo>
                    <a:pt x="40226" y="1530"/>
                  </a:lnTo>
                  <a:lnTo>
                    <a:pt x="40926" y="1788"/>
                  </a:lnTo>
                  <a:lnTo>
                    <a:pt x="41612" y="2068"/>
                  </a:lnTo>
                  <a:lnTo>
                    <a:pt x="42283" y="2371"/>
                  </a:lnTo>
                  <a:lnTo>
                    <a:pt x="42941" y="2697"/>
                  </a:lnTo>
                  <a:lnTo>
                    <a:pt x="43584" y="3045"/>
                  </a:lnTo>
                  <a:lnTo>
                    <a:pt x="44212" y="3416"/>
                  </a:lnTo>
                  <a:lnTo>
                    <a:pt x="44827" y="3810"/>
                  </a:lnTo>
                  <a:lnTo>
                    <a:pt x="45438" y="4216"/>
                  </a:lnTo>
                  <a:lnTo>
                    <a:pt x="46034" y="4648"/>
                  </a:lnTo>
                  <a:lnTo>
                    <a:pt x="46614" y="5106"/>
                  </a:lnTo>
                  <a:lnTo>
                    <a:pt x="47179" y="5591"/>
                  </a:lnTo>
                  <a:lnTo>
                    <a:pt x="47729" y="6101"/>
                  </a:lnTo>
                  <a:lnTo>
                    <a:pt x="48263" y="6638"/>
                  </a:lnTo>
                  <a:lnTo>
                    <a:pt x="48781" y="7202"/>
                  </a:lnTo>
                  <a:lnTo>
                    <a:pt x="49284" y="7791"/>
                  </a:lnTo>
                  <a:lnTo>
                    <a:pt x="49772" y="8407"/>
                  </a:lnTo>
                  <a:lnTo>
                    <a:pt x="50244" y="9048"/>
                  </a:lnTo>
                  <a:lnTo>
                    <a:pt x="50699" y="9718"/>
                  </a:lnTo>
                  <a:lnTo>
                    <a:pt x="51134" y="10417"/>
                  </a:lnTo>
                  <a:lnTo>
                    <a:pt x="51551" y="11147"/>
                  </a:lnTo>
                  <a:lnTo>
                    <a:pt x="51949" y="11906"/>
                  </a:lnTo>
                  <a:lnTo>
                    <a:pt x="52327" y="12695"/>
                  </a:lnTo>
                  <a:lnTo>
                    <a:pt x="52687" y="13513"/>
                  </a:lnTo>
                  <a:lnTo>
                    <a:pt x="53028" y="14361"/>
                  </a:lnTo>
                  <a:lnTo>
                    <a:pt x="53349" y="15240"/>
                  </a:lnTo>
                  <a:lnTo>
                    <a:pt x="53651" y="16147"/>
                  </a:lnTo>
                  <a:lnTo>
                    <a:pt x="53935" y="17085"/>
                  </a:lnTo>
                  <a:lnTo>
                    <a:pt x="43695" y="18930"/>
                  </a:lnTo>
                  <a:lnTo>
                    <a:pt x="43342" y="17877"/>
                  </a:lnTo>
                  <a:lnTo>
                    <a:pt x="42948" y="16885"/>
                  </a:lnTo>
                  <a:lnTo>
                    <a:pt x="42513" y="15953"/>
                  </a:lnTo>
                  <a:lnTo>
                    <a:pt x="42038" y="15082"/>
                  </a:lnTo>
                  <a:lnTo>
                    <a:pt x="41523" y="14272"/>
                  </a:lnTo>
                  <a:lnTo>
                    <a:pt x="40967" y="13523"/>
                  </a:lnTo>
                  <a:lnTo>
                    <a:pt x="40370" y="12834"/>
                  </a:lnTo>
                  <a:lnTo>
                    <a:pt x="39733" y="12206"/>
                  </a:lnTo>
                  <a:lnTo>
                    <a:pt x="39056" y="11638"/>
                  </a:lnTo>
                  <a:lnTo>
                    <a:pt x="38338" y="11132"/>
                  </a:lnTo>
                  <a:lnTo>
                    <a:pt x="37599" y="10668"/>
                  </a:lnTo>
                  <a:lnTo>
                    <a:pt x="36837" y="10253"/>
                  </a:lnTo>
                  <a:lnTo>
                    <a:pt x="36052" y="9887"/>
                  </a:lnTo>
                  <a:lnTo>
                    <a:pt x="35242" y="9570"/>
                  </a:lnTo>
                  <a:lnTo>
                    <a:pt x="34409" y="9301"/>
                  </a:lnTo>
                  <a:lnTo>
                    <a:pt x="33551" y="9082"/>
                  </a:lnTo>
                  <a:lnTo>
                    <a:pt x="32670" y="8911"/>
                  </a:lnTo>
                  <a:lnTo>
                    <a:pt x="31765" y="8789"/>
                  </a:lnTo>
                  <a:lnTo>
                    <a:pt x="30837" y="8715"/>
                  </a:lnTo>
                  <a:lnTo>
                    <a:pt x="29884" y="8691"/>
                  </a:lnTo>
                  <a:lnTo>
                    <a:pt x="29011" y="8712"/>
                  </a:lnTo>
                  <a:lnTo>
                    <a:pt x="28155" y="8774"/>
                  </a:lnTo>
                  <a:lnTo>
                    <a:pt x="27316" y="8879"/>
                  </a:lnTo>
                  <a:lnTo>
                    <a:pt x="26493" y="9024"/>
                  </a:lnTo>
                  <a:lnTo>
                    <a:pt x="25687" y="9212"/>
                  </a:lnTo>
                  <a:lnTo>
                    <a:pt x="24898" y="9441"/>
                  </a:lnTo>
                  <a:lnTo>
                    <a:pt x="24125" y="9712"/>
                  </a:lnTo>
                  <a:lnTo>
                    <a:pt x="23369" y="10025"/>
                  </a:lnTo>
                  <a:lnTo>
                    <a:pt x="22630" y="10379"/>
                  </a:lnTo>
                  <a:lnTo>
                    <a:pt x="21907" y="10775"/>
                  </a:lnTo>
                  <a:lnTo>
                    <a:pt x="21203" y="11212"/>
                  </a:lnTo>
                  <a:lnTo>
                    <a:pt x="20521" y="11691"/>
                  </a:lnTo>
                  <a:lnTo>
                    <a:pt x="19860" y="12212"/>
                  </a:lnTo>
                  <a:lnTo>
                    <a:pt x="19221" y="12775"/>
                  </a:lnTo>
                  <a:lnTo>
                    <a:pt x="18603" y="13379"/>
                  </a:lnTo>
                  <a:lnTo>
                    <a:pt x="18007" y="14025"/>
                  </a:lnTo>
                  <a:lnTo>
                    <a:pt x="17431" y="14713"/>
                  </a:lnTo>
                  <a:lnTo>
                    <a:pt x="16878" y="15442"/>
                  </a:lnTo>
                  <a:lnTo>
                    <a:pt x="16346" y="16213"/>
                  </a:lnTo>
                  <a:lnTo>
                    <a:pt x="15835" y="17025"/>
                  </a:lnTo>
                  <a:lnTo>
                    <a:pt x="15346" y="17868"/>
                  </a:lnTo>
                  <a:lnTo>
                    <a:pt x="14880" y="18754"/>
                  </a:lnTo>
                  <a:lnTo>
                    <a:pt x="14436" y="19683"/>
                  </a:lnTo>
                  <a:lnTo>
                    <a:pt x="14016" y="20654"/>
                  </a:lnTo>
                  <a:lnTo>
                    <a:pt x="13617" y="21669"/>
                  </a:lnTo>
                  <a:lnTo>
                    <a:pt x="13242" y="22726"/>
                  </a:lnTo>
                  <a:lnTo>
                    <a:pt x="12889" y="23826"/>
                  </a:lnTo>
                  <a:lnTo>
                    <a:pt x="12558" y="24969"/>
                  </a:lnTo>
                  <a:lnTo>
                    <a:pt x="12250" y="26155"/>
                  </a:lnTo>
                  <a:lnTo>
                    <a:pt x="11965" y="27384"/>
                  </a:lnTo>
                  <a:lnTo>
                    <a:pt x="11716" y="28655"/>
                  </a:lnTo>
                  <a:lnTo>
                    <a:pt x="11494" y="29968"/>
                  </a:lnTo>
                  <a:lnTo>
                    <a:pt x="11297" y="31322"/>
                  </a:lnTo>
                  <a:lnTo>
                    <a:pt x="11127" y="32718"/>
                  </a:lnTo>
                  <a:lnTo>
                    <a:pt x="10983" y="34156"/>
                  </a:lnTo>
                  <a:lnTo>
                    <a:pt x="10865" y="35635"/>
                  </a:lnTo>
                  <a:lnTo>
                    <a:pt x="10773" y="37156"/>
                  </a:lnTo>
                  <a:lnTo>
                    <a:pt x="10708" y="38719"/>
                  </a:lnTo>
                  <a:lnTo>
                    <a:pt x="10669" y="40323"/>
                  </a:lnTo>
                  <a:lnTo>
                    <a:pt x="10656" y="41969"/>
                  </a:lnTo>
                  <a:lnTo>
                    <a:pt x="11263" y="40912"/>
                  </a:lnTo>
                  <a:lnTo>
                    <a:pt x="11918" y="39907"/>
                  </a:lnTo>
                  <a:lnTo>
                    <a:pt x="12620" y="38954"/>
                  </a:lnTo>
                  <a:lnTo>
                    <a:pt x="13370" y="38054"/>
                  </a:lnTo>
                  <a:lnTo>
                    <a:pt x="14168" y="37207"/>
                  </a:lnTo>
                  <a:lnTo>
                    <a:pt x="15013" y="36411"/>
                  </a:lnTo>
                  <a:lnTo>
                    <a:pt x="15906" y="35668"/>
                  </a:lnTo>
                  <a:lnTo>
                    <a:pt x="16847" y="34978"/>
                  </a:lnTo>
                  <a:lnTo>
                    <a:pt x="17835" y="34340"/>
                  </a:lnTo>
                  <a:lnTo>
                    <a:pt x="18871" y="33754"/>
                  </a:lnTo>
                  <a:lnTo>
                    <a:pt x="19946" y="33211"/>
                  </a:lnTo>
                  <a:lnTo>
                    <a:pt x="21052" y="32725"/>
                  </a:lnTo>
                  <a:lnTo>
                    <a:pt x="22189" y="32296"/>
                  </a:lnTo>
                  <a:lnTo>
                    <a:pt x="23357" y="31925"/>
                  </a:lnTo>
                  <a:lnTo>
                    <a:pt x="24556" y="31611"/>
                  </a:lnTo>
                  <a:lnTo>
                    <a:pt x="25786" y="31353"/>
                  </a:lnTo>
                  <a:lnTo>
                    <a:pt x="27047" y="31153"/>
                  </a:lnTo>
                  <a:lnTo>
                    <a:pt x="28339" y="31011"/>
                  </a:lnTo>
                  <a:lnTo>
                    <a:pt x="29662" y="30925"/>
                  </a:lnTo>
                  <a:lnTo>
                    <a:pt x="31015" y="30896"/>
                  </a:lnTo>
                  <a:lnTo>
                    <a:pt x="32148" y="30915"/>
                  </a:lnTo>
                  <a:lnTo>
                    <a:pt x="33258" y="30970"/>
                  </a:lnTo>
                  <a:lnTo>
                    <a:pt x="34348" y="31062"/>
                  </a:lnTo>
                  <a:lnTo>
                    <a:pt x="35416" y="31191"/>
                  </a:lnTo>
                  <a:lnTo>
                    <a:pt x="36462" y="31358"/>
                  </a:lnTo>
                  <a:lnTo>
                    <a:pt x="37488" y="31561"/>
                  </a:lnTo>
                  <a:lnTo>
                    <a:pt x="38491" y="31800"/>
                  </a:lnTo>
                  <a:lnTo>
                    <a:pt x="39473" y="32077"/>
                  </a:lnTo>
                  <a:lnTo>
                    <a:pt x="40434" y="32391"/>
                  </a:lnTo>
                  <a:lnTo>
                    <a:pt x="41374" y="32742"/>
                  </a:lnTo>
                  <a:lnTo>
                    <a:pt x="42289" y="33127"/>
                  </a:lnTo>
                  <a:lnTo>
                    <a:pt x="43176" y="33547"/>
                  </a:lnTo>
                  <a:lnTo>
                    <a:pt x="44037" y="33999"/>
                  </a:lnTo>
                  <a:lnTo>
                    <a:pt x="44869" y="34485"/>
                  </a:lnTo>
                  <a:lnTo>
                    <a:pt x="45675" y="35004"/>
                  </a:lnTo>
                  <a:lnTo>
                    <a:pt x="46453" y="35556"/>
                  </a:lnTo>
                  <a:lnTo>
                    <a:pt x="47204" y="36142"/>
                  </a:lnTo>
                  <a:lnTo>
                    <a:pt x="47927" y="36761"/>
                  </a:lnTo>
                  <a:lnTo>
                    <a:pt x="48623" y="37414"/>
                  </a:lnTo>
                  <a:lnTo>
                    <a:pt x="49291" y="38100"/>
                  </a:lnTo>
                  <a:lnTo>
                    <a:pt x="49943" y="38806"/>
                  </a:lnTo>
                  <a:lnTo>
                    <a:pt x="50563" y="39543"/>
                  </a:lnTo>
                  <a:lnTo>
                    <a:pt x="51152" y="40310"/>
                  </a:lnTo>
                  <a:lnTo>
                    <a:pt x="51711" y="41109"/>
                  </a:lnTo>
                  <a:lnTo>
                    <a:pt x="52238" y="41939"/>
                  </a:lnTo>
                  <a:lnTo>
                    <a:pt x="52735" y="42800"/>
                  </a:lnTo>
                  <a:lnTo>
                    <a:pt x="53200" y="43692"/>
                  </a:lnTo>
                  <a:lnTo>
                    <a:pt x="53635" y="44615"/>
                  </a:lnTo>
                  <a:lnTo>
                    <a:pt x="54038" y="45568"/>
                  </a:lnTo>
                  <a:lnTo>
                    <a:pt x="54411" y="46553"/>
                  </a:lnTo>
                  <a:lnTo>
                    <a:pt x="54762" y="47554"/>
                  </a:lnTo>
                  <a:lnTo>
                    <a:pt x="55075" y="48579"/>
                  </a:lnTo>
                  <a:lnTo>
                    <a:pt x="55352" y="49630"/>
                  </a:lnTo>
                  <a:lnTo>
                    <a:pt x="55592" y="50706"/>
                  </a:lnTo>
                  <a:lnTo>
                    <a:pt x="55795" y="51807"/>
                  </a:lnTo>
                  <a:lnTo>
                    <a:pt x="55961" y="52932"/>
                  </a:lnTo>
                  <a:lnTo>
                    <a:pt x="56090" y="54083"/>
                  </a:lnTo>
                  <a:lnTo>
                    <a:pt x="56183" y="55259"/>
                  </a:lnTo>
                  <a:lnTo>
                    <a:pt x="56238" y="56460"/>
                  </a:lnTo>
                  <a:close/>
                  <a:moveTo>
                    <a:pt x="45362" y="58162"/>
                  </a:moveTo>
                  <a:lnTo>
                    <a:pt x="45352" y="57301"/>
                  </a:lnTo>
                  <a:lnTo>
                    <a:pt x="45319" y="56457"/>
                  </a:lnTo>
                  <a:lnTo>
                    <a:pt x="45266" y="55629"/>
                  </a:lnTo>
                  <a:lnTo>
                    <a:pt x="45191" y="54818"/>
                  </a:lnTo>
                  <a:lnTo>
                    <a:pt x="45094" y="54024"/>
                  </a:lnTo>
                  <a:lnTo>
                    <a:pt x="44977" y="53247"/>
                  </a:lnTo>
                  <a:lnTo>
                    <a:pt x="44837" y="52486"/>
                  </a:lnTo>
                  <a:lnTo>
                    <a:pt x="44677" y="51742"/>
                  </a:lnTo>
                  <a:lnTo>
                    <a:pt x="44494" y="51014"/>
                  </a:lnTo>
                  <a:lnTo>
                    <a:pt x="44291" y="50303"/>
                  </a:lnTo>
                  <a:lnTo>
                    <a:pt x="44066" y="49612"/>
                  </a:lnTo>
                  <a:lnTo>
                    <a:pt x="43819" y="48941"/>
                  </a:lnTo>
                  <a:lnTo>
                    <a:pt x="43551" y="48292"/>
                  </a:lnTo>
                  <a:lnTo>
                    <a:pt x="43262" y="47665"/>
                  </a:lnTo>
                  <a:lnTo>
                    <a:pt x="42951" y="47059"/>
                  </a:lnTo>
                  <a:lnTo>
                    <a:pt x="42619" y="46474"/>
                  </a:lnTo>
                  <a:lnTo>
                    <a:pt x="42265" y="45911"/>
                  </a:lnTo>
                  <a:lnTo>
                    <a:pt x="41890" y="45369"/>
                  </a:lnTo>
                  <a:lnTo>
                    <a:pt x="41494" y="44849"/>
                  </a:lnTo>
                  <a:lnTo>
                    <a:pt x="41076" y="44350"/>
                  </a:lnTo>
                  <a:lnTo>
                    <a:pt x="40637" y="43862"/>
                  </a:lnTo>
                  <a:lnTo>
                    <a:pt x="40178" y="43398"/>
                  </a:lnTo>
                  <a:lnTo>
                    <a:pt x="39699" y="42957"/>
                  </a:lnTo>
                  <a:lnTo>
                    <a:pt x="39200" y="42541"/>
                  </a:lnTo>
                  <a:lnTo>
                    <a:pt x="38680" y="42148"/>
                  </a:lnTo>
                  <a:lnTo>
                    <a:pt x="38140" y="41779"/>
                  </a:lnTo>
                  <a:lnTo>
                    <a:pt x="37580" y="41433"/>
                  </a:lnTo>
                  <a:lnTo>
                    <a:pt x="36999" y="41112"/>
                  </a:lnTo>
                  <a:lnTo>
                    <a:pt x="36399" y="40814"/>
                  </a:lnTo>
                  <a:lnTo>
                    <a:pt x="35778" y="40540"/>
                  </a:lnTo>
                  <a:lnTo>
                    <a:pt x="35137" y="40280"/>
                  </a:lnTo>
                  <a:lnTo>
                    <a:pt x="34475" y="40047"/>
                  </a:lnTo>
                  <a:lnTo>
                    <a:pt x="33794" y="39842"/>
                  </a:lnTo>
                  <a:lnTo>
                    <a:pt x="33092" y="39664"/>
                  </a:lnTo>
                  <a:lnTo>
                    <a:pt x="32370" y="39513"/>
                  </a:lnTo>
                  <a:lnTo>
                    <a:pt x="31627" y="39390"/>
                  </a:lnTo>
                  <a:lnTo>
                    <a:pt x="30865" y="39294"/>
                  </a:lnTo>
                  <a:lnTo>
                    <a:pt x="30082" y="39226"/>
                  </a:lnTo>
                  <a:lnTo>
                    <a:pt x="29279" y="39185"/>
                  </a:lnTo>
                  <a:lnTo>
                    <a:pt x="28455" y="39171"/>
                  </a:lnTo>
                  <a:lnTo>
                    <a:pt x="27871" y="39180"/>
                  </a:lnTo>
                  <a:lnTo>
                    <a:pt x="27286" y="39207"/>
                  </a:lnTo>
                  <a:lnTo>
                    <a:pt x="26700" y="39251"/>
                  </a:lnTo>
                  <a:lnTo>
                    <a:pt x="26112" y="39314"/>
                  </a:lnTo>
                  <a:lnTo>
                    <a:pt x="25524" y="39394"/>
                  </a:lnTo>
                  <a:lnTo>
                    <a:pt x="24934" y="39493"/>
                  </a:lnTo>
                  <a:lnTo>
                    <a:pt x="24342" y="39609"/>
                  </a:lnTo>
                  <a:lnTo>
                    <a:pt x="23750" y="39743"/>
                  </a:lnTo>
                  <a:lnTo>
                    <a:pt x="23157" y="39894"/>
                  </a:lnTo>
                  <a:lnTo>
                    <a:pt x="22562" y="40064"/>
                  </a:lnTo>
                  <a:lnTo>
                    <a:pt x="21972" y="40242"/>
                  </a:lnTo>
                  <a:lnTo>
                    <a:pt x="21393" y="40443"/>
                  </a:lnTo>
                  <a:lnTo>
                    <a:pt x="20824" y="40666"/>
                  </a:lnTo>
                  <a:lnTo>
                    <a:pt x="20266" y="40912"/>
                  </a:lnTo>
                  <a:lnTo>
                    <a:pt x="19719" y="41180"/>
                  </a:lnTo>
                  <a:lnTo>
                    <a:pt x="19183" y="41471"/>
                  </a:lnTo>
                  <a:lnTo>
                    <a:pt x="18657" y="41785"/>
                  </a:lnTo>
                  <a:lnTo>
                    <a:pt x="18142" y="42121"/>
                  </a:lnTo>
                  <a:lnTo>
                    <a:pt x="17638" y="42480"/>
                  </a:lnTo>
                  <a:lnTo>
                    <a:pt x="17145" y="42862"/>
                  </a:lnTo>
                  <a:lnTo>
                    <a:pt x="16677" y="43256"/>
                  </a:lnTo>
                  <a:lnTo>
                    <a:pt x="16225" y="43674"/>
                  </a:lnTo>
                  <a:lnTo>
                    <a:pt x="15791" y="44118"/>
                  </a:lnTo>
                  <a:lnTo>
                    <a:pt x="15373" y="44586"/>
                  </a:lnTo>
                  <a:lnTo>
                    <a:pt x="14972" y="45080"/>
                  </a:lnTo>
                  <a:lnTo>
                    <a:pt x="14587" y="45598"/>
                  </a:lnTo>
                  <a:lnTo>
                    <a:pt x="14219" y="46142"/>
                  </a:lnTo>
                  <a:lnTo>
                    <a:pt x="13868" y="46710"/>
                  </a:lnTo>
                  <a:lnTo>
                    <a:pt x="13533" y="47304"/>
                  </a:lnTo>
                  <a:lnTo>
                    <a:pt x="13215" y="47922"/>
                  </a:lnTo>
                  <a:lnTo>
                    <a:pt x="12933" y="48567"/>
                  </a:lnTo>
                  <a:lnTo>
                    <a:pt x="12680" y="49239"/>
                  </a:lnTo>
                  <a:lnTo>
                    <a:pt x="12456" y="49938"/>
                  </a:lnTo>
                  <a:lnTo>
                    <a:pt x="12263" y="50665"/>
                  </a:lnTo>
                  <a:lnTo>
                    <a:pt x="12099" y="51420"/>
                  </a:lnTo>
                  <a:lnTo>
                    <a:pt x="11965" y="52201"/>
                  </a:lnTo>
                  <a:lnTo>
                    <a:pt x="11861" y="53010"/>
                  </a:lnTo>
                  <a:lnTo>
                    <a:pt x="11787" y="53847"/>
                  </a:lnTo>
                  <a:lnTo>
                    <a:pt x="11742" y="54711"/>
                  </a:lnTo>
                  <a:lnTo>
                    <a:pt x="11727" y="55602"/>
                  </a:lnTo>
                  <a:lnTo>
                    <a:pt x="11739" y="56524"/>
                  </a:lnTo>
                  <a:lnTo>
                    <a:pt x="11775" y="57435"/>
                  </a:lnTo>
                  <a:lnTo>
                    <a:pt x="11834" y="58334"/>
                  </a:lnTo>
                  <a:lnTo>
                    <a:pt x="11918" y="59221"/>
                  </a:lnTo>
                  <a:lnTo>
                    <a:pt x="12025" y="60096"/>
                  </a:lnTo>
                  <a:lnTo>
                    <a:pt x="12156" y="60960"/>
                  </a:lnTo>
                  <a:lnTo>
                    <a:pt x="12311" y="61811"/>
                  </a:lnTo>
                  <a:lnTo>
                    <a:pt x="12489" y="62650"/>
                  </a:lnTo>
                  <a:lnTo>
                    <a:pt x="12692" y="63478"/>
                  </a:lnTo>
                  <a:lnTo>
                    <a:pt x="12918" y="64293"/>
                  </a:lnTo>
                  <a:lnTo>
                    <a:pt x="13166" y="65081"/>
                  </a:lnTo>
                  <a:lnTo>
                    <a:pt x="13435" y="65848"/>
                  </a:lnTo>
                  <a:lnTo>
                    <a:pt x="13723" y="66595"/>
                  </a:lnTo>
                  <a:lnTo>
                    <a:pt x="14032" y="67322"/>
                  </a:lnTo>
                  <a:lnTo>
                    <a:pt x="14361" y="68029"/>
                  </a:lnTo>
                  <a:lnTo>
                    <a:pt x="14711" y="68715"/>
                  </a:lnTo>
                  <a:lnTo>
                    <a:pt x="15081" y="69381"/>
                  </a:lnTo>
                  <a:lnTo>
                    <a:pt x="15470" y="70027"/>
                  </a:lnTo>
                  <a:lnTo>
                    <a:pt x="15881" y="70653"/>
                  </a:lnTo>
                  <a:lnTo>
                    <a:pt x="16311" y="71258"/>
                  </a:lnTo>
                  <a:lnTo>
                    <a:pt x="16772" y="71841"/>
                  </a:lnTo>
                  <a:lnTo>
                    <a:pt x="17252" y="72399"/>
                  </a:lnTo>
                  <a:lnTo>
                    <a:pt x="17749" y="72932"/>
                  </a:lnTo>
                  <a:lnTo>
                    <a:pt x="18264" y="73440"/>
                  </a:lnTo>
                  <a:lnTo>
                    <a:pt x="18796" y="73922"/>
                  </a:lnTo>
                  <a:lnTo>
                    <a:pt x="19347" y="74380"/>
                  </a:lnTo>
                  <a:lnTo>
                    <a:pt x="19916" y="74813"/>
                  </a:lnTo>
                  <a:lnTo>
                    <a:pt x="20502" y="75221"/>
                  </a:lnTo>
                  <a:lnTo>
                    <a:pt x="21106" y="75604"/>
                  </a:lnTo>
                  <a:lnTo>
                    <a:pt x="21728" y="75961"/>
                  </a:lnTo>
                  <a:lnTo>
                    <a:pt x="22367" y="76289"/>
                  </a:lnTo>
                  <a:lnTo>
                    <a:pt x="23021" y="76583"/>
                  </a:lnTo>
                  <a:lnTo>
                    <a:pt x="23691" y="76842"/>
                  </a:lnTo>
                  <a:lnTo>
                    <a:pt x="24376" y="77066"/>
                  </a:lnTo>
                  <a:lnTo>
                    <a:pt x="25077" y="77256"/>
                  </a:lnTo>
                  <a:lnTo>
                    <a:pt x="25793" y="77412"/>
                  </a:lnTo>
                  <a:lnTo>
                    <a:pt x="26525" y="77532"/>
                  </a:lnTo>
                  <a:lnTo>
                    <a:pt x="27272" y="77619"/>
                  </a:lnTo>
                  <a:lnTo>
                    <a:pt x="28035" y="77671"/>
                  </a:lnTo>
                  <a:lnTo>
                    <a:pt x="28813" y="77688"/>
                  </a:lnTo>
                  <a:lnTo>
                    <a:pt x="29578" y="77675"/>
                  </a:lnTo>
                  <a:lnTo>
                    <a:pt x="30327" y="77635"/>
                  </a:lnTo>
                  <a:lnTo>
                    <a:pt x="31059" y="77570"/>
                  </a:lnTo>
                  <a:lnTo>
                    <a:pt x="31775" y="77478"/>
                  </a:lnTo>
                  <a:lnTo>
                    <a:pt x="32474" y="77360"/>
                  </a:lnTo>
                  <a:lnTo>
                    <a:pt x="33156" y="77216"/>
                  </a:lnTo>
                  <a:lnTo>
                    <a:pt x="33822" y="77046"/>
                  </a:lnTo>
                  <a:lnTo>
                    <a:pt x="34470" y="76850"/>
                  </a:lnTo>
                  <a:lnTo>
                    <a:pt x="35103" y="76627"/>
                  </a:lnTo>
                  <a:lnTo>
                    <a:pt x="35718" y="76378"/>
                  </a:lnTo>
                  <a:lnTo>
                    <a:pt x="36328" y="76093"/>
                  </a:lnTo>
                  <a:lnTo>
                    <a:pt x="36918" y="75785"/>
                  </a:lnTo>
                  <a:lnTo>
                    <a:pt x="37490" y="75455"/>
                  </a:lnTo>
                  <a:lnTo>
                    <a:pt x="38042" y="75102"/>
                  </a:lnTo>
                  <a:lnTo>
                    <a:pt x="38576" y="74726"/>
                  </a:lnTo>
                  <a:lnTo>
                    <a:pt x="39090" y="74328"/>
                  </a:lnTo>
                  <a:lnTo>
                    <a:pt x="39585" y="73907"/>
                  </a:lnTo>
                  <a:lnTo>
                    <a:pt x="40062" y="73463"/>
                  </a:lnTo>
                  <a:lnTo>
                    <a:pt x="40519" y="72997"/>
                  </a:lnTo>
                  <a:lnTo>
                    <a:pt x="40957" y="72509"/>
                  </a:lnTo>
                  <a:lnTo>
                    <a:pt x="41376" y="71986"/>
                  </a:lnTo>
                  <a:lnTo>
                    <a:pt x="41774" y="71442"/>
                  </a:lnTo>
                  <a:lnTo>
                    <a:pt x="42152" y="70876"/>
                  </a:lnTo>
                  <a:lnTo>
                    <a:pt x="42510" y="70289"/>
                  </a:lnTo>
                  <a:lnTo>
                    <a:pt x="42847" y="69681"/>
                  </a:lnTo>
                  <a:lnTo>
                    <a:pt x="43164" y="69051"/>
                  </a:lnTo>
                  <a:lnTo>
                    <a:pt x="43461" y="68400"/>
                  </a:lnTo>
                  <a:lnTo>
                    <a:pt x="43738" y="67727"/>
                  </a:lnTo>
                  <a:lnTo>
                    <a:pt x="43995" y="67033"/>
                  </a:lnTo>
                  <a:lnTo>
                    <a:pt x="44231" y="66317"/>
                  </a:lnTo>
                  <a:lnTo>
                    <a:pt x="44446" y="65582"/>
                  </a:lnTo>
                  <a:lnTo>
                    <a:pt x="44638" y="64829"/>
                  </a:lnTo>
                  <a:lnTo>
                    <a:pt x="44808" y="64058"/>
                  </a:lnTo>
                  <a:lnTo>
                    <a:pt x="44955" y="63269"/>
                  </a:lnTo>
                  <a:lnTo>
                    <a:pt x="45080" y="62463"/>
                  </a:lnTo>
                  <a:lnTo>
                    <a:pt x="45181" y="61638"/>
                  </a:lnTo>
                  <a:lnTo>
                    <a:pt x="45261" y="60796"/>
                  </a:lnTo>
                  <a:lnTo>
                    <a:pt x="45317" y="59936"/>
                  </a:lnTo>
                  <a:lnTo>
                    <a:pt x="45351" y="590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8859355" y="3097831"/>
              <a:ext cx="61436" cy="83879"/>
            </a:xfrm>
            <a:custGeom>
              <a:avLst/>
              <a:pathLst>
                <a:path w="61436" h="83879">
                  <a:moveTo>
                    <a:pt x="49649" y="64889"/>
                  </a:moveTo>
                  <a:lnTo>
                    <a:pt x="49649" y="83879"/>
                  </a:lnTo>
                  <a:lnTo>
                    <a:pt x="39528" y="83879"/>
                  </a:lnTo>
                  <a:lnTo>
                    <a:pt x="39528" y="64889"/>
                  </a:lnTo>
                  <a:lnTo>
                    <a:pt x="0" y="64889"/>
                  </a:lnTo>
                  <a:lnTo>
                    <a:pt x="0" y="56554"/>
                  </a:lnTo>
                  <a:lnTo>
                    <a:pt x="38397" y="0"/>
                  </a:lnTo>
                  <a:lnTo>
                    <a:pt x="49649" y="0"/>
                  </a:lnTo>
                  <a:lnTo>
                    <a:pt x="49649" y="56435"/>
                  </a:lnTo>
                  <a:lnTo>
                    <a:pt x="61436" y="56435"/>
                  </a:lnTo>
                  <a:lnTo>
                    <a:pt x="61436" y="64889"/>
                  </a:lnTo>
                  <a:close/>
                  <a:moveTo>
                    <a:pt x="39257" y="12656"/>
                  </a:moveTo>
                  <a:lnTo>
                    <a:pt x="39187" y="12793"/>
                  </a:lnTo>
                  <a:lnTo>
                    <a:pt x="39109" y="12942"/>
                  </a:lnTo>
                  <a:lnTo>
                    <a:pt x="39025" y="13102"/>
                  </a:lnTo>
                  <a:lnTo>
                    <a:pt x="38933" y="13275"/>
                  </a:lnTo>
                  <a:lnTo>
                    <a:pt x="38836" y="13444"/>
                  </a:lnTo>
                  <a:lnTo>
                    <a:pt x="38738" y="13618"/>
                  </a:lnTo>
                  <a:lnTo>
                    <a:pt x="38636" y="13796"/>
                  </a:lnTo>
                  <a:lnTo>
                    <a:pt x="38533" y="13980"/>
                  </a:lnTo>
                  <a:lnTo>
                    <a:pt x="38427" y="14168"/>
                  </a:lnTo>
                  <a:lnTo>
                    <a:pt x="38319" y="14361"/>
                  </a:lnTo>
                  <a:lnTo>
                    <a:pt x="38208" y="14558"/>
                  </a:lnTo>
                  <a:lnTo>
                    <a:pt x="38095" y="14761"/>
                  </a:lnTo>
                  <a:lnTo>
                    <a:pt x="37979" y="14968"/>
                  </a:lnTo>
                  <a:lnTo>
                    <a:pt x="37861" y="15180"/>
                  </a:lnTo>
                  <a:lnTo>
                    <a:pt x="37742" y="15395"/>
                  </a:lnTo>
                  <a:lnTo>
                    <a:pt x="37621" y="15611"/>
                  </a:lnTo>
                  <a:lnTo>
                    <a:pt x="37499" y="15828"/>
                  </a:lnTo>
                  <a:lnTo>
                    <a:pt x="37376" y="16047"/>
                  </a:lnTo>
                  <a:lnTo>
                    <a:pt x="37251" y="16266"/>
                  </a:lnTo>
                  <a:lnTo>
                    <a:pt x="37126" y="16487"/>
                  </a:lnTo>
                  <a:lnTo>
                    <a:pt x="36999" y="16709"/>
                  </a:lnTo>
                  <a:lnTo>
                    <a:pt x="36871" y="16933"/>
                  </a:lnTo>
                  <a:lnTo>
                    <a:pt x="36742" y="17157"/>
                  </a:lnTo>
                  <a:lnTo>
                    <a:pt x="36611" y="17383"/>
                  </a:lnTo>
                  <a:lnTo>
                    <a:pt x="36493" y="17593"/>
                  </a:lnTo>
                  <a:lnTo>
                    <a:pt x="36378" y="17797"/>
                  </a:lnTo>
                  <a:lnTo>
                    <a:pt x="36265" y="17993"/>
                  </a:lnTo>
                  <a:lnTo>
                    <a:pt x="36154" y="18183"/>
                  </a:lnTo>
                  <a:lnTo>
                    <a:pt x="36046" y="18365"/>
                  </a:lnTo>
                  <a:lnTo>
                    <a:pt x="35940" y="18540"/>
                  </a:lnTo>
                  <a:lnTo>
                    <a:pt x="35836" y="18708"/>
                  </a:lnTo>
                  <a:lnTo>
                    <a:pt x="35735" y="18869"/>
                  </a:lnTo>
                  <a:lnTo>
                    <a:pt x="35636" y="19022"/>
                  </a:lnTo>
                  <a:lnTo>
                    <a:pt x="35540" y="19169"/>
                  </a:lnTo>
                  <a:lnTo>
                    <a:pt x="13677" y="51390"/>
                  </a:lnTo>
                  <a:lnTo>
                    <a:pt x="13585" y="51518"/>
                  </a:lnTo>
                  <a:lnTo>
                    <a:pt x="13486" y="51652"/>
                  </a:lnTo>
                  <a:lnTo>
                    <a:pt x="13382" y="51792"/>
                  </a:lnTo>
                  <a:lnTo>
                    <a:pt x="13272" y="51938"/>
                  </a:lnTo>
                  <a:lnTo>
                    <a:pt x="13156" y="52089"/>
                  </a:lnTo>
                  <a:lnTo>
                    <a:pt x="13048" y="52245"/>
                  </a:lnTo>
                  <a:lnTo>
                    <a:pt x="12939" y="52401"/>
                  </a:lnTo>
                  <a:lnTo>
                    <a:pt x="12829" y="52559"/>
                  </a:lnTo>
                  <a:lnTo>
                    <a:pt x="12718" y="52718"/>
                  </a:lnTo>
                  <a:lnTo>
                    <a:pt x="12605" y="52878"/>
                  </a:lnTo>
                  <a:lnTo>
                    <a:pt x="12492" y="53039"/>
                  </a:lnTo>
                  <a:lnTo>
                    <a:pt x="12377" y="53202"/>
                  </a:lnTo>
                  <a:lnTo>
                    <a:pt x="12261" y="53366"/>
                  </a:lnTo>
                  <a:lnTo>
                    <a:pt x="12143" y="53531"/>
                  </a:lnTo>
                  <a:lnTo>
                    <a:pt x="12025" y="53697"/>
                  </a:lnTo>
                  <a:lnTo>
                    <a:pt x="11906" y="53851"/>
                  </a:lnTo>
                  <a:lnTo>
                    <a:pt x="11787" y="54006"/>
                  </a:lnTo>
                  <a:lnTo>
                    <a:pt x="11668" y="54161"/>
                  </a:lnTo>
                  <a:lnTo>
                    <a:pt x="11549" y="54316"/>
                  </a:lnTo>
                  <a:lnTo>
                    <a:pt x="11430" y="54471"/>
                  </a:lnTo>
                  <a:lnTo>
                    <a:pt x="11310" y="54625"/>
                  </a:lnTo>
                  <a:lnTo>
                    <a:pt x="11191" y="54780"/>
                  </a:lnTo>
                  <a:lnTo>
                    <a:pt x="11072" y="54935"/>
                  </a:lnTo>
                  <a:lnTo>
                    <a:pt x="10953" y="55090"/>
                  </a:lnTo>
                  <a:lnTo>
                    <a:pt x="10834" y="55245"/>
                  </a:lnTo>
                  <a:lnTo>
                    <a:pt x="10718" y="55396"/>
                  </a:lnTo>
                  <a:lnTo>
                    <a:pt x="10606" y="55540"/>
                  </a:lnTo>
                  <a:lnTo>
                    <a:pt x="10498" y="55677"/>
                  </a:lnTo>
                  <a:lnTo>
                    <a:pt x="9882" y="56435"/>
                  </a:lnTo>
                  <a:lnTo>
                    <a:pt x="39528" y="5643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8798037" y="3317287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8862688" y="3316036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8929661" y="3316036"/>
              <a:ext cx="57209" cy="86320"/>
            </a:xfrm>
            <a:custGeom>
              <a:avLst/>
              <a:pathLst>
                <a:path w="57209" h="86320">
                  <a:moveTo>
                    <a:pt x="57209" y="61733"/>
                  </a:moveTo>
                  <a:lnTo>
                    <a:pt x="57192" y="62797"/>
                  </a:lnTo>
                  <a:lnTo>
                    <a:pt x="57140" y="63843"/>
                  </a:lnTo>
                  <a:lnTo>
                    <a:pt x="57054" y="64873"/>
                  </a:lnTo>
                  <a:lnTo>
                    <a:pt x="56933" y="65886"/>
                  </a:lnTo>
                  <a:lnTo>
                    <a:pt x="56777" y="66883"/>
                  </a:lnTo>
                  <a:lnTo>
                    <a:pt x="56588" y="67863"/>
                  </a:lnTo>
                  <a:lnTo>
                    <a:pt x="56363" y="68826"/>
                  </a:lnTo>
                  <a:lnTo>
                    <a:pt x="56104" y="69773"/>
                  </a:lnTo>
                  <a:lnTo>
                    <a:pt x="55811" y="70702"/>
                  </a:lnTo>
                  <a:lnTo>
                    <a:pt x="55483" y="71616"/>
                  </a:lnTo>
                  <a:lnTo>
                    <a:pt x="55131" y="72497"/>
                  </a:lnTo>
                  <a:lnTo>
                    <a:pt x="54742" y="73354"/>
                  </a:lnTo>
                  <a:lnTo>
                    <a:pt x="54316" y="74187"/>
                  </a:lnTo>
                  <a:lnTo>
                    <a:pt x="53854" y="74997"/>
                  </a:lnTo>
                  <a:lnTo>
                    <a:pt x="53354" y="75783"/>
                  </a:lnTo>
                  <a:lnTo>
                    <a:pt x="52818" y="76545"/>
                  </a:lnTo>
                  <a:lnTo>
                    <a:pt x="52245" y="77283"/>
                  </a:lnTo>
                  <a:lnTo>
                    <a:pt x="51635" y="77997"/>
                  </a:lnTo>
                  <a:lnTo>
                    <a:pt x="50987" y="78688"/>
                  </a:lnTo>
                  <a:lnTo>
                    <a:pt x="50303" y="79355"/>
                  </a:lnTo>
                  <a:lnTo>
                    <a:pt x="49593" y="79995"/>
                  </a:lnTo>
                  <a:lnTo>
                    <a:pt x="48844" y="80607"/>
                  </a:lnTo>
                  <a:lnTo>
                    <a:pt x="48055" y="81191"/>
                  </a:lnTo>
                  <a:lnTo>
                    <a:pt x="47227" y="81745"/>
                  </a:lnTo>
                  <a:lnTo>
                    <a:pt x="46359" y="82272"/>
                  </a:lnTo>
                  <a:lnTo>
                    <a:pt x="45453" y="82769"/>
                  </a:lnTo>
                  <a:lnTo>
                    <a:pt x="44507" y="83238"/>
                  </a:lnTo>
                  <a:lnTo>
                    <a:pt x="43522" y="83679"/>
                  </a:lnTo>
                  <a:lnTo>
                    <a:pt x="42497" y="84091"/>
                  </a:lnTo>
                  <a:lnTo>
                    <a:pt x="41433" y="84474"/>
                  </a:lnTo>
                  <a:lnTo>
                    <a:pt x="40330" y="84825"/>
                  </a:lnTo>
                  <a:lnTo>
                    <a:pt x="39188" y="85139"/>
                  </a:lnTo>
                  <a:lnTo>
                    <a:pt x="38006" y="85416"/>
                  </a:lnTo>
                  <a:lnTo>
                    <a:pt x="36785" y="85655"/>
                  </a:lnTo>
                  <a:lnTo>
                    <a:pt x="35525" y="85858"/>
                  </a:lnTo>
                  <a:lnTo>
                    <a:pt x="34225" y="86025"/>
                  </a:lnTo>
                  <a:lnTo>
                    <a:pt x="32886" y="86154"/>
                  </a:lnTo>
                  <a:lnTo>
                    <a:pt x="31508" y="86246"/>
                  </a:lnTo>
                  <a:lnTo>
                    <a:pt x="30091" y="86301"/>
                  </a:lnTo>
                  <a:lnTo>
                    <a:pt x="28634" y="86320"/>
                  </a:lnTo>
                  <a:lnTo>
                    <a:pt x="27177" y="86301"/>
                  </a:lnTo>
                  <a:lnTo>
                    <a:pt x="25760" y="86246"/>
                  </a:lnTo>
                  <a:lnTo>
                    <a:pt x="24382" y="86154"/>
                  </a:lnTo>
                  <a:lnTo>
                    <a:pt x="23043" y="86025"/>
                  </a:lnTo>
                  <a:lnTo>
                    <a:pt x="21743" y="85858"/>
                  </a:lnTo>
                  <a:lnTo>
                    <a:pt x="20483" y="85655"/>
                  </a:lnTo>
                  <a:lnTo>
                    <a:pt x="19262" y="85416"/>
                  </a:lnTo>
                  <a:lnTo>
                    <a:pt x="18080" y="85139"/>
                  </a:lnTo>
                  <a:lnTo>
                    <a:pt x="16938" y="84825"/>
                  </a:lnTo>
                  <a:lnTo>
                    <a:pt x="15835" y="84474"/>
                  </a:lnTo>
                  <a:lnTo>
                    <a:pt x="14781" y="84092"/>
                  </a:lnTo>
                  <a:lnTo>
                    <a:pt x="13763" y="83681"/>
                  </a:lnTo>
                  <a:lnTo>
                    <a:pt x="12781" y="83244"/>
                  </a:lnTo>
                  <a:lnTo>
                    <a:pt x="11834" y="82779"/>
                  </a:lnTo>
                  <a:lnTo>
                    <a:pt x="10923" y="82287"/>
                  </a:lnTo>
                  <a:lnTo>
                    <a:pt x="10048" y="81767"/>
                  </a:lnTo>
                  <a:lnTo>
                    <a:pt x="9209" y="81220"/>
                  </a:lnTo>
                  <a:lnTo>
                    <a:pt x="8405" y="80645"/>
                  </a:lnTo>
                  <a:lnTo>
                    <a:pt x="7637" y="80043"/>
                  </a:lnTo>
                  <a:lnTo>
                    <a:pt x="6905" y="79414"/>
                  </a:lnTo>
                  <a:lnTo>
                    <a:pt x="6221" y="78747"/>
                  </a:lnTo>
                  <a:lnTo>
                    <a:pt x="5572" y="78057"/>
                  </a:lnTo>
                  <a:lnTo>
                    <a:pt x="4958" y="77343"/>
                  </a:lnTo>
                  <a:lnTo>
                    <a:pt x="4381" y="76604"/>
                  </a:lnTo>
                  <a:lnTo>
                    <a:pt x="3839" y="75842"/>
                  </a:lnTo>
                  <a:lnTo>
                    <a:pt x="3333" y="75057"/>
                  </a:lnTo>
                  <a:lnTo>
                    <a:pt x="2863" y="74247"/>
                  </a:lnTo>
                  <a:lnTo>
                    <a:pt x="2428" y="73413"/>
                  </a:lnTo>
                  <a:lnTo>
                    <a:pt x="2030" y="72556"/>
                  </a:lnTo>
                  <a:lnTo>
                    <a:pt x="1666" y="71675"/>
                  </a:lnTo>
                  <a:lnTo>
                    <a:pt x="1350" y="70763"/>
                  </a:lnTo>
                  <a:lnTo>
                    <a:pt x="1066" y="69834"/>
                  </a:lnTo>
                  <a:lnTo>
                    <a:pt x="816" y="68891"/>
                  </a:lnTo>
                  <a:lnTo>
                    <a:pt x="600" y="67932"/>
                  </a:lnTo>
                  <a:lnTo>
                    <a:pt x="416" y="66957"/>
                  </a:lnTo>
                  <a:lnTo>
                    <a:pt x="266" y="65967"/>
                  </a:lnTo>
                  <a:lnTo>
                    <a:pt x="150" y="64962"/>
                  </a:lnTo>
                  <a:lnTo>
                    <a:pt x="66" y="63941"/>
                  </a:lnTo>
                  <a:lnTo>
                    <a:pt x="16" y="62904"/>
                  </a:lnTo>
                  <a:lnTo>
                    <a:pt x="0" y="61852"/>
                  </a:lnTo>
                  <a:lnTo>
                    <a:pt x="13" y="60946"/>
                  </a:lnTo>
                  <a:lnTo>
                    <a:pt x="54" y="60059"/>
                  </a:lnTo>
                  <a:lnTo>
                    <a:pt x="123" y="59193"/>
                  </a:lnTo>
                  <a:lnTo>
                    <a:pt x="219" y="58347"/>
                  </a:lnTo>
                  <a:lnTo>
                    <a:pt x="342" y="57522"/>
                  </a:lnTo>
                  <a:lnTo>
                    <a:pt x="492" y="56716"/>
                  </a:lnTo>
                  <a:lnTo>
                    <a:pt x="670" y="55931"/>
                  </a:lnTo>
                  <a:lnTo>
                    <a:pt x="876" y="55166"/>
                  </a:lnTo>
                  <a:lnTo>
                    <a:pt x="1109" y="54421"/>
                  </a:lnTo>
                  <a:lnTo>
                    <a:pt x="1369" y="53697"/>
                  </a:lnTo>
                  <a:lnTo>
                    <a:pt x="1663" y="52992"/>
                  </a:lnTo>
                  <a:lnTo>
                    <a:pt x="1976" y="52308"/>
                  </a:lnTo>
                  <a:lnTo>
                    <a:pt x="2306" y="51645"/>
                  </a:lnTo>
                  <a:lnTo>
                    <a:pt x="2655" y="51001"/>
                  </a:lnTo>
                  <a:lnTo>
                    <a:pt x="3021" y="50378"/>
                  </a:lnTo>
                  <a:lnTo>
                    <a:pt x="3405" y="49775"/>
                  </a:lnTo>
                  <a:lnTo>
                    <a:pt x="3807" y="49192"/>
                  </a:lnTo>
                  <a:lnTo>
                    <a:pt x="4226" y="48629"/>
                  </a:lnTo>
                  <a:lnTo>
                    <a:pt x="4664" y="48087"/>
                  </a:lnTo>
                  <a:lnTo>
                    <a:pt x="5119" y="47565"/>
                  </a:lnTo>
                  <a:lnTo>
                    <a:pt x="5601" y="47052"/>
                  </a:lnTo>
                  <a:lnTo>
                    <a:pt x="6096" y="46560"/>
                  </a:lnTo>
                  <a:lnTo>
                    <a:pt x="6602" y="46090"/>
                  </a:lnTo>
                  <a:lnTo>
                    <a:pt x="7119" y="45641"/>
                  </a:lnTo>
                  <a:lnTo>
                    <a:pt x="7649" y="45213"/>
                  </a:lnTo>
                  <a:lnTo>
                    <a:pt x="8191" y="44807"/>
                  </a:lnTo>
                  <a:lnTo>
                    <a:pt x="8745" y="44423"/>
                  </a:lnTo>
                  <a:lnTo>
                    <a:pt x="9310" y="44060"/>
                  </a:lnTo>
                  <a:lnTo>
                    <a:pt x="9888" y="43718"/>
                  </a:lnTo>
                  <a:lnTo>
                    <a:pt x="10477" y="43398"/>
                  </a:lnTo>
                  <a:lnTo>
                    <a:pt x="11086" y="43087"/>
                  </a:lnTo>
                  <a:lnTo>
                    <a:pt x="11699" y="42798"/>
                  </a:lnTo>
                  <a:lnTo>
                    <a:pt x="12315" y="42530"/>
                  </a:lnTo>
                  <a:lnTo>
                    <a:pt x="12934" y="42283"/>
                  </a:lnTo>
                  <a:lnTo>
                    <a:pt x="13558" y="42058"/>
                  </a:lnTo>
                  <a:lnTo>
                    <a:pt x="14185" y="41855"/>
                  </a:lnTo>
                  <a:lnTo>
                    <a:pt x="14815" y="41673"/>
                  </a:lnTo>
                  <a:lnTo>
                    <a:pt x="15449" y="41512"/>
                  </a:lnTo>
                  <a:lnTo>
                    <a:pt x="16087" y="41373"/>
                  </a:lnTo>
                  <a:lnTo>
                    <a:pt x="16728" y="41255"/>
                  </a:lnTo>
                  <a:lnTo>
                    <a:pt x="16728" y="41017"/>
                  </a:lnTo>
                  <a:lnTo>
                    <a:pt x="16032" y="40840"/>
                  </a:lnTo>
                  <a:lnTo>
                    <a:pt x="15351" y="40643"/>
                  </a:lnTo>
                  <a:lnTo>
                    <a:pt x="14685" y="40425"/>
                  </a:lnTo>
                  <a:lnTo>
                    <a:pt x="14032" y="40188"/>
                  </a:lnTo>
                  <a:lnTo>
                    <a:pt x="13394" y="39930"/>
                  </a:lnTo>
                  <a:lnTo>
                    <a:pt x="12770" y="39652"/>
                  </a:lnTo>
                  <a:lnTo>
                    <a:pt x="12161" y="39354"/>
                  </a:lnTo>
                  <a:lnTo>
                    <a:pt x="11565" y="39035"/>
                  </a:lnTo>
                  <a:lnTo>
                    <a:pt x="10984" y="38697"/>
                  </a:lnTo>
                  <a:lnTo>
                    <a:pt x="10417" y="38338"/>
                  </a:lnTo>
                  <a:lnTo>
                    <a:pt x="9878" y="37961"/>
                  </a:lnTo>
                  <a:lnTo>
                    <a:pt x="9355" y="37571"/>
                  </a:lnTo>
                  <a:lnTo>
                    <a:pt x="8849" y="37166"/>
                  </a:lnTo>
                  <a:lnTo>
                    <a:pt x="8360" y="36747"/>
                  </a:lnTo>
                  <a:lnTo>
                    <a:pt x="7887" y="36314"/>
                  </a:lnTo>
                  <a:lnTo>
                    <a:pt x="7431" y="35866"/>
                  </a:lnTo>
                  <a:lnTo>
                    <a:pt x="6992" y="35404"/>
                  </a:lnTo>
                  <a:lnTo>
                    <a:pt x="6569" y="34928"/>
                  </a:lnTo>
                  <a:lnTo>
                    <a:pt x="6163" y="34437"/>
                  </a:lnTo>
                  <a:lnTo>
                    <a:pt x="5774" y="33932"/>
                  </a:lnTo>
                  <a:lnTo>
                    <a:pt x="5413" y="33403"/>
                  </a:lnTo>
                  <a:lnTo>
                    <a:pt x="5069" y="32863"/>
                  </a:lnTo>
                  <a:lnTo>
                    <a:pt x="4742" y="32312"/>
                  </a:lnTo>
                  <a:lnTo>
                    <a:pt x="4431" y="31751"/>
                  </a:lnTo>
                  <a:lnTo>
                    <a:pt x="4137" y="31179"/>
                  </a:lnTo>
                  <a:lnTo>
                    <a:pt x="3860" y="30596"/>
                  </a:lnTo>
                  <a:lnTo>
                    <a:pt x="3599" y="30003"/>
                  </a:lnTo>
                  <a:lnTo>
                    <a:pt x="3355" y="29398"/>
                  </a:lnTo>
                  <a:lnTo>
                    <a:pt x="3127" y="28783"/>
                  </a:lnTo>
                  <a:lnTo>
                    <a:pt x="2917" y="28158"/>
                  </a:lnTo>
                  <a:lnTo>
                    <a:pt x="2736" y="27523"/>
                  </a:lnTo>
                  <a:lnTo>
                    <a:pt x="2574" y="26881"/>
                  </a:lnTo>
                  <a:lnTo>
                    <a:pt x="2431" y="26233"/>
                  </a:lnTo>
                  <a:lnTo>
                    <a:pt x="2307" y="25577"/>
                  </a:lnTo>
                  <a:lnTo>
                    <a:pt x="2202" y="24913"/>
                  </a:lnTo>
                  <a:lnTo>
                    <a:pt x="2116" y="24243"/>
                  </a:lnTo>
                  <a:lnTo>
                    <a:pt x="2050" y="23566"/>
                  </a:lnTo>
                  <a:lnTo>
                    <a:pt x="2002" y="22881"/>
                  </a:lnTo>
                  <a:lnTo>
                    <a:pt x="1974" y="22189"/>
                  </a:lnTo>
                  <a:lnTo>
                    <a:pt x="1964" y="21490"/>
                  </a:lnTo>
                  <a:lnTo>
                    <a:pt x="1981" y="20615"/>
                  </a:lnTo>
                  <a:lnTo>
                    <a:pt x="2031" y="19750"/>
                  </a:lnTo>
                  <a:lnTo>
                    <a:pt x="2114" y="18895"/>
                  </a:lnTo>
                  <a:lnTo>
                    <a:pt x="2231" y="18052"/>
                  </a:lnTo>
                  <a:lnTo>
                    <a:pt x="2381" y="17219"/>
                  </a:lnTo>
                  <a:lnTo>
                    <a:pt x="2564" y="16397"/>
                  </a:lnTo>
                  <a:lnTo>
                    <a:pt x="2781" y="15585"/>
                  </a:lnTo>
                  <a:lnTo>
                    <a:pt x="3031" y="14785"/>
                  </a:lnTo>
                  <a:lnTo>
                    <a:pt x="3314" y="13995"/>
                  </a:lnTo>
                  <a:lnTo>
                    <a:pt x="3631" y="13215"/>
                  </a:lnTo>
                  <a:lnTo>
                    <a:pt x="3992" y="12440"/>
                  </a:lnTo>
                  <a:lnTo>
                    <a:pt x="4386" y="11684"/>
                  </a:lnTo>
                  <a:lnTo>
                    <a:pt x="4811" y="10949"/>
                  </a:lnTo>
                  <a:lnTo>
                    <a:pt x="5269" y="10234"/>
                  </a:lnTo>
                  <a:lnTo>
                    <a:pt x="5759" y="9539"/>
                  </a:lnTo>
                  <a:lnTo>
                    <a:pt x="6281" y="8865"/>
                  </a:lnTo>
                  <a:lnTo>
                    <a:pt x="6835" y="8211"/>
                  </a:lnTo>
                  <a:lnTo>
                    <a:pt x="7422" y="7577"/>
                  </a:lnTo>
                  <a:lnTo>
                    <a:pt x="8040" y="6963"/>
                  </a:lnTo>
                  <a:lnTo>
                    <a:pt x="8691" y="6369"/>
                  </a:lnTo>
                  <a:lnTo>
                    <a:pt x="9374" y="5787"/>
                  </a:lnTo>
                  <a:lnTo>
                    <a:pt x="10089" y="5231"/>
                  </a:lnTo>
                  <a:lnTo>
                    <a:pt x="10836" y="4701"/>
                  </a:lnTo>
                  <a:lnTo>
                    <a:pt x="11615" y="4198"/>
                  </a:lnTo>
                  <a:lnTo>
                    <a:pt x="12427" y="3720"/>
                  </a:lnTo>
                  <a:lnTo>
                    <a:pt x="13270" y="3269"/>
                  </a:lnTo>
                  <a:lnTo>
                    <a:pt x="14146" y="2844"/>
                  </a:lnTo>
                  <a:lnTo>
                    <a:pt x="15054" y="2445"/>
                  </a:lnTo>
                  <a:lnTo>
                    <a:pt x="15994" y="2072"/>
                  </a:lnTo>
                  <a:lnTo>
                    <a:pt x="16966" y="1726"/>
                  </a:lnTo>
                  <a:lnTo>
                    <a:pt x="17970" y="1398"/>
                  </a:lnTo>
                  <a:lnTo>
                    <a:pt x="19004" y="1104"/>
                  </a:lnTo>
                  <a:lnTo>
                    <a:pt x="20070" y="845"/>
                  </a:lnTo>
                  <a:lnTo>
                    <a:pt x="21166" y="621"/>
                  </a:lnTo>
                  <a:lnTo>
                    <a:pt x="22294" y="431"/>
                  </a:lnTo>
                  <a:lnTo>
                    <a:pt x="23452" y="276"/>
                  </a:lnTo>
                  <a:lnTo>
                    <a:pt x="24642" y="155"/>
                  </a:lnTo>
                  <a:lnTo>
                    <a:pt x="25862" y="69"/>
                  </a:lnTo>
                  <a:lnTo>
                    <a:pt x="27114" y="17"/>
                  </a:lnTo>
                  <a:lnTo>
                    <a:pt x="28396" y="0"/>
                  </a:lnTo>
                  <a:lnTo>
                    <a:pt x="29747" y="17"/>
                  </a:lnTo>
                  <a:lnTo>
                    <a:pt x="31061" y="69"/>
                  </a:lnTo>
                  <a:lnTo>
                    <a:pt x="32337" y="155"/>
                  </a:lnTo>
                  <a:lnTo>
                    <a:pt x="33578" y="276"/>
                  </a:lnTo>
                  <a:lnTo>
                    <a:pt x="34781" y="431"/>
                  </a:lnTo>
                  <a:lnTo>
                    <a:pt x="35947" y="621"/>
                  </a:lnTo>
                  <a:lnTo>
                    <a:pt x="37076" y="845"/>
                  </a:lnTo>
                  <a:lnTo>
                    <a:pt x="38169" y="1104"/>
                  </a:lnTo>
                  <a:lnTo>
                    <a:pt x="39224" y="1398"/>
                  </a:lnTo>
                  <a:lnTo>
                    <a:pt x="40243" y="1726"/>
                  </a:lnTo>
                  <a:lnTo>
                    <a:pt x="41237" y="2084"/>
                  </a:lnTo>
                  <a:lnTo>
                    <a:pt x="42195" y="2466"/>
                  </a:lnTo>
                  <a:lnTo>
                    <a:pt x="43118" y="2874"/>
                  </a:lnTo>
                  <a:lnTo>
                    <a:pt x="44005" y="3307"/>
                  </a:lnTo>
                  <a:lnTo>
                    <a:pt x="44856" y="3765"/>
                  </a:lnTo>
                  <a:lnTo>
                    <a:pt x="45672" y="4248"/>
                  </a:lnTo>
                  <a:lnTo>
                    <a:pt x="46452" y="4755"/>
                  </a:lnTo>
                  <a:lnTo>
                    <a:pt x="47196" y="5288"/>
                  </a:lnTo>
                  <a:lnTo>
                    <a:pt x="47904" y="5846"/>
                  </a:lnTo>
                  <a:lnTo>
                    <a:pt x="48577" y="6429"/>
                  </a:lnTo>
                  <a:lnTo>
                    <a:pt x="49226" y="7022"/>
                  </a:lnTo>
                  <a:lnTo>
                    <a:pt x="49841" y="7636"/>
                  </a:lnTo>
                  <a:lnTo>
                    <a:pt x="50422" y="8270"/>
                  </a:lnTo>
                  <a:lnTo>
                    <a:pt x="50968" y="8924"/>
                  </a:lnTo>
                  <a:lnTo>
                    <a:pt x="51479" y="9599"/>
                  </a:lnTo>
                  <a:lnTo>
                    <a:pt x="51956" y="10294"/>
                  </a:lnTo>
                  <a:lnTo>
                    <a:pt x="52398" y="11009"/>
                  </a:lnTo>
                  <a:lnTo>
                    <a:pt x="52806" y="11744"/>
                  </a:lnTo>
                  <a:lnTo>
                    <a:pt x="53179" y="12499"/>
                  </a:lnTo>
                  <a:lnTo>
                    <a:pt x="53518" y="13275"/>
                  </a:lnTo>
                  <a:lnTo>
                    <a:pt x="53823" y="14066"/>
                  </a:lnTo>
                  <a:lnTo>
                    <a:pt x="54097" y="14866"/>
                  </a:lnTo>
                  <a:lnTo>
                    <a:pt x="54338" y="15675"/>
                  </a:lnTo>
                  <a:lnTo>
                    <a:pt x="54547" y="16494"/>
                  </a:lnTo>
                  <a:lnTo>
                    <a:pt x="54724" y="17323"/>
                  </a:lnTo>
                  <a:lnTo>
                    <a:pt x="54868" y="18161"/>
                  </a:lnTo>
                  <a:lnTo>
                    <a:pt x="54981" y="19009"/>
                  </a:lnTo>
                  <a:lnTo>
                    <a:pt x="55061" y="19866"/>
                  </a:lnTo>
                  <a:lnTo>
                    <a:pt x="55109" y="20733"/>
                  </a:lnTo>
                  <a:lnTo>
                    <a:pt x="55125" y="21609"/>
                  </a:lnTo>
                  <a:lnTo>
                    <a:pt x="55115" y="22297"/>
                  </a:lnTo>
                  <a:lnTo>
                    <a:pt x="55085" y="22979"/>
                  </a:lnTo>
                  <a:lnTo>
                    <a:pt x="55034" y="23654"/>
                  </a:lnTo>
                  <a:lnTo>
                    <a:pt x="54964" y="24324"/>
                  </a:lnTo>
                  <a:lnTo>
                    <a:pt x="54872" y="24988"/>
                  </a:lnTo>
                  <a:lnTo>
                    <a:pt x="54761" y="25646"/>
                  </a:lnTo>
                  <a:lnTo>
                    <a:pt x="54630" y="26297"/>
                  </a:lnTo>
                  <a:lnTo>
                    <a:pt x="54478" y="26943"/>
                  </a:lnTo>
                  <a:lnTo>
                    <a:pt x="54306" y="27583"/>
                  </a:lnTo>
                  <a:lnTo>
                    <a:pt x="54113" y="28217"/>
                  </a:lnTo>
                  <a:lnTo>
                    <a:pt x="53913" y="28843"/>
                  </a:lnTo>
                  <a:lnTo>
                    <a:pt x="53694" y="29458"/>
                  </a:lnTo>
                  <a:lnTo>
                    <a:pt x="53456" y="30062"/>
                  </a:lnTo>
                  <a:lnTo>
                    <a:pt x="53199" y="30656"/>
                  </a:lnTo>
                  <a:lnTo>
                    <a:pt x="52923" y="31239"/>
                  </a:lnTo>
                  <a:lnTo>
                    <a:pt x="52628" y="31811"/>
                  </a:lnTo>
                  <a:lnTo>
                    <a:pt x="52313" y="32372"/>
                  </a:lnTo>
                  <a:lnTo>
                    <a:pt x="51980" y="32923"/>
                  </a:lnTo>
                  <a:lnTo>
                    <a:pt x="51627" y="33463"/>
                  </a:lnTo>
                  <a:lnTo>
                    <a:pt x="51256" y="33992"/>
                  </a:lnTo>
                  <a:lnTo>
                    <a:pt x="50877" y="34497"/>
                  </a:lnTo>
                  <a:lnTo>
                    <a:pt x="50480" y="34987"/>
                  </a:lnTo>
                  <a:lnTo>
                    <a:pt x="50063" y="35463"/>
                  </a:lnTo>
                  <a:lnTo>
                    <a:pt x="49627" y="35925"/>
                  </a:lnTo>
                  <a:lnTo>
                    <a:pt x="49172" y="36373"/>
                  </a:lnTo>
                  <a:lnTo>
                    <a:pt x="48698" y="36806"/>
                  </a:lnTo>
                  <a:lnTo>
                    <a:pt x="48206" y="37226"/>
                  </a:lnTo>
                  <a:lnTo>
                    <a:pt x="47694" y="37630"/>
                  </a:lnTo>
                  <a:lnTo>
                    <a:pt x="47163" y="38021"/>
                  </a:lnTo>
                  <a:lnTo>
                    <a:pt x="46612" y="38397"/>
                  </a:lnTo>
                  <a:lnTo>
                    <a:pt x="46056" y="38744"/>
                  </a:lnTo>
                  <a:lnTo>
                    <a:pt x="45481" y="39069"/>
                  </a:lnTo>
                  <a:lnTo>
                    <a:pt x="44889" y="39372"/>
                  </a:lnTo>
                  <a:lnTo>
                    <a:pt x="44279" y="39654"/>
                  </a:lnTo>
                  <a:lnTo>
                    <a:pt x="43651" y="39915"/>
                  </a:lnTo>
                  <a:lnTo>
                    <a:pt x="43005" y="40155"/>
                  </a:lnTo>
                  <a:lnTo>
                    <a:pt x="42341" y="40372"/>
                  </a:lnTo>
                  <a:lnTo>
                    <a:pt x="41659" y="40569"/>
                  </a:lnTo>
                  <a:lnTo>
                    <a:pt x="40960" y="40744"/>
                  </a:lnTo>
                  <a:lnTo>
                    <a:pt x="40243" y="40897"/>
                  </a:lnTo>
                  <a:lnTo>
                    <a:pt x="40243" y="41136"/>
                  </a:lnTo>
                  <a:lnTo>
                    <a:pt x="40964" y="41265"/>
                  </a:lnTo>
                  <a:lnTo>
                    <a:pt x="41674" y="41414"/>
                  </a:lnTo>
                  <a:lnTo>
                    <a:pt x="42373" y="41584"/>
                  </a:lnTo>
                  <a:lnTo>
                    <a:pt x="43062" y="41774"/>
                  </a:lnTo>
                  <a:lnTo>
                    <a:pt x="43740" y="41984"/>
                  </a:lnTo>
                  <a:lnTo>
                    <a:pt x="44407" y="42214"/>
                  </a:lnTo>
                  <a:lnTo>
                    <a:pt x="45064" y="42465"/>
                  </a:lnTo>
                  <a:lnTo>
                    <a:pt x="45710" y="42736"/>
                  </a:lnTo>
                  <a:lnTo>
                    <a:pt x="46345" y="43027"/>
                  </a:lnTo>
                  <a:lnTo>
                    <a:pt x="46970" y="43338"/>
                  </a:lnTo>
                  <a:lnTo>
                    <a:pt x="47580" y="43659"/>
                  </a:lnTo>
                  <a:lnTo>
                    <a:pt x="48175" y="44000"/>
                  </a:lnTo>
                  <a:lnTo>
                    <a:pt x="48752" y="44363"/>
                  </a:lnTo>
                  <a:lnTo>
                    <a:pt x="49313" y="44748"/>
                  </a:lnTo>
                  <a:lnTo>
                    <a:pt x="49857" y="45154"/>
                  </a:lnTo>
                  <a:lnTo>
                    <a:pt x="50384" y="45581"/>
                  </a:lnTo>
                  <a:lnTo>
                    <a:pt x="50895" y="46030"/>
                  </a:lnTo>
                  <a:lnTo>
                    <a:pt x="51389" y="46501"/>
                  </a:lnTo>
                  <a:lnTo>
                    <a:pt x="51867" y="46992"/>
                  </a:lnTo>
                  <a:lnTo>
                    <a:pt x="52327" y="47505"/>
                  </a:lnTo>
                  <a:lnTo>
                    <a:pt x="52770" y="48028"/>
                  </a:lnTo>
                  <a:lnTo>
                    <a:pt x="53194" y="48570"/>
                  </a:lnTo>
                  <a:lnTo>
                    <a:pt x="53599" y="49132"/>
                  </a:lnTo>
                  <a:lnTo>
                    <a:pt x="53985" y="49715"/>
                  </a:lnTo>
                  <a:lnTo>
                    <a:pt x="54352" y="50318"/>
                  </a:lnTo>
                  <a:lnTo>
                    <a:pt x="54699" y="50942"/>
                  </a:lnTo>
                  <a:lnTo>
                    <a:pt x="55028" y="51585"/>
                  </a:lnTo>
                  <a:lnTo>
                    <a:pt x="55337" y="52249"/>
                  </a:lnTo>
                  <a:lnTo>
                    <a:pt x="55628" y="52933"/>
                  </a:lnTo>
                  <a:lnTo>
                    <a:pt x="55899" y="53637"/>
                  </a:lnTo>
                  <a:lnTo>
                    <a:pt x="56148" y="54361"/>
                  </a:lnTo>
                  <a:lnTo>
                    <a:pt x="56371" y="55104"/>
                  </a:lnTo>
                  <a:lnTo>
                    <a:pt x="56567" y="55866"/>
                  </a:lnTo>
                  <a:lnTo>
                    <a:pt x="56738" y="56647"/>
                  </a:lnTo>
                  <a:lnTo>
                    <a:pt x="56882" y="57447"/>
                  </a:lnTo>
                  <a:lnTo>
                    <a:pt x="56999" y="58266"/>
                  </a:lnTo>
                  <a:lnTo>
                    <a:pt x="57091" y="59105"/>
                  </a:lnTo>
                  <a:lnTo>
                    <a:pt x="57157" y="59962"/>
                  </a:lnTo>
                  <a:lnTo>
                    <a:pt x="57196" y="60838"/>
                  </a:lnTo>
                  <a:close/>
                  <a:moveTo>
                    <a:pt x="43993" y="22205"/>
                  </a:moveTo>
                  <a:lnTo>
                    <a:pt x="43985" y="21579"/>
                  </a:lnTo>
                  <a:lnTo>
                    <a:pt x="43960" y="20964"/>
                  </a:lnTo>
                  <a:lnTo>
                    <a:pt x="43918" y="20360"/>
                  </a:lnTo>
                  <a:lnTo>
                    <a:pt x="43860" y="19766"/>
                  </a:lnTo>
                  <a:lnTo>
                    <a:pt x="43785" y="19183"/>
                  </a:lnTo>
                  <a:lnTo>
                    <a:pt x="43693" y="18611"/>
                  </a:lnTo>
                  <a:lnTo>
                    <a:pt x="43585" y="18050"/>
                  </a:lnTo>
                  <a:lnTo>
                    <a:pt x="43460" y="17499"/>
                  </a:lnTo>
                  <a:lnTo>
                    <a:pt x="43318" y="16959"/>
                  </a:lnTo>
                  <a:lnTo>
                    <a:pt x="43160" y="16430"/>
                  </a:lnTo>
                  <a:lnTo>
                    <a:pt x="42994" y="15914"/>
                  </a:lnTo>
                  <a:lnTo>
                    <a:pt x="42807" y="15413"/>
                  </a:lnTo>
                  <a:lnTo>
                    <a:pt x="42599" y="14928"/>
                  </a:lnTo>
                  <a:lnTo>
                    <a:pt x="42369" y="14458"/>
                  </a:lnTo>
                  <a:lnTo>
                    <a:pt x="42118" y="14004"/>
                  </a:lnTo>
                  <a:lnTo>
                    <a:pt x="41845" y="13565"/>
                  </a:lnTo>
                  <a:lnTo>
                    <a:pt x="41551" y="13142"/>
                  </a:lnTo>
                  <a:lnTo>
                    <a:pt x="41236" y="12734"/>
                  </a:lnTo>
                  <a:lnTo>
                    <a:pt x="40899" y="12342"/>
                  </a:lnTo>
                  <a:lnTo>
                    <a:pt x="40540" y="11965"/>
                  </a:lnTo>
                  <a:lnTo>
                    <a:pt x="40160" y="11593"/>
                  </a:lnTo>
                  <a:lnTo>
                    <a:pt x="39757" y="11239"/>
                  </a:lnTo>
                  <a:lnTo>
                    <a:pt x="39331" y="10903"/>
                  </a:lnTo>
                  <a:lnTo>
                    <a:pt x="38883" y="10584"/>
                  </a:lnTo>
                  <a:lnTo>
                    <a:pt x="38412" y="10284"/>
                  </a:lnTo>
                  <a:lnTo>
                    <a:pt x="37919" y="10001"/>
                  </a:lnTo>
                  <a:lnTo>
                    <a:pt x="37402" y="9736"/>
                  </a:lnTo>
                  <a:lnTo>
                    <a:pt x="36864" y="9489"/>
                  </a:lnTo>
                  <a:lnTo>
                    <a:pt x="36302" y="9260"/>
                  </a:lnTo>
                  <a:lnTo>
                    <a:pt x="35718" y="9048"/>
                  </a:lnTo>
                  <a:lnTo>
                    <a:pt x="35109" y="8845"/>
                  </a:lnTo>
                  <a:lnTo>
                    <a:pt x="34473" y="8662"/>
                  </a:lnTo>
                  <a:lnTo>
                    <a:pt x="33809" y="8502"/>
                  </a:lnTo>
                  <a:lnTo>
                    <a:pt x="33118" y="8362"/>
                  </a:lnTo>
                  <a:lnTo>
                    <a:pt x="32399" y="8245"/>
                  </a:lnTo>
                  <a:lnTo>
                    <a:pt x="31653" y="8148"/>
                  </a:lnTo>
                  <a:lnTo>
                    <a:pt x="30880" y="8073"/>
                  </a:lnTo>
                  <a:lnTo>
                    <a:pt x="30079" y="8020"/>
                  </a:lnTo>
                  <a:lnTo>
                    <a:pt x="29251" y="7987"/>
                  </a:lnTo>
                  <a:lnTo>
                    <a:pt x="28396" y="7977"/>
                  </a:lnTo>
                  <a:lnTo>
                    <a:pt x="27564" y="7987"/>
                  </a:lnTo>
                  <a:lnTo>
                    <a:pt x="26758" y="8020"/>
                  </a:lnTo>
                  <a:lnTo>
                    <a:pt x="25978" y="8073"/>
                  </a:lnTo>
                  <a:lnTo>
                    <a:pt x="25224" y="8148"/>
                  </a:lnTo>
                  <a:lnTo>
                    <a:pt x="24497" y="8245"/>
                  </a:lnTo>
                  <a:lnTo>
                    <a:pt x="23795" y="8362"/>
                  </a:lnTo>
                  <a:lnTo>
                    <a:pt x="23120" y="8502"/>
                  </a:lnTo>
                  <a:lnTo>
                    <a:pt x="22471" y="8662"/>
                  </a:lnTo>
                  <a:lnTo>
                    <a:pt x="21849" y="8845"/>
                  </a:lnTo>
                  <a:lnTo>
                    <a:pt x="21252" y="9048"/>
                  </a:lnTo>
                  <a:lnTo>
                    <a:pt x="20679" y="9260"/>
                  </a:lnTo>
                  <a:lnTo>
                    <a:pt x="20126" y="9489"/>
                  </a:lnTo>
                  <a:lnTo>
                    <a:pt x="19593" y="9736"/>
                  </a:lnTo>
                  <a:lnTo>
                    <a:pt x="19080" y="10001"/>
                  </a:lnTo>
                  <a:lnTo>
                    <a:pt x="18588" y="10284"/>
                  </a:lnTo>
                  <a:lnTo>
                    <a:pt x="18116" y="10584"/>
                  </a:lnTo>
                  <a:lnTo>
                    <a:pt x="17664" y="10903"/>
                  </a:lnTo>
                  <a:lnTo>
                    <a:pt x="17233" y="11239"/>
                  </a:lnTo>
                  <a:lnTo>
                    <a:pt x="16821" y="11593"/>
                  </a:lnTo>
                  <a:lnTo>
                    <a:pt x="16430" y="11965"/>
                  </a:lnTo>
                  <a:lnTo>
                    <a:pt x="16071" y="12342"/>
                  </a:lnTo>
                  <a:lnTo>
                    <a:pt x="15732" y="12734"/>
                  </a:lnTo>
                  <a:lnTo>
                    <a:pt x="15414" y="13142"/>
                  </a:lnTo>
                  <a:lnTo>
                    <a:pt x="15116" y="13565"/>
                  </a:lnTo>
                  <a:lnTo>
                    <a:pt x="14838" y="14004"/>
                  </a:lnTo>
                  <a:lnTo>
                    <a:pt x="14580" y="14458"/>
                  </a:lnTo>
                  <a:lnTo>
                    <a:pt x="14342" y="14928"/>
                  </a:lnTo>
                  <a:lnTo>
                    <a:pt x="14125" y="15413"/>
                  </a:lnTo>
                  <a:lnTo>
                    <a:pt x="13928" y="15914"/>
                  </a:lnTo>
                  <a:lnTo>
                    <a:pt x="13751" y="16430"/>
                  </a:lnTo>
                  <a:lnTo>
                    <a:pt x="13593" y="16959"/>
                  </a:lnTo>
                  <a:lnTo>
                    <a:pt x="13451" y="17499"/>
                  </a:lnTo>
                  <a:lnTo>
                    <a:pt x="13326" y="18050"/>
                  </a:lnTo>
                  <a:lnTo>
                    <a:pt x="13218" y="18611"/>
                  </a:lnTo>
                  <a:lnTo>
                    <a:pt x="13126" y="19183"/>
                  </a:lnTo>
                  <a:lnTo>
                    <a:pt x="13051" y="19766"/>
                  </a:lnTo>
                  <a:lnTo>
                    <a:pt x="12993" y="20360"/>
                  </a:lnTo>
                  <a:lnTo>
                    <a:pt x="12951" y="20964"/>
                  </a:lnTo>
                  <a:lnTo>
                    <a:pt x="12926" y="21579"/>
                  </a:lnTo>
                  <a:lnTo>
                    <a:pt x="12918" y="22205"/>
                  </a:lnTo>
                  <a:lnTo>
                    <a:pt x="12924" y="22706"/>
                  </a:lnTo>
                  <a:lnTo>
                    <a:pt x="12944" y="23210"/>
                  </a:lnTo>
                  <a:lnTo>
                    <a:pt x="12977" y="23716"/>
                  </a:lnTo>
                  <a:lnTo>
                    <a:pt x="13023" y="24224"/>
                  </a:lnTo>
                  <a:lnTo>
                    <a:pt x="13081" y="24735"/>
                  </a:lnTo>
                  <a:lnTo>
                    <a:pt x="13154" y="25248"/>
                  </a:lnTo>
                  <a:lnTo>
                    <a:pt x="13239" y="25763"/>
                  </a:lnTo>
                  <a:lnTo>
                    <a:pt x="13337" y="26281"/>
                  </a:lnTo>
                  <a:lnTo>
                    <a:pt x="13448" y="26802"/>
                  </a:lnTo>
                  <a:lnTo>
                    <a:pt x="13573" y="27324"/>
                  </a:lnTo>
                  <a:lnTo>
                    <a:pt x="13714" y="27843"/>
                  </a:lnTo>
                  <a:lnTo>
                    <a:pt x="13877" y="28353"/>
                  </a:lnTo>
                  <a:lnTo>
                    <a:pt x="14062" y="28853"/>
                  </a:lnTo>
                  <a:lnTo>
                    <a:pt x="14268" y="29344"/>
                  </a:lnTo>
                  <a:lnTo>
                    <a:pt x="14495" y="29825"/>
                  </a:lnTo>
                  <a:lnTo>
                    <a:pt x="14744" y="30296"/>
                  </a:lnTo>
                  <a:lnTo>
                    <a:pt x="15014" y="30758"/>
                  </a:lnTo>
                  <a:lnTo>
                    <a:pt x="15306" y="31211"/>
                  </a:lnTo>
                  <a:lnTo>
                    <a:pt x="15619" y="31653"/>
                  </a:lnTo>
                  <a:lnTo>
                    <a:pt x="15954" y="32087"/>
                  </a:lnTo>
                  <a:lnTo>
                    <a:pt x="16312" y="32508"/>
                  </a:lnTo>
                  <a:lnTo>
                    <a:pt x="16697" y="32913"/>
                  </a:lnTo>
                  <a:lnTo>
                    <a:pt x="17108" y="33303"/>
                  </a:lnTo>
                  <a:lnTo>
                    <a:pt x="17545" y="33678"/>
                  </a:lnTo>
                  <a:lnTo>
                    <a:pt x="18008" y="34036"/>
                  </a:lnTo>
                  <a:lnTo>
                    <a:pt x="18497" y="34380"/>
                  </a:lnTo>
                  <a:lnTo>
                    <a:pt x="19013" y="34708"/>
                  </a:lnTo>
                  <a:lnTo>
                    <a:pt x="19554" y="35021"/>
                  </a:lnTo>
                  <a:lnTo>
                    <a:pt x="20122" y="35318"/>
                  </a:lnTo>
                  <a:lnTo>
                    <a:pt x="20716" y="35599"/>
                  </a:lnTo>
                  <a:lnTo>
                    <a:pt x="21341" y="35859"/>
                  </a:lnTo>
                  <a:lnTo>
                    <a:pt x="22000" y="36092"/>
                  </a:lnTo>
                  <a:lnTo>
                    <a:pt x="22693" y="36297"/>
                  </a:lnTo>
                  <a:lnTo>
                    <a:pt x="23421" y="36475"/>
                  </a:lnTo>
                  <a:lnTo>
                    <a:pt x="24184" y="36626"/>
                  </a:lnTo>
                  <a:lnTo>
                    <a:pt x="24981" y="36749"/>
                  </a:lnTo>
                  <a:lnTo>
                    <a:pt x="25813" y="36845"/>
                  </a:lnTo>
                  <a:lnTo>
                    <a:pt x="26679" y="36914"/>
                  </a:lnTo>
                  <a:lnTo>
                    <a:pt x="27580" y="36955"/>
                  </a:lnTo>
                  <a:lnTo>
                    <a:pt x="28515" y="36968"/>
                  </a:lnTo>
                  <a:lnTo>
                    <a:pt x="29507" y="36955"/>
                  </a:lnTo>
                  <a:lnTo>
                    <a:pt x="30458" y="36914"/>
                  </a:lnTo>
                  <a:lnTo>
                    <a:pt x="31369" y="36845"/>
                  </a:lnTo>
                  <a:lnTo>
                    <a:pt x="32239" y="36749"/>
                  </a:lnTo>
                  <a:lnTo>
                    <a:pt x="33069" y="36626"/>
                  </a:lnTo>
                  <a:lnTo>
                    <a:pt x="33858" y="36475"/>
                  </a:lnTo>
                  <a:lnTo>
                    <a:pt x="34607" y="36297"/>
                  </a:lnTo>
                  <a:lnTo>
                    <a:pt x="35316" y="36092"/>
                  </a:lnTo>
                  <a:lnTo>
                    <a:pt x="35984" y="35859"/>
                  </a:lnTo>
                  <a:lnTo>
                    <a:pt x="36611" y="35599"/>
                  </a:lnTo>
                  <a:lnTo>
                    <a:pt x="37215" y="35318"/>
                  </a:lnTo>
                  <a:lnTo>
                    <a:pt x="37790" y="35021"/>
                  </a:lnTo>
                  <a:lnTo>
                    <a:pt x="38335" y="34708"/>
                  </a:lnTo>
                  <a:lnTo>
                    <a:pt x="38850" y="34380"/>
                  </a:lnTo>
                  <a:lnTo>
                    <a:pt x="39335" y="34036"/>
                  </a:lnTo>
                  <a:lnTo>
                    <a:pt x="39790" y="33678"/>
                  </a:lnTo>
                  <a:lnTo>
                    <a:pt x="40216" y="33303"/>
                  </a:lnTo>
                  <a:lnTo>
                    <a:pt x="40612" y="32913"/>
                  </a:lnTo>
                  <a:lnTo>
                    <a:pt x="40978" y="32508"/>
                  </a:lnTo>
                  <a:lnTo>
                    <a:pt x="41314" y="32087"/>
                  </a:lnTo>
                  <a:lnTo>
                    <a:pt x="41636" y="31653"/>
                  </a:lnTo>
                  <a:lnTo>
                    <a:pt x="41933" y="31211"/>
                  </a:lnTo>
                  <a:lnTo>
                    <a:pt x="42207" y="30758"/>
                  </a:lnTo>
                  <a:lnTo>
                    <a:pt x="42457" y="30296"/>
                  </a:lnTo>
                  <a:lnTo>
                    <a:pt x="42683" y="29825"/>
                  </a:lnTo>
                  <a:lnTo>
                    <a:pt x="42886" y="29344"/>
                  </a:lnTo>
                  <a:lnTo>
                    <a:pt x="43064" y="28853"/>
                  </a:lnTo>
                  <a:lnTo>
                    <a:pt x="43219" y="28353"/>
                  </a:lnTo>
                  <a:lnTo>
                    <a:pt x="43350" y="27843"/>
                  </a:lnTo>
                  <a:lnTo>
                    <a:pt x="43457" y="27324"/>
                  </a:lnTo>
                  <a:lnTo>
                    <a:pt x="43559" y="26802"/>
                  </a:lnTo>
                  <a:lnTo>
                    <a:pt x="43650" y="26281"/>
                  </a:lnTo>
                  <a:lnTo>
                    <a:pt x="43731" y="25763"/>
                  </a:lnTo>
                  <a:lnTo>
                    <a:pt x="43800" y="25248"/>
                  </a:lnTo>
                  <a:lnTo>
                    <a:pt x="43859" y="24735"/>
                  </a:lnTo>
                  <a:lnTo>
                    <a:pt x="43907" y="24224"/>
                  </a:lnTo>
                  <a:lnTo>
                    <a:pt x="43945" y="23716"/>
                  </a:lnTo>
                  <a:lnTo>
                    <a:pt x="43972" y="23210"/>
                  </a:lnTo>
                  <a:lnTo>
                    <a:pt x="43988" y="22706"/>
                  </a:lnTo>
                  <a:close/>
                  <a:moveTo>
                    <a:pt x="46077" y="60721"/>
                  </a:moveTo>
                  <a:lnTo>
                    <a:pt x="46068" y="60117"/>
                  </a:lnTo>
                  <a:lnTo>
                    <a:pt x="46043" y="59516"/>
                  </a:lnTo>
                  <a:lnTo>
                    <a:pt x="46002" y="58921"/>
                  </a:lnTo>
                  <a:lnTo>
                    <a:pt x="45943" y="58331"/>
                  </a:lnTo>
                  <a:lnTo>
                    <a:pt x="45868" y="57745"/>
                  </a:lnTo>
                  <a:lnTo>
                    <a:pt x="45777" y="57164"/>
                  </a:lnTo>
                  <a:lnTo>
                    <a:pt x="45668" y="56588"/>
                  </a:lnTo>
                  <a:lnTo>
                    <a:pt x="45543" y="56016"/>
                  </a:lnTo>
                  <a:lnTo>
                    <a:pt x="45402" y="55449"/>
                  </a:lnTo>
                  <a:lnTo>
                    <a:pt x="45243" y="54887"/>
                  </a:lnTo>
                  <a:lnTo>
                    <a:pt x="45065" y="54323"/>
                  </a:lnTo>
                  <a:lnTo>
                    <a:pt x="44862" y="53773"/>
                  </a:lnTo>
                  <a:lnTo>
                    <a:pt x="44636" y="53237"/>
                  </a:lnTo>
                  <a:lnTo>
                    <a:pt x="44386" y="52716"/>
                  </a:lnTo>
                  <a:lnTo>
                    <a:pt x="44112" y="52208"/>
                  </a:lnTo>
                  <a:lnTo>
                    <a:pt x="43815" y="51715"/>
                  </a:lnTo>
                  <a:lnTo>
                    <a:pt x="43493" y="51237"/>
                  </a:lnTo>
                  <a:lnTo>
                    <a:pt x="43148" y="50773"/>
                  </a:lnTo>
                  <a:lnTo>
                    <a:pt x="42779" y="50322"/>
                  </a:lnTo>
                  <a:lnTo>
                    <a:pt x="42386" y="49887"/>
                  </a:lnTo>
                  <a:lnTo>
                    <a:pt x="41967" y="49455"/>
                  </a:lnTo>
                  <a:lnTo>
                    <a:pt x="41519" y="49041"/>
                  </a:lnTo>
                  <a:lnTo>
                    <a:pt x="41043" y="48645"/>
                  </a:lnTo>
                  <a:lnTo>
                    <a:pt x="40538" y="48267"/>
                  </a:lnTo>
                  <a:lnTo>
                    <a:pt x="40005" y="47907"/>
                  </a:lnTo>
                  <a:lnTo>
                    <a:pt x="39443" y="47565"/>
                  </a:lnTo>
                  <a:lnTo>
                    <a:pt x="38852" y="47241"/>
                  </a:lnTo>
                  <a:lnTo>
                    <a:pt x="38233" y="46934"/>
                  </a:lnTo>
                  <a:lnTo>
                    <a:pt x="37585" y="46645"/>
                  </a:lnTo>
                  <a:lnTo>
                    <a:pt x="36909" y="46374"/>
                  </a:lnTo>
                  <a:lnTo>
                    <a:pt x="36213" y="46114"/>
                  </a:lnTo>
                  <a:lnTo>
                    <a:pt x="35483" y="45881"/>
                  </a:lnTo>
                  <a:lnTo>
                    <a:pt x="34718" y="45676"/>
                  </a:lnTo>
                  <a:lnTo>
                    <a:pt x="33918" y="45498"/>
                  </a:lnTo>
                  <a:lnTo>
                    <a:pt x="33084" y="45347"/>
                  </a:lnTo>
                  <a:lnTo>
                    <a:pt x="32215" y="45224"/>
                  </a:lnTo>
                  <a:lnTo>
                    <a:pt x="31312" y="45128"/>
                  </a:lnTo>
                  <a:lnTo>
                    <a:pt x="30375" y="45060"/>
                  </a:lnTo>
                  <a:lnTo>
                    <a:pt x="29403" y="45019"/>
                  </a:lnTo>
                  <a:lnTo>
                    <a:pt x="28396" y="45005"/>
                  </a:lnTo>
                  <a:lnTo>
                    <a:pt x="27469" y="45019"/>
                  </a:lnTo>
                  <a:lnTo>
                    <a:pt x="26569" y="45060"/>
                  </a:lnTo>
                  <a:lnTo>
                    <a:pt x="25697" y="45128"/>
                  </a:lnTo>
                  <a:lnTo>
                    <a:pt x="24853" y="45224"/>
                  </a:lnTo>
                  <a:lnTo>
                    <a:pt x="24035" y="45347"/>
                  </a:lnTo>
                  <a:lnTo>
                    <a:pt x="23245" y="45498"/>
                  </a:lnTo>
                  <a:lnTo>
                    <a:pt x="22483" y="45676"/>
                  </a:lnTo>
                  <a:lnTo>
                    <a:pt x="21747" y="45881"/>
                  </a:lnTo>
                  <a:lnTo>
                    <a:pt x="21040" y="46114"/>
                  </a:lnTo>
                  <a:lnTo>
                    <a:pt x="20359" y="46374"/>
                  </a:lnTo>
                  <a:lnTo>
                    <a:pt x="19716" y="46645"/>
                  </a:lnTo>
                  <a:lnTo>
                    <a:pt x="19097" y="46934"/>
                  </a:lnTo>
                  <a:lnTo>
                    <a:pt x="18502" y="47241"/>
                  </a:lnTo>
                  <a:lnTo>
                    <a:pt x="17930" y="47565"/>
                  </a:lnTo>
                  <a:lnTo>
                    <a:pt x="17383" y="47907"/>
                  </a:lnTo>
                  <a:lnTo>
                    <a:pt x="16859" y="48267"/>
                  </a:lnTo>
                  <a:lnTo>
                    <a:pt x="16359" y="48645"/>
                  </a:lnTo>
                  <a:lnTo>
                    <a:pt x="15882" y="49041"/>
                  </a:lnTo>
                  <a:lnTo>
                    <a:pt x="15430" y="49455"/>
                  </a:lnTo>
                  <a:lnTo>
                    <a:pt x="15001" y="49887"/>
                  </a:lnTo>
                  <a:lnTo>
                    <a:pt x="14607" y="50334"/>
                  </a:lnTo>
                  <a:lnTo>
                    <a:pt x="14235" y="50796"/>
                  </a:lnTo>
                  <a:lnTo>
                    <a:pt x="13883" y="51273"/>
                  </a:lnTo>
                  <a:lnTo>
                    <a:pt x="13554" y="51763"/>
                  </a:lnTo>
                  <a:lnTo>
                    <a:pt x="13245" y="52268"/>
                  </a:lnTo>
                  <a:lnTo>
                    <a:pt x="12958" y="52787"/>
                  </a:lnTo>
                  <a:lnTo>
                    <a:pt x="12693" y="53320"/>
                  </a:lnTo>
                  <a:lnTo>
                    <a:pt x="12449" y="53868"/>
                  </a:lnTo>
                  <a:lnTo>
                    <a:pt x="12226" y="54430"/>
                  </a:lnTo>
                  <a:lnTo>
                    <a:pt x="12025" y="55006"/>
                  </a:lnTo>
                  <a:lnTo>
                    <a:pt x="11844" y="55580"/>
                  </a:lnTo>
                  <a:lnTo>
                    <a:pt x="11682" y="56159"/>
                  </a:lnTo>
                  <a:lnTo>
                    <a:pt x="11539" y="56742"/>
                  </a:lnTo>
                  <a:lnTo>
                    <a:pt x="11415" y="57330"/>
                  </a:lnTo>
                  <a:lnTo>
                    <a:pt x="11310" y="57923"/>
                  </a:lnTo>
                  <a:lnTo>
                    <a:pt x="11225" y="58521"/>
                  </a:lnTo>
                  <a:lnTo>
                    <a:pt x="11158" y="59124"/>
                  </a:lnTo>
                  <a:lnTo>
                    <a:pt x="11110" y="59731"/>
                  </a:lnTo>
                  <a:lnTo>
                    <a:pt x="11082" y="60343"/>
                  </a:lnTo>
                  <a:lnTo>
                    <a:pt x="11072" y="60960"/>
                  </a:lnTo>
                  <a:lnTo>
                    <a:pt x="11082" y="61727"/>
                  </a:lnTo>
                  <a:lnTo>
                    <a:pt x="11110" y="62481"/>
                  </a:lnTo>
                  <a:lnTo>
                    <a:pt x="11158" y="63222"/>
                  </a:lnTo>
                  <a:lnTo>
                    <a:pt x="11225" y="63950"/>
                  </a:lnTo>
                  <a:lnTo>
                    <a:pt x="11310" y="64665"/>
                  </a:lnTo>
                  <a:lnTo>
                    <a:pt x="11415" y="65367"/>
                  </a:lnTo>
                  <a:lnTo>
                    <a:pt x="11539" y="66056"/>
                  </a:lnTo>
                  <a:lnTo>
                    <a:pt x="11682" y="66732"/>
                  </a:lnTo>
                  <a:lnTo>
                    <a:pt x="11844" y="67394"/>
                  </a:lnTo>
                  <a:lnTo>
                    <a:pt x="12025" y="68044"/>
                  </a:lnTo>
                  <a:lnTo>
                    <a:pt x="12227" y="68666"/>
                  </a:lnTo>
                  <a:lnTo>
                    <a:pt x="12451" y="69272"/>
                  </a:lnTo>
                  <a:lnTo>
                    <a:pt x="12698" y="69862"/>
                  </a:lnTo>
                  <a:lnTo>
                    <a:pt x="12968" y="70434"/>
                  </a:lnTo>
                  <a:lnTo>
                    <a:pt x="13260" y="70991"/>
                  </a:lnTo>
                  <a:lnTo>
                    <a:pt x="13575" y="71530"/>
                  </a:lnTo>
                  <a:lnTo>
                    <a:pt x="13913" y="72053"/>
                  </a:lnTo>
                  <a:lnTo>
                    <a:pt x="14273" y="72559"/>
                  </a:lnTo>
                  <a:lnTo>
                    <a:pt x="14655" y="73048"/>
                  </a:lnTo>
                  <a:lnTo>
                    <a:pt x="15061" y="73521"/>
                  </a:lnTo>
                  <a:lnTo>
                    <a:pt x="15491" y="73963"/>
                  </a:lnTo>
                  <a:lnTo>
                    <a:pt x="15947" y="74385"/>
                  </a:lnTo>
                  <a:lnTo>
                    <a:pt x="16429" y="74787"/>
                  </a:lnTo>
                  <a:lnTo>
                    <a:pt x="16937" y="75168"/>
                  </a:lnTo>
                  <a:lnTo>
                    <a:pt x="17472" y="75530"/>
                  </a:lnTo>
                  <a:lnTo>
                    <a:pt x="18033" y="75871"/>
                  </a:lnTo>
                  <a:lnTo>
                    <a:pt x="18620" y="76192"/>
                  </a:lnTo>
                  <a:lnTo>
                    <a:pt x="19233" y="76492"/>
                  </a:lnTo>
                  <a:lnTo>
                    <a:pt x="19872" y="76773"/>
                  </a:lnTo>
                  <a:lnTo>
                    <a:pt x="20538" y="77033"/>
                  </a:lnTo>
                  <a:lnTo>
                    <a:pt x="21231" y="77270"/>
                  </a:lnTo>
                  <a:lnTo>
                    <a:pt x="21952" y="77483"/>
                  </a:lnTo>
                  <a:lnTo>
                    <a:pt x="22702" y="77671"/>
                  </a:lnTo>
                  <a:lnTo>
                    <a:pt x="23481" y="77833"/>
                  </a:lnTo>
                  <a:lnTo>
                    <a:pt x="24288" y="77971"/>
                  </a:lnTo>
                  <a:lnTo>
                    <a:pt x="25124" y="78083"/>
                  </a:lnTo>
                  <a:lnTo>
                    <a:pt x="25988" y="78171"/>
                  </a:lnTo>
                  <a:lnTo>
                    <a:pt x="26881" y="78233"/>
                  </a:lnTo>
                  <a:lnTo>
                    <a:pt x="27803" y="78271"/>
                  </a:lnTo>
                  <a:lnTo>
                    <a:pt x="28753" y="78283"/>
                  </a:lnTo>
                  <a:lnTo>
                    <a:pt x="29714" y="78271"/>
                  </a:lnTo>
                  <a:lnTo>
                    <a:pt x="30644" y="78233"/>
                  </a:lnTo>
                  <a:lnTo>
                    <a:pt x="31543" y="78171"/>
                  </a:lnTo>
                  <a:lnTo>
                    <a:pt x="32411" y="78083"/>
                  </a:lnTo>
                  <a:lnTo>
                    <a:pt x="33248" y="77971"/>
                  </a:lnTo>
                  <a:lnTo>
                    <a:pt x="34054" y="77833"/>
                  </a:lnTo>
                  <a:lnTo>
                    <a:pt x="34829" y="77671"/>
                  </a:lnTo>
                  <a:lnTo>
                    <a:pt x="35573" y="77483"/>
                  </a:lnTo>
                  <a:lnTo>
                    <a:pt x="36286" y="77270"/>
                  </a:lnTo>
                  <a:lnTo>
                    <a:pt x="36968" y="77033"/>
                  </a:lnTo>
                  <a:lnTo>
                    <a:pt x="37622" y="76773"/>
                  </a:lnTo>
                  <a:lnTo>
                    <a:pt x="38250" y="76492"/>
                  </a:lnTo>
                  <a:lnTo>
                    <a:pt x="38851" y="76192"/>
                  </a:lnTo>
                  <a:lnTo>
                    <a:pt x="39426" y="75871"/>
                  </a:lnTo>
                  <a:lnTo>
                    <a:pt x="39975" y="75530"/>
                  </a:lnTo>
                  <a:lnTo>
                    <a:pt x="40497" y="75168"/>
                  </a:lnTo>
                  <a:lnTo>
                    <a:pt x="40994" y="74787"/>
                  </a:lnTo>
                  <a:lnTo>
                    <a:pt x="41464" y="74385"/>
                  </a:lnTo>
                  <a:lnTo>
                    <a:pt x="41908" y="73963"/>
                  </a:lnTo>
                  <a:lnTo>
                    <a:pt x="42326" y="73521"/>
                  </a:lnTo>
                  <a:lnTo>
                    <a:pt x="42719" y="73047"/>
                  </a:lnTo>
                  <a:lnTo>
                    <a:pt x="43088" y="72556"/>
                  </a:lnTo>
                  <a:lnTo>
                    <a:pt x="43434" y="72047"/>
                  </a:lnTo>
                  <a:lnTo>
                    <a:pt x="43755" y="71520"/>
                  </a:lnTo>
                  <a:lnTo>
                    <a:pt x="44053" y="70976"/>
                  </a:lnTo>
                  <a:lnTo>
                    <a:pt x="44326" y="70413"/>
                  </a:lnTo>
                  <a:lnTo>
                    <a:pt x="44577" y="69833"/>
                  </a:lnTo>
                  <a:lnTo>
                    <a:pt x="44803" y="69234"/>
                  </a:lnTo>
                  <a:lnTo>
                    <a:pt x="45005" y="68618"/>
                  </a:lnTo>
                  <a:lnTo>
                    <a:pt x="45184" y="67984"/>
                  </a:lnTo>
                  <a:lnTo>
                    <a:pt x="45353" y="67322"/>
                  </a:lnTo>
                  <a:lnTo>
                    <a:pt x="45505" y="66646"/>
                  </a:lnTo>
                  <a:lnTo>
                    <a:pt x="45639" y="65955"/>
                  </a:lnTo>
                  <a:lnTo>
                    <a:pt x="45755" y="65251"/>
                  </a:lnTo>
                  <a:lnTo>
                    <a:pt x="45853" y="64531"/>
                  </a:lnTo>
                  <a:lnTo>
                    <a:pt x="45934" y="63798"/>
                  </a:lnTo>
                  <a:lnTo>
                    <a:pt x="45996" y="63050"/>
                  </a:lnTo>
                  <a:lnTo>
                    <a:pt x="46041" y="62288"/>
                  </a:lnTo>
                  <a:lnTo>
                    <a:pt x="46068" y="615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8794882" y="3535492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5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8861438" y="3536743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8930554" y="3535492"/>
              <a:ext cx="56257" cy="86320"/>
            </a:xfrm>
            <a:custGeom>
              <a:avLst/>
              <a:pathLst>
                <a:path w="56257" h="86320">
                  <a:moveTo>
                    <a:pt x="56257" y="57685"/>
                  </a:moveTo>
                  <a:lnTo>
                    <a:pt x="56239" y="58937"/>
                  </a:lnTo>
                  <a:lnTo>
                    <a:pt x="56185" y="60169"/>
                  </a:lnTo>
                  <a:lnTo>
                    <a:pt x="56096" y="61380"/>
                  </a:lnTo>
                  <a:lnTo>
                    <a:pt x="55971" y="62572"/>
                  </a:lnTo>
                  <a:lnTo>
                    <a:pt x="55810" y="63743"/>
                  </a:lnTo>
                  <a:lnTo>
                    <a:pt x="55614" y="64893"/>
                  </a:lnTo>
                  <a:lnTo>
                    <a:pt x="55381" y="66024"/>
                  </a:lnTo>
                  <a:lnTo>
                    <a:pt x="55114" y="67134"/>
                  </a:lnTo>
                  <a:lnTo>
                    <a:pt x="54810" y="68224"/>
                  </a:lnTo>
                  <a:lnTo>
                    <a:pt x="54471" y="69294"/>
                  </a:lnTo>
                  <a:lnTo>
                    <a:pt x="54108" y="70327"/>
                  </a:lnTo>
                  <a:lnTo>
                    <a:pt x="53711" y="71332"/>
                  </a:lnTo>
                  <a:lnTo>
                    <a:pt x="53279" y="72309"/>
                  </a:lnTo>
                  <a:lnTo>
                    <a:pt x="52813" y="73256"/>
                  </a:lnTo>
                  <a:lnTo>
                    <a:pt x="52313" y="74175"/>
                  </a:lnTo>
                  <a:lnTo>
                    <a:pt x="51777" y="75066"/>
                  </a:lnTo>
                  <a:lnTo>
                    <a:pt x="51208" y="75928"/>
                  </a:lnTo>
                  <a:lnTo>
                    <a:pt x="50603" y="76761"/>
                  </a:lnTo>
                  <a:lnTo>
                    <a:pt x="49965" y="77566"/>
                  </a:lnTo>
                  <a:lnTo>
                    <a:pt x="49291" y="78343"/>
                  </a:lnTo>
                  <a:lnTo>
                    <a:pt x="48596" y="79077"/>
                  </a:lnTo>
                  <a:lnTo>
                    <a:pt x="47867" y="79779"/>
                  </a:lnTo>
                  <a:lnTo>
                    <a:pt x="47105" y="80448"/>
                  </a:lnTo>
                  <a:lnTo>
                    <a:pt x="46310" y="81086"/>
                  </a:lnTo>
                  <a:lnTo>
                    <a:pt x="45481" y="81691"/>
                  </a:lnTo>
                  <a:lnTo>
                    <a:pt x="44619" y="82265"/>
                  </a:lnTo>
                  <a:lnTo>
                    <a:pt x="43724" y="82806"/>
                  </a:lnTo>
                  <a:lnTo>
                    <a:pt x="42795" y="83315"/>
                  </a:lnTo>
                  <a:lnTo>
                    <a:pt x="41833" y="83792"/>
                  </a:lnTo>
                  <a:lnTo>
                    <a:pt x="40838" y="84236"/>
                  </a:lnTo>
                  <a:lnTo>
                    <a:pt x="39810" y="84632"/>
                  </a:lnTo>
                  <a:lnTo>
                    <a:pt x="38752" y="84986"/>
                  </a:lnTo>
                  <a:lnTo>
                    <a:pt x="37663" y="85299"/>
                  </a:lnTo>
                  <a:lnTo>
                    <a:pt x="36542" y="85570"/>
                  </a:lnTo>
                  <a:lnTo>
                    <a:pt x="35391" y="85799"/>
                  </a:lnTo>
                  <a:lnTo>
                    <a:pt x="34209" y="85986"/>
                  </a:lnTo>
                  <a:lnTo>
                    <a:pt x="32995" y="86132"/>
                  </a:lnTo>
                  <a:lnTo>
                    <a:pt x="31751" y="86236"/>
                  </a:lnTo>
                  <a:lnTo>
                    <a:pt x="30476" y="86299"/>
                  </a:lnTo>
                  <a:lnTo>
                    <a:pt x="29170" y="86320"/>
                  </a:lnTo>
                  <a:lnTo>
                    <a:pt x="27724" y="86292"/>
                  </a:lnTo>
                  <a:lnTo>
                    <a:pt x="26315" y="86208"/>
                  </a:lnTo>
                  <a:lnTo>
                    <a:pt x="24942" y="86068"/>
                  </a:lnTo>
                  <a:lnTo>
                    <a:pt x="23607" y="85872"/>
                  </a:lnTo>
                  <a:lnTo>
                    <a:pt x="22309" y="85620"/>
                  </a:lnTo>
                  <a:lnTo>
                    <a:pt x="21047" y="85313"/>
                  </a:lnTo>
                  <a:lnTo>
                    <a:pt x="19823" y="84949"/>
                  </a:lnTo>
                  <a:lnTo>
                    <a:pt x="18635" y="84529"/>
                  </a:lnTo>
                  <a:lnTo>
                    <a:pt x="17484" y="84053"/>
                  </a:lnTo>
                  <a:lnTo>
                    <a:pt x="16371" y="83522"/>
                  </a:lnTo>
                  <a:lnTo>
                    <a:pt x="15294" y="82938"/>
                  </a:lnTo>
                  <a:lnTo>
                    <a:pt x="14254" y="82305"/>
                  </a:lnTo>
                  <a:lnTo>
                    <a:pt x="13251" y="81623"/>
                  </a:lnTo>
                  <a:lnTo>
                    <a:pt x="12284" y="80893"/>
                  </a:lnTo>
                  <a:lnTo>
                    <a:pt x="11355" y="80114"/>
                  </a:lnTo>
                  <a:lnTo>
                    <a:pt x="10463" y="79286"/>
                  </a:lnTo>
                  <a:lnTo>
                    <a:pt x="9607" y="78409"/>
                  </a:lnTo>
                  <a:lnTo>
                    <a:pt x="8789" y="77483"/>
                  </a:lnTo>
                  <a:lnTo>
                    <a:pt x="8007" y="76508"/>
                  </a:lnTo>
                  <a:lnTo>
                    <a:pt x="7262" y="75485"/>
                  </a:lnTo>
                  <a:lnTo>
                    <a:pt x="6554" y="74402"/>
                  </a:lnTo>
                  <a:lnTo>
                    <a:pt x="5881" y="73273"/>
                  </a:lnTo>
                  <a:lnTo>
                    <a:pt x="5244" y="72097"/>
                  </a:lnTo>
                  <a:lnTo>
                    <a:pt x="4643" y="70875"/>
                  </a:lnTo>
                  <a:lnTo>
                    <a:pt x="4077" y="69606"/>
                  </a:lnTo>
                  <a:lnTo>
                    <a:pt x="3548" y="68291"/>
                  </a:lnTo>
                  <a:lnTo>
                    <a:pt x="3053" y="66930"/>
                  </a:lnTo>
                  <a:lnTo>
                    <a:pt x="2595" y="65522"/>
                  </a:lnTo>
                  <a:lnTo>
                    <a:pt x="2172" y="64068"/>
                  </a:lnTo>
                  <a:lnTo>
                    <a:pt x="1785" y="62567"/>
                  </a:lnTo>
                  <a:lnTo>
                    <a:pt x="1446" y="61010"/>
                  </a:lnTo>
                  <a:lnTo>
                    <a:pt x="1143" y="59412"/>
                  </a:lnTo>
                  <a:lnTo>
                    <a:pt x="875" y="57772"/>
                  </a:lnTo>
                  <a:lnTo>
                    <a:pt x="642" y="56090"/>
                  </a:lnTo>
                  <a:lnTo>
                    <a:pt x="446" y="54366"/>
                  </a:lnTo>
                  <a:lnTo>
                    <a:pt x="285" y="52601"/>
                  </a:lnTo>
                  <a:lnTo>
                    <a:pt x="160" y="50795"/>
                  </a:lnTo>
                  <a:lnTo>
                    <a:pt x="71" y="48946"/>
                  </a:lnTo>
                  <a:lnTo>
                    <a:pt x="17" y="47056"/>
                  </a:lnTo>
                  <a:lnTo>
                    <a:pt x="0" y="45124"/>
                  </a:lnTo>
                  <a:lnTo>
                    <a:pt x="20" y="42913"/>
                  </a:lnTo>
                  <a:lnTo>
                    <a:pt x="80" y="40757"/>
                  </a:lnTo>
                  <a:lnTo>
                    <a:pt x="182" y="38656"/>
                  </a:lnTo>
                  <a:lnTo>
                    <a:pt x="323" y="36609"/>
                  </a:lnTo>
                  <a:lnTo>
                    <a:pt x="506" y="34617"/>
                  </a:lnTo>
                  <a:lnTo>
                    <a:pt x="728" y="32680"/>
                  </a:lnTo>
                  <a:lnTo>
                    <a:pt x="991" y="30797"/>
                  </a:lnTo>
                  <a:lnTo>
                    <a:pt x="1295" y="28970"/>
                  </a:lnTo>
                  <a:lnTo>
                    <a:pt x="1639" y="27197"/>
                  </a:lnTo>
                  <a:lnTo>
                    <a:pt x="2024" y="25479"/>
                  </a:lnTo>
                  <a:lnTo>
                    <a:pt x="2458" y="23816"/>
                  </a:lnTo>
                  <a:lnTo>
                    <a:pt x="2928" y="22209"/>
                  </a:lnTo>
                  <a:lnTo>
                    <a:pt x="3434" y="20659"/>
                  </a:lnTo>
                  <a:lnTo>
                    <a:pt x="3976" y="19164"/>
                  </a:lnTo>
                  <a:lnTo>
                    <a:pt x="4554" y="17725"/>
                  </a:lnTo>
                  <a:lnTo>
                    <a:pt x="5167" y="16342"/>
                  </a:lnTo>
                  <a:lnTo>
                    <a:pt x="5816" y="15015"/>
                  </a:lnTo>
                  <a:lnTo>
                    <a:pt x="6500" y="13744"/>
                  </a:lnTo>
                  <a:lnTo>
                    <a:pt x="7221" y="12529"/>
                  </a:lnTo>
                  <a:lnTo>
                    <a:pt x="7977" y="11370"/>
                  </a:lnTo>
                  <a:lnTo>
                    <a:pt x="8767" y="10267"/>
                  </a:lnTo>
                  <a:lnTo>
                    <a:pt x="9591" y="9220"/>
                  </a:lnTo>
                  <a:lnTo>
                    <a:pt x="10448" y="8229"/>
                  </a:lnTo>
                  <a:lnTo>
                    <a:pt x="11339" y="7293"/>
                  </a:lnTo>
                  <a:lnTo>
                    <a:pt x="12263" y="6414"/>
                  </a:lnTo>
                  <a:lnTo>
                    <a:pt x="13220" y="5591"/>
                  </a:lnTo>
                  <a:lnTo>
                    <a:pt x="14211" y="4823"/>
                  </a:lnTo>
                  <a:lnTo>
                    <a:pt x="15235" y="4112"/>
                  </a:lnTo>
                  <a:lnTo>
                    <a:pt x="16292" y="3456"/>
                  </a:lnTo>
                  <a:lnTo>
                    <a:pt x="17383" y="2857"/>
                  </a:lnTo>
                  <a:lnTo>
                    <a:pt x="18516" y="2314"/>
                  </a:lnTo>
                  <a:lnTo>
                    <a:pt x="19678" y="1828"/>
                  </a:lnTo>
                  <a:lnTo>
                    <a:pt x="20869" y="1400"/>
                  </a:lnTo>
                  <a:lnTo>
                    <a:pt x="22088" y="1028"/>
                  </a:lnTo>
                  <a:lnTo>
                    <a:pt x="23336" y="714"/>
                  </a:lnTo>
                  <a:lnTo>
                    <a:pt x="24612" y="457"/>
                  </a:lnTo>
                  <a:lnTo>
                    <a:pt x="25917" y="257"/>
                  </a:lnTo>
                  <a:lnTo>
                    <a:pt x="27251" y="114"/>
                  </a:lnTo>
                  <a:lnTo>
                    <a:pt x="28613" y="28"/>
                  </a:lnTo>
                  <a:lnTo>
                    <a:pt x="30003" y="0"/>
                  </a:lnTo>
                  <a:lnTo>
                    <a:pt x="30855" y="8"/>
                  </a:lnTo>
                  <a:lnTo>
                    <a:pt x="31696" y="35"/>
                  </a:lnTo>
                  <a:lnTo>
                    <a:pt x="32527" y="80"/>
                  </a:lnTo>
                  <a:lnTo>
                    <a:pt x="33347" y="142"/>
                  </a:lnTo>
                  <a:lnTo>
                    <a:pt x="34156" y="223"/>
                  </a:lnTo>
                  <a:lnTo>
                    <a:pt x="34954" y="321"/>
                  </a:lnTo>
                  <a:lnTo>
                    <a:pt x="35741" y="437"/>
                  </a:lnTo>
                  <a:lnTo>
                    <a:pt x="36518" y="571"/>
                  </a:lnTo>
                  <a:lnTo>
                    <a:pt x="37285" y="723"/>
                  </a:lnTo>
                  <a:lnTo>
                    <a:pt x="38040" y="892"/>
                  </a:lnTo>
                  <a:lnTo>
                    <a:pt x="38783" y="1082"/>
                  </a:lnTo>
                  <a:lnTo>
                    <a:pt x="39512" y="1295"/>
                  </a:lnTo>
                  <a:lnTo>
                    <a:pt x="40226" y="1530"/>
                  </a:lnTo>
                  <a:lnTo>
                    <a:pt x="40926" y="1788"/>
                  </a:lnTo>
                  <a:lnTo>
                    <a:pt x="41612" y="2068"/>
                  </a:lnTo>
                  <a:lnTo>
                    <a:pt x="42283" y="2371"/>
                  </a:lnTo>
                  <a:lnTo>
                    <a:pt x="42941" y="2697"/>
                  </a:lnTo>
                  <a:lnTo>
                    <a:pt x="43584" y="3045"/>
                  </a:lnTo>
                  <a:lnTo>
                    <a:pt x="44212" y="3416"/>
                  </a:lnTo>
                  <a:lnTo>
                    <a:pt x="44827" y="3810"/>
                  </a:lnTo>
                  <a:lnTo>
                    <a:pt x="45438" y="4216"/>
                  </a:lnTo>
                  <a:lnTo>
                    <a:pt x="46034" y="4648"/>
                  </a:lnTo>
                  <a:lnTo>
                    <a:pt x="46614" y="5106"/>
                  </a:lnTo>
                  <a:lnTo>
                    <a:pt x="47179" y="5591"/>
                  </a:lnTo>
                  <a:lnTo>
                    <a:pt x="47729" y="6101"/>
                  </a:lnTo>
                  <a:lnTo>
                    <a:pt x="48263" y="6638"/>
                  </a:lnTo>
                  <a:lnTo>
                    <a:pt x="48781" y="7202"/>
                  </a:lnTo>
                  <a:lnTo>
                    <a:pt x="49284" y="7791"/>
                  </a:lnTo>
                  <a:lnTo>
                    <a:pt x="49772" y="8407"/>
                  </a:lnTo>
                  <a:lnTo>
                    <a:pt x="50244" y="9048"/>
                  </a:lnTo>
                  <a:lnTo>
                    <a:pt x="50699" y="9718"/>
                  </a:lnTo>
                  <a:lnTo>
                    <a:pt x="51134" y="10417"/>
                  </a:lnTo>
                  <a:lnTo>
                    <a:pt x="51551" y="11147"/>
                  </a:lnTo>
                  <a:lnTo>
                    <a:pt x="51949" y="11906"/>
                  </a:lnTo>
                  <a:lnTo>
                    <a:pt x="52327" y="12695"/>
                  </a:lnTo>
                  <a:lnTo>
                    <a:pt x="52687" y="13513"/>
                  </a:lnTo>
                  <a:lnTo>
                    <a:pt x="53028" y="14361"/>
                  </a:lnTo>
                  <a:lnTo>
                    <a:pt x="53349" y="15240"/>
                  </a:lnTo>
                  <a:lnTo>
                    <a:pt x="53651" y="16147"/>
                  </a:lnTo>
                  <a:lnTo>
                    <a:pt x="53935" y="17085"/>
                  </a:lnTo>
                  <a:lnTo>
                    <a:pt x="43695" y="18930"/>
                  </a:lnTo>
                  <a:lnTo>
                    <a:pt x="43342" y="17877"/>
                  </a:lnTo>
                  <a:lnTo>
                    <a:pt x="42948" y="16885"/>
                  </a:lnTo>
                  <a:lnTo>
                    <a:pt x="42513" y="15953"/>
                  </a:lnTo>
                  <a:lnTo>
                    <a:pt x="42038" y="15082"/>
                  </a:lnTo>
                  <a:lnTo>
                    <a:pt x="41523" y="14272"/>
                  </a:lnTo>
                  <a:lnTo>
                    <a:pt x="40967" y="13523"/>
                  </a:lnTo>
                  <a:lnTo>
                    <a:pt x="40370" y="12834"/>
                  </a:lnTo>
                  <a:lnTo>
                    <a:pt x="39733" y="12206"/>
                  </a:lnTo>
                  <a:lnTo>
                    <a:pt x="39056" y="11638"/>
                  </a:lnTo>
                  <a:lnTo>
                    <a:pt x="38338" y="11132"/>
                  </a:lnTo>
                  <a:lnTo>
                    <a:pt x="37599" y="10668"/>
                  </a:lnTo>
                  <a:lnTo>
                    <a:pt x="36837" y="10253"/>
                  </a:lnTo>
                  <a:lnTo>
                    <a:pt x="36052" y="9887"/>
                  </a:lnTo>
                  <a:lnTo>
                    <a:pt x="35242" y="9570"/>
                  </a:lnTo>
                  <a:lnTo>
                    <a:pt x="34409" y="9301"/>
                  </a:lnTo>
                  <a:lnTo>
                    <a:pt x="33551" y="9082"/>
                  </a:lnTo>
                  <a:lnTo>
                    <a:pt x="32670" y="8911"/>
                  </a:lnTo>
                  <a:lnTo>
                    <a:pt x="31765" y="8789"/>
                  </a:lnTo>
                  <a:lnTo>
                    <a:pt x="30837" y="8715"/>
                  </a:lnTo>
                  <a:lnTo>
                    <a:pt x="29884" y="8691"/>
                  </a:lnTo>
                  <a:lnTo>
                    <a:pt x="29011" y="8712"/>
                  </a:lnTo>
                  <a:lnTo>
                    <a:pt x="28155" y="8774"/>
                  </a:lnTo>
                  <a:lnTo>
                    <a:pt x="27316" y="8879"/>
                  </a:lnTo>
                  <a:lnTo>
                    <a:pt x="26493" y="9024"/>
                  </a:lnTo>
                  <a:lnTo>
                    <a:pt x="25687" y="9212"/>
                  </a:lnTo>
                  <a:lnTo>
                    <a:pt x="24898" y="9441"/>
                  </a:lnTo>
                  <a:lnTo>
                    <a:pt x="24125" y="9712"/>
                  </a:lnTo>
                  <a:lnTo>
                    <a:pt x="23369" y="10025"/>
                  </a:lnTo>
                  <a:lnTo>
                    <a:pt x="22630" y="10379"/>
                  </a:lnTo>
                  <a:lnTo>
                    <a:pt x="21907" y="10775"/>
                  </a:lnTo>
                  <a:lnTo>
                    <a:pt x="21203" y="11212"/>
                  </a:lnTo>
                  <a:lnTo>
                    <a:pt x="20521" y="11691"/>
                  </a:lnTo>
                  <a:lnTo>
                    <a:pt x="19860" y="12212"/>
                  </a:lnTo>
                  <a:lnTo>
                    <a:pt x="19221" y="12775"/>
                  </a:lnTo>
                  <a:lnTo>
                    <a:pt x="18603" y="13379"/>
                  </a:lnTo>
                  <a:lnTo>
                    <a:pt x="18007" y="14025"/>
                  </a:lnTo>
                  <a:lnTo>
                    <a:pt x="17431" y="14713"/>
                  </a:lnTo>
                  <a:lnTo>
                    <a:pt x="16878" y="15442"/>
                  </a:lnTo>
                  <a:lnTo>
                    <a:pt x="16346" y="16213"/>
                  </a:lnTo>
                  <a:lnTo>
                    <a:pt x="15835" y="17025"/>
                  </a:lnTo>
                  <a:lnTo>
                    <a:pt x="15346" y="17868"/>
                  </a:lnTo>
                  <a:lnTo>
                    <a:pt x="14880" y="18754"/>
                  </a:lnTo>
                  <a:lnTo>
                    <a:pt x="14436" y="19683"/>
                  </a:lnTo>
                  <a:lnTo>
                    <a:pt x="14016" y="20654"/>
                  </a:lnTo>
                  <a:lnTo>
                    <a:pt x="13617" y="21669"/>
                  </a:lnTo>
                  <a:lnTo>
                    <a:pt x="13242" y="22726"/>
                  </a:lnTo>
                  <a:lnTo>
                    <a:pt x="12889" y="23826"/>
                  </a:lnTo>
                  <a:lnTo>
                    <a:pt x="12558" y="24969"/>
                  </a:lnTo>
                  <a:lnTo>
                    <a:pt x="12250" y="26155"/>
                  </a:lnTo>
                  <a:lnTo>
                    <a:pt x="11965" y="27384"/>
                  </a:lnTo>
                  <a:lnTo>
                    <a:pt x="11716" y="28655"/>
                  </a:lnTo>
                  <a:lnTo>
                    <a:pt x="11494" y="29968"/>
                  </a:lnTo>
                  <a:lnTo>
                    <a:pt x="11297" y="31322"/>
                  </a:lnTo>
                  <a:lnTo>
                    <a:pt x="11127" y="32718"/>
                  </a:lnTo>
                  <a:lnTo>
                    <a:pt x="10983" y="34156"/>
                  </a:lnTo>
                  <a:lnTo>
                    <a:pt x="10865" y="35635"/>
                  </a:lnTo>
                  <a:lnTo>
                    <a:pt x="10773" y="37156"/>
                  </a:lnTo>
                  <a:lnTo>
                    <a:pt x="10708" y="38719"/>
                  </a:lnTo>
                  <a:lnTo>
                    <a:pt x="10669" y="40323"/>
                  </a:lnTo>
                  <a:lnTo>
                    <a:pt x="10656" y="41969"/>
                  </a:lnTo>
                  <a:lnTo>
                    <a:pt x="11263" y="40912"/>
                  </a:lnTo>
                  <a:lnTo>
                    <a:pt x="11918" y="39907"/>
                  </a:lnTo>
                  <a:lnTo>
                    <a:pt x="12620" y="38954"/>
                  </a:lnTo>
                  <a:lnTo>
                    <a:pt x="13370" y="38054"/>
                  </a:lnTo>
                  <a:lnTo>
                    <a:pt x="14168" y="37207"/>
                  </a:lnTo>
                  <a:lnTo>
                    <a:pt x="15013" y="36411"/>
                  </a:lnTo>
                  <a:lnTo>
                    <a:pt x="15906" y="35668"/>
                  </a:lnTo>
                  <a:lnTo>
                    <a:pt x="16847" y="34978"/>
                  </a:lnTo>
                  <a:lnTo>
                    <a:pt x="17835" y="34340"/>
                  </a:lnTo>
                  <a:lnTo>
                    <a:pt x="18871" y="33754"/>
                  </a:lnTo>
                  <a:lnTo>
                    <a:pt x="19946" y="33211"/>
                  </a:lnTo>
                  <a:lnTo>
                    <a:pt x="21052" y="32725"/>
                  </a:lnTo>
                  <a:lnTo>
                    <a:pt x="22189" y="32296"/>
                  </a:lnTo>
                  <a:lnTo>
                    <a:pt x="23357" y="31925"/>
                  </a:lnTo>
                  <a:lnTo>
                    <a:pt x="24556" y="31611"/>
                  </a:lnTo>
                  <a:lnTo>
                    <a:pt x="25786" y="31353"/>
                  </a:lnTo>
                  <a:lnTo>
                    <a:pt x="27047" y="31153"/>
                  </a:lnTo>
                  <a:lnTo>
                    <a:pt x="28339" y="31011"/>
                  </a:lnTo>
                  <a:lnTo>
                    <a:pt x="29662" y="30925"/>
                  </a:lnTo>
                  <a:lnTo>
                    <a:pt x="31015" y="30896"/>
                  </a:lnTo>
                  <a:lnTo>
                    <a:pt x="32148" y="30915"/>
                  </a:lnTo>
                  <a:lnTo>
                    <a:pt x="33258" y="30970"/>
                  </a:lnTo>
                  <a:lnTo>
                    <a:pt x="34348" y="31062"/>
                  </a:lnTo>
                  <a:lnTo>
                    <a:pt x="35416" y="31191"/>
                  </a:lnTo>
                  <a:lnTo>
                    <a:pt x="36462" y="31358"/>
                  </a:lnTo>
                  <a:lnTo>
                    <a:pt x="37488" y="31561"/>
                  </a:lnTo>
                  <a:lnTo>
                    <a:pt x="38491" y="31800"/>
                  </a:lnTo>
                  <a:lnTo>
                    <a:pt x="39473" y="32077"/>
                  </a:lnTo>
                  <a:lnTo>
                    <a:pt x="40434" y="32391"/>
                  </a:lnTo>
                  <a:lnTo>
                    <a:pt x="41374" y="32742"/>
                  </a:lnTo>
                  <a:lnTo>
                    <a:pt x="42289" y="33127"/>
                  </a:lnTo>
                  <a:lnTo>
                    <a:pt x="43176" y="33547"/>
                  </a:lnTo>
                  <a:lnTo>
                    <a:pt x="44037" y="33999"/>
                  </a:lnTo>
                  <a:lnTo>
                    <a:pt x="44869" y="34485"/>
                  </a:lnTo>
                  <a:lnTo>
                    <a:pt x="45675" y="35004"/>
                  </a:lnTo>
                  <a:lnTo>
                    <a:pt x="46453" y="35556"/>
                  </a:lnTo>
                  <a:lnTo>
                    <a:pt x="47204" y="36142"/>
                  </a:lnTo>
                  <a:lnTo>
                    <a:pt x="47927" y="36761"/>
                  </a:lnTo>
                  <a:lnTo>
                    <a:pt x="48623" y="37414"/>
                  </a:lnTo>
                  <a:lnTo>
                    <a:pt x="49291" y="38100"/>
                  </a:lnTo>
                  <a:lnTo>
                    <a:pt x="49943" y="38806"/>
                  </a:lnTo>
                  <a:lnTo>
                    <a:pt x="50563" y="39543"/>
                  </a:lnTo>
                  <a:lnTo>
                    <a:pt x="51152" y="40310"/>
                  </a:lnTo>
                  <a:lnTo>
                    <a:pt x="51711" y="41109"/>
                  </a:lnTo>
                  <a:lnTo>
                    <a:pt x="52238" y="41939"/>
                  </a:lnTo>
                  <a:lnTo>
                    <a:pt x="52735" y="42800"/>
                  </a:lnTo>
                  <a:lnTo>
                    <a:pt x="53200" y="43692"/>
                  </a:lnTo>
                  <a:lnTo>
                    <a:pt x="53635" y="44615"/>
                  </a:lnTo>
                  <a:lnTo>
                    <a:pt x="54038" y="45568"/>
                  </a:lnTo>
                  <a:lnTo>
                    <a:pt x="54411" y="46553"/>
                  </a:lnTo>
                  <a:lnTo>
                    <a:pt x="54762" y="47554"/>
                  </a:lnTo>
                  <a:lnTo>
                    <a:pt x="55075" y="48579"/>
                  </a:lnTo>
                  <a:lnTo>
                    <a:pt x="55352" y="49630"/>
                  </a:lnTo>
                  <a:lnTo>
                    <a:pt x="55592" y="50706"/>
                  </a:lnTo>
                  <a:lnTo>
                    <a:pt x="55795" y="51807"/>
                  </a:lnTo>
                  <a:lnTo>
                    <a:pt x="55961" y="52932"/>
                  </a:lnTo>
                  <a:lnTo>
                    <a:pt x="56090" y="54083"/>
                  </a:lnTo>
                  <a:lnTo>
                    <a:pt x="56183" y="55259"/>
                  </a:lnTo>
                  <a:lnTo>
                    <a:pt x="56238" y="56460"/>
                  </a:lnTo>
                  <a:close/>
                  <a:moveTo>
                    <a:pt x="45362" y="58162"/>
                  </a:moveTo>
                  <a:lnTo>
                    <a:pt x="45352" y="57301"/>
                  </a:lnTo>
                  <a:lnTo>
                    <a:pt x="45319" y="56457"/>
                  </a:lnTo>
                  <a:lnTo>
                    <a:pt x="45266" y="55629"/>
                  </a:lnTo>
                  <a:lnTo>
                    <a:pt x="45191" y="54818"/>
                  </a:lnTo>
                  <a:lnTo>
                    <a:pt x="45094" y="54024"/>
                  </a:lnTo>
                  <a:lnTo>
                    <a:pt x="44977" y="53247"/>
                  </a:lnTo>
                  <a:lnTo>
                    <a:pt x="44837" y="52486"/>
                  </a:lnTo>
                  <a:lnTo>
                    <a:pt x="44677" y="51742"/>
                  </a:lnTo>
                  <a:lnTo>
                    <a:pt x="44494" y="51014"/>
                  </a:lnTo>
                  <a:lnTo>
                    <a:pt x="44291" y="50303"/>
                  </a:lnTo>
                  <a:lnTo>
                    <a:pt x="44066" y="49612"/>
                  </a:lnTo>
                  <a:lnTo>
                    <a:pt x="43819" y="48941"/>
                  </a:lnTo>
                  <a:lnTo>
                    <a:pt x="43551" y="48292"/>
                  </a:lnTo>
                  <a:lnTo>
                    <a:pt x="43262" y="47665"/>
                  </a:lnTo>
                  <a:lnTo>
                    <a:pt x="42951" y="47059"/>
                  </a:lnTo>
                  <a:lnTo>
                    <a:pt x="42619" y="46474"/>
                  </a:lnTo>
                  <a:lnTo>
                    <a:pt x="42265" y="45911"/>
                  </a:lnTo>
                  <a:lnTo>
                    <a:pt x="41890" y="45369"/>
                  </a:lnTo>
                  <a:lnTo>
                    <a:pt x="41494" y="44849"/>
                  </a:lnTo>
                  <a:lnTo>
                    <a:pt x="41076" y="44350"/>
                  </a:lnTo>
                  <a:lnTo>
                    <a:pt x="40637" y="43862"/>
                  </a:lnTo>
                  <a:lnTo>
                    <a:pt x="40178" y="43398"/>
                  </a:lnTo>
                  <a:lnTo>
                    <a:pt x="39699" y="42957"/>
                  </a:lnTo>
                  <a:lnTo>
                    <a:pt x="39200" y="42541"/>
                  </a:lnTo>
                  <a:lnTo>
                    <a:pt x="38680" y="42148"/>
                  </a:lnTo>
                  <a:lnTo>
                    <a:pt x="38140" y="41779"/>
                  </a:lnTo>
                  <a:lnTo>
                    <a:pt x="37580" y="41433"/>
                  </a:lnTo>
                  <a:lnTo>
                    <a:pt x="36999" y="41112"/>
                  </a:lnTo>
                  <a:lnTo>
                    <a:pt x="36399" y="40814"/>
                  </a:lnTo>
                  <a:lnTo>
                    <a:pt x="35778" y="40540"/>
                  </a:lnTo>
                  <a:lnTo>
                    <a:pt x="35137" y="40280"/>
                  </a:lnTo>
                  <a:lnTo>
                    <a:pt x="34475" y="40047"/>
                  </a:lnTo>
                  <a:lnTo>
                    <a:pt x="33794" y="39842"/>
                  </a:lnTo>
                  <a:lnTo>
                    <a:pt x="33092" y="39664"/>
                  </a:lnTo>
                  <a:lnTo>
                    <a:pt x="32370" y="39513"/>
                  </a:lnTo>
                  <a:lnTo>
                    <a:pt x="31627" y="39390"/>
                  </a:lnTo>
                  <a:lnTo>
                    <a:pt x="30865" y="39294"/>
                  </a:lnTo>
                  <a:lnTo>
                    <a:pt x="30082" y="39226"/>
                  </a:lnTo>
                  <a:lnTo>
                    <a:pt x="29279" y="39185"/>
                  </a:lnTo>
                  <a:lnTo>
                    <a:pt x="28455" y="39171"/>
                  </a:lnTo>
                  <a:lnTo>
                    <a:pt x="27871" y="39180"/>
                  </a:lnTo>
                  <a:lnTo>
                    <a:pt x="27286" y="39207"/>
                  </a:lnTo>
                  <a:lnTo>
                    <a:pt x="26700" y="39251"/>
                  </a:lnTo>
                  <a:lnTo>
                    <a:pt x="26112" y="39314"/>
                  </a:lnTo>
                  <a:lnTo>
                    <a:pt x="25524" y="39394"/>
                  </a:lnTo>
                  <a:lnTo>
                    <a:pt x="24934" y="39493"/>
                  </a:lnTo>
                  <a:lnTo>
                    <a:pt x="24342" y="39609"/>
                  </a:lnTo>
                  <a:lnTo>
                    <a:pt x="23750" y="39743"/>
                  </a:lnTo>
                  <a:lnTo>
                    <a:pt x="23157" y="39894"/>
                  </a:lnTo>
                  <a:lnTo>
                    <a:pt x="22562" y="40064"/>
                  </a:lnTo>
                  <a:lnTo>
                    <a:pt x="21972" y="40242"/>
                  </a:lnTo>
                  <a:lnTo>
                    <a:pt x="21393" y="40443"/>
                  </a:lnTo>
                  <a:lnTo>
                    <a:pt x="20824" y="40666"/>
                  </a:lnTo>
                  <a:lnTo>
                    <a:pt x="20266" y="40912"/>
                  </a:lnTo>
                  <a:lnTo>
                    <a:pt x="19719" y="41180"/>
                  </a:lnTo>
                  <a:lnTo>
                    <a:pt x="19183" y="41471"/>
                  </a:lnTo>
                  <a:lnTo>
                    <a:pt x="18657" y="41785"/>
                  </a:lnTo>
                  <a:lnTo>
                    <a:pt x="18142" y="42121"/>
                  </a:lnTo>
                  <a:lnTo>
                    <a:pt x="17638" y="42480"/>
                  </a:lnTo>
                  <a:lnTo>
                    <a:pt x="17145" y="42862"/>
                  </a:lnTo>
                  <a:lnTo>
                    <a:pt x="16677" y="43256"/>
                  </a:lnTo>
                  <a:lnTo>
                    <a:pt x="16225" y="43674"/>
                  </a:lnTo>
                  <a:lnTo>
                    <a:pt x="15791" y="44118"/>
                  </a:lnTo>
                  <a:lnTo>
                    <a:pt x="15373" y="44586"/>
                  </a:lnTo>
                  <a:lnTo>
                    <a:pt x="14972" y="45080"/>
                  </a:lnTo>
                  <a:lnTo>
                    <a:pt x="14587" y="45598"/>
                  </a:lnTo>
                  <a:lnTo>
                    <a:pt x="14219" y="46142"/>
                  </a:lnTo>
                  <a:lnTo>
                    <a:pt x="13868" y="46710"/>
                  </a:lnTo>
                  <a:lnTo>
                    <a:pt x="13533" y="47304"/>
                  </a:lnTo>
                  <a:lnTo>
                    <a:pt x="13215" y="47922"/>
                  </a:lnTo>
                  <a:lnTo>
                    <a:pt x="12933" y="48567"/>
                  </a:lnTo>
                  <a:lnTo>
                    <a:pt x="12680" y="49239"/>
                  </a:lnTo>
                  <a:lnTo>
                    <a:pt x="12456" y="49938"/>
                  </a:lnTo>
                  <a:lnTo>
                    <a:pt x="12263" y="50665"/>
                  </a:lnTo>
                  <a:lnTo>
                    <a:pt x="12099" y="51420"/>
                  </a:lnTo>
                  <a:lnTo>
                    <a:pt x="11965" y="52201"/>
                  </a:lnTo>
                  <a:lnTo>
                    <a:pt x="11861" y="53010"/>
                  </a:lnTo>
                  <a:lnTo>
                    <a:pt x="11787" y="53847"/>
                  </a:lnTo>
                  <a:lnTo>
                    <a:pt x="11742" y="54711"/>
                  </a:lnTo>
                  <a:lnTo>
                    <a:pt x="11727" y="55602"/>
                  </a:lnTo>
                  <a:lnTo>
                    <a:pt x="11739" y="56524"/>
                  </a:lnTo>
                  <a:lnTo>
                    <a:pt x="11775" y="57435"/>
                  </a:lnTo>
                  <a:lnTo>
                    <a:pt x="11834" y="58334"/>
                  </a:lnTo>
                  <a:lnTo>
                    <a:pt x="11918" y="59221"/>
                  </a:lnTo>
                  <a:lnTo>
                    <a:pt x="12025" y="60096"/>
                  </a:lnTo>
                  <a:lnTo>
                    <a:pt x="12156" y="60960"/>
                  </a:lnTo>
                  <a:lnTo>
                    <a:pt x="12311" y="61811"/>
                  </a:lnTo>
                  <a:lnTo>
                    <a:pt x="12489" y="62650"/>
                  </a:lnTo>
                  <a:lnTo>
                    <a:pt x="12692" y="63478"/>
                  </a:lnTo>
                  <a:lnTo>
                    <a:pt x="12918" y="64293"/>
                  </a:lnTo>
                  <a:lnTo>
                    <a:pt x="13166" y="65081"/>
                  </a:lnTo>
                  <a:lnTo>
                    <a:pt x="13435" y="65848"/>
                  </a:lnTo>
                  <a:lnTo>
                    <a:pt x="13723" y="66595"/>
                  </a:lnTo>
                  <a:lnTo>
                    <a:pt x="14032" y="67322"/>
                  </a:lnTo>
                  <a:lnTo>
                    <a:pt x="14361" y="68029"/>
                  </a:lnTo>
                  <a:lnTo>
                    <a:pt x="14711" y="68715"/>
                  </a:lnTo>
                  <a:lnTo>
                    <a:pt x="15081" y="69381"/>
                  </a:lnTo>
                  <a:lnTo>
                    <a:pt x="15470" y="70027"/>
                  </a:lnTo>
                  <a:lnTo>
                    <a:pt x="15881" y="70653"/>
                  </a:lnTo>
                  <a:lnTo>
                    <a:pt x="16311" y="71258"/>
                  </a:lnTo>
                  <a:lnTo>
                    <a:pt x="16772" y="71841"/>
                  </a:lnTo>
                  <a:lnTo>
                    <a:pt x="17252" y="72399"/>
                  </a:lnTo>
                  <a:lnTo>
                    <a:pt x="17749" y="72932"/>
                  </a:lnTo>
                  <a:lnTo>
                    <a:pt x="18264" y="73440"/>
                  </a:lnTo>
                  <a:lnTo>
                    <a:pt x="18796" y="73922"/>
                  </a:lnTo>
                  <a:lnTo>
                    <a:pt x="19347" y="74380"/>
                  </a:lnTo>
                  <a:lnTo>
                    <a:pt x="19916" y="74813"/>
                  </a:lnTo>
                  <a:lnTo>
                    <a:pt x="20502" y="75221"/>
                  </a:lnTo>
                  <a:lnTo>
                    <a:pt x="21106" y="75604"/>
                  </a:lnTo>
                  <a:lnTo>
                    <a:pt x="21728" y="75961"/>
                  </a:lnTo>
                  <a:lnTo>
                    <a:pt x="22367" y="76289"/>
                  </a:lnTo>
                  <a:lnTo>
                    <a:pt x="23021" y="76583"/>
                  </a:lnTo>
                  <a:lnTo>
                    <a:pt x="23691" y="76842"/>
                  </a:lnTo>
                  <a:lnTo>
                    <a:pt x="24376" y="77066"/>
                  </a:lnTo>
                  <a:lnTo>
                    <a:pt x="25077" y="77256"/>
                  </a:lnTo>
                  <a:lnTo>
                    <a:pt x="25793" y="77412"/>
                  </a:lnTo>
                  <a:lnTo>
                    <a:pt x="26525" y="77532"/>
                  </a:lnTo>
                  <a:lnTo>
                    <a:pt x="27272" y="77619"/>
                  </a:lnTo>
                  <a:lnTo>
                    <a:pt x="28035" y="77671"/>
                  </a:lnTo>
                  <a:lnTo>
                    <a:pt x="28813" y="77688"/>
                  </a:lnTo>
                  <a:lnTo>
                    <a:pt x="29578" y="77675"/>
                  </a:lnTo>
                  <a:lnTo>
                    <a:pt x="30327" y="77635"/>
                  </a:lnTo>
                  <a:lnTo>
                    <a:pt x="31059" y="77570"/>
                  </a:lnTo>
                  <a:lnTo>
                    <a:pt x="31775" y="77478"/>
                  </a:lnTo>
                  <a:lnTo>
                    <a:pt x="32474" y="77360"/>
                  </a:lnTo>
                  <a:lnTo>
                    <a:pt x="33156" y="77216"/>
                  </a:lnTo>
                  <a:lnTo>
                    <a:pt x="33822" y="77046"/>
                  </a:lnTo>
                  <a:lnTo>
                    <a:pt x="34470" y="76850"/>
                  </a:lnTo>
                  <a:lnTo>
                    <a:pt x="35103" y="76627"/>
                  </a:lnTo>
                  <a:lnTo>
                    <a:pt x="35718" y="76378"/>
                  </a:lnTo>
                  <a:lnTo>
                    <a:pt x="36328" y="76093"/>
                  </a:lnTo>
                  <a:lnTo>
                    <a:pt x="36918" y="75785"/>
                  </a:lnTo>
                  <a:lnTo>
                    <a:pt x="37490" y="75455"/>
                  </a:lnTo>
                  <a:lnTo>
                    <a:pt x="38042" y="75102"/>
                  </a:lnTo>
                  <a:lnTo>
                    <a:pt x="38576" y="74726"/>
                  </a:lnTo>
                  <a:lnTo>
                    <a:pt x="39090" y="74328"/>
                  </a:lnTo>
                  <a:lnTo>
                    <a:pt x="39585" y="73907"/>
                  </a:lnTo>
                  <a:lnTo>
                    <a:pt x="40062" y="73463"/>
                  </a:lnTo>
                  <a:lnTo>
                    <a:pt x="40519" y="72997"/>
                  </a:lnTo>
                  <a:lnTo>
                    <a:pt x="40957" y="72509"/>
                  </a:lnTo>
                  <a:lnTo>
                    <a:pt x="41376" y="71986"/>
                  </a:lnTo>
                  <a:lnTo>
                    <a:pt x="41774" y="71442"/>
                  </a:lnTo>
                  <a:lnTo>
                    <a:pt x="42152" y="70876"/>
                  </a:lnTo>
                  <a:lnTo>
                    <a:pt x="42510" y="70289"/>
                  </a:lnTo>
                  <a:lnTo>
                    <a:pt x="42847" y="69681"/>
                  </a:lnTo>
                  <a:lnTo>
                    <a:pt x="43164" y="69051"/>
                  </a:lnTo>
                  <a:lnTo>
                    <a:pt x="43461" y="68400"/>
                  </a:lnTo>
                  <a:lnTo>
                    <a:pt x="43738" y="67727"/>
                  </a:lnTo>
                  <a:lnTo>
                    <a:pt x="43995" y="67033"/>
                  </a:lnTo>
                  <a:lnTo>
                    <a:pt x="44231" y="66317"/>
                  </a:lnTo>
                  <a:lnTo>
                    <a:pt x="44446" y="65582"/>
                  </a:lnTo>
                  <a:lnTo>
                    <a:pt x="44638" y="64829"/>
                  </a:lnTo>
                  <a:lnTo>
                    <a:pt x="44808" y="64058"/>
                  </a:lnTo>
                  <a:lnTo>
                    <a:pt x="44955" y="63269"/>
                  </a:lnTo>
                  <a:lnTo>
                    <a:pt x="45080" y="62463"/>
                  </a:lnTo>
                  <a:lnTo>
                    <a:pt x="45181" y="61638"/>
                  </a:lnTo>
                  <a:lnTo>
                    <a:pt x="45261" y="60796"/>
                  </a:lnTo>
                  <a:lnTo>
                    <a:pt x="45317" y="59936"/>
                  </a:lnTo>
                  <a:lnTo>
                    <a:pt x="45351" y="590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8793632" y="3756199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3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8865844" y="3756199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8930494" y="3754948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488157" y="5318264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88157" y="3678747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88157" y="2039229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88157" y="399712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35118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73633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12147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50662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88157" y="6138023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88157" y="4498505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88157" y="2858988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88157" y="1219471"/>
              <a:ext cx="7209465" cy="0"/>
            </a:xfrm>
            <a:custGeom>
              <a:avLst/>
              <a:pathLst>
                <a:path w="7209465" h="0">
                  <a:moveTo>
                    <a:pt x="0" y="0"/>
                  </a:moveTo>
                  <a:lnTo>
                    <a:pt x="7209465" y="0"/>
                  </a:lnTo>
                  <a:lnTo>
                    <a:pt x="720946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5860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4375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92890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31405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69920" y="75915"/>
              <a:ext cx="0" cy="6354232"/>
            </a:xfrm>
            <a:custGeom>
              <a:avLst/>
              <a:pathLst>
                <a:path w="0" h="6354232">
                  <a:moveTo>
                    <a:pt x="0" y="63542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70299" y="6091797"/>
              <a:ext cx="91121" cy="91121"/>
            </a:xfrm>
            <a:prstGeom prst="ellipse">
              <a:avLst/>
            </a:prstGeom>
            <a:solidFill>
              <a:srgbClr val="2A788E">
                <a:alpha val="69803"/>
              </a:srgbClr>
            </a:solidFill>
            <a:ln w="9818" cap="rnd">
              <a:solidFill>
                <a:srgbClr val="2A788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406656" y="6093599"/>
              <a:ext cx="95438" cy="95438"/>
            </a:xfrm>
            <a:prstGeom prst="ellipse">
              <a:avLst/>
            </a:prstGeom>
            <a:solidFill>
              <a:srgbClr val="7AD151">
                <a:alpha val="69803"/>
              </a:srgbClr>
            </a:solidFill>
            <a:ln w="9818" cap="rnd">
              <a:solidFill>
                <a:srgbClr val="7AD151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395831" y="6010267"/>
              <a:ext cx="117088" cy="117088"/>
            </a:xfrm>
            <a:prstGeom prst="ellipse">
              <a:avLst/>
            </a:prstGeom>
            <a:solidFill>
              <a:srgbClr val="FDE725">
                <a:alpha val="69803"/>
              </a:srgbClr>
            </a:solidFill>
            <a:ln w="9818" cap="rnd">
              <a:solidFill>
                <a:srgbClr val="FDE7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654157" y="6060115"/>
              <a:ext cx="154496" cy="154496"/>
            </a:xfrm>
            <a:prstGeom prst="ellipse">
              <a:avLst/>
            </a:prstGeom>
            <a:solidFill>
              <a:srgbClr val="440154">
                <a:alpha val="69803"/>
              </a:srgbClr>
            </a:solidFill>
            <a:ln w="9818" cap="rnd">
              <a:solidFill>
                <a:srgbClr val="44015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7161751" y="156575"/>
              <a:ext cx="416336" cy="416336"/>
            </a:xfrm>
            <a:prstGeom prst="ellipse">
              <a:avLst/>
            </a:prstGeom>
            <a:solidFill>
              <a:srgbClr val="414487">
                <a:alpha val="69803"/>
              </a:srgbClr>
            </a:solidFill>
            <a:ln w="9818" cap="rnd">
              <a:solidFill>
                <a:srgbClr val="4144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027906" y="5424339"/>
              <a:ext cx="129968" cy="129968"/>
            </a:xfrm>
            <a:prstGeom prst="ellipse">
              <a:avLst/>
            </a:prstGeom>
            <a:solidFill>
              <a:srgbClr val="22A884">
                <a:alpha val="69803"/>
              </a:srgbClr>
            </a:solidFill>
            <a:ln w="9818" cap="rnd">
              <a:solidFill>
                <a:srgbClr val="22A88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695316" y="5962038"/>
              <a:ext cx="86332" cy="89543"/>
            </a:xfrm>
            <a:custGeom>
              <a:avLst/>
              <a:pathLst>
                <a:path w="86332" h="89543">
                  <a:moveTo>
                    <a:pt x="86332" y="44401"/>
                  </a:moveTo>
                  <a:lnTo>
                    <a:pt x="86302" y="46420"/>
                  </a:lnTo>
                  <a:lnTo>
                    <a:pt x="86213" y="48402"/>
                  </a:lnTo>
                  <a:lnTo>
                    <a:pt x="86065" y="50348"/>
                  </a:lnTo>
                  <a:lnTo>
                    <a:pt x="85858" y="52256"/>
                  </a:lnTo>
                  <a:lnTo>
                    <a:pt x="85591" y="54127"/>
                  </a:lnTo>
                  <a:lnTo>
                    <a:pt x="85265" y="55961"/>
                  </a:lnTo>
                  <a:lnTo>
                    <a:pt x="84879" y="57758"/>
                  </a:lnTo>
                  <a:lnTo>
                    <a:pt x="84435" y="59518"/>
                  </a:lnTo>
                  <a:lnTo>
                    <a:pt x="83931" y="61241"/>
                  </a:lnTo>
                  <a:lnTo>
                    <a:pt x="83368" y="62927"/>
                  </a:lnTo>
                  <a:lnTo>
                    <a:pt x="82761" y="64570"/>
                  </a:lnTo>
                  <a:lnTo>
                    <a:pt x="82100" y="66165"/>
                  </a:lnTo>
                  <a:lnTo>
                    <a:pt x="81387" y="67712"/>
                  </a:lnTo>
                  <a:lnTo>
                    <a:pt x="80621" y="69211"/>
                  </a:lnTo>
                  <a:lnTo>
                    <a:pt x="79801" y="70662"/>
                  </a:lnTo>
                  <a:lnTo>
                    <a:pt x="78929" y="72064"/>
                  </a:lnTo>
                  <a:lnTo>
                    <a:pt x="78003" y="73418"/>
                  </a:lnTo>
                  <a:lnTo>
                    <a:pt x="77024" y="74724"/>
                  </a:lnTo>
                  <a:lnTo>
                    <a:pt x="75992" y="75982"/>
                  </a:lnTo>
                  <a:lnTo>
                    <a:pt x="74907" y="77192"/>
                  </a:lnTo>
                  <a:lnTo>
                    <a:pt x="73771" y="78351"/>
                  </a:lnTo>
                  <a:lnTo>
                    <a:pt x="72585" y="79455"/>
                  </a:lnTo>
                  <a:lnTo>
                    <a:pt x="71350" y="80505"/>
                  </a:lnTo>
                  <a:lnTo>
                    <a:pt x="70066" y="81500"/>
                  </a:lnTo>
                  <a:lnTo>
                    <a:pt x="68732" y="82441"/>
                  </a:lnTo>
                  <a:lnTo>
                    <a:pt x="67349" y="83328"/>
                  </a:lnTo>
                  <a:lnTo>
                    <a:pt x="65916" y="84161"/>
                  </a:lnTo>
                  <a:lnTo>
                    <a:pt x="64434" y="84939"/>
                  </a:lnTo>
                  <a:lnTo>
                    <a:pt x="62902" y="85662"/>
                  </a:lnTo>
                  <a:lnTo>
                    <a:pt x="61321" y="86332"/>
                  </a:lnTo>
                  <a:lnTo>
                    <a:pt x="59694" y="86942"/>
                  </a:lnTo>
                  <a:lnTo>
                    <a:pt x="58024" y="87488"/>
                  </a:lnTo>
                  <a:lnTo>
                    <a:pt x="56310" y="87970"/>
                  </a:lnTo>
                  <a:lnTo>
                    <a:pt x="54553" y="88387"/>
                  </a:lnTo>
                  <a:lnTo>
                    <a:pt x="52753" y="88740"/>
                  </a:lnTo>
                  <a:lnTo>
                    <a:pt x="50910" y="89029"/>
                  </a:lnTo>
                  <a:lnTo>
                    <a:pt x="49023" y="89254"/>
                  </a:lnTo>
                  <a:lnTo>
                    <a:pt x="47093" y="89415"/>
                  </a:lnTo>
                  <a:lnTo>
                    <a:pt x="45120" y="89511"/>
                  </a:lnTo>
                  <a:lnTo>
                    <a:pt x="43104" y="89543"/>
                  </a:lnTo>
                  <a:lnTo>
                    <a:pt x="40981" y="89510"/>
                  </a:lnTo>
                  <a:lnTo>
                    <a:pt x="38912" y="89410"/>
                  </a:lnTo>
                  <a:lnTo>
                    <a:pt x="36896" y="89243"/>
                  </a:lnTo>
                  <a:lnTo>
                    <a:pt x="34933" y="89009"/>
                  </a:lnTo>
                  <a:lnTo>
                    <a:pt x="33023" y="88709"/>
                  </a:lnTo>
                  <a:lnTo>
                    <a:pt x="31166" y="88343"/>
                  </a:lnTo>
                  <a:lnTo>
                    <a:pt x="29362" y="87909"/>
                  </a:lnTo>
                  <a:lnTo>
                    <a:pt x="27611" y="87409"/>
                  </a:lnTo>
                  <a:lnTo>
                    <a:pt x="25913" y="86842"/>
                  </a:lnTo>
                  <a:lnTo>
                    <a:pt x="24269" y="86208"/>
                  </a:lnTo>
                  <a:lnTo>
                    <a:pt x="22678" y="85503"/>
                  </a:lnTo>
                  <a:lnTo>
                    <a:pt x="21142" y="84746"/>
                  </a:lnTo>
                  <a:lnTo>
                    <a:pt x="19660" y="83937"/>
                  </a:lnTo>
                  <a:lnTo>
                    <a:pt x="18232" y="83076"/>
                  </a:lnTo>
                  <a:lnTo>
                    <a:pt x="16858" y="82163"/>
                  </a:lnTo>
                  <a:lnTo>
                    <a:pt x="15539" y="81199"/>
                  </a:lnTo>
                  <a:lnTo>
                    <a:pt x="14275" y="80182"/>
                  </a:lnTo>
                  <a:lnTo>
                    <a:pt x="13064" y="79114"/>
                  </a:lnTo>
                  <a:lnTo>
                    <a:pt x="11908" y="77994"/>
                  </a:lnTo>
                  <a:lnTo>
                    <a:pt x="10806" y="76822"/>
                  </a:lnTo>
                  <a:lnTo>
                    <a:pt x="9759" y="75589"/>
                  </a:lnTo>
                  <a:lnTo>
                    <a:pt x="8764" y="74312"/>
                  </a:lnTo>
                  <a:lnTo>
                    <a:pt x="7822" y="72990"/>
                  </a:lnTo>
                  <a:lnTo>
                    <a:pt x="6933" y="71624"/>
                  </a:lnTo>
                  <a:lnTo>
                    <a:pt x="6098" y="70214"/>
                  </a:lnTo>
                  <a:lnTo>
                    <a:pt x="5315" y="68759"/>
                  </a:lnTo>
                  <a:lnTo>
                    <a:pt x="4586" y="67260"/>
                  </a:lnTo>
                  <a:lnTo>
                    <a:pt x="3910" y="65716"/>
                  </a:lnTo>
                  <a:lnTo>
                    <a:pt x="3287" y="64127"/>
                  </a:lnTo>
                  <a:lnTo>
                    <a:pt x="2717" y="62495"/>
                  </a:lnTo>
                  <a:lnTo>
                    <a:pt x="2200" y="60824"/>
                  </a:lnTo>
                  <a:lnTo>
                    <a:pt x="1738" y="59123"/>
                  </a:lnTo>
                  <a:lnTo>
                    <a:pt x="1331" y="57391"/>
                  </a:lnTo>
                  <a:lnTo>
                    <a:pt x="978" y="55628"/>
                  </a:lnTo>
                  <a:lnTo>
                    <a:pt x="679" y="53834"/>
                  </a:lnTo>
                  <a:lnTo>
                    <a:pt x="434" y="52009"/>
                  </a:lnTo>
                  <a:lnTo>
                    <a:pt x="244" y="50153"/>
                  </a:lnTo>
                  <a:lnTo>
                    <a:pt x="108" y="48267"/>
                  </a:lnTo>
                  <a:lnTo>
                    <a:pt x="27" y="46349"/>
                  </a:lnTo>
                  <a:lnTo>
                    <a:pt x="0" y="44401"/>
                  </a:lnTo>
                  <a:lnTo>
                    <a:pt x="28" y="42383"/>
                  </a:lnTo>
                  <a:lnTo>
                    <a:pt x="113" y="40404"/>
                  </a:lnTo>
                  <a:lnTo>
                    <a:pt x="255" y="38465"/>
                  </a:lnTo>
                  <a:lnTo>
                    <a:pt x="454" y="36565"/>
                  </a:lnTo>
                  <a:lnTo>
                    <a:pt x="710" y="34705"/>
                  </a:lnTo>
                  <a:lnTo>
                    <a:pt x="1022" y="32885"/>
                  </a:lnTo>
                  <a:lnTo>
                    <a:pt x="1391" y="31104"/>
                  </a:lnTo>
                  <a:lnTo>
                    <a:pt x="1818" y="29362"/>
                  </a:lnTo>
                  <a:lnTo>
                    <a:pt x="2300" y="27660"/>
                  </a:lnTo>
                  <a:lnTo>
                    <a:pt x="2840" y="25998"/>
                  </a:lnTo>
                  <a:lnTo>
                    <a:pt x="3435" y="24380"/>
                  </a:lnTo>
                  <a:lnTo>
                    <a:pt x="4083" y="22811"/>
                  </a:lnTo>
                  <a:lnTo>
                    <a:pt x="4784" y="21292"/>
                  </a:lnTo>
                  <a:lnTo>
                    <a:pt x="5538" y="19823"/>
                  </a:lnTo>
                  <a:lnTo>
                    <a:pt x="6345" y="18402"/>
                  </a:lnTo>
                  <a:lnTo>
                    <a:pt x="7205" y="17031"/>
                  </a:lnTo>
                  <a:lnTo>
                    <a:pt x="8118" y="15710"/>
                  </a:lnTo>
                  <a:lnTo>
                    <a:pt x="9085" y="14438"/>
                  </a:lnTo>
                  <a:lnTo>
                    <a:pt x="10104" y="13215"/>
                  </a:lnTo>
                  <a:lnTo>
                    <a:pt x="11177" y="12042"/>
                  </a:lnTo>
                  <a:lnTo>
                    <a:pt x="12302" y="10908"/>
                  </a:lnTo>
                  <a:lnTo>
                    <a:pt x="13477" y="9828"/>
                  </a:lnTo>
                  <a:lnTo>
                    <a:pt x="14703" y="8803"/>
                  </a:lnTo>
                  <a:lnTo>
                    <a:pt x="15979" y="7832"/>
                  </a:lnTo>
                  <a:lnTo>
                    <a:pt x="17306" y="6916"/>
                  </a:lnTo>
                  <a:lnTo>
                    <a:pt x="18684" y="6054"/>
                  </a:lnTo>
                  <a:lnTo>
                    <a:pt x="20112" y="5246"/>
                  </a:lnTo>
                  <a:lnTo>
                    <a:pt x="21591" y="4493"/>
                  </a:lnTo>
                  <a:lnTo>
                    <a:pt x="23121" y="3794"/>
                  </a:lnTo>
                  <a:lnTo>
                    <a:pt x="24701" y="3149"/>
                  </a:lnTo>
                  <a:lnTo>
                    <a:pt x="26343" y="2551"/>
                  </a:lnTo>
                  <a:lnTo>
                    <a:pt x="28031" y="2015"/>
                  </a:lnTo>
                  <a:lnTo>
                    <a:pt x="29766" y="1543"/>
                  </a:lnTo>
                  <a:lnTo>
                    <a:pt x="31548" y="1133"/>
                  </a:lnTo>
                  <a:lnTo>
                    <a:pt x="33378" y="787"/>
                  </a:lnTo>
                  <a:lnTo>
                    <a:pt x="35254" y="503"/>
                  </a:lnTo>
                  <a:lnTo>
                    <a:pt x="37177" y="283"/>
                  </a:lnTo>
                  <a:lnTo>
                    <a:pt x="39147" y="125"/>
                  </a:lnTo>
                  <a:lnTo>
                    <a:pt x="41164" y="31"/>
                  </a:lnTo>
                  <a:lnTo>
                    <a:pt x="43227" y="0"/>
                  </a:lnTo>
                  <a:lnTo>
                    <a:pt x="45279" y="31"/>
                  </a:lnTo>
                  <a:lnTo>
                    <a:pt x="47283" y="125"/>
                  </a:lnTo>
                  <a:lnTo>
                    <a:pt x="49241" y="283"/>
                  </a:lnTo>
                  <a:lnTo>
                    <a:pt x="51152" y="503"/>
                  </a:lnTo>
                  <a:lnTo>
                    <a:pt x="53015" y="787"/>
                  </a:lnTo>
                  <a:lnTo>
                    <a:pt x="54832" y="1133"/>
                  </a:lnTo>
                  <a:lnTo>
                    <a:pt x="56602" y="1543"/>
                  </a:lnTo>
                  <a:lnTo>
                    <a:pt x="58325" y="2015"/>
                  </a:lnTo>
                  <a:lnTo>
                    <a:pt x="60001" y="2551"/>
                  </a:lnTo>
                  <a:lnTo>
                    <a:pt x="61630" y="3149"/>
                  </a:lnTo>
                  <a:lnTo>
                    <a:pt x="63222" y="3805"/>
                  </a:lnTo>
                  <a:lnTo>
                    <a:pt x="64760" y="4515"/>
                  </a:lnTo>
                  <a:lnTo>
                    <a:pt x="66245" y="5278"/>
                  </a:lnTo>
                  <a:lnTo>
                    <a:pt x="67677" y="6093"/>
                  </a:lnTo>
                  <a:lnTo>
                    <a:pt x="69056" y="6962"/>
                  </a:lnTo>
                  <a:lnTo>
                    <a:pt x="70382" y="7884"/>
                  </a:lnTo>
                  <a:lnTo>
                    <a:pt x="71655" y="8859"/>
                  </a:lnTo>
                  <a:lnTo>
                    <a:pt x="72874" y="9888"/>
                  </a:lnTo>
                  <a:lnTo>
                    <a:pt x="74041" y="10969"/>
                  </a:lnTo>
                  <a:lnTo>
                    <a:pt x="75154" y="12103"/>
                  </a:lnTo>
                  <a:lnTo>
                    <a:pt x="76227" y="13288"/>
                  </a:lnTo>
                  <a:lnTo>
                    <a:pt x="77247" y="14522"/>
                  </a:lnTo>
                  <a:lnTo>
                    <a:pt x="78213" y="15803"/>
                  </a:lnTo>
                  <a:lnTo>
                    <a:pt x="79126" y="17133"/>
                  </a:lnTo>
                  <a:lnTo>
                    <a:pt x="79987" y="18510"/>
                  </a:lnTo>
                  <a:lnTo>
                    <a:pt x="80794" y="19936"/>
                  </a:lnTo>
                  <a:lnTo>
                    <a:pt x="81548" y="21410"/>
                  </a:lnTo>
                  <a:lnTo>
                    <a:pt x="82249" y="22933"/>
                  </a:lnTo>
                  <a:lnTo>
                    <a:pt x="82896" y="24503"/>
                  </a:lnTo>
                  <a:lnTo>
                    <a:pt x="83491" y="26122"/>
                  </a:lnTo>
                  <a:lnTo>
                    <a:pt x="84031" y="27783"/>
                  </a:lnTo>
                  <a:lnTo>
                    <a:pt x="84514" y="29481"/>
                  </a:lnTo>
                  <a:lnTo>
                    <a:pt x="84940" y="31216"/>
                  </a:lnTo>
                  <a:lnTo>
                    <a:pt x="85309" y="32989"/>
                  </a:lnTo>
                  <a:lnTo>
                    <a:pt x="85622" y="34798"/>
                  </a:lnTo>
                  <a:lnTo>
                    <a:pt x="85877" y="36644"/>
                  </a:lnTo>
                  <a:lnTo>
                    <a:pt x="86076" y="38528"/>
                  </a:lnTo>
                  <a:lnTo>
                    <a:pt x="86218" y="40448"/>
                  </a:lnTo>
                  <a:lnTo>
                    <a:pt x="86303" y="42406"/>
                  </a:lnTo>
                  <a:close/>
                  <a:moveTo>
                    <a:pt x="74290" y="44401"/>
                  </a:moveTo>
                  <a:lnTo>
                    <a:pt x="74269" y="42846"/>
                  </a:lnTo>
                  <a:lnTo>
                    <a:pt x="74208" y="41320"/>
                  </a:lnTo>
                  <a:lnTo>
                    <a:pt x="74106" y="39823"/>
                  </a:lnTo>
                  <a:lnTo>
                    <a:pt x="73964" y="38354"/>
                  </a:lnTo>
                  <a:lnTo>
                    <a:pt x="73780" y="36913"/>
                  </a:lnTo>
                  <a:lnTo>
                    <a:pt x="73556" y="35501"/>
                  </a:lnTo>
                  <a:lnTo>
                    <a:pt x="73291" y="34117"/>
                  </a:lnTo>
                  <a:lnTo>
                    <a:pt x="72985" y="32761"/>
                  </a:lnTo>
                  <a:lnTo>
                    <a:pt x="72639" y="31434"/>
                  </a:lnTo>
                  <a:lnTo>
                    <a:pt x="72252" y="30136"/>
                  </a:lnTo>
                  <a:lnTo>
                    <a:pt x="71837" y="28870"/>
                  </a:lnTo>
                  <a:lnTo>
                    <a:pt x="71382" y="27641"/>
                  </a:lnTo>
                  <a:lnTo>
                    <a:pt x="70888" y="26449"/>
                  </a:lnTo>
                  <a:lnTo>
                    <a:pt x="70355" y="25294"/>
                  </a:lnTo>
                  <a:lnTo>
                    <a:pt x="69782" y="24176"/>
                  </a:lnTo>
                  <a:lnTo>
                    <a:pt x="69169" y="23096"/>
                  </a:lnTo>
                  <a:lnTo>
                    <a:pt x="68517" y="22052"/>
                  </a:lnTo>
                  <a:lnTo>
                    <a:pt x="67825" y="21045"/>
                  </a:lnTo>
                  <a:lnTo>
                    <a:pt x="67094" y="20076"/>
                  </a:lnTo>
                  <a:lnTo>
                    <a:pt x="66323" y="19143"/>
                  </a:lnTo>
                  <a:lnTo>
                    <a:pt x="65526" y="18250"/>
                  </a:lnTo>
                  <a:lnTo>
                    <a:pt x="64691" y="17399"/>
                  </a:lnTo>
                  <a:lnTo>
                    <a:pt x="63817" y="16590"/>
                  </a:lnTo>
                  <a:lnTo>
                    <a:pt x="62905" y="15823"/>
                  </a:lnTo>
                  <a:lnTo>
                    <a:pt x="61954" y="15098"/>
                  </a:lnTo>
                  <a:lnTo>
                    <a:pt x="60966" y="14415"/>
                  </a:lnTo>
                  <a:lnTo>
                    <a:pt x="59939" y="13774"/>
                  </a:lnTo>
                  <a:lnTo>
                    <a:pt x="58873" y="13175"/>
                  </a:lnTo>
                  <a:lnTo>
                    <a:pt x="57770" y="12618"/>
                  </a:lnTo>
                  <a:lnTo>
                    <a:pt x="56628" y="12103"/>
                  </a:lnTo>
                  <a:lnTo>
                    <a:pt x="55449" y="11634"/>
                  </a:lnTo>
                  <a:lnTo>
                    <a:pt x="54234" y="11214"/>
                  </a:lnTo>
                  <a:lnTo>
                    <a:pt x="52984" y="10844"/>
                  </a:lnTo>
                  <a:lnTo>
                    <a:pt x="51698" y="10522"/>
                  </a:lnTo>
                  <a:lnTo>
                    <a:pt x="50375" y="10251"/>
                  </a:lnTo>
                  <a:lnTo>
                    <a:pt x="49017" y="10028"/>
                  </a:lnTo>
                  <a:lnTo>
                    <a:pt x="47624" y="9855"/>
                  </a:lnTo>
                  <a:lnTo>
                    <a:pt x="46194" y="9732"/>
                  </a:lnTo>
                  <a:lnTo>
                    <a:pt x="44729" y="9658"/>
                  </a:lnTo>
                  <a:lnTo>
                    <a:pt x="43227" y="9633"/>
                  </a:lnTo>
                  <a:lnTo>
                    <a:pt x="41690" y="9658"/>
                  </a:lnTo>
                  <a:lnTo>
                    <a:pt x="40192" y="9732"/>
                  </a:lnTo>
                  <a:lnTo>
                    <a:pt x="38731" y="9855"/>
                  </a:lnTo>
                  <a:lnTo>
                    <a:pt x="37309" y="10028"/>
                  </a:lnTo>
                  <a:lnTo>
                    <a:pt x="35925" y="10251"/>
                  </a:lnTo>
                  <a:lnTo>
                    <a:pt x="34579" y="10522"/>
                  </a:lnTo>
                  <a:lnTo>
                    <a:pt x="33272" y="10844"/>
                  </a:lnTo>
                  <a:lnTo>
                    <a:pt x="32003" y="11214"/>
                  </a:lnTo>
                  <a:lnTo>
                    <a:pt x="30772" y="11634"/>
                  </a:lnTo>
                  <a:lnTo>
                    <a:pt x="29580" y="12103"/>
                  </a:lnTo>
                  <a:lnTo>
                    <a:pt x="28426" y="12618"/>
                  </a:lnTo>
                  <a:lnTo>
                    <a:pt x="27310" y="13175"/>
                  </a:lnTo>
                  <a:lnTo>
                    <a:pt x="26232" y="13774"/>
                  </a:lnTo>
                  <a:lnTo>
                    <a:pt x="25193" y="14415"/>
                  </a:lnTo>
                  <a:lnTo>
                    <a:pt x="24192" y="15098"/>
                  </a:lnTo>
                  <a:lnTo>
                    <a:pt x="23229" y="15823"/>
                  </a:lnTo>
                  <a:lnTo>
                    <a:pt x="22304" y="16590"/>
                  </a:lnTo>
                  <a:lnTo>
                    <a:pt x="21418" y="17399"/>
                  </a:lnTo>
                  <a:lnTo>
                    <a:pt x="20570" y="18250"/>
                  </a:lnTo>
                  <a:lnTo>
                    <a:pt x="19761" y="19143"/>
                  </a:lnTo>
                  <a:lnTo>
                    <a:pt x="19002" y="20076"/>
                  </a:lnTo>
                  <a:lnTo>
                    <a:pt x="18281" y="21045"/>
                  </a:lnTo>
                  <a:lnTo>
                    <a:pt x="17599" y="22052"/>
                  </a:lnTo>
                  <a:lnTo>
                    <a:pt x="16955" y="23096"/>
                  </a:lnTo>
                  <a:lnTo>
                    <a:pt x="16349" y="24176"/>
                  </a:lnTo>
                  <a:lnTo>
                    <a:pt x="15781" y="25294"/>
                  </a:lnTo>
                  <a:lnTo>
                    <a:pt x="15252" y="26449"/>
                  </a:lnTo>
                  <a:lnTo>
                    <a:pt x="14761" y="27641"/>
                  </a:lnTo>
                  <a:lnTo>
                    <a:pt x="14309" y="28870"/>
                  </a:lnTo>
                  <a:lnTo>
                    <a:pt x="13894" y="30136"/>
                  </a:lnTo>
                  <a:lnTo>
                    <a:pt x="13530" y="31434"/>
                  </a:lnTo>
                  <a:lnTo>
                    <a:pt x="13205" y="32761"/>
                  </a:lnTo>
                  <a:lnTo>
                    <a:pt x="12918" y="34117"/>
                  </a:lnTo>
                  <a:lnTo>
                    <a:pt x="12669" y="35501"/>
                  </a:lnTo>
                  <a:lnTo>
                    <a:pt x="12458" y="36913"/>
                  </a:lnTo>
                  <a:lnTo>
                    <a:pt x="12286" y="38354"/>
                  </a:lnTo>
                  <a:lnTo>
                    <a:pt x="12152" y="39823"/>
                  </a:lnTo>
                  <a:lnTo>
                    <a:pt x="12056" y="41320"/>
                  </a:lnTo>
                  <a:lnTo>
                    <a:pt x="11999" y="42846"/>
                  </a:lnTo>
                  <a:lnTo>
                    <a:pt x="11980" y="44401"/>
                  </a:lnTo>
                  <a:lnTo>
                    <a:pt x="12000" y="45956"/>
                  </a:lnTo>
                  <a:lnTo>
                    <a:pt x="12059" y="47486"/>
                  </a:lnTo>
                  <a:lnTo>
                    <a:pt x="12158" y="48990"/>
                  </a:lnTo>
                  <a:lnTo>
                    <a:pt x="12296" y="50467"/>
                  </a:lnTo>
                  <a:lnTo>
                    <a:pt x="12474" y="51919"/>
                  </a:lnTo>
                  <a:lnTo>
                    <a:pt x="12691" y="53345"/>
                  </a:lnTo>
                  <a:lnTo>
                    <a:pt x="12948" y="54745"/>
                  </a:lnTo>
                  <a:lnTo>
                    <a:pt x="13245" y="56119"/>
                  </a:lnTo>
                  <a:lnTo>
                    <a:pt x="13580" y="57467"/>
                  </a:lnTo>
                  <a:lnTo>
                    <a:pt x="13956" y="58789"/>
                  </a:lnTo>
                  <a:lnTo>
                    <a:pt x="14382" y="60069"/>
                  </a:lnTo>
                  <a:lnTo>
                    <a:pt x="14845" y="61314"/>
                  </a:lnTo>
                  <a:lnTo>
                    <a:pt x="15345" y="62524"/>
                  </a:lnTo>
                  <a:lnTo>
                    <a:pt x="15883" y="63700"/>
                  </a:lnTo>
                  <a:lnTo>
                    <a:pt x="16457" y="64841"/>
                  </a:lnTo>
                  <a:lnTo>
                    <a:pt x="17068" y="65948"/>
                  </a:lnTo>
                  <a:lnTo>
                    <a:pt x="17717" y="67020"/>
                  </a:lnTo>
                  <a:lnTo>
                    <a:pt x="18402" y="68058"/>
                  </a:lnTo>
                  <a:lnTo>
                    <a:pt x="19125" y="69060"/>
                  </a:lnTo>
                  <a:lnTo>
                    <a:pt x="19884" y="70029"/>
                  </a:lnTo>
                  <a:lnTo>
                    <a:pt x="20693" y="70947"/>
                  </a:lnTo>
                  <a:lnTo>
                    <a:pt x="21539" y="71825"/>
                  </a:lnTo>
                  <a:lnTo>
                    <a:pt x="22422" y="72661"/>
                  </a:lnTo>
                  <a:lnTo>
                    <a:pt x="23343" y="73457"/>
                  </a:lnTo>
                  <a:lnTo>
                    <a:pt x="24300" y="74213"/>
                  </a:lnTo>
                  <a:lnTo>
                    <a:pt x="25294" y="74927"/>
                  </a:lnTo>
                  <a:lnTo>
                    <a:pt x="26325" y="75601"/>
                  </a:lnTo>
                  <a:lnTo>
                    <a:pt x="27394" y="76234"/>
                  </a:lnTo>
                  <a:lnTo>
                    <a:pt x="28499" y="76826"/>
                  </a:lnTo>
                  <a:lnTo>
                    <a:pt x="29641" y="77377"/>
                  </a:lnTo>
                  <a:lnTo>
                    <a:pt x="30832" y="77870"/>
                  </a:lnTo>
                  <a:lnTo>
                    <a:pt x="32057" y="78311"/>
                  </a:lnTo>
                  <a:lnTo>
                    <a:pt x="33317" y="78700"/>
                  </a:lnTo>
                  <a:lnTo>
                    <a:pt x="34611" y="79037"/>
                  </a:lnTo>
                  <a:lnTo>
                    <a:pt x="35940" y="79323"/>
                  </a:lnTo>
                  <a:lnTo>
                    <a:pt x="37304" y="79556"/>
                  </a:lnTo>
                  <a:lnTo>
                    <a:pt x="38702" y="79738"/>
                  </a:lnTo>
                  <a:lnTo>
                    <a:pt x="40135" y="79867"/>
                  </a:lnTo>
                  <a:lnTo>
                    <a:pt x="41602" y="79945"/>
                  </a:lnTo>
                  <a:lnTo>
                    <a:pt x="43104" y="79971"/>
                  </a:lnTo>
                  <a:lnTo>
                    <a:pt x="44711" y="79945"/>
                  </a:lnTo>
                  <a:lnTo>
                    <a:pt x="46273" y="79865"/>
                  </a:lnTo>
                  <a:lnTo>
                    <a:pt x="47789" y="79732"/>
                  </a:lnTo>
                  <a:lnTo>
                    <a:pt x="49260" y="79546"/>
                  </a:lnTo>
                  <a:lnTo>
                    <a:pt x="50684" y="79307"/>
                  </a:lnTo>
                  <a:lnTo>
                    <a:pt x="52063" y="79015"/>
                  </a:lnTo>
                  <a:lnTo>
                    <a:pt x="53396" y="78670"/>
                  </a:lnTo>
                  <a:lnTo>
                    <a:pt x="54684" y="78272"/>
                  </a:lnTo>
                  <a:lnTo>
                    <a:pt x="55926" y="77820"/>
                  </a:lnTo>
                  <a:lnTo>
                    <a:pt x="57122" y="77316"/>
                  </a:lnTo>
                  <a:lnTo>
                    <a:pt x="58286" y="76764"/>
                  </a:lnTo>
                  <a:lnTo>
                    <a:pt x="59407" y="76172"/>
                  </a:lnTo>
                  <a:lnTo>
                    <a:pt x="60485" y="75539"/>
                  </a:lnTo>
                  <a:lnTo>
                    <a:pt x="61519" y="74865"/>
                  </a:lnTo>
                  <a:lnTo>
                    <a:pt x="62510" y="74151"/>
                  </a:lnTo>
                  <a:lnTo>
                    <a:pt x="63458" y="73396"/>
                  </a:lnTo>
                  <a:lnTo>
                    <a:pt x="64363" y="72600"/>
                  </a:lnTo>
                  <a:lnTo>
                    <a:pt x="65224" y="71763"/>
                  </a:lnTo>
                  <a:lnTo>
                    <a:pt x="66042" y="70885"/>
                  </a:lnTo>
                  <a:lnTo>
                    <a:pt x="66817" y="69967"/>
                  </a:lnTo>
                  <a:lnTo>
                    <a:pt x="67563" y="68998"/>
                  </a:lnTo>
                  <a:lnTo>
                    <a:pt x="68267" y="67993"/>
                  </a:lnTo>
                  <a:lnTo>
                    <a:pt x="68931" y="66953"/>
                  </a:lnTo>
                  <a:lnTo>
                    <a:pt x="69554" y="65876"/>
                  </a:lnTo>
                  <a:lnTo>
                    <a:pt x="70137" y="64764"/>
                  </a:lnTo>
                  <a:lnTo>
                    <a:pt x="70678" y="63616"/>
                  </a:lnTo>
                  <a:lnTo>
                    <a:pt x="71179" y="62432"/>
                  </a:lnTo>
                  <a:lnTo>
                    <a:pt x="71639" y="61213"/>
                  </a:lnTo>
                  <a:lnTo>
                    <a:pt x="72059" y="59957"/>
                  </a:lnTo>
                  <a:lnTo>
                    <a:pt x="72437" y="58666"/>
                  </a:lnTo>
                  <a:lnTo>
                    <a:pt x="72789" y="57345"/>
                  </a:lnTo>
                  <a:lnTo>
                    <a:pt x="73104" y="56001"/>
                  </a:lnTo>
                  <a:lnTo>
                    <a:pt x="73382" y="54633"/>
                  </a:lnTo>
                  <a:lnTo>
                    <a:pt x="73623" y="53241"/>
                  </a:lnTo>
                  <a:lnTo>
                    <a:pt x="73827" y="51827"/>
                  </a:lnTo>
                  <a:lnTo>
                    <a:pt x="73993" y="50388"/>
                  </a:lnTo>
                  <a:lnTo>
                    <a:pt x="74123" y="48927"/>
                  </a:lnTo>
                  <a:lnTo>
                    <a:pt x="74216" y="47442"/>
                  </a:lnTo>
                  <a:lnTo>
                    <a:pt x="74271" y="45933"/>
                  </a:lnTo>
                  <a:close/>
                </a:path>
              </a:pathLst>
            </a:cu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798075" y="5963335"/>
              <a:ext cx="55763" cy="87011"/>
            </a:xfrm>
            <a:custGeom>
              <a:avLst/>
              <a:pathLst>
                <a:path w="55763" h="87011">
                  <a:moveTo>
                    <a:pt x="0" y="87011"/>
                  </a:moveTo>
                  <a:lnTo>
                    <a:pt x="0" y="0"/>
                  </a:lnTo>
                  <a:lnTo>
                    <a:pt x="11795" y="0"/>
                  </a:lnTo>
                  <a:lnTo>
                    <a:pt x="11795" y="77377"/>
                  </a:lnTo>
                  <a:lnTo>
                    <a:pt x="55763" y="77377"/>
                  </a:lnTo>
                  <a:lnTo>
                    <a:pt x="55763" y="87011"/>
                  </a:lnTo>
                  <a:close/>
                </a:path>
              </a:pathLst>
            </a:cu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863781" y="5962038"/>
              <a:ext cx="72808" cy="89543"/>
            </a:xfrm>
            <a:custGeom>
              <a:avLst/>
              <a:pathLst>
                <a:path w="72808" h="89543">
                  <a:moveTo>
                    <a:pt x="72808" y="64286"/>
                  </a:moveTo>
                  <a:lnTo>
                    <a:pt x="72786" y="65376"/>
                  </a:lnTo>
                  <a:lnTo>
                    <a:pt x="72721" y="66449"/>
                  </a:lnTo>
                  <a:lnTo>
                    <a:pt x="72613" y="67505"/>
                  </a:lnTo>
                  <a:lnTo>
                    <a:pt x="72462" y="68544"/>
                  </a:lnTo>
                  <a:lnTo>
                    <a:pt x="72267" y="69566"/>
                  </a:lnTo>
                  <a:lnTo>
                    <a:pt x="72030" y="70570"/>
                  </a:lnTo>
                  <a:lnTo>
                    <a:pt x="71749" y="71557"/>
                  </a:lnTo>
                  <a:lnTo>
                    <a:pt x="71424" y="72526"/>
                  </a:lnTo>
                  <a:lnTo>
                    <a:pt x="71057" y="73478"/>
                  </a:lnTo>
                  <a:lnTo>
                    <a:pt x="70646" y="74413"/>
                  </a:lnTo>
                  <a:lnTo>
                    <a:pt x="70203" y="75327"/>
                  </a:lnTo>
                  <a:lnTo>
                    <a:pt x="69713" y="76216"/>
                  </a:lnTo>
                  <a:lnTo>
                    <a:pt x="69175" y="77081"/>
                  </a:lnTo>
                  <a:lnTo>
                    <a:pt x="68591" y="77921"/>
                  </a:lnTo>
                  <a:lnTo>
                    <a:pt x="67960" y="78736"/>
                  </a:lnTo>
                  <a:lnTo>
                    <a:pt x="67282" y="79526"/>
                  </a:lnTo>
                  <a:lnTo>
                    <a:pt x="66557" y="80292"/>
                  </a:lnTo>
                  <a:lnTo>
                    <a:pt x="65785" y="81033"/>
                  </a:lnTo>
                  <a:lnTo>
                    <a:pt x="64966" y="81750"/>
                  </a:lnTo>
                  <a:lnTo>
                    <a:pt x="64100" y="82441"/>
                  </a:lnTo>
                  <a:lnTo>
                    <a:pt x="63188" y="83094"/>
                  </a:lnTo>
                  <a:lnTo>
                    <a:pt x="62228" y="83718"/>
                  </a:lnTo>
                  <a:lnTo>
                    <a:pt x="61221" y="84314"/>
                  </a:lnTo>
                  <a:lnTo>
                    <a:pt x="60168" y="84882"/>
                  </a:lnTo>
                  <a:lnTo>
                    <a:pt x="59067" y="85421"/>
                  </a:lnTo>
                  <a:lnTo>
                    <a:pt x="57920" y="85932"/>
                  </a:lnTo>
                  <a:lnTo>
                    <a:pt x="56726" y="86414"/>
                  </a:lnTo>
                  <a:lnTo>
                    <a:pt x="55484" y="86868"/>
                  </a:lnTo>
                  <a:lnTo>
                    <a:pt x="54196" y="87293"/>
                  </a:lnTo>
                  <a:lnTo>
                    <a:pt x="52861" y="87690"/>
                  </a:lnTo>
                  <a:lnTo>
                    <a:pt x="51489" y="88042"/>
                  </a:lnTo>
                  <a:lnTo>
                    <a:pt x="50067" y="88357"/>
                  </a:lnTo>
                  <a:lnTo>
                    <a:pt x="48594" y="88635"/>
                  </a:lnTo>
                  <a:lnTo>
                    <a:pt x="47071" y="88876"/>
                  </a:lnTo>
                  <a:lnTo>
                    <a:pt x="45497" y="89080"/>
                  </a:lnTo>
                  <a:lnTo>
                    <a:pt x="43872" y="89247"/>
                  </a:lnTo>
                  <a:lnTo>
                    <a:pt x="42197" y="89376"/>
                  </a:lnTo>
                  <a:lnTo>
                    <a:pt x="40471" y="89469"/>
                  </a:lnTo>
                  <a:lnTo>
                    <a:pt x="38694" y="89524"/>
                  </a:lnTo>
                  <a:lnTo>
                    <a:pt x="36867" y="89543"/>
                  </a:lnTo>
                  <a:lnTo>
                    <a:pt x="33690" y="89486"/>
                  </a:lnTo>
                  <a:lnTo>
                    <a:pt x="30657" y="89316"/>
                  </a:lnTo>
                  <a:lnTo>
                    <a:pt x="27767" y="89032"/>
                  </a:lnTo>
                  <a:lnTo>
                    <a:pt x="25020" y="88634"/>
                  </a:lnTo>
                  <a:lnTo>
                    <a:pt x="22416" y="88123"/>
                  </a:lnTo>
                  <a:lnTo>
                    <a:pt x="19956" y="87498"/>
                  </a:lnTo>
                  <a:lnTo>
                    <a:pt x="17639" y="86759"/>
                  </a:lnTo>
                  <a:lnTo>
                    <a:pt x="15465" y="85907"/>
                  </a:lnTo>
                  <a:lnTo>
                    <a:pt x="13435" y="84941"/>
                  </a:lnTo>
                  <a:lnTo>
                    <a:pt x="11548" y="83862"/>
                  </a:lnTo>
                  <a:lnTo>
                    <a:pt x="9798" y="82675"/>
                  </a:lnTo>
                  <a:lnTo>
                    <a:pt x="8181" y="81387"/>
                  </a:lnTo>
                  <a:lnTo>
                    <a:pt x="6696" y="79997"/>
                  </a:lnTo>
                  <a:lnTo>
                    <a:pt x="5342" y="78506"/>
                  </a:lnTo>
                  <a:lnTo>
                    <a:pt x="4122" y="76914"/>
                  </a:lnTo>
                  <a:lnTo>
                    <a:pt x="3033" y="75221"/>
                  </a:lnTo>
                  <a:lnTo>
                    <a:pt x="2076" y="73426"/>
                  </a:lnTo>
                  <a:lnTo>
                    <a:pt x="1252" y="71531"/>
                  </a:lnTo>
                  <a:lnTo>
                    <a:pt x="560" y="69533"/>
                  </a:lnTo>
                  <a:lnTo>
                    <a:pt x="0" y="67435"/>
                  </a:lnTo>
                  <a:lnTo>
                    <a:pt x="11424" y="65150"/>
                  </a:lnTo>
                  <a:lnTo>
                    <a:pt x="11606" y="65823"/>
                  </a:lnTo>
                  <a:lnTo>
                    <a:pt x="11807" y="66484"/>
                  </a:lnTo>
                  <a:lnTo>
                    <a:pt x="12026" y="67132"/>
                  </a:lnTo>
                  <a:lnTo>
                    <a:pt x="12264" y="67769"/>
                  </a:lnTo>
                  <a:lnTo>
                    <a:pt x="12520" y="68392"/>
                  </a:lnTo>
                  <a:lnTo>
                    <a:pt x="12795" y="69004"/>
                  </a:lnTo>
                  <a:lnTo>
                    <a:pt x="13088" y="69603"/>
                  </a:lnTo>
                  <a:lnTo>
                    <a:pt x="13400" y="70189"/>
                  </a:lnTo>
                  <a:lnTo>
                    <a:pt x="13731" y="70764"/>
                  </a:lnTo>
                  <a:lnTo>
                    <a:pt x="14079" y="71326"/>
                  </a:lnTo>
                  <a:lnTo>
                    <a:pt x="14450" y="71874"/>
                  </a:lnTo>
                  <a:lnTo>
                    <a:pt x="14845" y="72407"/>
                  </a:lnTo>
                  <a:lnTo>
                    <a:pt x="15265" y="72926"/>
                  </a:lnTo>
                  <a:lnTo>
                    <a:pt x="15710" y="73430"/>
                  </a:lnTo>
                  <a:lnTo>
                    <a:pt x="16179" y="73919"/>
                  </a:lnTo>
                  <a:lnTo>
                    <a:pt x="16673" y="74393"/>
                  </a:lnTo>
                  <a:lnTo>
                    <a:pt x="17192" y="74853"/>
                  </a:lnTo>
                  <a:lnTo>
                    <a:pt x="17735" y="75298"/>
                  </a:lnTo>
                  <a:lnTo>
                    <a:pt x="18303" y="75727"/>
                  </a:lnTo>
                  <a:lnTo>
                    <a:pt x="18896" y="76142"/>
                  </a:lnTo>
                  <a:lnTo>
                    <a:pt x="19528" y="76529"/>
                  </a:lnTo>
                  <a:lnTo>
                    <a:pt x="20188" y="76898"/>
                  </a:lnTo>
                  <a:lnTo>
                    <a:pt x="20877" y="77250"/>
                  </a:lnTo>
                  <a:lnTo>
                    <a:pt x="21594" y="77585"/>
                  </a:lnTo>
                  <a:lnTo>
                    <a:pt x="22339" y="77902"/>
                  </a:lnTo>
                  <a:lnTo>
                    <a:pt x="23113" y="78202"/>
                  </a:lnTo>
                  <a:lnTo>
                    <a:pt x="23915" y="78485"/>
                  </a:lnTo>
                  <a:lnTo>
                    <a:pt x="24746" y="78751"/>
                  </a:lnTo>
                  <a:lnTo>
                    <a:pt x="25605" y="78999"/>
                  </a:lnTo>
                  <a:lnTo>
                    <a:pt x="26492" y="79230"/>
                  </a:lnTo>
                  <a:lnTo>
                    <a:pt x="27412" y="79441"/>
                  </a:lnTo>
                  <a:lnTo>
                    <a:pt x="28367" y="79630"/>
                  </a:lnTo>
                  <a:lnTo>
                    <a:pt x="29358" y="79797"/>
                  </a:lnTo>
                  <a:lnTo>
                    <a:pt x="30385" y="79941"/>
                  </a:lnTo>
                  <a:lnTo>
                    <a:pt x="31448" y="80064"/>
                  </a:lnTo>
                  <a:lnTo>
                    <a:pt x="32546" y="80164"/>
                  </a:lnTo>
                  <a:lnTo>
                    <a:pt x="33681" y="80242"/>
                  </a:lnTo>
                  <a:lnTo>
                    <a:pt x="34851" y="80297"/>
                  </a:lnTo>
                  <a:lnTo>
                    <a:pt x="36057" y="80331"/>
                  </a:lnTo>
                  <a:lnTo>
                    <a:pt x="37299" y="80342"/>
                  </a:lnTo>
                  <a:lnTo>
                    <a:pt x="38340" y="80333"/>
                  </a:lnTo>
                  <a:lnTo>
                    <a:pt x="39364" y="80307"/>
                  </a:lnTo>
                  <a:lnTo>
                    <a:pt x="40371" y="80264"/>
                  </a:lnTo>
                  <a:lnTo>
                    <a:pt x="41360" y="80203"/>
                  </a:lnTo>
                  <a:lnTo>
                    <a:pt x="42332" y="80126"/>
                  </a:lnTo>
                  <a:lnTo>
                    <a:pt x="43287" y="80030"/>
                  </a:lnTo>
                  <a:lnTo>
                    <a:pt x="44224" y="79918"/>
                  </a:lnTo>
                  <a:lnTo>
                    <a:pt x="45144" y="79788"/>
                  </a:lnTo>
                  <a:lnTo>
                    <a:pt x="46047" y="79641"/>
                  </a:lnTo>
                  <a:lnTo>
                    <a:pt x="46933" y="79477"/>
                  </a:lnTo>
                  <a:lnTo>
                    <a:pt x="47797" y="79283"/>
                  </a:lnTo>
                  <a:lnTo>
                    <a:pt x="48637" y="79070"/>
                  </a:lnTo>
                  <a:lnTo>
                    <a:pt x="49452" y="78838"/>
                  </a:lnTo>
                  <a:lnTo>
                    <a:pt x="50243" y="78588"/>
                  </a:lnTo>
                  <a:lnTo>
                    <a:pt x="51008" y="78319"/>
                  </a:lnTo>
                  <a:lnTo>
                    <a:pt x="51749" y="78032"/>
                  </a:lnTo>
                  <a:lnTo>
                    <a:pt x="52466" y="77726"/>
                  </a:lnTo>
                  <a:lnTo>
                    <a:pt x="53157" y="77402"/>
                  </a:lnTo>
                  <a:lnTo>
                    <a:pt x="53824" y="77059"/>
                  </a:lnTo>
                  <a:lnTo>
                    <a:pt x="54467" y="76698"/>
                  </a:lnTo>
                  <a:lnTo>
                    <a:pt x="55082" y="76317"/>
                  </a:lnTo>
                  <a:lnTo>
                    <a:pt x="55670" y="75915"/>
                  </a:lnTo>
                  <a:lnTo>
                    <a:pt x="56229" y="75492"/>
                  </a:lnTo>
                  <a:lnTo>
                    <a:pt x="56759" y="75048"/>
                  </a:lnTo>
                  <a:lnTo>
                    <a:pt x="57261" y="74583"/>
                  </a:lnTo>
                  <a:lnTo>
                    <a:pt x="57735" y="74097"/>
                  </a:lnTo>
                  <a:lnTo>
                    <a:pt x="58180" y="73590"/>
                  </a:lnTo>
                  <a:lnTo>
                    <a:pt x="58597" y="73062"/>
                  </a:lnTo>
                  <a:lnTo>
                    <a:pt x="58985" y="72513"/>
                  </a:lnTo>
                  <a:lnTo>
                    <a:pt x="59345" y="71943"/>
                  </a:lnTo>
                  <a:lnTo>
                    <a:pt x="59686" y="71339"/>
                  </a:lnTo>
                  <a:lnTo>
                    <a:pt x="59990" y="70713"/>
                  </a:lnTo>
                  <a:lnTo>
                    <a:pt x="60259" y="70065"/>
                  </a:lnTo>
                  <a:lnTo>
                    <a:pt x="60491" y="69394"/>
                  </a:lnTo>
                  <a:lnTo>
                    <a:pt x="60688" y="68701"/>
                  </a:lnTo>
                  <a:lnTo>
                    <a:pt x="60850" y="67986"/>
                  </a:lnTo>
                  <a:lnTo>
                    <a:pt x="60975" y="67249"/>
                  </a:lnTo>
                  <a:lnTo>
                    <a:pt x="61064" y="66489"/>
                  </a:lnTo>
                  <a:lnTo>
                    <a:pt x="61118" y="65707"/>
                  </a:lnTo>
                  <a:lnTo>
                    <a:pt x="61136" y="64903"/>
                  </a:lnTo>
                  <a:lnTo>
                    <a:pt x="61116" y="64067"/>
                  </a:lnTo>
                  <a:lnTo>
                    <a:pt x="61057" y="63263"/>
                  </a:lnTo>
                  <a:lnTo>
                    <a:pt x="60958" y="62491"/>
                  </a:lnTo>
                  <a:lnTo>
                    <a:pt x="60820" y="61751"/>
                  </a:lnTo>
                  <a:lnTo>
                    <a:pt x="60642" y="61043"/>
                  </a:lnTo>
                  <a:lnTo>
                    <a:pt x="60425" y="60368"/>
                  </a:lnTo>
                  <a:lnTo>
                    <a:pt x="60168" y="59724"/>
                  </a:lnTo>
                  <a:lnTo>
                    <a:pt x="59871" y="59113"/>
                  </a:lnTo>
                  <a:lnTo>
                    <a:pt x="59535" y="58534"/>
                  </a:lnTo>
                  <a:lnTo>
                    <a:pt x="59160" y="57987"/>
                  </a:lnTo>
                  <a:lnTo>
                    <a:pt x="58761" y="57465"/>
                  </a:lnTo>
                  <a:lnTo>
                    <a:pt x="58330" y="56962"/>
                  </a:lnTo>
                  <a:lnTo>
                    <a:pt x="57867" y="56477"/>
                  </a:lnTo>
                  <a:lnTo>
                    <a:pt x="57372" y="56011"/>
                  </a:lnTo>
                  <a:lnTo>
                    <a:pt x="56844" y="55563"/>
                  </a:lnTo>
                  <a:lnTo>
                    <a:pt x="56285" y="55134"/>
                  </a:lnTo>
                  <a:lnTo>
                    <a:pt x="55693" y="54723"/>
                  </a:lnTo>
                  <a:lnTo>
                    <a:pt x="55069" y="54331"/>
                  </a:lnTo>
                  <a:lnTo>
                    <a:pt x="54414" y="53957"/>
                  </a:lnTo>
                  <a:lnTo>
                    <a:pt x="53726" y="53602"/>
                  </a:lnTo>
                  <a:lnTo>
                    <a:pt x="53008" y="53262"/>
                  </a:lnTo>
                  <a:lnTo>
                    <a:pt x="52263" y="52933"/>
                  </a:lnTo>
                  <a:lnTo>
                    <a:pt x="51491" y="52615"/>
                  </a:lnTo>
                  <a:lnTo>
                    <a:pt x="50692" y="52308"/>
                  </a:lnTo>
                  <a:lnTo>
                    <a:pt x="49866" y="52012"/>
                  </a:lnTo>
                  <a:lnTo>
                    <a:pt x="49013" y="51727"/>
                  </a:lnTo>
                  <a:lnTo>
                    <a:pt x="48132" y="51454"/>
                  </a:lnTo>
                  <a:lnTo>
                    <a:pt x="47224" y="51191"/>
                  </a:lnTo>
                  <a:lnTo>
                    <a:pt x="46289" y="50940"/>
                  </a:lnTo>
                  <a:lnTo>
                    <a:pt x="45327" y="50700"/>
                  </a:lnTo>
                  <a:lnTo>
                    <a:pt x="44341" y="50463"/>
                  </a:lnTo>
                  <a:lnTo>
                    <a:pt x="43334" y="50223"/>
                  </a:lnTo>
                  <a:lnTo>
                    <a:pt x="42305" y="49979"/>
                  </a:lnTo>
                  <a:lnTo>
                    <a:pt x="41256" y="49731"/>
                  </a:lnTo>
                  <a:lnTo>
                    <a:pt x="40186" y="49480"/>
                  </a:lnTo>
                  <a:lnTo>
                    <a:pt x="39095" y="49225"/>
                  </a:lnTo>
                  <a:lnTo>
                    <a:pt x="37983" y="48966"/>
                  </a:lnTo>
                  <a:lnTo>
                    <a:pt x="36849" y="48704"/>
                  </a:lnTo>
                  <a:lnTo>
                    <a:pt x="35695" y="48438"/>
                  </a:lnTo>
                  <a:lnTo>
                    <a:pt x="34520" y="48168"/>
                  </a:lnTo>
                  <a:lnTo>
                    <a:pt x="33791" y="48006"/>
                  </a:lnTo>
                  <a:lnTo>
                    <a:pt x="33060" y="47842"/>
                  </a:lnTo>
                  <a:lnTo>
                    <a:pt x="32328" y="47675"/>
                  </a:lnTo>
                  <a:lnTo>
                    <a:pt x="31595" y="47506"/>
                  </a:lnTo>
                  <a:lnTo>
                    <a:pt x="30861" y="47334"/>
                  </a:lnTo>
                  <a:lnTo>
                    <a:pt x="30126" y="47160"/>
                  </a:lnTo>
                  <a:lnTo>
                    <a:pt x="29389" y="46983"/>
                  </a:lnTo>
                  <a:lnTo>
                    <a:pt x="28651" y="46804"/>
                  </a:lnTo>
                  <a:lnTo>
                    <a:pt x="27912" y="46623"/>
                  </a:lnTo>
                  <a:lnTo>
                    <a:pt x="27171" y="46439"/>
                  </a:lnTo>
                  <a:lnTo>
                    <a:pt x="26445" y="46238"/>
                  </a:lnTo>
                  <a:lnTo>
                    <a:pt x="25724" y="46031"/>
                  </a:lnTo>
                  <a:lnTo>
                    <a:pt x="25007" y="45818"/>
                  </a:lnTo>
                  <a:lnTo>
                    <a:pt x="24296" y="45599"/>
                  </a:lnTo>
                  <a:lnTo>
                    <a:pt x="23590" y="45373"/>
                  </a:lnTo>
                  <a:lnTo>
                    <a:pt x="22888" y="45142"/>
                  </a:lnTo>
                  <a:lnTo>
                    <a:pt x="22191" y="44904"/>
                  </a:lnTo>
                  <a:lnTo>
                    <a:pt x="21500" y="44660"/>
                  </a:lnTo>
                  <a:lnTo>
                    <a:pt x="20813" y="44410"/>
                  </a:lnTo>
                  <a:lnTo>
                    <a:pt x="20131" y="44154"/>
                  </a:lnTo>
                  <a:lnTo>
                    <a:pt x="19468" y="43878"/>
                  </a:lnTo>
                  <a:lnTo>
                    <a:pt x="18812" y="43593"/>
                  </a:lnTo>
                  <a:lnTo>
                    <a:pt x="18164" y="43300"/>
                  </a:lnTo>
                  <a:lnTo>
                    <a:pt x="17523" y="42998"/>
                  </a:lnTo>
                  <a:lnTo>
                    <a:pt x="16889" y="42687"/>
                  </a:lnTo>
                  <a:lnTo>
                    <a:pt x="16263" y="42368"/>
                  </a:lnTo>
                  <a:lnTo>
                    <a:pt x="15644" y="42040"/>
                  </a:lnTo>
                  <a:lnTo>
                    <a:pt x="15033" y="41703"/>
                  </a:lnTo>
                  <a:lnTo>
                    <a:pt x="14429" y="41358"/>
                  </a:lnTo>
                  <a:lnTo>
                    <a:pt x="13832" y="41004"/>
                  </a:lnTo>
                  <a:lnTo>
                    <a:pt x="13248" y="40639"/>
                  </a:lnTo>
                  <a:lnTo>
                    <a:pt x="12679" y="40261"/>
                  </a:lnTo>
                  <a:lnTo>
                    <a:pt x="12126" y="39869"/>
                  </a:lnTo>
                  <a:lnTo>
                    <a:pt x="11590" y="39463"/>
                  </a:lnTo>
                  <a:lnTo>
                    <a:pt x="11069" y="39044"/>
                  </a:lnTo>
                  <a:lnTo>
                    <a:pt x="10564" y="38611"/>
                  </a:lnTo>
                  <a:lnTo>
                    <a:pt x="10076" y="38164"/>
                  </a:lnTo>
                  <a:lnTo>
                    <a:pt x="9604" y="37704"/>
                  </a:lnTo>
                  <a:lnTo>
                    <a:pt x="9147" y="37230"/>
                  </a:lnTo>
                  <a:lnTo>
                    <a:pt x="8707" y="36743"/>
                  </a:lnTo>
                  <a:lnTo>
                    <a:pt x="8284" y="36229"/>
                  </a:lnTo>
                  <a:lnTo>
                    <a:pt x="7879" y="35701"/>
                  </a:lnTo>
                  <a:lnTo>
                    <a:pt x="7493" y="35157"/>
                  </a:lnTo>
                  <a:lnTo>
                    <a:pt x="7126" y="34599"/>
                  </a:lnTo>
                  <a:lnTo>
                    <a:pt x="6777" y="34026"/>
                  </a:lnTo>
                  <a:lnTo>
                    <a:pt x="6447" y="33438"/>
                  </a:lnTo>
                  <a:lnTo>
                    <a:pt x="6135" y="32835"/>
                  </a:lnTo>
                  <a:lnTo>
                    <a:pt x="5841" y="32218"/>
                  </a:lnTo>
                  <a:lnTo>
                    <a:pt x="5567" y="31586"/>
                  </a:lnTo>
                  <a:lnTo>
                    <a:pt x="5310" y="30938"/>
                  </a:lnTo>
                  <a:lnTo>
                    <a:pt x="5076" y="30262"/>
                  </a:lnTo>
                  <a:lnTo>
                    <a:pt x="4866" y="29565"/>
                  </a:lnTo>
                  <a:lnTo>
                    <a:pt x="4680" y="28849"/>
                  </a:lnTo>
                  <a:lnTo>
                    <a:pt x="4520" y="28112"/>
                  </a:lnTo>
                  <a:lnTo>
                    <a:pt x="4384" y="27357"/>
                  </a:lnTo>
                  <a:lnTo>
                    <a:pt x="4273" y="26581"/>
                  </a:lnTo>
                  <a:lnTo>
                    <a:pt x="4186" y="25786"/>
                  </a:lnTo>
                  <a:lnTo>
                    <a:pt x="4125" y="24970"/>
                  </a:lnTo>
                  <a:lnTo>
                    <a:pt x="4088" y="24135"/>
                  </a:lnTo>
                  <a:lnTo>
                    <a:pt x="4075" y="23281"/>
                  </a:lnTo>
                  <a:lnTo>
                    <a:pt x="4100" y="22064"/>
                  </a:lnTo>
                  <a:lnTo>
                    <a:pt x="4174" y="20882"/>
                  </a:lnTo>
                  <a:lnTo>
                    <a:pt x="4298" y="19737"/>
                  </a:lnTo>
                  <a:lnTo>
                    <a:pt x="4471" y="18627"/>
                  </a:lnTo>
                  <a:lnTo>
                    <a:pt x="4693" y="17553"/>
                  </a:lnTo>
                  <a:lnTo>
                    <a:pt x="4965" y="16515"/>
                  </a:lnTo>
                  <a:lnTo>
                    <a:pt x="5286" y="15513"/>
                  </a:lnTo>
                  <a:lnTo>
                    <a:pt x="5656" y="14546"/>
                  </a:lnTo>
                  <a:lnTo>
                    <a:pt x="6076" y="13616"/>
                  </a:lnTo>
                  <a:lnTo>
                    <a:pt x="6545" y="12721"/>
                  </a:lnTo>
                  <a:lnTo>
                    <a:pt x="7071" y="11848"/>
                  </a:lnTo>
                  <a:lnTo>
                    <a:pt x="7635" y="11007"/>
                  </a:lnTo>
                  <a:lnTo>
                    <a:pt x="8237" y="10198"/>
                  </a:lnTo>
                  <a:lnTo>
                    <a:pt x="8877" y="9421"/>
                  </a:lnTo>
                  <a:lnTo>
                    <a:pt x="9556" y="8676"/>
                  </a:lnTo>
                  <a:lnTo>
                    <a:pt x="10273" y="7963"/>
                  </a:lnTo>
                  <a:lnTo>
                    <a:pt x="11028" y="7283"/>
                  </a:lnTo>
                  <a:lnTo>
                    <a:pt x="11822" y="6634"/>
                  </a:lnTo>
                  <a:lnTo>
                    <a:pt x="12654" y="6018"/>
                  </a:lnTo>
                  <a:lnTo>
                    <a:pt x="13524" y="5434"/>
                  </a:lnTo>
                  <a:lnTo>
                    <a:pt x="14429" y="4881"/>
                  </a:lnTo>
                  <a:lnTo>
                    <a:pt x="15366" y="4359"/>
                  </a:lnTo>
                  <a:lnTo>
                    <a:pt x="16336" y="3868"/>
                  </a:lnTo>
                  <a:lnTo>
                    <a:pt x="17338" y="3408"/>
                  </a:lnTo>
                  <a:lnTo>
                    <a:pt x="18371" y="2979"/>
                  </a:lnTo>
                  <a:lnTo>
                    <a:pt x="19437" y="2581"/>
                  </a:lnTo>
                  <a:lnTo>
                    <a:pt x="20535" y="2213"/>
                  </a:lnTo>
                  <a:lnTo>
                    <a:pt x="21665" y="1877"/>
                  </a:lnTo>
                  <a:lnTo>
                    <a:pt x="22828" y="1571"/>
                  </a:lnTo>
                  <a:lnTo>
                    <a:pt x="24022" y="1296"/>
                  </a:lnTo>
                  <a:lnTo>
                    <a:pt x="25242" y="1050"/>
                  </a:lnTo>
                  <a:lnTo>
                    <a:pt x="26482" y="829"/>
                  </a:lnTo>
                  <a:lnTo>
                    <a:pt x="27742" y="635"/>
                  </a:lnTo>
                  <a:lnTo>
                    <a:pt x="29021" y="466"/>
                  </a:lnTo>
                  <a:lnTo>
                    <a:pt x="30321" y="324"/>
                  </a:lnTo>
                  <a:lnTo>
                    <a:pt x="31640" y="207"/>
                  </a:lnTo>
                  <a:lnTo>
                    <a:pt x="32979" y="116"/>
                  </a:lnTo>
                  <a:lnTo>
                    <a:pt x="34337" y="51"/>
                  </a:lnTo>
                  <a:lnTo>
                    <a:pt x="35716" y="12"/>
                  </a:lnTo>
                  <a:lnTo>
                    <a:pt x="37114" y="0"/>
                  </a:lnTo>
                  <a:lnTo>
                    <a:pt x="38708" y="12"/>
                  </a:lnTo>
                  <a:lnTo>
                    <a:pt x="40256" y="51"/>
                  </a:lnTo>
                  <a:lnTo>
                    <a:pt x="41756" y="116"/>
                  </a:lnTo>
                  <a:lnTo>
                    <a:pt x="43210" y="207"/>
                  </a:lnTo>
                  <a:lnTo>
                    <a:pt x="44617" y="324"/>
                  </a:lnTo>
                  <a:lnTo>
                    <a:pt x="45977" y="466"/>
                  </a:lnTo>
                  <a:lnTo>
                    <a:pt x="47290" y="635"/>
                  </a:lnTo>
                  <a:lnTo>
                    <a:pt x="48556" y="829"/>
                  </a:lnTo>
                  <a:lnTo>
                    <a:pt x="49775" y="1050"/>
                  </a:lnTo>
                  <a:lnTo>
                    <a:pt x="50947" y="1296"/>
                  </a:lnTo>
                  <a:lnTo>
                    <a:pt x="52077" y="1556"/>
                  </a:lnTo>
                  <a:lnTo>
                    <a:pt x="53172" y="1842"/>
                  </a:lnTo>
                  <a:lnTo>
                    <a:pt x="54231" y="2154"/>
                  </a:lnTo>
                  <a:lnTo>
                    <a:pt x="55255" y="2492"/>
                  </a:lnTo>
                  <a:lnTo>
                    <a:pt x="56242" y="2856"/>
                  </a:lnTo>
                  <a:lnTo>
                    <a:pt x="57194" y="3245"/>
                  </a:lnTo>
                  <a:lnTo>
                    <a:pt x="58110" y="3661"/>
                  </a:lnTo>
                  <a:lnTo>
                    <a:pt x="58990" y="4102"/>
                  </a:lnTo>
                  <a:lnTo>
                    <a:pt x="59834" y="4570"/>
                  </a:lnTo>
                  <a:lnTo>
                    <a:pt x="60642" y="5063"/>
                  </a:lnTo>
                  <a:lnTo>
                    <a:pt x="61416" y="5582"/>
                  </a:lnTo>
                  <a:lnTo>
                    <a:pt x="62159" y="6126"/>
                  </a:lnTo>
                  <a:lnTo>
                    <a:pt x="62869" y="6694"/>
                  </a:lnTo>
                  <a:lnTo>
                    <a:pt x="63547" y="7286"/>
                  </a:lnTo>
                  <a:lnTo>
                    <a:pt x="64193" y="7904"/>
                  </a:lnTo>
                  <a:lnTo>
                    <a:pt x="64807" y="8546"/>
                  </a:lnTo>
                  <a:lnTo>
                    <a:pt x="65388" y="9213"/>
                  </a:lnTo>
                  <a:lnTo>
                    <a:pt x="65938" y="9905"/>
                  </a:lnTo>
                  <a:lnTo>
                    <a:pt x="66456" y="10621"/>
                  </a:lnTo>
                  <a:lnTo>
                    <a:pt x="66941" y="11362"/>
                  </a:lnTo>
                  <a:lnTo>
                    <a:pt x="67413" y="12116"/>
                  </a:lnTo>
                  <a:lnTo>
                    <a:pt x="67865" y="12894"/>
                  </a:lnTo>
                  <a:lnTo>
                    <a:pt x="68297" y="13697"/>
                  </a:lnTo>
                  <a:lnTo>
                    <a:pt x="68710" y="14524"/>
                  </a:lnTo>
                  <a:lnTo>
                    <a:pt x="69102" y="15376"/>
                  </a:lnTo>
                  <a:lnTo>
                    <a:pt x="69475" y="16253"/>
                  </a:lnTo>
                  <a:lnTo>
                    <a:pt x="69829" y="17155"/>
                  </a:lnTo>
                  <a:lnTo>
                    <a:pt x="70162" y="18081"/>
                  </a:lnTo>
                  <a:lnTo>
                    <a:pt x="70476" y="19032"/>
                  </a:lnTo>
                  <a:lnTo>
                    <a:pt x="70770" y="20008"/>
                  </a:lnTo>
                  <a:lnTo>
                    <a:pt x="59160" y="22046"/>
                  </a:lnTo>
                  <a:lnTo>
                    <a:pt x="58979" y="21423"/>
                  </a:lnTo>
                  <a:lnTo>
                    <a:pt x="58782" y="20813"/>
                  </a:lnTo>
                  <a:lnTo>
                    <a:pt x="58569" y="20217"/>
                  </a:lnTo>
                  <a:lnTo>
                    <a:pt x="58340" y="19635"/>
                  </a:lnTo>
                  <a:lnTo>
                    <a:pt x="58095" y="19066"/>
                  </a:lnTo>
                  <a:lnTo>
                    <a:pt x="57833" y="18511"/>
                  </a:lnTo>
                  <a:lnTo>
                    <a:pt x="57556" y="17969"/>
                  </a:lnTo>
                  <a:lnTo>
                    <a:pt x="57263" y="17441"/>
                  </a:lnTo>
                  <a:lnTo>
                    <a:pt x="56954" y="16927"/>
                  </a:lnTo>
                  <a:lnTo>
                    <a:pt x="56628" y="16426"/>
                  </a:lnTo>
                  <a:lnTo>
                    <a:pt x="56296" y="15940"/>
                  </a:lnTo>
                  <a:lnTo>
                    <a:pt x="55944" y="15470"/>
                  </a:lnTo>
                  <a:lnTo>
                    <a:pt x="55570" y="15016"/>
                  </a:lnTo>
                  <a:lnTo>
                    <a:pt x="55176" y="14578"/>
                  </a:lnTo>
                  <a:lnTo>
                    <a:pt x="54760" y="14157"/>
                  </a:lnTo>
                  <a:lnTo>
                    <a:pt x="54323" y="13751"/>
                  </a:lnTo>
                  <a:lnTo>
                    <a:pt x="53866" y="13361"/>
                  </a:lnTo>
                  <a:lnTo>
                    <a:pt x="53387" y="12988"/>
                  </a:lnTo>
                  <a:lnTo>
                    <a:pt x="52888" y="12630"/>
                  </a:lnTo>
                  <a:lnTo>
                    <a:pt x="52367" y="12289"/>
                  </a:lnTo>
                  <a:lnTo>
                    <a:pt x="51824" y="11963"/>
                  </a:lnTo>
                  <a:lnTo>
                    <a:pt x="51258" y="11654"/>
                  </a:lnTo>
                  <a:lnTo>
                    <a:pt x="50668" y="11360"/>
                  </a:lnTo>
                  <a:lnTo>
                    <a:pt x="50055" y="11083"/>
                  </a:lnTo>
                  <a:lnTo>
                    <a:pt x="49418" y="10822"/>
                  </a:lnTo>
                  <a:lnTo>
                    <a:pt x="48758" y="10577"/>
                  </a:lnTo>
                  <a:lnTo>
                    <a:pt x="48074" y="10348"/>
                  </a:lnTo>
                  <a:lnTo>
                    <a:pt x="47367" y="10135"/>
                  </a:lnTo>
                  <a:lnTo>
                    <a:pt x="46637" y="9938"/>
                  </a:lnTo>
                  <a:lnTo>
                    <a:pt x="45883" y="9757"/>
                  </a:lnTo>
                  <a:lnTo>
                    <a:pt x="45116" y="9592"/>
                  </a:lnTo>
                  <a:lnTo>
                    <a:pt x="44322" y="9445"/>
                  </a:lnTo>
                  <a:lnTo>
                    <a:pt x="43500" y="9316"/>
                  </a:lnTo>
                  <a:lnTo>
                    <a:pt x="42652" y="9203"/>
                  </a:lnTo>
                  <a:lnTo>
                    <a:pt x="41776" y="9108"/>
                  </a:lnTo>
                  <a:lnTo>
                    <a:pt x="40873" y="9030"/>
                  </a:lnTo>
                  <a:lnTo>
                    <a:pt x="39943" y="8970"/>
                  </a:lnTo>
                  <a:lnTo>
                    <a:pt x="38986" y="8927"/>
                  </a:lnTo>
                  <a:lnTo>
                    <a:pt x="38002" y="8901"/>
                  </a:lnTo>
                  <a:lnTo>
                    <a:pt x="36990" y="8892"/>
                  </a:lnTo>
                  <a:lnTo>
                    <a:pt x="35799" y="8903"/>
                  </a:lnTo>
                  <a:lnTo>
                    <a:pt x="34646" y="8937"/>
                  </a:lnTo>
                  <a:lnTo>
                    <a:pt x="33531" y="8992"/>
                  </a:lnTo>
                  <a:lnTo>
                    <a:pt x="32455" y="9070"/>
                  </a:lnTo>
                  <a:lnTo>
                    <a:pt x="31417" y="9170"/>
                  </a:lnTo>
                  <a:lnTo>
                    <a:pt x="30417" y="9292"/>
                  </a:lnTo>
                  <a:lnTo>
                    <a:pt x="29456" y="9437"/>
                  </a:lnTo>
                  <a:lnTo>
                    <a:pt x="28532" y="9604"/>
                  </a:lnTo>
                  <a:lnTo>
                    <a:pt x="27647" y="9792"/>
                  </a:lnTo>
                  <a:lnTo>
                    <a:pt x="26801" y="10004"/>
                  </a:lnTo>
                  <a:lnTo>
                    <a:pt x="26001" y="10222"/>
                  </a:lnTo>
                  <a:lnTo>
                    <a:pt x="25232" y="10456"/>
                  </a:lnTo>
                  <a:lnTo>
                    <a:pt x="24494" y="10706"/>
                  </a:lnTo>
                  <a:lnTo>
                    <a:pt x="23787" y="10972"/>
                  </a:lnTo>
                  <a:lnTo>
                    <a:pt x="23111" y="11254"/>
                  </a:lnTo>
                  <a:lnTo>
                    <a:pt x="22466" y="11552"/>
                  </a:lnTo>
                  <a:lnTo>
                    <a:pt x="21851" y="11867"/>
                  </a:lnTo>
                  <a:lnTo>
                    <a:pt x="21268" y="12197"/>
                  </a:lnTo>
                  <a:lnTo>
                    <a:pt x="20715" y="12544"/>
                  </a:lnTo>
                  <a:lnTo>
                    <a:pt x="20193" y="12906"/>
                  </a:lnTo>
                  <a:lnTo>
                    <a:pt x="19713" y="13283"/>
                  </a:lnTo>
                  <a:lnTo>
                    <a:pt x="19259" y="13674"/>
                  </a:lnTo>
                  <a:lnTo>
                    <a:pt x="18833" y="14079"/>
                  </a:lnTo>
                  <a:lnTo>
                    <a:pt x="18434" y="14497"/>
                  </a:lnTo>
                  <a:lnTo>
                    <a:pt x="18063" y="14929"/>
                  </a:lnTo>
                  <a:lnTo>
                    <a:pt x="17718" y="15374"/>
                  </a:lnTo>
                  <a:lnTo>
                    <a:pt x="17401" y="15833"/>
                  </a:lnTo>
                  <a:lnTo>
                    <a:pt x="17110" y="16305"/>
                  </a:lnTo>
                  <a:lnTo>
                    <a:pt x="16847" y="16791"/>
                  </a:lnTo>
                  <a:lnTo>
                    <a:pt x="16611" y="17291"/>
                  </a:lnTo>
                  <a:lnTo>
                    <a:pt x="16412" y="17789"/>
                  </a:lnTo>
                  <a:lnTo>
                    <a:pt x="16233" y="18296"/>
                  </a:lnTo>
                  <a:lnTo>
                    <a:pt x="16076" y="18812"/>
                  </a:lnTo>
                  <a:lnTo>
                    <a:pt x="15939" y="19336"/>
                  </a:lnTo>
                  <a:lnTo>
                    <a:pt x="15824" y="19869"/>
                  </a:lnTo>
                  <a:lnTo>
                    <a:pt x="15730" y="20410"/>
                  </a:lnTo>
                  <a:lnTo>
                    <a:pt x="15656" y="20961"/>
                  </a:lnTo>
                  <a:lnTo>
                    <a:pt x="15604" y="21520"/>
                  </a:lnTo>
                  <a:lnTo>
                    <a:pt x="15572" y="22087"/>
                  </a:lnTo>
                  <a:lnTo>
                    <a:pt x="15562" y="22663"/>
                  </a:lnTo>
                  <a:lnTo>
                    <a:pt x="15581" y="23428"/>
                  </a:lnTo>
                  <a:lnTo>
                    <a:pt x="15638" y="24165"/>
                  </a:lnTo>
                  <a:lnTo>
                    <a:pt x="15734" y="24875"/>
                  </a:lnTo>
                  <a:lnTo>
                    <a:pt x="15868" y="25558"/>
                  </a:lnTo>
                  <a:lnTo>
                    <a:pt x="16040" y="26214"/>
                  </a:lnTo>
                  <a:lnTo>
                    <a:pt x="16251" y="26843"/>
                  </a:lnTo>
                  <a:lnTo>
                    <a:pt x="16500" y="27444"/>
                  </a:lnTo>
                  <a:lnTo>
                    <a:pt x="16787" y="28019"/>
                  </a:lnTo>
                  <a:lnTo>
                    <a:pt x="17112" y="28566"/>
                  </a:lnTo>
                  <a:lnTo>
                    <a:pt x="17476" y="29086"/>
                  </a:lnTo>
                  <a:lnTo>
                    <a:pt x="17885" y="29572"/>
                  </a:lnTo>
                  <a:lnTo>
                    <a:pt x="18321" y="30042"/>
                  </a:lnTo>
                  <a:lnTo>
                    <a:pt x="18784" y="30496"/>
                  </a:lnTo>
                  <a:lnTo>
                    <a:pt x="19274" y="30933"/>
                  </a:lnTo>
                  <a:lnTo>
                    <a:pt x="19792" y="31355"/>
                  </a:lnTo>
                  <a:lnTo>
                    <a:pt x="20336" y="31761"/>
                  </a:lnTo>
                  <a:lnTo>
                    <a:pt x="20908" y="32151"/>
                  </a:lnTo>
                  <a:lnTo>
                    <a:pt x="21507" y="32524"/>
                  </a:lnTo>
                  <a:lnTo>
                    <a:pt x="22133" y="32882"/>
                  </a:lnTo>
                  <a:lnTo>
                    <a:pt x="22787" y="33223"/>
                  </a:lnTo>
                  <a:lnTo>
                    <a:pt x="23464" y="33551"/>
                  </a:lnTo>
                  <a:lnTo>
                    <a:pt x="24163" y="33868"/>
                  </a:lnTo>
                  <a:lnTo>
                    <a:pt x="24882" y="34174"/>
                  </a:lnTo>
                  <a:lnTo>
                    <a:pt x="25623" y="34468"/>
                  </a:lnTo>
                  <a:lnTo>
                    <a:pt x="26384" y="34752"/>
                  </a:lnTo>
                  <a:lnTo>
                    <a:pt x="27166" y="35024"/>
                  </a:lnTo>
                  <a:lnTo>
                    <a:pt x="27970" y="35285"/>
                  </a:lnTo>
                  <a:lnTo>
                    <a:pt x="28794" y="35535"/>
                  </a:lnTo>
                  <a:lnTo>
                    <a:pt x="29640" y="35774"/>
                  </a:lnTo>
                  <a:lnTo>
                    <a:pt x="30506" y="36002"/>
                  </a:lnTo>
                  <a:lnTo>
                    <a:pt x="31389" y="36224"/>
                  </a:lnTo>
                  <a:lnTo>
                    <a:pt x="32282" y="36447"/>
                  </a:lnTo>
                  <a:lnTo>
                    <a:pt x="33187" y="36669"/>
                  </a:lnTo>
                  <a:lnTo>
                    <a:pt x="34103" y="36891"/>
                  </a:lnTo>
                  <a:lnTo>
                    <a:pt x="35030" y="37114"/>
                  </a:lnTo>
                  <a:lnTo>
                    <a:pt x="35968" y="37336"/>
                  </a:lnTo>
                  <a:lnTo>
                    <a:pt x="36917" y="37558"/>
                  </a:lnTo>
                  <a:lnTo>
                    <a:pt x="37877" y="37781"/>
                  </a:lnTo>
                  <a:lnTo>
                    <a:pt x="38848" y="38003"/>
                  </a:lnTo>
                  <a:lnTo>
                    <a:pt x="39831" y="38225"/>
                  </a:lnTo>
                  <a:lnTo>
                    <a:pt x="40633" y="38411"/>
                  </a:lnTo>
                  <a:lnTo>
                    <a:pt x="41434" y="38598"/>
                  </a:lnTo>
                  <a:lnTo>
                    <a:pt x="42234" y="38787"/>
                  </a:lnTo>
                  <a:lnTo>
                    <a:pt x="43032" y="38976"/>
                  </a:lnTo>
                  <a:lnTo>
                    <a:pt x="43830" y="39167"/>
                  </a:lnTo>
                  <a:lnTo>
                    <a:pt x="44626" y="39359"/>
                  </a:lnTo>
                  <a:lnTo>
                    <a:pt x="45420" y="39552"/>
                  </a:lnTo>
                  <a:lnTo>
                    <a:pt x="46214" y="39747"/>
                  </a:lnTo>
                  <a:lnTo>
                    <a:pt x="47006" y="39943"/>
                  </a:lnTo>
                  <a:lnTo>
                    <a:pt x="47797" y="40140"/>
                  </a:lnTo>
                  <a:lnTo>
                    <a:pt x="48596" y="40329"/>
                  </a:lnTo>
                  <a:lnTo>
                    <a:pt x="49388" y="40528"/>
                  </a:lnTo>
                  <a:lnTo>
                    <a:pt x="50172" y="40734"/>
                  </a:lnTo>
                  <a:lnTo>
                    <a:pt x="50949" y="40950"/>
                  </a:lnTo>
                  <a:lnTo>
                    <a:pt x="51719" y="41174"/>
                  </a:lnTo>
                  <a:lnTo>
                    <a:pt x="52481" y="41407"/>
                  </a:lnTo>
                  <a:lnTo>
                    <a:pt x="53235" y="41648"/>
                  </a:lnTo>
                  <a:lnTo>
                    <a:pt x="53983" y="41898"/>
                  </a:lnTo>
                  <a:lnTo>
                    <a:pt x="54722" y="42157"/>
                  </a:lnTo>
                  <a:lnTo>
                    <a:pt x="55455" y="42425"/>
                  </a:lnTo>
                  <a:lnTo>
                    <a:pt x="56178" y="42689"/>
                  </a:lnTo>
                  <a:lnTo>
                    <a:pt x="56892" y="42963"/>
                  </a:lnTo>
                  <a:lnTo>
                    <a:pt x="57596" y="43247"/>
                  </a:lnTo>
                  <a:lnTo>
                    <a:pt x="58290" y="43541"/>
                  </a:lnTo>
                  <a:lnTo>
                    <a:pt x="58975" y="43845"/>
                  </a:lnTo>
                  <a:lnTo>
                    <a:pt x="59649" y="44159"/>
                  </a:lnTo>
                  <a:lnTo>
                    <a:pt x="60314" y="44482"/>
                  </a:lnTo>
                  <a:lnTo>
                    <a:pt x="60968" y="44816"/>
                  </a:lnTo>
                  <a:lnTo>
                    <a:pt x="61613" y="45159"/>
                  </a:lnTo>
                  <a:lnTo>
                    <a:pt x="62248" y="45512"/>
                  </a:lnTo>
                  <a:lnTo>
                    <a:pt x="62881" y="45879"/>
                  </a:lnTo>
                  <a:lnTo>
                    <a:pt x="63498" y="46261"/>
                  </a:lnTo>
                  <a:lnTo>
                    <a:pt x="64097" y="46659"/>
                  </a:lnTo>
                  <a:lnTo>
                    <a:pt x="64678" y="47073"/>
                  </a:lnTo>
                  <a:lnTo>
                    <a:pt x="65243" y="47504"/>
                  </a:lnTo>
                  <a:lnTo>
                    <a:pt x="65790" y="47950"/>
                  </a:lnTo>
                  <a:lnTo>
                    <a:pt x="66320" y="48413"/>
                  </a:lnTo>
                  <a:lnTo>
                    <a:pt x="66832" y="48891"/>
                  </a:lnTo>
                  <a:lnTo>
                    <a:pt x="67328" y="49386"/>
                  </a:lnTo>
                  <a:lnTo>
                    <a:pt x="67806" y="49897"/>
                  </a:lnTo>
                  <a:lnTo>
                    <a:pt x="68264" y="50425"/>
                  </a:lnTo>
                  <a:lnTo>
                    <a:pt x="68702" y="50971"/>
                  </a:lnTo>
                  <a:lnTo>
                    <a:pt x="69119" y="51536"/>
                  </a:lnTo>
                  <a:lnTo>
                    <a:pt x="69515" y="52120"/>
                  </a:lnTo>
                  <a:lnTo>
                    <a:pt x="69890" y="52722"/>
                  </a:lnTo>
                  <a:lnTo>
                    <a:pt x="70244" y="53343"/>
                  </a:lnTo>
                  <a:lnTo>
                    <a:pt x="70576" y="53982"/>
                  </a:lnTo>
                  <a:lnTo>
                    <a:pt x="70888" y="54640"/>
                  </a:lnTo>
                  <a:lnTo>
                    <a:pt x="71179" y="55316"/>
                  </a:lnTo>
                  <a:lnTo>
                    <a:pt x="71449" y="56011"/>
                  </a:lnTo>
                  <a:lnTo>
                    <a:pt x="71707" y="56727"/>
                  </a:lnTo>
                  <a:lnTo>
                    <a:pt x="71938" y="57468"/>
                  </a:lnTo>
                  <a:lnTo>
                    <a:pt x="72142" y="58234"/>
                  </a:lnTo>
                  <a:lnTo>
                    <a:pt x="72319" y="59024"/>
                  </a:lnTo>
                  <a:lnTo>
                    <a:pt x="72468" y="59839"/>
                  </a:lnTo>
                  <a:lnTo>
                    <a:pt x="72590" y="60679"/>
                  </a:lnTo>
                  <a:lnTo>
                    <a:pt x="72685" y="61544"/>
                  </a:lnTo>
                  <a:lnTo>
                    <a:pt x="72753" y="62433"/>
                  </a:lnTo>
                  <a:lnTo>
                    <a:pt x="72794" y="63347"/>
                  </a:lnTo>
                  <a:close/>
                </a:path>
              </a:pathLst>
            </a:cu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2155454" y="5967295"/>
              <a:ext cx="67312" cy="87011"/>
            </a:xfrm>
            <a:custGeom>
              <a:avLst/>
              <a:pathLst>
                <a:path w="67312" h="87011">
                  <a:moveTo>
                    <a:pt x="67312" y="26183"/>
                  </a:moveTo>
                  <a:lnTo>
                    <a:pt x="67292" y="27312"/>
                  </a:lnTo>
                  <a:lnTo>
                    <a:pt x="67235" y="28426"/>
                  </a:lnTo>
                  <a:lnTo>
                    <a:pt x="67139" y="29525"/>
                  </a:lnTo>
                  <a:lnTo>
                    <a:pt x="67005" y="30610"/>
                  </a:lnTo>
                  <a:lnTo>
                    <a:pt x="66833" y="31679"/>
                  </a:lnTo>
                  <a:lnTo>
                    <a:pt x="66622" y="32734"/>
                  </a:lnTo>
                  <a:lnTo>
                    <a:pt x="66373" y="33774"/>
                  </a:lnTo>
                  <a:lnTo>
                    <a:pt x="66086" y="34799"/>
                  </a:lnTo>
                  <a:lnTo>
                    <a:pt x="65761" y="35809"/>
                  </a:lnTo>
                  <a:lnTo>
                    <a:pt x="65397" y="36805"/>
                  </a:lnTo>
                  <a:lnTo>
                    <a:pt x="65007" y="37768"/>
                  </a:lnTo>
                  <a:lnTo>
                    <a:pt x="64580" y="38707"/>
                  </a:lnTo>
                  <a:lnTo>
                    <a:pt x="64113" y="39621"/>
                  </a:lnTo>
                  <a:lnTo>
                    <a:pt x="63609" y="40510"/>
                  </a:lnTo>
                  <a:lnTo>
                    <a:pt x="63066" y="41375"/>
                  </a:lnTo>
                  <a:lnTo>
                    <a:pt x="62485" y="42215"/>
                  </a:lnTo>
                  <a:lnTo>
                    <a:pt x="61865" y="43030"/>
                  </a:lnTo>
                  <a:lnTo>
                    <a:pt x="61208" y="43820"/>
                  </a:lnTo>
                  <a:lnTo>
                    <a:pt x="60512" y="44586"/>
                  </a:lnTo>
                  <a:lnTo>
                    <a:pt x="59778" y="45327"/>
                  </a:lnTo>
                  <a:lnTo>
                    <a:pt x="59017" y="46029"/>
                  </a:lnTo>
                  <a:lnTo>
                    <a:pt x="58219" y="46700"/>
                  </a:lnTo>
                  <a:lnTo>
                    <a:pt x="57382" y="47343"/>
                  </a:lnTo>
                  <a:lnTo>
                    <a:pt x="56507" y="47955"/>
                  </a:lnTo>
                  <a:lnTo>
                    <a:pt x="55594" y="48538"/>
                  </a:lnTo>
                  <a:lnTo>
                    <a:pt x="54642" y="49092"/>
                  </a:lnTo>
                  <a:lnTo>
                    <a:pt x="53652" y="49615"/>
                  </a:lnTo>
                  <a:lnTo>
                    <a:pt x="52624" y="50109"/>
                  </a:lnTo>
                  <a:lnTo>
                    <a:pt x="51557" y="50574"/>
                  </a:lnTo>
                  <a:lnTo>
                    <a:pt x="50453" y="51008"/>
                  </a:lnTo>
                  <a:lnTo>
                    <a:pt x="49310" y="51407"/>
                  </a:lnTo>
                  <a:lnTo>
                    <a:pt x="48131" y="51764"/>
                  </a:lnTo>
                  <a:lnTo>
                    <a:pt x="46914" y="52079"/>
                  </a:lnTo>
                  <a:lnTo>
                    <a:pt x="45661" y="52352"/>
                  </a:lnTo>
                  <a:lnTo>
                    <a:pt x="44370" y="52583"/>
                  </a:lnTo>
                  <a:lnTo>
                    <a:pt x="43042" y="52772"/>
                  </a:lnTo>
                  <a:lnTo>
                    <a:pt x="41677" y="52919"/>
                  </a:lnTo>
                  <a:lnTo>
                    <a:pt x="40276" y="53024"/>
                  </a:lnTo>
                  <a:lnTo>
                    <a:pt x="38837" y="53087"/>
                  </a:lnTo>
                  <a:lnTo>
                    <a:pt x="37361" y="53108"/>
                  </a:lnTo>
                  <a:lnTo>
                    <a:pt x="11795" y="53108"/>
                  </a:lnTo>
                  <a:lnTo>
                    <a:pt x="11795" y="87011"/>
                  </a:lnTo>
                  <a:lnTo>
                    <a:pt x="0" y="87011"/>
                  </a:lnTo>
                  <a:lnTo>
                    <a:pt x="0" y="0"/>
                  </a:lnTo>
                  <a:lnTo>
                    <a:pt x="36620" y="0"/>
                  </a:lnTo>
                  <a:lnTo>
                    <a:pt x="38144" y="19"/>
                  </a:lnTo>
                  <a:lnTo>
                    <a:pt x="39628" y="76"/>
                  </a:lnTo>
                  <a:lnTo>
                    <a:pt x="41073" y="172"/>
                  </a:lnTo>
                  <a:lnTo>
                    <a:pt x="42479" y="306"/>
                  </a:lnTo>
                  <a:lnTo>
                    <a:pt x="43845" y="478"/>
                  </a:lnTo>
                  <a:lnTo>
                    <a:pt x="45171" y="689"/>
                  </a:lnTo>
                  <a:lnTo>
                    <a:pt x="46458" y="938"/>
                  </a:lnTo>
                  <a:lnTo>
                    <a:pt x="47706" y="1225"/>
                  </a:lnTo>
                  <a:lnTo>
                    <a:pt x="48914" y="1550"/>
                  </a:lnTo>
                  <a:lnTo>
                    <a:pt x="50082" y="1914"/>
                  </a:lnTo>
                  <a:lnTo>
                    <a:pt x="51212" y="2300"/>
                  </a:lnTo>
                  <a:lnTo>
                    <a:pt x="52303" y="2719"/>
                  </a:lnTo>
                  <a:lnTo>
                    <a:pt x="53356" y="3170"/>
                  </a:lnTo>
                  <a:lnTo>
                    <a:pt x="54370" y="3653"/>
                  </a:lnTo>
                  <a:lnTo>
                    <a:pt x="55347" y="4168"/>
                  </a:lnTo>
                  <a:lnTo>
                    <a:pt x="56285" y="4715"/>
                  </a:lnTo>
                  <a:lnTo>
                    <a:pt x="57184" y="5294"/>
                  </a:lnTo>
                  <a:lnTo>
                    <a:pt x="58046" y="5906"/>
                  </a:lnTo>
                  <a:lnTo>
                    <a:pt x="58869" y="6549"/>
                  </a:lnTo>
                  <a:lnTo>
                    <a:pt x="59654" y="7225"/>
                  </a:lnTo>
                  <a:lnTo>
                    <a:pt x="60401" y="7919"/>
                  </a:lnTo>
                  <a:lnTo>
                    <a:pt x="61109" y="8643"/>
                  </a:lnTo>
                  <a:lnTo>
                    <a:pt x="61779" y="9396"/>
                  </a:lnTo>
                  <a:lnTo>
                    <a:pt x="62411" y="10179"/>
                  </a:lnTo>
                  <a:lnTo>
                    <a:pt x="63004" y="10992"/>
                  </a:lnTo>
                  <a:lnTo>
                    <a:pt x="63559" y="11834"/>
                  </a:lnTo>
                  <a:lnTo>
                    <a:pt x="64076" y="12706"/>
                  </a:lnTo>
                  <a:lnTo>
                    <a:pt x="64555" y="13608"/>
                  </a:lnTo>
                  <a:lnTo>
                    <a:pt x="64995" y="14539"/>
                  </a:lnTo>
                  <a:lnTo>
                    <a:pt x="65397" y="15500"/>
                  </a:lnTo>
                  <a:lnTo>
                    <a:pt x="65761" y="16474"/>
                  </a:lnTo>
                  <a:lnTo>
                    <a:pt x="66086" y="17469"/>
                  </a:lnTo>
                  <a:lnTo>
                    <a:pt x="66373" y="18484"/>
                  </a:lnTo>
                  <a:lnTo>
                    <a:pt x="66622" y="19521"/>
                  </a:lnTo>
                  <a:lnTo>
                    <a:pt x="66833" y="20579"/>
                  </a:lnTo>
                  <a:lnTo>
                    <a:pt x="67005" y="21658"/>
                  </a:lnTo>
                  <a:lnTo>
                    <a:pt x="67139" y="22758"/>
                  </a:lnTo>
                  <a:lnTo>
                    <a:pt x="67235" y="23879"/>
                  </a:lnTo>
                  <a:lnTo>
                    <a:pt x="67292" y="25020"/>
                  </a:lnTo>
                  <a:close/>
                  <a:moveTo>
                    <a:pt x="55455" y="26307"/>
                  </a:moveTo>
                  <a:lnTo>
                    <a:pt x="55404" y="24692"/>
                  </a:lnTo>
                  <a:lnTo>
                    <a:pt x="55252" y="23157"/>
                  </a:lnTo>
                  <a:lnTo>
                    <a:pt x="54999" y="21703"/>
                  </a:lnTo>
                  <a:lnTo>
                    <a:pt x="54645" y="20329"/>
                  </a:lnTo>
                  <a:lnTo>
                    <a:pt x="54189" y="19035"/>
                  </a:lnTo>
                  <a:lnTo>
                    <a:pt x="53632" y="17822"/>
                  </a:lnTo>
                  <a:lnTo>
                    <a:pt x="52973" y="16689"/>
                  </a:lnTo>
                  <a:lnTo>
                    <a:pt x="52214" y="15636"/>
                  </a:lnTo>
                  <a:lnTo>
                    <a:pt x="51353" y="14663"/>
                  </a:lnTo>
                  <a:lnTo>
                    <a:pt x="50391" y="13771"/>
                  </a:lnTo>
                  <a:lnTo>
                    <a:pt x="49327" y="12949"/>
                  </a:lnTo>
                  <a:lnTo>
                    <a:pt x="48163" y="12214"/>
                  </a:lnTo>
                  <a:lnTo>
                    <a:pt x="46897" y="11566"/>
                  </a:lnTo>
                  <a:lnTo>
                    <a:pt x="45530" y="11004"/>
                  </a:lnTo>
                  <a:lnTo>
                    <a:pt x="44061" y="10529"/>
                  </a:lnTo>
                  <a:lnTo>
                    <a:pt x="42491" y="10140"/>
                  </a:lnTo>
                  <a:lnTo>
                    <a:pt x="40820" y="9837"/>
                  </a:lnTo>
                  <a:lnTo>
                    <a:pt x="39048" y="9621"/>
                  </a:lnTo>
                  <a:lnTo>
                    <a:pt x="37174" y="9491"/>
                  </a:lnTo>
                  <a:lnTo>
                    <a:pt x="35199" y="9448"/>
                  </a:lnTo>
                  <a:lnTo>
                    <a:pt x="11795" y="9448"/>
                  </a:lnTo>
                  <a:lnTo>
                    <a:pt x="11795" y="43783"/>
                  </a:lnTo>
                  <a:lnTo>
                    <a:pt x="35693" y="43783"/>
                  </a:lnTo>
                  <a:lnTo>
                    <a:pt x="37677" y="43738"/>
                  </a:lnTo>
                  <a:lnTo>
                    <a:pt x="39552" y="43603"/>
                  </a:lnTo>
                  <a:lnTo>
                    <a:pt x="41318" y="43377"/>
                  </a:lnTo>
                  <a:lnTo>
                    <a:pt x="42975" y="43062"/>
                  </a:lnTo>
                  <a:lnTo>
                    <a:pt x="44524" y="42656"/>
                  </a:lnTo>
                  <a:lnTo>
                    <a:pt x="45964" y="42160"/>
                  </a:lnTo>
                  <a:lnTo>
                    <a:pt x="47296" y="41574"/>
                  </a:lnTo>
                  <a:lnTo>
                    <a:pt x="48519" y="40898"/>
                  </a:lnTo>
                  <a:lnTo>
                    <a:pt x="49633" y="40132"/>
                  </a:lnTo>
                  <a:lnTo>
                    <a:pt x="50638" y="39275"/>
                  </a:lnTo>
                  <a:lnTo>
                    <a:pt x="51553" y="38334"/>
                  </a:lnTo>
                  <a:lnTo>
                    <a:pt x="52372" y="37314"/>
                  </a:lnTo>
                  <a:lnTo>
                    <a:pt x="53094" y="36215"/>
                  </a:lnTo>
                  <a:lnTo>
                    <a:pt x="53721" y="35036"/>
                  </a:lnTo>
                  <a:lnTo>
                    <a:pt x="54251" y="33779"/>
                  </a:lnTo>
                  <a:lnTo>
                    <a:pt x="54684" y="32443"/>
                  </a:lnTo>
                  <a:lnTo>
                    <a:pt x="55021" y="31027"/>
                  </a:lnTo>
                  <a:lnTo>
                    <a:pt x="55262" y="29533"/>
                  </a:lnTo>
                  <a:lnTo>
                    <a:pt x="55407" y="27959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2234746" y="5986254"/>
              <a:ext cx="59716" cy="69288"/>
            </a:xfrm>
            <a:custGeom>
              <a:avLst/>
              <a:pathLst>
                <a:path w="59716" h="69288">
                  <a:moveTo>
                    <a:pt x="59716" y="34582"/>
                  </a:moveTo>
                  <a:lnTo>
                    <a:pt x="59639" y="38000"/>
                  </a:lnTo>
                  <a:lnTo>
                    <a:pt x="59407" y="41239"/>
                  </a:lnTo>
                  <a:lnTo>
                    <a:pt x="59021" y="44299"/>
                  </a:lnTo>
                  <a:lnTo>
                    <a:pt x="58481" y="47180"/>
                  </a:lnTo>
                  <a:lnTo>
                    <a:pt x="57786" y="49881"/>
                  </a:lnTo>
                  <a:lnTo>
                    <a:pt x="56937" y="52404"/>
                  </a:lnTo>
                  <a:lnTo>
                    <a:pt x="55933" y="54748"/>
                  </a:lnTo>
                  <a:lnTo>
                    <a:pt x="54775" y="56912"/>
                  </a:lnTo>
                  <a:lnTo>
                    <a:pt x="53463" y="58898"/>
                  </a:lnTo>
                  <a:lnTo>
                    <a:pt x="51996" y="60704"/>
                  </a:lnTo>
                  <a:lnTo>
                    <a:pt x="50383" y="62335"/>
                  </a:lnTo>
                  <a:lnTo>
                    <a:pt x="48630" y="63794"/>
                  </a:lnTo>
                  <a:lnTo>
                    <a:pt x="46737" y="65082"/>
                  </a:lnTo>
                  <a:lnTo>
                    <a:pt x="44705" y="66197"/>
                  </a:lnTo>
                  <a:lnTo>
                    <a:pt x="42533" y="67142"/>
                  </a:lnTo>
                  <a:lnTo>
                    <a:pt x="40221" y="67914"/>
                  </a:lnTo>
                  <a:lnTo>
                    <a:pt x="37770" y="68515"/>
                  </a:lnTo>
                  <a:lnTo>
                    <a:pt x="35180" y="68944"/>
                  </a:lnTo>
                  <a:lnTo>
                    <a:pt x="32449" y="69202"/>
                  </a:lnTo>
                  <a:lnTo>
                    <a:pt x="29580" y="69288"/>
                  </a:lnTo>
                  <a:lnTo>
                    <a:pt x="28199" y="69267"/>
                  </a:lnTo>
                  <a:lnTo>
                    <a:pt x="26848" y="69204"/>
                  </a:lnTo>
                  <a:lnTo>
                    <a:pt x="25526" y="69099"/>
                  </a:lnTo>
                  <a:lnTo>
                    <a:pt x="24234" y="68952"/>
                  </a:lnTo>
                  <a:lnTo>
                    <a:pt x="22972" y="68763"/>
                  </a:lnTo>
                  <a:lnTo>
                    <a:pt x="21739" y="68532"/>
                  </a:lnTo>
                  <a:lnTo>
                    <a:pt x="20536" y="68259"/>
                  </a:lnTo>
                  <a:lnTo>
                    <a:pt x="19363" y="67944"/>
                  </a:lnTo>
                  <a:lnTo>
                    <a:pt x="18219" y="67587"/>
                  </a:lnTo>
                  <a:lnTo>
                    <a:pt x="17105" y="67188"/>
                  </a:lnTo>
                  <a:lnTo>
                    <a:pt x="16023" y="66746"/>
                  </a:lnTo>
                  <a:lnTo>
                    <a:pt x="14974" y="66259"/>
                  </a:lnTo>
                  <a:lnTo>
                    <a:pt x="13958" y="65728"/>
                  </a:lnTo>
                  <a:lnTo>
                    <a:pt x="12975" y="65153"/>
                  </a:lnTo>
                  <a:lnTo>
                    <a:pt x="12026" y="64533"/>
                  </a:lnTo>
                  <a:lnTo>
                    <a:pt x="11110" y="63868"/>
                  </a:lnTo>
                  <a:lnTo>
                    <a:pt x="10228" y="63159"/>
                  </a:lnTo>
                  <a:lnTo>
                    <a:pt x="9379" y="62406"/>
                  </a:lnTo>
                  <a:lnTo>
                    <a:pt x="8563" y="61608"/>
                  </a:lnTo>
                  <a:lnTo>
                    <a:pt x="7781" y="60766"/>
                  </a:lnTo>
                  <a:lnTo>
                    <a:pt x="7044" y="59879"/>
                  </a:lnTo>
                  <a:lnTo>
                    <a:pt x="6343" y="58950"/>
                  </a:lnTo>
                  <a:lnTo>
                    <a:pt x="5676" y="57977"/>
                  </a:lnTo>
                  <a:lnTo>
                    <a:pt x="5044" y="56962"/>
                  </a:lnTo>
                  <a:lnTo>
                    <a:pt x="4446" y="55902"/>
                  </a:lnTo>
                  <a:lnTo>
                    <a:pt x="3883" y="54800"/>
                  </a:lnTo>
                  <a:lnTo>
                    <a:pt x="3354" y="53655"/>
                  </a:lnTo>
                  <a:lnTo>
                    <a:pt x="2860" y="52466"/>
                  </a:lnTo>
                  <a:lnTo>
                    <a:pt x="2401" y="51234"/>
                  </a:lnTo>
                  <a:lnTo>
                    <a:pt x="1976" y="49959"/>
                  </a:lnTo>
                  <a:lnTo>
                    <a:pt x="1600" y="48627"/>
                  </a:lnTo>
                  <a:lnTo>
                    <a:pt x="1264" y="47249"/>
                  </a:lnTo>
                  <a:lnTo>
                    <a:pt x="968" y="45825"/>
                  </a:lnTo>
                  <a:lnTo>
                    <a:pt x="711" y="44356"/>
                  </a:lnTo>
                  <a:lnTo>
                    <a:pt x="494" y="42841"/>
                  </a:lnTo>
                  <a:lnTo>
                    <a:pt x="316" y="41281"/>
                  </a:lnTo>
                  <a:lnTo>
                    <a:pt x="177" y="39675"/>
                  </a:lnTo>
                  <a:lnTo>
                    <a:pt x="79" y="38023"/>
                  </a:lnTo>
                  <a:lnTo>
                    <a:pt x="19" y="36325"/>
                  </a:lnTo>
                  <a:lnTo>
                    <a:pt x="0" y="34582"/>
                  </a:lnTo>
                  <a:lnTo>
                    <a:pt x="299" y="28011"/>
                  </a:lnTo>
                  <a:lnTo>
                    <a:pt x="1198" y="22132"/>
                  </a:lnTo>
                  <a:lnTo>
                    <a:pt x="2695" y="16945"/>
                  </a:lnTo>
                  <a:lnTo>
                    <a:pt x="4792" y="12449"/>
                  </a:lnTo>
                  <a:lnTo>
                    <a:pt x="7487" y="8645"/>
                  </a:lnTo>
                  <a:lnTo>
                    <a:pt x="10782" y="5533"/>
                  </a:lnTo>
                  <a:lnTo>
                    <a:pt x="14675" y="3112"/>
                  </a:lnTo>
                  <a:lnTo>
                    <a:pt x="19168" y="1383"/>
                  </a:lnTo>
                  <a:lnTo>
                    <a:pt x="24260" y="345"/>
                  </a:lnTo>
                  <a:lnTo>
                    <a:pt x="29950" y="0"/>
                  </a:lnTo>
                  <a:lnTo>
                    <a:pt x="31485" y="21"/>
                  </a:lnTo>
                  <a:lnTo>
                    <a:pt x="32976" y="86"/>
                  </a:lnTo>
                  <a:lnTo>
                    <a:pt x="34424" y="194"/>
                  </a:lnTo>
                  <a:lnTo>
                    <a:pt x="35829" y="345"/>
                  </a:lnTo>
                  <a:lnTo>
                    <a:pt x="37191" y="540"/>
                  </a:lnTo>
                  <a:lnTo>
                    <a:pt x="38509" y="778"/>
                  </a:lnTo>
                  <a:lnTo>
                    <a:pt x="39785" y="1059"/>
                  </a:lnTo>
                  <a:lnTo>
                    <a:pt x="41017" y="1383"/>
                  </a:lnTo>
                  <a:lnTo>
                    <a:pt x="42205" y="1750"/>
                  </a:lnTo>
                  <a:lnTo>
                    <a:pt x="43351" y="2161"/>
                  </a:lnTo>
                  <a:lnTo>
                    <a:pt x="44466" y="2615"/>
                  </a:lnTo>
                  <a:lnTo>
                    <a:pt x="45539" y="3112"/>
                  </a:lnTo>
                  <a:lnTo>
                    <a:pt x="46571" y="3652"/>
                  </a:lnTo>
                  <a:lnTo>
                    <a:pt x="47560" y="4236"/>
                  </a:lnTo>
                  <a:lnTo>
                    <a:pt x="48507" y="4863"/>
                  </a:lnTo>
                  <a:lnTo>
                    <a:pt x="49413" y="5533"/>
                  </a:lnTo>
                  <a:lnTo>
                    <a:pt x="50276" y="6246"/>
                  </a:lnTo>
                  <a:lnTo>
                    <a:pt x="51097" y="7002"/>
                  </a:lnTo>
                  <a:lnTo>
                    <a:pt x="51877" y="7802"/>
                  </a:lnTo>
                  <a:lnTo>
                    <a:pt x="52614" y="8645"/>
                  </a:lnTo>
                  <a:lnTo>
                    <a:pt x="53324" y="9531"/>
                  </a:lnTo>
                  <a:lnTo>
                    <a:pt x="53995" y="10461"/>
                  </a:lnTo>
                  <a:lnTo>
                    <a:pt x="54628" y="11433"/>
                  </a:lnTo>
                  <a:lnTo>
                    <a:pt x="55223" y="12449"/>
                  </a:lnTo>
                  <a:lnTo>
                    <a:pt x="55779" y="13508"/>
                  </a:lnTo>
                  <a:lnTo>
                    <a:pt x="56297" y="14611"/>
                  </a:lnTo>
                  <a:lnTo>
                    <a:pt x="56777" y="15756"/>
                  </a:lnTo>
                  <a:lnTo>
                    <a:pt x="57218" y="16945"/>
                  </a:lnTo>
                  <a:lnTo>
                    <a:pt x="57622" y="18177"/>
                  </a:lnTo>
                  <a:lnTo>
                    <a:pt x="57987" y="19452"/>
                  </a:lnTo>
                  <a:lnTo>
                    <a:pt x="58315" y="20771"/>
                  </a:lnTo>
                  <a:lnTo>
                    <a:pt x="58609" y="22132"/>
                  </a:lnTo>
                  <a:lnTo>
                    <a:pt x="58868" y="23537"/>
                  </a:lnTo>
                  <a:lnTo>
                    <a:pt x="59093" y="24985"/>
                  </a:lnTo>
                  <a:lnTo>
                    <a:pt x="59283" y="26477"/>
                  </a:lnTo>
                  <a:lnTo>
                    <a:pt x="59439" y="28011"/>
                  </a:lnTo>
                  <a:lnTo>
                    <a:pt x="59560" y="29589"/>
                  </a:lnTo>
                  <a:lnTo>
                    <a:pt x="59647" y="31210"/>
                  </a:lnTo>
                  <a:lnTo>
                    <a:pt x="59698" y="32874"/>
                  </a:lnTo>
                  <a:close/>
                  <a:moveTo>
                    <a:pt x="48044" y="34582"/>
                  </a:moveTo>
                  <a:lnTo>
                    <a:pt x="48032" y="33053"/>
                  </a:lnTo>
                  <a:lnTo>
                    <a:pt x="47995" y="31578"/>
                  </a:lnTo>
                  <a:lnTo>
                    <a:pt x="47933" y="30158"/>
                  </a:lnTo>
                  <a:lnTo>
                    <a:pt x="47847" y="28792"/>
                  </a:lnTo>
                  <a:lnTo>
                    <a:pt x="47735" y="27480"/>
                  </a:lnTo>
                  <a:lnTo>
                    <a:pt x="47600" y="26223"/>
                  </a:lnTo>
                  <a:lnTo>
                    <a:pt x="47439" y="25020"/>
                  </a:lnTo>
                  <a:lnTo>
                    <a:pt x="47254" y="23871"/>
                  </a:lnTo>
                  <a:lnTo>
                    <a:pt x="47044" y="22777"/>
                  </a:lnTo>
                  <a:lnTo>
                    <a:pt x="46809" y="21737"/>
                  </a:lnTo>
                  <a:lnTo>
                    <a:pt x="46563" y="20745"/>
                  </a:lnTo>
                  <a:lnTo>
                    <a:pt x="46293" y="19793"/>
                  </a:lnTo>
                  <a:lnTo>
                    <a:pt x="46000" y="18882"/>
                  </a:lnTo>
                  <a:lnTo>
                    <a:pt x="45683" y="18012"/>
                  </a:lnTo>
                  <a:lnTo>
                    <a:pt x="45342" y="17183"/>
                  </a:lnTo>
                  <a:lnTo>
                    <a:pt x="44979" y="16394"/>
                  </a:lnTo>
                  <a:lnTo>
                    <a:pt x="44592" y="15646"/>
                  </a:lnTo>
                  <a:lnTo>
                    <a:pt x="44181" y="14939"/>
                  </a:lnTo>
                  <a:lnTo>
                    <a:pt x="43747" y="14273"/>
                  </a:lnTo>
                  <a:lnTo>
                    <a:pt x="43289" y="13647"/>
                  </a:lnTo>
                  <a:lnTo>
                    <a:pt x="42822" y="13061"/>
                  </a:lnTo>
                  <a:lnTo>
                    <a:pt x="42333" y="12511"/>
                  </a:lnTo>
                  <a:lnTo>
                    <a:pt x="41824" y="11998"/>
                  </a:lnTo>
                  <a:lnTo>
                    <a:pt x="41293" y="11523"/>
                  </a:lnTo>
                  <a:lnTo>
                    <a:pt x="40742" y="11084"/>
                  </a:lnTo>
                  <a:lnTo>
                    <a:pt x="40169" y="10683"/>
                  </a:lnTo>
                  <a:lnTo>
                    <a:pt x="39576" y="10319"/>
                  </a:lnTo>
                  <a:lnTo>
                    <a:pt x="38961" y="9991"/>
                  </a:lnTo>
                  <a:lnTo>
                    <a:pt x="38326" y="9701"/>
                  </a:lnTo>
                  <a:lnTo>
                    <a:pt x="37670" y="9448"/>
                  </a:lnTo>
                  <a:lnTo>
                    <a:pt x="36994" y="9213"/>
                  </a:lnTo>
                  <a:lnTo>
                    <a:pt x="36301" y="9003"/>
                  </a:lnTo>
                  <a:lnTo>
                    <a:pt x="35591" y="8818"/>
                  </a:lnTo>
                  <a:lnTo>
                    <a:pt x="34863" y="8657"/>
                  </a:lnTo>
                  <a:lnTo>
                    <a:pt x="34119" y="8522"/>
                  </a:lnTo>
                  <a:lnTo>
                    <a:pt x="33357" y="8410"/>
                  </a:lnTo>
                  <a:lnTo>
                    <a:pt x="32577" y="8324"/>
                  </a:lnTo>
                  <a:lnTo>
                    <a:pt x="31781" y="8262"/>
                  </a:lnTo>
                  <a:lnTo>
                    <a:pt x="30967" y="8225"/>
                  </a:lnTo>
                  <a:lnTo>
                    <a:pt x="30136" y="8213"/>
                  </a:lnTo>
                  <a:lnTo>
                    <a:pt x="29291" y="8226"/>
                  </a:lnTo>
                  <a:lnTo>
                    <a:pt x="28463" y="8265"/>
                  </a:lnTo>
                  <a:lnTo>
                    <a:pt x="27651" y="8330"/>
                  </a:lnTo>
                  <a:lnTo>
                    <a:pt x="26855" y="8420"/>
                  </a:lnTo>
                  <a:lnTo>
                    <a:pt x="26075" y="8537"/>
                  </a:lnTo>
                  <a:lnTo>
                    <a:pt x="25311" y="8680"/>
                  </a:lnTo>
                  <a:lnTo>
                    <a:pt x="24563" y="8848"/>
                  </a:lnTo>
                  <a:lnTo>
                    <a:pt x="23832" y="9043"/>
                  </a:lnTo>
                  <a:lnTo>
                    <a:pt x="23116" y="9263"/>
                  </a:lnTo>
                  <a:lnTo>
                    <a:pt x="22416" y="9510"/>
                  </a:lnTo>
                  <a:lnTo>
                    <a:pt x="21747" y="9775"/>
                  </a:lnTo>
                  <a:lnTo>
                    <a:pt x="21097" y="10078"/>
                  </a:lnTo>
                  <a:lnTo>
                    <a:pt x="20467" y="10417"/>
                  </a:lnTo>
                  <a:lnTo>
                    <a:pt x="19857" y="10794"/>
                  </a:lnTo>
                  <a:lnTo>
                    <a:pt x="19267" y="11208"/>
                  </a:lnTo>
                  <a:lnTo>
                    <a:pt x="18696" y="11659"/>
                  </a:lnTo>
                  <a:lnTo>
                    <a:pt x="18145" y="12147"/>
                  </a:lnTo>
                  <a:lnTo>
                    <a:pt x="17614" y="12671"/>
                  </a:lnTo>
                  <a:lnTo>
                    <a:pt x="17103" y="13233"/>
                  </a:lnTo>
                  <a:lnTo>
                    <a:pt x="16611" y="13832"/>
                  </a:lnTo>
                  <a:lnTo>
                    <a:pt x="16141" y="14458"/>
                  </a:lnTo>
                  <a:lnTo>
                    <a:pt x="15692" y="15124"/>
                  </a:lnTo>
                  <a:lnTo>
                    <a:pt x="15266" y="15831"/>
                  </a:lnTo>
                  <a:lnTo>
                    <a:pt x="14862" y="16579"/>
                  </a:lnTo>
                  <a:lnTo>
                    <a:pt x="14481" y="17368"/>
                  </a:lnTo>
                  <a:lnTo>
                    <a:pt x="14121" y="18197"/>
                  </a:lnTo>
                  <a:lnTo>
                    <a:pt x="13784" y="19067"/>
                  </a:lnTo>
                  <a:lnTo>
                    <a:pt x="13469" y="19978"/>
                  </a:lnTo>
                  <a:lnTo>
                    <a:pt x="13177" y="20930"/>
                  </a:lnTo>
                  <a:lnTo>
                    <a:pt x="12906" y="21922"/>
                  </a:lnTo>
                  <a:lnTo>
                    <a:pt x="12671" y="22960"/>
                  </a:lnTo>
                  <a:lnTo>
                    <a:pt x="12461" y="24049"/>
                  </a:lnTo>
                  <a:lnTo>
                    <a:pt x="12276" y="25188"/>
                  </a:lnTo>
                  <a:lnTo>
                    <a:pt x="12116" y="26378"/>
                  </a:lnTo>
                  <a:lnTo>
                    <a:pt x="11980" y="27619"/>
                  </a:lnTo>
                  <a:lnTo>
                    <a:pt x="11869" y="28910"/>
                  </a:lnTo>
                  <a:lnTo>
                    <a:pt x="11782" y="30252"/>
                  </a:lnTo>
                  <a:lnTo>
                    <a:pt x="11720" y="31645"/>
                  </a:lnTo>
                  <a:lnTo>
                    <a:pt x="11683" y="33088"/>
                  </a:lnTo>
                  <a:lnTo>
                    <a:pt x="11671" y="34582"/>
                  </a:lnTo>
                  <a:lnTo>
                    <a:pt x="11685" y="36111"/>
                  </a:lnTo>
                  <a:lnTo>
                    <a:pt x="11725" y="37588"/>
                  </a:lnTo>
                  <a:lnTo>
                    <a:pt x="11793" y="39011"/>
                  </a:lnTo>
                  <a:lnTo>
                    <a:pt x="11888" y="40382"/>
                  </a:lnTo>
                  <a:lnTo>
                    <a:pt x="12011" y="41699"/>
                  </a:lnTo>
                  <a:lnTo>
                    <a:pt x="12160" y="42963"/>
                  </a:lnTo>
                  <a:lnTo>
                    <a:pt x="12337" y="44174"/>
                  </a:lnTo>
                  <a:lnTo>
                    <a:pt x="12541" y="45332"/>
                  </a:lnTo>
                  <a:lnTo>
                    <a:pt x="12771" y="46437"/>
                  </a:lnTo>
                  <a:lnTo>
                    <a:pt x="13030" y="47488"/>
                  </a:lnTo>
                  <a:lnTo>
                    <a:pt x="13311" y="48481"/>
                  </a:lnTo>
                  <a:lnTo>
                    <a:pt x="13613" y="49432"/>
                  </a:lnTo>
                  <a:lnTo>
                    <a:pt x="13934" y="50343"/>
                  </a:lnTo>
                  <a:lnTo>
                    <a:pt x="14275" y="51213"/>
                  </a:lnTo>
                  <a:lnTo>
                    <a:pt x="14635" y="52043"/>
                  </a:lnTo>
                  <a:lnTo>
                    <a:pt x="15016" y="52831"/>
                  </a:lnTo>
                  <a:lnTo>
                    <a:pt x="15416" y="53579"/>
                  </a:lnTo>
                  <a:lnTo>
                    <a:pt x="15836" y="54286"/>
                  </a:lnTo>
                  <a:lnTo>
                    <a:pt x="16275" y="54953"/>
                  </a:lnTo>
                  <a:lnTo>
                    <a:pt x="16735" y="55578"/>
                  </a:lnTo>
                  <a:lnTo>
                    <a:pt x="17225" y="56166"/>
                  </a:lnTo>
                  <a:lnTo>
                    <a:pt x="17730" y="56717"/>
                  </a:lnTo>
                  <a:lnTo>
                    <a:pt x="18252" y="57233"/>
                  </a:lnTo>
                  <a:lnTo>
                    <a:pt x="18790" y="57712"/>
                  </a:lnTo>
                  <a:lnTo>
                    <a:pt x="19344" y="58156"/>
                  </a:lnTo>
                  <a:lnTo>
                    <a:pt x="19914" y="58565"/>
                  </a:lnTo>
                  <a:lnTo>
                    <a:pt x="20500" y="58937"/>
                  </a:lnTo>
                  <a:lnTo>
                    <a:pt x="21102" y="59274"/>
                  </a:lnTo>
                  <a:lnTo>
                    <a:pt x="21720" y="59574"/>
                  </a:lnTo>
                  <a:lnTo>
                    <a:pt x="22355" y="59839"/>
                  </a:lnTo>
                  <a:lnTo>
                    <a:pt x="23015" y="60074"/>
                  </a:lnTo>
                  <a:lnTo>
                    <a:pt x="23686" y="60284"/>
                  </a:lnTo>
                  <a:lnTo>
                    <a:pt x="24368" y="60469"/>
                  </a:lnTo>
                  <a:lnTo>
                    <a:pt x="25062" y="60630"/>
                  </a:lnTo>
                  <a:lnTo>
                    <a:pt x="25766" y="60766"/>
                  </a:lnTo>
                  <a:lnTo>
                    <a:pt x="26482" y="60877"/>
                  </a:lnTo>
                  <a:lnTo>
                    <a:pt x="27209" y="60963"/>
                  </a:lnTo>
                  <a:lnTo>
                    <a:pt x="27947" y="61025"/>
                  </a:lnTo>
                  <a:lnTo>
                    <a:pt x="28696" y="61062"/>
                  </a:lnTo>
                  <a:lnTo>
                    <a:pt x="29456" y="61074"/>
                  </a:lnTo>
                  <a:lnTo>
                    <a:pt x="30300" y="61063"/>
                  </a:lnTo>
                  <a:lnTo>
                    <a:pt x="31129" y="61027"/>
                  </a:lnTo>
                  <a:lnTo>
                    <a:pt x="31941" y="60969"/>
                  </a:lnTo>
                  <a:lnTo>
                    <a:pt x="32737" y="60887"/>
                  </a:lnTo>
                  <a:lnTo>
                    <a:pt x="33517" y="60781"/>
                  </a:lnTo>
                  <a:lnTo>
                    <a:pt x="34280" y="60652"/>
                  </a:lnTo>
                  <a:lnTo>
                    <a:pt x="35028" y="60499"/>
                  </a:lnTo>
                  <a:lnTo>
                    <a:pt x="35760" y="60323"/>
                  </a:lnTo>
                  <a:lnTo>
                    <a:pt x="36476" y="60124"/>
                  </a:lnTo>
                  <a:lnTo>
                    <a:pt x="37175" y="59901"/>
                  </a:lnTo>
                  <a:lnTo>
                    <a:pt x="37857" y="59636"/>
                  </a:lnTo>
                  <a:lnTo>
                    <a:pt x="38517" y="59335"/>
                  </a:lnTo>
                  <a:lnTo>
                    <a:pt x="39156" y="58999"/>
                  </a:lnTo>
                  <a:lnTo>
                    <a:pt x="39774" y="58626"/>
                  </a:lnTo>
                  <a:lnTo>
                    <a:pt x="40371" y="58218"/>
                  </a:lnTo>
                  <a:lnTo>
                    <a:pt x="40947" y="57774"/>
                  </a:lnTo>
                  <a:lnTo>
                    <a:pt x="41503" y="57294"/>
                  </a:lnTo>
                  <a:lnTo>
                    <a:pt x="42037" y="56779"/>
                  </a:lnTo>
                  <a:lnTo>
                    <a:pt x="42550" y="56227"/>
                  </a:lnTo>
                  <a:lnTo>
                    <a:pt x="43042" y="55640"/>
                  </a:lnTo>
                  <a:lnTo>
                    <a:pt x="43513" y="55014"/>
                  </a:lnTo>
                  <a:lnTo>
                    <a:pt x="43961" y="54346"/>
                  </a:lnTo>
                  <a:lnTo>
                    <a:pt x="44387" y="53635"/>
                  </a:lnTo>
                  <a:lnTo>
                    <a:pt x="44791" y="52883"/>
                  </a:lnTo>
                  <a:lnTo>
                    <a:pt x="45173" y="52089"/>
                  </a:lnTo>
                  <a:lnTo>
                    <a:pt x="45532" y="51253"/>
                  </a:lnTo>
                  <a:lnTo>
                    <a:pt x="45869" y="50375"/>
                  </a:lnTo>
                  <a:lnTo>
                    <a:pt x="46184" y="49455"/>
                  </a:lnTo>
                  <a:lnTo>
                    <a:pt x="46477" y="48493"/>
                  </a:lnTo>
                  <a:lnTo>
                    <a:pt x="46747" y="47488"/>
                  </a:lnTo>
                  <a:lnTo>
                    <a:pt x="46994" y="46437"/>
                  </a:lnTo>
                  <a:lnTo>
                    <a:pt x="47214" y="45332"/>
                  </a:lnTo>
                  <a:lnTo>
                    <a:pt x="47409" y="44174"/>
                  </a:lnTo>
                  <a:lnTo>
                    <a:pt x="47577" y="42963"/>
                  </a:lnTo>
                  <a:lnTo>
                    <a:pt x="47720" y="41699"/>
                  </a:lnTo>
                  <a:lnTo>
                    <a:pt x="47837" y="40382"/>
                  </a:lnTo>
                  <a:lnTo>
                    <a:pt x="47928" y="39011"/>
                  </a:lnTo>
                  <a:lnTo>
                    <a:pt x="47992" y="37588"/>
                  </a:lnTo>
                  <a:lnTo>
                    <a:pt x="48031" y="36111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08296" y="5962664"/>
              <a:ext cx="11115" cy="91643"/>
            </a:xfrm>
            <a:custGeom>
              <a:avLst/>
              <a:pathLst>
                <a:path w="11115" h="91643">
                  <a:moveTo>
                    <a:pt x="0" y="91643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28180" y="5987489"/>
              <a:ext cx="62680" cy="93063"/>
            </a:xfrm>
            <a:custGeom>
              <a:avLst/>
              <a:pathLst>
                <a:path w="62680" h="93063">
                  <a:moveTo>
                    <a:pt x="36990" y="66817"/>
                  </a:moveTo>
                  <a:lnTo>
                    <a:pt x="36520" y="68016"/>
                  </a:lnTo>
                  <a:lnTo>
                    <a:pt x="36047" y="69189"/>
                  </a:lnTo>
                  <a:lnTo>
                    <a:pt x="35571" y="70337"/>
                  </a:lnTo>
                  <a:lnTo>
                    <a:pt x="35093" y="71461"/>
                  </a:lnTo>
                  <a:lnTo>
                    <a:pt x="34613" y="72561"/>
                  </a:lnTo>
                  <a:lnTo>
                    <a:pt x="34130" y="73635"/>
                  </a:lnTo>
                  <a:lnTo>
                    <a:pt x="33644" y="74685"/>
                  </a:lnTo>
                  <a:lnTo>
                    <a:pt x="33157" y="75710"/>
                  </a:lnTo>
                  <a:lnTo>
                    <a:pt x="32666" y="76711"/>
                  </a:lnTo>
                  <a:lnTo>
                    <a:pt x="32173" y="77686"/>
                  </a:lnTo>
                  <a:lnTo>
                    <a:pt x="31686" y="78647"/>
                  </a:lnTo>
                  <a:lnTo>
                    <a:pt x="31185" y="79578"/>
                  </a:lnTo>
                  <a:lnTo>
                    <a:pt x="30673" y="80480"/>
                  </a:lnTo>
                  <a:lnTo>
                    <a:pt x="30148" y="81352"/>
                  </a:lnTo>
                  <a:lnTo>
                    <a:pt x="29611" y="82194"/>
                  </a:lnTo>
                  <a:lnTo>
                    <a:pt x="29061" y="83007"/>
                  </a:lnTo>
                  <a:lnTo>
                    <a:pt x="28499" y="83790"/>
                  </a:lnTo>
                  <a:lnTo>
                    <a:pt x="27925" y="84543"/>
                  </a:lnTo>
                  <a:lnTo>
                    <a:pt x="27338" y="85267"/>
                  </a:lnTo>
                  <a:lnTo>
                    <a:pt x="26739" y="85961"/>
                  </a:lnTo>
                  <a:lnTo>
                    <a:pt x="26127" y="86636"/>
                  </a:lnTo>
                  <a:lnTo>
                    <a:pt x="25501" y="87278"/>
                  </a:lnTo>
                  <a:lnTo>
                    <a:pt x="24862" y="87886"/>
                  </a:lnTo>
                  <a:lnTo>
                    <a:pt x="24210" y="88461"/>
                  </a:lnTo>
                  <a:lnTo>
                    <a:pt x="23543" y="89003"/>
                  </a:lnTo>
                  <a:lnTo>
                    <a:pt x="22863" y="89511"/>
                  </a:lnTo>
                  <a:lnTo>
                    <a:pt x="22170" y="89986"/>
                  </a:lnTo>
                  <a:lnTo>
                    <a:pt x="21463" y="90427"/>
                  </a:lnTo>
                  <a:lnTo>
                    <a:pt x="20742" y="90836"/>
                  </a:lnTo>
                  <a:lnTo>
                    <a:pt x="20008" y="91210"/>
                  </a:lnTo>
                  <a:lnTo>
                    <a:pt x="19256" y="91562"/>
                  </a:lnTo>
                  <a:lnTo>
                    <a:pt x="18481" y="91877"/>
                  </a:lnTo>
                  <a:lnTo>
                    <a:pt x="17685" y="92155"/>
                  </a:lnTo>
                  <a:lnTo>
                    <a:pt x="16866" y="92396"/>
                  </a:lnTo>
                  <a:lnTo>
                    <a:pt x="16025" y="92600"/>
                  </a:lnTo>
                  <a:lnTo>
                    <a:pt x="15161" y="92767"/>
                  </a:lnTo>
                  <a:lnTo>
                    <a:pt x="14276" y="92896"/>
                  </a:lnTo>
                  <a:lnTo>
                    <a:pt x="13368" y="92989"/>
                  </a:lnTo>
                  <a:lnTo>
                    <a:pt x="12438" y="93044"/>
                  </a:lnTo>
                  <a:lnTo>
                    <a:pt x="11486" y="93063"/>
                  </a:lnTo>
                  <a:lnTo>
                    <a:pt x="11069" y="93062"/>
                  </a:lnTo>
                  <a:lnTo>
                    <a:pt x="10658" y="93058"/>
                  </a:lnTo>
                  <a:lnTo>
                    <a:pt x="10254" y="93052"/>
                  </a:lnTo>
                  <a:lnTo>
                    <a:pt x="9855" y="93043"/>
                  </a:lnTo>
                  <a:lnTo>
                    <a:pt x="9463" y="93032"/>
                  </a:lnTo>
                  <a:lnTo>
                    <a:pt x="9077" y="93019"/>
                  </a:lnTo>
                  <a:lnTo>
                    <a:pt x="8698" y="93002"/>
                  </a:lnTo>
                  <a:lnTo>
                    <a:pt x="8324" y="92984"/>
                  </a:lnTo>
                  <a:lnTo>
                    <a:pt x="7957" y="92963"/>
                  </a:lnTo>
                  <a:lnTo>
                    <a:pt x="7595" y="92939"/>
                  </a:lnTo>
                  <a:lnTo>
                    <a:pt x="7235" y="92912"/>
                  </a:lnTo>
                  <a:lnTo>
                    <a:pt x="6872" y="92878"/>
                  </a:lnTo>
                  <a:lnTo>
                    <a:pt x="6504" y="92838"/>
                  </a:lnTo>
                  <a:lnTo>
                    <a:pt x="6133" y="92791"/>
                  </a:lnTo>
                  <a:lnTo>
                    <a:pt x="5758" y="92739"/>
                  </a:lnTo>
                  <a:lnTo>
                    <a:pt x="5380" y="92680"/>
                  </a:lnTo>
                  <a:lnTo>
                    <a:pt x="4997" y="92615"/>
                  </a:lnTo>
                  <a:lnTo>
                    <a:pt x="4611" y="92544"/>
                  </a:lnTo>
                  <a:lnTo>
                    <a:pt x="4222" y="92467"/>
                  </a:lnTo>
                  <a:lnTo>
                    <a:pt x="3828" y="92384"/>
                  </a:lnTo>
                  <a:lnTo>
                    <a:pt x="3828" y="84047"/>
                  </a:lnTo>
                  <a:lnTo>
                    <a:pt x="4066" y="84083"/>
                  </a:lnTo>
                  <a:lnTo>
                    <a:pt x="4310" y="84116"/>
                  </a:lnTo>
                  <a:lnTo>
                    <a:pt x="4560" y="84147"/>
                  </a:lnTo>
                  <a:lnTo>
                    <a:pt x="4816" y="84175"/>
                  </a:lnTo>
                  <a:lnTo>
                    <a:pt x="5079" y="84201"/>
                  </a:lnTo>
                  <a:lnTo>
                    <a:pt x="5347" y="84225"/>
                  </a:lnTo>
                  <a:lnTo>
                    <a:pt x="5622" y="84246"/>
                  </a:lnTo>
                  <a:lnTo>
                    <a:pt x="5903" y="84264"/>
                  </a:lnTo>
                  <a:lnTo>
                    <a:pt x="6190" y="84280"/>
                  </a:lnTo>
                  <a:lnTo>
                    <a:pt x="6484" y="84294"/>
                  </a:lnTo>
                  <a:lnTo>
                    <a:pt x="6776" y="84317"/>
                  </a:lnTo>
                  <a:lnTo>
                    <a:pt x="7059" y="84338"/>
                  </a:lnTo>
                  <a:lnTo>
                    <a:pt x="7334" y="84357"/>
                  </a:lnTo>
                  <a:lnTo>
                    <a:pt x="7600" y="84373"/>
                  </a:lnTo>
                  <a:lnTo>
                    <a:pt x="7858" y="84387"/>
                  </a:lnTo>
                  <a:lnTo>
                    <a:pt x="8107" y="84398"/>
                  </a:lnTo>
                  <a:lnTo>
                    <a:pt x="8347" y="84406"/>
                  </a:lnTo>
                  <a:lnTo>
                    <a:pt x="8578" y="84412"/>
                  </a:lnTo>
                  <a:lnTo>
                    <a:pt x="8801" y="84416"/>
                  </a:lnTo>
                  <a:lnTo>
                    <a:pt x="9016" y="84417"/>
                  </a:lnTo>
                  <a:lnTo>
                    <a:pt x="9985" y="84381"/>
                  </a:lnTo>
                  <a:lnTo>
                    <a:pt x="10940" y="84272"/>
                  </a:lnTo>
                  <a:lnTo>
                    <a:pt x="11882" y="84090"/>
                  </a:lnTo>
                  <a:lnTo>
                    <a:pt x="12810" y="83834"/>
                  </a:lnTo>
                  <a:lnTo>
                    <a:pt x="13724" y="83507"/>
                  </a:lnTo>
                  <a:lnTo>
                    <a:pt x="14625" y="83106"/>
                  </a:lnTo>
                  <a:lnTo>
                    <a:pt x="15513" y="82632"/>
                  </a:lnTo>
                  <a:lnTo>
                    <a:pt x="16387" y="82086"/>
                  </a:lnTo>
                  <a:lnTo>
                    <a:pt x="17247" y="81466"/>
                  </a:lnTo>
                  <a:lnTo>
                    <a:pt x="18093" y="80774"/>
                  </a:lnTo>
                  <a:lnTo>
                    <a:pt x="18923" y="80002"/>
                  </a:lnTo>
                  <a:lnTo>
                    <a:pt x="19731" y="79144"/>
                  </a:lnTo>
                  <a:lnTo>
                    <a:pt x="20519" y="78199"/>
                  </a:lnTo>
                  <a:lnTo>
                    <a:pt x="21285" y="77167"/>
                  </a:lnTo>
                  <a:lnTo>
                    <a:pt x="22030" y="76050"/>
                  </a:lnTo>
                  <a:lnTo>
                    <a:pt x="22755" y="74846"/>
                  </a:lnTo>
                  <a:lnTo>
                    <a:pt x="23458" y="73555"/>
                  </a:lnTo>
                  <a:lnTo>
                    <a:pt x="24140" y="72178"/>
                  </a:lnTo>
                  <a:lnTo>
                    <a:pt x="24802" y="70714"/>
                  </a:lnTo>
                  <a:lnTo>
                    <a:pt x="25442" y="69164"/>
                  </a:lnTo>
                  <a:lnTo>
                    <a:pt x="26492" y="66509"/>
                  </a:lnTo>
                  <a:lnTo>
                    <a:pt x="0" y="0"/>
                  </a:lnTo>
                  <a:lnTo>
                    <a:pt x="11856" y="0"/>
                  </a:lnTo>
                  <a:lnTo>
                    <a:pt x="25936" y="36928"/>
                  </a:lnTo>
                  <a:lnTo>
                    <a:pt x="26063" y="37273"/>
                  </a:lnTo>
                  <a:lnTo>
                    <a:pt x="26196" y="37640"/>
                  </a:lnTo>
                  <a:lnTo>
                    <a:pt x="26335" y="38029"/>
                  </a:lnTo>
                  <a:lnTo>
                    <a:pt x="26480" y="38440"/>
                  </a:lnTo>
                  <a:lnTo>
                    <a:pt x="26631" y="38874"/>
                  </a:lnTo>
                  <a:lnTo>
                    <a:pt x="26788" y="39329"/>
                  </a:lnTo>
                  <a:lnTo>
                    <a:pt x="26952" y="39807"/>
                  </a:lnTo>
                  <a:lnTo>
                    <a:pt x="27122" y="40308"/>
                  </a:lnTo>
                  <a:lnTo>
                    <a:pt x="27298" y="40830"/>
                  </a:lnTo>
                  <a:lnTo>
                    <a:pt x="27480" y="41375"/>
                  </a:lnTo>
                  <a:lnTo>
                    <a:pt x="27677" y="41931"/>
                  </a:lnTo>
                  <a:lnTo>
                    <a:pt x="27873" y="42486"/>
                  </a:lnTo>
                  <a:lnTo>
                    <a:pt x="28067" y="43042"/>
                  </a:lnTo>
                  <a:lnTo>
                    <a:pt x="28261" y="43598"/>
                  </a:lnTo>
                  <a:lnTo>
                    <a:pt x="28453" y="44154"/>
                  </a:lnTo>
                  <a:lnTo>
                    <a:pt x="28644" y="44710"/>
                  </a:lnTo>
                  <a:lnTo>
                    <a:pt x="28833" y="45265"/>
                  </a:lnTo>
                  <a:lnTo>
                    <a:pt x="29021" y="45821"/>
                  </a:lnTo>
                  <a:lnTo>
                    <a:pt x="29209" y="46377"/>
                  </a:lnTo>
                  <a:lnTo>
                    <a:pt x="29394" y="46933"/>
                  </a:lnTo>
                  <a:lnTo>
                    <a:pt x="29590" y="47483"/>
                  </a:lnTo>
                  <a:lnTo>
                    <a:pt x="29780" y="48022"/>
                  </a:lnTo>
                  <a:lnTo>
                    <a:pt x="29965" y="48550"/>
                  </a:lnTo>
                  <a:lnTo>
                    <a:pt x="30145" y="49067"/>
                  </a:lnTo>
                  <a:lnTo>
                    <a:pt x="30321" y="49573"/>
                  </a:lnTo>
                  <a:lnTo>
                    <a:pt x="30491" y="50067"/>
                  </a:lnTo>
                  <a:lnTo>
                    <a:pt x="30657" y="50551"/>
                  </a:lnTo>
                  <a:lnTo>
                    <a:pt x="30817" y="51023"/>
                  </a:lnTo>
                  <a:lnTo>
                    <a:pt x="30973" y="51485"/>
                  </a:lnTo>
                  <a:lnTo>
                    <a:pt x="31124" y="51935"/>
                  </a:lnTo>
                  <a:lnTo>
                    <a:pt x="31266" y="52363"/>
                  </a:lnTo>
                  <a:lnTo>
                    <a:pt x="31395" y="52757"/>
                  </a:lnTo>
                  <a:lnTo>
                    <a:pt x="31513" y="53119"/>
                  </a:lnTo>
                  <a:lnTo>
                    <a:pt x="31618" y="53446"/>
                  </a:lnTo>
                  <a:lnTo>
                    <a:pt x="31710" y="53741"/>
                  </a:lnTo>
                  <a:lnTo>
                    <a:pt x="31791" y="54002"/>
                  </a:lnTo>
                  <a:lnTo>
                    <a:pt x="31858" y="54230"/>
                  </a:lnTo>
                  <a:lnTo>
                    <a:pt x="31914" y="54425"/>
                  </a:lnTo>
                  <a:lnTo>
                    <a:pt x="31957" y="54586"/>
                  </a:lnTo>
                  <a:lnTo>
                    <a:pt x="31988" y="54714"/>
                  </a:lnTo>
                  <a:lnTo>
                    <a:pt x="32030" y="54565"/>
                  </a:lnTo>
                  <a:lnTo>
                    <a:pt x="32082" y="54390"/>
                  </a:lnTo>
                  <a:lnTo>
                    <a:pt x="32144" y="54189"/>
                  </a:lnTo>
                  <a:lnTo>
                    <a:pt x="32215" y="53963"/>
                  </a:lnTo>
                  <a:lnTo>
                    <a:pt x="32297" y="53710"/>
                  </a:lnTo>
                  <a:lnTo>
                    <a:pt x="32388" y="53432"/>
                  </a:lnTo>
                  <a:lnTo>
                    <a:pt x="32490" y="53127"/>
                  </a:lnTo>
                  <a:lnTo>
                    <a:pt x="32601" y="52797"/>
                  </a:lnTo>
                  <a:lnTo>
                    <a:pt x="32722" y="52441"/>
                  </a:lnTo>
                  <a:lnTo>
                    <a:pt x="32853" y="52058"/>
                  </a:lnTo>
                  <a:lnTo>
                    <a:pt x="33002" y="51646"/>
                  </a:lnTo>
                  <a:lnTo>
                    <a:pt x="33154" y="51226"/>
                  </a:lnTo>
                  <a:lnTo>
                    <a:pt x="33308" y="50797"/>
                  </a:lnTo>
                  <a:lnTo>
                    <a:pt x="33465" y="50359"/>
                  </a:lnTo>
                  <a:lnTo>
                    <a:pt x="33625" y="49912"/>
                  </a:lnTo>
                  <a:lnTo>
                    <a:pt x="33786" y="49457"/>
                  </a:lnTo>
                  <a:lnTo>
                    <a:pt x="33951" y="48993"/>
                  </a:lnTo>
                  <a:lnTo>
                    <a:pt x="34117" y="48521"/>
                  </a:lnTo>
                  <a:lnTo>
                    <a:pt x="34287" y="48040"/>
                  </a:lnTo>
                  <a:lnTo>
                    <a:pt x="34458" y="47550"/>
                  </a:lnTo>
                  <a:lnTo>
                    <a:pt x="34644" y="47056"/>
                  </a:lnTo>
                  <a:lnTo>
                    <a:pt x="34829" y="46560"/>
                  </a:lnTo>
                  <a:lnTo>
                    <a:pt x="35014" y="46063"/>
                  </a:lnTo>
                  <a:lnTo>
                    <a:pt x="35199" y="45564"/>
                  </a:lnTo>
                  <a:lnTo>
                    <a:pt x="35385" y="45065"/>
                  </a:lnTo>
                  <a:lnTo>
                    <a:pt x="35570" y="44564"/>
                  </a:lnTo>
                  <a:lnTo>
                    <a:pt x="35755" y="44062"/>
                  </a:lnTo>
                  <a:lnTo>
                    <a:pt x="35940" y="43558"/>
                  </a:lnTo>
                  <a:lnTo>
                    <a:pt x="36126" y="43054"/>
                  </a:lnTo>
                  <a:lnTo>
                    <a:pt x="36311" y="42548"/>
                  </a:lnTo>
                  <a:lnTo>
                    <a:pt x="36493" y="42049"/>
                  </a:lnTo>
                  <a:lnTo>
                    <a:pt x="36669" y="41563"/>
                  </a:lnTo>
                  <a:lnTo>
                    <a:pt x="36839" y="41090"/>
                  </a:lnTo>
                  <a:lnTo>
                    <a:pt x="37003" y="40631"/>
                  </a:lnTo>
                  <a:lnTo>
                    <a:pt x="37160" y="40186"/>
                  </a:lnTo>
                  <a:lnTo>
                    <a:pt x="37311" y="39754"/>
                  </a:lnTo>
                  <a:lnTo>
                    <a:pt x="37456" y="39336"/>
                  </a:lnTo>
                  <a:lnTo>
                    <a:pt x="37595" y="38932"/>
                  </a:lnTo>
                  <a:lnTo>
                    <a:pt x="37728" y="38541"/>
                  </a:lnTo>
                  <a:lnTo>
                    <a:pt x="37855" y="38164"/>
                  </a:lnTo>
                  <a:lnTo>
                    <a:pt x="50947" y="0"/>
                  </a:lnTo>
                  <a:lnTo>
                    <a:pt x="62680" y="0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2399507" y="5986254"/>
              <a:ext cx="53726" cy="68053"/>
            </a:xfrm>
            <a:custGeom>
              <a:avLst/>
              <a:pathLst>
                <a:path w="53726" h="68053">
                  <a:moveTo>
                    <a:pt x="42548" y="68053"/>
                  </a:moveTo>
                  <a:lnTo>
                    <a:pt x="42548" y="25689"/>
                  </a:lnTo>
                  <a:lnTo>
                    <a:pt x="42541" y="24730"/>
                  </a:lnTo>
                  <a:lnTo>
                    <a:pt x="42518" y="23802"/>
                  </a:lnTo>
                  <a:lnTo>
                    <a:pt x="42481" y="22907"/>
                  </a:lnTo>
                  <a:lnTo>
                    <a:pt x="42430" y="22043"/>
                  </a:lnTo>
                  <a:lnTo>
                    <a:pt x="42363" y="21212"/>
                  </a:lnTo>
                  <a:lnTo>
                    <a:pt x="42281" y="20413"/>
                  </a:lnTo>
                  <a:lnTo>
                    <a:pt x="42185" y="19646"/>
                  </a:lnTo>
                  <a:lnTo>
                    <a:pt x="42074" y="18911"/>
                  </a:lnTo>
                  <a:lnTo>
                    <a:pt x="41948" y="18208"/>
                  </a:lnTo>
                  <a:lnTo>
                    <a:pt x="41807" y="17538"/>
                  </a:lnTo>
                  <a:lnTo>
                    <a:pt x="41662" y="16896"/>
                  </a:lnTo>
                  <a:lnTo>
                    <a:pt x="41498" y="16280"/>
                  </a:lnTo>
                  <a:lnTo>
                    <a:pt x="41316" y="15691"/>
                  </a:lnTo>
                  <a:lnTo>
                    <a:pt x="41115" y="15127"/>
                  </a:lnTo>
                  <a:lnTo>
                    <a:pt x="40896" y="14589"/>
                  </a:lnTo>
                  <a:lnTo>
                    <a:pt x="40658" y="14077"/>
                  </a:lnTo>
                  <a:lnTo>
                    <a:pt x="40402" y="13591"/>
                  </a:lnTo>
                  <a:lnTo>
                    <a:pt x="40127" y="13131"/>
                  </a:lnTo>
                  <a:lnTo>
                    <a:pt x="39834" y="12697"/>
                  </a:lnTo>
                  <a:lnTo>
                    <a:pt x="39522" y="12289"/>
                  </a:lnTo>
                  <a:lnTo>
                    <a:pt x="39191" y="11893"/>
                  </a:lnTo>
                  <a:lnTo>
                    <a:pt x="38838" y="11523"/>
                  </a:lnTo>
                  <a:lnTo>
                    <a:pt x="38464" y="11177"/>
                  </a:lnTo>
                  <a:lnTo>
                    <a:pt x="38070" y="10856"/>
                  </a:lnTo>
                  <a:lnTo>
                    <a:pt x="37654" y="10559"/>
                  </a:lnTo>
                  <a:lnTo>
                    <a:pt x="37217" y="10288"/>
                  </a:lnTo>
                  <a:lnTo>
                    <a:pt x="36760" y="10041"/>
                  </a:lnTo>
                  <a:lnTo>
                    <a:pt x="36281" y="9818"/>
                  </a:lnTo>
                  <a:lnTo>
                    <a:pt x="35782" y="9621"/>
                  </a:lnTo>
                  <a:lnTo>
                    <a:pt x="35261" y="9448"/>
                  </a:lnTo>
                  <a:lnTo>
                    <a:pt x="34729" y="9284"/>
                  </a:lnTo>
                  <a:lnTo>
                    <a:pt x="34172" y="9137"/>
                  </a:lnTo>
                  <a:lnTo>
                    <a:pt x="33588" y="9007"/>
                  </a:lnTo>
                  <a:lnTo>
                    <a:pt x="32979" y="8895"/>
                  </a:lnTo>
                  <a:lnTo>
                    <a:pt x="32343" y="8799"/>
                  </a:lnTo>
                  <a:lnTo>
                    <a:pt x="31682" y="8722"/>
                  </a:lnTo>
                  <a:lnTo>
                    <a:pt x="30995" y="8661"/>
                  </a:lnTo>
                  <a:lnTo>
                    <a:pt x="30281" y="8618"/>
                  </a:lnTo>
                  <a:lnTo>
                    <a:pt x="29542" y="8592"/>
                  </a:lnTo>
                  <a:lnTo>
                    <a:pt x="28777" y="8583"/>
                  </a:lnTo>
                  <a:lnTo>
                    <a:pt x="27994" y="8598"/>
                  </a:lnTo>
                  <a:lnTo>
                    <a:pt x="27226" y="8640"/>
                  </a:lnTo>
                  <a:lnTo>
                    <a:pt x="26472" y="8711"/>
                  </a:lnTo>
                  <a:lnTo>
                    <a:pt x="25734" y="8811"/>
                  </a:lnTo>
                  <a:lnTo>
                    <a:pt x="25010" y="8938"/>
                  </a:lnTo>
                  <a:lnTo>
                    <a:pt x="24301" y="9095"/>
                  </a:lnTo>
                  <a:lnTo>
                    <a:pt x="23607" y="9279"/>
                  </a:lnTo>
                  <a:lnTo>
                    <a:pt x="22928" y="9492"/>
                  </a:lnTo>
                  <a:lnTo>
                    <a:pt x="22263" y="9734"/>
                  </a:lnTo>
                  <a:lnTo>
                    <a:pt x="21613" y="10004"/>
                  </a:lnTo>
                  <a:lnTo>
                    <a:pt x="20992" y="10288"/>
                  </a:lnTo>
                  <a:lnTo>
                    <a:pt x="20388" y="10599"/>
                  </a:lnTo>
                  <a:lnTo>
                    <a:pt x="19802" y="10936"/>
                  </a:lnTo>
                  <a:lnTo>
                    <a:pt x="19232" y="11298"/>
                  </a:lnTo>
                  <a:lnTo>
                    <a:pt x="18680" y="11686"/>
                  </a:lnTo>
                  <a:lnTo>
                    <a:pt x="18145" y="12101"/>
                  </a:lnTo>
                  <a:lnTo>
                    <a:pt x="17628" y="12541"/>
                  </a:lnTo>
                  <a:lnTo>
                    <a:pt x="17128" y="13007"/>
                  </a:lnTo>
                  <a:lnTo>
                    <a:pt x="16645" y="13500"/>
                  </a:lnTo>
                  <a:lnTo>
                    <a:pt x="16179" y="14018"/>
                  </a:lnTo>
                  <a:lnTo>
                    <a:pt x="15744" y="14549"/>
                  </a:lnTo>
                  <a:lnTo>
                    <a:pt x="15329" y="15107"/>
                  </a:lnTo>
                  <a:lnTo>
                    <a:pt x="14934" y="15691"/>
                  </a:lnTo>
                  <a:lnTo>
                    <a:pt x="14559" y="16300"/>
                  </a:lnTo>
                  <a:lnTo>
                    <a:pt x="14203" y="16936"/>
                  </a:lnTo>
                  <a:lnTo>
                    <a:pt x="13867" y="17597"/>
                  </a:lnTo>
                  <a:lnTo>
                    <a:pt x="13551" y="18284"/>
                  </a:lnTo>
                  <a:lnTo>
                    <a:pt x="13254" y="18998"/>
                  </a:lnTo>
                  <a:lnTo>
                    <a:pt x="12978" y="19737"/>
                  </a:lnTo>
                  <a:lnTo>
                    <a:pt x="12721" y="20502"/>
                  </a:lnTo>
                  <a:lnTo>
                    <a:pt x="12486" y="21279"/>
                  </a:lnTo>
                  <a:lnTo>
                    <a:pt x="12276" y="22080"/>
                  </a:lnTo>
                  <a:lnTo>
                    <a:pt x="12091" y="22905"/>
                  </a:lnTo>
                  <a:lnTo>
                    <a:pt x="11930" y="23753"/>
                  </a:lnTo>
                  <a:lnTo>
                    <a:pt x="11795" y="24624"/>
                  </a:lnTo>
                  <a:lnTo>
                    <a:pt x="11683" y="25519"/>
                  </a:lnTo>
                  <a:lnTo>
                    <a:pt x="11597" y="26437"/>
                  </a:lnTo>
                  <a:lnTo>
                    <a:pt x="11535" y="27379"/>
                  </a:lnTo>
                  <a:lnTo>
                    <a:pt x="11498" y="28344"/>
                  </a:lnTo>
                  <a:lnTo>
                    <a:pt x="11486" y="29333"/>
                  </a:lnTo>
                  <a:lnTo>
                    <a:pt x="11486" y="68053"/>
                  </a:lnTo>
                  <a:lnTo>
                    <a:pt x="370" y="68053"/>
                  </a:lnTo>
                  <a:lnTo>
                    <a:pt x="370" y="15500"/>
                  </a:lnTo>
                  <a:lnTo>
                    <a:pt x="369" y="15078"/>
                  </a:lnTo>
                  <a:lnTo>
                    <a:pt x="368" y="14653"/>
                  </a:lnTo>
                  <a:lnTo>
                    <a:pt x="364" y="14223"/>
                  </a:lnTo>
                  <a:lnTo>
                    <a:pt x="360" y="13790"/>
                  </a:lnTo>
                  <a:lnTo>
                    <a:pt x="355" y="13354"/>
                  </a:lnTo>
                  <a:lnTo>
                    <a:pt x="348" y="12914"/>
                  </a:lnTo>
                  <a:lnTo>
                    <a:pt x="340" y="12470"/>
                  </a:lnTo>
                  <a:lnTo>
                    <a:pt x="331" y="12022"/>
                  </a:lnTo>
                  <a:lnTo>
                    <a:pt x="320" y="11570"/>
                  </a:lnTo>
                  <a:lnTo>
                    <a:pt x="308" y="11115"/>
                  </a:lnTo>
                  <a:lnTo>
                    <a:pt x="308" y="10649"/>
                  </a:lnTo>
                  <a:lnTo>
                    <a:pt x="306" y="10189"/>
                  </a:lnTo>
                  <a:lnTo>
                    <a:pt x="303" y="9735"/>
                  </a:lnTo>
                  <a:lnTo>
                    <a:pt x="298" y="9287"/>
                  </a:lnTo>
                  <a:lnTo>
                    <a:pt x="293" y="8846"/>
                  </a:lnTo>
                  <a:lnTo>
                    <a:pt x="286" y="8410"/>
                  </a:lnTo>
                  <a:lnTo>
                    <a:pt x="278" y="7981"/>
                  </a:lnTo>
                  <a:lnTo>
                    <a:pt x="269" y="7558"/>
                  </a:lnTo>
                  <a:lnTo>
                    <a:pt x="258" y="7141"/>
                  </a:lnTo>
                  <a:lnTo>
                    <a:pt x="247" y="6731"/>
                  </a:lnTo>
                  <a:lnTo>
                    <a:pt x="234" y="6317"/>
                  </a:lnTo>
                  <a:lnTo>
                    <a:pt x="222" y="5916"/>
                  </a:lnTo>
                  <a:lnTo>
                    <a:pt x="209" y="5526"/>
                  </a:lnTo>
                  <a:lnTo>
                    <a:pt x="197" y="5150"/>
                  </a:lnTo>
                  <a:lnTo>
                    <a:pt x="185" y="4785"/>
                  </a:lnTo>
                  <a:lnTo>
                    <a:pt x="172" y="4433"/>
                  </a:lnTo>
                  <a:lnTo>
                    <a:pt x="160" y="4094"/>
                  </a:lnTo>
                  <a:lnTo>
                    <a:pt x="148" y="3767"/>
                  </a:lnTo>
                  <a:lnTo>
                    <a:pt x="135" y="3452"/>
                  </a:lnTo>
                  <a:lnTo>
                    <a:pt x="123" y="3149"/>
                  </a:lnTo>
                  <a:lnTo>
                    <a:pt x="111" y="2863"/>
                  </a:lnTo>
                  <a:lnTo>
                    <a:pt x="98" y="2598"/>
                  </a:lnTo>
                  <a:lnTo>
                    <a:pt x="86" y="2354"/>
                  </a:lnTo>
                  <a:lnTo>
                    <a:pt x="74" y="2131"/>
                  </a:lnTo>
                  <a:lnTo>
                    <a:pt x="61" y="1929"/>
                  </a:lnTo>
                  <a:lnTo>
                    <a:pt x="49" y="1748"/>
                  </a:lnTo>
                  <a:lnTo>
                    <a:pt x="37" y="1588"/>
                  </a:lnTo>
                  <a:lnTo>
                    <a:pt x="0" y="1235"/>
                  </a:lnTo>
                  <a:lnTo>
                    <a:pt x="10535" y="1514"/>
                  </a:lnTo>
                  <a:lnTo>
                    <a:pt x="10547" y="1650"/>
                  </a:lnTo>
                  <a:lnTo>
                    <a:pt x="10559" y="1806"/>
                  </a:lnTo>
                  <a:lnTo>
                    <a:pt x="10572" y="1983"/>
                  </a:lnTo>
                  <a:lnTo>
                    <a:pt x="10584" y="2181"/>
                  </a:lnTo>
                  <a:lnTo>
                    <a:pt x="10597" y="2401"/>
                  </a:lnTo>
                  <a:lnTo>
                    <a:pt x="10609" y="2641"/>
                  </a:lnTo>
                  <a:lnTo>
                    <a:pt x="10621" y="2902"/>
                  </a:lnTo>
                  <a:lnTo>
                    <a:pt x="10634" y="3178"/>
                  </a:lnTo>
                  <a:lnTo>
                    <a:pt x="10646" y="3463"/>
                  </a:lnTo>
                  <a:lnTo>
                    <a:pt x="10658" y="3756"/>
                  </a:lnTo>
                  <a:lnTo>
                    <a:pt x="10671" y="4058"/>
                  </a:lnTo>
                  <a:lnTo>
                    <a:pt x="10683" y="4369"/>
                  </a:lnTo>
                  <a:lnTo>
                    <a:pt x="10695" y="4688"/>
                  </a:lnTo>
                  <a:lnTo>
                    <a:pt x="10708" y="5016"/>
                  </a:lnTo>
                  <a:lnTo>
                    <a:pt x="10720" y="5352"/>
                  </a:lnTo>
                  <a:lnTo>
                    <a:pt x="10732" y="5698"/>
                  </a:lnTo>
                  <a:lnTo>
                    <a:pt x="10745" y="6051"/>
                  </a:lnTo>
                  <a:lnTo>
                    <a:pt x="10769" y="6398"/>
                  </a:lnTo>
                  <a:lnTo>
                    <a:pt x="10792" y="6748"/>
                  </a:lnTo>
                  <a:lnTo>
                    <a:pt x="10813" y="7100"/>
                  </a:lnTo>
                  <a:lnTo>
                    <a:pt x="10834" y="7454"/>
                  </a:lnTo>
                  <a:lnTo>
                    <a:pt x="10853" y="7811"/>
                  </a:lnTo>
                  <a:lnTo>
                    <a:pt x="10871" y="8171"/>
                  </a:lnTo>
                  <a:lnTo>
                    <a:pt x="10887" y="8533"/>
                  </a:lnTo>
                  <a:lnTo>
                    <a:pt x="10903" y="8897"/>
                  </a:lnTo>
                  <a:lnTo>
                    <a:pt x="10917" y="9264"/>
                  </a:lnTo>
                  <a:lnTo>
                    <a:pt x="10930" y="9633"/>
                  </a:lnTo>
                  <a:lnTo>
                    <a:pt x="10942" y="9986"/>
                  </a:lnTo>
                  <a:lnTo>
                    <a:pt x="10952" y="10327"/>
                  </a:lnTo>
                  <a:lnTo>
                    <a:pt x="10961" y="10658"/>
                  </a:lnTo>
                  <a:lnTo>
                    <a:pt x="10970" y="10977"/>
                  </a:lnTo>
                  <a:lnTo>
                    <a:pt x="10976" y="11285"/>
                  </a:lnTo>
                  <a:lnTo>
                    <a:pt x="10982" y="11582"/>
                  </a:lnTo>
                  <a:lnTo>
                    <a:pt x="10986" y="11868"/>
                  </a:lnTo>
                  <a:lnTo>
                    <a:pt x="10989" y="12143"/>
                  </a:lnTo>
                  <a:lnTo>
                    <a:pt x="10991" y="12407"/>
                  </a:lnTo>
                  <a:lnTo>
                    <a:pt x="10992" y="12659"/>
                  </a:lnTo>
                  <a:lnTo>
                    <a:pt x="11177" y="12659"/>
                  </a:lnTo>
                  <a:lnTo>
                    <a:pt x="11501" y="12084"/>
                  </a:lnTo>
                  <a:lnTo>
                    <a:pt x="11832" y="11520"/>
                  </a:lnTo>
                  <a:lnTo>
                    <a:pt x="12168" y="10968"/>
                  </a:lnTo>
                  <a:lnTo>
                    <a:pt x="12511" y="10426"/>
                  </a:lnTo>
                  <a:lnTo>
                    <a:pt x="12860" y="9896"/>
                  </a:lnTo>
                  <a:lnTo>
                    <a:pt x="13215" y="9376"/>
                  </a:lnTo>
                  <a:lnTo>
                    <a:pt x="13576" y="8868"/>
                  </a:lnTo>
                  <a:lnTo>
                    <a:pt x="13944" y="8371"/>
                  </a:lnTo>
                  <a:lnTo>
                    <a:pt x="14317" y="7885"/>
                  </a:lnTo>
                  <a:lnTo>
                    <a:pt x="14697" y="7410"/>
                  </a:lnTo>
                  <a:lnTo>
                    <a:pt x="15086" y="6948"/>
                  </a:lnTo>
                  <a:lnTo>
                    <a:pt x="15487" y="6501"/>
                  </a:lnTo>
                  <a:lnTo>
                    <a:pt x="15901" y="6069"/>
                  </a:lnTo>
                  <a:lnTo>
                    <a:pt x="16327" y="5651"/>
                  </a:lnTo>
                  <a:lnTo>
                    <a:pt x="16766" y="5249"/>
                  </a:lnTo>
                  <a:lnTo>
                    <a:pt x="17217" y="4861"/>
                  </a:lnTo>
                  <a:lnTo>
                    <a:pt x="17680" y="4488"/>
                  </a:lnTo>
                  <a:lnTo>
                    <a:pt x="18155" y="4130"/>
                  </a:lnTo>
                  <a:lnTo>
                    <a:pt x="18643" y="3786"/>
                  </a:lnTo>
                  <a:lnTo>
                    <a:pt x="19143" y="3458"/>
                  </a:lnTo>
                  <a:lnTo>
                    <a:pt x="19657" y="3132"/>
                  </a:lnTo>
                  <a:lnTo>
                    <a:pt x="20186" y="2823"/>
                  </a:lnTo>
                  <a:lnTo>
                    <a:pt x="20729" y="2530"/>
                  </a:lnTo>
                  <a:lnTo>
                    <a:pt x="21287" y="2252"/>
                  </a:lnTo>
                  <a:lnTo>
                    <a:pt x="21860" y="1991"/>
                  </a:lnTo>
                  <a:lnTo>
                    <a:pt x="22448" y="1746"/>
                  </a:lnTo>
                  <a:lnTo>
                    <a:pt x="23051" y="1517"/>
                  </a:lnTo>
                  <a:lnTo>
                    <a:pt x="23669" y="1304"/>
                  </a:lnTo>
                  <a:lnTo>
                    <a:pt x="24301" y="1107"/>
                  </a:lnTo>
                  <a:lnTo>
                    <a:pt x="24948" y="926"/>
                  </a:lnTo>
                  <a:lnTo>
                    <a:pt x="25613" y="750"/>
                  </a:lnTo>
                  <a:lnTo>
                    <a:pt x="26299" y="592"/>
                  </a:lnTo>
                  <a:lnTo>
                    <a:pt x="27006" y="453"/>
                  </a:lnTo>
                  <a:lnTo>
                    <a:pt x="27735" y="333"/>
                  </a:lnTo>
                  <a:lnTo>
                    <a:pt x="28484" y="231"/>
                  </a:lnTo>
                  <a:lnTo>
                    <a:pt x="29254" y="148"/>
                  </a:lnTo>
                  <a:lnTo>
                    <a:pt x="30045" y="83"/>
                  </a:lnTo>
                  <a:lnTo>
                    <a:pt x="30857" y="37"/>
                  </a:lnTo>
                  <a:lnTo>
                    <a:pt x="31690" y="9"/>
                  </a:lnTo>
                  <a:lnTo>
                    <a:pt x="32544" y="0"/>
                  </a:lnTo>
                  <a:lnTo>
                    <a:pt x="33640" y="13"/>
                  </a:lnTo>
                  <a:lnTo>
                    <a:pt x="34705" y="54"/>
                  </a:lnTo>
                  <a:lnTo>
                    <a:pt x="35740" y="122"/>
                  </a:lnTo>
                  <a:lnTo>
                    <a:pt x="36743" y="217"/>
                  </a:lnTo>
                  <a:lnTo>
                    <a:pt x="37716" y="339"/>
                  </a:lnTo>
                  <a:lnTo>
                    <a:pt x="38658" y="489"/>
                  </a:lnTo>
                  <a:lnTo>
                    <a:pt x="39568" y="665"/>
                  </a:lnTo>
                  <a:lnTo>
                    <a:pt x="40448" y="869"/>
                  </a:lnTo>
                  <a:lnTo>
                    <a:pt x="41298" y="1100"/>
                  </a:lnTo>
                  <a:lnTo>
                    <a:pt x="42116" y="1358"/>
                  </a:lnTo>
                  <a:lnTo>
                    <a:pt x="42904" y="1645"/>
                  </a:lnTo>
                  <a:lnTo>
                    <a:pt x="43665" y="1961"/>
                  </a:lnTo>
                  <a:lnTo>
                    <a:pt x="44396" y="2307"/>
                  </a:lnTo>
                  <a:lnTo>
                    <a:pt x="45100" y="2682"/>
                  </a:lnTo>
                  <a:lnTo>
                    <a:pt x="45775" y="3087"/>
                  </a:lnTo>
                  <a:lnTo>
                    <a:pt x="46421" y="3522"/>
                  </a:lnTo>
                  <a:lnTo>
                    <a:pt x="47039" y="3986"/>
                  </a:lnTo>
                  <a:lnTo>
                    <a:pt x="47629" y="4480"/>
                  </a:lnTo>
                  <a:lnTo>
                    <a:pt x="48191" y="5004"/>
                  </a:lnTo>
                  <a:lnTo>
                    <a:pt x="48724" y="5557"/>
                  </a:lnTo>
                  <a:lnTo>
                    <a:pt x="49228" y="6142"/>
                  </a:lnTo>
                  <a:lnTo>
                    <a:pt x="49704" y="6760"/>
                  </a:lnTo>
                  <a:lnTo>
                    <a:pt x="50152" y="7412"/>
                  </a:lnTo>
                  <a:lnTo>
                    <a:pt x="50571" y="8097"/>
                  </a:lnTo>
                  <a:lnTo>
                    <a:pt x="50962" y="8815"/>
                  </a:lnTo>
                  <a:lnTo>
                    <a:pt x="51325" y="9566"/>
                  </a:lnTo>
                  <a:lnTo>
                    <a:pt x="51659" y="10351"/>
                  </a:lnTo>
                  <a:lnTo>
                    <a:pt x="51964" y="11170"/>
                  </a:lnTo>
                  <a:lnTo>
                    <a:pt x="52242" y="12021"/>
                  </a:lnTo>
                  <a:lnTo>
                    <a:pt x="52491" y="12906"/>
                  </a:lnTo>
                  <a:lnTo>
                    <a:pt x="52725" y="13813"/>
                  </a:lnTo>
                  <a:lnTo>
                    <a:pt x="52935" y="14754"/>
                  </a:lnTo>
                  <a:lnTo>
                    <a:pt x="53120" y="15730"/>
                  </a:lnTo>
                  <a:lnTo>
                    <a:pt x="53281" y="16740"/>
                  </a:lnTo>
                  <a:lnTo>
                    <a:pt x="53417" y="17785"/>
                  </a:lnTo>
                  <a:lnTo>
                    <a:pt x="53528" y="18864"/>
                  </a:lnTo>
                  <a:lnTo>
                    <a:pt x="53614" y="19978"/>
                  </a:lnTo>
                  <a:lnTo>
                    <a:pt x="53676" y="21127"/>
                  </a:lnTo>
                  <a:lnTo>
                    <a:pt x="53713" y="22310"/>
                  </a:lnTo>
                  <a:lnTo>
                    <a:pt x="53726" y="23528"/>
                  </a:lnTo>
                  <a:lnTo>
                    <a:pt x="53726" y="68053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2466757" y="5986254"/>
              <a:ext cx="59716" cy="69288"/>
            </a:xfrm>
            <a:custGeom>
              <a:avLst/>
              <a:pathLst>
                <a:path w="59716" h="69288">
                  <a:moveTo>
                    <a:pt x="59716" y="34582"/>
                  </a:moveTo>
                  <a:lnTo>
                    <a:pt x="59639" y="38000"/>
                  </a:lnTo>
                  <a:lnTo>
                    <a:pt x="59407" y="41239"/>
                  </a:lnTo>
                  <a:lnTo>
                    <a:pt x="59021" y="44299"/>
                  </a:lnTo>
                  <a:lnTo>
                    <a:pt x="58481" y="47180"/>
                  </a:lnTo>
                  <a:lnTo>
                    <a:pt x="57786" y="49881"/>
                  </a:lnTo>
                  <a:lnTo>
                    <a:pt x="56937" y="52404"/>
                  </a:lnTo>
                  <a:lnTo>
                    <a:pt x="55933" y="54748"/>
                  </a:lnTo>
                  <a:lnTo>
                    <a:pt x="54775" y="56912"/>
                  </a:lnTo>
                  <a:lnTo>
                    <a:pt x="53463" y="58898"/>
                  </a:lnTo>
                  <a:lnTo>
                    <a:pt x="51996" y="60704"/>
                  </a:lnTo>
                  <a:lnTo>
                    <a:pt x="50383" y="62335"/>
                  </a:lnTo>
                  <a:lnTo>
                    <a:pt x="48630" y="63794"/>
                  </a:lnTo>
                  <a:lnTo>
                    <a:pt x="46737" y="65082"/>
                  </a:lnTo>
                  <a:lnTo>
                    <a:pt x="44705" y="66197"/>
                  </a:lnTo>
                  <a:lnTo>
                    <a:pt x="42533" y="67142"/>
                  </a:lnTo>
                  <a:lnTo>
                    <a:pt x="40221" y="67914"/>
                  </a:lnTo>
                  <a:lnTo>
                    <a:pt x="37770" y="68515"/>
                  </a:lnTo>
                  <a:lnTo>
                    <a:pt x="35180" y="68944"/>
                  </a:lnTo>
                  <a:lnTo>
                    <a:pt x="32449" y="69202"/>
                  </a:lnTo>
                  <a:lnTo>
                    <a:pt x="29580" y="69288"/>
                  </a:lnTo>
                  <a:lnTo>
                    <a:pt x="28199" y="69267"/>
                  </a:lnTo>
                  <a:lnTo>
                    <a:pt x="26848" y="69204"/>
                  </a:lnTo>
                  <a:lnTo>
                    <a:pt x="25526" y="69099"/>
                  </a:lnTo>
                  <a:lnTo>
                    <a:pt x="24234" y="68952"/>
                  </a:lnTo>
                  <a:lnTo>
                    <a:pt x="22972" y="68763"/>
                  </a:lnTo>
                  <a:lnTo>
                    <a:pt x="21739" y="68532"/>
                  </a:lnTo>
                  <a:lnTo>
                    <a:pt x="20536" y="68259"/>
                  </a:lnTo>
                  <a:lnTo>
                    <a:pt x="19363" y="67944"/>
                  </a:lnTo>
                  <a:lnTo>
                    <a:pt x="18219" y="67587"/>
                  </a:lnTo>
                  <a:lnTo>
                    <a:pt x="17105" y="67188"/>
                  </a:lnTo>
                  <a:lnTo>
                    <a:pt x="16023" y="66746"/>
                  </a:lnTo>
                  <a:lnTo>
                    <a:pt x="14974" y="66259"/>
                  </a:lnTo>
                  <a:lnTo>
                    <a:pt x="13958" y="65728"/>
                  </a:lnTo>
                  <a:lnTo>
                    <a:pt x="12975" y="65153"/>
                  </a:lnTo>
                  <a:lnTo>
                    <a:pt x="12026" y="64533"/>
                  </a:lnTo>
                  <a:lnTo>
                    <a:pt x="11110" y="63868"/>
                  </a:lnTo>
                  <a:lnTo>
                    <a:pt x="10228" y="63159"/>
                  </a:lnTo>
                  <a:lnTo>
                    <a:pt x="9379" y="62406"/>
                  </a:lnTo>
                  <a:lnTo>
                    <a:pt x="8563" y="61608"/>
                  </a:lnTo>
                  <a:lnTo>
                    <a:pt x="7781" y="60766"/>
                  </a:lnTo>
                  <a:lnTo>
                    <a:pt x="7044" y="59879"/>
                  </a:lnTo>
                  <a:lnTo>
                    <a:pt x="6343" y="58950"/>
                  </a:lnTo>
                  <a:lnTo>
                    <a:pt x="5676" y="57977"/>
                  </a:lnTo>
                  <a:lnTo>
                    <a:pt x="5044" y="56962"/>
                  </a:lnTo>
                  <a:lnTo>
                    <a:pt x="4446" y="55902"/>
                  </a:lnTo>
                  <a:lnTo>
                    <a:pt x="3883" y="54800"/>
                  </a:lnTo>
                  <a:lnTo>
                    <a:pt x="3354" y="53655"/>
                  </a:lnTo>
                  <a:lnTo>
                    <a:pt x="2860" y="52466"/>
                  </a:lnTo>
                  <a:lnTo>
                    <a:pt x="2401" y="51234"/>
                  </a:lnTo>
                  <a:lnTo>
                    <a:pt x="1976" y="49959"/>
                  </a:lnTo>
                  <a:lnTo>
                    <a:pt x="1600" y="48627"/>
                  </a:lnTo>
                  <a:lnTo>
                    <a:pt x="1264" y="47249"/>
                  </a:lnTo>
                  <a:lnTo>
                    <a:pt x="968" y="45825"/>
                  </a:lnTo>
                  <a:lnTo>
                    <a:pt x="711" y="44356"/>
                  </a:lnTo>
                  <a:lnTo>
                    <a:pt x="494" y="42841"/>
                  </a:lnTo>
                  <a:lnTo>
                    <a:pt x="316" y="41281"/>
                  </a:lnTo>
                  <a:lnTo>
                    <a:pt x="177" y="39675"/>
                  </a:lnTo>
                  <a:lnTo>
                    <a:pt x="79" y="38023"/>
                  </a:lnTo>
                  <a:lnTo>
                    <a:pt x="19" y="36325"/>
                  </a:lnTo>
                  <a:lnTo>
                    <a:pt x="0" y="34582"/>
                  </a:lnTo>
                  <a:lnTo>
                    <a:pt x="299" y="28011"/>
                  </a:lnTo>
                  <a:lnTo>
                    <a:pt x="1198" y="22132"/>
                  </a:lnTo>
                  <a:lnTo>
                    <a:pt x="2695" y="16945"/>
                  </a:lnTo>
                  <a:lnTo>
                    <a:pt x="4792" y="12449"/>
                  </a:lnTo>
                  <a:lnTo>
                    <a:pt x="7487" y="8645"/>
                  </a:lnTo>
                  <a:lnTo>
                    <a:pt x="10782" y="5533"/>
                  </a:lnTo>
                  <a:lnTo>
                    <a:pt x="14675" y="3112"/>
                  </a:lnTo>
                  <a:lnTo>
                    <a:pt x="19168" y="1383"/>
                  </a:lnTo>
                  <a:lnTo>
                    <a:pt x="24260" y="345"/>
                  </a:lnTo>
                  <a:lnTo>
                    <a:pt x="29950" y="0"/>
                  </a:lnTo>
                  <a:lnTo>
                    <a:pt x="31485" y="21"/>
                  </a:lnTo>
                  <a:lnTo>
                    <a:pt x="32976" y="86"/>
                  </a:lnTo>
                  <a:lnTo>
                    <a:pt x="34424" y="194"/>
                  </a:lnTo>
                  <a:lnTo>
                    <a:pt x="35829" y="345"/>
                  </a:lnTo>
                  <a:lnTo>
                    <a:pt x="37191" y="540"/>
                  </a:lnTo>
                  <a:lnTo>
                    <a:pt x="38509" y="778"/>
                  </a:lnTo>
                  <a:lnTo>
                    <a:pt x="39785" y="1059"/>
                  </a:lnTo>
                  <a:lnTo>
                    <a:pt x="41017" y="1383"/>
                  </a:lnTo>
                  <a:lnTo>
                    <a:pt x="42205" y="1750"/>
                  </a:lnTo>
                  <a:lnTo>
                    <a:pt x="43351" y="2161"/>
                  </a:lnTo>
                  <a:lnTo>
                    <a:pt x="44466" y="2615"/>
                  </a:lnTo>
                  <a:lnTo>
                    <a:pt x="45539" y="3112"/>
                  </a:lnTo>
                  <a:lnTo>
                    <a:pt x="46571" y="3652"/>
                  </a:lnTo>
                  <a:lnTo>
                    <a:pt x="47560" y="4236"/>
                  </a:lnTo>
                  <a:lnTo>
                    <a:pt x="48507" y="4863"/>
                  </a:lnTo>
                  <a:lnTo>
                    <a:pt x="49413" y="5533"/>
                  </a:lnTo>
                  <a:lnTo>
                    <a:pt x="50276" y="6246"/>
                  </a:lnTo>
                  <a:lnTo>
                    <a:pt x="51097" y="7002"/>
                  </a:lnTo>
                  <a:lnTo>
                    <a:pt x="51877" y="7802"/>
                  </a:lnTo>
                  <a:lnTo>
                    <a:pt x="52614" y="8645"/>
                  </a:lnTo>
                  <a:lnTo>
                    <a:pt x="53324" y="9531"/>
                  </a:lnTo>
                  <a:lnTo>
                    <a:pt x="53995" y="10461"/>
                  </a:lnTo>
                  <a:lnTo>
                    <a:pt x="54628" y="11433"/>
                  </a:lnTo>
                  <a:lnTo>
                    <a:pt x="55223" y="12449"/>
                  </a:lnTo>
                  <a:lnTo>
                    <a:pt x="55779" y="13508"/>
                  </a:lnTo>
                  <a:lnTo>
                    <a:pt x="56297" y="14611"/>
                  </a:lnTo>
                  <a:lnTo>
                    <a:pt x="56777" y="15756"/>
                  </a:lnTo>
                  <a:lnTo>
                    <a:pt x="57218" y="16945"/>
                  </a:lnTo>
                  <a:lnTo>
                    <a:pt x="57622" y="18177"/>
                  </a:lnTo>
                  <a:lnTo>
                    <a:pt x="57987" y="19452"/>
                  </a:lnTo>
                  <a:lnTo>
                    <a:pt x="58315" y="20771"/>
                  </a:lnTo>
                  <a:lnTo>
                    <a:pt x="58609" y="22132"/>
                  </a:lnTo>
                  <a:lnTo>
                    <a:pt x="58868" y="23537"/>
                  </a:lnTo>
                  <a:lnTo>
                    <a:pt x="59093" y="24985"/>
                  </a:lnTo>
                  <a:lnTo>
                    <a:pt x="59283" y="26477"/>
                  </a:lnTo>
                  <a:lnTo>
                    <a:pt x="59439" y="28011"/>
                  </a:lnTo>
                  <a:lnTo>
                    <a:pt x="59560" y="29589"/>
                  </a:lnTo>
                  <a:lnTo>
                    <a:pt x="59647" y="31210"/>
                  </a:lnTo>
                  <a:lnTo>
                    <a:pt x="59698" y="32874"/>
                  </a:lnTo>
                  <a:close/>
                  <a:moveTo>
                    <a:pt x="48044" y="34582"/>
                  </a:moveTo>
                  <a:lnTo>
                    <a:pt x="48032" y="33053"/>
                  </a:lnTo>
                  <a:lnTo>
                    <a:pt x="47995" y="31578"/>
                  </a:lnTo>
                  <a:lnTo>
                    <a:pt x="47933" y="30158"/>
                  </a:lnTo>
                  <a:lnTo>
                    <a:pt x="47847" y="28792"/>
                  </a:lnTo>
                  <a:lnTo>
                    <a:pt x="47735" y="27480"/>
                  </a:lnTo>
                  <a:lnTo>
                    <a:pt x="47600" y="26223"/>
                  </a:lnTo>
                  <a:lnTo>
                    <a:pt x="47439" y="25020"/>
                  </a:lnTo>
                  <a:lnTo>
                    <a:pt x="47254" y="23871"/>
                  </a:lnTo>
                  <a:lnTo>
                    <a:pt x="47044" y="22777"/>
                  </a:lnTo>
                  <a:lnTo>
                    <a:pt x="46809" y="21737"/>
                  </a:lnTo>
                  <a:lnTo>
                    <a:pt x="46563" y="20745"/>
                  </a:lnTo>
                  <a:lnTo>
                    <a:pt x="46293" y="19793"/>
                  </a:lnTo>
                  <a:lnTo>
                    <a:pt x="46000" y="18882"/>
                  </a:lnTo>
                  <a:lnTo>
                    <a:pt x="45683" y="18012"/>
                  </a:lnTo>
                  <a:lnTo>
                    <a:pt x="45342" y="17183"/>
                  </a:lnTo>
                  <a:lnTo>
                    <a:pt x="44979" y="16394"/>
                  </a:lnTo>
                  <a:lnTo>
                    <a:pt x="44592" y="15646"/>
                  </a:lnTo>
                  <a:lnTo>
                    <a:pt x="44181" y="14939"/>
                  </a:lnTo>
                  <a:lnTo>
                    <a:pt x="43747" y="14273"/>
                  </a:lnTo>
                  <a:lnTo>
                    <a:pt x="43289" y="13647"/>
                  </a:lnTo>
                  <a:lnTo>
                    <a:pt x="42822" y="13061"/>
                  </a:lnTo>
                  <a:lnTo>
                    <a:pt x="42333" y="12511"/>
                  </a:lnTo>
                  <a:lnTo>
                    <a:pt x="41824" y="11998"/>
                  </a:lnTo>
                  <a:lnTo>
                    <a:pt x="41293" y="11523"/>
                  </a:lnTo>
                  <a:lnTo>
                    <a:pt x="40742" y="11084"/>
                  </a:lnTo>
                  <a:lnTo>
                    <a:pt x="40169" y="10683"/>
                  </a:lnTo>
                  <a:lnTo>
                    <a:pt x="39576" y="10319"/>
                  </a:lnTo>
                  <a:lnTo>
                    <a:pt x="38961" y="9991"/>
                  </a:lnTo>
                  <a:lnTo>
                    <a:pt x="38326" y="9701"/>
                  </a:lnTo>
                  <a:lnTo>
                    <a:pt x="37670" y="9448"/>
                  </a:lnTo>
                  <a:lnTo>
                    <a:pt x="36994" y="9213"/>
                  </a:lnTo>
                  <a:lnTo>
                    <a:pt x="36301" y="9003"/>
                  </a:lnTo>
                  <a:lnTo>
                    <a:pt x="35591" y="8818"/>
                  </a:lnTo>
                  <a:lnTo>
                    <a:pt x="34863" y="8657"/>
                  </a:lnTo>
                  <a:lnTo>
                    <a:pt x="34119" y="8522"/>
                  </a:lnTo>
                  <a:lnTo>
                    <a:pt x="33357" y="8410"/>
                  </a:lnTo>
                  <a:lnTo>
                    <a:pt x="32577" y="8324"/>
                  </a:lnTo>
                  <a:lnTo>
                    <a:pt x="31781" y="8262"/>
                  </a:lnTo>
                  <a:lnTo>
                    <a:pt x="30967" y="8225"/>
                  </a:lnTo>
                  <a:lnTo>
                    <a:pt x="30136" y="8213"/>
                  </a:lnTo>
                  <a:lnTo>
                    <a:pt x="29291" y="8226"/>
                  </a:lnTo>
                  <a:lnTo>
                    <a:pt x="28463" y="8265"/>
                  </a:lnTo>
                  <a:lnTo>
                    <a:pt x="27651" y="8330"/>
                  </a:lnTo>
                  <a:lnTo>
                    <a:pt x="26855" y="8420"/>
                  </a:lnTo>
                  <a:lnTo>
                    <a:pt x="26075" y="8537"/>
                  </a:lnTo>
                  <a:lnTo>
                    <a:pt x="25311" y="8680"/>
                  </a:lnTo>
                  <a:lnTo>
                    <a:pt x="24563" y="8848"/>
                  </a:lnTo>
                  <a:lnTo>
                    <a:pt x="23832" y="9043"/>
                  </a:lnTo>
                  <a:lnTo>
                    <a:pt x="23116" y="9263"/>
                  </a:lnTo>
                  <a:lnTo>
                    <a:pt x="22416" y="9510"/>
                  </a:lnTo>
                  <a:lnTo>
                    <a:pt x="21747" y="9775"/>
                  </a:lnTo>
                  <a:lnTo>
                    <a:pt x="21097" y="10078"/>
                  </a:lnTo>
                  <a:lnTo>
                    <a:pt x="20467" y="10417"/>
                  </a:lnTo>
                  <a:lnTo>
                    <a:pt x="19857" y="10794"/>
                  </a:lnTo>
                  <a:lnTo>
                    <a:pt x="19267" y="11208"/>
                  </a:lnTo>
                  <a:lnTo>
                    <a:pt x="18696" y="11659"/>
                  </a:lnTo>
                  <a:lnTo>
                    <a:pt x="18145" y="12147"/>
                  </a:lnTo>
                  <a:lnTo>
                    <a:pt x="17614" y="12671"/>
                  </a:lnTo>
                  <a:lnTo>
                    <a:pt x="17103" y="13233"/>
                  </a:lnTo>
                  <a:lnTo>
                    <a:pt x="16611" y="13832"/>
                  </a:lnTo>
                  <a:lnTo>
                    <a:pt x="16141" y="14458"/>
                  </a:lnTo>
                  <a:lnTo>
                    <a:pt x="15692" y="15124"/>
                  </a:lnTo>
                  <a:lnTo>
                    <a:pt x="15266" y="15831"/>
                  </a:lnTo>
                  <a:lnTo>
                    <a:pt x="14862" y="16579"/>
                  </a:lnTo>
                  <a:lnTo>
                    <a:pt x="14481" y="17368"/>
                  </a:lnTo>
                  <a:lnTo>
                    <a:pt x="14121" y="18197"/>
                  </a:lnTo>
                  <a:lnTo>
                    <a:pt x="13784" y="19067"/>
                  </a:lnTo>
                  <a:lnTo>
                    <a:pt x="13469" y="19978"/>
                  </a:lnTo>
                  <a:lnTo>
                    <a:pt x="13177" y="20930"/>
                  </a:lnTo>
                  <a:lnTo>
                    <a:pt x="12906" y="21922"/>
                  </a:lnTo>
                  <a:lnTo>
                    <a:pt x="12671" y="22960"/>
                  </a:lnTo>
                  <a:lnTo>
                    <a:pt x="12461" y="24049"/>
                  </a:lnTo>
                  <a:lnTo>
                    <a:pt x="12276" y="25188"/>
                  </a:lnTo>
                  <a:lnTo>
                    <a:pt x="12116" y="26378"/>
                  </a:lnTo>
                  <a:lnTo>
                    <a:pt x="11980" y="27619"/>
                  </a:lnTo>
                  <a:lnTo>
                    <a:pt x="11869" y="28910"/>
                  </a:lnTo>
                  <a:lnTo>
                    <a:pt x="11782" y="30252"/>
                  </a:lnTo>
                  <a:lnTo>
                    <a:pt x="11720" y="31645"/>
                  </a:lnTo>
                  <a:lnTo>
                    <a:pt x="11683" y="33088"/>
                  </a:lnTo>
                  <a:lnTo>
                    <a:pt x="11671" y="34582"/>
                  </a:lnTo>
                  <a:lnTo>
                    <a:pt x="11685" y="36111"/>
                  </a:lnTo>
                  <a:lnTo>
                    <a:pt x="11725" y="37588"/>
                  </a:lnTo>
                  <a:lnTo>
                    <a:pt x="11793" y="39011"/>
                  </a:lnTo>
                  <a:lnTo>
                    <a:pt x="11888" y="40382"/>
                  </a:lnTo>
                  <a:lnTo>
                    <a:pt x="12011" y="41699"/>
                  </a:lnTo>
                  <a:lnTo>
                    <a:pt x="12160" y="42963"/>
                  </a:lnTo>
                  <a:lnTo>
                    <a:pt x="12337" y="44174"/>
                  </a:lnTo>
                  <a:lnTo>
                    <a:pt x="12541" y="45332"/>
                  </a:lnTo>
                  <a:lnTo>
                    <a:pt x="12771" y="46437"/>
                  </a:lnTo>
                  <a:lnTo>
                    <a:pt x="13030" y="47488"/>
                  </a:lnTo>
                  <a:lnTo>
                    <a:pt x="13311" y="48481"/>
                  </a:lnTo>
                  <a:lnTo>
                    <a:pt x="13613" y="49432"/>
                  </a:lnTo>
                  <a:lnTo>
                    <a:pt x="13934" y="50343"/>
                  </a:lnTo>
                  <a:lnTo>
                    <a:pt x="14275" y="51213"/>
                  </a:lnTo>
                  <a:lnTo>
                    <a:pt x="14635" y="52043"/>
                  </a:lnTo>
                  <a:lnTo>
                    <a:pt x="15016" y="52831"/>
                  </a:lnTo>
                  <a:lnTo>
                    <a:pt x="15416" y="53579"/>
                  </a:lnTo>
                  <a:lnTo>
                    <a:pt x="15836" y="54286"/>
                  </a:lnTo>
                  <a:lnTo>
                    <a:pt x="16275" y="54953"/>
                  </a:lnTo>
                  <a:lnTo>
                    <a:pt x="16735" y="55578"/>
                  </a:lnTo>
                  <a:lnTo>
                    <a:pt x="17225" y="56166"/>
                  </a:lnTo>
                  <a:lnTo>
                    <a:pt x="17730" y="56717"/>
                  </a:lnTo>
                  <a:lnTo>
                    <a:pt x="18252" y="57233"/>
                  </a:lnTo>
                  <a:lnTo>
                    <a:pt x="18790" y="57712"/>
                  </a:lnTo>
                  <a:lnTo>
                    <a:pt x="19344" y="58156"/>
                  </a:lnTo>
                  <a:lnTo>
                    <a:pt x="19914" y="58565"/>
                  </a:lnTo>
                  <a:lnTo>
                    <a:pt x="20500" y="58937"/>
                  </a:lnTo>
                  <a:lnTo>
                    <a:pt x="21102" y="59274"/>
                  </a:lnTo>
                  <a:lnTo>
                    <a:pt x="21720" y="59574"/>
                  </a:lnTo>
                  <a:lnTo>
                    <a:pt x="22355" y="59839"/>
                  </a:lnTo>
                  <a:lnTo>
                    <a:pt x="23015" y="60074"/>
                  </a:lnTo>
                  <a:lnTo>
                    <a:pt x="23686" y="60284"/>
                  </a:lnTo>
                  <a:lnTo>
                    <a:pt x="24368" y="60469"/>
                  </a:lnTo>
                  <a:lnTo>
                    <a:pt x="25062" y="60630"/>
                  </a:lnTo>
                  <a:lnTo>
                    <a:pt x="25766" y="60766"/>
                  </a:lnTo>
                  <a:lnTo>
                    <a:pt x="26482" y="60877"/>
                  </a:lnTo>
                  <a:lnTo>
                    <a:pt x="27209" y="60963"/>
                  </a:lnTo>
                  <a:lnTo>
                    <a:pt x="27947" y="61025"/>
                  </a:lnTo>
                  <a:lnTo>
                    <a:pt x="28696" y="61062"/>
                  </a:lnTo>
                  <a:lnTo>
                    <a:pt x="29456" y="61074"/>
                  </a:lnTo>
                  <a:lnTo>
                    <a:pt x="30300" y="61063"/>
                  </a:lnTo>
                  <a:lnTo>
                    <a:pt x="31129" y="61027"/>
                  </a:lnTo>
                  <a:lnTo>
                    <a:pt x="31941" y="60969"/>
                  </a:lnTo>
                  <a:lnTo>
                    <a:pt x="32737" y="60887"/>
                  </a:lnTo>
                  <a:lnTo>
                    <a:pt x="33517" y="60781"/>
                  </a:lnTo>
                  <a:lnTo>
                    <a:pt x="34280" y="60652"/>
                  </a:lnTo>
                  <a:lnTo>
                    <a:pt x="35028" y="60499"/>
                  </a:lnTo>
                  <a:lnTo>
                    <a:pt x="35760" y="60323"/>
                  </a:lnTo>
                  <a:lnTo>
                    <a:pt x="36476" y="60124"/>
                  </a:lnTo>
                  <a:lnTo>
                    <a:pt x="37175" y="59901"/>
                  </a:lnTo>
                  <a:lnTo>
                    <a:pt x="37857" y="59636"/>
                  </a:lnTo>
                  <a:lnTo>
                    <a:pt x="38517" y="59335"/>
                  </a:lnTo>
                  <a:lnTo>
                    <a:pt x="39156" y="58999"/>
                  </a:lnTo>
                  <a:lnTo>
                    <a:pt x="39774" y="58626"/>
                  </a:lnTo>
                  <a:lnTo>
                    <a:pt x="40371" y="58218"/>
                  </a:lnTo>
                  <a:lnTo>
                    <a:pt x="40947" y="57774"/>
                  </a:lnTo>
                  <a:lnTo>
                    <a:pt x="41503" y="57294"/>
                  </a:lnTo>
                  <a:lnTo>
                    <a:pt x="42037" y="56779"/>
                  </a:lnTo>
                  <a:lnTo>
                    <a:pt x="42550" y="56227"/>
                  </a:lnTo>
                  <a:lnTo>
                    <a:pt x="43042" y="55640"/>
                  </a:lnTo>
                  <a:lnTo>
                    <a:pt x="43513" y="55014"/>
                  </a:lnTo>
                  <a:lnTo>
                    <a:pt x="43961" y="54346"/>
                  </a:lnTo>
                  <a:lnTo>
                    <a:pt x="44387" y="53635"/>
                  </a:lnTo>
                  <a:lnTo>
                    <a:pt x="44791" y="52883"/>
                  </a:lnTo>
                  <a:lnTo>
                    <a:pt x="45173" y="52089"/>
                  </a:lnTo>
                  <a:lnTo>
                    <a:pt x="45532" y="51253"/>
                  </a:lnTo>
                  <a:lnTo>
                    <a:pt x="45869" y="50375"/>
                  </a:lnTo>
                  <a:lnTo>
                    <a:pt x="46184" y="49455"/>
                  </a:lnTo>
                  <a:lnTo>
                    <a:pt x="46477" y="48493"/>
                  </a:lnTo>
                  <a:lnTo>
                    <a:pt x="46747" y="47488"/>
                  </a:lnTo>
                  <a:lnTo>
                    <a:pt x="46994" y="46437"/>
                  </a:lnTo>
                  <a:lnTo>
                    <a:pt x="47214" y="45332"/>
                  </a:lnTo>
                  <a:lnTo>
                    <a:pt x="47409" y="44174"/>
                  </a:lnTo>
                  <a:lnTo>
                    <a:pt x="47577" y="42963"/>
                  </a:lnTo>
                  <a:lnTo>
                    <a:pt x="47720" y="41699"/>
                  </a:lnTo>
                  <a:lnTo>
                    <a:pt x="47837" y="40382"/>
                  </a:lnTo>
                  <a:lnTo>
                    <a:pt x="47928" y="39011"/>
                  </a:lnTo>
                  <a:lnTo>
                    <a:pt x="47992" y="37588"/>
                  </a:lnTo>
                  <a:lnTo>
                    <a:pt x="48031" y="36111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2540182" y="5986254"/>
              <a:ext cx="88617" cy="68053"/>
            </a:xfrm>
            <a:custGeom>
              <a:avLst/>
              <a:pathLst>
                <a:path w="88617" h="68053">
                  <a:moveTo>
                    <a:pt x="39028" y="68053"/>
                  </a:moveTo>
                  <a:lnTo>
                    <a:pt x="39028" y="25689"/>
                  </a:lnTo>
                  <a:lnTo>
                    <a:pt x="39022" y="24730"/>
                  </a:lnTo>
                  <a:lnTo>
                    <a:pt x="39003" y="23802"/>
                  </a:lnTo>
                  <a:lnTo>
                    <a:pt x="38973" y="22907"/>
                  </a:lnTo>
                  <a:lnTo>
                    <a:pt x="38929" y="22043"/>
                  </a:lnTo>
                  <a:lnTo>
                    <a:pt x="38874" y="21212"/>
                  </a:lnTo>
                  <a:lnTo>
                    <a:pt x="38806" y="20413"/>
                  </a:lnTo>
                  <a:lnTo>
                    <a:pt x="38726" y="19646"/>
                  </a:lnTo>
                  <a:lnTo>
                    <a:pt x="38633" y="18911"/>
                  </a:lnTo>
                  <a:lnTo>
                    <a:pt x="38528" y="18208"/>
                  </a:lnTo>
                  <a:lnTo>
                    <a:pt x="38411" y="17538"/>
                  </a:lnTo>
                  <a:lnTo>
                    <a:pt x="38278" y="16896"/>
                  </a:lnTo>
                  <a:lnTo>
                    <a:pt x="38129" y="16280"/>
                  </a:lnTo>
                  <a:lnTo>
                    <a:pt x="37962" y="15691"/>
                  </a:lnTo>
                  <a:lnTo>
                    <a:pt x="37778" y="15127"/>
                  </a:lnTo>
                  <a:lnTo>
                    <a:pt x="37577" y="14589"/>
                  </a:lnTo>
                  <a:lnTo>
                    <a:pt x="37358" y="14077"/>
                  </a:lnTo>
                  <a:lnTo>
                    <a:pt x="37122" y="13591"/>
                  </a:lnTo>
                  <a:lnTo>
                    <a:pt x="36869" y="13131"/>
                  </a:lnTo>
                  <a:lnTo>
                    <a:pt x="36599" y="12697"/>
                  </a:lnTo>
                  <a:lnTo>
                    <a:pt x="36311" y="12289"/>
                  </a:lnTo>
                  <a:lnTo>
                    <a:pt x="36018" y="11893"/>
                  </a:lnTo>
                  <a:lnTo>
                    <a:pt x="35706" y="11523"/>
                  </a:lnTo>
                  <a:lnTo>
                    <a:pt x="35375" y="11177"/>
                  </a:lnTo>
                  <a:lnTo>
                    <a:pt x="35026" y="10856"/>
                  </a:lnTo>
                  <a:lnTo>
                    <a:pt x="34659" y="10559"/>
                  </a:lnTo>
                  <a:lnTo>
                    <a:pt x="34273" y="10288"/>
                  </a:lnTo>
                  <a:lnTo>
                    <a:pt x="33869" y="10041"/>
                  </a:lnTo>
                  <a:lnTo>
                    <a:pt x="33446" y="9818"/>
                  </a:lnTo>
                  <a:lnTo>
                    <a:pt x="33004" y="9621"/>
                  </a:lnTo>
                  <a:lnTo>
                    <a:pt x="32544" y="9448"/>
                  </a:lnTo>
                  <a:lnTo>
                    <a:pt x="32064" y="9284"/>
                  </a:lnTo>
                  <a:lnTo>
                    <a:pt x="31563" y="9137"/>
                  </a:lnTo>
                  <a:lnTo>
                    <a:pt x="31041" y="9007"/>
                  </a:lnTo>
                  <a:lnTo>
                    <a:pt x="30499" y="8895"/>
                  </a:lnTo>
                  <a:lnTo>
                    <a:pt x="29935" y="8799"/>
                  </a:lnTo>
                  <a:lnTo>
                    <a:pt x="29350" y="8722"/>
                  </a:lnTo>
                  <a:lnTo>
                    <a:pt x="28744" y="8661"/>
                  </a:lnTo>
                  <a:lnTo>
                    <a:pt x="28117" y="8618"/>
                  </a:lnTo>
                  <a:lnTo>
                    <a:pt x="27470" y="8592"/>
                  </a:lnTo>
                  <a:lnTo>
                    <a:pt x="26801" y="8583"/>
                  </a:lnTo>
                  <a:lnTo>
                    <a:pt x="26104" y="8598"/>
                  </a:lnTo>
                  <a:lnTo>
                    <a:pt x="25420" y="8640"/>
                  </a:lnTo>
                  <a:lnTo>
                    <a:pt x="24750" y="8711"/>
                  </a:lnTo>
                  <a:lnTo>
                    <a:pt x="24093" y="8811"/>
                  </a:lnTo>
                  <a:lnTo>
                    <a:pt x="23451" y="8938"/>
                  </a:lnTo>
                  <a:lnTo>
                    <a:pt x="22821" y="9095"/>
                  </a:lnTo>
                  <a:lnTo>
                    <a:pt x="22206" y="9279"/>
                  </a:lnTo>
                  <a:lnTo>
                    <a:pt x="21604" y="9492"/>
                  </a:lnTo>
                  <a:lnTo>
                    <a:pt x="21015" y="9734"/>
                  </a:lnTo>
                  <a:lnTo>
                    <a:pt x="20440" y="10004"/>
                  </a:lnTo>
                  <a:lnTo>
                    <a:pt x="19880" y="10288"/>
                  </a:lnTo>
                  <a:lnTo>
                    <a:pt x="19336" y="10599"/>
                  </a:lnTo>
                  <a:lnTo>
                    <a:pt x="18808" y="10936"/>
                  </a:lnTo>
                  <a:lnTo>
                    <a:pt x="18296" y="11298"/>
                  </a:lnTo>
                  <a:lnTo>
                    <a:pt x="17800" y="11686"/>
                  </a:lnTo>
                  <a:lnTo>
                    <a:pt x="17320" y="12101"/>
                  </a:lnTo>
                  <a:lnTo>
                    <a:pt x="16857" y="12541"/>
                  </a:lnTo>
                  <a:lnTo>
                    <a:pt x="16409" y="13007"/>
                  </a:lnTo>
                  <a:lnTo>
                    <a:pt x="15977" y="13500"/>
                  </a:lnTo>
                  <a:lnTo>
                    <a:pt x="15562" y="14018"/>
                  </a:lnTo>
                  <a:lnTo>
                    <a:pt x="15175" y="14549"/>
                  </a:lnTo>
                  <a:lnTo>
                    <a:pt x="14806" y="15107"/>
                  </a:lnTo>
                  <a:lnTo>
                    <a:pt x="14454" y="15691"/>
                  </a:lnTo>
                  <a:lnTo>
                    <a:pt x="14119" y="16300"/>
                  </a:lnTo>
                  <a:lnTo>
                    <a:pt x="13802" y="16936"/>
                  </a:lnTo>
                  <a:lnTo>
                    <a:pt x="13501" y="17597"/>
                  </a:lnTo>
                  <a:lnTo>
                    <a:pt x="13219" y="18284"/>
                  </a:lnTo>
                  <a:lnTo>
                    <a:pt x="12953" y="18998"/>
                  </a:lnTo>
                  <a:lnTo>
                    <a:pt x="12705" y="19737"/>
                  </a:lnTo>
                  <a:lnTo>
                    <a:pt x="12474" y="20502"/>
                  </a:lnTo>
                  <a:lnTo>
                    <a:pt x="12274" y="21279"/>
                  </a:lnTo>
                  <a:lnTo>
                    <a:pt x="12096" y="22080"/>
                  </a:lnTo>
                  <a:lnTo>
                    <a:pt x="11938" y="22905"/>
                  </a:lnTo>
                  <a:lnTo>
                    <a:pt x="11802" y="23753"/>
                  </a:lnTo>
                  <a:lnTo>
                    <a:pt x="11686" y="24624"/>
                  </a:lnTo>
                  <a:lnTo>
                    <a:pt x="11592" y="25519"/>
                  </a:lnTo>
                  <a:lnTo>
                    <a:pt x="11519" y="26437"/>
                  </a:lnTo>
                  <a:lnTo>
                    <a:pt x="11466" y="27379"/>
                  </a:lnTo>
                  <a:lnTo>
                    <a:pt x="11435" y="28344"/>
                  </a:lnTo>
                  <a:lnTo>
                    <a:pt x="11424" y="29333"/>
                  </a:lnTo>
                  <a:lnTo>
                    <a:pt x="11424" y="68053"/>
                  </a:lnTo>
                  <a:lnTo>
                    <a:pt x="370" y="68053"/>
                  </a:lnTo>
                  <a:lnTo>
                    <a:pt x="370" y="15500"/>
                  </a:lnTo>
                  <a:lnTo>
                    <a:pt x="369" y="15078"/>
                  </a:lnTo>
                  <a:lnTo>
                    <a:pt x="368" y="14653"/>
                  </a:lnTo>
                  <a:lnTo>
                    <a:pt x="364" y="14223"/>
                  </a:lnTo>
                  <a:lnTo>
                    <a:pt x="360" y="13790"/>
                  </a:lnTo>
                  <a:lnTo>
                    <a:pt x="355" y="13354"/>
                  </a:lnTo>
                  <a:lnTo>
                    <a:pt x="348" y="12914"/>
                  </a:lnTo>
                  <a:lnTo>
                    <a:pt x="340" y="12470"/>
                  </a:lnTo>
                  <a:lnTo>
                    <a:pt x="331" y="12022"/>
                  </a:lnTo>
                  <a:lnTo>
                    <a:pt x="320" y="11570"/>
                  </a:lnTo>
                  <a:lnTo>
                    <a:pt x="308" y="11115"/>
                  </a:lnTo>
                  <a:lnTo>
                    <a:pt x="308" y="10649"/>
                  </a:lnTo>
                  <a:lnTo>
                    <a:pt x="306" y="10189"/>
                  </a:lnTo>
                  <a:lnTo>
                    <a:pt x="303" y="9735"/>
                  </a:lnTo>
                  <a:lnTo>
                    <a:pt x="298" y="9287"/>
                  </a:lnTo>
                  <a:lnTo>
                    <a:pt x="293" y="8846"/>
                  </a:lnTo>
                  <a:lnTo>
                    <a:pt x="286" y="8410"/>
                  </a:lnTo>
                  <a:lnTo>
                    <a:pt x="278" y="7981"/>
                  </a:lnTo>
                  <a:lnTo>
                    <a:pt x="269" y="7558"/>
                  </a:lnTo>
                  <a:lnTo>
                    <a:pt x="258" y="7141"/>
                  </a:lnTo>
                  <a:lnTo>
                    <a:pt x="247" y="6731"/>
                  </a:lnTo>
                  <a:lnTo>
                    <a:pt x="234" y="6317"/>
                  </a:lnTo>
                  <a:lnTo>
                    <a:pt x="222" y="5916"/>
                  </a:lnTo>
                  <a:lnTo>
                    <a:pt x="209" y="5526"/>
                  </a:lnTo>
                  <a:lnTo>
                    <a:pt x="197" y="5150"/>
                  </a:lnTo>
                  <a:lnTo>
                    <a:pt x="185" y="4785"/>
                  </a:lnTo>
                  <a:lnTo>
                    <a:pt x="172" y="4433"/>
                  </a:lnTo>
                  <a:lnTo>
                    <a:pt x="160" y="4094"/>
                  </a:lnTo>
                  <a:lnTo>
                    <a:pt x="148" y="3767"/>
                  </a:lnTo>
                  <a:lnTo>
                    <a:pt x="135" y="3452"/>
                  </a:lnTo>
                  <a:lnTo>
                    <a:pt x="123" y="3149"/>
                  </a:lnTo>
                  <a:lnTo>
                    <a:pt x="111" y="2863"/>
                  </a:lnTo>
                  <a:lnTo>
                    <a:pt x="98" y="2598"/>
                  </a:lnTo>
                  <a:lnTo>
                    <a:pt x="86" y="2354"/>
                  </a:lnTo>
                  <a:lnTo>
                    <a:pt x="74" y="2131"/>
                  </a:lnTo>
                  <a:lnTo>
                    <a:pt x="61" y="1929"/>
                  </a:lnTo>
                  <a:lnTo>
                    <a:pt x="49" y="1748"/>
                  </a:lnTo>
                  <a:lnTo>
                    <a:pt x="37" y="1588"/>
                  </a:lnTo>
                  <a:lnTo>
                    <a:pt x="0" y="1235"/>
                  </a:lnTo>
                  <a:lnTo>
                    <a:pt x="10535" y="1514"/>
                  </a:lnTo>
                  <a:lnTo>
                    <a:pt x="10547" y="1650"/>
                  </a:lnTo>
                  <a:lnTo>
                    <a:pt x="10559" y="1806"/>
                  </a:lnTo>
                  <a:lnTo>
                    <a:pt x="10572" y="1983"/>
                  </a:lnTo>
                  <a:lnTo>
                    <a:pt x="10584" y="2181"/>
                  </a:lnTo>
                  <a:lnTo>
                    <a:pt x="10597" y="2401"/>
                  </a:lnTo>
                  <a:lnTo>
                    <a:pt x="10609" y="2641"/>
                  </a:lnTo>
                  <a:lnTo>
                    <a:pt x="10621" y="2902"/>
                  </a:lnTo>
                  <a:lnTo>
                    <a:pt x="10634" y="3178"/>
                  </a:lnTo>
                  <a:lnTo>
                    <a:pt x="10646" y="3463"/>
                  </a:lnTo>
                  <a:lnTo>
                    <a:pt x="10658" y="3756"/>
                  </a:lnTo>
                  <a:lnTo>
                    <a:pt x="10671" y="4058"/>
                  </a:lnTo>
                  <a:lnTo>
                    <a:pt x="10683" y="4369"/>
                  </a:lnTo>
                  <a:lnTo>
                    <a:pt x="10695" y="4688"/>
                  </a:lnTo>
                  <a:lnTo>
                    <a:pt x="10708" y="5016"/>
                  </a:lnTo>
                  <a:lnTo>
                    <a:pt x="10720" y="5352"/>
                  </a:lnTo>
                  <a:lnTo>
                    <a:pt x="10732" y="5698"/>
                  </a:lnTo>
                  <a:lnTo>
                    <a:pt x="10745" y="6051"/>
                  </a:lnTo>
                  <a:lnTo>
                    <a:pt x="10769" y="6398"/>
                  </a:lnTo>
                  <a:lnTo>
                    <a:pt x="10792" y="6748"/>
                  </a:lnTo>
                  <a:lnTo>
                    <a:pt x="10813" y="7100"/>
                  </a:lnTo>
                  <a:lnTo>
                    <a:pt x="10834" y="7454"/>
                  </a:lnTo>
                  <a:lnTo>
                    <a:pt x="10853" y="7811"/>
                  </a:lnTo>
                  <a:lnTo>
                    <a:pt x="10871" y="8171"/>
                  </a:lnTo>
                  <a:lnTo>
                    <a:pt x="10887" y="8533"/>
                  </a:lnTo>
                  <a:lnTo>
                    <a:pt x="10903" y="8897"/>
                  </a:lnTo>
                  <a:lnTo>
                    <a:pt x="10917" y="9264"/>
                  </a:lnTo>
                  <a:lnTo>
                    <a:pt x="10930" y="9633"/>
                  </a:lnTo>
                  <a:lnTo>
                    <a:pt x="10942" y="9986"/>
                  </a:lnTo>
                  <a:lnTo>
                    <a:pt x="10952" y="10327"/>
                  </a:lnTo>
                  <a:lnTo>
                    <a:pt x="10961" y="10658"/>
                  </a:lnTo>
                  <a:lnTo>
                    <a:pt x="10970" y="10977"/>
                  </a:lnTo>
                  <a:lnTo>
                    <a:pt x="10976" y="11285"/>
                  </a:lnTo>
                  <a:lnTo>
                    <a:pt x="10982" y="11582"/>
                  </a:lnTo>
                  <a:lnTo>
                    <a:pt x="10986" y="11868"/>
                  </a:lnTo>
                  <a:lnTo>
                    <a:pt x="10989" y="12143"/>
                  </a:lnTo>
                  <a:lnTo>
                    <a:pt x="10991" y="12407"/>
                  </a:lnTo>
                  <a:lnTo>
                    <a:pt x="10992" y="12659"/>
                  </a:lnTo>
                  <a:lnTo>
                    <a:pt x="11177" y="12659"/>
                  </a:lnTo>
                  <a:lnTo>
                    <a:pt x="11476" y="12084"/>
                  </a:lnTo>
                  <a:lnTo>
                    <a:pt x="11780" y="11520"/>
                  </a:lnTo>
                  <a:lnTo>
                    <a:pt x="12088" y="10968"/>
                  </a:lnTo>
                  <a:lnTo>
                    <a:pt x="12402" y="10426"/>
                  </a:lnTo>
                  <a:lnTo>
                    <a:pt x="12721" y="9896"/>
                  </a:lnTo>
                  <a:lnTo>
                    <a:pt x="13044" y="9376"/>
                  </a:lnTo>
                  <a:lnTo>
                    <a:pt x="13373" y="8868"/>
                  </a:lnTo>
                  <a:lnTo>
                    <a:pt x="13706" y="8371"/>
                  </a:lnTo>
                  <a:lnTo>
                    <a:pt x="14045" y="7885"/>
                  </a:lnTo>
                  <a:lnTo>
                    <a:pt x="14388" y="7410"/>
                  </a:lnTo>
                  <a:lnTo>
                    <a:pt x="14740" y="6948"/>
                  </a:lnTo>
                  <a:lnTo>
                    <a:pt x="15102" y="6501"/>
                  </a:lnTo>
                  <a:lnTo>
                    <a:pt x="15476" y="6069"/>
                  </a:lnTo>
                  <a:lnTo>
                    <a:pt x="15860" y="5651"/>
                  </a:lnTo>
                  <a:lnTo>
                    <a:pt x="16256" y="5249"/>
                  </a:lnTo>
                  <a:lnTo>
                    <a:pt x="16663" y="4861"/>
                  </a:lnTo>
                  <a:lnTo>
                    <a:pt x="17081" y="4488"/>
                  </a:lnTo>
                  <a:lnTo>
                    <a:pt x="17511" y="4130"/>
                  </a:lnTo>
                  <a:lnTo>
                    <a:pt x="17951" y="3786"/>
                  </a:lnTo>
                  <a:lnTo>
                    <a:pt x="18402" y="3458"/>
                  </a:lnTo>
                  <a:lnTo>
                    <a:pt x="18878" y="3132"/>
                  </a:lnTo>
                  <a:lnTo>
                    <a:pt x="19366" y="2823"/>
                  </a:lnTo>
                  <a:lnTo>
                    <a:pt x="19866" y="2530"/>
                  </a:lnTo>
                  <a:lnTo>
                    <a:pt x="20378" y="2252"/>
                  </a:lnTo>
                  <a:lnTo>
                    <a:pt x="20903" y="1991"/>
                  </a:lnTo>
                  <a:lnTo>
                    <a:pt x="21441" y="1746"/>
                  </a:lnTo>
                  <a:lnTo>
                    <a:pt x="21990" y="1517"/>
                  </a:lnTo>
                  <a:lnTo>
                    <a:pt x="22552" y="1304"/>
                  </a:lnTo>
                  <a:lnTo>
                    <a:pt x="23126" y="1107"/>
                  </a:lnTo>
                  <a:lnTo>
                    <a:pt x="23713" y="926"/>
                  </a:lnTo>
                  <a:lnTo>
                    <a:pt x="24328" y="750"/>
                  </a:lnTo>
                  <a:lnTo>
                    <a:pt x="24961" y="592"/>
                  </a:lnTo>
                  <a:lnTo>
                    <a:pt x="25612" y="453"/>
                  </a:lnTo>
                  <a:lnTo>
                    <a:pt x="26282" y="333"/>
                  </a:lnTo>
                  <a:lnTo>
                    <a:pt x="26971" y="231"/>
                  </a:lnTo>
                  <a:lnTo>
                    <a:pt x="27678" y="148"/>
                  </a:lnTo>
                  <a:lnTo>
                    <a:pt x="28403" y="83"/>
                  </a:lnTo>
                  <a:lnTo>
                    <a:pt x="29147" y="37"/>
                  </a:lnTo>
                  <a:lnTo>
                    <a:pt x="29910" y="9"/>
                  </a:lnTo>
                  <a:lnTo>
                    <a:pt x="30691" y="0"/>
                  </a:lnTo>
                  <a:lnTo>
                    <a:pt x="32178" y="30"/>
                  </a:lnTo>
                  <a:lnTo>
                    <a:pt x="33601" y="121"/>
                  </a:lnTo>
                  <a:lnTo>
                    <a:pt x="34960" y="272"/>
                  </a:lnTo>
                  <a:lnTo>
                    <a:pt x="36254" y="484"/>
                  </a:lnTo>
                  <a:lnTo>
                    <a:pt x="37484" y="756"/>
                  </a:lnTo>
                  <a:lnTo>
                    <a:pt x="38650" y="1089"/>
                  </a:lnTo>
                  <a:lnTo>
                    <a:pt x="39752" y="1482"/>
                  </a:lnTo>
                  <a:lnTo>
                    <a:pt x="40789" y="1936"/>
                  </a:lnTo>
                  <a:lnTo>
                    <a:pt x="41763" y="2451"/>
                  </a:lnTo>
                  <a:lnTo>
                    <a:pt x="42672" y="3025"/>
                  </a:lnTo>
                  <a:lnTo>
                    <a:pt x="43534" y="3666"/>
                  </a:lnTo>
                  <a:lnTo>
                    <a:pt x="44341" y="4379"/>
                  </a:lnTo>
                  <a:lnTo>
                    <a:pt x="45095" y="5163"/>
                  </a:lnTo>
                  <a:lnTo>
                    <a:pt x="45794" y="6019"/>
                  </a:lnTo>
                  <a:lnTo>
                    <a:pt x="46439" y="6947"/>
                  </a:lnTo>
                  <a:lnTo>
                    <a:pt x="47029" y="7946"/>
                  </a:lnTo>
                  <a:lnTo>
                    <a:pt x="47565" y="9017"/>
                  </a:lnTo>
                  <a:lnTo>
                    <a:pt x="48047" y="10159"/>
                  </a:lnTo>
                  <a:lnTo>
                    <a:pt x="48474" y="11373"/>
                  </a:lnTo>
                  <a:lnTo>
                    <a:pt x="48847" y="12659"/>
                  </a:lnTo>
                  <a:lnTo>
                    <a:pt x="49032" y="12659"/>
                  </a:lnTo>
                  <a:lnTo>
                    <a:pt x="49332" y="12084"/>
                  </a:lnTo>
                  <a:lnTo>
                    <a:pt x="49640" y="11520"/>
                  </a:lnTo>
                  <a:lnTo>
                    <a:pt x="49955" y="10968"/>
                  </a:lnTo>
                  <a:lnTo>
                    <a:pt x="50277" y="10426"/>
                  </a:lnTo>
                  <a:lnTo>
                    <a:pt x="50607" y="9896"/>
                  </a:lnTo>
                  <a:lnTo>
                    <a:pt x="50944" y="9376"/>
                  </a:lnTo>
                  <a:lnTo>
                    <a:pt x="51289" y="8868"/>
                  </a:lnTo>
                  <a:lnTo>
                    <a:pt x="51641" y="8371"/>
                  </a:lnTo>
                  <a:lnTo>
                    <a:pt x="52000" y="7885"/>
                  </a:lnTo>
                  <a:lnTo>
                    <a:pt x="52367" y="7410"/>
                  </a:lnTo>
                  <a:lnTo>
                    <a:pt x="52744" y="6948"/>
                  </a:lnTo>
                  <a:lnTo>
                    <a:pt x="53133" y="6501"/>
                  </a:lnTo>
                  <a:lnTo>
                    <a:pt x="53534" y="6069"/>
                  </a:lnTo>
                  <a:lnTo>
                    <a:pt x="53948" y="5651"/>
                  </a:lnTo>
                  <a:lnTo>
                    <a:pt x="54374" y="5249"/>
                  </a:lnTo>
                  <a:lnTo>
                    <a:pt x="54812" y="4861"/>
                  </a:lnTo>
                  <a:lnTo>
                    <a:pt x="55263" y="4488"/>
                  </a:lnTo>
                  <a:lnTo>
                    <a:pt x="55726" y="4130"/>
                  </a:lnTo>
                  <a:lnTo>
                    <a:pt x="56202" y="3786"/>
                  </a:lnTo>
                  <a:lnTo>
                    <a:pt x="56690" y="3458"/>
                  </a:lnTo>
                  <a:lnTo>
                    <a:pt x="57190" y="3132"/>
                  </a:lnTo>
                  <a:lnTo>
                    <a:pt x="57703" y="2823"/>
                  </a:lnTo>
                  <a:lnTo>
                    <a:pt x="58227" y="2530"/>
                  </a:lnTo>
                  <a:lnTo>
                    <a:pt x="58765" y="2252"/>
                  </a:lnTo>
                  <a:lnTo>
                    <a:pt x="59314" y="1991"/>
                  </a:lnTo>
                  <a:lnTo>
                    <a:pt x="59876" y="1746"/>
                  </a:lnTo>
                  <a:lnTo>
                    <a:pt x="60451" y="1517"/>
                  </a:lnTo>
                  <a:lnTo>
                    <a:pt x="61037" y="1304"/>
                  </a:lnTo>
                  <a:lnTo>
                    <a:pt x="61636" y="1107"/>
                  </a:lnTo>
                  <a:lnTo>
                    <a:pt x="62248" y="926"/>
                  </a:lnTo>
                  <a:lnTo>
                    <a:pt x="62874" y="750"/>
                  </a:lnTo>
                  <a:lnTo>
                    <a:pt x="63517" y="592"/>
                  </a:lnTo>
                  <a:lnTo>
                    <a:pt x="64178" y="453"/>
                  </a:lnTo>
                  <a:lnTo>
                    <a:pt x="64856" y="333"/>
                  </a:lnTo>
                  <a:lnTo>
                    <a:pt x="65552" y="231"/>
                  </a:lnTo>
                  <a:lnTo>
                    <a:pt x="66264" y="148"/>
                  </a:lnTo>
                  <a:lnTo>
                    <a:pt x="66994" y="83"/>
                  </a:lnTo>
                  <a:lnTo>
                    <a:pt x="67741" y="37"/>
                  </a:lnTo>
                  <a:lnTo>
                    <a:pt x="68506" y="9"/>
                  </a:lnTo>
                  <a:lnTo>
                    <a:pt x="69288" y="0"/>
                  </a:lnTo>
                  <a:lnTo>
                    <a:pt x="70286" y="13"/>
                  </a:lnTo>
                  <a:lnTo>
                    <a:pt x="71256" y="54"/>
                  </a:lnTo>
                  <a:lnTo>
                    <a:pt x="72198" y="122"/>
                  </a:lnTo>
                  <a:lnTo>
                    <a:pt x="73111" y="217"/>
                  </a:lnTo>
                  <a:lnTo>
                    <a:pt x="73996" y="339"/>
                  </a:lnTo>
                  <a:lnTo>
                    <a:pt x="74853" y="489"/>
                  </a:lnTo>
                  <a:lnTo>
                    <a:pt x="75681" y="665"/>
                  </a:lnTo>
                  <a:lnTo>
                    <a:pt x="76481" y="869"/>
                  </a:lnTo>
                  <a:lnTo>
                    <a:pt x="77252" y="1100"/>
                  </a:lnTo>
                  <a:lnTo>
                    <a:pt x="77995" y="1358"/>
                  </a:lnTo>
                  <a:lnTo>
                    <a:pt x="78722" y="1645"/>
                  </a:lnTo>
                  <a:lnTo>
                    <a:pt x="79423" y="1961"/>
                  </a:lnTo>
                  <a:lnTo>
                    <a:pt x="80096" y="2307"/>
                  </a:lnTo>
                  <a:lnTo>
                    <a:pt x="80742" y="2682"/>
                  </a:lnTo>
                  <a:lnTo>
                    <a:pt x="81361" y="3087"/>
                  </a:lnTo>
                  <a:lnTo>
                    <a:pt x="81952" y="3522"/>
                  </a:lnTo>
                  <a:lnTo>
                    <a:pt x="82517" y="3986"/>
                  </a:lnTo>
                  <a:lnTo>
                    <a:pt x="83054" y="4480"/>
                  </a:lnTo>
                  <a:lnTo>
                    <a:pt x="83564" y="5004"/>
                  </a:lnTo>
                  <a:lnTo>
                    <a:pt x="84047" y="5557"/>
                  </a:lnTo>
                  <a:lnTo>
                    <a:pt x="84504" y="6142"/>
                  </a:lnTo>
                  <a:lnTo>
                    <a:pt x="84936" y="6760"/>
                  </a:lnTo>
                  <a:lnTo>
                    <a:pt x="85344" y="7412"/>
                  </a:lnTo>
                  <a:lnTo>
                    <a:pt x="85727" y="8097"/>
                  </a:lnTo>
                  <a:lnTo>
                    <a:pt x="86085" y="8815"/>
                  </a:lnTo>
                  <a:lnTo>
                    <a:pt x="86418" y="9566"/>
                  </a:lnTo>
                  <a:lnTo>
                    <a:pt x="86727" y="10351"/>
                  </a:lnTo>
                  <a:lnTo>
                    <a:pt x="87011" y="11170"/>
                  </a:lnTo>
                  <a:lnTo>
                    <a:pt x="87270" y="12021"/>
                  </a:lnTo>
                  <a:lnTo>
                    <a:pt x="87505" y="12906"/>
                  </a:lnTo>
                  <a:lnTo>
                    <a:pt x="87716" y="13813"/>
                  </a:lnTo>
                  <a:lnTo>
                    <a:pt x="87905" y="14754"/>
                  </a:lnTo>
                  <a:lnTo>
                    <a:pt x="88072" y="15730"/>
                  </a:lnTo>
                  <a:lnTo>
                    <a:pt x="88217" y="16740"/>
                  </a:lnTo>
                  <a:lnTo>
                    <a:pt x="88339" y="17785"/>
                  </a:lnTo>
                  <a:lnTo>
                    <a:pt x="88439" y="18864"/>
                  </a:lnTo>
                  <a:lnTo>
                    <a:pt x="88517" y="19978"/>
                  </a:lnTo>
                  <a:lnTo>
                    <a:pt x="88572" y="21127"/>
                  </a:lnTo>
                  <a:lnTo>
                    <a:pt x="88606" y="22310"/>
                  </a:lnTo>
                  <a:lnTo>
                    <a:pt x="88617" y="23528"/>
                  </a:lnTo>
                  <a:lnTo>
                    <a:pt x="88617" y="68053"/>
                  </a:lnTo>
                  <a:lnTo>
                    <a:pt x="77624" y="68053"/>
                  </a:lnTo>
                  <a:lnTo>
                    <a:pt x="77624" y="25689"/>
                  </a:lnTo>
                  <a:lnTo>
                    <a:pt x="77618" y="24730"/>
                  </a:lnTo>
                  <a:lnTo>
                    <a:pt x="77600" y="23802"/>
                  </a:lnTo>
                  <a:lnTo>
                    <a:pt x="77569" y="22907"/>
                  </a:lnTo>
                  <a:lnTo>
                    <a:pt x="77526" y="22043"/>
                  </a:lnTo>
                  <a:lnTo>
                    <a:pt x="77470" y="21212"/>
                  </a:lnTo>
                  <a:lnTo>
                    <a:pt x="77402" y="20413"/>
                  </a:lnTo>
                  <a:lnTo>
                    <a:pt x="77322" y="19646"/>
                  </a:lnTo>
                  <a:lnTo>
                    <a:pt x="77229" y="18911"/>
                  </a:lnTo>
                  <a:lnTo>
                    <a:pt x="77124" y="18208"/>
                  </a:lnTo>
                  <a:lnTo>
                    <a:pt x="77007" y="17538"/>
                  </a:lnTo>
                  <a:lnTo>
                    <a:pt x="76875" y="16896"/>
                  </a:lnTo>
                  <a:lnTo>
                    <a:pt x="76725" y="16280"/>
                  </a:lnTo>
                  <a:lnTo>
                    <a:pt x="76559" y="15691"/>
                  </a:lnTo>
                  <a:lnTo>
                    <a:pt x="76375" y="15127"/>
                  </a:lnTo>
                  <a:lnTo>
                    <a:pt x="76173" y="14589"/>
                  </a:lnTo>
                  <a:lnTo>
                    <a:pt x="75955" y="14077"/>
                  </a:lnTo>
                  <a:lnTo>
                    <a:pt x="75719" y="13591"/>
                  </a:lnTo>
                  <a:lnTo>
                    <a:pt x="75466" y="13131"/>
                  </a:lnTo>
                  <a:lnTo>
                    <a:pt x="75195" y="12697"/>
                  </a:lnTo>
                  <a:lnTo>
                    <a:pt x="74907" y="12289"/>
                  </a:lnTo>
                  <a:lnTo>
                    <a:pt x="74614" y="11893"/>
                  </a:lnTo>
                  <a:lnTo>
                    <a:pt x="74302" y="11523"/>
                  </a:lnTo>
                  <a:lnTo>
                    <a:pt x="73972" y="11177"/>
                  </a:lnTo>
                  <a:lnTo>
                    <a:pt x="73623" y="10856"/>
                  </a:lnTo>
                  <a:lnTo>
                    <a:pt x="73255" y="10559"/>
                  </a:lnTo>
                  <a:lnTo>
                    <a:pt x="72869" y="10288"/>
                  </a:lnTo>
                  <a:lnTo>
                    <a:pt x="72465" y="10041"/>
                  </a:lnTo>
                  <a:lnTo>
                    <a:pt x="72042" y="9818"/>
                  </a:lnTo>
                  <a:lnTo>
                    <a:pt x="71600" y="9621"/>
                  </a:lnTo>
                  <a:lnTo>
                    <a:pt x="71140" y="9448"/>
                  </a:lnTo>
                  <a:lnTo>
                    <a:pt x="70660" y="9284"/>
                  </a:lnTo>
                  <a:lnTo>
                    <a:pt x="70160" y="9137"/>
                  </a:lnTo>
                  <a:lnTo>
                    <a:pt x="69638" y="9007"/>
                  </a:lnTo>
                  <a:lnTo>
                    <a:pt x="69095" y="8895"/>
                  </a:lnTo>
                  <a:lnTo>
                    <a:pt x="68531" y="8799"/>
                  </a:lnTo>
                  <a:lnTo>
                    <a:pt x="67946" y="8722"/>
                  </a:lnTo>
                  <a:lnTo>
                    <a:pt x="67341" y="8661"/>
                  </a:lnTo>
                  <a:lnTo>
                    <a:pt x="66714" y="8618"/>
                  </a:lnTo>
                  <a:lnTo>
                    <a:pt x="66066" y="8592"/>
                  </a:lnTo>
                  <a:lnTo>
                    <a:pt x="65397" y="8583"/>
                  </a:lnTo>
                  <a:lnTo>
                    <a:pt x="64700" y="8597"/>
                  </a:lnTo>
                  <a:lnTo>
                    <a:pt x="64016" y="8638"/>
                  </a:lnTo>
                  <a:lnTo>
                    <a:pt x="63346" y="8706"/>
                  </a:lnTo>
                  <a:lnTo>
                    <a:pt x="62690" y="8801"/>
                  </a:lnTo>
                  <a:lnTo>
                    <a:pt x="62047" y="8923"/>
                  </a:lnTo>
                  <a:lnTo>
                    <a:pt x="61418" y="9072"/>
                  </a:lnTo>
                  <a:lnTo>
                    <a:pt x="60802" y="9249"/>
                  </a:lnTo>
                  <a:lnTo>
                    <a:pt x="60200" y="9453"/>
                  </a:lnTo>
                  <a:lnTo>
                    <a:pt x="59611" y="9684"/>
                  </a:lnTo>
                  <a:lnTo>
                    <a:pt x="59036" y="9942"/>
                  </a:lnTo>
                  <a:lnTo>
                    <a:pt x="58476" y="10214"/>
                  </a:lnTo>
                  <a:lnTo>
                    <a:pt x="57932" y="10513"/>
                  </a:lnTo>
                  <a:lnTo>
                    <a:pt x="57404" y="10837"/>
                  </a:lnTo>
                  <a:lnTo>
                    <a:pt x="56892" y="11187"/>
                  </a:lnTo>
                  <a:lnTo>
                    <a:pt x="56396" y="11563"/>
                  </a:lnTo>
                  <a:lnTo>
                    <a:pt x="55917" y="11965"/>
                  </a:lnTo>
                  <a:lnTo>
                    <a:pt x="55453" y="12393"/>
                  </a:lnTo>
                  <a:lnTo>
                    <a:pt x="55005" y="12847"/>
                  </a:lnTo>
                  <a:lnTo>
                    <a:pt x="54573" y="13327"/>
                  </a:lnTo>
                  <a:lnTo>
                    <a:pt x="54158" y="13832"/>
                  </a:lnTo>
                  <a:lnTo>
                    <a:pt x="53771" y="14364"/>
                  </a:lnTo>
                  <a:lnTo>
                    <a:pt x="53402" y="14922"/>
                  </a:lnTo>
                  <a:lnTo>
                    <a:pt x="53050" y="15505"/>
                  </a:lnTo>
                  <a:lnTo>
                    <a:pt x="52715" y="16115"/>
                  </a:lnTo>
                  <a:lnTo>
                    <a:pt x="52398" y="16750"/>
                  </a:lnTo>
                  <a:lnTo>
                    <a:pt x="52098" y="17412"/>
                  </a:lnTo>
                  <a:lnTo>
                    <a:pt x="51815" y="18099"/>
                  </a:lnTo>
                  <a:lnTo>
                    <a:pt x="51549" y="18812"/>
                  </a:lnTo>
                  <a:lnTo>
                    <a:pt x="51301" y="19551"/>
                  </a:lnTo>
                  <a:lnTo>
                    <a:pt x="51070" y="20317"/>
                  </a:lnTo>
                  <a:lnTo>
                    <a:pt x="50871" y="21107"/>
                  </a:lnTo>
                  <a:lnTo>
                    <a:pt x="50692" y="21922"/>
                  </a:lnTo>
                  <a:lnTo>
                    <a:pt x="50535" y="22762"/>
                  </a:lnTo>
                  <a:lnTo>
                    <a:pt x="50398" y="23627"/>
                  </a:lnTo>
                  <a:lnTo>
                    <a:pt x="50283" y="24516"/>
                  </a:lnTo>
                  <a:lnTo>
                    <a:pt x="50188" y="25430"/>
                  </a:lnTo>
                  <a:lnTo>
                    <a:pt x="50115" y="26369"/>
                  </a:lnTo>
                  <a:lnTo>
                    <a:pt x="50062" y="27332"/>
                  </a:lnTo>
                  <a:lnTo>
                    <a:pt x="50031" y="28320"/>
                  </a:lnTo>
                  <a:lnTo>
                    <a:pt x="50020" y="29333"/>
                  </a:lnTo>
                  <a:lnTo>
                    <a:pt x="50020" y="68053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645597" y="5962664"/>
              <a:ext cx="11115" cy="91643"/>
            </a:xfrm>
            <a:custGeom>
              <a:avLst/>
              <a:pathLst>
                <a:path w="11115" h="91643">
                  <a:moveTo>
                    <a:pt x="0" y="10621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10621"/>
                  </a:lnTo>
                  <a:close/>
                  <a:moveTo>
                    <a:pt x="0" y="91643"/>
                  </a:moveTo>
                  <a:lnTo>
                    <a:pt x="0" y="24825"/>
                  </a:lnTo>
                  <a:lnTo>
                    <a:pt x="11115" y="24825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2670607" y="5986254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2744095" y="5962664"/>
              <a:ext cx="11115" cy="91643"/>
            </a:xfrm>
            <a:custGeom>
              <a:avLst/>
              <a:pathLst>
                <a:path w="11115" h="91643">
                  <a:moveTo>
                    <a:pt x="0" y="91643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2299527" y="5894788"/>
              <a:ext cx="75093" cy="87011"/>
            </a:xfrm>
            <a:custGeom>
              <a:avLst/>
              <a:pathLst>
                <a:path w="75093" h="87011">
                  <a:moveTo>
                    <a:pt x="61507" y="87011"/>
                  </a:moveTo>
                  <a:lnTo>
                    <a:pt x="38905" y="50885"/>
                  </a:lnTo>
                  <a:lnTo>
                    <a:pt x="11795" y="50885"/>
                  </a:lnTo>
                  <a:lnTo>
                    <a:pt x="11795" y="87011"/>
                  </a:lnTo>
                  <a:lnTo>
                    <a:pt x="0" y="87011"/>
                  </a:lnTo>
                  <a:lnTo>
                    <a:pt x="0" y="0"/>
                  </a:lnTo>
                  <a:lnTo>
                    <a:pt x="40943" y="0"/>
                  </a:lnTo>
                  <a:lnTo>
                    <a:pt x="42407" y="17"/>
                  </a:lnTo>
                  <a:lnTo>
                    <a:pt x="43838" y="69"/>
                  </a:lnTo>
                  <a:lnTo>
                    <a:pt x="45233" y="155"/>
                  </a:lnTo>
                  <a:lnTo>
                    <a:pt x="46594" y="276"/>
                  </a:lnTo>
                  <a:lnTo>
                    <a:pt x="47921" y="432"/>
                  </a:lnTo>
                  <a:lnTo>
                    <a:pt x="49213" y="622"/>
                  </a:lnTo>
                  <a:lnTo>
                    <a:pt x="50470" y="847"/>
                  </a:lnTo>
                  <a:lnTo>
                    <a:pt x="51693" y="1106"/>
                  </a:lnTo>
                  <a:lnTo>
                    <a:pt x="52881" y="1400"/>
                  </a:lnTo>
                  <a:lnTo>
                    <a:pt x="54034" y="1729"/>
                  </a:lnTo>
                  <a:lnTo>
                    <a:pt x="55164" y="2078"/>
                  </a:lnTo>
                  <a:lnTo>
                    <a:pt x="56258" y="2457"/>
                  </a:lnTo>
                  <a:lnTo>
                    <a:pt x="57314" y="2868"/>
                  </a:lnTo>
                  <a:lnTo>
                    <a:pt x="58332" y="3310"/>
                  </a:lnTo>
                  <a:lnTo>
                    <a:pt x="59314" y="3782"/>
                  </a:lnTo>
                  <a:lnTo>
                    <a:pt x="60259" y="4285"/>
                  </a:lnTo>
                  <a:lnTo>
                    <a:pt x="61167" y="4819"/>
                  </a:lnTo>
                  <a:lnTo>
                    <a:pt x="62038" y="5384"/>
                  </a:lnTo>
                  <a:lnTo>
                    <a:pt x="62871" y="5980"/>
                  </a:lnTo>
                  <a:lnTo>
                    <a:pt x="63668" y="6607"/>
                  </a:lnTo>
                  <a:lnTo>
                    <a:pt x="64428" y="7264"/>
                  </a:lnTo>
                  <a:lnTo>
                    <a:pt x="65150" y="7948"/>
                  </a:lnTo>
                  <a:lnTo>
                    <a:pt x="65836" y="8662"/>
                  </a:lnTo>
                  <a:lnTo>
                    <a:pt x="66484" y="9403"/>
                  </a:lnTo>
                  <a:lnTo>
                    <a:pt x="67095" y="10173"/>
                  </a:lnTo>
                  <a:lnTo>
                    <a:pt x="67670" y="10972"/>
                  </a:lnTo>
                  <a:lnTo>
                    <a:pt x="68207" y="11799"/>
                  </a:lnTo>
                  <a:lnTo>
                    <a:pt x="68707" y="12654"/>
                  </a:lnTo>
                  <a:lnTo>
                    <a:pt x="69170" y="13538"/>
                  </a:lnTo>
                  <a:lnTo>
                    <a:pt x="69596" y="14450"/>
                  </a:lnTo>
                  <a:lnTo>
                    <a:pt x="69984" y="15388"/>
                  </a:lnTo>
                  <a:lnTo>
                    <a:pt x="70330" y="16350"/>
                  </a:lnTo>
                  <a:lnTo>
                    <a:pt x="70636" y="17335"/>
                  </a:lnTo>
                  <a:lnTo>
                    <a:pt x="70901" y="18343"/>
                  </a:lnTo>
                  <a:lnTo>
                    <a:pt x="71125" y="19375"/>
                  </a:lnTo>
                  <a:lnTo>
                    <a:pt x="71308" y="20430"/>
                  </a:lnTo>
                  <a:lnTo>
                    <a:pt x="71451" y="21509"/>
                  </a:lnTo>
                  <a:lnTo>
                    <a:pt x="71553" y="22611"/>
                  </a:lnTo>
                  <a:lnTo>
                    <a:pt x="71614" y="23737"/>
                  </a:lnTo>
                  <a:lnTo>
                    <a:pt x="71634" y="24886"/>
                  </a:lnTo>
                  <a:lnTo>
                    <a:pt x="71622" y="25713"/>
                  </a:lnTo>
                  <a:lnTo>
                    <a:pt x="71585" y="26536"/>
                  </a:lnTo>
                  <a:lnTo>
                    <a:pt x="71523" y="27358"/>
                  </a:lnTo>
                  <a:lnTo>
                    <a:pt x="71437" y="28177"/>
                  </a:lnTo>
                  <a:lnTo>
                    <a:pt x="71326" y="28993"/>
                  </a:lnTo>
                  <a:lnTo>
                    <a:pt x="71190" y="29807"/>
                  </a:lnTo>
                  <a:lnTo>
                    <a:pt x="71029" y="30618"/>
                  </a:lnTo>
                  <a:lnTo>
                    <a:pt x="70844" y="31427"/>
                  </a:lnTo>
                  <a:lnTo>
                    <a:pt x="70634" y="32234"/>
                  </a:lnTo>
                  <a:lnTo>
                    <a:pt x="70399" y="33038"/>
                  </a:lnTo>
                  <a:lnTo>
                    <a:pt x="70150" y="33834"/>
                  </a:lnTo>
                  <a:lnTo>
                    <a:pt x="69873" y="34616"/>
                  </a:lnTo>
                  <a:lnTo>
                    <a:pt x="69567" y="35385"/>
                  </a:lnTo>
                  <a:lnTo>
                    <a:pt x="69233" y="36140"/>
                  </a:lnTo>
                  <a:lnTo>
                    <a:pt x="68871" y="36882"/>
                  </a:lnTo>
                  <a:lnTo>
                    <a:pt x="68480" y="37610"/>
                  </a:lnTo>
                  <a:lnTo>
                    <a:pt x="68061" y="38325"/>
                  </a:lnTo>
                  <a:lnTo>
                    <a:pt x="67613" y="39026"/>
                  </a:lnTo>
                  <a:lnTo>
                    <a:pt x="67137" y="39713"/>
                  </a:lnTo>
                  <a:lnTo>
                    <a:pt x="66632" y="40387"/>
                  </a:lnTo>
                  <a:lnTo>
                    <a:pt x="66099" y="41044"/>
                  </a:lnTo>
                  <a:lnTo>
                    <a:pt x="65538" y="41684"/>
                  </a:lnTo>
                  <a:lnTo>
                    <a:pt x="64948" y="42304"/>
                  </a:lnTo>
                  <a:lnTo>
                    <a:pt x="64330" y="42906"/>
                  </a:lnTo>
                  <a:lnTo>
                    <a:pt x="63683" y="43490"/>
                  </a:lnTo>
                  <a:lnTo>
                    <a:pt x="63008" y="44055"/>
                  </a:lnTo>
                  <a:lnTo>
                    <a:pt x="62305" y="44601"/>
                  </a:lnTo>
                  <a:lnTo>
                    <a:pt x="61573" y="45129"/>
                  </a:lnTo>
                  <a:lnTo>
                    <a:pt x="60813" y="45639"/>
                  </a:lnTo>
                  <a:lnTo>
                    <a:pt x="60025" y="46130"/>
                  </a:lnTo>
                  <a:lnTo>
                    <a:pt x="59206" y="46597"/>
                  </a:lnTo>
                  <a:lnTo>
                    <a:pt x="58355" y="47036"/>
                  </a:lnTo>
                  <a:lnTo>
                    <a:pt x="57472" y="47447"/>
                  </a:lnTo>
                  <a:lnTo>
                    <a:pt x="56556" y="47829"/>
                  </a:lnTo>
                  <a:lnTo>
                    <a:pt x="55609" y="48183"/>
                  </a:lnTo>
                  <a:lnTo>
                    <a:pt x="54630" y="48509"/>
                  </a:lnTo>
                  <a:lnTo>
                    <a:pt x="53618" y="48806"/>
                  </a:lnTo>
                  <a:lnTo>
                    <a:pt x="52575" y="49074"/>
                  </a:lnTo>
                  <a:lnTo>
                    <a:pt x="51499" y="49315"/>
                  </a:lnTo>
                  <a:lnTo>
                    <a:pt x="50391" y="49526"/>
                  </a:lnTo>
                  <a:lnTo>
                    <a:pt x="75093" y="87011"/>
                  </a:lnTo>
                  <a:close/>
                  <a:moveTo>
                    <a:pt x="59778" y="25010"/>
                  </a:moveTo>
                  <a:lnTo>
                    <a:pt x="59764" y="24230"/>
                  </a:lnTo>
                  <a:lnTo>
                    <a:pt x="59723" y="23471"/>
                  </a:lnTo>
                  <a:lnTo>
                    <a:pt x="59655" y="22733"/>
                  </a:lnTo>
                  <a:lnTo>
                    <a:pt x="59560" y="22016"/>
                  </a:lnTo>
                  <a:lnTo>
                    <a:pt x="59438" y="21320"/>
                  </a:lnTo>
                  <a:lnTo>
                    <a:pt x="59288" y="20645"/>
                  </a:lnTo>
                  <a:lnTo>
                    <a:pt x="59112" y="19991"/>
                  </a:lnTo>
                  <a:lnTo>
                    <a:pt x="58908" y="19358"/>
                  </a:lnTo>
                  <a:lnTo>
                    <a:pt x="58677" y="18746"/>
                  </a:lnTo>
                  <a:lnTo>
                    <a:pt x="58419" y="18155"/>
                  </a:lnTo>
                  <a:lnTo>
                    <a:pt x="58135" y="17585"/>
                  </a:lnTo>
                  <a:lnTo>
                    <a:pt x="57826" y="17034"/>
                  </a:lnTo>
                  <a:lnTo>
                    <a:pt x="57493" y="16503"/>
                  </a:lnTo>
                  <a:lnTo>
                    <a:pt x="57134" y="15991"/>
                  </a:lnTo>
                  <a:lnTo>
                    <a:pt x="56752" y="15500"/>
                  </a:lnTo>
                  <a:lnTo>
                    <a:pt x="56344" y="15028"/>
                  </a:lnTo>
                  <a:lnTo>
                    <a:pt x="55912" y="14576"/>
                  </a:lnTo>
                  <a:lnTo>
                    <a:pt x="55455" y="14144"/>
                  </a:lnTo>
                  <a:lnTo>
                    <a:pt x="54973" y="13731"/>
                  </a:lnTo>
                  <a:lnTo>
                    <a:pt x="54467" y="13338"/>
                  </a:lnTo>
                  <a:lnTo>
                    <a:pt x="53937" y="12954"/>
                  </a:lnTo>
                  <a:lnTo>
                    <a:pt x="53385" y="12590"/>
                  </a:lnTo>
                  <a:lnTo>
                    <a:pt x="52810" y="12247"/>
                  </a:lnTo>
                  <a:lnTo>
                    <a:pt x="52214" y="11925"/>
                  </a:lnTo>
                  <a:lnTo>
                    <a:pt x="51595" y="11625"/>
                  </a:lnTo>
                  <a:lnTo>
                    <a:pt x="50954" y="11345"/>
                  </a:lnTo>
                  <a:lnTo>
                    <a:pt x="50291" y="11086"/>
                  </a:lnTo>
                  <a:lnTo>
                    <a:pt x="49605" y="10848"/>
                  </a:lnTo>
                  <a:lnTo>
                    <a:pt x="48898" y="10632"/>
                  </a:lnTo>
                  <a:lnTo>
                    <a:pt x="48168" y="10436"/>
                  </a:lnTo>
                  <a:lnTo>
                    <a:pt x="47417" y="10248"/>
                  </a:lnTo>
                  <a:lnTo>
                    <a:pt x="46646" y="10080"/>
                  </a:lnTo>
                  <a:lnTo>
                    <a:pt x="45856" y="9932"/>
                  </a:lnTo>
                  <a:lnTo>
                    <a:pt x="45045" y="9804"/>
                  </a:lnTo>
                  <a:lnTo>
                    <a:pt x="44215" y="9695"/>
                  </a:lnTo>
                  <a:lnTo>
                    <a:pt x="43366" y="9606"/>
                  </a:lnTo>
                  <a:lnTo>
                    <a:pt x="42496" y="9537"/>
                  </a:lnTo>
                  <a:lnTo>
                    <a:pt x="41607" y="9487"/>
                  </a:lnTo>
                  <a:lnTo>
                    <a:pt x="40698" y="9458"/>
                  </a:lnTo>
                  <a:lnTo>
                    <a:pt x="39769" y="9448"/>
                  </a:lnTo>
                  <a:lnTo>
                    <a:pt x="11795" y="9448"/>
                  </a:lnTo>
                  <a:lnTo>
                    <a:pt x="11795" y="41560"/>
                  </a:lnTo>
                  <a:lnTo>
                    <a:pt x="40263" y="41560"/>
                  </a:lnTo>
                  <a:lnTo>
                    <a:pt x="41262" y="41548"/>
                  </a:lnTo>
                  <a:lnTo>
                    <a:pt x="42234" y="41511"/>
                  </a:lnTo>
                  <a:lnTo>
                    <a:pt x="43179" y="41449"/>
                  </a:lnTo>
                  <a:lnTo>
                    <a:pt x="44097" y="41362"/>
                  </a:lnTo>
                  <a:lnTo>
                    <a:pt x="44987" y="41251"/>
                  </a:lnTo>
                  <a:lnTo>
                    <a:pt x="45851" y="41115"/>
                  </a:lnTo>
                  <a:lnTo>
                    <a:pt x="46687" y="40955"/>
                  </a:lnTo>
                  <a:lnTo>
                    <a:pt x="47496" y="40770"/>
                  </a:lnTo>
                  <a:lnTo>
                    <a:pt x="48278" y="40560"/>
                  </a:lnTo>
                  <a:lnTo>
                    <a:pt x="49032" y="40325"/>
                  </a:lnTo>
                  <a:lnTo>
                    <a:pt x="49760" y="40056"/>
                  </a:lnTo>
                  <a:lnTo>
                    <a:pt x="50460" y="39769"/>
                  </a:lnTo>
                  <a:lnTo>
                    <a:pt x="51133" y="39463"/>
                  </a:lnTo>
                  <a:lnTo>
                    <a:pt x="51779" y="39139"/>
                  </a:lnTo>
                  <a:lnTo>
                    <a:pt x="52398" y="38797"/>
                  </a:lnTo>
                  <a:lnTo>
                    <a:pt x="52990" y="38435"/>
                  </a:lnTo>
                  <a:lnTo>
                    <a:pt x="53554" y="38055"/>
                  </a:lnTo>
                  <a:lnTo>
                    <a:pt x="54091" y="37657"/>
                  </a:lnTo>
                  <a:lnTo>
                    <a:pt x="54601" y="37240"/>
                  </a:lnTo>
                  <a:lnTo>
                    <a:pt x="55084" y="36805"/>
                  </a:lnTo>
                  <a:lnTo>
                    <a:pt x="55553" y="36352"/>
                  </a:lnTo>
                  <a:lnTo>
                    <a:pt x="55996" y="35884"/>
                  </a:lnTo>
                  <a:lnTo>
                    <a:pt x="56413" y="35399"/>
                  </a:lnTo>
                  <a:lnTo>
                    <a:pt x="56803" y="34898"/>
                  </a:lnTo>
                  <a:lnTo>
                    <a:pt x="57168" y="34381"/>
                  </a:lnTo>
                  <a:lnTo>
                    <a:pt x="57507" y="33848"/>
                  </a:lnTo>
                  <a:lnTo>
                    <a:pt x="57821" y="33299"/>
                  </a:lnTo>
                  <a:lnTo>
                    <a:pt x="58108" y="32734"/>
                  </a:lnTo>
                  <a:lnTo>
                    <a:pt x="58369" y="32153"/>
                  </a:lnTo>
                  <a:lnTo>
                    <a:pt x="58604" y="31556"/>
                  </a:lnTo>
                  <a:lnTo>
                    <a:pt x="58827" y="30946"/>
                  </a:lnTo>
                  <a:lnTo>
                    <a:pt x="59027" y="30326"/>
                  </a:lnTo>
                  <a:lnTo>
                    <a:pt x="59203" y="29696"/>
                  </a:lnTo>
                  <a:lnTo>
                    <a:pt x="59355" y="29056"/>
                  </a:lnTo>
                  <a:lnTo>
                    <a:pt x="59484" y="28406"/>
                  </a:lnTo>
                  <a:lnTo>
                    <a:pt x="59590" y="27747"/>
                  </a:lnTo>
                  <a:lnTo>
                    <a:pt x="59672" y="27077"/>
                  </a:lnTo>
                  <a:lnTo>
                    <a:pt x="59731" y="26398"/>
                  </a:lnTo>
                  <a:lnTo>
                    <a:pt x="59766" y="25709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388947" y="5890157"/>
              <a:ext cx="11115" cy="91643"/>
            </a:xfrm>
            <a:custGeom>
              <a:avLst/>
              <a:pathLst>
                <a:path w="11115" h="91643">
                  <a:moveTo>
                    <a:pt x="0" y="10621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10621"/>
                  </a:lnTo>
                  <a:close/>
                  <a:moveTo>
                    <a:pt x="0" y="91643"/>
                  </a:moveTo>
                  <a:lnTo>
                    <a:pt x="0" y="24825"/>
                  </a:lnTo>
                  <a:lnTo>
                    <a:pt x="11115" y="24825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2413895" y="5890157"/>
              <a:ext cx="56875" cy="92878"/>
            </a:xfrm>
            <a:custGeom>
              <a:avLst/>
              <a:pathLst>
                <a:path w="56875" h="92878">
                  <a:moveTo>
                    <a:pt x="45389" y="80897"/>
                  </a:moveTo>
                  <a:lnTo>
                    <a:pt x="44751" y="82145"/>
                  </a:lnTo>
                  <a:lnTo>
                    <a:pt x="44072" y="83321"/>
                  </a:lnTo>
                  <a:lnTo>
                    <a:pt x="43353" y="84423"/>
                  </a:lnTo>
                  <a:lnTo>
                    <a:pt x="42593" y="85452"/>
                  </a:lnTo>
                  <a:lnTo>
                    <a:pt x="41792" y="86409"/>
                  </a:lnTo>
                  <a:lnTo>
                    <a:pt x="40950" y="87293"/>
                  </a:lnTo>
                  <a:lnTo>
                    <a:pt x="40067" y="88104"/>
                  </a:lnTo>
                  <a:lnTo>
                    <a:pt x="39144" y="88841"/>
                  </a:lnTo>
                  <a:lnTo>
                    <a:pt x="38180" y="89507"/>
                  </a:lnTo>
                  <a:lnTo>
                    <a:pt x="37175" y="90099"/>
                  </a:lnTo>
                  <a:lnTo>
                    <a:pt x="36138" y="90627"/>
                  </a:lnTo>
                  <a:lnTo>
                    <a:pt x="35051" y="91099"/>
                  </a:lnTo>
                  <a:lnTo>
                    <a:pt x="33915" y="91516"/>
                  </a:lnTo>
                  <a:lnTo>
                    <a:pt x="32729" y="91877"/>
                  </a:lnTo>
                  <a:lnTo>
                    <a:pt x="31494" y="92183"/>
                  </a:lnTo>
                  <a:lnTo>
                    <a:pt x="30210" y="92433"/>
                  </a:lnTo>
                  <a:lnTo>
                    <a:pt x="28876" y="92628"/>
                  </a:lnTo>
                  <a:lnTo>
                    <a:pt x="27492" y="92767"/>
                  </a:lnTo>
                  <a:lnTo>
                    <a:pt x="26060" y="92850"/>
                  </a:lnTo>
                  <a:lnTo>
                    <a:pt x="24578" y="92878"/>
                  </a:lnTo>
                  <a:lnTo>
                    <a:pt x="22112" y="92793"/>
                  </a:lnTo>
                  <a:lnTo>
                    <a:pt x="19781" y="92537"/>
                  </a:lnTo>
                  <a:lnTo>
                    <a:pt x="17582" y="92111"/>
                  </a:lnTo>
                  <a:lnTo>
                    <a:pt x="15517" y="91514"/>
                  </a:lnTo>
                  <a:lnTo>
                    <a:pt x="13585" y="90747"/>
                  </a:lnTo>
                  <a:lnTo>
                    <a:pt x="11787" y="89810"/>
                  </a:lnTo>
                  <a:lnTo>
                    <a:pt x="10122" y="88702"/>
                  </a:lnTo>
                  <a:lnTo>
                    <a:pt x="8591" y="87424"/>
                  </a:lnTo>
                  <a:lnTo>
                    <a:pt x="7193" y="85975"/>
                  </a:lnTo>
                  <a:lnTo>
                    <a:pt x="5928" y="84356"/>
                  </a:lnTo>
                  <a:lnTo>
                    <a:pt x="4802" y="82564"/>
                  </a:lnTo>
                  <a:lnTo>
                    <a:pt x="3794" y="80596"/>
                  </a:lnTo>
                  <a:lnTo>
                    <a:pt x="2904" y="78453"/>
                  </a:lnTo>
                  <a:lnTo>
                    <a:pt x="2134" y="76135"/>
                  </a:lnTo>
                  <a:lnTo>
                    <a:pt x="1482" y="73641"/>
                  </a:lnTo>
                  <a:lnTo>
                    <a:pt x="948" y="70972"/>
                  </a:lnTo>
                  <a:lnTo>
                    <a:pt x="533" y="68128"/>
                  </a:lnTo>
                  <a:lnTo>
                    <a:pt x="237" y="65108"/>
                  </a:lnTo>
                  <a:lnTo>
                    <a:pt x="59" y="61913"/>
                  </a:lnTo>
                  <a:lnTo>
                    <a:pt x="0" y="58542"/>
                  </a:lnTo>
                  <a:lnTo>
                    <a:pt x="245" y="51901"/>
                  </a:lnTo>
                  <a:lnTo>
                    <a:pt x="983" y="45959"/>
                  </a:lnTo>
                  <a:lnTo>
                    <a:pt x="2212" y="40716"/>
                  </a:lnTo>
                  <a:lnTo>
                    <a:pt x="3932" y="36173"/>
                  </a:lnTo>
                  <a:lnTo>
                    <a:pt x="6144" y="32328"/>
                  </a:lnTo>
                  <a:lnTo>
                    <a:pt x="8848" y="29182"/>
                  </a:lnTo>
                  <a:lnTo>
                    <a:pt x="12043" y="26735"/>
                  </a:lnTo>
                  <a:lnTo>
                    <a:pt x="15730" y="24988"/>
                  </a:lnTo>
                  <a:lnTo>
                    <a:pt x="19908" y="23939"/>
                  </a:lnTo>
                  <a:lnTo>
                    <a:pt x="24578" y="23590"/>
                  </a:lnTo>
                  <a:lnTo>
                    <a:pt x="26071" y="23617"/>
                  </a:lnTo>
                  <a:lnTo>
                    <a:pt x="27515" y="23701"/>
                  </a:lnTo>
                  <a:lnTo>
                    <a:pt x="28907" y="23840"/>
                  </a:lnTo>
                  <a:lnTo>
                    <a:pt x="30249" y="24034"/>
                  </a:lnTo>
                  <a:lnTo>
                    <a:pt x="31540" y="24284"/>
                  </a:lnTo>
                  <a:lnTo>
                    <a:pt x="32781" y="24590"/>
                  </a:lnTo>
                  <a:lnTo>
                    <a:pt x="33971" y="24951"/>
                  </a:lnTo>
                  <a:lnTo>
                    <a:pt x="35110" y="25368"/>
                  </a:lnTo>
                  <a:lnTo>
                    <a:pt x="36199" y="25841"/>
                  </a:lnTo>
                  <a:lnTo>
                    <a:pt x="37237" y="26369"/>
                  </a:lnTo>
                  <a:lnTo>
                    <a:pt x="38230" y="26957"/>
                  </a:lnTo>
                  <a:lnTo>
                    <a:pt x="39184" y="27611"/>
                  </a:lnTo>
                  <a:lnTo>
                    <a:pt x="40098" y="28330"/>
                  </a:lnTo>
                  <a:lnTo>
                    <a:pt x="40972" y="29115"/>
                  </a:lnTo>
                  <a:lnTo>
                    <a:pt x="41807" y="29966"/>
                  </a:lnTo>
                  <a:lnTo>
                    <a:pt x="42602" y="30882"/>
                  </a:lnTo>
                  <a:lnTo>
                    <a:pt x="43358" y="31863"/>
                  </a:lnTo>
                  <a:lnTo>
                    <a:pt x="44075" y="32910"/>
                  </a:lnTo>
                  <a:lnTo>
                    <a:pt x="44751" y="34022"/>
                  </a:lnTo>
                  <a:lnTo>
                    <a:pt x="45512" y="35199"/>
                  </a:lnTo>
                  <a:lnTo>
                    <a:pt x="45512" y="35069"/>
                  </a:lnTo>
                  <a:lnTo>
                    <a:pt x="45510" y="34925"/>
                  </a:lnTo>
                  <a:lnTo>
                    <a:pt x="45507" y="34768"/>
                  </a:lnTo>
                  <a:lnTo>
                    <a:pt x="45502" y="34597"/>
                  </a:lnTo>
                  <a:lnTo>
                    <a:pt x="45497" y="34412"/>
                  </a:lnTo>
                  <a:lnTo>
                    <a:pt x="45490" y="34214"/>
                  </a:lnTo>
                  <a:lnTo>
                    <a:pt x="45482" y="34002"/>
                  </a:lnTo>
                  <a:lnTo>
                    <a:pt x="45473" y="33777"/>
                  </a:lnTo>
                  <a:lnTo>
                    <a:pt x="45462" y="33538"/>
                  </a:lnTo>
                  <a:lnTo>
                    <a:pt x="45451" y="33285"/>
                  </a:lnTo>
                  <a:lnTo>
                    <a:pt x="45450" y="33013"/>
                  </a:lnTo>
                  <a:lnTo>
                    <a:pt x="45448" y="32739"/>
                  </a:lnTo>
                  <a:lnTo>
                    <a:pt x="45445" y="32464"/>
                  </a:lnTo>
                  <a:lnTo>
                    <a:pt x="45441" y="32188"/>
                  </a:lnTo>
                  <a:lnTo>
                    <a:pt x="45435" y="31911"/>
                  </a:lnTo>
                  <a:lnTo>
                    <a:pt x="45428" y="31632"/>
                  </a:lnTo>
                  <a:lnTo>
                    <a:pt x="45420" y="31353"/>
                  </a:lnTo>
                  <a:lnTo>
                    <a:pt x="45411" y="31072"/>
                  </a:lnTo>
                  <a:lnTo>
                    <a:pt x="45401" y="30790"/>
                  </a:lnTo>
                  <a:lnTo>
                    <a:pt x="45389" y="30506"/>
                  </a:lnTo>
                  <a:lnTo>
                    <a:pt x="45389" y="30211"/>
                  </a:lnTo>
                  <a:lnTo>
                    <a:pt x="45389" y="29921"/>
                  </a:lnTo>
                  <a:lnTo>
                    <a:pt x="45389" y="29633"/>
                  </a:lnTo>
                  <a:lnTo>
                    <a:pt x="45389" y="29350"/>
                  </a:lnTo>
                  <a:lnTo>
                    <a:pt x="45389" y="29070"/>
                  </a:lnTo>
                  <a:lnTo>
                    <a:pt x="45389" y="28794"/>
                  </a:lnTo>
                  <a:lnTo>
                    <a:pt x="45389" y="28522"/>
                  </a:lnTo>
                  <a:lnTo>
                    <a:pt x="45389" y="28253"/>
                  </a:lnTo>
                  <a:lnTo>
                    <a:pt x="45389" y="27988"/>
                  </a:lnTo>
                  <a:lnTo>
                    <a:pt x="45389" y="27727"/>
                  </a:lnTo>
                  <a:lnTo>
                    <a:pt x="45389" y="27475"/>
                  </a:lnTo>
                  <a:lnTo>
                    <a:pt x="45389" y="27238"/>
                  </a:lnTo>
                  <a:lnTo>
                    <a:pt x="45389" y="27016"/>
                  </a:lnTo>
                  <a:lnTo>
                    <a:pt x="45389" y="26808"/>
                  </a:lnTo>
                  <a:lnTo>
                    <a:pt x="45389" y="26616"/>
                  </a:lnTo>
                  <a:lnTo>
                    <a:pt x="45389" y="26438"/>
                  </a:lnTo>
                  <a:lnTo>
                    <a:pt x="45389" y="26275"/>
                  </a:lnTo>
                  <a:lnTo>
                    <a:pt x="45389" y="26126"/>
                  </a:lnTo>
                  <a:lnTo>
                    <a:pt x="45389" y="25874"/>
                  </a:lnTo>
                  <a:lnTo>
                    <a:pt x="45389" y="0"/>
                  </a:lnTo>
                  <a:lnTo>
                    <a:pt x="56505" y="0"/>
                  </a:lnTo>
                  <a:lnTo>
                    <a:pt x="56505" y="77871"/>
                  </a:lnTo>
                  <a:lnTo>
                    <a:pt x="56505" y="78351"/>
                  </a:lnTo>
                  <a:lnTo>
                    <a:pt x="56505" y="78827"/>
                  </a:lnTo>
                  <a:lnTo>
                    <a:pt x="56505" y="79300"/>
                  </a:lnTo>
                  <a:lnTo>
                    <a:pt x="56505" y="79769"/>
                  </a:lnTo>
                  <a:lnTo>
                    <a:pt x="56505" y="80234"/>
                  </a:lnTo>
                  <a:lnTo>
                    <a:pt x="56505" y="80695"/>
                  </a:lnTo>
                  <a:lnTo>
                    <a:pt x="56505" y="81152"/>
                  </a:lnTo>
                  <a:lnTo>
                    <a:pt x="56505" y="81606"/>
                  </a:lnTo>
                  <a:lnTo>
                    <a:pt x="56505" y="82057"/>
                  </a:lnTo>
                  <a:lnTo>
                    <a:pt x="56505" y="82503"/>
                  </a:lnTo>
                  <a:lnTo>
                    <a:pt x="56517" y="82944"/>
                  </a:lnTo>
                  <a:lnTo>
                    <a:pt x="56529" y="83377"/>
                  </a:lnTo>
                  <a:lnTo>
                    <a:pt x="56542" y="83804"/>
                  </a:lnTo>
                  <a:lnTo>
                    <a:pt x="56554" y="84222"/>
                  </a:lnTo>
                  <a:lnTo>
                    <a:pt x="56566" y="84634"/>
                  </a:lnTo>
                  <a:lnTo>
                    <a:pt x="56579" y="85037"/>
                  </a:lnTo>
                  <a:lnTo>
                    <a:pt x="56591" y="85434"/>
                  </a:lnTo>
                  <a:lnTo>
                    <a:pt x="56603" y="85823"/>
                  </a:lnTo>
                  <a:lnTo>
                    <a:pt x="56616" y="86205"/>
                  </a:lnTo>
                  <a:lnTo>
                    <a:pt x="56628" y="86579"/>
                  </a:lnTo>
                  <a:lnTo>
                    <a:pt x="56640" y="86944"/>
                  </a:lnTo>
                  <a:lnTo>
                    <a:pt x="56653" y="87300"/>
                  </a:lnTo>
                  <a:lnTo>
                    <a:pt x="56665" y="87646"/>
                  </a:lnTo>
                  <a:lnTo>
                    <a:pt x="56677" y="87982"/>
                  </a:lnTo>
                  <a:lnTo>
                    <a:pt x="56690" y="88308"/>
                  </a:lnTo>
                  <a:lnTo>
                    <a:pt x="56702" y="88624"/>
                  </a:lnTo>
                  <a:lnTo>
                    <a:pt x="56715" y="88930"/>
                  </a:lnTo>
                  <a:lnTo>
                    <a:pt x="56727" y="89227"/>
                  </a:lnTo>
                  <a:lnTo>
                    <a:pt x="56739" y="89513"/>
                  </a:lnTo>
                  <a:lnTo>
                    <a:pt x="56752" y="89790"/>
                  </a:lnTo>
                  <a:lnTo>
                    <a:pt x="56764" y="90042"/>
                  </a:lnTo>
                  <a:lnTo>
                    <a:pt x="56776" y="90279"/>
                  </a:lnTo>
                  <a:lnTo>
                    <a:pt x="56789" y="90501"/>
                  </a:lnTo>
                  <a:lnTo>
                    <a:pt x="56801" y="90709"/>
                  </a:lnTo>
                  <a:lnTo>
                    <a:pt x="56813" y="90902"/>
                  </a:lnTo>
                  <a:lnTo>
                    <a:pt x="56826" y="91079"/>
                  </a:lnTo>
                  <a:lnTo>
                    <a:pt x="56838" y="91242"/>
                  </a:lnTo>
                  <a:lnTo>
                    <a:pt x="56850" y="91391"/>
                  </a:lnTo>
                  <a:lnTo>
                    <a:pt x="56875" y="91643"/>
                  </a:lnTo>
                  <a:lnTo>
                    <a:pt x="46253" y="91643"/>
                  </a:lnTo>
                  <a:lnTo>
                    <a:pt x="46229" y="91514"/>
                  </a:lnTo>
                  <a:lnTo>
                    <a:pt x="46204" y="91376"/>
                  </a:lnTo>
                  <a:lnTo>
                    <a:pt x="46179" y="91228"/>
                  </a:lnTo>
                  <a:lnTo>
                    <a:pt x="46155" y="91070"/>
                  </a:lnTo>
                  <a:lnTo>
                    <a:pt x="46130" y="90902"/>
                  </a:lnTo>
                  <a:lnTo>
                    <a:pt x="46105" y="90724"/>
                  </a:lnTo>
                  <a:lnTo>
                    <a:pt x="46080" y="90536"/>
                  </a:lnTo>
                  <a:lnTo>
                    <a:pt x="46056" y="90338"/>
                  </a:lnTo>
                  <a:lnTo>
                    <a:pt x="46031" y="90131"/>
                  </a:lnTo>
                  <a:lnTo>
                    <a:pt x="46006" y="89914"/>
                  </a:lnTo>
                  <a:lnTo>
                    <a:pt x="45993" y="89676"/>
                  </a:lnTo>
                  <a:lnTo>
                    <a:pt x="45979" y="89432"/>
                  </a:lnTo>
                  <a:lnTo>
                    <a:pt x="45964" y="89182"/>
                  </a:lnTo>
                  <a:lnTo>
                    <a:pt x="45947" y="88925"/>
                  </a:lnTo>
                  <a:lnTo>
                    <a:pt x="45929" y="88663"/>
                  </a:lnTo>
                  <a:lnTo>
                    <a:pt x="45910" y="88394"/>
                  </a:lnTo>
                  <a:lnTo>
                    <a:pt x="45890" y="88120"/>
                  </a:lnTo>
                  <a:lnTo>
                    <a:pt x="45868" y="87839"/>
                  </a:lnTo>
                  <a:lnTo>
                    <a:pt x="45845" y="87551"/>
                  </a:lnTo>
                  <a:lnTo>
                    <a:pt x="45821" y="87258"/>
                  </a:lnTo>
                  <a:lnTo>
                    <a:pt x="45809" y="86960"/>
                  </a:lnTo>
                  <a:lnTo>
                    <a:pt x="45796" y="86660"/>
                  </a:lnTo>
                  <a:lnTo>
                    <a:pt x="45784" y="86358"/>
                  </a:lnTo>
                  <a:lnTo>
                    <a:pt x="45772" y="86053"/>
                  </a:lnTo>
                  <a:lnTo>
                    <a:pt x="45759" y="85745"/>
                  </a:lnTo>
                  <a:lnTo>
                    <a:pt x="45747" y="85435"/>
                  </a:lnTo>
                  <a:lnTo>
                    <a:pt x="45735" y="85123"/>
                  </a:lnTo>
                  <a:lnTo>
                    <a:pt x="45722" y="84808"/>
                  </a:lnTo>
                  <a:lnTo>
                    <a:pt x="45710" y="84490"/>
                  </a:lnTo>
                  <a:lnTo>
                    <a:pt x="45698" y="84170"/>
                  </a:lnTo>
                  <a:lnTo>
                    <a:pt x="45686" y="83838"/>
                  </a:lnTo>
                  <a:lnTo>
                    <a:pt x="45675" y="83506"/>
                  </a:lnTo>
                  <a:lnTo>
                    <a:pt x="45666" y="83176"/>
                  </a:lnTo>
                  <a:lnTo>
                    <a:pt x="45658" y="82846"/>
                  </a:lnTo>
                  <a:lnTo>
                    <a:pt x="45651" y="82518"/>
                  </a:lnTo>
                  <a:lnTo>
                    <a:pt x="45646" y="82192"/>
                  </a:lnTo>
                  <a:lnTo>
                    <a:pt x="45641" y="81866"/>
                  </a:lnTo>
                  <a:lnTo>
                    <a:pt x="45638" y="81542"/>
                  </a:lnTo>
                  <a:lnTo>
                    <a:pt x="45636" y="81219"/>
                  </a:lnTo>
                  <a:lnTo>
                    <a:pt x="45636" y="80897"/>
                  </a:lnTo>
                  <a:close/>
                  <a:moveTo>
                    <a:pt x="11671" y="58172"/>
                  </a:moveTo>
                  <a:lnTo>
                    <a:pt x="11680" y="59535"/>
                  </a:lnTo>
                  <a:lnTo>
                    <a:pt x="11706" y="60859"/>
                  </a:lnTo>
                  <a:lnTo>
                    <a:pt x="11749" y="62144"/>
                  </a:lnTo>
                  <a:lnTo>
                    <a:pt x="11809" y="63389"/>
                  </a:lnTo>
                  <a:lnTo>
                    <a:pt x="11887" y="64594"/>
                  </a:lnTo>
                  <a:lnTo>
                    <a:pt x="11982" y="65760"/>
                  </a:lnTo>
                  <a:lnTo>
                    <a:pt x="12095" y="66887"/>
                  </a:lnTo>
                  <a:lnTo>
                    <a:pt x="12224" y="67974"/>
                  </a:lnTo>
                  <a:lnTo>
                    <a:pt x="12371" y="69021"/>
                  </a:lnTo>
                  <a:lnTo>
                    <a:pt x="12536" y="70029"/>
                  </a:lnTo>
                  <a:lnTo>
                    <a:pt x="12719" y="70999"/>
                  </a:lnTo>
                  <a:lnTo>
                    <a:pt x="12923" y="71936"/>
                  </a:lnTo>
                  <a:lnTo>
                    <a:pt x="13149" y="72837"/>
                  </a:lnTo>
                  <a:lnTo>
                    <a:pt x="13395" y="73704"/>
                  </a:lnTo>
                  <a:lnTo>
                    <a:pt x="13663" y="74537"/>
                  </a:lnTo>
                  <a:lnTo>
                    <a:pt x="13951" y="75335"/>
                  </a:lnTo>
                  <a:lnTo>
                    <a:pt x="14260" y="76098"/>
                  </a:lnTo>
                  <a:lnTo>
                    <a:pt x="14591" y="76827"/>
                  </a:lnTo>
                  <a:lnTo>
                    <a:pt x="14942" y="77521"/>
                  </a:lnTo>
                  <a:lnTo>
                    <a:pt x="15315" y="78180"/>
                  </a:lnTo>
                  <a:lnTo>
                    <a:pt x="15708" y="78793"/>
                  </a:lnTo>
                  <a:lnTo>
                    <a:pt x="16122" y="79373"/>
                  </a:lnTo>
                  <a:lnTo>
                    <a:pt x="16558" y="79920"/>
                  </a:lnTo>
                  <a:lnTo>
                    <a:pt x="17014" y="80433"/>
                  </a:lnTo>
                  <a:lnTo>
                    <a:pt x="17491" y="80913"/>
                  </a:lnTo>
                  <a:lnTo>
                    <a:pt x="17990" y="81359"/>
                  </a:lnTo>
                  <a:lnTo>
                    <a:pt x="18509" y="81772"/>
                  </a:lnTo>
                  <a:lnTo>
                    <a:pt x="19049" y="82152"/>
                  </a:lnTo>
                  <a:lnTo>
                    <a:pt x="19611" y="82499"/>
                  </a:lnTo>
                  <a:lnTo>
                    <a:pt x="20193" y="82812"/>
                  </a:lnTo>
                  <a:lnTo>
                    <a:pt x="20799" y="83093"/>
                  </a:lnTo>
                  <a:lnTo>
                    <a:pt x="21431" y="83345"/>
                  </a:lnTo>
                  <a:lnTo>
                    <a:pt x="22088" y="83568"/>
                  </a:lnTo>
                  <a:lnTo>
                    <a:pt x="22772" y="83760"/>
                  </a:lnTo>
                  <a:lnTo>
                    <a:pt x="23482" y="83923"/>
                  </a:lnTo>
                  <a:lnTo>
                    <a:pt x="24217" y="84057"/>
                  </a:lnTo>
                  <a:lnTo>
                    <a:pt x="24978" y="84161"/>
                  </a:lnTo>
                  <a:lnTo>
                    <a:pt x="25766" y="84235"/>
                  </a:lnTo>
                  <a:lnTo>
                    <a:pt x="26579" y="84279"/>
                  </a:lnTo>
                  <a:lnTo>
                    <a:pt x="27418" y="84294"/>
                  </a:lnTo>
                  <a:lnTo>
                    <a:pt x="28285" y="84280"/>
                  </a:lnTo>
                  <a:lnTo>
                    <a:pt x="29130" y="84237"/>
                  </a:lnTo>
                  <a:lnTo>
                    <a:pt x="29955" y="84166"/>
                  </a:lnTo>
                  <a:lnTo>
                    <a:pt x="30758" y="84067"/>
                  </a:lnTo>
                  <a:lnTo>
                    <a:pt x="31540" y="83939"/>
                  </a:lnTo>
                  <a:lnTo>
                    <a:pt x="32302" y="83783"/>
                  </a:lnTo>
                  <a:lnTo>
                    <a:pt x="33042" y="83598"/>
                  </a:lnTo>
                  <a:lnTo>
                    <a:pt x="33762" y="83385"/>
                  </a:lnTo>
                  <a:lnTo>
                    <a:pt x="34460" y="83143"/>
                  </a:lnTo>
                  <a:lnTo>
                    <a:pt x="35138" y="82874"/>
                  </a:lnTo>
                  <a:lnTo>
                    <a:pt x="35805" y="82572"/>
                  </a:lnTo>
                  <a:lnTo>
                    <a:pt x="36449" y="82236"/>
                  </a:lnTo>
                  <a:lnTo>
                    <a:pt x="37070" y="81866"/>
                  </a:lnTo>
                  <a:lnTo>
                    <a:pt x="37667" y="81461"/>
                  </a:lnTo>
                  <a:lnTo>
                    <a:pt x="38241" y="81021"/>
                  </a:lnTo>
                  <a:lnTo>
                    <a:pt x="38791" y="80547"/>
                  </a:lnTo>
                  <a:lnTo>
                    <a:pt x="39318" y="80038"/>
                  </a:lnTo>
                  <a:lnTo>
                    <a:pt x="39821" y="79494"/>
                  </a:lnTo>
                  <a:lnTo>
                    <a:pt x="40301" y="78916"/>
                  </a:lnTo>
                  <a:lnTo>
                    <a:pt x="40757" y="78304"/>
                  </a:lnTo>
                  <a:lnTo>
                    <a:pt x="41203" y="77642"/>
                  </a:lnTo>
                  <a:lnTo>
                    <a:pt x="41627" y="76943"/>
                  </a:lnTo>
                  <a:lnTo>
                    <a:pt x="42028" y="76205"/>
                  </a:lnTo>
                  <a:lnTo>
                    <a:pt x="42407" y="75428"/>
                  </a:lnTo>
                  <a:lnTo>
                    <a:pt x="42764" y="74614"/>
                  </a:lnTo>
                  <a:lnTo>
                    <a:pt x="43099" y="73761"/>
                  </a:lnTo>
                  <a:lnTo>
                    <a:pt x="43411" y="72870"/>
                  </a:lnTo>
                  <a:lnTo>
                    <a:pt x="43702" y="71941"/>
                  </a:lnTo>
                  <a:lnTo>
                    <a:pt x="43970" y="70973"/>
                  </a:lnTo>
                  <a:lnTo>
                    <a:pt x="44215" y="69967"/>
                  </a:lnTo>
                  <a:lnTo>
                    <a:pt x="44438" y="68919"/>
                  </a:lnTo>
                  <a:lnTo>
                    <a:pt x="44638" y="67825"/>
                  </a:lnTo>
                  <a:lnTo>
                    <a:pt x="44814" y="66686"/>
                  </a:lnTo>
                  <a:lnTo>
                    <a:pt x="44966" y="65501"/>
                  </a:lnTo>
                  <a:lnTo>
                    <a:pt x="45095" y="64270"/>
                  </a:lnTo>
                  <a:lnTo>
                    <a:pt x="45201" y="62994"/>
                  </a:lnTo>
                  <a:lnTo>
                    <a:pt x="45283" y="61672"/>
                  </a:lnTo>
                  <a:lnTo>
                    <a:pt x="45342" y="60304"/>
                  </a:lnTo>
                  <a:lnTo>
                    <a:pt x="45377" y="58890"/>
                  </a:lnTo>
                  <a:lnTo>
                    <a:pt x="45389" y="57431"/>
                  </a:lnTo>
                  <a:lnTo>
                    <a:pt x="45377" y="56033"/>
                  </a:lnTo>
                  <a:lnTo>
                    <a:pt x="45342" y="54679"/>
                  </a:lnTo>
                  <a:lnTo>
                    <a:pt x="45283" y="53370"/>
                  </a:lnTo>
                  <a:lnTo>
                    <a:pt x="45201" y="52105"/>
                  </a:lnTo>
                  <a:lnTo>
                    <a:pt x="45095" y="50885"/>
                  </a:lnTo>
                  <a:lnTo>
                    <a:pt x="44966" y="49709"/>
                  </a:lnTo>
                  <a:lnTo>
                    <a:pt x="44814" y="48578"/>
                  </a:lnTo>
                  <a:lnTo>
                    <a:pt x="44638" y="47491"/>
                  </a:lnTo>
                  <a:lnTo>
                    <a:pt x="44438" y="46449"/>
                  </a:lnTo>
                  <a:lnTo>
                    <a:pt x="44215" y="45451"/>
                  </a:lnTo>
                  <a:lnTo>
                    <a:pt x="43970" y="44482"/>
                  </a:lnTo>
                  <a:lnTo>
                    <a:pt x="43702" y="43551"/>
                  </a:lnTo>
                  <a:lnTo>
                    <a:pt x="43411" y="42659"/>
                  </a:lnTo>
                  <a:lnTo>
                    <a:pt x="43099" y="41805"/>
                  </a:lnTo>
                  <a:lnTo>
                    <a:pt x="42764" y="40989"/>
                  </a:lnTo>
                  <a:lnTo>
                    <a:pt x="42407" y="40211"/>
                  </a:lnTo>
                  <a:lnTo>
                    <a:pt x="42028" y="39472"/>
                  </a:lnTo>
                  <a:lnTo>
                    <a:pt x="41627" y="38771"/>
                  </a:lnTo>
                  <a:lnTo>
                    <a:pt x="41203" y="38109"/>
                  </a:lnTo>
                  <a:lnTo>
                    <a:pt x="40757" y="37484"/>
                  </a:lnTo>
                  <a:lnTo>
                    <a:pt x="40290" y="36896"/>
                  </a:lnTo>
                  <a:lnTo>
                    <a:pt x="39801" y="36343"/>
                  </a:lnTo>
                  <a:lnTo>
                    <a:pt x="39292" y="35824"/>
                  </a:lnTo>
                  <a:lnTo>
                    <a:pt x="38761" y="35340"/>
                  </a:lnTo>
                  <a:lnTo>
                    <a:pt x="38210" y="34891"/>
                  </a:lnTo>
                  <a:lnTo>
                    <a:pt x="37637" y="34476"/>
                  </a:lnTo>
                  <a:lnTo>
                    <a:pt x="37044" y="34095"/>
                  </a:lnTo>
                  <a:lnTo>
                    <a:pt x="36430" y="33749"/>
                  </a:lnTo>
                  <a:lnTo>
                    <a:pt x="35794" y="33438"/>
                  </a:lnTo>
                  <a:lnTo>
                    <a:pt x="35138" y="33161"/>
                  </a:lnTo>
                  <a:lnTo>
                    <a:pt x="34473" y="32903"/>
                  </a:lnTo>
                  <a:lnTo>
                    <a:pt x="33786" y="32672"/>
                  </a:lnTo>
                  <a:lnTo>
                    <a:pt x="33079" y="32469"/>
                  </a:lnTo>
                  <a:lnTo>
                    <a:pt x="32351" y="32292"/>
                  </a:lnTo>
                  <a:lnTo>
                    <a:pt x="31602" y="32143"/>
                  </a:lnTo>
                  <a:lnTo>
                    <a:pt x="30832" y="32020"/>
                  </a:lnTo>
                  <a:lnTo>
                    <a:pt x="30041" y="31925"/>
                  </a:lnTo>
                  <a:lnTo>
                    <a:pt x="29229" y="31857"/>
                  </a:lnTo>
                  <a:lnTo>
                    <a:pt x="28396" y="31816"/>
                  </a:lnTo>
                  <a:lnTo>
                    <a:pt x="27542" y="31803"/>
                  </a:lnTo>
                  <a:lnTo>
                    <a:pt x="26738" y="31817"/>
                  </a:lnTo>
                  <a:lnTo>
                    <a:pt x="25956" y="31860"/>
                  </a:lnTo>
                  <a:lnTo>
                    <a:pt x="25196" y="31931"/>
                  </a:lnTo>
                  <a:lnTo>
                    <a:pt x="24459" y="32030"/>
                  </a:lnTo>
                  <a:lnTo>
                    <a:pt x="23744" y="32158"/>
                  </a:lnTo>
                  <a:lnTo>
                    <a:pt x="23051" y="32314"/>
                  </a:lnTo>
                  <a:lnTo>
                    <a:pt x="22380" y="32499"/>
                  </a:lnTo>
                  <a:lnTo>
                    <a:pt x="21732" y="32712"/>
                  </a:lnTo>
                  <a:lnTo>
                    <a:pt x="21106" y="32953"/>
                  </a:lnTo>
                  <a:lnTo>
                    <a:pt x="20502" y="33223"/>
                  </a:lnTo>
                  <a:lnTo>
                    <a:pt x="19919" y="33525"/>
                  </a:lnTo>
                  <a:lnTo>
                    <a:pt x="19356" y="33861"/>
                  </a:lnTo>
                  <a:lnTo>
                    <a:pt x="18812" y="34231"/>
                  </a:lnTo>
                  <a:lnTo>
                    <a:pt x="18289" y="34636"/>
                  </a:lnTo>
                  <a:lnTo>
                    <a:pt x="17785" y="35076"/>
                  </a:lnTo>
                  <a:lnTo>
                    <a:pt x="17301" y="35550"/>
                  </a:lnTo>
                  <a:lnTo>
                    <a:pt x="16836" y="36059"/>
                  </a:lnTo>
                  <a:lnTo>
                    <a:pt x="16392" y="36602"/>
                  </a:lnTo>
                  <a:lnTo>
                    <a:pt x="15967" y="37180"/>
                  </a:lnTo>
                  <a:lnTo>
                    <a:pt x="15562" y="37793"/>
                  </a:lnTo>
                  <a:lnTo>
                    <a:pt x="15176" y="38442"/>
                  </a:lnTo>
                  <a:lnTo>
                    <a:pt x="14811" y="39129"/>
                  </a:lnTo>
                  <a:lnTo>
                    <a:pt x="14465" y="39855"/>
                  </a:lnTo>
                  <a:lnTo>
                    <a:pt x="14139" y="40619"/>
                  </a:lnTo>
                  <a:lnTo>
                    <a:pt x="13832" y="41421"/>
                  </a:lnTo>
                  <a:lnTo>
                    <a:pt x="13546" y="42262"/>
                  </a:lnTo>
                  <a:lnTo>
                    <a:pt x="13279" y="43140"/>
                  </a:lnTo>
                  <a:lnTo>
                    <a:pt x="13032" y="44057"/>
                  </a:lnTo>
                  <a:lnTo>
                    <a:pt x="12805" y="45013"/>
                  </a:lnTo>
                  <a:lnTo>
                    <a:pt x="12597" y="46006"/>
                  </a:lnTo>
                  <a:lnTo>
                    <a:pt x="12421" y="47028"/>
                  </a:lnTo>
                  <a:lnTo>
                    <a:pt x="12264" y="48094"/>
                  </a:lnTo>
                  <a:lnTo>
                    <a:pt x="12125" y="49202"/>
                  </a:lnTo>
                  <a:lnTo>
                    <a:pt x="12005" y="50354"/>
                  </a:lnTo>
                  <a:lnTo>
                    <a:pt x="11903" y="51549"/>
                  </a:lnTo>
                  <a:lnTo>
                    <a:pt x="11819" y="52787"/>
                  </a:lnTo>
                  <a:lnTo>
                    <a:pt x="11754" y="54068"/>
                  </a:lnTo>
                  <a:lnTo>
                    <a:pt x="11708" y="55393"/>
                  </a:lnTo>
                  <a:lnTo>
                    <a:pt x="11680" y="5676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484233" y="5913932"/>
              <a:ext cx="56863" cy="94113"/>
            </a:xfrm>
            <a:custGeom>
              <a:avLst/>
              <a:pathLst>
                <a:path w="56863" h="94113">
                  <a:moveTo>
                    <a:pt x="28530" y="94113"/>
                  </a:moveTo>
                  <a:lnTo>
                    <a:pt x="27394" y="94101"/>
                  </a:lnTo>
                  <a:lnTo>
                    <a:pt x="26285" y="94066"/>
                  </a:lnTo>
                  <a:lnTo>
                    <a:pt x="25201" y="94007"/>
                  </a:lnTo>
                  <a:lnTo>
                    <a:pt x="24143" y="93925"/>
                  </a:lnTo>
                  <a:lnTo>
                    <a:pt x="23111" y="93819"/>
                  </a:lnTo>
                  <a:lnTo>
                    <a:pt x="22105" y="93690"/>
                  </a:lnTo>
                  <a:lnTo>
                    <a:pt x="21125" y="93538"/>
                  </a:lnTo>
                  <a:lnTo>
                    <a:pt x="20171" y="93362"/>
                  </a:lnTo>
                  <a:lnTo>
                    <a:pt x="19243" y="93162"/>
                  </a:lnTo>
                  <a:lnTo>
                    <a:pt x="18340" y="92939"/>
                  </a:lnTo>
                  <a:lnTo>
                    <a:pt x="17464" y="92694"/>
                  </a:lnTo>
                  <a:lnTo>
                    <a:pt x="16614" y="92428"/>
                  </a:lnTo>
                  <a:lnTo>
                    <a:pt x="15789" y="92141"/>
                  </a:lnTo>
                  <a:lnTo>
                    <a:pt x="14991" y="91833"/>
                  </a:lnTo>
                  <a:lnTo>
                    <a:pt x="14218" y="91504"/>
                  </a:lnTo>
                  <a:lnTo>
                    <a:pt x="13472" y="91154"/>
                  </a:lnTo>
                  <a:lnTo>
                    <a:pt x="12751" y="90782"/>
                  </a:lnTo>
                  <a:lnTo>
                    <a:pt x="12056" y="90390"/>
                  </a:lnTo>
                  <a:lnTo>
                    <a:pt x="11388" y="89977"/>
                  </a:lnTo>
                  <a:lnTo>
                    <a:pt x="10745" y="89543"/>
                  </a:lnTo>
                  <a:lnTo>
                    <a:pt x="10127" y="89102"/>
                  </a:lnTo>
                  <a:lnTo>
                    <a:pt x="9532" y="88644"/>
                  </a:lnTo>
                  <a:lnTo>
                    <a:pt x="8961" y="88168"/>
                  </a:lnTo>
                  <a:lnTo>
                    <a:pt x="8413" y="87676"/>
                  </a:lnTo>
                  <a:lnTo>
                    <a:pt x="7889" y="87165"/>
                  </a:lnTo>
                  <a:lnTo>
                    <a:pt x="7388" y="86638"/>
                  </a:lnTo>
                  <a:lnTo>
                    <a:pt x="6910" y="86093"/>
                  </a:lnTo>
                  <a:lnTo>
                    <a:pt x="6457" y="85531"/>
                  </a:lnTo>
                  <a:lnTo>
                    <a:pt x="6026" y="84952"/>
                  </a:lnTo>
                  <a:lnTo>
                    <a:pt x="5619" y="84356"/>
                  </a:lnTo>
                  <a:lnTo>
                    <a:pt x="5235" y="83744"/>
                  </a:lnTo>
                  <a:lnTo>
                    <a:pt x="4873" y="83118"/>
                  </a:lnTo>
                  <a:lnTo>
                    <a:pt x="4533" y="82479"/>
                  </a:lnTo>
                  <a:lnTo>
                    <a:pt x="4216" y="81826"/>
                  </a:lnTo>
                  <a:lnTo>
                    <a:pt x="3921" y="81160"/>
                  </a:lnTo>
                  <a:lnTo>
                    <a:pt x="3648" y="80480"/>
                  </a:lnTo>
                  <a:lnTo>
                    <a:pt x="3397" y="79786"/>
                  </a:lnTo>
                  <a:lnTo>
                    <a:pt x="3169" y="79079"/>
                  </a:lnTo>
                  <a:lnTo>
                    <a:pt x="2962" y="78359"/>
                  </a:lnTo>
                  <a:lnTo>
                    <a:pt x="2778" y="77624"/>
                  </a:lnTo>
                  <a:lnTo>
                    <a:pt x="13956" y="76019"/>
                  </a:lnTo>
                  <a:lnTo>
                    <a:pt x="14205" y="76924"/>
                  </a:lnTo>
                  <a:lnTo>
                    <a:pt x="14507" y="77785"/>
                  </a:lnTo>
                  <a:lnTo>
                    <a:pt x="14862" y="78603"/>
                  </a:lnTo>
                  <a:lnTo>
                    <a:pt x="15270" y="79378"/>
                  </a:lnTo>
                  <a:lnTo>
                    <a:pt x="15731" y="80110"/>
                  </a:lnTo>
                  <a:lnTo>
                    <a:pt x="16246" y="80799"/>
                  </a:lnTo>
                  <a:lnTo>
                    <a:pt x="16813" y="81444"/>
                  </a:lnTo>
                  <a:lnTo>
                    <a:pt x="17434" y="82046"/>
                  </a:lnTo>
                  <a:lnTo>
                    <a:pt x="18108" y="82605"/>
                  </a:lnTo>
                  <a:lnTo>
                    <a:pt x="18835" y="83121"/>
                  </a:lnTo>
                  <a:lnTo>
                    <a:pt x="19624" y="83602"/>
                  </a:lnTo>
                  <a:lnTo>
                    <a:pt x="20460" y="84032"/>
                  </a:lnTo>
                  <a:lnTo>
                    <a:pt x="21343" y="84412"/>
                  </a:lnTo>
                  <a:lnTo>
                    <a:pt x="22273" y="84741"/>
                  </a:lnTo>
                  <a:lnTo>
                    <a:pt x="23250" y="85020"/>
                  </a:lnTo>
                  <a:lnTo>
                    <a:pt x="24274" y="85247"/>
                  </a:lnTo>
                  <a:lnTo>
                    <a:pt x="25345" y="85425"/>
                  </a:lnTo>
                  <a:lnTo>
                    <a:pt x="26462" y="85551"/>
                  </a:lnTo>
                  <a:lnTo>
                    <a:pt x="27627" y="85627"/>
                  </a:lnTo>
                  <a:lnTo>
                    <a:pt x="28839" y="85653"/>
                  </a:lnTo>
                  <a:lnTo>
                    <a:pt x="29585" y="85642"/>
                  </a:lnTo>
                  <a:lnTo>
                    <a:pt x="30318" y="85611"/>
                  </a:lnTo>
                  <a:lnTo>
                    <a:pt x="31038" y="85558"/>
                  </a:lnTo>
                  <a:lnTo>
                    <a:pt x="31744" y="85485"/>
                  </a:lnTo>
                  <a:lnTo>
                    <a:pt x="32436" y="85390"/>
                  </a:lnTo>
                  <a:lnTo>
                    <a:pt x="33115" y="85275"/>
                  </a:lnTo>
                  <a:lnTo>
                    <a:pt x="33780" y="85138"/>
                  </a:lnTo>
                  <a:lnTo>
                    <a:pt x="34431" y="84981"/>
                  </a:lnTo>
                  <a:lnTo>
                    <a:pt x="35069" y="84802"/>
                  </a:lnTo>
                  <a:lnTo>
                    <a:pt x="35693" y="84603"/>
                  </a:lnTo>
                  <a:lnTo>
                    <a:pt x="36302" y="84380"/>
                  </a:lnTo>
                  <a:lnTo>
                    <a:pt x="36891" y="84131"/>
                  </a:lnTo>
                  <a:lnTo>
                    <a:pt x="37463" y="83856"/>
                  </a:lnTo>
                  <a:lnTo>
                    <a:pt x="38015" y="83555"/>
                  </a:lnTo>
                  <a:lnTo>
                    <a:pt x="38550" y="83229"/>
                  </a:lnTo>
                  <a:lnTo>
                    <a:pt x="39065" y="82876"/>
                  </a:lnTo>
                  <a:lnTo>
                    <a:pt x="39562" y="82497"/>
                  </a:lnTo>
                  <a:lnTo>
                    <a:pt x="40041" y="82093"/>
                  </a:lnTo>
                  <a:lnTo>
                    <a:pt x="40501" y="81663"/>
                  </a:lnTo>
                  <a:lnTo>
                    <a:pt x="40943" y="81206"/>
                  </a:lnTo>
                  <a:lnTo>
                    <a:pt x="41365" y="80735"/>
                  </a:lnTo>
                  <a:lnTo>
                    <a:pt x="41768" y="80235"/>
                  </a:lnTo>
                  <a:lnTo>
                    <a:pt x="42150" y="79707"/>
                  </a:lnTo>
                  <a:lnTo>
                    <a:pt x="42514" y="79151"/>
                  </a:lnTo>
                  <a:lnTo>
                    <a:pt x="42857" y="78566"/>
                  </a:lnTo>
                  <a:lnTo>
                    <a:pt x="43180" y="77953"/>
                  </a:lnTo>
                  <a:lnTo>
                    <a:pt x="43484" y="77311"/>
                  </a:lnTo>
                  <a:lnTo>
                    <a:pt x="43768" y="76641"/>
                  </a:lnTo>
                  <a:lnTo>
                    <a:pt x="44033" y="75943"/>
                  </a:lnTo>
                  <a:lnTo>
                    <a:pt x="44277" y="75216"/>
                  </a:lnTo>
                  <a:lnTo>
                    <a:pt x="44500" y="74459"/>
                  </a:lnTo>
                  <a:lnTo>
                    <a:pt x="44700" y="73670"/>
                  </a:lnTo>
                  <a:lnTo>
                    <a:pt x="44876" y="72848"/>
                  </a:lnTo>
                  <a:lnTo>
                    <a:pt x="45028" y="71995"/>
                  </a:lnTo>
                  <a:lnTo>
                    <a:pt x="45157" y="71109"/>
                  </a:lnTo>
                  <a:lnTo>
                    <a:pt x="45263" y="70192"/>
                  </a:lnTo>
                  <a:lnTo>
                    <a:pt x="45345" y="69242"/>
                  </a:lnTo>
                  <a:lnTo>
                    <a:pt x="45404" y="68260"/>
                  </a:lnTo>
                  <a:lnTo>
                    <a:pt x="45439" y="67246"/>
                  </a:lnTo>
                  <a:lnTo>
                    <a:pt x="45451" y="66200"/>
                  </a:lnTo>
                  <a:lnTo>
                    <a:pt x="45327" y="55455"/>
                  </a:lnTo>
                  <a:lnTo>
                    <a:pt x="45074" y="55959"/>
                  </a:lnTo>
                  <a:lnTo>
                    <a:pt x="44808" y="56460"/>
                  </a:lnTo>
                  <a:lnTo>
                    <a:pt x="44530" y="56957"/>
                  </a:lnTo>
                  <a:lnTo>
                    <a:pt x="44240" y="57451"/>
                  </a:lnTo>
                  <a:lnTo>
                    <a:pt x="43938" y="57940"/>
                  </a:lnTo>
                  <a:lnTo>
                    <a:pt x="43623" y="58426"/>
                  </a:lnTo>
                  <a:lnTo>
                    <a:pt x="43295" y="58909"/>
                  </a:lnTo>
                  <a:lnTo>
                    <a:pt x="42956" y="59387"/>
                  </a:lnTo>
                  <a:lnTo>
                    <a:pt x="42604" y="59862"/>
                  </a:lnTo>
                  <a:lnTo>
                    <a:pt x="42239" y="60333"/>
                  </a:lnTo>
                  <a:lnTo>
                    <a:pt x="41873" y="60785"/>
                  </a:lnTo>
                  <a:lnTo>
                    <a:pt x="41488" y="61228"/>
                  </a:lnTo>
                  <a:lnTo>
                    <a:pt x="41087" y="61660"/>
                  </a:lnTo>
                  <a:lnTo>
                    <a:pt x="40668" y="62082"/>
                  </a:lnTo>
                  <a:lnTo>
                    <a:pt x="40232" y="62495"/>
                  </a:lnTo>
                  <a:lnTo>
                    <a:pt x="39779" y="62897"/>
                  </a:lnTo>
                  <a:lnTo>
                    <a:pt x="39308" y="63290"/>
                  </a:lnTo>
                  <a:lnTo>
                    <a:pt x="38821" y="63673"/>
                  </a:lnTo>
                  <a:lnTo>
                    <a:pt x="38315" y="64046"/>
                  </a:lnTo>
                  <a:lnTo>
                    <a:pt x="37793" y="64409"/>
                  </a:lnTo>
                  <a:lnTo>
                    <a:pt x="37266" y="64760"/>
                  </a:lnTo>
                  <a:lnTo>
                    <a:pt x="36721" y="65098"/>
                  </a:lnTo>
                  <a:lnTo>
                    <a:pt x="36159" y="65422"/>
                  </a:lnTo>
                  <a:lnTo>
                    <a:pt x="35580" y="65733"/>
                  </a:lnTo>
                  <a:lnTo>
                    <a:pt x="34983" y="66030"/>
                  </a:lnTo>
                  <a:lnTo>
                    <a:pt x="34369" y="66314"/>
                  </a:lnTo>
                  <a:lnTo>
                    <a:pt x="33738" y="66583"/>
                  </a:lnTo>
                  <a:lnTo>
                    <a:pt x="33090" y="66840"/>
                  </a:lnTo>
                  <a:lnTo>
                    <a:pt x="32424" y="67082"/>
                  </a:lnTo>
                  <a:lnTo>
                    <a:pt x="31741" y="67312"/>
                  </a:lnTo>
                  <a:lnTo>
                    <a:pt x="31040" y="67511"/>
                  </a:lnTo>
                  <a:lnTo>
                    <a:pt x="30318" y="67689"/>
                  </a:lnTo>
                  <a:lnTo>
                    <a:pt x="29577" y="67847"/>
                  </a:lnTo>
                  <a:lnTo>
                    <a:pt x="28816" y="67983"/>
                  </a:lnTo>
                  <a:lnTo>
                    <a:pt x="28036" y="68099"/>
                  </a:lnTo>
                  <a:lnTo>
                    <a:pt x="27236" y="68193"/>
                  </a:lnTo>
                  <a:lnTo>
                    <a:pt x="26415" y="68267"/>
                  </a:lnTo>
                  <a:lnTo>
                    <a:pt x="25576" y="68319"/>
                  </a:lnTo>
                  <a:lnTo>
                    <a:pt x="24716" y="68351"/>
                  </a:lnTo>
                  <a:lnTo>
                    <a:pt x="23837" y="68361"/>
                  </a:lnTo>
                  <a:lnTo>
                    <a:pt x="22582" y="68340"/>
                  </a:lnTo>
                  <a:lnTo>
                    <a:pt x="21364" y="68277"/>
                  </a:lnTo>
                  <a:lnTo>
                    <a:pt x="20181" y="68172"/>
                  </a:lnTo>
                  <a:lnTo>
                    <a:pt x="19035" y="68025"/>
                  </a:lnTo>
                  <a:lnTo>
                    <a:pt x="17924" y="67836"/>
                  </a:lnTo>
                  <a:lnTo>
                    <a:pt x="16849" y="67605"/>
                  </a:lnTo>
                  <a:lnTo>
                    <a:pt x="15809" y="67333"/>
                  </a:lnTo>
                  <a:lnTo>
                    <a:pt x="14806" y="67018"/>
                  </a:lnTo>
                  <a:lnTo>
                    <a:pt x="13838" y="66661"/>
                  </a:lnTo>
                  <a:lnTo>
                    <a:pt x="12906" y="66262"/>
                  </a:lnTo>
                  <a:lnTo>
                    <a:pt x="12021" y="65808"/>
                  </a:lnTo>
                  <a:lnTo>
                    <a:pt x="11167" y="65313"/>
                  </a:lnTo>
                  <a:lnTo>
                    <a:pt x="10346" y="64776"/>
                  </a:lnTo>
                  <a:lnTo>
                    <a:pt x="9557" y="64197"/>
                  </a:lnTo>
                  <a:lnTo>
                    <a:pt x="8799" y="63575"/>
                  </a:lnTo>
                  <a:lnTo>
                    <a:pt x="8074" y="62912"/>
                  </a:lnTo>
                  <a:lnTo>
                    <a:pt x="7382" y="62207"/>
                  </a:lnTo>
                  <a:lnTo>
                    <a:pt x="6721" y="61460"/>
                  </a:lnTo>
                  <a:lnTo>
                    <a:pt x="6092" y="60670"/>
                  </a:lnTo>
                  <a:lnTo>
                    <a:pt x="5496" y="59839"/>
                  </a:lnTo>
                  <a:lnTo>
                    <a:pt x="4942" y="58967"/>
                  </a:lnTo>
                  <a:lnTo>
                    <a:pt x="4419" y="58053"/>
                  </a:lnTo>
                  <a:lnTo>
                    <a:pt x="3925" y="57099"/>
                  </a:lnTo>
                  <a:lnTo>
                    <a:pt x="3460" y="56104"/>
                  </a:lnTo>
                  <a:lnTo>
                    <a:pt x="3025" y="55069"/>
                  </a:lnTo>
                  <a:lnTo>
                    <a:pt x="2620" y="53992"/>
                  </a:lnTo>
                  <a:lnTo>
                    <a:pt x="2245" y="52875"/>
                  </a:lnTo>
                  <a:lnTo>
                    <a:pt x="1899" y="51717"/>
                  </a:lnTo>
                  <a:lnTo>
                    <a:pt x="1583" y="50519"/>
                  </a:lnTo>
                  <a:lnTo>
                    <a:pt x="1296" y="49279"/>
                  </a:lnTo>
                  <a:lnTo>
                    <a:pt x="1050" y="47987"/>
                  </a:lnTo>
                  <a:lnTo>
                    <a:pt x="829" y="46656"/>
                  </a:lnTo>
                  <a:lnTo>
                    <a:pt x="635" y="45285"/>
                  </a:lnTo>
                  <a:lnTo>
                    <a:pt x="466" y="43875"/>
                  </a:lnTo>
                  <a:lnTo>
                    <a:pt x="324" y="42425"/>
                  </a:lnTo>
                  <a:lnTo>
                    <a:pt x="207" y="40935"/>
                  </a:lnTo>
                  <a:lnTo>
                    <a:pt x="116" y="39406"/>
                  </a:lnTo>
                  <a:lnTo>
                    <a:pt x="51" y="37838"/>
                  </a:lnTo>
                  <a:lnTo>
                    <a:pt x="12" y="36229"/>
                  </a:lnTo>
                  <a:lnTo>
                    <a:pt x="0" y="34582"/>
                  </a:lnTo>
                  <a:lnTo>
                    <a:pt x="12" y="32992"/>
                  </a:lnTo>
                  <a:lnTo>
                    <a:pt x="51" y="31435"/>
                  </a:lnTo>
                  <a:lnTo>
                    <a:pt x="116" y="29910"/>
                  </a:lnTo>
                  <a:lnTo>
                    <a:pt x="207" y="28416"/>
                  </a:lnTo>
                  <a:lnTo>
                    <a:pt x="324" y="26955"/>
                  </a:lnTo>
                  <a:lnTo>
                    <a:pt x="466" y="25526"/>
                  </a:lnTo>
                  <a:lnTo>
                    <a:pt x="635" y="24129"/>
                  </a:lnTo>
                  <a:lnTo>
                    <a:pt x="829" y="22765"/>
                  </a:lnTo>
                  <a:lnTo>
                    <a:pt x="1050" y="21432"/>
                  </a:lnTo>
                  <a:lnTo>
                    <a:pt x="1296" y="20131"/>
                  </a:lnTo>
                  <a:lnTo>
                    <a:pt x="1584" y="18867"/>
                  </a:lnTo>
                  <a:lnTo>
                    <a:pt x="1904" y="17641"/>
                  </a:lnTo>
                  <a:lnTo>
                    <a:pt x="2256" y="16456"/>
                  </a:lnTo>
                  <a:lnTo>
                    <a:pt x="2640" y="15310"/>
                  </a:lnTo>
                  <a:lnTo>
                    <a:pt x="3056" y="14203"/>
                  </a:lnTo>
                  <a:lnTo>
                    <a:pt x="3505" y="13136"/>
                  </a:lnTo>
                  <a:lnTo>
                    <a:pt x="3985" y="12108"/>
                  </a:lnTo>
                  <a:lnTo>
                    <a:pt x="4498" y="11120"/>
                  </a:lnTo>
                  <a:lnTo>
                    <a:pt x="5042" y="10172"/>
                  </a:lnTo>
                  <a:lnTo>
                    <a:pt x="5619" y="9263"/>
                  </a:lnTo>
                  <a:lnTo>
                    <a:pt x="6242" y="8383"/>
                  </a:lnTo>
                  <a:lnTo>
                    <a:pt x="6899" y="7546"/>
                  </a:lnTo>
                  <a:lnTo>
                    <a:pt x="7590" y="6752"/>
                  </a:lnTo>
                  <a:lnTo>
                    <a:pt x="8317" y="6002"/>
                  </a:lnTo>
                  <a:lnTo>
                    <a:pt x="9077" y="5295"/>
                  </a:lnTo>
                  <a:lnTo>
                    <a:pt x="9873" y="4631"/>
                  </a:lnTo>
                  <a:lnTo>
                    <a:pt x="10703" y="4010"/>
                  </a:lnTo>
                  <a:lnTo>
                    <a:pt x="11567" y="3433"/>
                  </a:lnTo>
                  <a:lnTo>
                    <a:pt x="12466" y="2899"/>
                  </a:lnTo>
                  <a:lnTo>
                    <a:pt x="13400" y="2408"/>
                  </a:lnTo>
                  <a:lnTo>
                    <a:pt x="14384" y="1950"/>
                  </a:lnTo>
                  <a:lnTo>
                    <a:pt x="15408" y="1541"/>
                  </a:lnTo>
                  <a:lnTo>
                    <a:pt x="16474" y="1180"/>
                  </a:lnTo>
                  <a:lnTo>
                    <a:pt x="17580" y="867"/>
                  </a:lnTo>
                  <a:lnTo>
                    <a:pt x="18726" y="602"/>
                  </a:lnTo>
                  <a:lnTo>
                    <a:pt x="19914" y="385"/>
                  </a:lnTo>
                  <a:lnTo>
                    <a:pt x="21142" y="216"/>
                  </a:lnTo>
                  <a:lnTo>
                    <a:pt x="22411" y="96"/>
                  </a:lnTo>
                  <a:lnTo>
                    <a:pt x="23721" y="24"/>
                  </a:lnTo>
                  <a:lnTo>
                    <a:pt x="25072" y="0"/>
                  </a:lnTo>
                  <a:lnTo>
                    <a:pt x="26473" y="32"/>
                  </a:lnTo>
                  <a:lnTo>
                    <a:pt x="27836" y="130"/>
                  </a:lnTo>
                  <a:lnTo>
                    <a:pt x="29160" y="294"/>
                  </a:lnTo>
                  <a:lnTo>
                    <a:pt x="30447" y="523"/>
                  </a:lnTo>
                  <a:lnTo>
                    <a:pt x="31695" y="818"/>
                  </a:lnTo>
                  <a:lnTo>
                    <a:pt x="32905" y="1178"/>
                  </a:lnTo>
                  <a:lnTo>
                    <a:pt x="34076" y="1603"/>
                  </a:lnTo>
                  <a:lnTo>
                    <a:pt x="35209" y="2094"/>
                  </a:lnTo>
                  <a:lnTo>
                    <a:pt x="36304" y="2651"/>
                  </a:lnTo>
                  <a:lnTo>
                    <a:pt x="37361" y="3272"/>
                  </a:lnTo>
                  <a:lnTo>
                    <a:pt x="38386" y="3943"/>
                  </a:lnTo>
                  <a:lnTo>
                    <a:pt x="39364" y="4668"/>
                  </a:lnTo>
                  <a:lnTo>
                    <a:pt x="40293" y="5449"/>
                  </a:lnTo>
                  <a:lnTo>
                    <a:pt x="41175" y="6286"/>
                  </a:lnTo>
                  <a:lnTo>
                    <a:pt x="42008" y="7178"/>
                  </a:lnTo>
                  <a:lnTo>
                    <a:pt x="42793" y="8126"/>
                  </a:lnTo>
                  <a:lnTo>
                    <a:pt x="43529" y="9130"/>
                  </a:lnTo>
                  <a:lnTo>
                    <a:pt x="44218" y="10189"/>
                  </a:lnTo>
                  <a:lnTo>
                    <a:pt x="44858" y="11304"/>
                  </a:lnTo>
                  <a:lnTo>
                    <a:pt x="45574" y="12474"/>
                  </a:lnTo>
                  <a:lnTo>
                    <a:pt x="45575" y="12161"/>
                  </a:lnTo>
                  <a:lnTo>
                    <a:pt x="45577" y="11841"/>
                  </a:lnTo>
                  <a:lnTo>
                    <a:pt x="45580" y="11514"/>
                  </a:lnTo>
                  <a:lnTo>
                    <a:pt x="45584" y="11179"/>
                  </a:lnTo>
                  <a:lnTo>
                    <a:pt x="45590" y="10837"/>
                  </a:lnTo>
                  <a:lnTo>
                    <a:pt x="45596" y="10488"/>
                  </a:lnTo>
                  <a:lnTo>
                    <a:pt x="45604" y="10131"/>
                  </a:lnTo>
                  <a:lnTo>
                    <a:pt x="45614" y="9767"/>
                  </a:lnTo>
                  <a:lnTo>
                    <a:pt x="45624" y="9395"/>
                  </a:lnTo>
                  <a:lnTo>
                    <a:pt x="45636" y="9016"/>
                  </a:lnTo>
                  <a:lnTo>
                    <a:pt x="45660" y="8635"/>
                  </a:lnTo>
                  <a:lnTo>
                    <a:pt x="45683" y="8260"/>
                  </a:lnTo>
                  <a:lnTo>
                    <a:pt x="45704" y="7889"/>
                  </a:lnTo>
                  <a:lnTo>
                    <a:pt x="45725" y="7524"/>
                  </a:lnTo>
                  <a:lnTo>
                    <a:pt x="45744" y="7163"/>
                  </a:lnTo>
                  <a:lnTo>
                    <a:pt x="45762" y="6807"/>
                  </a:lnTo>
                  <a:lnTo>
                    <a:pt x="45778" y="6457"/>
                  </a:lnTo>
                  <a:lnTo>
                    <a:pt x="45794" y="6111"/>
                  </a:lnTo>
                  <a:lnTo>
                    <a:pt x="45808" y="5770"/>
                  </a:lnTo>
                  <a:lnTo>
                    <a:pt x="45821" y="5434"/>
                  </a:lnTo>
                  <a:lnTo>
                    <a:pt x="45846" y="5093"/>
                  </a:lnTo>
                  <a:lnTo>
                    <a:pt x="45870" y="4762"/>
                  </a:lnTo>
                  <a:lnTo>
                    <a:pt x="45895" y="4441"/>
                  </a:lnTo>
                  <a:lnTo>
                    <a:pt x="45920" y="4130"/>
                  </a:lnTo>
                  <a:lnTo>
                    <a:pt x="45945" y="3828"/>
                  </a:lnTo>
                  <a:lnTo>
                    <a:pt x="45969" y="3537"/>
                  </a:lnTo>
                  <a:lnTo>
                    <a:pt x="45994" y="3255"/>
                  </a:lnTo>
                  <a:lnTo>
                    <a:pt x="46019" y="2983"/>
                  </a:lnTo>
                  <a:lnTo>
                    <a:pt x="46043" y="2722"/>
                  </a:lnTo>
                  <a:lnTo>
                    <a:pt x="46068" y="2470"/>
                  </a:lnTo>
                  <a:lnTo>
                    <a:pt x="46093" y="2233"/>
                  </a:lnTo>
                  <a:lnTo>
                    <a:pt x="46117" y="2018"/>
                  </a:lnTo>
                  <a:lnTo>
                    <a:pt x="46142" y="1823"/>
                  </a:lnTo>
                  <a:lnTo>
                    <a:pt x="46167" y="1650"/>
                  </a:lnTo>
                  <a:lnTo>
                    <a:pt x="46192" y="1497"/>
                  </a:lnTo>
                  <a:lnTo>
                    <a:pt x="46315" y="1049"/>
                  </a:lnTo>
                  <a:lnTo>
                    <a:pt x="56863" y="1169"/>
                  </a:lnTo>
                  <a:lnTo>
                    <a:pt x="56850" y="1304"/>
                  </a:lnTo>
                  <a:lnTo>
                    <a:pt x="56838" y="1455"/>
                  </a:lnTo>
                  <a:lnTo>
                    <a:pt x="56826" y="1622"/>
                  </a:lnTo>
                  <a:lnTo>
                    <a:pt x="56813" y="1806"/>
                  </a:lnTo>
                  <a:lnTo>
                    <a:pt x="56801" y="2005"/>
                  </a:lnTo>
                  <a:lnTo>
                    <a:pt x="56789" y="2221"/>
                  </a:lnTo>
                  <a:lnTo>
                    <a:pt x="56776" y="2452"/>
                  </a:lnTo>
                  <a:lnTo>
                    <a:pt x="56764" y="2700"/>
                  </a:lnTo>
                  <a:lnTo>
                    <a:pt x="56752" y="2964"/>
                  </a:lnTo>
                  <a:lnTo>
                    <a:pt x="56739" y="3229"/>
                  </a:lnTo>
                  <a:lnTo>
                    <a:pt x="56727" y="3505"/>
                  </a:lnTo>
                  <a:lnTo>
                    <a:pt x="56715" y="3792"/>
                  </a:lnTo>
                  <a:lnTo>
                    <a:pt x="56702" y="4090"/>
                  </a:lnTo>
                  <a:lnTo>
                    <a:pt x="56690" y="4399"/>
                  </a:lnTo>
                  <a:lnTo>
                    <a:pt x="56677" y="4720"/>
                  </a:lnTo>
                  <a:lnTo>
                    <a:pt x="56665" y="5052"/>
                  </a:lnTo>
                  <a:lnTo>
                    <a:pt x="56653" y="5394"/>
                  </a:lnTo>
                  <a:lnTo>
                    <a:pt x="56640" y="5748"/>
                  </a:lnTo>
                  <a:lnTo>
                    <a:pt x="56628" y="6113"/>
                  </a:lnTo>
                  <a:lnTo>
                    <a:pt x="56616" y="6488"/>
                  </a:lnTo>
                  <a:lnTo>
                    <a:pt x="56603" y="6872"/>
                  </a:lnTo>
                  <a:lnTo>
                    <a:pt x="56591" y="7264"/>
                  </a:lnTo>
                  <a:lnTo>
                    <a:pt x="56579" y="7664"/>
                  </a:lnTo>
                  <a:lnTo>
                    <a:pt x="56566" y="8074"/>
                  </a:lnTo>
                  <a:lnTo>
                    <a:pt x="56554" y="8492"/>
                  </a:lnTo>
                  <a:lnTo>
                    <a:pt x="56542" y="8919"/>
                  </a:lnTo>
                  <a:lnTo>
                    <a:pt x="56529" y="9354"/>
                  </a:lnTo>
                  <a:lnTo>
                    <a:pt x="56517" y="9798"/>
                  </a:lnTo>
                  <a:lnTo>
                    <a:pt x="56505" y="10251"/>
                  </a:lnTo>
                  <a:lnTo>
                    <a:pt x="56505" y="10697"/>
                  </a:lnTo>
                  <a:lnTo>
                    <a:pt x="56505" y="11147"/>
                  </a:lnTo>
                  <a:lnTo>
                    <a:pt x="56505" y="11601"/>
                  </a:lnTo>
                  <a:lnTo>
                    <a:pt x="56505" y="12059"/>
                  </a:lnTo>
                  <a:lnTo>
                    <a:pt x="56505" y="12520"/>
                  </a:lnTo>
                  <a:lnTo>
                    <a:pt x="56505" y="12985"/>
                  </a:lnTo>
                  <a:lnTo>
                    <a:pt x="56505" y="13454"/>
                  </a:lnTo>
                  <a:lnTo>
                    <a:pt x="56505" y="13926"/>
                  </a:lnTo>
                  <a:lnTo>
                    <a:pt x="56505" y="14402"/>
                  </a:lnTo>
                  <a:lnTo>
                    <a:pt x="56505" y="14882"/>
                  </a:lnTo>
                  <a:lnTo>
                    <a:pt x="56505" y="65953"/>
                  </a:lnTo>
                  <a:lnTo>
                    <a:pt x="56435" y="68687"/>
                  </a:lnTo>
                  <a:lnTo>
                    <a:pt x="56228" y="71281"/>
                  </a:lnTo>
                  <a:lnTo>
                    <a:pt x="55882" y="73736"/>
                  </a:lnTo>
                  <a:lnTo>
                    <a:pt x="55398" y="76051"/>
                  </a:lnTo>
                  <a:lnTo>
                    <a:pt x="54775" y="78227"/>
                  </a:lnTo>
                  <a:lnTo>
                    <a:pt x="54015" y="80263"/>
                  </a:lnTo>
                  <a:lnTo>
                    <a:pt x="53115" y="82159"/>
                  </a:lnTo>
                  <a:lnTo>
                    <a:pt x="52078" y="83916"/>
                  </a:lnTo>
                  <a:lnTo>
                    <a:pt x="50902" y="85533"/>
                  </a:lnTo>
                  <a:lnTo>
                    <a:pt x="49588" y="87011"/>
                  </a:lnTo>
                  <a:lnTo>
                    <a:pt x="48144" y="88360"/>
                  </a:lnTo>
                  <a:lnTo>
                    <a:pt x="46552" y="89568"/>
                  </a:lnTo>
                  <a:lnTo>
                    <a:pt x="44814" y="90633"/>
                  </a:lnTo>
                  <a:lnTo>
                    <a:pt x="42929" y="91556"/>
                  </a:lnTo>
                  <a:lnTo>
                    <a:pt x="40896" y="92337"/>
                  </a:lnTo>
                  <a:lnTo>
                    <a:pt x="38717" y="92977"/>
                  </a:lnTo>
                  <a:lnTo>
                    <a:pt x="36391" y="93474"/>
                  </a:lnTo>
                  <a:lnTo>
                    <a:pt x="33917" y="93829"/>
                  </a:lnTo>
                  <a:lnTo>
                    <a:pt x="31297" y="94042"/>
                  </a:lnTo>
                  <a:close/>
                  <a:moveTo>
                    <a:pt x="45451" y="34458"/>
                  </a:moveTo>
                  <a:lnTo>
                    <a:pt x="45435" y="33083"/>
                  </a:lnTo>
                  <a:lnTo>
                    <a:pt x="45389" y="31749"/>
                  </a:lnTo>
                  <a:lnTo>
                    <a:pt x="45312" y="30455"/>
                  </a:lnTo>
                  <a:lnTo>
                    <a:pt x="45204" y="29202"/>
                  </a:lnTo>
                  <a:lnTo>
                    <a:pt x="45065" y="27990"/>
                  </a:lnTo>
                  <a:lnTo>
                    <a:pt x="44895" y="26818"/>
                  </a:lnTo>
                  <a:lnTo>
                    <a:pt x="44694" y="25687"/>
                  </a:lnTo>
                  <a:lnTo>
                    <a:pt x="44462" y="24597"/>
                  </a:lnTo>
                  <a:lnTo>
                    <a:pt x="44200" y="23548"/>
                  </a:lnTo>
                  <a:lnTo>
                    <a:pt x="43907" y="22540"/>
                  </a:lnTo>
                  <a:lnTo>
                    <a:pt x="43600" y="21558"/>
                  </a:lnTo>
                  <a:lnTo>
                    <a:pt x="43274" y="20613"/>
                  </a:lnTo>
                  <a:lnTo>
                    <a:pt x="42929" y="19705"/>
                  </a:lnTo>
                  <a:lnTo>
                    <a:pt x="42563" y="18835"/>
                  </a:lnTo>
                  <a:lnTo>
                    <a:pt x="42178" y="18001"/>
                  </a:lnTo>
                  <a:lnTo>
                    <a:pt x="41772" y="17204"/>
                  </a:lnTo>
                  <a:lnTo>
                    <a:pt x="41348" y="16445"/>
                  </a:lnTo>
                  <a:lnTo>
                    <a:pt x="40903" y="15722"/>
                  </a:lnTo>
                  <a:lnTo>
                    <a:pt x="40439" y="15037"/>
                  </a:lnTo>
                  <a:lnTo>
                    <a:pt x="39954" y="14388"/>
                  </a:lnTo>
                  <a:lnTo>
                    <a:pt x="39453" y="13775"/>
                  </a:lnTo>
                  <a:lnTo>
                    <a:pt x="38937" y="13195"/>
                  </a:lnTo>
                  <a:lnTo>
                    <a:pt x="38406" y="12649"/>
                  </a:lnTo>
                  <a:lnTo>
                    <a:pt x="37860" y="12135"/>
                  </a:lnTo>
                  <a:lnTo>
                    <a:pt x="37299" y="11656"/>
                  </a:lnTo>
                  <a:lnTo>
                    <a:pt x="36723" y="11209"/>
                  </a:lnTo>
                  <a:lnTo>
                    <a:pt x="36133" y="10796"/>
                  </a:lnTo>
                  <a:lnTo>
                    <a:pt x="35528" y="10416"/>
                  </a:lnTo>
                  <a:lnTo>
                    <a:pt x="34908" y="10070"/>
                  </a:lnTo>
                  <a:lnTo>
                    <a:pt x="34273" y="9757"/>
                  </a:lnTo>
                  <a:lnTo>
                    <a:pt x="33641" y="9475"/>
                  </a:lnTo>
                  <a:lnTo>
                    <a:pt x="33006" y="9223"/>
                  </a:lnTo>
                  <a:lnTo>
                    <a:pt x="32367" y="9001"/>
                  </a:lnTo>
                  <a:lnTo>
                    <a:pt x="31724" y="8808"/>
                  </a:lnTo>
                  <a:lnTo>
                    <a:pt x="31077" y="8645"/>
                  </a:lnTo>
                  <a:lnTo>
                    <a:pt x="30427" y="8512"/>
                  </a:lnTo>
                  <a:lnTo>
                    <a:pt x="29773" y="8408"/>
                  </a:lnTo>
                  <a:lnTo>
                    <a:pt x="29115" y="8334"/>
                  </a:lnTo>
                  <a:lnTo>
                    <a:pt x="28454" y="8289"/>
                  </a:lnTo>
                  <a:lnTo>
                    <a:pt x="27789" y="8275"/>
                  </a:lnTo>
                  <a:lnTo>
                    <a:pt x="26948" y="8289"/>
                  </a:lnTo>
                  <a:lnTo>
                    <a:pt x="26131" y="8334"/>
                  </a:lnTo>
                  <a:lnTo>
                    <a:pt x="25338" y="8408"/>
                  </a:lnTo>
                  <a:lnTo>
                    <a:pt x="24568" y="8512"/>
                  </a:lnTo>
                  <a:lnTo>
                    <a:pt x="23821" y="8645"/>
                  </a:lnTo>
                  <a:lnTo>
                    <a:pt x="23098" y="8808"/>
                  </a:lnTo>
                  <a:lnTo>
                    <a:pt x="22398" y="9001"/>
                  </a:lnTo>
                  <a:lnTo>
                    <a:pt x="21722" y="9223"/>
                  </a:lnTo>
                  <a:lnTo>
                    <a:pt x="21069" y="9475"/>
                  </a:lnTo>
                  <a:lnTo>
                    <a:pt x="20440" y="9757"/>
                  </a:lnTo>
                  <a:lnTo>
                    <a:pt x="19845" y="10070"/>
                  </a:lnTo>
                  <a:lnTo>
                    <a:pt x="19269" y="10419"/>
                  </a:lnTo>
                  <a:lnTo>
                    <a:pt x="18713" y="10802"/>
                  </a:lnTo>
                  <a:lnTo>
                    <a:pt x="18177" y="11219"/>
                  </a:lnTo>
                  <a:lnTo>
                    <a:pt x="17661" y="11671"/>
                  </a:lnTo>
                  <a:lnTo>
                    <a:pt x="17165" y="12158"/>
                  </a:lnTo>
                  <a:lnTo>
                    <a:pt x="16688" y="12679"/>
                  </a:lnTo>
                  <a:lnTo>
                    <a:pt x="16231" y="13235"/>
                  </a:lnTo>
                  <a:lnTo>
                    <a:pt x="15794" y="13825"/>
                  </a:lnTo>
                  <a:lnTo>
                    <a:pt x="15376" y="14450"/>
                  </a:lnTo>
                  <a:lnTo>
                    <a:pt x="14991" y="15098"/>
                  </a:lnTo>
                  <a:lnTo>
                    <a:pt x="14625" y="15784"/>
                  </a:lnTo>
                  <a:lnTo>
                    <a:pt x="14280" y="16506"/>
                  </a:lnTo>
                  <a:lnTo>
                    <a:pt x="13953" y="17266"/>
                  </a:lnTo>
                  <a:lnTo>
                    <a:pt x="13647" y="18063"/>
                  </a:lnTo>
                  <a:lnTo>
                    <a:pt x="13361" y="18896"/>
                  </a:lnTo>
                  <a:lnTo>
                    <a:pt x="13094" y="19767"/>
                  </a:lnTo>
                  <a:lnTo>
                    <a:pt x="12847" y="20675"/>
                  </a:lnTo>
                  <a:lnTo>
                    <a:pt x="12620" y="21620"/>
                  </a:lnTo>
                  <a:lnTo>
                    <a:pt x="12412" y="22602"/>
                  </a:lnTo>
                  <a:lnTo>
                    <a:pt x="12236" y="23609"/>
                  </a:lnTo>
                  <a:lnTo>
                    <a:pt x="12079" y="24657"/>
                  </a:lnTo>
                  <a:lnTo>
                    <a:pt x="11940" y="25744"/>
                  </a:lnTo>
                  <a:lnTo>
                    <a:pt x="11819" y="26870"/>
                  </a:lnTo>
                  <a:lnTo>
                    <a:pt x="11717" y="28036"/>
                  </a:lnTo>
                  <a:lnTo>
                    <a:pt x="11634" y="29241"/>
                  </a:lnTo>
                  <a:lnTo>
                    <a:pt x="11569" y="30486"/>
                  </a:lnTo>
                  <a:lnTo>
                    <a:pt x="11523" y="31771"/>
                  </a:lnTo>
                  <a:lnTo>
                    <a:pt x="11495" y="33095"/>
                  </a:lnTo>
                  <a:lnTo>
                    <a:pt x="11486" y="34458"/>
                  </a:lnTo>
                  <a:lnTo>
                    <a:pt x="11495" y="35881"/>
                  </a:lnTo>
                  <a:lnTo>
                    <a:pt x="11523" y="37257"/>
                  </a:lnTo>
                  <a:lnTo>
                    <a:pt x="11569" y="38588"/>
                  </a:lnTo>
                  <a:lnTo>
                    <a:pt x="11634" y="39873"/>
                  </a:lnTo>
                  <a:lnTo>
                    <a:pt x="11717" y="41112"/>
                  </a:lnTo>
                  <a:lnTo>
                    <a:pt x="11819" y="42306"/>
                  </a:lnTo>
                  <a:lnTo>
                    <a:pt x="11940" y="43454"/>
                  </a:lnTo>
                  <a:lnTo>
                    <a:pt x="12079" y="44556"/>
                  </a:lnTo>
                  <a:lnTo>
                    <a:pt x="12236" y="45613"/>
                  </a:lnTo>
                  <a:lnTo>
                    <a:pt x="12412" y="46624"/>
                  </a:lnTo>
                  <a:lnTo>
                    <a:pt x="12620" y="47581"/>
                  </a:lnTo>
                  <a:lnTo>
                    <a:pt x="12847" y="48501"/>
                  </a:lnTo>
                  <a:lnTo>
                    <a:pt x="13094" y="49384"/>
                  </a:lnTo>
                  <a:lnTo>
                    <a:pt x="13361" y="50230"/>
                  </a:lnTo>
                  <a:lnTo>
                    <a:pt x="13647" y="51039"/>
                  </a:lnTo>
                  <a:lnTo>
                    <a:pt x="13953" y="51811"/>
                  </a:lnTo>
                  <a:lnTo>
                    <a:pt x="14280" y="52546"/>
                  </a:lnTo>
                  <a:lnTo>
                    <a:pt x="14625" y="53244"/>
                  </a:lnTo>
                  <a:lnTo>
                    <a:pt x="14991" y="53905"/>
                  </a:lnTo>
                  <a:lnTo>
                    <a:pt x="15376" y="54528"/>
                  </a:lnTo>
                  <a:lnTo>
                    <a:pt x="15782" y="55116"/>
                  </a:lnTo>
                  <a:lnTo>
                    <a:pt x="16209" y="55670"/>
                  </a:lnTo>
                  <a:lnTo>
                    <a:pt x="16656" y="56188"/>
                  </a:lnTo>
                  <a:lnTo>
                    <a:pt x="17125" y="56673"/>
                  </a:lnTo>
                  <a:lnTo>
                    <a:pt x="17615" y="57122"/>
                  </a:lnTo>
                  <a:lnTo>
                    <a:pt x="18126" y="57537"/>
                  </a:lnTo>
                  <a:lnTo>
                    <a:pt x="18657" y="57917"/>
                  </a:lnTo>
                  <a:lnTo>
                    <a:pt x="19210" y="58263"/>
                  </a:lnTo>
                  <a:lnTo>
                    <a:pt x="19784" y="58575"/>
                  </a:lnTo>
                  <a:lnTo>
                    <a:pt x="20378" y="58851"/>
                  </a:lnTo>
                  <a:lnTo>
                    <a:pt x="20995" y="59098"/>
                  </a:lnTo>
                  <a:lnTo>
                    <a:pt x="21636" y="59318"/>
                  </a:lnTo>
                  <a:lnTo>
                    <a:pt x="22300" y="59513"/>
                  </a:lnTo>
                  <a:lnTo>
                    <a:pt x="22987" y="59681"/>
                  </a:lnTo>
                  <a:lnTo>
                    <a:pt x="23698" y="59824"/>
                  </a:lnTo>
                  <a:lnTo>
                    <a:pt x="24432" y="59941"/>
                  </a:lnTo>
                  <a:lnTo>
                    <a:pt x="25190" y="60031"/>
                  </a:lnTo>
                  <a:lnTo>
                    <a:pt x="25971" y="60096"/>
                  </a:lnTo>
                  <a:lnTo>
                    <a:pt x="26775" y="60135"/>
                  </a:lnTo>
                  <a:lnTo>
                    <a:pt x="27604" y="60148"/>
                  </a:lnTo>
                  <a:lnTo>
                    <a:pt x="28269" y="60134"/>
                  </a:lnTo>
                  <a:lnTo>
                    <a:pt x="28930" y="60091"/>
                  </a:lnTo>
                  <a:lnTo>
                    <a:pt x="29588" y="60020"/>
                  </a:lnTo>
                  <a:lnTo>
                    <a:pt x="30242" y="59921"/>
                  </a:lnTo>
                  <a:lnTo>
                    <a:pt x="30892" y="59793"/>
                  </a:lnTo>
                  <a:lnTo>
                    <a:pt x="31539" y="59637"/>
                  </a:lnTo>
                  <a:lnTo>
                    <a:pt x="32181" y="59452"/>
                  </a:lnTo>
                  <a:lnTo>
                    <a:pt x="32821" y="59239"/>
                  </a:lnTo>
                  <a:lnTo>
                    <a:pt x="33456" y="58998"/>
                  </a:lnTo>
                  <a:lnTo>
                    <a:pt x="34088" y="58728"/>
                  </a:lnTo>
                  <a:lnTo>
                    <a:pt x="34723" y="58427"/>
                  </a:lnTo>
                  <a:lnTo>
                    <a:pt x="35345" y="58093"/>
                  </a:lnTo>
                  <a:lnTo>
                    <a:pt x="35953" y="57725"/>
                  </a:lnTo>
                  <a:lnTo>
                    <a:pt x="36548" y="57325"/>
                  </a:lnTo>
                  <a:lnTo>
                    <a:pt x="37129" y="56891"/>
                  </a:lnTo>
                  <a:lnTo>
                    <a:pt x="37697" y="56423"/>
                  </a:lnTo>
                  <a:lnTo>
                    <a:pt x="38251" y="55922"/>
                  </a:lnTo>
                  <a:lnTo>
                    <a:pt x="38791" y="55388"/>
                  </a:lnTo>
                  <a:lnTo>
                    <a:pt x="39318" y="54821"/>
                  </a:lnTo>
                  <a:lnTo>
                    <a:pt x="39831" y="54220"/>
                  </a:lnTo>
                  <a:lnTo>
                    <a:pt x="40327" y="53584"/>
                  </a:lnTo>
                  <a:lnTo>
                    <a:pt x="40804" y="52913"/>
                  </a:lnTo>
                  <a:lnTo>
                    <a:pt x="41261" y="52206"/>
                  </a:lnTo>
                  <a:lnTo>
                    <a:pt x="41698" y="51463"/>
                  </a:lnTo>
                  <a:lnTo>
                    <a:pt x="42116" y="50684"/>
                  </a:lnTo>
                  <a:lnTo>
                    <a:pt x="42514" y="49870"/>
                  </a:lnTo>
                  <a:lnTo>
                    <a:pt x="42891" y="49019"/>
                  </a:lnTo>
                  <a:lnTo>
                    <a:pt x="43250" y="48133"/>
                  </a:lnTo>
                  <a:lnTo>
                    <a:pt x="43588" y="47211"/>
                  </a:lnTo>
                  <a:lnTo>
                    <a:pt x="43907" y="46253"/>
                  </a:lnTo>
                  <a:lnTo>
                    <a:pt x="44200" y="45257"/>
                  </a:lnTo>
                  <a:lnTo>
                    <a:pt x="44462" y="44220"/>
                  </a:lnTo>
                  <a:lnTo>
                    <a:pt x="44694" y="43143"/>
                  </a:lnTo>
                  <a:lnTo>
                    <a:pt x="44895" y="42024"/>
                  </a:lnTo>
                  <a:lnTo>
                    <a:pt x="45065" y="40865"/>
                  </a:lnTo>
                  <a:lnTo>
                    <a:pt x="45204" y="39665"/>
                  </a:lnTo>
                  <a:lnTo>
                    <a:pt x="45312" y="38425"/>
                  </a:lnTo>
                  <a:lnTo>
                    <a:pt x="45389" y="37143"/>
                  </a:lnTo>
                  <a:lnTo>
                    <a:pt x="45435" y="3582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554633" y="5913747"/>
              <a:ext cx="59345" cy="69288"/>
            </a:xfrm>
            <a:custGeom>
              <a:avLst/>
              <a:pathLst>
                <a:path w="59345" h="69288">
                  <a:moveTo>
                    <a:pt x="11671" y="36990"/>
                  </a:moveTo>
                  <a:lnTo>
                    <a:pt x="11682" y="38032"/>
                  </a:lnTo>
                  <a:lnTo>
                    <a:pt x="11713" y="39058"/>
                  </a:lnTo>
                  <a:lnTo>
                    <a:pt x="11766" y="40067"/>
                  </a:lnTo>
                  <a:lnTo>
                    <a:pt x="11839" y="41061"/>
                  </a:lnTo>
                  <a:lnTo>
                    <a:pt x="11933" y="42039"/>
                  </a:lnTo>
                  <a:lnTo>
                    <a:pt x="12049" y="43000"/>
                  </a:lnTo>
                  <a:lnTo>
                    <a:pt x="12185" y="43946"/>
                  </a:lnTo>
                  <a:lnTo>
                    <a:pt x="12343" y="44875"/>
                  </a:lnTo>
                  <a:lnTo>
                    <a:pt x="12521" y="45788"/>
                  </a:lnTo>
                  <a:lnTo>
                    <a:pt x="12721" y="46686"/>
                  </a:lnTo>
                  <a:lnTo>
                    <a:pt x="12954" y="47551"/>
                  </a:lnTo>
                  <a:lnTo>
                    <a:pt x="13210" y="48393"/>
                  </a:lnTo>
                  <a:lnTo>
                    <a:pt x="13488" y="49211"/>
                  </a:lnTo>
                  <a:lnTo>
                    <a:pt x="13788" y="50006"/>
                  </a:lnTo>
                  <a:lnTo>
                    <a:pt x="14110" y="50777"/>
                  </a:lnTo>
                  <a:lnTo>
                    <a:pt x="14455" y="51525"/>
                  </a:lnTo>
                  <a:lnTo>
                    <a:pt x="14822" y="52249"/>
                  </a:lnTo>
                  <a:lnTo>
                    <a:pt x="15211" y="52950"/>
                  </a:lnTo>
                  <a:lnTo>
                    <a:pt x="15622" y="53627"/>
                  </a:lnTo>
                  <a:lnTo>
                    <a:pt x="16056" y="54281"/>
                  </a:lnTo>
                  <a:lnTo>
                    <a:pt x="16525" y="54898"/>
                  </a:lnTo>
                  <a:lnTo>
                    <a:pt x="17019" y="55487"/>
                  </a:lnTo>
                  <a:lnTo>
                    <a:pt x="17538" y="56049"/>
                  </a:lnTo>
                  <a:lnTo>
                    <a:pt x="18081" y="56584"/>
                  </a:lnTo>
                  <a:lnTo>
                    <a:pt x="18649" y="57091"/>
                  </a:lnTo>
                  <a:lnTo>
                    <a:pt x="19242" y="57572"/>
                  </a:lnTo>
                  <a:lnTo>
                    <a:pt x="19860" y="58025"/>
                  </a:lnTo>
                  <a:lnTo>
                    <a:pt x="20502" y="58451"/>
                  </a:lnTo>
                  <a:lnTo>
                    <a:pt x="21169" y="58850"/>
                  </a:lnTo>
                  <a:lnTo>
                    <a:pt x="21860" y="59222"/>
                  </a:lnTo>
                  <a:lnTo>
                    <a:pt x="22579" y="59550"/>
                  </a:lnTo>
                  <a:lnTo>
                    <a:pt x="23325" y="59844"/>
                  </a:lnTo>
                  <a:lnTo>
                    <a:pt x="24100" y="60104"/>
                  </a:lnTo>
                  <a:lnTo>
                    <a:pt x="24904" y="60328"/>
                  </a:lnTo>
                  <a:lnTo>
                    <a:pt x="25736" y="60519"/>
                  </a:lnTo>
                  <a:lnTo>
                    <a:pt x="26596" y="60674"/>
                  </a:lnTo>
                  <a:lnTo>
                    <a:pt x="27484" y="60795"/>
                  </a:lnTo>
                  <a:lnTo>
                    <a:pt x="28401" y="60882"/>
                  </a:lnTo>
                  <a:lnTo>
                    <a:pt x="29347" y="60934"/>
                  </a:lnTo>
                  <a:lnTo>
                    <a:pt x="30321" y="60951"/>
                  </a:lnTo>
                  <a:lnTo>
                    <a:pt x="31737" y="60922"/>
                  </a:lnTo>
                  <a:lnTo>
                    <a:pt x="33095" y="60835"/>
                  </a:lnTo>
                  <a:lnTo>
                    <a:pt x="34395" y="60690"/>
                  </a:lnTo>
                  <a:lnTo>
                    <a:pt x="35637" y="60486"/>
                  </a:lnTo>
                  <a:lnTo>
                    <a:pt x="36820" y="60225"/>
                  </a:lnTo>
                  <a:lnTo>
                    <a:pt x="37946" y="59906"/>
                  </a:lnTo>
                  <a:lnTo>
                    <a:pt x="39014" y="59529"/>
                  </a:lnTo>
                  <a:lnTo>
                    <a:pt x="40024" y="59093"/>
                  </a:lnTo>
                  <a:lnTo>
                    <a:pt x="40975" y="58600"/>
                  </a:lnTo>
                  <a:lnTo>
                    <a:pt x="41869" y="58048"/>
                  </a:lnTo>
                  <a:lnTo>
                    <a:pt x="42717" y="57452"/>
                  </a:lnTo>
                  <a:lnTo>
                    <a:pt x="43509" y="56826"/>
                  </a:lnTo>
                  <a:lnTo>
                    <a:pt x="44244" y="56168"/>
                  </a:lnTo>
                  <a:lnTo>
                    <a:pt x="44922" y="55479"/>
                  </a:lnTo>
                  <a:lnTo>
                    <a:pt x="45543" y="54760"/>
                  </a:lnTo>
                  <a:lnTo>
                    <a:pt x="46108" y="54010"/>
                  </a:lnTo>
                  <a:lnTo>
                    <a:pt x="46615" y="53228"/>
                  </a:lnTo>
                  <a:lnTo>
                    <a:pt x="47066" y="52416"/>
                  </a:lnTo>
                  <a:lnTo>
                    <a:pt x="47460" y="51573"/>
                  </a:lnTo>
                  <a:lnTo>
                    <a:pt x="47797" y="50700"/>
                  </a:lnTo>
                  <a:lnTo>
                    <a:pt x="57554" y="53479"/>
                  </a:lnTo>
                  <a:lnTo>
                    <a:pt x="57336" y="54035"/>
                  </a:lnTo>
                  <a:lnTo>
                    <a:pt x="57100" y="54593"/>
                  </a:lnTo>
                  <a:lnTo>
                    <a:pt x="56847" y="55152"/>
                  </a:lnTo>
                  <a:lnTo>
                    <a:pt x="56576" y="55712"/>
                  </a:lnTo>
                  <a:lnTo>
                    <a:pt x="56288" y="56273"/>
                  </a:lnTo>
                  <a:lnTo>
                    <a:pt x="55983" y="56836"/>
                  </a:lnTo>
                  <a:lnTo>
                    <a:pt x="55661" y="57399"/>
                  </a:lnTo>
                  <a:lnTo>
                    <a:pt x="55321" y="57964"/>
                  </a:lnTo>
                  <a:lnTo>
                    <a:pt x="54964" y="58531"/>
                  </a:lnTo>
                  <a:lnTo>
                    <a:pt x="54590" y="59098"/>
                  </a:lnTo>
                  <a:lnTo>
                    <a:pt x="54207" y="59649"/>
                  </a:lnTo>
                  <a:lnTo>
                    <a:pt x="53797" y="60190"/>
                  </a:lnTo>
                  <a:lnTo>
                    <a:pt x="53362" y="60721"/>
                  </a:lnTo>
                  <a:lnTo>
                    <a:pt x="52901" y="61242"/>
                  </a:lnTo>
                  <a:lnTo>
                    <a:pt x="52413" y="61754"/>
                  </a:lnTo>
                  <a:lnTo>
                    <a:pt x="51900" y="62255"/>
                  </a:lnTo>
                  <a:lnTo>
                    <a:pt x="51361" y="62747"/>
                  </a:lnTo>
                  <a:lnTo>
                    <a:pt x="50796" y="63228"/>
                  </a:lnTo>
                  <a:lnTo>
                    <a:pt x="50205" y="63700"/>
                  </a:lnTo>
                  <a:lnTo>
                    <a:pt x="49588" y="64162"/>
                  </a:lnTo>
                  <a:lnTo>
                    <a:pt x="48942" y="64599"/>
                  </a:lnTo>
                  <a:lnTo>
                    <a:pt x="48264" y="65022"/>
                  </a:lnTo>
                  <a:lnTo>
                    <a:pt x="47554" y="65429"/>
                  </a:lnTo>
                  <a:lnTo>
                    <a:pt x="46812" y="65822"/>
                  </a:lnTo>
                  <a:lnTo>
                    <a:pt x="46037" y="66200"/>
                  </a:lnTo>
                  <a:lnTo>
                    <a:pt x="45231" y="66563"/>
                  </a:lnTo>
                  <a:lnTo>
                    <a:pt x="44392" y="66911"/>
                  </a:lnTo>
                  <a:lnTo>
                    <a:pt x="43521" y="67245"/>
                  </a:lnTo>
                  <a:lnTo>
                    <a:pt x="42619" y="67563"/>
                  </a:lnTo>
                  <a:lnTo>
                    <a:pt x="41684" y="67867"/>
                  </a:lnTo>
                  <a:lnTo>
                    <a:pt x="40725" y="68137"/>
                  </a:lnTo>
                  <a:lnTo>
                    <a:pt x="39727" y="68379"/>
                  </a:lnTo>
                  <a:lnTo>
                    <a:pt x="38690" y="68592"/>
                  </a:lnTo>
                  <a:lnTo>
                    <a:pt x="37613" y="68776"/>
                  </a:lnTo>
                  <a:lnTo>
                    <a:pt x="36496" y="68933"/>
                  </a:lnTo>
                  <a:lnTo>
                    <a:pt x="35340" y="69060"/>
                  </a:lnTo>
                  <a:lnTo>
                    <a:pt x="34145" y="69160"/>
                  </a:lnTo>
                  <a:lnTo>
                    <a:pt x="32910" y="69231"/>
                  </a:lnTo>
                  <a:lnTo>
                    <a:pt x="31635" y="69273"/>
                  </a:lnTo>
                  <a:lnTo>
                    <a:pt x="30321" y="69288"/>
                  </a:lnTo>
                  <a:lnTo>
                    <a:pt x="27427" y="69199"/>
                  </a:lnTo>
                  <a:lnTo>
                    <a:pt x="24674" y="68934"/>
                  </a:lnTo>
                  <a:lnTo>
                    <a:pt x="22062" y="68493"/>
                  </a:lnTo>
                  <a:lnTo>
                    <a:pt x="19590" y="67875"/>
                  </a:lnTo>
                  <a:lnTo>
                    <a:pt x="17260" y="67080"/>
                  </a:lnTo>
                  <a:lnTo>
                    <a:pt x="15070" y="66109"/>
                  </a:lnTo>
                  <a:lnTo>
                    <a:pt x="13021" y="64961"/>
                  </a:lnTo>
                  <a:lnTo>
                    <a:pt x="11113" y="63636"/>
                  </a:lnTo>
                  <a:lnTo>
                    <a:pt x="9345" y="62135"/>
                  </a:lnTo>
                  <a:lnTo>
                    <a:pt x="7719" y="60457"/>
                  </a:lnTo>
                  <a:lnTo>
                    <a:pt x="6252" y="58605"/>
                  </a:lnTo>
                  <a:lnTo>
                    <a:pt x="4940" y="56581"/>
                  </a:lnTo>
                  <a:lnTo>
                    <a:pt x="3782" y="54386"/>
                  </a:lnTo>
                  <a:lnTo>
                    <a:pt x="2778" y="52019"/>
                  </a:lnTo>
                  <a:lnTo>
                    <a:pt x="1929" y="49480"/>
                  </a:lnTo>
                  <a:lnTo>
                    <a:pt x="1235" y="46770"/>
                  </a:lnTo>
                  <a:lnTo>
                    <a:pt x="694" y="43888"/>
                  </a:lnTo>
                  <a:lnTo>
                    <a:pt x="308" y="40834"/>
                  </a:lnTo>
                  <a:lnTo>
                    <a:pt x="77" y="37608"/>
                  </a:lnTo>
                  <a:lnTo>
                    <a:pt x="0" y="34211"/>
                  </a:lnTo>
                  <a:lnTo>
                    <a:pt x="23" y="32363"/>
                  </a:lnTo>
                  <a:lnTo>
                    <a:pt x="93" y="30573"/>
                  </a:lnTo>
                  <a:lnTo>
                    <a:pt x="211" y="28841"/>
                  </a:lnTo>
                  <a:lnTo>
                    <a:pt x="375" y="27166"/>
                  </a:lnTo>
                  <a:lnTo>
                    <a:pt x="586" y="25550"/>
                  </a:lnTo>
                  <a:lnTo>
                    <a:pt x="844" y="23992"/>
                  </a:lnTo>
                  <a:lnTo>
                    <a:pt x="1149" y="22492"/>
                  </a:lnTo>
                  <a:lnTo>
                    <a:pt x="1501" y="21050"/>
                  </a:lnTo>
                  <a:lnTo>
                    <a:pt x="1900" y="19666"/>
                  </a:lnTo>
                  <a:lnTo>
                    <a:pt x="2346" y="18340"/>
                  </a:lnTo>
                  <a:lnTo>
                    <a:pt x="2833" y="17056"/>
                  </a:lnTo>
                  <a:lnTo>
                    <a:pt x="3354" y="15821"/>
                  </a:lnTo>
                  <a:lnTo>
                    <a:pt x="3910" y="14635"/>
                  </a:lnTo>
                  <a:lnTo>
                    <a:pt x="4500" y="13499"/>
                  </a:lnTo>
                  <a:lnTo>
                    <a:pt x="5125" y="12412"/>
                  </a:lnTo>
                  <a:lnTo>
                    <a:pt x="5785" y="11375"/>
                  </a:lnTo>
                  <a:lnTo>
                    <a:pt x="6479" y="10387"/>
                  </a:lnTo>
                  <a:lnTo>
                    <a:pt x="7207" y="9448"/>
                  </a:lnTo>
                  <a:lnTo>
                    <a:pt x="7971" y="8559"/>
                  </a:lnTo>
                  <a:lnTo>
                    <a:pt x="8769" y="7719"/>
                  </a:lnTo>
                  <a:lnTo>
                    <a:pt x="9597" y="6926"/>
                  </a:lnTo>
                  <a:lnTo>
                    <a:pt x="10453" y="6180"/>
                  </a:lnTo>
                  <a:lnTo>
                    <a:pt x="11336" y="5479"/>
                  </a:lnTo>
                  <a:lnTo>
                    <a:pt x="12247" y="4824"/>
                  </a:lnTo>
                  <a:lnTo>
                    <a:pt x="13184" y="4214"/>
                  </a:lnTo>
                  <a:lnTo>
                    <a:pt x="14149" y="3650"/>
                  </a:lnTo>
                  <a:lnTo>
                    <a:pt x="15140" y="3132"/>
                  </a:lnTo>
                  <a:lnTo>
                    <a:pt x="16159" y="2660"/>
                  </a:lnTo>
                  <a:lnTo>
                    <a:pt x="17205" y="2233"/>
                  </a:lnTo>
                  <a:lnTo>
                    <a:pt x="18279" y="1852"/>
                  </a:lnTo>
                  <a:lnTo>
                    <a:pt x="19373" y="1500"/>
                  </a:lnTo>
                  <a:lnTo>
                    <a:pt x="20482" y="1185"/>
                  </a:lnTo>
                  <a:lnTo>
                    <a:pt x="21606" y="907"/>
                  </a:lnTo>
                  <a:lnTo>
                    <a:pt x="22745" y="666"/>
                  </a:lnTo>
                  <a:lnTo>
                    <a:pt x="23898" y="463"/>
                  </a:lnTo>
                  <a:lnTo>
                    <a:pt x="25067" y="296"/>
                  </a:lnTo>
                  <a:lnTo>
                    <a:pt x="26250" y="166"/>
                  </a:lnTo>
                  <a:lnTo>
                    <a:pt x="27448" y="74"/>
                  </a:lnTo>
                  <a:lnTo>
                    <a:pt x="28661" y="18"/>
                  </a:lnTo>
                  <a:lnTo>
                    <a:pt x="29889" y="0"/>
                  </a:lnTo>
                  <a:lnTo>
                    <a:pt x="31540" y="27"/>
                  </a:lnTo>
                  <a:lnTo>
                    <a:pt x="33137" y="108"/>
                  </a:lnTo>
                  <a:lnTo>
                    <a:pt x="34678" y="244"/>
                  </a:lnTo>
                  <a:lnTo>
                    <a:pt x="36163" y="434"/>
                  </a:lnTo>
                  <a:lnTo>
                    <a:pt x="37592" y="679"/>
                  </a:lnTo>
                  <a:lnTo>
                    <a:pt x="38966" y="978"/>
                  </a:lnTo>
                  <a:lnTo>
                    <a:pt x="40285" y="1331"/>
                  </a:lnTo>
                  <a:lnTo>
                    <a:pt x="41548" y="1738"/>
                  </a:lnTo>
                  <a:lnTo>
                    <a:pt x="42755" y="2200"/>
                  </a:lnTo>
                  <a:lnTo>
                    <a:pt x="43907" y="2717"/>
                  </a:lnTo>
                  <a:lnTo>
                    <a:pt x="45020" y="3281"/>
                  </a:lnTo>
                  <a:lnTo>
                    <a:pt x="46088" y="3888"/>
                  </a:lnTo>
                  <a:lnTo>
                    <a:pt x="47110" y="4536"/>
                  </a:lnTo>
                  <a:lnTo>
                    <a:pt x="48086" y="5226"/>
                  </a:lnTo>
                  <a:lnTo>
                    <a:pt x="49017" y="5959"/>
                  </a:lnTo>
                  <a:lnTo>
                    <a:pt x="49902" y="6733"/>
                  </a:lnTo>
                  <a:lnTo>
                    <a:pt x="50741" y="7550"/>
                  </a:lnTo>
                  <a:lnTo>
                    <a:pt x="51535" y="8408"/>
                  </a:lnTo>
                  <a:lnTo>
                    <a:pt x="52282" y="9308"/>
                  </a:lnTo>
                  <a:lnTo>
                    <a:pt x="52985" y="10251"/>
                  </a:lnTo>
                  <a:lnTo>
                    <a:pt x="53656" y="11219"/>
                  </a:lnTo>
                  <a:lnTo>
                    <a:pt x="54286" y="12222"/>
                  </a:lnTo>
                  <a:lnTo>
                    <a:pt x="54876" y="13259"/>
                  </a:lnTo>
                  <a:lnTo>
                    <a:pt x="55425" y="14331"/>
                  </a:lnTo>
                  <a:lnTo>
                    <a:pt x="55933" y="15438"/>
                  </a:lnTo>
                  <a:lnTo>
                    <a:pt x="56401" y="16579"/>
                  </a:lnTo>
                  <a:lnTo>
                    <a:pt x="56828" y="17755"/>
                  </a:lnTo>
                  <a:lnTo>
                    <a:pt x="57213" y="18965"/>
                  </a:lnTo>
                  <a:lnTo>
                    <a:pt x="57559" y="20210"/>
                  </a:lnTo>
                  <a:lnTo>
                    <a:pt x="57863" y="21490"/>
                  </a:lnTo>
                  <a:lnTo>
                    <a:pt x="58145" y="22797"/>
                  </a:lnTo>
                  <a:lnTo>
                    <a:pt x="58397" y="24126"/>
                  </a:lnTo>
                  <a:lnTo>
                    <a:pt x="58619" y="25475"/>
                  </a:lnTo>
                  <a:lnTo>
                    <a:pt x="58812" y="26845"/>
                  </a:lnTo>
                  <a:lnTo>
                    <a:pt x="58975" y="28237"/>
                  </a:lnTo>
                  <a:lnTo>
                    <a:pt x="59108" y="29649"/>
                  </a:lnTo>
                  <a:lnTo>
                    <a:pt x="59212" y="31082"/>
                  </a:lnTo>
                  <a:lnTo>
                    <a:pt x="59286" y="32537"/>
                  </a:lnTo>
                  <a:lnTo>
                    <a:pt x="59330" y="34012"/>
                  </a:lnTo>
                  <a:lnTo>
                    <a:pt x="59345" y="35508"/>
                  </a:lnTo>
                  <a:lnTo>
                    <a:pt x="59345" y="36990"/>
                  </a:lnTo>
                  <a:close/>
                  <a:moveTo>
                    <a:pt x="47859" y="28468"/>
                  </a:moveTo>
                  <a:lnTo>
                    <a:pt x="47639" y="26414"/>
                  </a:lnTo>
                  <a:lnTo>
                    <a:pt x="47348" y="24474"/>
                  </a:lnTo>
                  <a:lnTo>
                    <a:pt x="46986" y="22649"/>
                  </a:lnTo>
                  <a:lnTo>
                    <a:pt x="46555" y="20939"/>
                  </a:lnTo>
                  <a:lnTo>
                    <a:pt x="46053" y="19344"/>
                  </a:lnTo>
                  <a:lnTo>
                    <a:pt x="45480" y="17864"/>
                  </a:lnTo>
                  <a:lnTo>
                    <a:pt x="44837" y="16498"/>
                  </a:lnTo>
                  <a:lnTo>
                    <a:pt x="44124" y="15248"/>
                  </a:lnTo>
                  <a:lnTo>
                    <a:pt x="43340" y="14112"/>
                  </a:lnTo>
                  <a:lnTo>
                    <a:pt x="42486" y="13091"/>
                  </a:lnTo>
                  <a:lnTo>
                    <a:pt x="41558" y="12164"/>
                  </a:lnTo>
                  <a:lnTo>
                    <a:pt x="40552" y="11335"/>
                  </a:lnTo>
                  <a:lnTo>
                    <a:pt x="39468" y="10603"/>
                  </a:lnTo>
                  <a:lnTo>
                    <a:pt x="38307" y="9969"/>
                  </a:lnTo>
                  <a:lnTo>
                    <a:pt x="37067" y="9432"/>
                  </a:lnTo>
                  <a:lnTo>
                    <a:pt x="35750" y="8993"/>
                  </a:lnTo>
                  <a:lnTo>
                    <a:pt x="34355" y="8652"/>
                  </a:lnTo>
                  <a:lnTo>
                    <a:pt x="32882" y="8408"/>
                  </a:lnTo>
                  <a:lnTo>
                    <a:pt x="31332" y="8262"/>
                  </a:lnTo>
                  <a:lnTo>
                    <a:pt x="29703" y="8213"/>
                  </a:lnTo>
                  <a:lnTo>
                    <a:pt x="29144" y="8222"/>
                  </a:lnTo>
                  <a:lnTo>
                    <a:pt x="28579" y="8250"/>
                  </a:lnTo>
                  <a:lnTo>
                    <a:pt x="28008" y="8296"/>
                  </a:lnTo>
                  <a:lnTo>
                    <a:pt x="27431" y="8361"/>
                  </a:lnTo>
                  <a:lnTo>
                    <a:pt x="26847" y="8444"/>
                  </a:lnTo>
                  <a:lnTo>
                    <a:pt x="26257" y="8546"/>
                  </a:lnTo>
                  <a:lnTo>
                    <a:pt x="25661" y="8667"/>
                  </a:lnTo>
                  <a:lnTo>
                    <a:pt x="25059" y="8806"/>
                  </a:lnTo>
                  <a:lnTo>
                    <a:pt x="24451" y="8963"/>
                  </a:lnTo>
                  <a:lnTo>
                    <a:pt x="23837" y="9139"/>
                  </a:lnTo>
                  <a:lnTo>
                    <a:pt x="23236" y="9326"/>
                  </a:lnTo>
                  <a:lnTo>
                    <a:pt x="22644" y="9542"/>
                  </a:lnTo>
                  <a:lnTo>
                    <a:pt x="22060" y="9786"/>
                  </a:lnTo>
                  <a:lnTo>
                    <a:pt x="21485" y="10058"/>
                  </a:lnTo>
                  <a:lnTo>
                    <a:pt x="20919" y="10359"/>
                  </a:lnTo>
                  <a:lnTo>
                    <a:pt x="20361" y="10688"/>
                  </a:lnTo>
                  <a:lnTo>
                    <a:pt x="19812" y="11045"/>
                  </a:lnTo>
                  <a:lnTo>
                    <a:pt x="19272" y="11431"/>
                  </a:lnTo>
                  <a:lnTo>
                    <a:pt x="18740" y="11846"/>
                  </a:lnTo>
                  <a:lnTo>
                    <a:pt x="18217" y="12289"/>
                  </a:lnTo>
                  <a:lnTo>
                    <a:pt x="17706" y="12762"/>
                  </a:lnTo>
                  <a:lnTo>
                    <a:pt x="17212" y="13269"/>
                  </a:lnTo>
                  <a:lnTo>
                    <a:pt x="16733" y="13810"/>
                  </a:lnTo>
                  <a:lnTo>
                    <a:pt x="16270" y="14383"/>
                  </a:lnTo>
                  <a:lnTo>
                    <a:pt x="15824" y="14990"/>
                  </a:lnTo>
                  <a:lnTo>
                    <a:pt x="15394" y="15631"/>
                  </a:lnTo>
                  <a:lnTo>
                    <a:pt x="14979" y="16304"/>
                  </a:lnTo>
                  <a:lnTo>
                    <a:pt x="14581" y="17012"/>
                  </a:lnTo>
                  <a:lnTo>
                    <a:pt x="14199" y="17752"/>
                  </a:lnTo>
                  <a:lnTo>
                    <a:pt x="13832" y="18526"/>
                  </a:lnTo>
                  <a:lnTo>
                    <a:pt x="13490" y="19325"/>
                  </a:lnTo>
                  <a:lnTo>
                    <a:pt x="13178" y="20168"/>
                  </a:lnTo>
                  <a:lnTo>
                    <a:pt x="12897" y="21055"/>
                  </a:lnTo>
                  <a:lnTo>
                    <a:pt x="12647" y="21984"/>
                  </a:lnTo>
                  <a:lnTo>
                    <a:pt x="12428" y="22957"/>
                  </a:lnTo>
                  <a:lnTo>
                    <a:pt x="12239" y="23972"/>
                  </a:lnTo>
                  <a:lnTo>
                    <a:pt x="12082" y="25032"/>
                  </a:lnTo>
                  <a:lnTo>
                    <a:pt x="11955" y="26134"/>
                  </a:lnTo>
                  <a:lnTo>
                    <a:pt x="11859" y="27279"/>
                  </a:lnTo>
                  <a:lnTo>
                    <a:pt x="11795" y="28468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5593724" y="5962044"/>
              <a:ext cx="82565" cy="89543"/>
            </a:xfrm>
            <a:custGeom>
              <a:avLst/>
              <a:pathLst>
                <a:path w="82565" h="89543">
                  <a:moveTo>
                    <a:pt x="0" y="44401"/>
                  </a:moveTo>
                  <a:lnTo>
                    <a:pt x="27" y="42383"/>
                  </a:lnTo>
                  <a:lnTo>
                    <a:pt x="108" y="40404"/>
                  </a:lnTo>
                  <a:lnTo>
                    <a:pt x="244" y="38465"/>
                  </a:lnTo>
                  <a:lnTo>
                    <a:pt x="434" y="36565"/>
                  </a:lnTo>
                  <a:lnTo>
                    <a:pt x="679" y="34705"/>
                  </a:lnTo>
                  <a:lnTo>
                    <a:pt x="978" y="32885"/>
                  </a:lnTo>
                  <a:lnTo>
                    <a:pt x="1331" y="31104"/>
                  </a:lnTo>
                  <a:lnTo>
                    <a:pt x="1738" y="29362"/>
                  </a:lnTo>
                  <a:lnTo>
                    <a:pt x="2200" y="27660"/>
                  </a:lnTo>
                  <a:lnTo>
                    <a:pt x="2717" y="25998"/>
                  </a:lnTo>
                  <a:lnTo>
                    <a:pt x="3299" y="24380"/>
                  </a:lnTo>
                  <a:lnTo>
                    <a:pt x="3934" y="22811"/>
                  </a:lnTo>
                  <a:lnTo>
                    <a:pt x="4623" y="21292"/>
                  </a:lnTo>
                  <a:lnTo>
                    <a:pt x="5365" y="19823"/>
                  </a:lnTo>
                  <a:lnTo>
                    <a:pt x="6159" y="18402"/>
                  </a:lnTo>
                  <a:lnTo>
                    <a:pt x="7007" y="17031"/>
                  </a:lnTo>
                  <a:lnTo>
                    <a:pt x="7908" y="15710"/>
                  </a:lnTo>
                  <a:lnTo>
                    <a:pt x="8862" y="14438"/>
                  </a:lnTo>
                  <a:lnTo>
                    <a:pt x="9870" y="13215"/>
                  </a:lnTo>
                  <a:lnTo>
                    <a:pt x="10930" y="12042"/>
                  </a:lnTo>
                  <a:lnTo>
                    <a:pt x="12055" y="10908"/>
                  </a:lnTo>
                  <a:lnTo>
                    <a:pt x="13232" y="9828"/>
                  </a:lnTo>
                  <a:lnTo>
                    <a:pt x="14461" y="8803"/>
                  </a:lnTo>
                  <a:lnTo>
                    <a:pt x="15742" y="7832"/>
                  </a:lnTo>
                  <a:lnTo>
                    <a:pt x="17075" y="6916"/>
                  </a:lnTo>
                  <a:lnTo>
                    <a:pt x="18459" y="6054"/>
                  </a:lnTo>
                  <a:lnTo>
                    <a:pt x="19895" y="5246"/>
                  </a:lnTo>
                  <a:lnTo>
                    <a:pt x="21384" y="4493"/>
                  </a:lnTo>
                  <a:lnTo>
                    <a:pt x="22924" y="3794"/>
                  </a:lnTo>
                  <a:lnTo>
                    <a:pt x="24516" y="3149"/>
                  </a:lnTo>
                  <a:lnTo>
                    <a:pt x="26160" y="2551"/>
                  </a:lnTo>
                  <a:lnTo>
                    <a:pt x="27856" y="2015"/>
                  </a:lnTo>
                  <a:lnTo>
                    <a:pt x="29603" y="1543"/>
                  </a:lnTo>
                  <a:lnTo>
                    <a:pt x="31403" y="1133"/>
                  </a:lnTo>
                  <a:lnTo>
                    <a:pt x="33254" y="787"/>
                  </a:lnTo>
                  <a:lnTo>
                    <a:pt x="35157" y="503"/>
                  </a:lnTo>
                  <a:lnTo>
                    <a:pt x="37113" y="283"/>
                  </a:lnTo>
                  <a:lnTo>
                    <a:pt x="39120" y="125"/>
                  </a:lnTo>
                  <a:lnTo>
                    <a:pt x="41178" y="31"/>
                  </a:lnTo>
                  <a:lnTo>
                    <a:pt x="43289" y="0"/>
                  </a:lnTo>
                  <a:lnTo>
                    <a:pt x="44875" y="14"/>
                  </a:lnTo>
                  <a:lnTo>
                    <a:pt x="46421" y="56"/>
                  </a:lnTo>
                  <a:lnTo>
                    <a:pt x="47928" y="127"/>
                  </a:lnTo>
                  <a:lnTo>
                    <a:pt x="49395" y="227"/>
                  </a:lnTo>
                  <a:lnTo>
                    <a:pt x="50823" y="355"/>
                  </a:lnTo>
                  <a:lnTo>
                    <a:pt x="52211" y="511"/>
                  </a:lnTo>
                  <a:lnTo>
                    <a:pt x="53560" y="695"/>
                  </a:lnTo>
                  <a:lnTo>
                    <a:pt x="54869" y="909"/>
                  </a:lnTo>
                  <a:lnTo>
                    <a:pt x="56139" y="1150"/>
                  </a:lnTo>
                  <a:lnTo>
                    <a:pt x="57369" y="1420"/>
                  </a:lnTo>
                  <a:lnTo>
                    <a:pt x="58563" y="1716"/>
                  </a:lnTo>
                  <a:lnTo>
                    <a:pt x="59726" y="2037"/>
                  </a:lnTo>
                  <a:lnTo>
                    <a:pt x="60856" y="2383"/>
                  </a:lnTo>
                  <a:lnTo>
                    <a:pt x="61954" y="2754"/>
                  </a:lnTo>
                  <a:lnTo>
                    <a:pt x="63020" y="3149"/>
                  </a:lnTo>
                  <a:lnTo>
                    <a:pt x="64053" y="3569"/>
                  </a:lnTo>
                  <a:lnTo>
                    <a:pt x="65055" y="4014"/>
                  </a:lnTo>
                  <a:lnTo>
                    <a:pt x="66025" y="4483"/>
                  </a:lnTo>
                  <a:lnTo>
                    <a:pt x="66962" y="4977"/>
                  </a:lnTo>
                  <a:lnTo>
                    <a:pt x="67867" y="5496"/>
                  </a:lnTo>
                  <a:lnTo>
                    <a:pt x="68743" y="6038"/>
                  </a:lnTo>
                  <a:lnTo>
                    <a:pt x="69591" y="6605"/>
                  </a:lnTo>
                  <a:lnTo>
                    <a:pt x="70413" y="7194"/>
                  </a:lnTo>
                  <a:lnTo>
                    <a:pt x="71207" y="7808"/>
                  </a:lnTo>
                  <a:lnTo>
                    <a:pt x="71974" y="8444"/>
                  </a:lnTo>
                  <a:lnTo>
                    <a:pt x="72714" y="9105"/>
                  </a:lnTo>
                  <a:lnTo>
                    <a:pt x="73426" y="9788"/>
                  </a:lnTo>
                  <a:lnTo>
                    <a:pt x="74112" y="10495"/>
                  </a:lnTo>
                  <a:lnTo>
                    <a:pt x="74770" y="11226"/>
                  </a:lnTo>
                  <a:lnTo>
                    <a:pt x="75401" y="11980"/>
                  </a:lnTo>
                  <a:lnTo>
                    <a:pt x="76010" y="12743"/>
                  </a:lnTo>
                  <a:lnTo>
                    <a:pt x="76599" y="13526"/>
                  </a:lnTo>
                  <a:lnTo>
                    <a:pt x="77171" y="14329"/>
                  </a:lnTo>
                  <a:lnTo>
                    <a:pt x="77723" y="15151"/>
                  </a:lnTo>
                  <a:lnTo>
                    <a:pt x="78257" y="15994"/>
                  </a:lnTo>
                  <a:lnTo>
                    <a:pt x="78773" y="16856"/>
                  </a:lnTo>
                  <a:lnTo>
                    <a:pt x="79270" y="17738"/>
                  </a:lnTo>
                  <a:lnTo>
                    <a:pt x="79749" y="18639"/>
                  </a:lnTo>
                  <a:lnTo>
                    <a:pt x="80209" y="19561"/>
                  </a:lnTo>
                  <a:lnTo>
                    <a:pt x="80650" y="20502"/>
                  </a:lnTo>
                  <a:lnTo>
                    <a:pt x="69411" y="23837"/>
                  </a:lnTo>
                  <a:lnTo>
                    <a:pt x="69083" y="23201"/>
                  </a:lnTo>
                  <a:lnTo>
                    <a:pt x="68742" y="22577"/>
                  </a:lnTo>
                  <a:lnTo>
                    <a:pt x="68387" y="21965"/>
                  </a:lnTo>
                  <a:lnTo>
                    <a:pt x="68018" y="21366"/>
                  </a:lnTo>
                  <a:lnTo>
                    <a:pt x="67636" y="20780"/>
                  </a:lnTo>
                  <a:lnTo>
                    <a:pt x="67240" y="20205"/>
                  </a:lnTo>
                  <a:lnTo>
                    <a:pt x="66830" y="19643"/>
                  </a:lnTo>
                  <a:lnTo>
                    <a:pt x="66407" y="19094"/>
                  </a:lnTo>
                  <a:lnTo>
                    <a:pt x="65971" y="18557"/>
                  </a:lnTo>
                  <a:lnTo>
                    <a:pt x="65521" y="18032"/>
                  </a:lnTo>
                  <a:lnTo>
                    <a:pt x="65066" y="17509"/>
                  </a:lnTo>
                  <a:lnTo>
                    <a:pt x="64592" y="17002"/>
                  </a:lnTo>
                  <a:lnTo>
                    <a:pt x="64098" y="16511"/>
                  </a:lnTo>
                  <a:lnTo>
                    <a:pt x="63584" y="16036"/>
                  </a:lnTo>
                  <a:lnTo>
                    <a:pt x="63050" y="15577"/>
                  </a:lnTo>
                  <a:lnTo>
                    <a:pt x="62497" y="15134"/>
                  </a:lnTo>
                  <a:lnTo>
                    <a:pt x="61924" y="14707"/>
                  </a:lnTo>
                  <a:lnTo>
                    <a:pt x="61331" y="14297"/>
                  </a:lnTo>
                  <a:lnTo>
                    <a:pt x="60719" y="13902"/>
                  </a:lnTo>
                  <a:lnTo>
                    <a:pt x="60086" y="13524"/>
                  </a:lnTo>
                  <a:lnTo>
                    <a:pt x="59434" y="13162"/>
                  </a:lnTo>
                  <a:lnTo>
                    <a:pt x="58760" y="12817"/>
                  </a:lnTo>
                  <a:lnTo>
                    <a:pt x="58065" y="12490"/>
                  </a:lnTo>
                  <a:lnTo>
                    <a:pt x="57349" y="12180"/>
                  </a:lnTo>
                  <a:lnTo>
                    <a:pt x="56613" y="11887"/>
                  </a:lnTo>
                  <a:lnTo>
                    <a:pt x="55855" y="11612"/>
                  </a:lnTo>
                  <a:lnTo>
                    <a:pt x="55076" y="11354"/>
                  </a:lnTo>
                  <a:lnTo>
                    <a:pt x="54276" y="11113"/>
                  </a:lnTo>
                  <a:lnTo>
                    <a:pt x="53456" y="10889"/>
                  </a:lnTo>
                  <a:lnTo>
                    <a:pt x="52614" y="10683"/>
                  </a:lnTo>
                  <a:lnTo>
                    <a:pt x="51762" y="10484"/>
                  </a:lnTo>
                  <a:lnTo>
                    <a:pt x="50885" y="10305"/>
                  </a:lnTo>
                  <a:lnTo>
                    <a:pt x="49983" y="10148"/>
                  </a:lnTo>
                  <a:lnTo>
                    <a:pt x="49057" y="10011"/>
                  </a:lnTo>
                  <a:lnTo>
                    <a:pt x="48106" y="9896"/>
                  </a:lnTo>
                  <a:lnTo>
                    <a:pt x="47130" y="9801"/>
                  </a:lnTo>
                  <a:lnTo>
                    <a:pt x="46130" y="9728"/>
                  </a:lnTo>
                  <a:lnTo>
                    <a:pt x="45105" y="9675"/>
                  </a:lnTo>
                  <a:lnTo>
                    <a:pt x="44055" y="9644"/>
                  </a:lnTo>
                  <a:lnTo>
                    <a:pt x="42980" y="9633"/>
                  </a:lnTo>
                  <a:lnTo>
                    <a:pt x="41420" y="9658"/>
                  </a:lnTo>
                  <a:lnTo>
                    <a:pt x="39900" y="9732"/>
                  </a:lnTo>
                  <a:lnTo>
                    <a:pt x="38421" y="9855"/>
                  </a:lnTo>
                  <a:lnTo>
                    <a:pt x="36983" y="10028"/>
                  </a:lnTo>
                  <a:lnTo>
                    <a:pt x="35585" y="10251"/>
                  </a:lnTo>
                  <a:lnTo>
                    <a:pt x="34229" y="10522"/>
                  </a:lnTo>
                  <a:lnTo>
                    <a:pt x="32913" y="10844"/>
                  </a:lnTo>
                  <a:lnTo>
                    <a:pt x="31637" y="11214"/>
                  </a:lnTo>
                  <a:lnTo>
                    <a:pt x="30403" y="11634"/>
                  </a:lnTo>
                  <a:lnTo>
                    <a:pt x="29209" y="12103"/>
                  </a:lnTo>
                  <a:lnTo>
                    <a:pt x="28068" y="12618"/>
                  </a:lnTo>
                  <a:lnTo>
                    <a:pt x="26966" y="13175"/>
                  </a:lnTo>
                  <a:lnTo>
                    <a:pt x="25904" y="13774"/>
                  </a:lnTo>
                  <a:lnTo>
                    <a:pt x="24881" y="14415"/>
                  </a:lnTo>
                  <a:lnTo>
                    <a:pt x="23898" y="15098"/>
                  </a:lnTo>
                  <a:lnTo>
                    <a:pt x="22955" y="15823"/>
                  </a:lnTo>
                  <a:lnTo>
                    <a:pt x="22051" y="16590"/>
                  </a:lnTo>
                  <a:lnTo>
                    <a:pt x="21186" y="17399"/>
                  </a:lnTo>
                  <a:lnTo>
                    <a:pt x="20361" y="18250"/>
                  </a:lnTo>
                  <a:lnTo>
                    <a:pt x="19576" y="19143"/>
                  </a:lnTo>
                  <a:lnTo>
                    <a:pt x="18829" y="20076"/>
                  </a:lnTo>
                  <a:lnTo>
                    <a:pt x="18121" y="21045"/>
                  </a:lnTo>
                  <a:lnTo>
                    <a:pt x="17451" y="22052"/>
                  </a:lnTo>
                  <a:lnTo>
                    <a:pt x="16819" y="23096"/>
                  </a:lnTo>
                  <a:lnTo>
                    <a:pt x="16225" y="24176"/>
                  </a:lnTo>
                  <a:lnTo>
                    <a:pt x="15670" y="25294"/>
                  </a:lnTo>
                  <a:lnTo>
                    <a:pt x="15153" y="26449"/>
                  </a:lnTo>
                  <a:lnTo>
                    <a:pt x="14675" y="27641"/>
                  </a:lnTo>
                  <a:lnTo>
                    <a:pt x="14234" y="28870"/>
                  </a:lnTo>
                  <a:lnTo>
                    <a:pt x="13832" y="30136"/>
                  </a:lnTo>
                  <a:lnTo>
                    <a:pt x="13480" y="31434"/>
                  </a:lnTo>
                  <a:lnTo>
                    <a:pt x="13165" y="32761"/>
                  </a:lnTo>
                  <a:lnTo>
                    <a:pt x="12888" y="34117"/>
                  </a:lnTo>
                  <a:lnTo>
                    <a:pt x="12647" y="35501"/>
                  </a:lnTo>
                  <a:lnTo>
                    <a:pt x="12443" y="36913"/>
                  </a:lnTo>
                  <a:lnTo>
                    <a:pt x="12276" y="38354"/>
                  </a:lnTo>
                  <a:lnTo>
                    <a:pt x="12147" y="39823"/>
                  </a:lnTo>
                  <a:lnTo>
                    <a:pt x="12054" y="41320"/>
                  </a:lnTo>
                  <a:lnTo>
                    <a:pt x="11998" y="42846"/>
                  </a:lnTo>
                  <a:lnTo>
                    <a:pt x="11980" y="44401"/>
                  </a:lnTo>
                  <a:lnTo>
                    <a:pt x="12000" y="45956"/>
                  </a:lnTo>
                  <a:lnTo>
                    <a:pt x="12061" y="47486"/>
                  </a:lnTo>
                  <a:lnTo>
                    <a:pt x="12163" y="48990"/>
                  </a:lnTo>
                  <a:lnTo>
                    <a:pt x="12306" y="50467"/>
                  </a:lnTo>
                  <a:lnTo>
                    <a:pt x="12489" y="51919"/>
                  </a:lnTo>
                  <a:lnTo>
                    <a:pt x="12713" y="53345"/>
                  </a:lnTo>
                  <a:lnTo>
                    <a:pt x="12978" y="54745"/>
                  </a:lnTo>
                  <a:lnTo>
                    <a:pt x="13284" y="56119"/>
                  </a:lnTo>
                  <a:lnTo>
                    <a:pt x="13630" y="57467"/>
                  </a:lnTo>
                  <a:lnTo>
                    <a:pt x="14018" y="58789"/>
                  </a:lnTo>
                  <a:lnTo>
                    <a:pt x="14445" y="60069"/>
                  </a:lnTo>
                  <a:lnTo>
                    <a:pt x="14912" y="61314"/>
                  </a:lnTo>
                  <a:lnTo>
                    <a:pt x="15418" y="62524"/>
                  </a:lnTo>
                  <a:lnTo>
                    <a:pt x="15964" y="63700"/>
                  </a:lnTo>
                  <a:lnTo>
                    <a:pt x="16550" y="64841"/>
                  </a:lnTo>
                  <a:lnTo>
                    <a:pt x="17175" y="65948"/>
                  </a:lnTo>
                  <a:lnTo>
                    <a:pt x="17839" y="67020"/>
                  </a:lnTo>
                  <a:lnTo>
                    <a:pt x="18543" y="68058"/>
                  </a:lnTo>
                  <a:lnTo>
                    <a:pt x="19287" y="69060"/>
                  </a:lnTo>
                  <a:lnTo>
                    <a:pt x="20070" y="70029"/>
                  </a:lnTo>
                  <a:lnTo>
                    <a:pt x="20892" y="70947"/>
                  </a:lnTo>
                  <a:lnTo>
                    <a:pt x="21752" y="71825"/>
                  </a:lnTo>
                  <a:lnTo>
                    <a:pt x="22650" y="72661"/>
                  </a:lnTo>
                  <a:lnTo>
                    <a:pt x="23587" y="73457"/>
                  </a:lnTo>
                  <a:lnTo>
                    <a:pt x="24562" y="74213"/>
                  </a:lnTo>
                  <a:lnTo>
                    <a:pt x="25576" y="74927"/>
                  </a:lnTo>
                  <a:lnTo>
                    <a:pt x="26627" y="75601"/>
                  </a:lnTo>
                  <a:lnTo>
                    <a:pt x="27717" y="76234"/>
                  </a:lnTo>
                  <a:lnTo>
                    <a:pt x="28845" y="76826"/>
                  </a:lnTo>
                  <a:lnTo>
                    <a:pt x="30012" y="77377"/>
                  </a:lnTo>
                  <a:lnTo>
                    <a:pt x="31229" y="77870"/>
                  </a:lnTo>
                  <a:lnTo>
                    <a:pt x="32482" y="78311"/>
                  </a:lnTo>
                  <a:lnTo>
                    <a:pt x="33773" y="78700"/>
                  </a:lnTo>
                  <a:lnTo>
                    <a:pt x="35101" y="79037"/>
                  </a:lnTo>
                  <a:lnTo>
                    <a:pt x="36465" y="79323"/>
                  </a:lnTo>
                  <a:lnTo>
                    <a:pt x="37867" y="79556"/>
                  </a:lnTo>
                  <a:lnTo>
                    <a:pt x="39306" y="79738"/>
                  </a:lnTo>
                  <a:lnTo>
                    <a:pt x="40782" y="79867"/>
                  </a:lnTo>
                  <a:lnTo>
                    <a:pt x="42295" y="79945"/>
                  </a:lnTo>
                  <a:lnTo>
                    <a:pt x="43845" y="79971"/>
                  </a:lnTo>
                  <a:lnTo>
                    <a:pt x="44862" y="79962"/>
                  </a:lnTo>
                  <a:lnTo>
                    <a:pt x="45863" y="79937"/>
                  </a:lnTo>
                  <a:lnTo>
                    <a:pt x="46848" y="79893"/>
                  </a:lnTo>
                  <a:lnTo>
                    <a:pt x="47817" y="79833"/>
                  </a:lnTo>
                  <a:lnTo>
                    <a:pt x="48770" y="79755"/>
                  </a:lnTo>
                  <a:lnTo>
                    <a:pt x="49707" y="79660"/>
                  </a:lnTo>
                  <a:lnTo>
                    <a:pt x="50627" y="79547"/>
                  </a:lnTo>
                  <a:lnTo>
                    <a:pt x="51532" y="79418"/>
                  </a:lnTo>
                  <a:lnTo>
                    <a:pt x="52421" y="79271"/>
                  </a:lnTo>
                  <a:lnTo>
                    <a:pt x="53293" y="79107"/>
                  </a:lnTo>
                  <a:lnTo>
                    <a:pt x="54149" y="78929"/>
                  </a:lnTo>
                  <a:lnTo>
                    <a:pt x="54988" y="78741"/>
                  </a:lnTo>
                  <a:lnTo>
                    <a:pt x="55809" y="78543"/>
                  </a:lnTo>
                  <a:lnTo>
                    <a:pt x="56613" y="78336"/>
                  </a:lnTo>
                  <a:lnTo>
                    <a:pt x="57400" y="78119"/>
                  </a:lnTo>
                  <a:lnTo>
                    <a:pt x="58169" y="77891"/>
                  </a:lnTo>
                  <a:lnTo>
                    <a:pt x="58922" y="77654"/>
                  </a:lnTo>
                  <a:lnTo>
                    <a:pt x="59656" y="77407"/>
                  </a:lnTo>
                  <a:lnTo>
                    <a:pt x="60374" y="77150"/>
                  </a:lnTo>
                  <a:lnTo>
                    <a:pt x="61074" y="76883"/>
                  </a:lnTo>
                  <a:lnTo>
                    <a:pt x="61770" y="76597"/>
                  </a:lnTo>
                  <a:lnTo>
                    <a:pt x="62448" y="76305"/>
                  </a:lnTo>
                  <a:lnTo>
                    <a:pt x="63109" y="76009"/>
                  </a:lnTo>
                  <a:lnTo>
                    <a:pt x="63752" y="75708"/>
                  </a:lnTo>
                  <a:lnTo>
                    <a:pt x="64378" y="75401"/>
                  </a:lnTo>
                  <a:lnTo>
                    <a:pt x="64987" y="75090"/>
                  </a:lnTo>
                  <a:lnTo>
                    <a:pt x="65579" y="74774"/>
                  </a:lnTo>
                  <a:lnTo>
                    <a:pt x="66153" y="74453"/>
                  </a:lnTo>
                  <a:lnTo>
                    <a:pt x="66710" y="74127"/>
                  </a:lnTo>
                  <a:lnTo>
                    <a:pt x="67250" y="73796"/>
                  </a:lnTo>
                  <a:lnTo>
                    <a:pt x="67772" y="73450"/>
                  </a:lnTo>
                  <a:lnTo>
                    <a:pt x="68277" y="73104"/>
                  </a:lnTo>
                  <a:lnTo>
                    <a:pt x="68765" y="72758"/>
                  </a:lnTo>
                  <a:lnTo>
                    <a:pt x="69236" y="72412"/>
                  </a:lnTo>
                  <a:lnTo>
                    <a:pt x="69689" y="72067"/>
                  </a:lnTo>
                  <a:lnTo>
                    <a:pt x="70125" y="71721"/>
                  </a:lnTo>
                  <a:lnTo>
                    <a:pt x="70544" y="71375"/>
                  </a:lnTo>
                  <a:lnTo>
                    <a:pt x="70945" y="71029"/>
                  </a:lnTo>
                  <a:lnTo>
                    <a:pt x="71329" y="70683"/>
                  </a:lnTo>
                  <a:lnTo>
                    <a:pt x="71696" y="70337"/>
                  </a:lnTo>
                  <a:lnTo>
                    <a:pt x="71696" y="54652"/>
                  </a:lnTo>
                  <a:lnTo>
                    <a:pt x="45698" y="54652"/>
                  </a:lnTo>
                  <a:lnTo>
                    <a:pt x="45698" y="44771"/>
                  </a:lnTo>
                  <a:lnTo>
                    <a:pt x="82565" y="44771"/>
                  </a:lnTo>
                  <a:lnTo>
                    <a:pt x="82565" y="74784"/>
                  </a:lnTo>
                  <a:lnTo>
                    <a:pt x="81974" y="75374"/>
                  </a:lnTo>
                  <a:lnTo>
                    <a:pt x="81362" y="75960"/>
                  </a:lnTo>
                  <a:lnTo>
                    <a:pt x="80729" y="76540"/>
                  </a:lnTo>
                  <a:lnTo>
                    <a:pt x="80075" y="77116"/>
                  </a:lnTo>
                  <a:lnTo>
                    <a:pt x="79400" y="77686"/>
                  </a:lnTo>
                  <a:lnTo>
                    <a:pt x="78704" y="78252"/>
                  </a:lnTo>
                  <a:lnTo>
                    <a:pt x="77987" y="78813"/>
                  </a:lnTo>
                  <a:lnTo>
                    <a:pt x="77249" y="79368"/>
                  </a:lnTo>
                  <a:lnTo>
                    <a:pt x="76490" y="79919"/>
                  </a:lnTo>
                  <a:lnTo>
                    <a:pt x="75710" y="80465"/>
                  </a:lnTo>
                  <a:lnTo>
                    <a:pt x="74922" y="80990"/>
                  </a:lnTo>
                  <a:lnTo>
                    <a:pt x="74114" y="81503"/>
                  </a:lnTo>
                  <a:lnTo>
                    <a:pt x="73287" y="82003"/>
                  </a:lnTo>
                  <a:lnTo>
                    <a:pt x="72440" y="82491"/>
                  </a:lnTo>
                  <a:lnTo>
                    <a:pt x="71573" y="82966"/>
                  </a:lnTo>
                  <a:lnTo>
                    <a:pt x="70686" y="83429"/>
                  </a:lnTo>
                  <a:lnTo>
                    <a:pt x="69779" y="83880"/>
                  </a:lnTo>
                  <a:lnTo>
                    <a:pt x="68853" y="84319"/>
                  </a:lnTo>
                  <a:lnTo>
                    <a:pt x="67907" y="84745"/>
                  </a:lnTo>
                  <a:lnTo>
                    <a:pt x="66941" y="85158"/>
                  </a:lnTo>
                  <a:lnTo>
                    <a:pt x="65956" y="85557"/>
                  </a:lnTo>
                  <a:lnTo>
                    <a:pt x="64953" y="85939"/>
                  </a:lnTo>
                  <a:lnTo>
                    <a:pt x="63930" y="86303"/>
                  </a:lnTo>
                  <a:lnTo>
                    <a:pt x="62890" y="86650"/>
                  </a:lnTo>
                  <a:lnTo>
                    <a:pt x="61831" y="86980"/>
                  </a:lnTo>
                  <a:lnTo>
                    <a:pt x="60753" y="87293"/>
                  </a:lnTo>
                  <a:lnTo>
                    <a:pt x="59657" y="87588"/>
                  </a:lnTo>
                  <a:lnTo>
                    <a:pt x="58542" y="87866"/>
                  </a:lnTo>
                  <a:lnTo>
                    <a:pt x="57409" y="88126"/>
                  </a:lnTo>
                  <a:lnTo>
                    <a:pt x="56258" y="88370"/>
                  </a:lnTo>
                  <a:lnTo>
                    <a:pt x="55089" y="88593"/>
                  </a:lnTo>
                  <a:lnTo>
                    <a:pt x="53903" y="88792"/>
                  </a:lnTo>
                  <a:lnTo>
                    <a:pt x="52702" y="88968"/>
                  </a:lnTo>
                  <a:lnTo>
                    <a:pt x="51485" y="89121"/>
                  </a:lnTo>
                  <a:lnTo>
                    <a:pt x="50252" y="89250"/>
                  </a:lnTo>
                  <a:lnTo>
                    <a:pt x="49003" y="89355"/>
                  </a:lnTo>
                  <a:lnTo>
                    <a:pt x="47737" y="89437"/>
                  </a:lnTo>
                  <a:lnTo>
                    <a:pt x="46456" y="89496"/>
                  </a:lnTo>
                  <a:lnTo>
                    <a:pt x="45158" y="89531"/>
                  </a:lnTo>
                  <a:lnTo>
                    <a:pt x="43845" y="89543"/>
                  </a:lnTo>
                  <a:lnTo>
                    <a:pt x="41674" y="89510"/>
                  </a:lnTo>
                  <a:lnTo>
                    <a:pt x="39559" y="89410"/>
                  </a:lnTo>
                  <a:lnTo>
                    <a:pt x="37500" y="89243"/>
                  </a:lnTo>
                  <a:lnTo>
                    <a:pt x="35496" y="89009"/>
                  </a:lnTo>
                  <a:lnTo>
                    <a:pt x="33547" y="88709"/>
                  </a:lnTo>
                  <a:lnTo>
                    <a:pt x="31655" y="88343"/>
                  </a:lnTo>
                  <a:lnTo>
                    <a:pt x="29817" y="87909"/>
                  </a:lnTo>
                  <a:lnTo>
                    <a:pt x="28036" y="87409"/>
                  </a:lnTo>
                  <a:lnTo>
                    <a:pt x="26310" y="86842"/>
                  </a:lnTo>
                  <a:lnTo>
                    <a:pt x="24639" y="86208"/>
                  </a:lnTo>
                  <a:lnTo>
                    <a:pt x="23024" y="85503"/>
                  </a:lnTo>
                  <a:lnTo>
                    <a:pt x="21463" y="84746"/>
                  </a:lnTo>
                  <a:lnTo>
                    <a:pt x="19956" y="83937"/>
                  </a:lnTo>
                  <a:lnTo>
                    <a:pt x="18504" y="83076"/>
                  </a:lnTo>
                  <a:lnTo>
                    <a:pt x="17105" y="82163"/>
                  </a:lnTo>
                  <a:lnTo>
                    <a:pt x="15762" y="81199"/>
                  </a:lnTo>
                  <a:lnTo>
                    <a:pt x="14472" y="80182"/>
                  </a:lnTo>
                  <a:lnTo>
                    <a:pt x="13237" y="79114"/>
                  </a:lnTo>
                  <a:lnTo>
                    <a:pt x="12056" y="77994"/>
                  </a:lnTo>
                  <a:lnTo>
                    <a:pt x="10930" y="76822"/>
                  </a:lnTo>
                  <a:lnTo>
                    <a:pt x="9870" y="75589"/>
                  </a:lnTo>
                  <a:lnTo>
                    <a:pt x="8862" y="74312"/>
                  </a:lnTo>
                  <a:lnTo>
                    <a:pt x="7908" y="72990"/>
                  </a:lnTo>
                  <a:lnTo>
                    <a:pt x="7007" y="71624"/>
                  </a:lnTo>
                  <a:lnTo>
                    <a:pt x="6159" y="70214"/>
                  </a:lnTo>
                  <a:lnTo>
                    <a:pt x="5365" y="68759"/>
                  </a:lnTo>
                  <a:lnTo>
                    <a:pt x="4623" y="67260"/>
                  </a:lnTo>
                  <a:lnTo>
                    <a:pt x="3934" y="65716"/>
                  </a:lnTo>
                  <a:lnTo>
                    <a:pt x="3299" y="64127"/>
                  </a:lnTo>
                  <a:lnTo>
                    <a:pt x="2717" y="62495"/>
                  </a:lnTo>
                  <a:lnTo>
                    <a:pt x="2200" y="60824"/>
                  </a:lnTo>
                  <a:lnTo>
                    <a:pt x="1738" y="59123"/>
                  </a:lnTo>
                  <a:lnTo>
                    <a:pt x="1331" y="57391"/>
                  </a:lnTo>
                  <a:lnTo>
                    <a:pt x="978" y="55628"/>
                  </a:lnTo>
                  <a:lnTo>
                    <a:pt x="679" y="53834"/>
                  </a:lnTo>
                  <a:lnTo>
                    <a:pt x="434" y="52009"/>
                  </a:lnTo>
                  <a:lnTo>
                    <a:pt x="244" y="50153"/>
                  </a:lnTo>
                  <a:lnTo>
                    <a:pt x="108" y="48267"/>
                  </a:lnTo>
                  <a:lnTo>
                    <a:pt x="27" y="46349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5685985" y="5963341"/>
              <a:ext cx="83862" cy="87011"/>
            </a:xfrm>
            <a:custGeom>
              <a:avLst/>
              <a:pathLst>
                <a:path w="83862" h="87011">
                  <a:moveTo>
                    <a:pt x="71820" y="87011"/>
                  </a:moveTo>
                  <a:lnTo>
                    <a:pt x="61877" y="61568"/>
                  </a:lnTo>
                  <a:lnTo>
                    <a:pt x="22231" y="61568"/>
                  </a:lnTo>
                  <a:lnTo>
                    <a:pt x="12227" y="87011"/>
                  </a:lnTo>
                  <a:lnTo>
                    <a:pt x="0" y="87011"/>
                  </a:lnTo>
                  <a:lnTo>
                    <a:pt x="35508" y="0"/>
                  </a:lnTo>
                  <a:lnTo>
                    <a:pt x="48909" y="0"/>
                  </a:lnTo>
                  <a:lnTo>
                    <a:pt x="83862" y="87011"/>
                  </a:lnTo>
                  <a:close/>
                  <a:moveTo>
                    <a:pt x="47180" y="23651"/>
                  </a:moveTo>
                  <a:lnTo>
                    <a:pt x="46983" y="23157"/>
                  </a:lnTo>
                  <a:lnTo>
                    <a:pt x="46787" y="22661"/>
                  </a:lnTo>
                  <a:lnTo>
                    <a:pt x="46592" y="22164"/>
                  </a:lnTo>
                  <a:lnTo>
                    <a:pt x="46399" y="21665"/>
                  </a:lnTo>
                  <a:lnTo>
                    <a:pt x="46207" y="21166"/>
                  </a:lnTo>
                  <a:lnTo>
                    <a:pt x="46016" y="20665"/>
                  </a:lnTo>
                  <a:lnTo>
                    <a:pt x="45827" y="20163"/>
                  </a:lnTo>
                  <a:lnTo>
                    <a:pt x="45638" y="19660"/>
                  </a:lnTo>
                  <a:lnTo>
                    <a:pt x="45451" y="19155"/>
                  </a:lnTo>
                  <a:lnTo>
                    <a:pt x="45265" y="18649"/>
                  </a:lnTo>
                  <a:lnTo>
                    <a:pt x="45094" y="18148"/>
                  </a:lnTo>
                  <a:lnTo>
                    <a:pt x="44927" y="17656"/>
                  </a:lnTo>
                  <a:lnTo>
                    <a:pt x="44763" y="17175"/>
                  </a:lnTo>
                  <a:lnTo>
                    <a:pt x="44603" y="16703"/>
                  </a:lnTo>
                  <a:lnTo>
                    <a:pt x="44447" y="16241"/>
                  </a:lnTo>
                  <a:lnTo>
                    <a:pt x="44295" y="15789"/>
                  </a:lnTo>
                  <a:lnTo>
                    <a:pt x="44146" y="15347"/>
                  </a:lnTo>
                  <a:lnTo>
                    <a:pt x="44001" y="14914"/>
                  </a:lnTo>
                  <a:lnTo>
                    <a:pt x="43859" y="14492"/>
                  </a:lnTo>
                  <a:lnTo>
                    <a:pt x="43721" y="14079"/>
                  </a:lnTo>
                  <a:lnTo>
                    <a:pt x="43587" y="13667"/>
                  </a:lnTo>
                  <a:lnTo>
                    <a:pt x="43457" y="13269"/>
                  </a:lnTo>
                  <a:lnTo>
                    <a:pt x="43331" y="12886"/>
                  </a:lnTo>
                  <a:lnTo>
                    <a:pt x="43208" y="12518"/>
                  </a:lnTo>
                  <a:lnTo>
                    <a:pt x="43088" y="12165"/>
                  </a:lnTo>
                  <a:lnTo>
                    <a:pt x="42973" y="11827"/>
                  </a:lnTo>
                  <a:lnTo>
                    <a:pt x="42861" y="11503"/>
                  </a:lnTo>
                  <a:lnTo>
                    <a:pt x="42753" y="11194"/>
                  </a:lnTo>
                  <a:lnTo>
                    <a:pt x="42649" y="10900"/>
                  </a:lnTo>
                  <a:lnTo>
                    <a:pt x="42548" y="10621"/>
                  </a:lnTo>
                  <a:lnTo>
                    <a:pt x="42465" y="10348"/>
                  </a:lnTo>
                  <a:lnTo>
                    <a:pt x="42390" y="10098"/>
                  </a:lnTo>
                  <a:lnTo>
                    <a:pt x="42322" y="9869"/>
                  </a:lnTo>
                  <a:lnTo>
                    <a:pt x="42262" y="9663"/>
                  </a:lnTo>
                  <a:lnTo>
                    <a:pt x="42208" y="9479"/>
                  </a:lnTo>
                  <a:lnTo>
                    <a:pt x="42163" y="9317"/>
                  </a:lnTo>
                  <a:lnTo>
                    <a:pt x="41952" y="9177"/>
                  </a:lnTo>
                  <a:lnTo>
                    <a:pt x="41906" y="9317"/>
                  </a:lnTo>
                  <a:lnTo>
                    <a:pt x="41853" y="9479"/>
                  </a:lnTo>
                  <a:lnTo>
                    <a:pt x="41795" y="9663"/>
                  </a:lnTo>
                  <a:lnTo>
                    <a:pt x="41730" y="9869"/>
                  </a:lnTo>
                  <a:lnTo>
                    <a:pt x="41659" y="10098"/>
                  </a:lnTo>
                  <a:lnTo>
                    <a:pt x="41582" y="10348"/>
                  </a:lnTo>
                  <a:lnTo>
                    <a:pt x="41498" y="10621"/>
                  </a:lnTo>
                  <a:lnTo>
                    <a:pt x="41409" y="10912"/>
                  </a:lnTo>
                  <a:lnTo>
                    <a:pt x="41313" y="11217"/>
                  </a:lnTo>
                  <a:lnTo>
                    <a:pt x="41211" y="11535"/>
                  </a:lnTo>
                  <a:lnTo>
                    <a:pt x="41103" y="11866"/>
                  </a:lnTo>
                  <a:lnTo>
                    <a:pt x="40989" y="12211"/>
                  </a:lnTo>
                  <a:lnTo>
                    <a:pt x="40868" y="12570"/>
                  </a:lnTo>
                  <a:lnTo>
                    <a:pt x="40742" y="12943"/>
                  </a:lnTo>
                  <a:lnTo>
                    <a:pt x="40609" y="13329"/>
                  </a:lnTo>
                  <a:lnTo>
                    <a:pt x="40470" y="13728"/>
                  </a:lnTo>
                  <a:lnTo>
                    <a:pt x="40325" y="14141"/>
                  </a:lnTo>
                  <a:lnTo>
                    <a:pt x="40187" y="14565"/>
                  </a:lnTo>
                  <a:lnTo>
                    <a:pt x="40043" y="14998"/>
                  </a:lnTo>
                  <a:lnTo>
                    <a:pt x="39895" y="15440"/>
                  </a:lnTo>
                  <a:lnTo>
                    <a:pt x="39742" y="15890"/>
                  </a:lnTo>
                  <a:lnTo>
                    <a:pt x="39584" y="16349"/>
                  </a:lnTo>
                  <a:lnTo>
                    <a:pt x="39421" y="16816"/>
                  </a:lnTo>
                  <a:lnTo>
                    <a:pt x="39253" y="17293"/>
                  </a:lnTo>
                  <a:lnTo>
                    <a:pt x="39080" y="17777"/>
                  </a:lnTo>
                  <a:lnTo>
                    <a:pt x="38902" y="18271"/>
                  </a:lnTo>
                  <a:lnTo>
                    <a:pt x="38719" y="18773"/>
                  </a:lnTo>
                  <a:lnTo>
                    <a:pt x="38546" y="19279"/>
                  </a:lnTo>
                  <a:lnTo>
                    <a:pt x="38371" y="19783"/>
                  </a:lnTo>
                  <a:lnTo>
                    <a:pt x="38195" y="20286"/>
                  </a:lnTo>
                  <a:lnTo>
                    <a:pt x="38018" y="20788"/>
                  </a:lnTo>
                  <a:lnTo>
                    <a:pt x="37839" y="21289"/>
                  </a:lnTo>
                  <a:lnTo>
                    <a:pt x="37660" y="21789"/>
                  </a:lnTo>
                  <a:lnTo>
                    <a:pt x="37479" y="22287"/>
                  </a:lnTo>
                  <a:lnTo>
                    <a:pt x="37297" y="22784"/>
                  </a:lnTo>
                  <a:lnTo>
                    <a:pt x="37113" y="23280"/>
                  </a:lnTo>
                  <a:lnTo>
                    <a:pt x="36928" y="23775"/>
                  </a:lnTo>
                  <a:lnTo>
                    <a:pt x="25813" y="52367"/>
                  </a:lnTo>
                  <a:lnTo>
                    <a:pt x="58357" y="52367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5780469" y="5963341"/>
              <a:ext cx="84603" cy="87011"/>
            </a:xfrm>
            <a:custGeom>
              <a:avLst/>
              <a:pathLst>
                <a:path w="84603" h="87011">
                  <a:moveTo>
                    <a:pt x="73981" y="87011"/>
                  </a:moveTo>
                  <a:lnTo>
                    <a:pt x="73981" y="28962"/>
                  </a:lnTo>
                  <a:lnTo>
                    <a:pt x="73982" y="28331"/>
                  </a:lnTo>
                  <a:lnTo>
                    <a:pt x="73983" y="27697"/>
                  </a:lnTo>
                  <a:lnTo>
                    <a:pt x="73987" y="27061"/>
                  </a:lnTo>
                  <a:lnTo>
                    <a:pt x="73991" y="26423"/>
                  </a:lnTo>
                  <a:lnTo>
                    <a:pt x="73996" y="25782"/>
                  </a:lnTo>
                  <a:lnTo>
                    <a:pt x="74003" y="25138"/>
                  </a:lnTo>
                  <a:lnTo>
                    <a:pt x="74011" y="24492"/>
                  </a:lnTo>
                  <a:lnTo>
                    <a:pt x="74020" y="23844"/>
                  </a:lnTo>
                  <a:lnTo>
                    <a:pt x="74031" y="23193"/>
                  </a:lnTo>
                  <a:lnTo>
                    <a:pt x="74043" y="22540"/>
                  </a:lnTo>
                  <a:lnTo>
                    <a:pt x="74056" y="21891"/>
                  </a:lnTo>
                  <a:lnTo>
                    <a:pt x="74070" y="21253"/>
                  </a:lnTo>
                  <a:lnTo>
                    <a:pt x="74085" y="20626"/>
                  </a:lnTo>
                  <a:lnTo>
                    <a:pt x="74102" y="20010"/>
                  </a:lnTo>
                  <a:lnTo>
                    <a:pt x="74120" y="19406"/>
                  </a:lnTo>
                  <a:lnTo>
                    <a:pt x="74139" y="18812"/>
                  </a:lnTo>
                  <a:lnTo>
                    <a:pt x="74159" y="18230"/>
                  </a:lnTo>
                  <a:lnTo>
                    <a:pt x="74181" y="17659"/>
                  </a:lnTo>
                  <a:lnTo>
                    <a:pt x="74204" y="17099"/>
                  </a:lnTo>
                  <a:lnTo>
                    <a:pt x="74228" y="16550"/>
                  </a:lnTo>
                  <a:lnTo>
                    <a:pt x="74253" y="15922"/>
                  </a:lnTo>
                  <a:lnTo>
                    <a:pt x="74280" y="15297"/>
                  </a:lnTo>
                  <a:lnTo>
                    <a:pt x="74308" y="14677"/>
                  </a:lnTo>
                  <a:lnTo>
                    <a:pt x="74337" y="14060"/>
                  </a:lnTo>
                  <a:lnTo>
                    <a:pt x="74367" y="13446"/>
                  </a:lnTo>
                  <a:lnTo>
                    <a:pt x="74398" y="12837"/>
                  </a:lnTo>
                  <a:lnTo>
                    <a:pt x="74431" y="12231"/>
                  </a:lnTo>
                  <a:lnTo>
                    <a:pt x="74465" y="11629"/>
                  </a:lnTo>
                  <a:lnTo>
                    <a:pt x="74500" y="11031"/>
                  </a:lnTo>
                  <a:lnTo>
                    <a:pt x="74537" y="10436"/>
                  </a:lnTo>
                  <a:lnTo>
                    <a:pt x="74363" y="11065"/>
                  </a:lnTo>
                  <a:lnTo>
                    <a:pt x="74188" y="11693"/>
                  </a:lnTo>
                  <a:lnTo>
                    <a:pt x="74012" y="12320"/>
                  </a:lnTo>
                  <a:lnTo>
                    <a:pt x="73835" y="12946"/>
                  </a:lnTo>
                  <a:lnTo>
                    <a:pt x="73657" y="13570"/>
                  </a:lnTo>
                  <a:lnTo>
                    <a:pt x="73477" y="14193"/>
                  </a:lnTo>
                  <a:lnTo>
                    <a:pt x="73296" y="14815"/>
                  </a:lnTo>
                  <a:lnTo>
                    <a:pt x="73114" y="15436"/>
                  </a:lnTo>
                  <a:lnTo>
                    <a:pt x="72931" y="16055"/>
                  </a:lnTo>
                  <a:lnTo>
                    <a:pt x="72746" y="16673"/>
                  </a:lnTo>
                  <a:lnTo>
                    <a:pt x="72583" y="17208"/>
                  </a:lnTo>
                  <a:lnTo>
                    <a:pt x="72417" y="17750"/>
                  </a:lnTo>
                  <a:lnTo>
                    <a:pt x="72248" y="18300"/>
                  </a:lnTo>
                  <a:lnTo>
                    <a:pt x="72074" y="18857"/>
                  </a:lnTo>
                  <a:lnTo>
                    <a:pt x="71897" y="19421"/>
                  </a:lnTo>
                  <a:lnTo>
                    <a:pt x="71716" y="19993"/>
                  </a:lnTo>
                  <a:lnTo>
                    <a:pt x="71531" y="20572"/>
                  </a:lnTo>
                  <a:lnTo>
                    <a:pt x="71343" y="21159"/>
                  </a:lnTo>
                  <a:lnTo>
                    <a:pt x="71151" y="21753"/>
                  </a:lnTo>
                  <a:lnTo>
                    <a:pt x="70955" y="22355"/>
                  </a:lnTo>
                  <a:lnTo>
                    <a:pt x="70770" y="22942"/>
                  </a:lnTo>
                  <a:lnTo>
                    <a:pt x="70584" y="23518"/>
                  </a:lnTo>
                  <a:lnTo>
                    <a:pt x="70399" y="24083"/>
                  </a:lnTo>
                  <a:lnTo>
                    <a:pt x="70214" y="24637"/>
                  </a:lnTo>
                  <a:lnTo>
                    <a:pt x="70029" y="25180"/>
                  </a:lnTo>
                  <a:lnTo>
                    <a:pt x="69843" y="25711"/>
                  </a:lnTo>
                  <a:lnTo>
                    <a:pt x="69658" y="26232"/>
                  </a:lnTo>
                  <a:lnTo>
                    <a:pt x="69473" y="26742"/>
                  </a:lnTo>
                  <a:lnTo>
                    <a:pt x="69288" y="27240"/>
                  </a:lnTo>
                  <a:lnTo>
                    <a:pt x="69102" y="27727"/>
                  </a:lnTo>
                  <a:lnTo>
                    <a:pt x="46624" y="87011"/>
                  </a:lnTo>
                  <a:lnTo>
                    <a:pt x="38349" y="87011"/>
                  </a:lnTo>
                  <a:lnTo>
                    <a:pt x="15562" y="27727"/>
                  </a:lnTo>
                  <a:lnTo>
                    <a:pt x="15487" y="27539"/>
                  </a:lnTo>
                  <a:lnTo>
                    <a:pt x="15411" y="27344"/>
                  </a:lnTo>
                  <a:lnTo>
                    <a:pt x="15334" y="27144"/>
                  </a:lnTo>
                  <a:lnTo>
                    <a:pt x="15255" y="26937"/>
                  </a:lnTo>
                  <a:lnTo>
                    <a:pt x="15176" y="26724"/>
                  </a:lnTo>
                  <a:lnTo>
                    <a:pt x="15095" y="26504"/>
                  </a:lnTo>
                  <a:lnTo>
                    <a:pt x="15013" y="26279"/>
                  </a:lnTo>
                  <a:lnTo>
                    <a:pt x="14929" y="26047"/>
                  </a:lnTo>
                  <a:lnTo>
                    <a:pt x="14845" y="25810"/>
                  </a:lnTo>
                  <a:lnTo>
                    <a:pt x="14759" y="25566"/>
                  </a:lnTo>
                  <a:lnTo>
                    <a:pt x="14683" y="25317"/>
                  </a:lnTo>
                  <a:lnTo>
                    <a:pt x="14606" y="25067"/>
                  </a:lnTo>
                  <a:lnTo>
                    <a:pt x="14525" y="24814"/>
                  </a:lnTo>
                  <a:lnTo>
                    <a:pt x="14443" y="24558"/>
                  </a:lnTo>
                  <a:lnTo>
                    <a:pt x="14357" y="24300"/>
                  </a:lnTo>
                  <a:lnTo>
                    <a:pt x="14270" y="24039"/>
                  </a:lnTo>
                  <a:lnTo>
                    <a:pt x="14179" y="23776"/>
                  </a:lnTo>
                  <a:lnTo>
                    <a:pt x="14087" y="23511"/>
                  </a:lnTo>
                  <a:lnTo>
                    <a:pt x="13992" y="23243"/>
                  </a:lnTo>
                  <a:lnTo>
                    <a:pt x="13894" y="22972"/>
                  </a:lnTo>
                  <a:lnTo>
                    <a:pt x="13807" y="22688"/>
                  </a:lnTo>
                  <a:lnTo>
                    <a:pt x="13719" y="22404"/>
                  </a:lnTo>
                  <a:lnTo>
                    <a:pt x="13629" y="22120"/>
                  </a:lnTo>
                  <a:lnTo>
                    <a:pt x="13538" y="21836"/>
                  </a:lnTo>
                  <a:lnTo>
                    <a:pt x="13446" y="21552"/>
                  </a:lnTo>
                  <a:lnTo>
                    <a:pt x="13353" y="21268"/>
                  </a:lnTo>
                  <a:lnTo>
                    <a:pt x="13259" y="20984"/>
                  </a:lnTo>
                  <a:lnTo>
                    <a:pt x="13163" y="20699"/>
                  </a:lnTo>
                  <a:lnTo>
                    <a:pt x="13066" y="20415"/>
                  </a:lnTo>
                  <a:lnTo>
                    <a:pt x="12968" y="20131"/>
                  </a:lnTo>
                  <a:lnTo>
                    <a:pt x="12881" y="19836"/>
                  </a:lnTo>
                  <a:lnTo>
                    <a:pt x="12795" y="19541"/>
                  </a:lnTo>
                  <a:lnTo>
                    <a:pt x="12709" y="19248"/>
                  </a:lnTo>
                  <a:lnTo>
                    <a:pt x="12622" y="18956"/>
                  </a:lnTo>
                  <a:lnTo>
                    <a:pt x="12536" y="18665"/>
                  </a:lnTo>
                  <a:lnTo>
                    <a:pt x="12449" y="18375"/>
                  </a:lnTo>
                  <a:lnTo>
                    <a:pt x="12363" y="18087"/>
                  </a:lnTo>
                  <a:lnTo>
                    <a:pt x="12276" y="17800"/>
                  </a:lnTo>
                  <a:lnTo>
                    <a:pt x="12190" y="17514"/>
                  </a:lnTo>
                  <a:lnTo>
                    <a:pt x="12103" y="17229"/>
                  </a:lnTo>
                  <a:lnTo>
                    <a:pt x="11894" y="16572"/>
                  </a:lnTo>
                  <a:lnTo>
                    <a:pt x="11686" y="15910"/>
                  </a:lnTo>
                  <a:lnTo>
                    <a:pt x="11479" y="15243"/>
                  </a:lnTo>
                  <a:lnTo>
                    <a:pt x="11273" y="14571"/>
                  </a:lnTo>
                  <a:lnTo>
                    <a:pt x="11069" y="13894"/>
                  </a:lnTo>
                  <a:lnTo>
                    <a:pt x="10866" y="13212"/>
                  </a:lnTo>
                  <a:lnTo>
                    <a:pt x="10664" y="12526"/>
                  </a:lnTo>
                  <a:lnTo>
                    <a:pt x="10463" y="11834"/>
                  </a:lnTo>
                  <a:lnTo>
                    <a:pt x="10264" y="11137"/>
                  </a:lnTo>
                  <a:lnTo>
                    <a:pt x="10065" y="10436"/>
                  </a:lnTo>
                  <a:lnTo>
                    <a:pt x="10078" y="11127"/>
                  </a:lnTo>
                  <a:lnTo>
                    <a:pt x="10093" y="11817"/>
                  </a:lnTo>
                  <a:lnTo>
                    <a:pt x="10108" y="12505"/>
                  </a:lnTo>
                  <a:lnTo>
                    <a:pt x="10125" y="13193"/>
                  </a:lnTo>
                  <a:lnTo>
                    <a:pt x="10143" y="13879"/>
                  </a:lnTo>
                  <a:lnTo>
                    <a:pt x="10162" y="14564"/>
                  </a:lnTo>
                  <a:lnTo>
                    <a:pt x="10182" y="15247"/>
                  </a:lnTo>
                  <a:lnTo>
                    <a:pt x="10204" y="15930"/>
                  </a:lnTo>
                  <a:lnTo>
                    <a:pt x="10227" y="16611"/>
                  </a:lnTo>
                  <a:lnTo>
                    <a:pt x="10251" y="17291"/>
                  </a:lnTo>
                  <a:lnTo>
                    <a:pt x="10275" y="17874"/>
                  </a:lnTo>
                  <a:lnTo>
                    <a:pt x="10298" y="18464"/>
                  </a:lnTo>
                  <a:lnTo>
                    <a:pt x="10319" y="19060"/>
                  </a:lnTo>
                  <a:lnTo>
                    <a:pt x="10340" y="19662"/>
                  </a:lnTo>
                  <a:lnTo>
                    <a:pt x="10359" y="20270"/>
                  </a:lnTo>
                  <a:lnTo>
                    <a:pt x="10377" y="20885"/>
                  </a:lnTo>
                  <a:lnTo>
                    <a:pt x="10393" y="21505"/>
                  </a:lnTo>
                  <a:lnTo>
                    <a:pt x="10409" y="22132"/>
                  </a:lnTo>
                  <a:lnTo>
                    <a:pt x="10423" y="22765"/>
                  </a:lnTo>
                  <a:lnTo>
                    <a:pt x="10436" y="23404"/>
                  </a:lnTo>
                  <a:lnTo>
                    <a:pt x="10448" y="24027"/>
                  </a:lnTo>
                  <a:lnTo>
                    <a:pt x="10458" y="24634"/>
                  </a:lnTo>
                  <a:lnTo>
                    <a:pt x="10467" y="25227"/>
                  </a:lnTo>
                  <a:lnTo>
                    <a:pt x="10475" y="25805"/>
                  </a:lnTo>
                  <a:lnTo>
                    <a:pt x="10482" y="26369"/>
                  </a:lnTo>
                  <a:lnTo>
                    <a:pt x="10488" y="26917"/>
                  </a:lnTo>
                  <a:lnTo>
                    <a:pt x="10492" y="27450"/>
                  </a:lnTo>
                  <a:lnTo>
                    <a:pt x="10495" y="27969"/>
                  </a:lnTo>
                  <a:lnTo>
                    <a:pt x="10497" y="28473"/>
                  </a:lnTo>
                  <a:lnTo>
                    <a:pt x="10498" y="28962"/>
                  </a:lnTo>
                  <a:lnTo>
                    <a:pt x="10498" y="87011"/>
                  </a:lnTo>
                  <a:lnTo>
                    <a:pt x="0" y="87011"/>
                  </a:lnTo>
                  <a:lnTo>
                    <a:pt x="0" y="0"/>
                  </a:lnTo>
                  <a:lnTo>
                    <a:pt x="15500" y="0"/>
                  </a:lnTo>
                  <a:lnTo>
                    <a:pt x="38658" y="60333"/>
                  </a:lnTo>
                  <a:lnTo>
                    <a:pt x="38746" y="60588"/>
                  </a:lnTo>
                  <a:lnTo>
                    <a:pt x="38838" y="60857"/>
                  </a:lnTo>
                  <a:lnTo>
                    <a:pt x="38934" y="61141"/>
                  </a:lnTo>
                  <a:lnTo>
                    <a:pt x="39033" y="61440"/>
                  </a:lnTo>
                  <a:lnTo>
                    <a:pt x="39136" y="61754"/>
                  </a:lnTo>
                  <a:lnTo>
                    <a:pt x="39243" y="62082"/>
                  </a:lnTo>
                  <a:lnTo>
                    <a:pt x="39354" y="62426"/>
                  </a:lnTo>
                  <a:lnTo>
                    <a:pt x="39468" y="62784"/>
                  </a:lnTo>
                  <a:lnTo>
                    <a:pt x="39586" y="63157"/>
                  </a:lnTo>
                  <a:lnTo>
                    <a:pt x="39707" y="63545"/>
                  </a:lnTo>
                  <a:lnTo>
                    <a:pt x="39830" y="63929"/>
                  </a:lnTo>
                  <a:lnTo>
                    <a:pt x="39952" y="64315"/>
                  </a:lnTo>
                  <a:lnTo>
                    <a:pt x="40072" y="64704"/>
                  </a:lnTo>
                  <a:lnTo>
                    <a:pt x="40192" y="65096"/>
                  </a:lnTo>
                  <a:lnTo>
                    <a:pt x="40310" y="65490"/>
                  </a:lnTo>
                  <a:lnTo>
                    <a:pt x="40426" y="65886"/>
                  </a:lnTo>
                  <a:lnTo>
                    <a:pt x="40542" y="66285"/>
                  </a:lnTo>
                  <a:lnTo>
                    <a:pt x="40656" y="66687"/>
                  </a:lnTo>
                  <a:lnTo>
                    <a:pt x="40769" y="67090"/>
                  </a:lnTo>
                  <a:lnTo>
                    <a:pt x="40881" y="67497"/>
                  </a:lnTo>
                  <a:lnTo>
                    <a:pt x="40991" y="67903"/>
                  </a:lnTo>
                  <a:lnTo>
                    <a:pt x="41098" y="68305"/>
                  </a:lnTo>
                  <a:lnTo>
                    <a:pt x="41203" y="68703"/>
                  </a:lnTo>
                  <a:lnTo>
                    <a:pt x="41306" y="69097"/>
                  </a:lnTo>
                  <a:lnTo>
                    <a:pt x="41406" y="69488"/>
                  </a:lnTo>
                  <a:lnTo>
                    <a:pt x="41503" y="69876"/>
                  </a:lnTo>
                  <a:lnTo>
                    <a:pt x="41598" y="70259"/>
                  </a:lnTo>
                  <a:lnTo>
                    <a:pt x="41691" y="70639"/>
                  </a:lnTo>
                  <a:lnTo>
                    <a:pt x="41781" y="71015"/>
                  </a:lnTo>
                  <a:lnTo>
                    <a:pt x="41869" y="71387"/>
                  </a:lnTo>
                  <a:lnTo>
                    <a:pt x="41965" y="71737"/>
                  </a:lnTo>
                  <a:lnTo>
                    <a:pt x="42054" y="72072"/>
                  </a:lnTo>
                  <a:lnTo>
                    <a:pt x="42137" y="72390"/>
                  </a:lnTo>
                  <a:lnTo>
                    <a:pt x="42215" y="72692"/>
                  </a:lnTo>
                  <a:lnTo>
                    <a:pt x="42286" y="72977"/>
                  </a:lnTo>
                  <a:lnTo>
                    <a:pt x="42350" y="73247"/>
                  </a:lnTo>
                  <a:lnTo>
                    <a:pt x="42409" y="73501"/>
                  </a:lnTo>
                  <a:lnTo>
                    <a:pt x="42462" y="73739"/>
                  </a:lnTo>
                  <a:lnTo>
                    <a:pt x="42508" y="73961"/>
                  </a:lnTo>
                  <a:lnTo>
                    <a:pt x="42548" y="74166"/>
                  </a:lnTo>
                  <a:lnTo>
                    <a:pt x="42588" y="73960"/>
                  </a:lnTo>
                  <a:lnTo>
                    <a:pt x="42635" y="73736"/>
                  </a:lnTo>
                  <a:lnTo>
                    <a:pt x="42687" y="73496"/>
                  </a:lnTo>
                  <a:lnTo>
                    <a:pt x="42746" y="73237"/>
                  </a:lnTo>
                  <a:lnTo>
                    <a:pt x="42811" y="72962"/>
                  </a:lnTo>
                  <a:lnTo>
                    <a:pt x="42882" y="72669"/>
                  </a:lnTo>
                  <a:lnTo>
                    <a:pt x="42959" y="72359"/>
                  </a:lnTo>
                  <a:lnTo>
                    <a:pt x="43042" y="72032"/>
                  </a:lnTo>
                  <a:lnTo>
                    <a:pt x="43132" y="71687"/>
                  </a:lnTo>
                  <a:lnTo>
                    <a:pt x="43227" y="71326"/>
                  </a:lnTo>
                  <a:lnTo>
                    <a:pt x="43327" y="70953"/>
                  </a:lnTo>
                  <a:lnTo>
                    <a:pt x="43430" y="70577"/>
                  </a:lnTo>
                  <a:lnTo>
                    <a:pt x="43535" y="70197"/>
                  </a:lnTo>
                  <a:lnTo>
                    <a:pt x="43642" y="69814"/>
                  </a:lnTo>
                  <a:lnTo>
                    <a:pt x="43752" y="69427"/>
                  </a:lnTo>
                  <a:lnTo>
                    <a:pt x="43865" y="69036"/>
                  </a:lnTo>
                  <a:lnTo>
                    <a:pt x="43980" y="68641"/>
                  </a:lnTo>
                  <a:lnTo>
                    <a:pt x="44097" y="68243"/>
                  </a:lnTo>
                  <a:lnTo>
                    <a:pt x="44217" y="67841"/>
                  </a:lnTo>
                  <a:lnTo>
                    <a:pt x="44339" y="67435"/>
                  </a:lnTo>
                  <a:lnTo>
                    <a:pt x="44474" y="67029"/>
                  </a:lnTo>
                  <a:lnTo>
                    <a:pt x="44608" y="66625"/>
                  </a:lnTo>
                  <a:lnTo>
                    <a:pt x="44741" y="66223"/>
                  </a:lnTo>
                  <a:lnTo>
                    <a:pt x="44873" y="65824"/>
                  </a:lnTo>
                  <a:lnTo>
                    <a:pt x="45003" y="65428"/>
                  </a:lnTo>
                  <a:lnTo>
                    <a:pt x="45132" y="65034"/>
                  </a:lnTo>
                  <a:lnTo>
                    <a:pt x="45260" y="64643"/>
                  </a:lnTo>
                  <a:lnTo>
                    <a:pt x="45386" y="64253"/>
                  </a:lnTo>
                  <a:lnTo>
                    <a:pt x="45512" y="63867"/>
                  </a:lnTo>
                  <a:lnTo>
                    <a:pt x="45636" y="63483"/>
                  </a:lnTo>
                  <a:lnTo>
                    <a:pt x="45758" y="63107"/>
                  </a:lnTo>
                  <a:lnTo>
                    <a:pt x="45878" y="62744"/>
                  </a:lnTo>
                  <a:lnTo>
                    <a:pt x="45995" y="62395"/>
                  </a:lnTo>
                  <a:lnTo>
                    <a:pt x="46110" y="62060"/>
                  </a:lnTo>
                  <a:lnTo>
                    <a:pt x="46222" y="61738"/>
                  </a:lnTo>
                  <a:lnTo>
                    <a:pt x="46332" y="61430"/>
                  </a:lnTo>
                  <a:lnTo>
                    <a:pt x="46440" y="61135"/>
                  </a:lnTo>
                  <a:lnTo>
                    <a:pt x="46545" y="60855"/>
                  </a:lnTo>
                  <a:lnTo>
                    <a:pt x="46647" y="60587"/>
                  </a:lnTo>
                  <a:lnTo>
                    <a:pt x="46747" y="60333"/>
                  </a:lnTo>
                  <a:lnTo>
                    <a:pt x="69473" y="0"/>
                  </a:lnTo>
                  <a:lnTo>
                    <a:pt x="84603" y="0"/>
                  </a:lnTo>
                  <a:lnTo>
                    <a:pt x="84603" y="87011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7197502" y="190720"/>
              <a:ext cx="72561" cy="87011"/>
            </a:xfrm>
            <a:custGeom>
              <a:avLst/>
              <a:pathLst>
                <a:path w="72561" h="87011">
                  <a:moveTo>
                    <a:pt x="57925" y="87011"/>
                  </a:moveTo>
                  <a:lnTo>
                    <a:pt x="23157" y="45018"/>
                  </a:lnTo>
                  <a:lnTo>
                    <a:pt x="11795" y="53664"/>
                  </a:lnTo>
                  <a:lnTo>
                    <a:pt x="11795" y="87011"/>
                  </a:lnTo>
                  <a:lnTo>
                    <a:pt x="0" y="87011"/>
                  </a:lnTo>
                  <a:lnTo>
                    <a:pt x="0" y="0"/>
                  </a:lnTo>
                  <a:lnTo>
                    <a:pt x="11795" y="0"/>
                  </a:lnTo>
                  <a:lnTo>
                    <a:pt x="11795" y="43598"/>
                  </a:lnTo>
                  <a:lnTo>
                    <a:pt x="53726" y="0"/>
                  </a:lnTo>
                  <a:lnTo>
                    <a:pt x="67620" y="0"/>
                  </a:lnTo>
                  <a:lnTo>
                    <a:pt x="30568" y="37793"/>
                  </a:lnTo>
                  <a:lnTo>
                    <a:pt x="72561" y="87011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7276856" y="209679"/>
              <a:ext cx="59345" cy="69288"/>
            </a:xfrm>
            <a:custGeom>
              <a:avLst/>
              <a:pathLst>
                <a:path w="59345" h="69288">
                  <a:moveTo>
                    <a:pt x="11671" y="36990"/>
                  </a:moveTo>
                  <a:lnTo>
                    <a:pt x="11682" y="38032"/>
                  </a:lnTo>
                  <a:lnTo>
                    <a:pt x="11713" y="39058"/>
                  </a:lnTo>
                  <a:lnTo>
                    <a:pt x="11766" y="40067"/>
                  </a:lnTo>
                  <a:lnTo>
                    <a:pt x="11839" y="41061"/>
                  </a:lnTo>
                  <a:lnTo>
                    <a:pt x="11933" y="42039"/>
                  </a:lnTo>
                  <a:lnTo>
                    <a:pt x="12049" y="43000"/>
                  </a:lnTo>
                  <a:lnTo>
                    <a:pt x="12185" y="43946"/>
                  </a:lnTo>
                  <a:lnTo>
                    <a:pt x="12343" y="44875"/>
                  </a:lnTo>
                  <a:lnTo>
                    <a:pt x="12521" y="45788"/>
                  </a:lnTo>
                  <a:lnTo>
                    <a:pt x="12721" y="46686"/>
                  </a:lnTo>
                  <a:lnTo>
                    <a:pt x="12954" y="47551"/>
                  </a:lnTo>
                  <a:lnTo>
                    <a:pt x="13210" y="48393"/>
                  </a:lnTo>
                  <a:lnTo>
                    <a:pt x="13488" y="49211"/>
                  </a:lnTo>
                  <a:lnTo>
                    <a:pt x="13788" y="50006"/>
                  </a:lnTo>
                  <a:lnTo>
                    <a:pt x="14110" y="50777"/>
                  </a:lnTo>
                  <a:lnTo>
                    <a:pt x="14455" y="51525"/>
                  </a:lnTo>
                  <a:lnTo>
                    <a:pt x="14822" y="52249"/>
                  </a:lnTo>
                  <a:lnTo>
                    <a:pt x="15211" y="52950"/>
                  </a:lnTo>
                  <a:lnTo>
                    <a:pt x="15622" y="53627"/>
                  </a:lnTo>
                  <a:lnTo>
                    <a:pt x="16056" y="54281"/>
                  </a:lnTo>
                  <a:lnTo>
                    <a:pt x="16525" y="54898"/>
                  </a:lnTo>
                  <a:lnTo>
                    <a:pt x="17019" y="55487"/>
                  </a:lnTo>
                  <a:lnTo>
                    <a:pt x="17538" y="56049"/>
                  </a:lnTo>
                  <a:lnTo>
                    <a:pt x="18081" y="56584"/>
                  </a:lnTo>
                  <a:lnTo>
                    <a:pt x="18649" y="57091"/>
                  </a:lnTo>
                  <a:lnTo>
                    <a:pt x="19242" y="57572"/>
                  </a:lnTo>
                  <a:lnTo>
                    <a:pt x="19860" y="58025"/>
                  </a:lnTo>
                  <a:lnTo>
                    <a:pt x="20502" y="58451"/>
                  </a:lnTo>
                  <a:lnTo>
                    <a:pt x="21169" y="58850"/>
                  </a:lnTo>
                  <a:lnTo>
                    <a:pt x="21860" y="59222"/>
                  </a:lnTo>
                  <a:lnTo>
                    <a:pt x="22579" y="59550"/>
                  </a:lnTo>
                  <a:lnTo>
                    <a:pt x="23325" y="59844"/>
                  </a:lnTo>
                  <a:lnTo>
                    <a:pt x="24100" y="60104"/>
                  </a:lnTo>
                  <a:lnTo>
                    <a:pt x="24904" y="60328"/>
                  </a:lnTo>
                  <a:lnTo>
                    <a:pt x="25736" y="60519"/>
                  </a:lnTo>
                  <a:lnTo>
                    <a:pt x="26596" y="60674"/>
                  </a:lnTo>
                  <a:lnTo>
                    <a:pt x="27484" y="60795"/>
                  </a:lnTo>
                  <a:lnTo>
                    <a:pt x="28401" y="60882"/>
                  </a:lnTo>
                  <a:lnTo>
                    <a:pt x="29347" y="60934"/>
                  </a:lnTo>
                  <a:lnTo>
                    <a:pt x="30321" y="60951"/>
                  </a:lnTo>
                  <a:lnTo>
                    <a:pt x="31737" y="60922"/>
                  </a:lnTo>
                  <a:lnTo>
                    <a:pt x="33095" y="60835"/>
                  </a:lnTo>
                  <a:lnTo>
                    <a:pt x="34395" y="60690"/>
                  </a:lnTo>
                  <a:lnTo>
                    <a:pt x="35637" y="60486"/>
                  </a:lnTo>
                  <a:lnTo>
                    <a:pt x="36820" y="60225"/>
                  </a:lnTo>
                  <a:lnTo>
                    <a:pt x="37946" y="59906"/>
                  </a:lnTo>
                  <a:lnTo>
                    <a:pt x="39014" y="59529"/>
                  </a:lnTo>
                  <a:lnTo>
                    <a:pt x="40024" y="59093"/>
                  </a:lnTo>
                  <a:lnTo>
                    <a:pt x="40975" y="58600"/>
                  </a:lnTo>
                  <a:lnTo>
                    <a:pt x="41869" y="58048"/>
                  </a:lnTo>
                  <a:lnTo>
                    <a:pt x="42717" y="57452"/>
                  </a:lnTo>
                  <a:lnTo>
                    <a:pt x="43509" y="56826"/>
                  </a:lnTo>
                  <a:lnTo>
                    <a:pt x="44244" y="56168"/>
                  </a:lnTo>
                  <a:lnTo>
                    <a:pt x="44922" y="55479"/>
                  </a:lnTo>
                  <a:lnTo>
                    <a:pt x="45543" y="54760"/>
                  </a:lnTo>
                  <a:lnTo>
                    <a:pt x="46108" y="54010"/>
                  </a:lnTo>
                  <a:lnTo>
                    <a:pt x="46615" y="53228"/>
                  </a:lnTo>
                  <a:lnTo>
                    <a:pt x="47066" y="52416"/>
                  </a:lnTo>
                  <a:lnTo>
                    <a:pt x="47460" y="51573"/>
                  </a:lnTo>
                  <a:lnTo>
                    <a:pt x="47797" y="50700"/>
                  </a:lnTo>
                  <a:lnTo>
                    <a:pt x="57554" y="53479"/>
                  </a:lnTo>
                  <a:lnTo>
                    <a:pt x="57336" y="54035"/>
                  </a:lnTo>
                  <a:lnTo>
                    <a:pt x="57100" y="54593"/>
                  </a:lnTo>
                  <a:lnTo>
                    <a:pt x="56847" y="55152"/>
                  </a:lnTo>
                  <a:lnTo>
                    <a:pt x="56576" y="55712"/>
                  </a:lnTo>
                  <a:lnTo>
                    <a:pt x="56288" y="56273"/>
                  </a:lnTo>
                  <a:lnTo>
                    <a:pt x="55983" y="56836"/>
                  </a:lnTo>
                  <a:lnTo>
                    <a:pt x="55661" y="57399"/>
                  </a:lnTo>
                  <a:lnTo>
                    <a:pt x="55321" y="57964"/>
                  </a:lnTo>
                  <a:lnTo>
                    <a:pt x="54964" y="58531"/>
                  </a:lnTo>
                  <a:lnTo>
                    <a:pt x="54590" y="59098"/>
                  </a:lnTo>
                  <a:lnTo>
                    <a:pt x="54207" y="59649"/>
                  </a:lnTo>
                  <a:lnTo>
                    <a:pt x="53797" y="60190"/>
                  </a:lnTo>
                  <a:lnTo>
                    <a:pt x="53362" y="60721"/>
                  </a:lnTo>
                  <a:lnTo>
                    <a:pt x="52901" y="61242"/>
                  </a:lnTo>
                  <a:lnTo>
                    <a:pt x="52413" y="61754"/>
                  </a:lnTo>
                  <a:lnTo>
                    <a:pt x="51900" y="62255"/>
                  </a:lnTo>
                  <a:lnTo>
                    <a:pt x="51361" y="62747"/>
                  </a:lnTo>
                  <a:lnTo>
                    <a:pt x="50796" y="63228"/>
                  </a:lnTo>
                  <a:lnTo>
                    <a:pt x="50205" y="63700"/>
                  </a:lnTo>
                  <a:lnTo>
                    <a:pt x="49588" y="64162"/>
                  </a:lnTo>
                  <a:lnTo>
                    <a:pt x="48942" y="64599"/>
                  </a:lnTo>
                  <a:lnTo>
                    <a:pt x="48264" y="65022"/>
                  </a:lnTo>
                  <a:lnTo>
                    <a:pt x="47554" y="65429"/>
                  </a:lnTo>
                  <a:lnTo>
                    <a:pt x="46812" y="65822"/>
                  </a:lnTo>
                  <a:lnTo>
                    <a:pt x="46037" y="66200"/>
                  </a:lnTo>
                  <a:lnTo>
                    <a:pt x="45231" y="66563"/>
                  </a:lnTo>
                  <a:lnTo>
                    <a:pt x="44392" y="66911"/>
                  </a:lnTo>
                  <a:lnTo>
                    <a:pt x="43521" y="67245"/>
                  </a:lnTo>
                  <a:lnTo>
                    <a:pt x="42619" y="67563"/>
                  </a:lnTo>
                  <a:lnTo>
                    <a:pt x="41684" y="67867"/>
                  </a:lnTo>
                  <a:lnTo>
                    <a:pt x="40725" y="68137"/>
                  </a:lnTo>
                  <a:lnTo>
                    <a:pt x="39727" y="68379"/>
                  </a:lnTo>
                  <a:lnTo>
                    <a:pt x="38690" y="68592"/>
                  </a:lnTo>
                  <a:lnTo>
                    <a:pt x="37613" y="68776"/>
                  </a:lnTo>
                  <a:lnTo>
                    <a:pt x="36496" y="68933"/>
                  </a:lnTo>
                  <a:lnTo>
                    <a:pt x="35340" y="69060"/>
                  </a:lnTo>
                  <a:lnTo>
                    <a:pt x="34145" y="69160"/>
                  </a:lnTo>
                  <a:lnTo>
                    <a:pt x="32910" y="69231"/>
                  </a:lnTo>
                  <a:lnTo>
                    <a:pt x="31635" y="69273"/>
                  </a:lnTo>
                  <a:lnTo>
                    <a:pt x="30321" y="69288"/>
                  </a:lnTo>
                  <a:lnTo>
                    <a:pt x="27427" y="69199"/>
                  </a:lnTo>
                  <a:lnTo>
                    <a:pt x="24674" y="68934"/>
                  </a:lnTo>
                  <a:lnTo>
                    <a:pt x="22062" y="68493"/>
                  </a:lnTo>
                  <a:lnTo>
                    <a:pt x="19590" y="67875"/>
                  </a:lnTo>
                  <a:lnTo>
                    <a:pt x="17260" y="67080"/>
                  </a:lnTo>
                  <a:lnTo>
                    <a:pt x="15070" y="66109"/>
                  </a:lnTo>
                  <a:lnTo>
                    <a:pt x="13021" y="64961"/>
                  </a:lnTo>
                  <a:lnTo>
                    <a:pt x="11113" y="63636"/>
                  </a:lnTo>
                  <a:lnTo>
                    <a:pt x="9345" y="62135"/>
                  </a:lnTo>
                  <a:lnTo>
                    <a:pt x="7719" y="60457"/>
                  </a:lnTo>
                  <a:lnTo>
                    <a:pt x="6252" y="58605"/>
                  </a:lnTo>
                  <a:lnTo>
                    <a:pt x="4940" y="56581"/>
                  </a:lnTo>
                  <a:lnTo>
                    <a:pt x="3782" y="54386"/>
                  </a:lnTo>
                  <a:lnTo>
                    <a:pt x="2778" y="52019"/>
                  </a:lnTo>
                  <a:lnTo>
                    <a:pt x="1929" y="49480"/>
                  </a:lnTo>
                  <a:lnTo>
                    <a:pt x="1235" y="46770"/>
                  </a:lnTo>
                  <a:lnTo>
                    <a:pt x="694" y="43888"/>
                  </a:lnTo>
                  <a:lnTo>
                    <a:pt x="308" y="40834"/>
                  </a:lnTo>
                  <a:lnTo>
                    <a:pt x="77" y="37608"/>
                  </a:lnTo>
                  <a:lnTo>
                    <a:pt x="0" y="34211"/>
                  </a:lnTo>
                  <a:lnTo>
                    <a:pt x="23" y="32363"/>
                  </a:lnTo>
                  <a:lnTo>
                    <a:pt x="93" y="30573"/>
                  </a:lnTo>
                  <a:lnTo>
                    <a:pt x="211" y="28841"/>
                  </a:lnTo>
                  <a:lnTo>
                    <a:pt x="375" y="27166"/>
                  </a:lnTo>
                  <a:lnTo>
                    <a:pt x="586" y="25550"/>
                  </a:lnTo>
                  <a:lnTo>
                    <a:pt x="844" y="23992"/>
                  </a:lnTo>
                  <a:lnTo>
                    <a:pt x="1149" y="22492"/>
                  </a:lnTo>
                  <a:lnTo>
                    <a:pt x="1501" y="21050"/>
                  </a:lnTo>
                  <a:lnTo>
                    <a:pt x="1900" y="19666"/>
                  </a:lnTo>
                  <a:lnTo>
                    <a:pt x="2346" y="18340"/>
                  </a:lnTo>
                  <a:lnTo>
                    <a:pt x="2833" y="17056"/>
                  </a:lnTo>
                  <a:lnTo>
                    <a:pt x="3354" y="15821"/>
                  </a:lnTo>
                  <a:lnTo>
                    <a:pt x="3910" y="14635"/>
                  </a:lnTo>
                  <a:lnTo>
                    <a:pt x="4500" y="13499"/>
                  </a:lnTo>
                  <a:lnTo>
                    <a:pt x="5125" y="12412"/>
                  </a:lnTo>
                  <a:lnTo>
                    <a:pt x="5785" y="11375"/>
                  </a:lnTo>
                  <a:lnTo>
                    <a:pt x="6479" y="10387"/>
                  </a:lnTo>
                  <a:lnTo>
                    <a:pt x="7207" y="9448"/>
                  </a:lnTo>
                  <a:lnTo>
                    <a:pt x="7971" y="8559"/>
                  </a:lnTo>
                  <a:lnTo>
                    <a:pt x="8769" y="7719"/>
                  </a:lnTo>
                  <a:lnTo>
                    <a:pt x="9597" y="6926"/>
                  </a:lnTo>
                  <a:lnTo>
                    <a:pt x="10453" y="6180"/>
                  </a:lnTo>
                  <a:lnTo>
                    <a:pt x="11336" y="5479"/>
                  </a:lnTo>
                  <a:lnTo>
                    <a:pt x="12247" y="4824"/>
                  </a:lnTo>
                  <a:lnTo>
                    <a:pt x="13184" y="4214"/>
                  </a:lnTo>
                  <a:lnTo>
                    <a:pt x="14149" y="3650"/>
                  </a:lnTo>
                  <a:lnTo>
                    <a:pt x="15140" y="3132"/>
                  </a:lnTo>
                  <a:lnTo>
                    <a:pt x="16159" y="2660"/>
                  </a:lnTo>
                  <a:lnTo>
                    <a:pt x="17205" y="2233"/>
                  </a:lnTo>
                  <a:lnTo>
                    <a:pt x="18279" y="1852"/>
                  </a:lnTo>
                  <a:lnTo>
                    <a:pt x="19373" y="1500"/>
                  </a:lnTo>
                  <a:lnTo>
                    <a:pt x="20482" y="1185"/>
                  </a:lnTo>
                  <a:lnTo>
                    <a:pt x="21606" y="907"/>
                  </a:lnTo>
                  <a:lnTo>
                    <a:pt x="22745" y="666"/>
                  </a:lnTo>
                  <a:lnTo>
                    <a:pt x="23898" y="463"/>
                  </a:lnTo>
                  <a:lnTo>
                    <a:pt x="25067" y="296"/>
                  </a:lnTo>
                  <a:lnTo>
                    <a:pt x="26250" y="166"/>
                  </a:lnTo>
                  <a:lnTo>
                    <a:pt x="27448" y="74"/>
                  </a:lnTo>
                  <a:lnTo>
                    <a:pt x="28661" y="18"/>
                  </a:lnTo>
                  <a:lnTo>
                    <a:pt x="29889" y="0"/>
                  </a:lnTo>
                  <a:lnTo>
                    <a:pt x="31540" y="27"/>
                  </a:lnTo>
                  <a:lnTo>
                    <a:pt x="33137" y="108"/>
                  </a:lnTo>
                  <a:lnTo>
                    <a:pt x="34678" y="244"/>
                  </a:lnTo>
                  <a:lnTo>
                    <a:pt x="36163" y="434"/>
                  </a:lnTo>
                  <a:lnTo>
                    <a:pt x="37592" y="679"/>
                  </a:lnTo>
                  <a:lnTo>
                    <a:pt x="38966" y="978"/>
                  </a:lnTo>
                  <a:lnTo>
                    <a:pt x="40285" y="1331"/>
                  </a:lnTo>
                  <a:lnTo>
                    <a:pt x="41548" y="1738"/>
                  </a:lnTo>
                  <a:lnTo>
                    <a:pt x="42755" y="2200"/>
                  </a:lnTo>
                  <a:lnTo>
                    <a:pt x="43907" y="2717"/>
                  </a:lnTo>
                  <a:lnTo>
                    <a:pt x="45020" y="3281"/>
                  </a:lnTo>
                  <a:lnTo>
                    <a:pt x="46088" y="3888"/>
                  </a:lnTo>
                  <a:lnTo>
                    <a:pt x="47110" y="4536"/>
                  </a:lnTo>
                  <a:lnTo>
                    <a:pt x="48086" y="5226"/>
                  </a:lnTo>
                  <a:lnTo>
                    <a:pt x="49017" y="5959"/>
                  </a:lnTo>
                  <a:lnTo>
                    <a:pt x="49902" y="6733"/>
                  </a:lnTo>
                  <a:lnTo>
                    <a:pt x="50741" y="7550"/>
                  </a:lnTo>
                  <a:lnTo>
                    <a:pt x="51535" y="8408"/>
                  </a:lnTo>
                  <a:lnTo>
                    <a:pt x="52282" y="9308"/>
                  </a:lnTo>
                  <a:lnTo>
                    <a:pt x="52985" y="10251"/>
                  </a:lnTo>
                  <a:lnTo>
                    <a:pt x="53656" y="11219"/>
                  </a:lnTo>
                  <a:lnTo>
                    <a:pt x="54286" y="12222"/>
                  </a:lnTo>
                  <a:lnTo>
                    <a:pt x="54876" y="13259"/>
                  </a:lnTo>
                  <a:lnTo>
                    <a:pt x="55425" y="14331"/>
                  </a:lnTo>
                  <a:lnTo>
                    <a:pt x="55933" y="15438"/>
                  </a:lnTo>
                  <a:lnTo>
                    <a:pt x="56401" y="16579"/>
                  </a:lnTo>
                  <a:lnTo>
                    <a:pt x="56828" y="17755"/>
                  </a:lnTo>
                  <a:lnTo>
                    <a:pt x="57213" y="18965"/>
                  </a:lnTo>
                  <a:lnTo>
                    <a:pt x="57559" y="20210"/>
                  </a:lnTo>
                  <a:lnTo>
                    <a:pt x="57863" y="21490"/>
                  </a:lnTo>
                  <a:lnTo>
                    <a:pt x="58145" y="22797"/>
                  </a:lnTo>
                  <a:lnTo>
                    <a:pt x="58397" y="24126"/>
                  </a:lnTo>
                  <a:lnTo>
                    <a:pt x="58619" y="25475"/>
                  </a:lnTo>
                  <a:lnTo>
                    <a:pt x="58812" y="26845"/>
                  </a:lnTo>
                  <a:lnTo>
                    <a:pt x="58975" y="28237"/>
                  </a:lnTo>
                  <a:lnTo>
                    <a:pt x="59108" y="29649"/>
                  </a:lnTo>
                  <a:lnTo>
                    <a:pt x="59212" y="31082"/>
                  </a:lnTo>
                  <a:lnTo>
                    <a:pt x="59286" y="32537"/>
                  </a:lnTo>
                  <a:lnTo>
                    <a:pt x="59330" y="34012"/>
                  </a:lnTo>
                  <a:lnTo>
                    <a:pt x="59345" y="35508"/>
                  </a:lnTo>
                  <a:lnTo>
                    <a:pt x="59345" y="36990"/>
                  </a:lnTo>
                  <a:close/>
                  <a:moveTo>
                    <a:pt x="47859" y="28468"/>
                  </a:moveTo>
                  <a:lnTo>
                    <a:pt x="47639" y="26414"/>
                  </a:lnTo>
                  <a:lnTo>
                    <a:pt x="47348" y="24474"/>
                  </a:lnTo>
                  <a:lnTo>
                    <a:pt x="46986" y="22649"/>
                  </a:lnTo>
                  <a:lnTo>
                    <a:pt x="46555" y="20939"/>
                  </a:lnTo>
                  <a:lnTo>
                    <a:pt x="46053" y="19344"/>
                  </a:lnTo>
                  <a:lnTo>
                    <a:pt x="45480" y="17864"/>
                  </a:lnTo>
                  <a:lnTo>
                    <a:pt x="44837" y="16498"/>
                  </a:lnTo>
                  <a:lnTo>
                    <a:pt x="44124" y="15248"/>
                  </a:lnTo>
                  <a:lnTo>
                    <a:pt x="43340" y="14112"/>
                  </a:lnTo>
                  <a:lnTo>
                    <a:pt x="42486" y="13091"/>
                  </a:lnTo>
                  <a:lnTo>
                    <a:pt x="41558" y="12164"/>
                  </a:lnTo>
                  <a:lnTo>
                    <a:pt x="40552" y="11335"/>
                  </a:lnTo>
                  <a:lnTo>
                    <a:pt x="39468" y="10603"/>
                  </a:lnTo>
                  <a:lnTo>
                    <a:pt x="38307" y="9969"/>
                  </a:lnTo>
                  <a:lnTo>
                    <a:pt x="37067" y="9432"/>
                  </a:lnTo>
                  <a:lnTo>
                    <a:pt x="35750" y="8993"/>
                  </a:lnTo>
                  <a:lnTo>
                    <a:pt x="34355" y="8652"/>
                  </a:lnTo>
                  <a:lnTo>
                    <a:pt x="32882" y="8408"/>
                  </a:lnTo>
                  <a:lnTo>
                    <a:pt x="31332" y="8262"/>
                  </a:lnTo>
                  <a:lnTo>
                    <a:pt x="29703" y="8213"/>
                  </a:lnTo>
                  <a:lnTo>
                    <a:pt x="29144" y="8222"/>
                  </a:lnTo>
                  <a:lnTo>
                    <a:pt x="28579" y="8250"/>
                  </a:lnTo>
                  <a:lnTo>
                    <a:pt x="28008" y="8296"/>
                  </a:lnTo>
                  <a:lnTo>
                    <a:pt x="27431" y="8361"/>
                  </a:lnTo>
                  <a:lnTo>
                    <a:pt x="26847" y="8444"/>
                  </a:lnTo>
                  <a:lnTo>
                    <a:pt x="26257" y="8546"/>
                  </a:lnTo>
                  <a:lnTo>
                    <a:pt x="25661" y="8667"/>
                  </a:lnTo>
                  <a:lnTo>
                    <a:pt x="25059" y="8806"/>
                  </a:lnTo>
                  <a:lnTo>
                    <a:pt x="24451" y="8963"/>
                  </a:lnTo>
                  <a:lnTo>
                    <a:pt x="23837" y="9139"/>
                  </a:lnTo>
                  <a:lnTo>
                    <a:pt x="23236" y="9326"/>
                  </a:lnTo>
                  <a:lnTo>
                    <a:pt x="22644" y="9542"/>
                  </a:lnTo>
                  <a:lnTo>
                    <a:pt x="22060" y="9786"/>
                  </a:lnTo>
                  <a:lnTo>
                    <a:pt x="21485" y="10058"/>
                  </a:lnTo>
                  <a:lnTo>
                    <a:pt x="20919" y="10359"/>
                  </a:lnTo>
                  <a:lnTo>
                    <a:pt x="20361" y="10688"/>
                  </a:lnTo>
                  <a:lnTo>
                    <a:pt x="19812" y="11045"/>
                  </a:lnTo>
                  <a:lnTo>
                    <a:pt x="19272" y="11431"/>
                  </a:lnTo>
                  <a:lnTo>
                    <a:pt x="18740" y="11846"/>
                  </a:lnTo>
                  <a:lnTo>
                    <a:pt x="18217" y="12289"/>
                  </a:lnTo>
                  <a:lnTo>
                    <a:pt x="17706" y="12762"/>
                  </a:lnTo>
                  <a:lnTo>
                    <a:pt x="17212" y="13269"/>
                  </a:lnTo>
                  <a:lnTo>
                    <a:pt x="16733" y="13810"/>
                  </a:lnTo>
                  <a:lnTo>
                    <a:pt x="16270" y="14383"/>
                  </a:lnTo>
                  <a:lnTo>
                    <a:pt x="15824" y="14990"/>
                  </a:lnTo>
                  <a:lnTo>
                    <a:pt x="15394" y="15631"/>
                  </a:lnTo>
                  <a:lnTo>
                    <a:pt x="14979" y="16304"/>
                  </a:lnTo>
                  <a:lnTo>
                    <a:pt x="14581" y="17012"/>
                  </a:lnTo>
                  <a:lnTo>
                    <a:pt x="14199" y="17752"/>
                  </a:lnTo>
                  <a:lnTo>
                    <a:pt x="13832" y="18526"/>
                  </a:lnTo>
                  <a:lnTo>
                    <a:pt x="13490" y="19325"/>
                  </a:lnTo>
                  <a:lnTo>
                    <a:pt x="13178" y="20168"/>
                  </a:lnTo>
                  <a:lnTo>
                    <a:pt x="12897" y="21055"/>
                  </a:lnTo>
                  <a:lnTo>
                    <a:pt x="12647" y="21984"/>
                  </a:lnTo>
                  <a:lnTo>
                    <a:pt x="12428" y="22957"/>
                  </a:lnTo>
                  <a:lnTo>
                    <a:pt x="12239" y="23972"/>
                  </a:lnTo>
                  <a:lnTo>
                    <a:pt x="12082" y="25032"/>
                  </a:lnTo>
                  <a:lnTo>
                    <a:pt x="11955" y="26134"/>
                  </a:lnTo>
                  <a:lnTo>
                    <a:pt x="11859" y="27279"/>
                  </a:lnTo>
                  <a:lnTo>
                    <a:pt x="11795" y="28468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7350220" y="209679"/>
              <a:ext cx="31618" cy="68053"/>
            </a:xfrm>
            <a:custGeom>
              <a:avLst/>
              <a:pathLst>
                <a:path w="31618" h="68053">
                  <a:moveTo>
                    <a:pt x="370" y="68053"/>
                  </a:moveTo>
                  <a:lnTo>
                    <a:pt x="370" y="16797"/>
                  </a:lnTo>
                  <a:lnTo>
                    <a:pt x="369" y="16376"/>
                  </a:lnTo>
                  <a:lnTo>
                    <a:pt x="368" y="15954"/>
                  </a:lnTo>
                  <a:lnTo>
                    <a:pt x="364" y="15531"/>
                  </a:lnTo>
                  <a:lnTo>
                    <a:pt x="360" y="15107"/>
                  </a:lnTo>
                  <a:lnTo>
                    <a:pt x="355" y="14682"/>
                  </a:lnTo>
                  <a:lnTo>
                    <a:pt x="348" y="14255"/>
                  </a:lnTo>
                  <a:lnTo>
                    <a:pt x="340" y="13827"/>
                  </a:lnTo>
                  <a:lnTo>
                    <a:pt x="331" y="13398"/>
                  </a:lnTo>
                  <a:lnTo>
                    <a:pt x="320" y="12967"/>
                  </a:lnTo>
                  <a:lnTo>
                    <a:pt x="308" y="12536"/>
                  </a:lnTo>
                  <a:lnTo>
                    <a:pt x="308" y="12093"/>
                  </a:lnTo>
                  <a:lnTo>
                    <a:pt x="306" y="11654"/>
                  </a:lnTo>
                  <a:lnTo>
                    <a:pt x="303" y="11218"/>
                  </a:lnTo>
                  <a:lnTo>
                    <a:pt x="298" y="10787"/>
                  </a:lnTo>
                  <a:lnTo>
                    <a:pt x="293" y="10359"/>
                  </a:lnTo>
                  <a:lnTo>
                    <a:pt x="286" y="9935"/>
                  </a:lnTo>
                  <a:lnTo>
                    <a:pt x="278" y="9514"/>
                  </a:lnTo>
                  <a:lnTo>
                    <a:pt x="269" y="9097"/>
                  </a:lnTo>
                  <a:lnTo>
                    <a:pt x="258" y="8684"/>
                  </a:lnTo>
                  <a:lnTo>
                    <a:pt x="247" y="8275"/>
                  </a:lnTo>
                  <a:lnTo>
                    <a:pt x="234" y="7869"/>
                  </a:lnTo>
                  <a:lnTo>
                    <a:pt x="222" y="7469"/>
                  </a:lnTo>
                  <a:lnTo>
                    <a:pt x="209" y="7074"/>
                  </a:lnTo>
                  <a:lnTo>
                    <a:pt x="197" y="6684"/>
                  </a:lnTo>
                  <a:lnTo>
                    <a:pt x="185" y="6298"/>
                  </a:lnTo>
                  <a:lnTo>
                    <a:pt x="172" y="5918"/>
                  </a:lnTo>
                  <a:lnTo>
                    <a:pt x="160" y="5543"/>
                  </a:lnTo>
                  <a:lnTo>
                    <a:pt x="148" y="5172"/>
                  </a:lnTo>
                  <a:lnTo>
                    <a:pt x="135" y="4806"/>
                  </a:lnTo>
                  <a:lnTo>
                    <a:pt x="123" y="4446"/>
                  </a:lnTo>
                  <a:lnTo>
                    <a:pt x="111" y="4091"/>
                  </a:lnTo>
                  <a:lnTo>
                    <a:pt x="98" y="3744"/>
                  </a:lnTo>
                  <a:lnTo>
                    <a:pt x="86" y="3405"/>
                  </a:lnTo>
                  <a:lnTo>
                    <a:pt x="74" y="3072"/>
                  </a:lnTo>
                  <a:lnTo>
                    <a:pt x="61" y="2748"/>
                  </a:lnTo>
                  <a:lnTo>
                    <a:pt x="49" y="2430"/>
                  </a:lnTo>
                  <a:lnTo>
                    <a:pt x="37" y="2120"/>
                  </a:lnTo>
                  <a:lnTo>
                    <a:pt x="24" y="1818"/>
                  </a:lnTo>
                  <a:lnTo>
                    <a:pt x="12" y="1522"/>
                  </a:lnTo>
                  <a:lnTo>
                    <a:pt x="0" y="1235"/>
                  </a:lnTo>
                  <a:lnTo>
                    <a:pt x="10498" y="1235"/>
                  </a:lnTo>
                  <a:lnTo>
                    <a:pt x="10510" y="1523"/>
                  </a:lnTo>
                  <a:lnTo>
                    <a:pt x="10522" y="1820"/>
                  </a:lnTo>
                  <a:lnTo>
                    <a:pt x="10535" y="2126"/>
                  </a:lnTo>
                  <a:lnTo>
                    <a:pt x="10547" y="2440"/>
                  </a:lnTo>
                  <a:lnTo>
                    <a:pt x="10559" y="2763"/>
                  </a:lnTo>
                  <a:lnTo>
                    <a:pt x="10572" y="3095"/>
                  </a:lnTo>
                  <a:lnTo>
                    <a:pt x="10584" y="3435"/>
                  </a:lnTo>
                  <a:lnTo>
                    <a:pt x="10597" y="3784"/>
                  </a:lnTo>
                  <a:lnTo>
                    <a:pt x="10609" y="4141"/>
                  </a:lnTo>
                  <a:lnTo>
                    <a:pt x="10621" y="4508"/>
                  </a:lnTo>
                  <a:lnTo>
                    <a:pt x="10645" y="4867"/>
                  </a:lnTo>
                  <a:lnTo>
                    <a:pt x="10668" y="5229"/>
                  </a:lnTo>
                  <a:lnTo>
                    <a:pt x="10690" y="5593"/>
                  </a:lnTo>
                  <a:lnTo>
                    <a:pt x="10710" y="5960"/>
                  </a:lnTo>
                  <a:lnTo>
                    <a:pt x="10729" y="6329"/>
                  </a:lnTo>
                  <a:lnTo>
                    <a:pt x="10747" y="6701"/>
                  </a:lnTo>
                  <a:lnTo>
                    <a:pt x="10764" y="7075"/>
                  </a:lnTo>
                  <a:lnTo>
                    <a:pt x="10779" y="7452"/>
                  </a:lnTo>
                  <a:lnTo>
                    <a:pt x="10794" y="7831"/>
                  </a:lnTo>
                  <a:lnTo>
                    <a:pt x="10806" y="8213"/>
                  </a:lnTo>
                  <a:lnTo>
                    <a:pt x="10830" y="8594"/>
                  </a:lnTo>
                  <a:lnTo>
                    <a:pt x="10851" y="8974"/>
                  </a:lnTo>
                  <a:lnTo>
                    <a:pt x="10869" y="9350"/>
                  </a:lnTo>
                  <a:lnTo>
                    <a:pt x="10886" y="9725"/>
                  </a:lnTo>
                  <a:lnTo>
                    <a:pt x="10899" y="10096"/>
                  </a:lnTo>
                  <a:lnTo>
                    <a:pt x="10910" y="10466"/>
                  </a:lnTo>
                  <a:lnTo>
                    <a:pt x="10919" y="10832"/>
                  </a:lnTo>
                  <a:lnTo>
                    <a:pt x="10925" y="11197"/>
                  </a:lnTo>
                  <a:lnTo>
                    <a:pt x="10929" y="11559"/>
                  </a:lnTo>
                  <a:lnTo>
                    <a:pt x="10930" y="11918"/>
                  </a:lnTo>
                  <a:lnTo>
                    <a:pt x="10942" y="12259"/>
                  </a:lnTo>
                  <a:lnTo>
                    <a:pt x="10952" y="12590"/>
                  </a:lnTo>
                  <a:lnTo>
                    <a:pt x="10961" y="12911"/>
                  </a:lnTo>
                  <a:lnTo>
                    <a:pt x="10970" y="13222"/>
                  </a:lnTo>
                  <a:lnTo>
                    <a:pt x="10976" y="13524"/>
                  </a:lnTo>
                  <a:lnTo>
                    <a:pt x="10982" y="13815"/>
                  </a:lnTo>
                  <a:lnTo>
                    <a:pt x="10986" y="14097"/>
                  </a:lnTo>
                  <a:lnTo>
                    <a:pt x="10989" y="14368"/>
                  </a:lnTo>
                  <a:lnTo>
                    <a:pt x="10991" y="14630"/>
                  </a:lnTo>
                  <a:lnTo>
                    <a:pt x="10992" y="14882"/>
                  </a:lnTo>
                  <a:lnTo>
                    <a:pt x="11239" y="14882"/>
                  </a:lnTo>
                  <a:lnTo>
                    <a:pt x="11475" y="14127"/>
                  </a:lnTo>
                  <a:lnTo>
                    <a:pt x="11713" y="13393"/>
                  </a:lnTo>
                  <a:lnTo>
                    <a:pt x="11954" y="12679"/>
                  </a:lnTo>
                  <a:lnTo>
                    <a:pt x="12197" y="11987"/>
                  </a:lnTo>
                  <a:lnTo>
                    <a:pt x="12443" y="11316"/>
                  </a:lnTo>
                  <a:lnTo>
                    <a:pt x="12691" y="10666"/>
                  </a:lnTo>
                  <a:lnTo>
                    <a:pt x="12942" y="10036"/>
                  </a:lnTo>
                  <a:lnTo>
                    <a:pt x="13195" y="9428"/>
                  </a:lnTo>
                  <a:lnTo>
                    <a:pt x="13451" y="8841"/>
                  </a:lnTo>
                  <a:lnTo>
                    <a:pt x="13709" y="8275"/>
                  </a:lnTo>
                  <a:lnTo>
                    <a:pt x="13985" y="7717"/>
                  </a:lnTo>
                  <a:lnTo>
                    <a:pt x="14270" y="7180"/>
                  </a:lnTo>
                  <a:lnTo>
                    <a:pt x="14563" y="6665"/>
                  </a:lnTo>
                  <a:lnTo>
                    <a:pt x="14865" y="6170"/>
                  </a:lnTo>
                  <a:lnTo>
                    <a:pt x="15176" y="5696"/>
                  </a:lnTo>
                  <a:lnTo>
                    <a:pt x="15495" y="5244"/>
                  </a:lnTo>
                  <a:lnTo>
                    <a:pt x="15823" y="4812"/>
                  </a:lnTo>
                  <a:lnTo>
                    <a:pt x="16159" y="4401"/>
                  </a:lnTo>
                  <a:lnTo>
                    <a:pt x="16505" y="4012"/>
                  </a:lnTo>
                  <a:lnTo>
                    <a:pt x="16858" y="3643"/>
                  </a:lnTo>
                  <a:lnTo>
                    <a:pt x="17223" y="3282"/>
                  </a:lnTo>
                  <a:lnTo>
                    <a:pt x="17602" y="2941"/>
                  </a:lnTo>
                  <a:lnTo>
                    <a:pt x="17994" y="2620"/>
                  </a:lnTo>
                  <a:lnTo>
                    <a:pt x="18400" y="2319"/>
                  </a:lnTo>
                  <a:lnTo>
                    <a:pt x="18819" y="2037"/>
                  </a:lnTo>
                  <a:lnTo>
                    <a:pt x="19252" y="1776"/>
                  </a:lnTo>
                  <a:lnTo>
                    <a:pt x="19698" y="1533"/>
                  </a:lnTo>
                  <a:lnTo>
                    <a:pt x="20159" y="1311"/>
                  </a:lnTo>
                  <a:lnTo>
                    <a:pt x="20632" y="1109"/>
                  </a:lnTo>
                  <a:lnTo>
                    <a:pt x="21119" y="926"/>
                  </a:lnTo>
                  <a:lnTo>
                    <a:pt x="21624" y="750"/>
                  </a:lnTo>
                  <a:lnTo>
                    <a:pt x="22149" y="592"/>
                  </a:lnTo>
                  <a:lnTo>
                    <a:pt x="22696" y="453"/>
                  </a:lnTo>
                  <a:lnTo>
                    <a:pt x="23264" y="333"/>
                  </a:lnTo>
                  <a:lnTo>
                    <a:pt x="23852" y="231"/>
                  </a:lnTo>
                  <a:lnTo>
                    <a:pt x="24462" y="148"/>
                  </a:lnTo>
                  <a:lnTo>
                    <a:pt x="25092" y="83"/>
                  </a:lnTo>
                  <a:lnTo>
                    <a:pt x="25744" y="37"/>
                  </a:lnTo>
                  <a:lnTo>
                    <a:pt x="26416" y="9"/>
                  </a:lnTo>
                  <a:lnTo>
                    <a:pt x="27110" y="0"/>
                  </a:lnTo>
                  <a:lnTo>
                    <a:pt x="27380" y="2"/>
                  </a:lnTo>
                  <a:lnTo>
                    <a:pt x="27648" y="9"/>
                  </a:lnTo>
                  <a:lnTo>
                    <a:pt x="27914" y="22"/>
                  </a:lnTo>
                  <a:lnTo>
                    <a:pt x="28177" y="39"/>
                  </a:lnTo>
                  <a:lnTo>
                    <a:pt x="28437" y="61"/>
                  </a:lnTo>
                  <a:lnTo>
                    <a:pt x="28695" y="88"/>
                  </a:lnTo>
                  <a:lnTo>
                    <a:pt x="28951" y="121"/>
                  </a:lnTo>
                  <a:lnTo>
                    <a:pt x="29204" y="158"/>
                  </a:lnTo>
                  <a:lnTo>
                    <a:pt x="29455" y="200"/>
                  </a:lnTo>
                  <a:lnTo>
                    <a:pt x="29703" y="247"/>
                  </a:lnTo>
                  <a:lnTo>
                    <a:pt x="29945" y="284"/>
                  </a:lnTo>
                  <a:lnTo>
                    <a:pt x="30175" y="321"/>
                  </a:lnTo>
                  <a:lnTo>
                    <a:pt x="30394" y="358"/>
                  </a:lnTo>
                  <a:lnTo>
                    <a:pt x="30602" y="395"/>
                  </a:lnTo>
                  <a:lnTo>
                    <a:pt x="30799" y="432"/>
                  </a:lnTo>
                  <a:lnTo>
                    <a:pt x="30985" y="469"/>
                  </a:lnTo>
                  <a:lnTo>
                    <a:pt x="31160" y="506"/>
                  </a:lnTo>
                  <a:lnTo>
                    <a:pt x="31324" y="543"/>
                  </a:lnTo>
                  <a:lnTo>
                    <a:pt x="31476" y="580"/>
                  </a:lnTo>
                  <a:lnTo>
                    <a:pt x="31618" y="617"/>
                  </a:lnTo>
                  <a:lnTo>
                    <a:pt x="31618" y="10806"/>
                  </a:lnTo>
                  <a:lnTo>
                    <a:pt x="31392" y="10747"/>
                  </a:lnTo>
                  <a:lnTo>
                    <a:pt x="31158" y="10690"/>
                  </a:lnTo>
                  <a:lnTo>
                    <a:pt x="30917" y="10638"/>
                  </a:lnTo>
                  <a:lnTo>
                    <a:pt x="30669" y="10589"/>
                  </a:lnTo>
                  <a:lnTo>
                    <a:pt x="30413" y="10544"/>
                  </a:lnTo>
                  <a:lnTo>
                    <a:pt x="30150" y="10503"/>
                  </a:lnTo>
                  <a:lnTo>
                    <a:pt x="29880" y="10465"/>
                  </a:lnTo>
                  <a:lnTo>
                    <a:pt x="29602" y="10431"/>
                  </a:lnTo>
                  <a:lnTo>
                    <a:pt x="29317" y="10401"/>
                  </a:lnTo>
                  <a:lnTo>
                    <a:pt x="29024" y="10374"/>
                  </a:lnTo>
                  <a:lnTo>
                    <a:pt x="28724" y="10339"/>
                  </a:lnTo>
                  <a:lnTo>
                    <a:pt x="28416" y="10308"/>
                  </a:lnTo>
                  <a:lnTo>
                    <a:pt x="28101" y="10280"/>
                  </a:lnTo>
                  <a:lnTo>
                    <a:pt x="27779" y="10256"/>
                  </a:lnTo>
                  <a:lnTo>
                    <a:pt x="27449" y="10235"/>
                  </a:lnTo>
                  <a:lnTo>
                    <a:pt x="27112" y="10219"/>
                  </a:lnTo>
                  <a:lnTo>
                    <a:pt x="26767" y="10206"/>
                  </a:lnTo>
                  <a:lnTo>
                    <a:pt x="26415" y="10196"/>
                  </a:lnTo>
                  <a:lnTo>
                    <a:pt x="26056" y="10191"/>
                  </a:lnTo>
                  <a:lnTo>
                    <a:pt x="25689" y="10189"/>
                  </a:lnTo>
                  <a:lnTo>
                    <a:pt x="24935" y="10206"/>
                  </a:lnTo>
                  <a:lnTo>
                    <a:pt x="24202" y="10258"/>
                  </a:lnTo>
                  <a:lnTo>
                    <a:pt x="23492" y="10345"/>
                  </a:lnTo>
                  <a:lnTo>
                    <a:pt x="22804" y="10466"/>
                  </a:lnTo>
                  <a:lnTo>
                    <a:pt x="22138" y="10621"/>
                  </a:lnTo>
                  <a:lnTo>
                    <a:pt x="21495" y="10811"/>
                  </a:lnTo>
                  <a:lnTo>
                    <a:pt x="20874" y="11036"/>
                  </a:lnTo>
                  <a:lnTo>
                    <a:pt x="20275" y="11296"/>
                  </a:lnTo>
                  <a:lnTo>
                    <a:pt x="19698" y="11590"/>
                  </a:lnTo>
                  <a:lnTo>
                    <a:pt x="19143" y="11918"/>
                  </a:lnTo>
                  <a:lnTo>
                    <a:pt x="18621" y="12277"/>
                  </a:lnTo>
                  <a:lnTo>
                    <a:pt x="18118" y="12664"/>
                  </a:lnTo>
                  <a:lnTo>
                    <a:pt x="17633" y="13078"/>
                  </a:lnTo>
                  <a:lnTo>
                    <a:pt x="17167" y="13519"/>
                  </a:lnTo>
                  <a:lnTo>
                    <a:pt x="16719" y="13987"/>
                  </a:lnTo>
                  <a:lnTo>
                    <a:pt x="16290" y="14482"/>
                  </a:lnTo>
                  <a:lnTo>
                    <a:pt x="15880" y="15005"/>
                  </a:lnTo>
                  <a:lnTo>
                    <a:pt x="15487" y="15554"/>
                  </a:lnTo>
                  <a:lnTo>
                    <a:pt x="15114" y="16131"/>
                  </a:lnTo>
                  <a:lnTo>
                    <a:pt x="14759" y="16735"/>
                  </a:lnTo>
                  <a:lnTo>
                    <a:pt x="14434" y="17352"/>
                  </a:lnTo>
                  <a:lnTo>
                    <a:pt x="14126" y="17995"/>
                  </a:lnTo>
                  <a:lnTo>
                    <a:pt x="13836" y="18662"/>
                  </a:lnTo>
                  <a:lnTo>
                    <a:pt x="13563" y="19353"/>
                  </a:lnTo>
                  <a:lnTo>
                    <a:pt x="13308" y="20070"/>
                  </a:lnTo>
                  <a:lnTo>
                    <a:pt x="13069" y="20811"/>
                  </a:lnTo>
                  <a:lnTo>
                    <a:pt x="12848" y="21576"/>
                  </a:lnTo>
                  <a:lnTo>
                    <a:pt x="12644" y="22367"/>
                  </a:lnTo>
                  <a:lnTo>
                    <a:pt x="12458" y="23182"/>
                  </a:lnTo>
                  <a:lnTo>
                    <a:pt x="12289" y="24022"/>
                  </a:lnTo>
                  <a:lnTo>
                    <a:pt x="12136" y="24870"/>
                  </a:lnTo>
                  <a:lnTo>
                    <a:pt x="12000" y="25734"/>
                  </a:lnTo>
                  <a:lnTo>
                    <a:pt x="11879" y="26614"/>
                  </a:lnTo>
                  <a:lnTo>
                    <a:pt x="11775" y="27510"/>
                  </a:lnTo>
                  <a:lnTo>
                    <a:pt x="11686" y="28422"/>
                  </a:lnTo>
                  <a:lnTo>
                    <a:pt x="11614" y="29350"/>
                  </a:lnTo>
                  <a:lnTo>
                    <a:pt x="11558" y="30294"/>
                  </a:lnTo>
                  <a:lnTo>
                    <a:pt x="11518" y="31255"/>
                  </a:lnTo>
                  <a:lnTo>
                    <a:pt x="11494" y="32231"/>
                  </a:lnTo>
                  <a:lnTo>
                    <a:pt x="11486" y="33223"/>
                  </a:lnTo>
                  <a:lnTo>
                    <a:pt x="11486" y="68053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7392337" y="209679"/>
              <a:ext cx="53726" cy="68053"/>
            </a:xfrm>
            <a:custGeom>
              <a:avLst/>
              <a:pathLst>
                <a:path w="53726" h="68053">
                  <a:moveTo>
                    <a:pt x="42548" y="68053"/>
                  </a:moveTo>
                  <a:lnTo>
                    <a:pt x="42548" y="25689"/>
                  </a:lnTo>
                  <a:lnTo>
                    <a:pt x="42541" y="24730"/>
                  </a:lnTo>
                  <a:lnTo>
                    <a:pt x="42518" y="23802"/>
                  </a:lnTo>
                  <a:lnTo>
                    <a:pt x="42481" y="22907"/>
                  </a:lnTo>
                  <a:lnTo>
                    <a:pt x="42430" y="22043"/>
                  </a:lnTo>
                  <a:lnTo>
                    <a:pt x="42363" y="21212"/>
                  </a:lnTo>
                  <a:lnTo>
                    <a:pt x="42281" y="20413"/>
                  </a:lnTo>
                  <a:lnTo>
                    <a:pt x="42185" y="19646"/>
                  </a:lnTo>
                  <a:lnTo>
                    <a:pt x="42074" y="18911"/>
                  </a:lnTo>
                  <a:lnTo>
                    <a:pt x="41948" y="18208"/>
                  </a:lnTo>
                  <a:lnTo>
                    <a:pt x="41807" y="17538"/>
                  </a:lnTo>
                  <a:lnTo>
                    <a:pt x="41662" y="16896"/>
                  </a:lnTo>
                  <a:lnTo>
                    <a:pt x="41498" y="16280"/>
                  </a:lnTo>
                  <a:lnTo>
                    <a:pt x="41316" y="15691"/>
                  </a:lnTo>
                  <a:lnTo>
                    <a:pt x="41115" y="15127"/>
                  </a:lnTo>
                  <a:lnTo>
                    <a:pt x="40896" y="14589"/>
                  </a:lnTo>
                  <a:lnTo>
                    <a:pt x="40658" y="14077"/>
                  </a:lnTo>
                  <a:lnTo>
                    <a:pt x="40402" y="13591"/>
                  </a:lnTo>
                  <a:lnTo>
                    <a:pt x="40127" y="13131"/>
                  </a:lnTo>
                  <a:lnTo>
                    <a:pt x="39834" y="12697"/>
                  </a:lnTo>
                  <a:lnTo>
                    <a:pt x="39522" y="12289"/>
                  </a:lnTo>
                  <a:lnTo>
                    <a:pt x="39191" y="11893"/>
                  </a:lnTo>
                  <a:lnTo>
                    <a:pt x="38838" y="11523"/>
                  </a:lnTo>
                  <a:lnTo>
                    <a:pt x="38464" y="11177"/>
                  </a:lnTo>
                  <a:lnTo>
                    <a:pt x="38070" y="10856"/>
                  </a:lnTo>
                  <a:lnTo>
                    <a:pt x="37654" y="10559"/>
                  </a:lnTo>
                  <a:lnTo>
                    <a:pt x="37217" y="10288"/>
                  </a:lnTo>
                  <a:lnTo>
                    <a:pt x="36760" y="10041"/>
                  </a:lnTo>
                  <a:lnTo>
                    <a:pt x="36281" y="9818"/>
                  </a:lnTo>
                  <a:lnTo>
                    <a:pt x="35782" y="9621"/>
                  </a:lnTo>
                  <a:lnTo>
                    <a:pt x="35261" y="9448"/>
                  </a:lnTo>
                  <a:lnTo>
                    <a:pt x="34729" y="9284"/>
                  </a:lnTo>
                  <a:lnTo>
                    <a:pt x="34172" y="9137"/>
                  </a:lnTo>
                  <a:lnTo>
                    <a:pt x="33588" y="9007"/>
                  </a:lnTo>
                  <a:lnTo>
                    <a:pt x="32979" y="8895"/>
                  </a:lnTo>
                  <a:lnTo>
                    <a:pt x="32343" y="8799"/>
                  </a:lnTo>
                  <a:lnTo>
                    <a:pt x="31682" y="8722"/>
                  </a:lnTo>
                  <a:lnTo>
                    <a:pt x="30995" y="8661"/>
                  </a:lnTo>
                  <a:lnTo>
                    <a:pt x="30281" y="8618"/>
                  </a:lnTo>
                  <a:lnTo>
                    <a:pt x="29542" y="8592"/>
                  </a:lnTo>
                  <a:lnTo>
                    <a:pt x="28777" y="8583"/>
                  </a:lnTo>
                  <a:lnTo>
                    <a:pt x="27994" y="8598"/>
                  </a:lnTo>
                  <a:lnTo>
                    <a:pt x="27226" y="8640"/>
                  </a:lnTo>
                  <a:lnTo>
                    <a:pt x="26472" y="8711"/>
                  </a:lnTo>
                  <a:lnTo>
                    <a:pt x="25734" y="8811"/>
                  </a:lnTo>
                  <a:lnTo>
                    <a:pt x="25010" y="8938"/>
                  </a:lnTo>
                  <a:lnTo>
                    <a:pt x="24301" y="9095"/>
                  </a:lnTo>
                  <a:lnTo>
                    <a:pt x="23607" y="9279"/>
                  </a:lnTo>
                  <a:lnTo>
                    <a:pt x="22928" y="9492"/>
                  </a:lnTo>
                  <a:lnTo>
                    <a:pt x="22263" y="9734"/>
                  </a:lnTo>
                  <a:lnTo>
                    <a:pt x="21613" y="10004"/>
                  </a:lnTo>
                  <a:lnTo>
                    <a:pt x="20992" y="10288"/>
                  </a:lnTo>
                  <a:lnTo>
                    <a:pt x="20388" y="10599"/>
                  </a:lnTo>
                  <a:lnTo>
                    <a:pt x="19802" y="10936"/>
                  </a:lnTo>
                  <a:lnTo>
                    <a:pt x="19232" y="11298"/>
                  </a:lnTo>
                  <a:lnTo>
                    <a:pt x="18680" y="11686"/>
                  </a:lnTo>
                  <a:lnTo>
                    <a:pt x="18145" y="12101"/>
                  </a:lnTo>
                  <a:lnTo>
                    <a:pt x="17628" y="12541"/>
                  </a:lnTo>
                  <a:lnTo>
                    <a:pt x="17128" y="13007"/>
                  </a:lnTo>
                  <a:lnTo>
                    <a:pt x="16645" y="13500"/>
                  </a:lnTo>
                  <a:lnTo>
                    <a:pt x="16179" y="14018"/>
                  </a:lnTo>
                  <a:lnTo>
                    <a:pt x="15744" y="14549"/>
                  </a:lnTo>
                  <a:lnTo>
                    <a:pt x="15329" y="15107"/>
                  </a:lnTo>
                  <a:lnTo>
                    <a:pt x="14934" y="15691"/>
                  </a:lnTo>
                  <a:lnTo>
                    <a:pt x="14559" y="16300"/>
                  </a:lnTo>
                  <a:lnTo>
                    <a:pt x="14203" y="16936"/>
                  </a:lnTo>
                  <a:lnTo>
                    <a:pt x="13867" y="17597"/>
                  </a:lnTo>
                  <a:lnTo>
                    <a:pt x="13551" y="18284"/>
                  </a:lnTo>
                  <a:lnTo>
                    <a:pt x="13254" y="18998"/>
                  </a:lnTo>
                  <a:lnTo>
                    <a:pt x="12978" y="19737"/>
                  </a:lnTo>
                  <a:lnTo>
                    <a:pt x="12721" y="20502"/>
                  </a:lnTo>
                  <a:lnTo>
                    <a:pt x="12486" y="21279"/>
                  </a:lnTo>
                  <a:lnTo>
                    <a:pt x="12276" y="22080"/>
                  </a:lnTo>
                  <a:lnTo>
                    <a:pt x="12091" y="22905"/>
                  </a:lnTo>
                  <a:lnTo>
                    <a:pt x="11930" y="23753"/>
                  </a:lnTo>
                  <a:lnTo>
                    <a:pt x="11795" y="24624"/>
                  </a:lnTo>
                  <a:lnTo>
                    <a:pt x="11683" y="25519"/>
                  </a:lnTo>
                  <a:lnTo>
                    <a:pt x="11597" y="26437"/>
                  </a:lnTo>
                  <a:lnTo>
                    <a:pt x="11535" y="27379"/>
                  </a:lnTo>
                  <a:lnTo>
                    <a:pt x="11498" y="28344"/>
                  </a:lnTo>
                  <a:lnTo>
                    <a:pt x="11486" y="29333"/>
                  </a:lnTo>
                  <a:lnTo>
                    <a:pt x="11486" y="68053"/>
                  </a:lnTo>
                  <a:lnTo>
                    <a:pt x="370" y="68053"/>
                  </a:lnTo>
                  <a:lnTo>
                    <a:pt x="370" y="15500"/>
                  </a:lnTo>
                  <a:lnTo>
                    <a:pt x="369" y="15078"/>
                  </a:lnTo>
                  <a:lnTo>
                    <a:pt x="368" y="14653"/>
                  </a:lnTo>
                  <a:lnTo>
                    <a:pt x="364" y="14223"/>
                  </a:lnTo>
                  <a:lnTo>
                    <a:pt x="360" y="13790"/>
                  </a:lnTo>
                  <a:lnTo>
                    <a:pt x="355" y="13354"/>
                  </a:lnTo>
                  <a:lnTo>
                    <a:pt x="348" y="12914"/>
                  </a:lnTo>
                  <a:lnTo>
                    <a:pt x="340" y="12470"/>
                  </a:lnTo>
                  <a:lnTo>
                    <a:pt x="331" y="12022"/>
                  </a:lnTo>
                  <a:lnTo>
                    <a:pt x="320" y="11570"/>
                  </a:lnTo>
                  <a:lnTo>
                    <a:pt x="308" y="11115"/>
                  </a:lnTo>
                  <a:lnTo>
                    <a:pt x="308" y="10649"/>
                  </a:lnTo>
                  <a:lnTo>
                    <a:pt x="306" y="10189"/>
                  </a:lnTo>
                  <a:lnTo>
                    <a:pt x="303" y="9735"/>
                  </a:lnTo>
                  <a:lnTo>
                    <a:pt x="298" y="9287"/>
                  </a:lnTo>
                  <a:lnTo>
                    <a:pt x="293" y="8846"/>
                  </a:lnTo>
                  <a:lnTo>
                    <a:pt x="286" y="8410"/>
                  </a:lnTo>
                  <a:lnTo>
                    <a:pt x="278" y="7981"/>
                  </a:lnTo>
                  <a:lnTo>
                    <a:pt x="269" y="7558"/>
                  </a:lnTo>
                  <a:lnTo>
                    <a:pt x="258" y="7141"/>
                  </a:lnTo>
                  <a:lnTo>
                    <a:pt x="247" y="6731"/>
                  </a:lnTo>
                  <a:lnTo>
                    <a:pt x="234" y="6317"/>
                  </a:lnTo>
                  <a:lnTo>
                    <a:pt x="222" y="5916"/>
                  </a:lnTo>
                  <a:lnTo>
                    <a:pt x="209" y="5526"/>
                  </a:lnTo>
                  <a:lnTo>
                    <a:pt x="197" y="5150"/>
                  </a:lnTo>
                  <a:lnTo>
                    <a:pt x="185" y="4785"/>
                  </a:lnTo>
                  <a:lnTo>
                    <a:pt x="172" y="4433"/>
                  </a:lnTo>
                  <a:lnTo>
                    <a:pt x="160" y="4094"/>
                  </a:lnTo>
                  <a:lnTo>
                    <a:pt x="148" y="3767"/>
                  </a:lnTo>
                  <a:lnTo>
                    <a:pt x="135" y="3452"/>
                  </a:lnTo>
                  <a:lnTo>
                    <a:pt x="123" y="3149"/>
                  </a:lnTo>
                  <a:lnTo>
                    <a:pt x="111" y="2863"/>
                  </a:lnTo>
                  <a:lnTo>
                    <a:pt x="98" y="2598"/>
                  </a:lnTo>
                  <a:lnTo>
                    <a:pt x="86" y="2354"/>
                  </a:lnTo>
                  <a:lnTo>
                    <a:pt x="74" y="2131"/>
                  </a:lnTo>
                  <a:lnTo>
                    <a:pt x="61" y="1929"/>
                  </a:lnTo>
                  <a:lnTo>
                    <a:pt x="49" y="1748"/>
                  </a:lnTo>
                  <a:lnTo>
                    <a:pt x="37" y="1588"/>
                  </a:lnTo>
                  <a:lnTo>
                    <a:pt x="0" y="1235"/>
                  </a:lnTo>
                  <a:lnTo>
                    <a:pt x="10535" y="1514"/>
                  </a:lnTo>
                  <a:lnTo>
                    <a:pt x="10547" y="1650"/>
                  </a:lnTo>
                  <a:lnTo>
                    <a:pt x="10559" y="1806"/>
                  </a:lnTo>
                  <a:lnTo>
                    <a:pt x="10572" y="1983"/>
                  </a:lnTo>
                  <a:lnTo>
                    <a:pt x="10584" y="2181"/>
                  </a:lnTo>
                  <a:lnTo>
                    <a:pt x="10597" y="2401"/>
                  </a:lnTo>
                  <a:lnTo>
                    <a:pt x="10609" y="2641"/>
                  </a:lnTo>
                  <a:lnTo>
                    <a:pt x="10621" y="2902"/>
                  </a:lnTo>
                  <a:lnTo>
                    <a:pt x="10634" y="3178"/>
                  </a:lnTo>
                  <a:lnTo>
                    <a:pt x="10646" y="3463"/>
                  </a:lnTo>
                  <a:lnTo>
                    <a:pt x="10658" y="3756"/>
                  </a:lnTo>
                  <a:lnTo>
                    <a:pt x="10671" y="4058"/>
                  </a:lnTo>
                  <a:lnTo>
                    <a:pt x="10683" y="4369"/>
                  </a:lnTo>
                  <a:lnTo>
                    <a:pt x="10695" y="4688"/>
                  </a:lnTo>
                  <a:lnTo>
                    <a:pt x="10708" y="5016"/>
                  </a:lnTo>
                  <a:lnTo>
                    <a:pt x="10720" y="5352"/>
                  </a:lnTo>
                  <a:lnTo>
                    <a:pt x="10732" y="5698"/>
                  </a:lnTo>
                  <a:lnTo>
                    <a:pt x="10745" y="6051"/>
                  </a:lnTo>
                  <a:lnTo>
                    <a:pt x="10769" y="6398"/>
                  </a:lnTo>
                  <a:lnTo>
                    <a:pt x="10792" y="6748"/>
                  </a:lnTo>
                  <a:lnTo>
                    <a:pt x="10813" y="7100"/>
                  </a:lnTo>
                  <a:lnTo>
                    <a:pt x="10834" y="7454"/>
                  </a:lnTo>
                  <a:lnTo>
                    <a:pt x="10853" y="7811"/>
                  </a:lnTo>
                  <a:lnTo>
                    <a:pt x="10871" y="8171"/>
                  </a:lnTo>
                  <a:lnTo>
                    <a:pt x="10887" y="8533"/>
                  </a:lnTo>
                  <a:lnTo>
                    <a:pt x="10903" y="8897"/>
                  </a:lnTo>
                  <a:lnTo>
                    <a:pt x="10917" y="9264"/>
                  </a:lnTo>
                  <a:lnTo>
                    <a:pt x="10930" y="9633"/>
                  </a:lnTo>
                  <a:lnTo>
                    <a:pt x="10942" y="9986"/>
                  </a:lnTo>
                  <a:lnTo>
                    <a:pt x="10952" y="10327"/>
                  </a:lnTo>
                  <a:lnTo>
                    <a:pt x="10961" y="10658"/>
                  </a:lnTo>
                  <a:lnTo>
                    <a:pt x="10970" y="10977"/>
                  </a:lnTo>
                  <a:lnTo>
                    <a:pt x="10976" y="11285"/>
                  </a:lnTo>
                  <a:lnTo>
                    <a:pt x="10982" y="11582"/>
                  </a:lnTo>
                  <a:lnTo>
                    <a:pt x="10986" y="11868"/>
                  </a:lnTo>
                  <a:lnTo>
                    <a:pt x="10989" y="12143"/>
                  </a:lnTo>
                  <a:lnTo>
                    <a:pt x="10991" y="12407"/>
                  </a:lnTo>
                  <a:lnTo>
                    <a:pt x="10992" y="12659"/>
                  </a:lnTo>
                  <a:lnTo>
                    <a:pt x="11177" y="12659"/>
                  </a:lnTo>
                  <a:lnTo>
                    <a:pt x="11501" y="12084"/>
                  </a:lnTo>
                  <a:lnTo>
                    <a:pt x="11832" y="11520"/>
                  </a:lnTo>
                  <a:lnTo>
                    <a:pt x="12168" y="10968"/>
                  </a:lnTo>
                  <a:lnTo>
                    <a:pt x="12511" y="10426"/>
                  </a:lnTo>
                  <a:lnTo>
                    <a:pt x="12860" y="9896"/>
                  </a:lnTo>
                  <a:lnTo>
                    <a:pt x="13215" y="9376"/>
                  </a:lnTo>
                  <a:lnTo>
                    <a:pt x="13576" y="8868"/>
                  </a:lnTo>
                  <a:lnTo>
                    <a:pt x="13944" y="8371"/>
                  </a:lnTo>
                  <a:lnTo>
                    <a:pt x="14317" y="7885"/>
                  </a:lnTo>
                  <a:lnTo>
                    <a:pt x="14697" y="7410"/>
                  </a:lnTo>
                  <a:lnTo>
                    <a:pt x="15086" y="6948"/>
                  </a:lnTo>
                  <a:lnTo>
                    <a:pt x="15487" y="6501"/>
                  </a:lnTo>
                  <a:lnTo>
                    <a:pt x="15901" y="6069"/>
                  </a:lnTo>
                  <a:lnTo>
                    <a:pt x="16327" y="5651"/>
                  </a:lnTo>
                  <a:lnTo>
                    <a:pt x="16766" y="5249"/>
                  </a:lnTo>
                  <a:lnTo>
                    <a:pt x="17217" y="4861"/>
                  </a:lnTo>
                  <a:lnTo>
                    <a:pt x="17680" y="4488"/>
                  </a:lnTo>
                  <a:lnTo>
                    <a:pt x="18155" y="4130"/>
                  </a:lnTo>
                  <a:lnTo>
                    <a:pt x="18643" y="3786"/>
                  </a:lnTo>
                  <a:lnTo>
                    <a:pt x="19143" y="3458"/>
                  </a:lnTo>
                  <a:lnTo>
                    <a:pt x="19657" y="3132"/>
                  </a:lnTo>
                  <a:lnTo>
                    <a:pt x="20186" y="2823"/>
                  </a:lnTo>
                  <a:lnTo>
                    <a:pt x="20729" y="2530"/>
                  </a:lnTo>
                  <a:lnTo>
                    <a:pt x="21287" y="2252"/>
                  </a:lnTo>
                  <a:lnTo>
                    <a:pt x="21860" y="1991"/>
                  </a:lnTo>
                  <a:lnTo>
                    <a:pt x="22448" y="1746"/>
                  </a:lnTo>
                  <a:lnTo>
                    <a:pt x="23051" y="1517"/>
                  </a:lnTo>
                  <a:lnTo>
                    <a:pt x="23669" y="1304"/>
                  </a:lnTo>
                  <a:lnTo>
                    <a:pt x="24301" y="1107"/>
                  </a:lnTo>
                  <a:lnTo>
                    <a:pt x="24948" y="926"/>
                  </a:lnTo>
                  <a:lnTo>
                    <a:pt x="25613" y="750"/>
                  </a:lnTo>
                  <a:lnTo>
                    <a:pt x="26299" y="592"/>
                  </a:lnTo>
                  <a:lnTo>
                    <a:pt x="27006" y="453"/>
                  </a:lnTo>
                  <a:lnTo>
                    <a:pt x="27735" y="333"/>
                  </a:lnTo>
                  <a:lnTo>
                    <a:pt x="28484" y="231"/>
                  </a:lnTo>
                  <a:lnTo>
                    <a:pt x="29254" y="148"/>
                  </a:lnTo>
                  <a:lnTo>
                    <a:pt x="30045" y="83"/>
                  </a:lnTo>
                  <a:lnTo>
                    <a:pt x="30857" y="37"/>
                  </a:lnTo>
                  <a:lnTo>
                    <a:pt x="31690" y="9"/>
                  </a:lnTo>
                  <a:lnTo>
                    <a:pt x="32544" y="0"/>
                  </a:lnTo>
                  <a:lnTo>
                    <a:pt x="33640" y="13"/>
                  </a:lnTo>
                  <a:lnTo>
                    <a:pt x="34705" y="54"/>
                  </a:lnTo>
                  <a:lnTo>
                    <a:pt x="35740" y="122"/>
                  </a:lnTo>
                  <a:lnTo>
                    <a:pt x="36743" y="217"/>
                  </a:lnTo>
                  <a:lnTo>
                    <a:pt x="37716" y="339"/>
                  </a:lnTo>
                  <a:lnTo>
                    <a:pt x="38658" y="489"/>
                  </a:lnTo>
                  <a:lnTo>
                    <a:pt x="39568" y="665"/>
                  </a:lnTo>
                  <a:lnTo>
                    <a:pt x="40448" y="869"/>
                  </a:lnTo>
                  <a:lnTo>
                    <a:pt x="41298" y="1100"/>
                  </a:lnTo>
                  <a:lnTo>
                    <a:pt x="42116" y="1358"/>
                  </a:lnTo>
                  <a:lnTo>
                    <a:pt x="42904" y="1645"/>
                  </a:lnTo>
                  <a:lnTo>
                    <a:pt x="43665" y="1961"/>
                  </a:lnTo>
                  <a:lnTo>
                    <a:pt x="44396" y="2307"/>
                  </a:lnTo>
                  <a:lnTo>
                    <a:pt x="45100" y="2682"/>
                  </a:lnTo>
                  <a:lnTo>
                    <a:pt x="45775" y="3087"/>
                  </a:lnTo>
                  <a:lnTo>
                    <a:pt x="46421" y="3522"/>
                  </a:lnTo>
                  <a:lnTo>
                    <a:pt x="47039" y="3986"/>
                  </a:lnTo>
                  <a:lnTo>
                    <a:pt x="47629" y="4480"/>
                  </a:lnTo>
                  <a:lnTo>
                    <a:pt x="48191" y="5004"/>
                  </a:lnTo>
                  <a:lnTo>
                    <a:pt x="48724" y="5557"/>
                  </a:lnTo>
                  <a:lnTo>
                    <a:pt x="49228" y="6142"/>
                  </a:lnTo>
                  <a:lnTo>
                    <a:pt x="49704" y="6760"/>
                  </a:lnTo>
                  <a:lnTo>
                    <a:pt x="50152" y="7412"/>
                  </a:lnTo>
                  <a:lnTo>
                    <a:pt x="50571" y="8097"/>
                  </a:lnTo>
                  <a:lnTo>
                    <a:pt x="50962" y="8815"/>
                  </a:lnTo>
                  <a:lnTo>
                    <a:pt x="51325" y="9566"/>
                  </a:lnTo>
                  <a:lnTo>
                    <a:pt x="51659" y="10351"/>
                  </a:lnTo>
                  <a:lnTo>
                    <a:pt x="51964" y="11170"/>
                  </a:lnTo>
                  <a:lnTo>
                    <a:pt x="52242" y="12021"/>
                  </a:lnTo>
                  <a:lnTo>
                    <a:pt x="52491" y="12906"/>
                  </a:lnTo>
                  <a:lnTo>
                    <a:pt x="52725" y="13813"/>
                  </a:lnTo>
                  <a:lnTo>
                    <a:pt x="52935" y="14754"/>
                  </a:lnTo>
                  <a:lnTo>
                    <a:pt x="53120" y="15730"/>
                  </a:lnTo>
                  <a:lnTo>
                    <a:pt x="53281" y="16740"/>
                  </a:lnTo>
                  <a:lnTo>
                    <a:pt x="53417" y="17785"/>
                  </a:lnTo>
                  <a:lnTo>
                    <a:pt x="53528" y="18864"/>
                  </a:lnTo>
                  <a:lnTo>
                    <a:pt x="53614" y="19978"/>
                  </a:lnTo>
                  <a:lnTo>
                    <a:pt x="53676" y="21127"/>
                  </a:lnTo>
                  <a:lnTo>
                    <a:pt x="53713" y="22310"/>
                  </a:lnTo>
                  <a:lnTo>
                    <a:pt x="53726" y="23528"/>
                  </a:lnTo>
                  <a:lnTo>
                    <a:pt x="53726" y="68053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7459649" y="209679"/>
              <a:ext cx="59345" cy="69288"/>
            </a:xfrm>
            <a:custGeom>
              <a:avLst/>
              <a:pathLst>
                <a:path w="59345" h="69288">
                  <a:moveTo>
                    <a:pt x="11671" y="36990"/>
                  </a:moveTo>
                  <a:lnTo>
                    <a:pt x="11682" y="38032"/>
                  </a:lnTo>
                  <a:lnTo>
                    <a:pt x="11713" y="39058"/>
                  </a:lnTo>
                  <a:lnTo>
                    <a:pt x="11766" y="40067"/>
                  </a:lnTo>
                  <a:lnTo>
                    <a:pt x="11839" y="41061"/>
                  </a:lnTo>
                  <a:lnTo>
                    <a:pt x="11933" y="42039"/>
                  </a:lnTo>
                  <a:lnTo>
                    <a:pt x="12049" y="43000"/>
                  </a:lnTo>
                  <a:lnTo>
                    <a:pt x="12185" y="43946"/>
                  </a:lnTo>
                  <a:lnTo>
                    <a:pt x="12343" y="44875"/>
                  </a:lnTo>
                  <a:lnTo>
                    <a:pt x="12521" y="45788"/>
                  </a:lnTo>
                  <a:lnTo>
                    <a:pt x="12721" y="46686"/>
                  </a:lnTo>
                  <a:lnTo>
                    <a:pt x="12954" y="47551"/>
                  </a:lnTo>
                  <a:lnTo>
                    <a:pt x="13210" y="48393"/>
                  </a:lnTo>
                  <a:lnTo>
                    <a:pt x="13488" y="49211"/>
                  </a:lnTo>
                  <a:lnTo>
                    <a:pt x="13788" y="50006"/>
                  </a:lnTo>
                  <a:lnTo>
                    <a:pt x="14110" y="50777"/>
                  </a:lnTo>
                  <a:lnTo>
                    <a:pt x="14455" y="51525"/>
                  </a:lnTo>
                  <a:lnTo>
                    <a:pt x="14822" y="52249"/>
                  </a:lnTo>
                  <a:lnTo>
                    <a:pt x="15211" y="52950"/>
                  </a:lnTo>
                  <a:lnTo>
                    <a:pt x="15622" y="53627"/>
                  </a:lnTo>
                  <a:lnTo>
                    <a:pt x="16056" y="54281"/>
                  </a:lnTo>
                  <a:lnTo>
                    <a:pt x="16525" y="54898"/>
                  </a:lnTo>
                  <a:lnTo>
                    <a:pt x="17019" y="55487"/>
                  </a:lnTo>
                  <a:lnTo>
                    <a:pt x="17538" y="56049"/>
                  </a:lnTo>
                  <a:lnTo>
                    <a:pt x="18081" y="56584"/>
                  </a:lnTo>
                  <a:lnTo>
                    <a:pt x="18649" y="57091"/>
                  </a:lnTo>
                  <a:lnTo>
                    <a:pt x="19242" y="57572"/>
                  </a:lnTo>
                  <a:lnTo>
                    <a:pt x="19860" y="58025"/>
                  </a:lnTo>
                  <a:lnTo>
                    <a:pt x="20502" y="58451"/>
                  </a:lnTo>
                  <a:lnTo>
                    <a:pt x="21169" y="58850"/>
                  </a:lnTo>
                  <a:lnTo>
                    <a:pt x="21860" y="59222"/>
                  </a:lnTo>
                  <a:lnTo>
                    <a:pt x="22579" y="59550"/>
                  </a:lnTo>
                  <a:lnTo>
                    <a:pt x="23325" y="59844"/>
                  </a:lnTo>
                  <a:lnTo>
                    <a:pt x="24100" y="60104"/>
                  </a:lnTo>
                  <a:lnTo>
                    <a:pt x="24904" y="60328"/>
                  </a:lnTo>
                  <a:lnTo>
                    <a:pt x="25736" y="60519"/>
                  </a:lnTo>
                  <a:lnTo>
                    <a:pt x="26596" y="60674"/>
                  </a:lnTo>
                  <a:lnTo>
                    <a:pt x="27484" y="60795"/>
                  </a:lnTo>
                  <a:lnTo>
                    <a:pt x="28401" y="60882"/>
                  </a:lnTo>
                  <a:lnTo>
                    <a:pt x="29347" y="60934"/>
                  </a:lnTo>
                  <a:lnTo>
                    <a:pt x="30321" y="60951"/>
                  </a:lnTo>
                  <a:lnTo>
                    <a:pt x="31737" y="60922"/>
                  </a:lnTo>
                  <a:lnTo>
                    <a:pt x="33095" y="60835"/>
                  </a:lnTo>
                  <a:lnTo>
                    <a:pt x="34395" y="60690"/>
                  </a:lnTo>
                  <a:lnTo>
                    <a:pt x="35637" y="60486"/>
                  </a:lnTo>
                  <a:lnTo>
                    <a:pt x="36820" y="60225"/>
                  </a:lnTo>
                  <a:lnTo>
                    <a:pt x="37946" y="59906"/>
                  </a:lnTo>
                  <a:lnTo>
                    <a:pt x="39014" y="59529"/>
                  </a:lnTo>
                  <a:lnTo>
                    <a:pt x="40024" y="59093"/>
                  </a:lnTo>
                  <a:lnTo>
                    <a:pt x="40975" y="58600"/>
                  </a:lnTo>
                  <a:lnTo>
                    <a:pt x="41869" y="58048"/>
                  </a:lnTo>
                  <a:lnTo>
                    <a:pt x="42717" y="57452"/>
                  </a:lnTo>
                  <a:lnTo>
                    <a:pt x="43509" y="56826"/>
                  </a:lnTo>
                  <a:lnTo>
                    <a:pt x="44244" y="56168"/>
                  </a:lnTo>
                  <a:lnTo>
                    <a:pt x="44922" y="55479"/>
                  </a:lnTo>
                  <a:lnTo>
                    <a:pt x="45543" y="54760"/>
                  </a:lnTo>
                  <a:lnTo>
                    <a:pt x="46108" y="54010"/>
                  </a:lnTo>
                  <a:lnTo>
                    <a:pt x="46615" y="53228"/>
                  </a:lnTo>
                  <a:lnTo>
                    <a:pt x="47066" y="52416"/>
                  </a:lnTo>
                  <a:lnTo>
                    <a:pt x="47460" y="51573"/>
                  </a:lnTo>
                  <a:lnTo>
                    <a:pt x="47797" y="50700"/>
                  </a:lnTo>
                  <a:lnTo>
                    <a:pt x="57554" y="53479"/>
                  </a:lnTo>
                  <a:lnTo>
                    <a:pt x="57336" y="54035"/>
                  </a:lnTo>
                  <a:lnTo>
                    <a:pt x="57100" y="54593"/>
                  </a:lnTo>
                  <a:lnTo>
                    <a:pt x="56847" y="55152"/>
                  </a:lnTo>
                  <a:lnTo>
                    <a:pt x="56576" y="55712"/>
                  </a:lnTo>
                  <a:lnTo>
                    <a:pt x="56288" y="56273"/>
                  </a:lnTo>
                  <a:lnTo>
                    <a:pt x="55983" y="56836"/>
                  </a:lnTo>
                  <a:lnTo>
                    <a:pt x="55661" y="57399"/>
                  </a:lnTo>
                  <a:lnTo>
                    <a:pt x="55321" y="57964"/>
                  </a:lnTo>
                  <a:lnTo>
                    <a:pt x="54964" y="58531"/>
                  </a:lnTo>
                  <a:lnTo>
                    <a:pt x="54590" y="59098"/>
                  </a:lnTo>
                  <a:lnTo>
                    <a:pt x="54207" y="59649"/>
                  </a:lnTo>
                  <a:lnTo>
                    <a:pt x="53797" y="60190"/>
                  </a:lnTo>
                  <a:lnTo>
                    <a:pt x="53362" y="60721"/>
                  </a:lnTo>
                  <a:lnTo>
                    <a:pt x="52901" y="61242"/>
                  </a:lnTo>
                  <a:lnTo>
                    <a:pt x="52413" y="61754"/>
                  </a:lnTo>
                  <a:lnTo>
                    <a:pt x="51900" y="62255"/>
                  </a:lnTo>
                  <a:lnTo>
                    <a:pt x="51361" y="62747"/>
                  </a:lnTo>
                  <a:lnTo>
                    <a:pt x="50796" y="63228"/>
                  </a:lnTo>
                  <a:lnTo>
                    <a:pt x="50205" y="63700"/>
                  </a:lnTo>
                  <a:lnTo>
                    <a:pt x="49588" y="64162"/>
                  </a:lnTo>
                  <a:lnTo>
                    <a:pt x="48942" y="64599"/>
                  </a:lnTo>
                  <a:lnTo>
                    <a:pt x="48264" y="65022"/>
                  </a:lnTo>
                  <a:lnTo>
                    <a:pt x="47554" y="65429"/>
                  </a:lnTo>
                  <a:lnTo>
                    <a:pt x="46812" y="65822"/>
                  </a:lnTo>
                  <a:lnTo>
                    <a:pt x="46037" y="66200"/>
                  </a:lnTo>
                  <a:lnTo>
                    <a:pt x="45231" y="66563"/>
                  </a:lnTo>
                  <a:lnTo>
                    <a:pt x="44392" y="66911"/>
                  </a:lnTo>
                  <a:lnTo>
                    <a:pt x="43521" y="67245"/>
                  </a:lnTo>
                  <a:lnTo>
                    <a:pt x="42619" y="67563"/>
                  </a:lnTo>
                  <a:lnTo>
                    <a:pt x="41684" y="67867"/>
                  </a:lnTo>
                  <a:lnTo>
                    <a:pt x="40725" y="68137"/>
                  </a:lnTo>
                  <a:lnTo>
                    <a:pt x="39727" y="68379"/>
                  </a:lnTo>
                  <a:lnTo>
                    <a:pt x="38690" y="68592"/>
                  </a:lnTo>
                  <a:lnTo>
                    <a:pt x="37613" y="68776"/>
                  </a:lnTo>
                  <a:lnTo>
                    <a:pt x="36496" y="68933"/>
                  </a:lnTo>
                  <a:lnTo>
                    <a:pt x="35340" y="69060"/>
                  </a:lnTo>
                  <a:lnTo>
                    <a:pt x="34145" y="69160"/>
                  </a:lnTo>
                  <a:lnTo>
                    <a:pt x="32910" y="69231"/>
                  </a:lnTo>
                  <a:lnTo>
                    <a:pt x="31635" y="69273"/>
                  </a:lnTo>
                  <a:lnTo>
                    <a:pt x="30321" y="69288"/>
                  </a:lnTo>
                  <a:lnTo>
                    <a:pt x="27427" y="69199"/>
                  </a:lnTo>
                  <a:lnTo>
                    <a:pt x="24674" y="68934"/>
                  </a:lnTo>
                  <a:lnTo>
                    <a:pt x="22062" y="68493"/>
                  </a:lnTo>
                  <a:lnTo>
                    <a:pt x="19590" y="67875"/>
                  </a:lnTo>
                  <a:lnTo>
                    <a:pt x="17260" y="67080"/>
                  </a:lnTo>
                  <a:lnTo>
                    <a:pt x="15070" y="66109"/>
                  </a:lnTo>
                  <a:lnTo>
                    <a:pt x="13021" y="64961"/>
                  </a:lnTo>
                  <a:lnTo>
                    <a:pt x="11113" y="63636"/>
                  </a:lnTo>
                  <a:lnTo>
                    <a:pt x="9345" y="62135"/>
                  </a:lnTo>
                  <a:lnTo>
                    <a:pt x="7719" y="60457"/>
                  </a:lnTo>
                  <a:lnTo>
                    <a:pt x="6252" y="58605"/>
                  </a:lnTo>
                  <a:lnTo>
                    <a:pt x="4940" y="56581"/>
                  </a:lnTo>
                  <a:lnTo>
                    <a:pt x="3782" y="54386"/>
                  </a:lnTo>
                  <a:lnTo>
                    <a:pt x="2778" y="52019"/>
                  </a:lnTo>
                  <a:lnTo>
                    <a:pt x="1929" y="49480"/>
                  </a:lnTo>
                  <a:lnTo>
                    <a:pt x="1235" y="46770"/>
                  </a:lnTo>
                  <a:lnTo>
                    <a:pt x="694" y="43888"/>
                  </a:lnTo>
                  <a:lnTo>
                    <a:pt x="308" y="40834"/>
                  </a:lnTo>
                  <a:lnTo>
                    <a:pt x="77" y="37608"/>
                  </a:lnTo>
                  <a:lnTo>
                    <a:pt x="0" y="34211"/>
                  </a:lnTo>
                  <a:lnTo>
                    <a:pt x="23" y="32363"/>
                  </a:lnTo>
                  <a:lnTo>
                    <a:pt x="93" y="30573"/>
                  </a:lnTo>
                  <a:lnTo>
                    <a:pt x="211" y="28841"/>
                  </a:lnTo>
                  <a:lnTo>
                    <a:pt x="375" y="27166"/>
                  </a:lnTo>
                  <a:lnTo>
                    <a:pt x="586" y="25550"/>
                  </a:lnTo>
                  <a:lnTo>
                    <a:pt x="844" y="23992"/>
                  </a:lnTo>
                  <a:lnTo>
                    <a:pt x="1149" y="22492"/>
                  </a:lnTo>
                  <a:lnTo>
                    <a:pt x="1501" y="21050"/>
                  </a:lnTo>
                  <a:lnTo>
                    <a:pt x="1900" y="19666"/>
                  </a:lnTo>
                  <a:lnTo>
                    <a:pt x="2346" y="18340"/>
                  </a:lnTo>
                  <a:lnTo>
                    <a:pt x="2833" y="17056"/>
                  </a:lnTo>
                  <a:lnTo>
                    <a:pt x="3354" y="15821"/>
                  </a:lnTo>
                  <a:lnTo>
                    <a:pt x="3910" y="14635"/>
                  </a:lnTo>
                  <a:lnTo>
                    <a:pt x="4500" y="13499"/>
                  </a:lnTo>
                  <a:lnTo>
                    <a:pt x="5125" y="12412"/>
                  </a:lnTo>
                  <a:lnTo>
                    <a:pt x="5785" y="11375"/>
                  </a:lnTo>
                  <a:lnTo>
                    <a:pt x="6479" y="10387"/>
                  </a:lnTo>
                  <a:lnTo>
                    <a:pt x="7207" y="9448"/>
                  </a:lnTo>
                  <a:lnTo>
                    <a:pt x="7971" y="8559"/>
                  </a:lnTo>
                  <a:lnTo>
                    <a:pt x="8769" y="7719"/>
                  </a:lnTo>
                  <a:lnTo>
                    <a:pt x="9597" y="6926"/>
                  </a:lnTo>
                  <a:lnTo>
                    <a:pt x="10453" y="6180"/>
                  </a:lnTo>
                  <a:lnTo>
                    <a:pt x="11336" y="5479"/>
                  </a:lnTo>
                  <a:lnTo>
                    <a:pt x="12247" y="4824"/>
                  </a:lnTo>
                  <a:lnTo>
                    <a:pt x="13184" y="4214"/>
                  </a:lnTo>
                  <a:lnTo>
                    <a:pt x="14149" y="3650"/>
                  </a:lnTo>
                  <a:lnTo>
                    <a:pt x="15140" y="3132"/>
                  </a:lnTo>
                  <a:lnTo>
                    <a:pt x="16159" y="2660"/>
                  </a:lnTo>
                  <a:lnTo>
                    <a:pt x="17205" y="2233"/>
                  </a:lnTo>
                  <a:lnTo>
                    <a:pt x="18279" y="1852"/>
                  </a:lnTo>
                  <a:lnTo>
                    <a:pt x="19373" y="1500"/>
                  </a:lnTo>
                  <a:lnTo>
                    <a:pt x="20482" y="1185"/>
                  </a:lnTo>
                  <a:lnTo>
                    <a:pt x="21606" y="907"/>
                  </a:lnTo>
                  <a:lnTo>
                    <a:pt x="22745" y="666"/>
                  </a:lnTo>
                  <a:lnTo>
                    <a:pt x="23898" y="463"/>
                  </a:lnTo>
                  <a:lnTo>
                    <a:pt x="25067" y="296"/>
                  </a:lnTo>
                  <a:lnTo>
                    <a:pt x="26250" y="166"/>
                  </a:lnTo>
                  <a:lnTo>
                    <a:pt x="27448" y="74"/>
                  </a:lnTo>
                  <a:lnTo>
                    <a:pt x="28661" y="18"/>
                  </a:lnTo>
                  <a:lnTo>
                    <a:pt x="29889" y="0"/>
                  </a:lnTo>
                  <a:lnTo>
                    <a:pt x="31540" y="27"/>
                  </a:lnTo>
                  <a:lnTo>
                    <a:pt x="33137" y="108"/>
                  </a:lnTo>
                  <a:lnTo>
                    <a:pt x="34678" y="244"/>
                  </a:lnTo>
                  <a:lnTo>
                    <a:pt x="36163" y="434"/>
                  </a:lnTo>
                  <a:lnTo>
                    <a:pt x="37592" y="679"/>
                  </a:lnTo>
                  <a:lnTo>
                    <a:pt x="38966" y="978"/>
                  </a:lnTo>
                  <a:lnTo>
                    <a:pt x="40285" y="1331"/>
                  </a:lnTo>
                  <a:lnTo>
                    <a:pt x="41548" y="1738"/>
                  </a:lnTo>
                  <a:lnTo>
                    <a:pt x="42755" y="2200"/>
                  </a:lnTo>
                  <a:lnTo>
                    <a:pt x="43907" y="2717"/>
                  </a:lnTo>
                  <a:lnTo>
                    <a:pt x="45020" y="3281"/>
                  </a:lnTo>
                  <a:lnTo>
                    <a:pt x="46088" y="3888"/>
                  </a:lnTo>
                  <a:lnTo>
                    <a:pt x="47110" y="4536"/>
                  </a:lnTo>
                  <a:lnTo>
                    <a:pt x="48086" y="5226"/>
                  </a:lnTo>
                  <a:lnTo>
                    <a:pt x="49017" y="5959"/>
                  </a:lnTo>
                  <a:lnTo>
                    <a:pt x="49902" y="6733"/>
                  </a:lnTo>
                  <a:lnTo>
                    <a:pt x="50741" y="7550"/>
                  </a:lnTo>
                  <a:lnTo>
                    <a:pt x="51535" y="8408"/>
                  </a:lnTo>
                  <a:lnTo>
                    <a:pt x="52282" y="9308"/>
                  </a:lnTo>
                  <a:lnTo>
                    <a:pt x="52985" y="10251"/>
                  </a:lnTo>
                  <a:lnTo>
                    <a:pt x="53656" y="11219"/>
                  </a:lnTo>
                  <a:lnTo>
                    <a:pt x="54286" y="12222"/>
                  </a:lnTo>
                  <a:lnTo>
                    <a:pt x="54876" y="13259"/>
                  </a:lnTo>
                  <a:lnTo>
                    <a:pt x="55425" y="14331"/>
                  </a:lnTo>
                  <a:lnTo>
                    <a:pt x="55933" y="15438"/>
                  </a:lnTo>
                  <a:lnTo>
                    <a:pt x="56401" y="16579"/>
                  </a:lnTo>
                  <a:lnTo>
                    <a:pt x="56828" y="17755"/>
                  </a:lnTo>
                  <a:lnTo>
                    <a:pt x="57213" y="18965"/>
                  </a:lnTo>
                  <a:lnTo>
                    <a:pt x="57559" y="20210"/>
                  </a:lnTo>
                  <a:lnTo>
                    <a:pt x="57863" y="21490"/>
                  </a:lnTo>
                  <a:lnTo>
                    <a:pt x="58145" y="22797"/>
                  </a:lnTo>
                  <a:lnTo>
                    <a:pt x="58397" y="24126"/>
                  </a:lnTo>
                  <a:lnTo>
                    <a:pt x="58619" y="25475"/>
                  </a:lnTo>
                  <a:lnTo>
                    <a:pt x="58812" y="26845"/>
                  </a:lnTo>
                  <a:lnTo>
                    <a:pt x="58975" y="28237"/>
                  </a:lnTo>
                  <a:lnTo>
                    <a:pt x="59108" y="29649"/>
                  </a:lnTo>
                  <a:lnTo>
                    <a:pt x="59212" y="31082"/>
                  </a:lnTo>
                  <a:lnTo>
                    <a:pt x="59286" y="32537"/>
                  </a:lnTo>
                  <a:lnTo>
                    <a:pt x="59330" y="34012"/>
                  </a:lnTo>
                  <a:lnTo>
                    <a:pt x="59345" y="35508"/>
                  </a:lnTo>
                  <a:lnTo>
                    <a:pt x="59345" y="36990"/>
                  </a:lnTo>
                  <a:close/>
                  <a:moveTo>
                    <a:pt x="47859" y="28468"/>
                  </a:moveTo>
                  <a:lnTo>
                    <a:pt x="47639" y="26414"/>
                  </a:lnTo>
                  <a:lnTo>
                    <a:pt x="47348" y="24474"/>
                  </a:lnTo>
                  <a:lnTo>
                    <a:pt x="46986" y="22649"/>
                  </a:lnTo>
                  <a:lnTo>
                    <a:pt x="46555" y="20939"/>
                  </a:lnTo>
                  <a:lnTo>
                    <a:pt x="46053" y="19344"/>
                  </a:lnTo>
                  <a:lnTo>
                    <a:pt x="45480" y="17864"/>
                  </a:lnTo>
                  <a:lnTo>
                    <a:pt x="44837" y="16498"/>
                  </a:lnTo>
                  <a:lnTo>
                    <a:pt x="44124" y="15248"/>
                  </a:lnTo>
                  <a:lnTo>
                    <a:pt x="43340" y="14112"/>
                  </a:lnTo>
                  <a:lnTo>
                    <a:pt x="42486" y="13091"/>
                  </a:lnTo>
                  <a:lnTo>
                    <a:pt x="41558" y="12164"/>
                  </a:lnTo>
                  <a:lnTo>
                    <a:pt x="40552" y="11335"/>
                  </a:lnTo>
                  <a:lnTo>
                    <a:pt x="39468" y="10603"/>
                  </a:lnTo>
                  <a:lnTo>
                    <a:pt x="38307" y="9969"/>
                  </a:lnTo>
                  <a:lnTo>
                    <a:pt x="37067" y="9432"/>
                  </a:lnTo>
                  <a:lnTo>
                    <a:pt x="35750" y="8993"/>
                  </a:lnTo>
                  <a:lnTo>
                    <a:pt x="34355" y="8652"/>
                  </a:lnTo>
                  <a:lnTo>
                    <a:pt x="32882" y="8408"/>
                  </a:lnTo>
                  <a:lnTo>
                    <a:pt x="31332" y="8262"/>
                  </a:lnTo>
                  <a:lnTo>
                    <a:pt x="29703" y="8213"/>
                  </a:lnTo>
                  <a:lnTo>
                    <a:pt x="29144" y="8222"/>
                  </a:lnTo>
                  <a:lnTo>
                    <a:pt x="28579" y="8250"/>
                  </a:lnTo>
                  <a:lnTo>
                    <a:pt x="28008" y="8296"/>
                  </a:lnTo>
                  <a:lnTo>
                    <a:pt x="27431" y="8361"/>
                  </a:lnTo>
                  <a:lnTo>
                    <a:pt x="26847" y="8444"/>
                  </a:lnTo>
                  <a:lnTo>
                    <a:pt x="26257" y="8546"/>
                  </a:lnTo>
                  <a:lnTo>
                    <a:pt x="25661" y="8667"/>
                  </a:lnTo>
                  <a:lnTo>
                    <a:pt x="25059" y="8806"/>
                  </a:lnTo>
                  <a:lnTo>
                    <a:pt x="24451" y="8963"/>
                  </a:lnTo>
                  <a:lnTo>
                    <a:pt x="23837" y="9139"/>
                  </a:lnTo>
                  <a:lnTo>
                    <a:pt x="23236" y="9326"/>
                  </a:lnTo>
                  <a:lnTo>
                    <a:pt x="22644" y="9542"/>
                  </a:lnTo>
                  <a:lnTo>
                    <a:pt x="22060" y="9786"/>
                  </a:lnTo>
                  <a:lnTo>
                    <a:pt x="21485" y="10058"/>
                  </a:lnTo>
                  <a:lnTo>
                    <a:pt x="20919" y="10359"/>
                  </a:lnTo>
                  <a:lnTo>
                    <a:pt x="20361" y="10688"/>
                  </a:lnTo>
                  <a:lnTo>
                    <a:pt x="19812" y="11045"/>
                  </a:lnTo>
                  <a:lnTo>
                    <a:pt x="19272" y="11431"/>
                  </a:lnTo>
                  <a:lnTo>
                    <a:pt x="18740" y="11846"/>
                  </a:lnTo>
                  <a:lnTo>
                    <a:pt x="18217" y="12289"/>
                  </a:lnTo>
                  <a:lnTo>
                    <a:pt x="17706" y="12762"/>
                  </a:lnTo>
                  <a:lnTo>
                    <a:pt x="17212" y="13269"/>
                  </a:lnTo>
                  <a:lnTo>
                    <a:pt x="16733" y="13810"/>
                  </a:lnTo>
                  <a:lnTo>
                    <a:pt x="16270" y="14383"/>
                  </a:lnTo>
                  <a:lnTo>
                    <a:pt x="15824" y="14990"/>
                  </a:lnTo>
                  <a:lnTo>
                    <a:pt x="15394" y="15631"/>
                  </a:lnTo>
                  <a:lnTo>
                    <a:pt x="14979" y="16304"/>
                  </a:lnTo>
                  <a:lnTo>
                    <a:pt x="14581" y="17012"/>
                  </a:lnTo>
                  <a:lnTo>
                    <a:pt x="14199" y="17752"/>
                  </a:lnTo>
                  <a:lnTo>
                    <a:pt x="13832" y="18526"/>
                  </a:lnTo>
                  <a:lnTo>
                    <a:pt x="13490" y="19325"/>
                  </a:lnTo>
                  <a:lnTo>
                    <a:pt x="13178" y="20168"/>
                  </a:lnTo>
                  <a:lnTo>
                    <a:pt x="12897" y="21055"/>
                  </a:lnTo>
                  <a:lnTo>
                    <a:pt x="12647" y="21984"/>
                  </a:lnTo>
                  <a:lnTo>
                    <a:pt x="12428" y="22957"/>
                  </a:lnTo>
                  <a:lnTo>
                    <a:pt x="12239" y="23972"/>
                  </a:lnTo>
                  <a:lnTo>
                    <a:pt x="12082" y="25032"/>
                  </a:lnTo>
                  <a:lnTo>
                    <a:pt x="11955" y="26134"/>
                  </a:lnTo>
                  <a:lnTo>
                    <a:pt x="11859" y="27279"/>
                  </a:lnTo>
                  <a:lnTo>
                    <a:pt x="11795" y="28468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7533136" y="186089"/>
              <a:ext cx="11115" cy="91643"/>
            </a:xfrm>
            <a:custGeom>
              <a:avLst/>
              <a:pathLst>
                <a:path w="11115" h="91643">
                  <a:moveTo>
                    <a:pt x="0" y="91643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3713071" y="5315300"/>
              <a:ext cx="67312" cy="87011"/>
            </a:xfrm>
            <a:custGeom>
              <a:avLst/>
              <a:pathLst>
                <a:path w="67312" h="87011">
                  <a:moveTo>
                    <a:pt x="67312" y="26183"/>
                  </a:moveTo>
                  <a:lnTo>
                    <a:pt x="67292" y="27312"/>
                  </a:lnTo>
                  <a:lnTo>
                    <a:pt x="67235" y="28426"/>
                  </a:lnTo>
                  <a:lnTo>
                    <a:pt x="67139" y="29525"/>
                  </a:lnTo>
                  <a:lnTo>
                    <a:pt x="67005" y="30610"/>
                  </a:lnTo>
                  <a:lnTo>
                    <a:pt x="66833" y="31679"/>
                  </a:lnTo>
                  <a:lnTo>
                    <a:pt x="66622" y="32734"/>
                  </a:lnTo>
                  <a:lnTo>
                    <a:pt x="66373" y="33774"/>
                  </a:lnTo>
                  <a:lnTo>
                    <a:pt x="66086" y="34799"/>
                  </a:lnTo>
                  <a:lnTo>
                    <a:pt x="65761" y="35809"/>
                  </a:lnTo>
                  <a:lnTo>
                    <a:pt x="65397" y="36805"/>
                  </a:lnTo>
                  <a:lnTo>
                    <a:pt x="65007" y="37768"/>
                  </a:lnTo>
                  <a:lnTo>
                    <a:pt x="64580" y="38707"/>
                  </a:lnTo>
                  <a:lnTo>
                    <a:pt x="64113" y="39621"/>
                  </a:lnTo>
                  <a:lnTo>
                    <a:pt x="63609" y="40510"/>
                  </a:lnTo>
                  <a:lnTo>
                    <a:pt x="63066" y="41375"/>
                  </a:lnTo>
                  <a:lnTo>
                    <a:pt x="62485" y="42215"/>
                  </a:lnTo>
                  <a:lnTo>
                    <a:pt x="61865" y="43030"/>
                  </a:lnTo>
                  <a:lnTo>
                    <a:pt x="61208" y="43820"/>
                  </a:lnTo>
                  <a:lnTo>
                    <a:pt x="60512" y="44586"/>
                  </a:lnTo>
                  <a:lnTo>
                    <a:pt x="59778" y="45327"/>
                  </a:lnTo>
                  <a:lnTo>
                    <a:pt x="59017" y="46029"/>
                  </a:lnTo>
                  <a:lnTo>
                    <a:pt x="58219" y="46700"/>
                  </a:lnTo>
                  <a:lnTo>
                    <a:pt x="57382" y="47343"/>
                  </a:lnTo>
                  <a:lnTo>
                    <a:pt x="56507" y="47955"/>
                  </a:lnTo>
                  <a:lnTo>
                    <a:pt x="55594" y="48538"/>
                  </a:lnTo>
                  <a:lnTo>
                    <a:pt x="54642" y="49092"/>
                  </a:lnTo>
                  <a:lnTo>
                    <a:pt x="53652" y="49615"/>
                  </a:lnTo>
                  <a:lnTo>
                    <a:pt x="52624" y="50109"/>
                  </a:lnTo>
                  <a:lnTo>
                    <a:pt x="51557" y="50574"/>
                  </a:lnTo>
                  <a:lnTo>
                    <a:pt x="50453" y="51008"/>
                  </a:lnTo>
                  <a:lnTo>
                    <a:pt x="49310" y="51407"/>
                  </a:lnTo>
                  <a:lnTo>
                    <a:pt x="48131" y="51764"/>
                  </a:lnTo>
                  <a:lnTo>
                    <a:pt x="46914" y="52079"/>
                  </a:lnTo>
                  <a:lnTo>
                    <a:pt x="45661" y="52352"/>
                  </a:lnTo>
                  <a:lnTo>
                    <a:pt x="44370" y="52583"/>
                  </a:lnTo>
                  <a:lnTo>
                    <a:pt x="43042" y="52772"/>
                  </a:lnTo>
                  <a:lnTo>
                    <a:pt x="41677" y="52919"/>
                  </a:lnTo>
                  <a:lnTo>
                    <a:pt x="40276" y="53024"/>
                  </a:lnTo>
                  <a:lnTo>
                    <a:pt x="38837" y="53087"/>
                  </a:lnTo>
                  <a:lnTo>
                    <a:pt x="37361" y="53108"/>
                  </a:lnTo>
                  <a:lnTo>
                    <a:pt x="11795" y="53108"/>
                  </a:lnTo>
                  <a:lnTo>
                    <a:pt x="11795" y="87011"/>
                  </a:lnTo>
                  <a:lnTo>
                    <a:pt x="0" y="87011"/>
                  </a:lnTo>
                  <a:lnTo>
                    <a:pt x="0" y="0"/>
                  </a:lnTo>
                  <a:lnTo>
                    <a:pt x="36620" y="0"/>
                  </a:lnTo>
                  <a:lnTo>
                    <a:pt x="38144" y="19"/>
                  </a:lnTo>
                  <a:lnTo>
                    <a:pt x="39628" y="76"/>
                  </a:lnTo>
                  <a:lnTo>
                    <a:pt x="41073" y="172"/>
                  </a:lnTo>
                  <a:lnTo>
                    <a:pt x="42479" y="306"/>
                  </a:lnTo>
                  <a:lnTo>
                    <a:pt x="43845" y="478"/>
                  </a:lnTo>
                  <a:lnTo>
                    <a:pt x="45171" y="689"/>
                  </a:lnTo>
                  <a:lnTo>
                    <a:pt x="46458" y="938"/>
                  </a:lnTo>
                  <a:lnTo>
                    <a:pt x="47706" y="1225"/>
                  </a:lnTo>
                  <a:lnTo>
                    <a:pt x="48914" y="1550"/>
                  </a:lnTo>
                  <a:lnTo>
                    <a:pt x="50082" y="1914"/>
                  </a:lnTo>
                  <a:lnTo>
                    <a:pt x="51212" y="2300"/>
                  </a:lnTo>
                  <a:lnTo>
                    <a:pt x="52303" y="2719"/>
                  </a:lnTo>
                  <a:lnTo>
                    <a:pt x="53356" y="3170"/>
                  </a:lnTo>
                  <a:lnTo>
                    <a:pt x="54370" y="3653"/>
                  </a:lnTo>
                  <a:lnTo>
                    <a:pt x="55347" y="4168"/>
                  </a:lnTo>
                  <a:lnTo>
                    <a:pt x="56285" y="4715"/>
                  </a:lnTo>
                  <a:lnTo>
                    <a:pt x="57184" y="5294"/>
                  </a:lnTo>
                  <a:lnTo>
                    <a:pt x="58046" y="5906"/>
                  </a:lnTo>
                  <a:lnTo>
                    <a:pt x="58869" y="6549"/>
                  </a:lnTo>
                  <a:lnTo>
                    <a:pt x="59654" y="7225"/>
                  </a:lnTo>
                  <a:lnTo>
                    <a:pt x="60401" y="7919"/>
                  </a:lnTo>
                  <a:lnTo>
                    <a:pt x="61109" y="8643"/>
                  </a:lnTo>
                  <a:lnTo>
                    <a:pt x="61779" y="9396"/>
                  </a:lnTo>
                  <a:lnTo>
                    <a:pt x="62411" y="10179"/>
                  </a:lnTo>
                  <a:lnTo>
                    <a:pt x="63004" y="10992"/>
                  </a:lnTo>
                  <a:lnTo>
                    <a:pt x="63559" y="11834"/>
                  </a:lnTo>
                  <a:lnTo>
                    <a:pt x="64076" y="12706"/>
                  </a:lnTo>
                  <a:lnTo>
                    <a:pt x="64555" y="13608"/>
                  </a:lnTo>
                  <a:lnTo>
                    <a:pt x="64995" y="14539"/>
                  </a:lnTo>
                  <a:lnTo>
                    <a:pt x="65397" y="15500"/>
                  </a:lnTo>
                  <a:lnTo>
                    <a:pt x="65761" y="16474"/>
                  </a:lnTo>
                  <a:lnTo>
                    <a:pt x="66086" y="17469"/>
                  </a:lnTo>
                  <a:lnTo>
                    <a:pt x="66373" y="18484"/>
                  </a:lnTo>
                  <a:lnTo>
                    <a:pt x="66622" y="19521"/>
                  </a:lnTo>
                  <a:lnTo>
                    <a:pt x="66833" y="20579"/>
                  </a:lnTo>
                  <a:lnTo>
                    <a:pt x="67005" y="21658"/>
                  </a:lnTo>
                  <a:lnTo>
                    <a:pt x="67139" y="22758"/>
                  </a:lnTo>
                  <a:lnTo>
                    <a:pt x="67235" y="23879"/>
                  </a:lnTo>
                  <a:lnTo>
                    <a:pt x="67292" y="25020"/>
                  </a:lnTo>
                  <a:close/>
                  <a:moveTo>
                    <a:pt x="55455" y="26307"/>
                  </a:moveTo>
                  <a:lnTo>
                    <a:pt x="55404" y="24692"/>
                  </a:lnTo>
                  <a:lnTo>
                    <a:pt x="55252" y="23157"/>
                  </a:lnTo>
                  <a:lnTo>
                    <a:pt x="54999" y="21703"/>
                  </a:lnTo>
                  <a:lnTo>
                    <a:pt x="54645" y="20329"/>
                  </a:lnTo>
                  <a:lnTo>
                    <a:pt x="54189" y="19035"/>
                  </a:lnTo>
                  <a:lnTo>
                    <a:pt x="53632" y="17822"/>
                  </a:lnTo>
                  <a:lnTo>
                    <a:pt x="52973" y="16689"/>
                  </a:lnTo>
                  <a:lnTo>
                    <a:pt x="52214" y="15636"/>
                  </a:lnTo>
                  <a:lnTo>
                    <a:pt x="51353" y="14663"/>
                  </a:lnTo>
                  <a:lnTo>
                    <a:pt x="50391" y="13771"/>
                  </a:lnTo>
                  <a:lnTo>
                    <a:pt x="49327" y="12949"/>
                  </a:lnTo>
                  <a:lnTo>
                    <a:pt x="48163" y="12214"/>
                  </a:lnTo>
                  <a:lnTo>
                    <a:pt x="46897" y="11566"/>
                  </a:lnTo>
                  <a:lnTo>
                    <a:pt x="45530" y="11004"/>
                  </a:lnTo>
                  <a:lnTo>
                    <a:pt x="44061" y="10529"/>
                  </a:lnTo>
                  <a:lnTo>
                    <a:pt x="42491" y="10140"/>
                  </a:lnTo>
                  <a:lnTo>
                    <a:pt x="40820" y="9837"/>
                  </a:lnTo>
                  <a:lnTo>
                    <a:pt x="39048" y="9621"/>
                  </a:lnTo>
                  <a:lnTo>
                    <a:pt x="37174" y="9491"/>
                  </a:lnTo>
                  <a:lnTo>
                    <a:pt x="35199" y="9448"/>
                  </a:lnTo>
                  <a:lnTo>
                    <a:pt x="11795" y="9448"/>
                  </a:lnTo>
                  <a:lnTo>
                    <a:pt x="11795" y="43783"/>
                  </a:lnTo>
                  <a:lnTo>
                    <a:pt x="35693" y="43783"/>
                  </a:lnTo>
                  <a:lnTo>
                    <a:pt x="37677" y="43738"/>
                  </a:lnTo>
                  <a:lnTo>
                    <a:pt x="39552" y="43603"/>
                  </a:lnTo>
                  <a:lnTo>
                    <a:pt x="41318" y="43377"/>
                  </a:lnTo>
                  <a:lnTo>
                    <a:pt x="42975" y="43062"/>
                  </a:lnTo>
                  <a:lnTo>
                    <a:pt x="44524" y="42656"/>
                  </a:lnTo>
                  <a:lnTo>
                    <a:pt x="45964" y="42160"/>
                  </a:lnTo>
                  <a:lnTo>
                    <a:pt x="47296" y="41574"/>
                  </a:lnTo>
                  <a:lnTo>
                    <a:pt x="48519" y="40898"/>
                  </a:lnTo>
                  <a:lnTo>
                    <a:pt x="49633" y="40132"/>
                  </a:lnTo>
                  <a:lnTo>
                    <a:pt x="50638" y="39275"/>
                  </a:lnTo>
                  <a:lnTo>
                    <a:pt x="51553" y="38334"/>
                  </a:lnTo>
                  <a:lnTo>
                    <a:pt x="52372" y="37314"/>
                  </a:lnTo>
                  <a:lnTo>
                    <a:pt x="53094" y="36215"/>
                  </a:lnTo>
                  <a:lnTo>
                    <a:pt x="53721" y="35036"/>
                  </a:lnTo>
                  <a:lnTo>
                    <a:pt x="54251" y="33779"/>
                  </a:lnTo>
                  <a:lnTo>
                    <a:pt x="54684" y="32443"/>
                  </a:lnTo>
                  <a:lnTo>
                    <a:pt x="55021" y="31027"/>
                  </a:lnTo>
                  <a:lnTo>
                    <a:pt x="55262" y="29533"/>
                  </a:lnTo>
                  <a:lnTo>
                    <a:pt x="55407" y="27959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3792425" y="5334258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3865789" y="5334258"/>
              <a:ext cx="31618" cy="68053"/>
            </a:xfrm>
            <a:custGeom>
              <a:avLst/>
              <a:pathLst>
                <a:path w="31618" h="68053">
                  <a:moveTo>
                    <a:pt x="370" y="68053"/>
                  </a:moveTo>
                  <a:lnTo>
                    <a:pt x="370" y="16797"/>
                  </a:lnTo>
                  <a:lnTo>
                    <a:pt x="369" y="16376"/>
                  </a:lnTo>
                  <a:lnTo>
                    <a:pt x="368" y="15954"/>
                  </a:lnTo>
                  <a:lnTo>
                    <a:pt x="364" y="15531"/>
                  </a:lnTo>
                  <a:lnTo>
                    <a:pt x="360" y="15107"/>
                  </a:lnTo>
                  <a:lnTo>
                    <a:pt x="355" y="14682"/>
                  </a:lnTo>
                  <a:lnTo>
                    <a:pt x="348" y="14255"/>
                  </a:lnTo>
                  <a:lnTo>
                    <a:pt x="340" y="13827"/>
                  </a:lnTo>
                  <a:lnTo>
                    <a:pt x="331" y="13398"/>
                  </a:lnTo>
                  <a:lnTo>
                    <a:pt x="320" y="12967"/>
                  </a:lnTo>
                  <a:lnTo>
                    <a:pt x="308" y="12536"/>
                  </a:lnTo>
                  <a:lnTo>
                    <a:pt x="308" y="12093"/>
                  </a:lnTo>
                  <a:lnTo>
                    <a:pt x="306" y="11654"/>
                  </a:lnTo>
                  <a:lnTo>
                    <a:pt x="303" y="11218"/>
                  </a:lnTo>
                  <a:lnTo>
                    <a:pt x="298" y="10787"/>
                  </a:lnTo>
                  <a:lnTo>
                    <a:pt x="293" y="10359"/>
                  </a:lnTo>
                  <a:lnTo>
                    <a:pt x="286" y="9935"/>
                  </a:lnTo>
                  <a:lnTo>
                    <a:pt x="278" y="9514"/>
                  </a:lnTo>
                  <a:lnTo>
                    <a:pt x="269" y="9097"/>
                  </a:lnTo>
                  <a:lnTo>
                    <a:pt x="258" y="8684"/>
                  </a:lnTo>
                  <a:lnTo>
                    <a:pt x="247" y="8275"/>
                  </a:lnTo>
                  <a:lnTo>
                    <a:pt x="234" y="7869"/>
                  </a:lnTo>
                  <a:lnTo>
                    <a:pt x="222" y="7469"/>
                  </a:lnTo>
                  <a:lnTo>
                    <a:pt x="209" y="7074"/>
                  </a:lnTo>
                  <a:lnTo>
                    <a:pt x="197" y="6684"/>
                  </a:lnTo>
                  <a:lnTo>
                    <a:pt x="185" y="6298"/>
                  </a:lnTo>
                  <a:lnTo>
                    <a:pt x="172" y="5918"/>
                  </a:lnTo>
                  <a:lnTo>
                    <a:pt x="160" y="5543"/>
                  </a:lnTo>
                  <a:lnTo>
                    <a:pt x="148" y="5172"/>
                  </a:lnTo>
                  <a:lnTo>
                    <a:pt x="135" y="4806"/>
                  </a:lnTo>
                  <a:lnTo>
                    <a:pt x="123" y="4446"/>
                  </a:lnTo>
                  <a:lnTo>
                    <a:pt x="111" y="4091"/>
                  </a:lnTo>
                  <a:lnTo>
                    <a:pt x="98" y="3744"/>
                  </a:lnTo>
                  <a:lnTo>
                    <a:pt x="86" y="3405"/>
                  </a:lnTo>
                  <a:lnTo>
                    <a:pt x="74" y="3072"/>
                  </a:lnTo>
                  <a:lnTo>
                    <a:pt x="61" y="2748"/>
                  </a:lnTo>
                  <a:lnTo>
                    <a:pt x="49" y="2430"/>
                  </a:lnTo>
                  <a:lnTo>
                    <a:pt x="37" y="2120"/>
                  </a:lnTo>
                  <a:lnTo>
                    <a:pt x="24" y="1818"/>
                  </a:lnTo>
                  <a:lnTo>
                    <a:pt x="12" y="1522"/>
                  </a:lnTo>
                  <a:lnTo>
                    <a:pt x="0" y="1235"/>
                  </a:lnTo>
                  <a:lnTo>
                    <a:pt x="10498" y="1235"/>
                  </a:lnTo>
                  <a:lnTo>
                    <a:pt x="10510" y="1523"/>
                  </a:lnTo>
                  <a:lnTo>
                    <a:pt x="10522" y="1820"/>
                  </a:lnTo>
                  <a:lnTo>
                    <a:pt x="10535" y="2126"/>
                  </a:lnTo>
                  <a:lnTo>
                    <a:pt x="10547" y="2440"/>
                  </a:lnTo>
                  <a:lnTo>
                    <a:pt x="10559" y="2763"/>
                  </a:lnTo>
                  <a:lnTo>
                    <a:pt x="10572" y="3095"/>
                  </a:lnTo>
                  <a:lnTo>
                    <a:pt x="10584" y="3435"/>
                  </a:lnTo>
                  <a:lnTo>
                    <a:pt x="10597" y="3784"/>
                  </a:lnTo>
                  <a:lnTo>
                    <a:pt x="10609" y="4141"/>
                  </a:lnTo>
                  <a:lnTo>
                    <a:pt x="10621" y="4508"/>
                  </a:lnTo>
                  <a:lnTo>
                    <a:pt x="10645" y="4867"/>
                  </a:lnTo>
                  <a:lnTo>
                    <a:pt x="10668" y="5229"/>
                  </a:lnTo>
                  <a:lnTo>
                    <a:pt x="10690" y="5593"/>
                  </a:lnTo>
                  <a:lnTo>
                    <a:pt x="10710" y="5960"/>
                  </a:lnTo>
                  <a:lnTo>
                    <a:pt x="10729" y="6329"/>
                  </a:lnTo>
                  <a:lnTo>
                    <a:pt x="10747" y="6701"/>
                  </a:lnTo>
                  <a:lnTo>
                    <a:pt x="10764" y="7075"/>
                  </a:lnTo>
                  <a:lnTo>
                    <a:pt x="10779" y="7452"/>
                  </a:lnTo>
                  <a:lnTo>
                    <a:pt x="10794" y="7831"/>
                  </a:lnTo>
                  <a:lnTo>
                    <a:pt x="10806" y="8213"/>
                  </a:lnTo>
                  <a:lnTo>
                    <a:pt x="10830" y="8594"/>
                  </a:lnTo>
                  <a:lnTo>
                    <a:pt x="10851" y="8974"/>
                  </a:lnTo>
                  <a:lnTo>
                    <a:pt x="10869" y="9350"/>
                  </a:lnTo>
                  <a:lnTo>
                    <a:pt x="10886" y="9725"/>
                  </a:lnTo>
                  <a:lnTo>
                    <a:pt x="10899" y="10096"/>
                  </a:lnTo>
                  <a:lnTo>
                    <a:pt x="10910" y="10466"/>
                  </a:lnTo>
                  <a:lnTo>
                    <a:pt x="10919" y="10832"/>
                  </a:lnTo>
                  <a:lnTo>
                    <a:pt x="10925" y="11197"/>
                  </a:lnTo>
                  <a:lnTo>
                    <a:pt x="10929" y="11559"/>
                  </a:lnTo>
                  <a:lnTo>
                    <a:pt x="10930" y="11918"/>
                  </a:lnTo>
                  <a:lnTo>
                    <a:pt x="10942" y="12259"/>
                  </a:lnTo>
                  <a:lnTo>
                    <a:pt x="10952" y="12590"/>
                  </a:lnTo>
                  <a:lnTo>
                    <a:pt x="10961" y="12911"/>
                  </a:lnTo>
                  <a:lnTo>
                    <a:pt x="10970" y="13222"/>
                  </a:lnTo>
                  <a:lnTo>
                    <a:pt x="10976" y="13524"/>
                  </a:lnTo>
                  <a:lnTo>
                    <a:pt x="10982" y="13815"/>
                  </a:lnTo>
                  <a:lnTo>
                    <a:pt x="10986" y="14097"/>
                  </a:lnTo>
                  <a:lnTo>
                    <a:pt x="10989" y="14368"/>
                  </a:lnTo>
                  <a:lnTo>
                    <a:pt x="10991" y="14630"/>
                  </a:lnTo>
                  <a:lnTo>
                    <a:pt x="10992" y="14882"/>
                  </a:lnTo>
                  <a:lnTo>
                    <a:pt x="11239" y="14882"/>
                  </a:lnTo>
                  <a:lnTo>
                    <a:pt x="11475" y="14127"/>
                  </a:lnTo>
                  <a:lnTo>
                    <a:pt x="11713" y="13393"/>
                  </a:lnTo>
                  <a:lnTo>
                    <a:pt x="11954" y="12679"/>
                  </a:lnTo>
                  <a:lnTo>
                    <a:pt x="12197" y="11987"/>
                  </a:lnTo>
                  <a:lnTo>
                    <a:pt x="12443" y="11316"/>
                  </a:lnTo>
                  <a:lnTo>
                    <a:pt x="12691" y="10666"/>
                  </a:lnTo>
                  <a:lnTo>
                    <a:pt x="12942" y="10036"/>
                  </a:lnTo>
                  <a:lnTo>
                    <a:pt x="13195" y="9428"/>
                  </a:lnTo>
                  <a:lnTo>
                    <a:pt x="13451" y="8841"/>
                  </a:lnTo>
                  <a:lnTo>
                    <a:pt x="13709" y="8275"/>
                  </a:lnTo>
                  <a:lnTo>
                    <a:pt x="13985" y="7717"/>
                  </a:lnTo>
                  <a:lnTo>
                    <a:pt x="14270" y="7180"/>
                  </a:lnTo>
                  <a:lnTo>
                    <a:pt x="14563" y="6665"/>
                  </a:lnTo>
                  <a:lnTo>
                    <a:pt x="14865" y="6170"/>
                  </a:lnTo>
                  <a:lnTo>
                    <a:pt x="15176" y="5696"/>
                  </a:lnTo>
                  <a:lnTo>
                    <a:pt x="15495" y="5244"/>
                  </a:lnTo>
                  <a:lnTo>
                    <a:pt x="15823" y="4812"/>
                  </a:lnTo>
                  <a:lnTo>
                    <a:pt x="16159" y="4401"/>
                  </a:lnTo>
                  <a:lnTo>
                    <a:pt x="16505" y="4012"/>
                  </a:lnTo>
                  <a:lnTo>
                    <a:pt x="16858" y="3643"/>
                  </a:lnTo>
                  <a:lnTo>
                    <a:pt x="17223" y="3282"/>
                  </a:lnTo>
                  <a:lnTo>
                    <a:pt x="17602" y="2941"/>
                  </a:lnTo>
                  <a:lnTo>
                    <a:pt x="17994" y="2620"/>
                  </a:lnTo>
                  <a:lnTo>
                    <a:pt x="18400" y="2319"/>
                  </a:lnTo>
                  <a:lnTo>
                    <a:pt x="18819" y="2037"/>
                  </a:lnTo>
                  <a:lnTo>
                    <a:pt x="19252" y="1776"/>
                  </a:lnTo>
                  <a:lnTo>
                    <a:pt x="19698" y="1533"/>
                  </a:lnTo>
                  <a:lnTo>
                    <a:pt x="20159" y="1311"/>
                  </a:lnTo>
                  <a:lnTo>
                    <a:pt x="20632" y="1109"/>
                  </a:lnTo>
                  <a:lnTo>
                    <a:pt x="21119" y="926"/>
                  </a:lnTo>
                  <a:lnTo>
                    <a:pt x="21624" y="750"/>
                  </a:lnTo>
                  <a:lnTo>
                    <a:pt x="22149" y="592"/>
                  </a:lnTo>
                  <a:lnTo>
                    <a:pt x="22696" y="453"/>
                  </a:lnTo>
                  <a:lnTo>
                    <a:pt x="23264" y="333"/>
                  </a:lnTo>
                  <a:lnTo>
                    <a:pt x="23852" y="231"/>
                  </a:lnTo>
                  <a:lnTo>
                    <a:pt x="24462" y="148"/>
                  </a:lnTo>
                  <a:lnTo>
                    <a:pt x="25092" y="83"/>
                  </a:lnTo>
                  <a:lnTo>
                    <a:pt x="25744" y="37"/>
                  </a:lnTo>
                  <a:lnTo>
                    <a:pt x="26416" y="9"/>
                  </a:lnTo>
                  <a:lnTo>
                    <a:pt x="27110" y="0"/>
                  </a:lnTo>
                  <a:lnTo>
                    <a:pt x="27380" y="2"/>
                  </a:lnTo>
                  <a:lnTo>
                    <a:pt x="27648" y="9"/>
                  </a:lnTo>
                  <a:lnTo>
                    <a:pt x="27914" y="22"/>
                  </a:lnTo>
                  <a:lnTo>
                    <a:pt x="28177" y="39"/>
                  </a:lnTo>
                  <a:lnTo>
                    <a:pt x="28437" y="61"/>
                  </a:lnTo>
                  <a:lnTo>
                    <a:pt x="28695" y="88"/>
                  </a:lnTo>
                  <a:lnTo>
                    <a:pt x="28951" y="121"/>
                  </a:lnTo>
                  <a:lnTo>
                    <a:pt x="29204" y="158"/>
                  </a:lnTo>
                  <a:lnTo>
                    <a:pt x="29455" y="200"/>
                  </a:lnTo>
                  <a:lnTo>
                    <a:pt x="29703" y="247"/>
                  </a:lnTo>
                  <a:lnTo>
                    <a:pt x="29945" y="284"/>
                  </a:lnTo>
                  <a:lnTo>
                    <a:pt x="30175" y="321"/>
                  </a:lnTo>
                  <a:lnTo>
                    <a:pt x="30394" y="358"/>
                  </a:lnTo>
                  <a:lnTo>
                    <a:pt x="30602" y="395"/>
                  </a:lnTo>
                  <a:lnTo>
                    <a:pt x="30799" y="432"/>
                  </a:lnTo>
                  <a:lnTo>
                    <a:pt x="30985" y="469"/>
                  </a:lnTo>
                  <a:lnTo>
                    <a:pt x="31160" y="506"/>
                  </a:lnTo>
                  <a:lnTo>
                    <a:pt x="31324" y="543"/>
                  </a:lnTo>
                  <a:lnTo>
                    <a:pt x="31476" y="580"/>
                  </a:lnTo>
                  <a:lnTo>
                    <a:pt x="31618" y="617"/>
                  </a:lnTo>
                  <a:lnTo>
                    <a:pt x="31618" y="10806"/>
                  </a:lnTo>
                  <a:lnTo>
                    <a:pt x="31392" y="10747"/>
                  </a:lnTo>
                  <a:lnTo>
                    <a:pt x="31158" y="10690"/>
                  </a:lnTo>
                  <a:lnTo>
                    <a:pt x="30917" y="10638"/>
                  </a:lnTo>
                  <a:lnTo>
                    <a:pt x="30669" y="10589"/>
                  </a:lnTo>
                  <a:lnTo>
                    <a:pt x="30413" y="10544"/>
                  </a:lnTo>
                  <a:lnTo>
                    <a:pt x="30150" y="10503"/>
                  </a:lnTo>
                  <a:lnTo>
                    <a:pt x="29880" y="10465"/>
                  </a:lnTo>
                  <a:lnTo>
                    <a:pt x="29602" y="10431"/>
                  </a:lnTo>
                  <a:lnTo>
                    <a:pt x="29317" y="10401"/>
                  </a:lnTo>
                  <a:lnTo>
                    <a:pt x="29024" y="10374"/>
                  </a:lnTo>
                  <a:lnTo>
                    <a:pt x="28724" y="10339"/>
                  </a:lnTo>
                  <a:lnTo>
                    <a:pt x="28416" y="10308"/>
                  </a:lnTo>
                  <a:lnTo>
                    <a:pt x="28101" y="10280"/>
                  </a:lnTo>
                  <a:lnTo>
                    <a:pt x="27779" y="10256"/>
                  </a:lnTo>
                  <a:lnTo>
                    <a:pt x="27449" y="10235"/>
                  </a:lnTo>
                  <a:lnTo>
                    <a:pt x="27112" y="10219"/>
                  </a:lnTo>
                  <a:lnTo>
                    <a:pt x="26767" y="10206"/>
                  </a:lnTo>
                  <a:lnTo>
                    <a:pt x="26415" y="10196"/>
                  </a:lnTo>
                  <a:lnTo>
                    <a:pt x="26056" y="10191"/>
                  </a:lnTo>
                  <a:lnTo>
                    <a:pt x="25689" y="10189"/>
                  </a:lnTo>
                  <a:lnTo>
                    <a:pt x="24935" y="10206"/>
                  </a:lnTo>
                  <a:lnTo>
                    <a:pt x="24202" y="10258"/>
                  </a:lnTo>
                  <a:lnTo>
                    <a:pt x="23492" y="10345"/>
                  </a:lnTo>
                  <a:lnTo>
                    <a:pt x="22804" y="10466"/>
                  </a:lnTo>
                  <a:lnTo>
                    <a:pt x="22138" y="10621"/>
                  </a:lnTo>
                  <a:lnTo>
                    <a:pt x="21495" y="10811"/>
                  </a:lnTo>
                  <a:lnTo>
                    <a:pt x="20874" y="11036"/>
                  </a:lnTo>
                  <a:lnTo>
                    <a:pt x="20275" y="11296"/>
                  </a:lnTo>
                  <a:lnTo>
                    <a:pt x="19698" y="11590"/>
                  </a:lnTo>
                  <a:lnTo>
                    <a:pt x="19143" y="11918"/>
                  </a:lnTo>
                  <a:lnTo>
                    <a:pt x="18621" y="12277"/>
                  </a:lnTo>
                  <a:lnTo>
                    <a:pt x="18118" y="12664"/>
                  </a:lnTo>
                  <a:lnTo>
                    <a:pt x="17633" y="13078"/>
                  </a:lnTo>
                  <a:lnTo>
                    <a:pt x="17167" y="13519"/>
                  </a:lnTo>
                  <a:lnTo>
                    <a:pt x="16719" y="13987"/>
                  </a:lnTo>
                  <a:lnTo>
                    <a:pt x="16290" y="14482"/>
                  </a:lnTo>
                  <a:lnTo>
                    <a:pt x="15880" y="15005"/>
                  </a:lnTo>
                  <a:lnTo>
                    <a:pt x="15487" y="15554"/>
                  </a:lnTo>
                  <a:lnTo>
                    <a:pt x="15114" y="16131"/>
                  </a:lnTo>
                  <a:lnTo>
                    <a:pt x="14759" y="16735"/>
                  </a:lnTo>
                  <a:lnTo>
                    <a:pt x="14434" y="17352"/>
                  </a:lnTo>
                  <a:lnTo>
                    <a:pt x="14126" y="17995"/>
                  </a:lnTo>
                  <a:lnTo>
                    <a:pt x="13836" y="18662"/>
                  </a:lnTo>
                  <a:lnTo>
                    <a:pt x="13563" y="19353"/>
                  </a:lnTo>
                  <a:lnTo>
                    <a:pt x="13308" y="20070"/>
                  </a:lnTo>
                  <a:lnTo>
                    <a:pt x="13069" y="20811"/>
                  </a:lnTo>
                  <a:lnTo>
                    <a:pt x="12848" y="21576"/>
                  </a:lnTo>
                  <a:lnTo>
                    <a:pt x="12644" y="22367"/>
                  </a:lnTo>
                  <a:lnTo>
                    <a:pt x="12458" y="23182"/>
                  </a:lnTo>
                  <a:lnTo>
                    <a:pt x="12289" y="24022"/>
                  </a:lnTo>
                  <a:lnTo>
                    <a:pt x="12136" y="24870"/>
                  </a:lnTo>
                  <a:lnTo>
                    <a:pt x="12000" y="25734"/>
                  </a:lnTo>
                  <a:lnTo>
                    <a:pt x="11879" y="26614"/>
                  </a:lnTo>
                  <a:lnTo>
                    <a:pt x="11775" y="27510"/>
                  </a:lnTo>
                  <a:lnTo>
                    <a:pt x="11686" y="28422"/>
                  </a:lnTo>
                  <a:lnTo>
                    <a:pt x="11614" y="29350"/>
                  </a:lnTo>
                  <a:lnTo>
                    <a:pt x="11558" y="30294"/>
                  </a:lnTo>
                  <a:lnTo>
                    <a:pt x="11518" y="31255"/>
                  </a:lnTo>
                  <a:lnTo>
                    <a:pt x="11494" y="32231"/>
                  </a:lnTo>
                  <a:lnTo>
                    <a:pt x="11486" y="33223"/>
                  </a:lnTo>
                  <a:lnTo>
                    <a:pt x="11486" y="68053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3901421" y="5320549"/>
              <a:ext cx="32297" cy="82750"/>
            </a:xfrm>
            <a:custGeom>
              <a:avLst/>
              <a:pathLst>
                <a:path w="32297" h="82750">
                  <a:moveTo>
                    <a:pt x="32297" y="81268"/>
                  </a:moveTo>
                  <a:lnTo>
                    <a:pt x="31789" y="81401"/>
                  </a:lnTo>
                  <a:lnTo>
                    <a:pt x="31279" y="81527"/>
                  </a:lnTo>
                  <a:lnTo>
                    <a:pt x="30767" y="81648"/>
                  </a:lnTo>
                  <a:lnTo>
                    <a:pt x="30252" y="81762"/>
                  </a:lnTo>
                  <a:lnTo>
                    <a:pt x="29734" y="81870"/>
                  </a:lnTo>
                  <a:lnTo>
                    <a:pt x="29214" y="81972"/>
                  </a:lnTo>
                  <a:lnTo>
                    <a:pt x="28692" y="82068"/>
                  </a:lnTo>
                  <a:lnTo>
                    <a:pt x="28167" y="82157"/>
                  </a:lnTo>
                  <a:lnTo>
                    <a:pt x="27639" y="82241"/>
                  </a:lnTo>
                  <a:lnTo>
                    <a:pt x="27110" y="82318"/>
                  </a:lnTo>
                  <a:lnTo>
                    <a:pt x="26582" y="82400"/>
                  </a:lnTo>
                  <a:lnTo>
                    <a:pt x="26038" y="82473"/>
                  </a:lnTo>
                  <a:lnTo>
                    <a:pt x="25476" y="82538"/>
                  </a:lnTo>
                  <a:lnTo>
                    <a:pt x="24896" y="82594"/>
                  </a:lnTo>
                  <a:lnTo>
                    <a:pt x="24300" y="82642"/>
                  </a:lnTo>
                  <a:lnTo>
                    <a:pt x="23686" y="82681"/>
                  </a:lnTo>
                  <a:lnTo>
                    <a:pt x="23055" y="82711"/>
                  </a:lnTo>
                  <a:lnTo>
                    <a:pt x="22406" y="82733"/>
                  </a:lnTo>
                  <a:lnTo>
                    <a:pt x="21741" y="82746"/>
                  </a:lnTo>
                  <a:lnTo>
                    <a:pt x="21058" y="82750"/>
                  </a:lnTo>
                  <a:lnTo>
                    <a:pt x="18523" y="82599"/>
                  </a:lnTo>
                  <a:lnTo>
                    <a:pt x="16256" y="82145"/>
                  </a:lnTo>
                  <a:lnTo>
                    <a:pt x="14255" y="81388"/>
                  </a:lnTo>
                  <a:lnTo>
                    <a:pt x="12521" y="80329"/>
                  </a:lnTo>
                  <a:lnTo>
                    <a:pt x="11053" y="78968"/>
                  </a:lnTo>
                  <a:lnTo>
                    <a:pt x="9853" y="77303"/>
                  </a:lnTo>
                  <a:lnTo>
                    <a:pt x="8919" y="75336"/>
                  </a:lnTo>
                  <a:lnTo>
                    <a:pt x="8252" y="73067"/>
                  </a:lnTo>
                  <a:lnTo>
                    <a:pt x="7852" y="70495"/>
                  </a:lnTo>
                  <a:lnTo>
                    <a:pt x="7719" y="67620"/>
                  </a:lnTo>
                  <a:lnTo>
                    <a:pt x="7719" y="23034"/>
                  </a:lnTo>
                  <a:lnTo>
                    <a:pt x="0" y="23034"/>
                  </a:lnTo>
                  <a:lnTo>
                    <a:pt x="0" y="14944"/>
                  </a:lnTo>
                  <a:lnTo>
                    <a:pt x="8151" y="14944"/>
                  </a:lnTo>
                  <a:lnTo>
                    <a:pt x="11424" y="0"/>
                  </a:lnTo>
                  <a:lnTo>
                    <a:pt x="18835" y="0"/>
                  </a:lnTo>
                  <a:lnTo>
                    <a:pt x="18835" y="14944"/>
                  </a:lnTo>
                  <a:lnTo>
                    <a:pt x="31185" y="14944"/>
                  </a:lnTo>
                  <a:lnTo>
                    <a:pt x="31185" y="23034"/>
                  </a:lnTo>
                  <a:lnTo>
                    <a:pt x="18835" y="23034"/>
                  </a:lnTo>
                  <a:lnTo>
                    <a:pt x="18835" y="65212"/>
                  </a:lnTo>
                  <a:lnTo>
                    <a:pt x="18850" y="66147"/>
                  </a:lnTo>
                  <a:lnTo>
                    <a:pt x="18896" y="67025"/>
                  </a:lnTo>
                  <a:lnTo>
                    <a:pt x="18973" y="67846"/>
                  </a:lnTo>
                  <a:lnTo>
                    <a:pt x="19082" y="68611"/>
                  </a:lnTo>
                  <a:lnTo>
                    <a:pt x="19220" y="69319"/>
                  </a:lnTo>
                  <a:lnTo>
                    <a:pt x="19390" y="69969"/>
                  </a:lnTo>
                  <a:lnTo>
                    <a:pt x="19591" y="70563"/>
                  </a:lnTo>
                  <a:lnTo>
                    <a:pt x="19823" y="71101"/>
                  </a:lnTo>
                  <a:lnTo>
                    <a:pt x="20085" y="71581"/>
                  </a:lnTo>
                  <a:lnTo>
                    <a:pt x="20378" y="72005"/>
                  </a:lnTo>
                  <a:lnTo>
                    <a:pt x="20722" y="72369"/>
                  </a:lnTo>
                  <a:lnTo>
                    <a:pt x="21112" y="72694"/>
                  </a:lnTo>
                  <a:lnTo>
                    <a:pt x="21547" y="72981"/>
                  </a:lnTo>
                  <a:lnTo>
                    <a:pt x="22028" y="73230"/>
                  </a:lnTo>
                  <a:lnTo>
                    <a:pt x="22555" y="73441"/>
                  </a:lnTo>
                  <a:lnTo>
                    <a:pt x="23128" y="73613"/>
                  </a:lnTo>
                  <a:lnTo>
                    <a:pt x="23746" y="73747"/>
                  </a:lnTo>
                  <a:lnTo>
                    <a:pt x="24410" y="73843"/>
                  </a:lnTo>
                  <a:lnTo>
                    <a:pt x="25119" y="73900"/>
                  </a:lnTo>
                  <a:lnTo>
                    <a:pt x="25874" y="73919"/>
                  </a:lnTo>
                  <a:lnTo>
                    <a:pt x="26194" y="73917"/>
                  </a:lnTo>
                  <a:lnTo>
                    <a:pt x="26512" y="73909"/>
                  </a:lnTo>
                  <a:lnTo>
                    <a:pt x="26827" y="73897"/>
                  </a:lnTo>
                  <a:lnTo>
                    <a:pt x="27139" y="73880"/>
                  </a:lnTo>
                  <a:lnTo>
                    <a:pt x="27449" y="73857"/>
                  </a:lnTo>
                  <a:lnTo>
                    <a:pt x="27757" y="73830"/>
                  </a:lnTo>
                  <a:lnTo>
                    <a:pt x="28062" y="73798"/>
                  </a:lnTo>
                  <a:lnTo>
                    <a:pt x="28364" y="73761"/>
                  </a:lnTo>
                  <a:lnTo>
                    <a:pt x="28665" y="73719"/>
                  </a:lnTo>
                  <a:lnTo>
                    <a:pt x="28962" y="73672"/>
                  </a:lnTo>
                  <a:lnTo>
                    <a:pt x="29273" y="73622"/>
                  </a:lnTo>
                  <a:lnTo>
                    <a:pt x="29590" y="73568"/>
                  </a:lnTo>
                  <a:lnTo>
                    <a:pt x="29911" y="73513"/>
                  </a:lnTo>
                  <a:lnTo>
                    <a:pt x="30237" y="73455"/>
                  </a:lnTo>
                  <a:lnTo>
                    <a:pt x="30568" y="73394"/>
                  </a:lnTo>
                  <a:lnTo>
                    <a:pt x="30904" y="73331"/>
                  </a:lnTo>
                  <a:lnTo>
                    <a:pt x="31245" y="73266"/>
                  </a:lnTo>
                  <a:lnTo>
                    <a:pt x="31590" y="73198"/>
                  </a:lnTo>
                  <a:lnTo>
                    <a:pt x="31941" y="73128"/>
                  </a:lnTo>
                  <a:lnTo>
                    <a:pt x="32297" y="73055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3943105" y="5310668"/>
              <a:ext cx="11115" cy="91643"/>
            </a:xfrm>
            <a:custGeom>
              <a:avLst/>
              <a:pathLst>
                <a:path w="11115" h="91643">
                  <a:moveTo>
                    <a:pt x="0" y="10621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10621"/>
                  </a:lnTo>
                  <a:close/>
                  <a:moveTo>
                    <a:pt x="0" y="91643"/>
                  </a:moveTo>
                  <a:lnTo>
                    <a:pt x="0" y="24825"/>
                  </a:lnTo>
                  <a:lnTo>
                    <a:pt x="11115" y="24825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3968116" y="5334258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4041603" y="5310668"/>
              <a:ext cx="11115" cy="91643"/>
            </a:xfrm>
            <a:custGeom>
              <a:avLst/>
              <a:pathLst>
                <a:path w="11115" h="91643">
                  <a:moveTo>
                    <a:pt x="0" y="91643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4059265" y="5419417"/>
              <a:ext cx="73672" cy="8028"/>
            </a:xfrm>
            <a:custGeom>
              <a:avLst/>
              <a:pathLst>
                <a:path w="73672" h="8028">
                  <a:moveTo>
                    <a:pt x="0" y="8028"/>
                  </a:moveTo>
                  <a:lnTo>
                    <a:pt x="0" y="0"/>
                  </a:lnTo>
                  <a:lnTo>
                    <a:pt x="73672" y="0"/>
                  </a:lnTo>
                  <a:lnTo>
                    <a:pt x="73672" y="8028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4141892" y="5315300"/>
              <a:ext cx="55763" cy="87011"/>
            </a:xfrm>
            <a:custGeom>
              <a:avLst/>
              <a:pathLst>
                <a:path w="55763" h="87011">
                  <a:moveTo>
                    <a:pt x="0" y="87011"/>
                  </a:moveTo>
                  <a:lnTo>
                    <a:pt x="0" y="0"/>
                  </a:lnTo>
                  <a:lnTo>
                    <a:pt x="11795" y="0"/>
                  </a:lnTo>
                  <a:lnTo>
                    <a:pt x="11795" y="77377"/>
                  </a:lnTo>
                  <a:lnTo>
                    <a:pt x="55763" y="77377"/>
                  </a:lnTo>
                  <a:lnTo>
                    <a:pt x="55763" y="87011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4210316" y="5310668"/>
              <a:ext cx="11115" cy="91643"/>
            </a:xfrm>
            <a:custGeom>
              <a:avLst/>
              <a:pathLst>
                <a:path w="11115" h="91643">
                  <a:moveTo>
                    <a:pt x="0" y="10621"/>
                  </a:moveTo>
                  <a:lnTo>
                    <a:pt x="0" y="0"/>
                  </a:lnTo>
                  <a:lnTo>
                    <a:pt x="11115" y="0"/>
                  </a:lnTo>
                  <a:lnTo>
                    <a:pt x="11115" y="10621"/>
                  </a:lnTo>
                  <a:close/>
                  <a:moveTo>
                    <a:pt x="0" y="91643"/>
                  </a:moveTo>
                  <a:lnTo>
                    <a:pt x="0" y="24825"/>
                  </a:lnTo>
                  <a:lnTo>
                    <a:pt x="11115" y="24825"/>
                  </a:lnTo>
                  <a:lnTo>
                    <a:pt x="11115" y="91643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4238352" y="5334258"/>
              <a:ext cx="53726" cy="68053"/>
            </a:xfrm>
            <a:custGeom>
              <a:avLst/>
              <a:pathLst>
                <a:path w="53726" h="68053">
                  <a:moveTo>
                    <a:pt x="42548" y="68053"/>
                  </a:moveTo>
                  <a:lnTo>
                    <a:pt x="42548" y="25689"/>
                  </a:lnTo>
                  <a:lnTo>
                    <a:pt x="42541" y="24730"/>
                  </a:lnTo>
                  <a:lnTo>
                    <a:pt x="42518" y="23802"/>
                  </a:lnTo>
                  <a:lnTo>
                    <a:pt x="42481" y="22907"/>
                  </a:lnTo>
                  <a:lnTo>
                    <a:pt x="42430" y="22043"/>
                  </a:lnTo>
                  <a:lnTo>
                    <a:pt x="42363" y="21212"/>
                  </a:lnTo>
                  <a:lnTo>
                    <a:pt x="42281" y="20413"/>
                  </a:lnTo>
                  <a:lnTo>
                    <a:pt x="42185" y="19646"/>
                  </a:lnTo>
                  <a:lnTo>
                    <a:pt x="42074" y="18911"/>
                  </a:lnTo>
                  <a:lnTo>
                    <a:pt x="41948" y="18208"/>
                  </a:lnTo>
                  <a:lnTo>
                    <a:pt x="41807" y="17538"/>
                  </a:lnTo>
                  <a:lnTo>
                    <a:pt x="41662" y="16896"/>
                  </a:lnTo>
                  <a:lnTo>
                    <a:pt x="41498" y="16280"/>
                  </a:lnTo>
                  <a:lnTo>
                    <a:pt x="41316" y="15691"/>
                  </a:lnTo>
                  <a:lnTo>
                    <a:pt x="41115" y="15127"/>
                  </a:lnTo>
                  <a:lnTo>
                    <a:pt x="40896" y="14589"/>
                  </a:lnTo>
                  <a:lnTo>
                    <a:pt x="40658" y="14077"/>
                  </a:lnTo>
                  <a:lnTo>
                    <a:pt x="40402" y="13591"/>
                  </a:lnTo>
                  <a:lnTo>
                    <a:pt x="40127" y="13131"/>
                  </a:lnTo>
                  <a:lnTo>
                    <a:pt x="39834" y="12697"/>
                  </a:lnTo>
                  <a:lnTo>
                    <a:pt x="39522" y="12289"/>
                  </a:lnTo>
                  <a:lnTo>
                    <a:pt x="39191" y="11893"/>
                  </a:lnTo>
                  <a:lnTo>
                    <a:pt x="38838" y="11523"/>
                  </a:lnTo>
                  <a:lnTo>
                    <a:pt x="38464" y="11177"/>
                  </a:lnTo>
                  <a:lnTo>
                    <a:pt x="38070" y="10856"/>
                  </a:lnTo>
                  <a:lnTo>
                    <a:pt x="37654" y="10559"/>
                  </a:lnTo>
                  <a:lnTo>
                    <a:pt x="37217" y="10288"/>
                  </a:lnTo>
                  <a:lnTo>
                    <a:pt x="36760" y="10041"/>
                  </a:lnTo>
                  <a:lnTo>
                    <a:pt x="36281" y="9818"/>
                  </a:lnTo>
                  <a:lnTo>
                    <a:pt x="35782" y="9621"/>
                  </a:lnTo>
                  <a:lnTo>
                    <a:pt x="35261" y="9448"/>
                  </a:lnTo>
                  <a:lnTo>
                    <a:pt x="34729" y="9284"/>
                  </a:lnTo>
                  <a:lnTo>
                    <a:pt x="34172" y="9137"/>
                  </a:lnTo>
                  <a:lnTo>
                    <a:pt x="33588" y="9007"/>
                  </a:lnTo>
                  <a:lnTo>
                    <a:pt x="32979" y="8895"/>
                  </a:lnTo>
                  <a:lnTo>
                    <a:pt x="32343" y="8799"/>
                  </a:lnTo>
                  <a:lnTo>
                    <a:pt x="31682" y="8722"/>
                  </a:lnTo>
                  <a:lnTo>
                    <a:pt x="30995" y="8661"/>
                  </a:lnTo>
                  <a:lnTo>
                    <a:pt x="30281" y="8618"/>
                  </a:lnTo>
                  <a:lnTo>
                    <a:pt x="29542" y="8592"/>
                  </a:lnTo>
                  <a:lnTo>
                    <a:pt x="28777" y="8583"/>
                  </a:lnTo>
                  <a:lnTo>
                    <a:pt x="27994" y="8598"/>
                  </a:lnTo>
                  <a:lnTo>
                    <a:pt x="27226" y="8640"/>
                  </a:lnTo>
                  <a:lnTo>
                    <a:pt x="26472" y="8711"/>
                  </a:lnTo>
                  <a:lnTo>
                    <a:pt x="25734" y="8811"/>
                  </a:lnTo>
                  <a:lnTo>
                    <a:pt x="25010" y="8938"/>
                  </a:lnTo>
                  <a:lnTo>
                    <a:pt x="24301" y="9095"/>
                  </a:lnTo>
                  <a:lnTo>
                    <a:pt x="23607" y="9279"/>
                  </a:lnTo>
                  <a:lnTo>
                    <a:pt x="22928" y="9492"/>
                  </a:lnTo>
                  <a:lnTo>
                    <a:pt x="22263" y="9734"/>
                  </a:lnTo>
                  <a:lnTo>
                    <a:pt x="21613" y="10004"/>
                  </a:lnTo>
                  <a:lnTo>
                    <a:pt x="20992" y="10288"/>
                  </a:lnTo>
                  <a:lnTo>
                    <a:pt x="20388" y="10599"/>
                  </a:lnTo>
                  <a:lnTo>
                    <a:pt x="19802" y="10936"/>
                  </a:lnTo>
                  <a:lnTo>
                    <a:pt x="19232" y="11298"/>
                  </a:lnTo>
                  <a:lnTo>
                    <a:pt x="18680" y="11686"/>
                  </a:lnTo>
                  <a:lnTo>
                    <a:pt x="18145" y="12101"/>
                  </a:lnTo>
                  <a:lnTo>
                    <a:pt x="17628" y="12541"/>
                  </a:lnTo>
                  <a:lnTo>
                    <a:pt x="17128" y="13007"/>
                  </a:lnTo>
                  <a:lnTo>
                    <a:pt x="16645" y="13500"/>
                  </a:lnTo>
                  <a:lnTo>
                    <a:pt x="16179" y="14018"/>
                  </a:lnTo>
                  <a:lnTo>
                    <a:pt x="15744" y="14549"/>
                  </a:lnTo>
                  <a:lnTo>
                    <a:pt x="15329" y="15107"/>
                  </a:lnTo>
                  <a:lnTo>
                    <a:pt x="14934" y="15691"/>
                  </a:lnTo>
                  <a:lnTo>
                    <a:pt x="14559" y="16300"/>
                  </a:lnTo>
                  <a:lnTo>
                    <a:pt x="14203" y="16936"/>
                  </a:lnTo>
                  <a:lnTo>
                    <a:pt x="13867" y="17597"/>
                  </a:lnTo>
                  <a:lnTo>
                    <a:pt x="13551" y="18284"/>
                  </a:lnTo>
                  <a:lnTo>
                    <a:pt x="13254" y="18998"/>
                  </a:lnTo>
                  <a:lnTo>
                    <a:pt x="12978" y="19737"/>
                  </a:lnTo>
                  <a:lnTo>
                    <a:pt x="12721" y="20502"/>
                  </a:lnTo>
                  <a:lnTo>
                    <a:pt x="12486" y="21279"/>
                  </a:lnTo>
                  <a:lnTo>
                    <a:pt x="12276" y="22080"/>
                  </a:lnTo>
                  <a:lnTo>
                    <a:pt x="12091" y="22905"/>
                  </a:lnTo>
                  <a:lnTo>
                    <a:pt x="11930" y="23753"/>
                  </a:lnTo>
                  <a:lnTo>
                    <a:pt x="11795" y="24624"/>
                  </a:lnTo>
                  <a:lnTo>
                    <a:pt x="11683" y="25519"/>
                  </a:lnTo>
                  <a:lnTo>
                    <a:pt x="11597" y="26437"/>
                  </a:lnTo>
                  <a:lnTo>
                    <a:pt x="11535" y="27379"/>
                  </a:lnTo>
                  <a:lnTo>
                    <a:pt x="11498" y="28344"/>
                  </a:lnTo>
                  <a:lnTo>
                    <a:pt x="11486" y="29333"/>
                  </a:lnTo>
                  <a:lnTo>
                    <a:pt x="11486" y="68053"/>
                  </a:lnTo>
                  <a:lnTo>
                    <a:pt x="370" y="68053"/>
                  </a:lnTo>
                  <a:lnTo>
                    <a:pt x="370" y="15500"/>
                  </a:lnTo>
                  <a:lnTo>
                    <a:pt x="369" y="15078"/>
                  </a:lnTo>
                  <a:lnTo>
                    <a:pt x="368" y="14653"/>
                  </a:lnTo>
                  <a:lnTo>
                    <a:pt x="364" y="14223"/>
                  </a:lnTo>
                  <a:lnTo>
                    <a:pt x="360" y="13790"/>
                  </a:lnTo>
                  <a:lnTo>
                    <a:pt x="355" y="13354"/>
                  </a:lnTo>
                  <a:lnTo>
                    <a:pt x="348" y="12914"/>
                  </a:lnTo>
                  <a:lnTo>
                    <a:pt x="340" y="12470"/>
                  </a:lnTo>
                  <a:lnTo>
                    <a:pt x="331" y="12022"/>
                  </a:lnTo>
                  <a:lnTo>
                    <a:pt x="320" y="11570"/>
                  </a:lnTo>
                  <a:lnTo>
                    <a:pt x="308" y="11115"/>
                  </a:lnTo>
                  <a:lnTo>
                    <a:pt x="308" y="10649"/>
                  </a:lnTo>
                  <a:lnTo>
                    <a:pt x="306" y="10189"/>
                  </a:lnTo>
                  <a:lnTo>
                    <a:pt x="303" y="9735"/>
                  </a:lnTo>
                  <a:lnTo>
                    <a:pt x="298" y="9287"/>
                  </a:lnTo>
                  <a:lnTo>
                    <a:pt x="293" y="8846"/>
                  </a:lnTo>
                  <a:lnTo>
                    <a:pt x="286" y="8410"/>
                  </a:lnTo>
                  <a:lnTo>
                    <a:pt x="278" y="7981"/>
                  </a:lnTo>
                  <a:lnTo>
                    <a:pt x="269" y="7558"/>
                  </a:lnTo>
                  <a:lnTo>
                    <a:pt x="258" y="7141"/>
                  </a:lnTo>
                  <a:lnTo>
                    <a:pt x="247" y="6731"/>
                  </a:lnTo>
                  <a:lnTo>
                    <a:pt x="234" y="6317"/>
                  </a:lnTo>
                  <a:lnTo>
                    <a:pt x="222" y="5916"/>
                  </a:lnTo>
                  <a:lnTo>
                    <a:pt x="209" y="5526"/>
                  </a:lnTo>
                  <a:lnTo>
                    <a:pt x="197" y="5150"/>
                  </a:lnTo>
                  <a:lnTo>
                    <a:pt x="185" y="4785"/>
                  </a:lnTo>
                  <a:lnTo>
                    <a:pt x="172" y="4433"/>
                  </a:lnTo>
                  <a:lnTo>
                    <a:pt x="160" y="4094"/>
                  </a:lnTo>
                  <a:lnTo>
                    <a:pt x="148" y="3767"/>
                  </a:lnTo>
                  <a:lnTo>
                    <a:pt x="135" y="3452"/>
                  </a:lnTo>
                  <a:lnTo>
                    <a:pt x="123" y="3149"/>
                  </a:lnTo>
                  <a:lnTo>
                    <a:pt x="111" y="2863"/>
                  </a:lnTo>
                  <a:lnTo>
                    <a:pt x="98" y="2598"/>
                  </a:lnTo>
                  <a:lnTo>
                    <a:pt x="86" y="2354"/>
                  </a:lnTo>
                  <a:lnTo>
                    <a:pt x="74" y="2131"/>
                  </a:lnTo>
                  <a:lnTo>
                    <a:pt x="61" y="1929"/>
                  </a:lnTo>
                  <a:lnTo>
                    <a:pt x="49" y="1748"/>
                  </a:lnTo>
                  <a:lnTo>
                    <a:pt x="37" y="1588"/>
                  </a:lnTo>
                  <a:lnTo>
                    <a:pt x="0" y="1235"/>
                  </a:lnTo>
                  <a:lnTo>
                    <a:pt x="10535" y="1514"/>
                  </a:lnTo>
                  <a:lnTo>
                    <a:pt x="10547" y="1650"/>
                  </a:lnTo>
                  <a:lnTo>
                    <a:pt x="10559" y="1806"/>
                  </a:lnTo>
                  <a:lnTo>
                    <a:pt x="10572" y="1983"/>
                  </a:lnTo>
                  <a:lnTo>
                    <a:pt x="10584" y="2181"/>
                  </a:lnTo>
                  <a:lnTo>
                    <a:pt x="10597" y="2401"/>
                  </a:lnTo>
                  <a:lnTo>
                    <a:pt x="10609" y="2641"/>
                  </a:lnTo>
                  <a:lnTo>
                    <a:pt x="10621" y="2902"/>
                  </a:lnTo>
                  <a:lnTo>
                    <a:pt x="10634" y="3178"/>
                  </a:lnTo>
                  <a:lnTo>
                    <a:pt x="10646" y="3463"/>
                  </a:lnTo>
                  <a:lnTo>
                    <a:pt x="10658" y="3756"/>
                  </a:lnTo>
                  <a:lnTo>
                    <a:pt x="10671" y="4058"/>
                  </a:lnTo>
                  <a:lnTo>
                    <a:pt x="10683" y="4369"/>
                  </a:lnTo>
                  <a:lnTo>
                    <a:pt x="10695" y="4688"/>
                  </a:lnTo>
                  <a:lnTo>
                    <a:pt x="10708" y="5016"/>
                  </a:lnTo>
                  <a:lnTo>
                    <a:pt x="10720" y="5352"/>
                  </a:lnTo>
                  <a:lnTo>
                    <a:pt x="10732" y="5698"/>
                  </a:lnTo>
                  <a:lnTo>
                    <a:pt x="10745" y="6051"/>
                  </a:lnTo>
                  <a:lnTo>
                    <a:pt x="10769" y="6398"/>
                  </a:lnTo>
                  <a:lnTo>
                    <a:pt x="10792" y="6748"/>
                  </a:lnTo>
                  <a:lnTo>
                    <a:pt x="10813" y="7100"/>
                  </a:lnTo>
                  <a:lnTo>
                    <a:pt x="10834" y="7454"/>
                  </a:lnTo>
                  <a:lnTo>
                    <a:pt x="10853" y="7811"/>
                  </a:lnTo>
                  <a:lnTo>
                    <a:pt x="10871" y="8171"/>
                  </a:lnTo>
                  <a:lnTo>
                    <a:pt x="10887" y="8533"/>
                  </a:lnTo>
                  <a:lnTo>
                    <a:pt x="10903" y="8897"/>
                  </a:lnTo>
                  <a:lnTo>
                    <a:pt x="10917" y="9264"/>
                  </a:lnTo>
                  <a:lnTo>
                    <a:pt x="10930" y="9633"/>
                  </a:lnTo>
                  <a:lnTo>
                    <a:pt x="10942" y="9986"/>
                  </a:lnTo>
                  <a:lnTo>
                    <a:pt x="10952" y="10327"/>
                  </a:lnTo>
                  <a:lnTo>
                    <a:pt x="10961" y="10658"/>
                  </a:lnTo>
                  <a:lnTo>
                    <a:pt x="10970" y="10977"/>
                  </a:lnTo>
                  <a:lnTo>
                    <a:pt x="10976" y="11285"/>
                  </a:lnTo>
                  <a:lnTo>
                    <a:pt x="10982" y="11582"/>
                  </a:lnTo>
                  <a:lnTo>
                    <a:pt x="10986" y="11868"/>
                  </a:lnTo>
                  <a:lnTo>
                    <a:pt x="10989" y="12143"/>
                  </a:lnTo>
                  <a:lnTo>
                    <a:pt x="10991" y="12407"/>
                  </a:lnTo>
                  <a:lnTo>
                    <a:pt x="10992" y="12659"/>
                  </a:lnTo>
                  <a:lnTo>
                    <a:pt x="11177" y="12659"/>
                  </a:lnTo>
                  <a:lnTo>
                    <a:pt x="11501" y="12084"/>
                  </a:lnTo>
                  <a:lnTo>
                    <a:pt x="11832" y="11520"/>
                  </a:lnTo>
                  <a:lnTo>
                    <a:pt x="12168" y="10968"/>
                  </a:lnTo>
                  <a:lnTo>
                    <a:pt x="12511" y="10426"/>
                  </a:lnTo>
                  <a:lnTo>
                    <a:pt x="12860" y="9896"/>
                  </a:lnTo>
                  <a:lnTo>
                    <a:pt x="13215" y="9376"/>
                  </a:lnTo>
                  <a:lnTo>
                    <a:pt x="13576" y="8868"/>
                  </a:lnTo>
                  <a:lnTo>
                    <a:pt x="13944" y="8371"/>
                  </a:lnTo>
                  <a:lnTo>
                    <a:pt x="14317" y="7885"/>
                  </a:lnTo>
                  <a:lnTo>
                    <a:pt x="14697" y="7410"/>
                  </a:lnTo>
                  <a:lnTo>
                    <a:pt x="15086" y="6948"/>
                  </a:lnTo>
                  <a:lnTo>
                    <a:pt x="15487" y="6501"/>
                  </a:lnTo>
                  <a:lnTo>
                    <a:pt x="15901" y="6069"/>
                  </a:lnTo>
                  <a:lnTo>
                    <a:pt x="16327" y="5651"/>
                  </a:lnTo>
                  <a:lnTo>
                    <a:pt x="16766" y="5249"/>
                  </a:lnTo>
                  <a:lnTo>
                    <a:pt x="17217" y="4861"/>
                  </a:lnTo>
                  <a:lnTo>
                    <a:pt x="17680" y="4488"/>
                  </a:lnTo>
                  <a:lnTo>
                    <a:pt x="18155" y="4130"/>
                  </a:lnTo>
                  <a:lnTo>
                    <a:pt x="18643" y="3786"/>
                  </a:lnTo>
                  <a:lnTo>
                    <a:pt x="19143" y="3458"/>
                  </a:lnTo>
                  <a:lnTo>
                    <a:pt x="19657" y="3132"/>
                  </a:lnTo>
                  <a:lnTo>
                    <a:pt x="20186" y="2823"/>
                  </a:lnTo>
                  <a:lnTo>
                    <a:pt x="20729" y="2530"/>
                  </a:lnTo>
                  <a:lnTo>
                    <a:pt x="21287" y="2252"/>
                  </a:lnTo>
                  <a:lnTo>
                    <a:pt x="21860" y="1991"/>
                  </a:lnTo>
                  <a:lnTo>
                    <a:pt x="22448" y="1746"/>
                  </a:lnTo>
                  <a:lnTo>
                    <a:pt x="23051" y="1517"/>
                  </a:lnTo>
                  <a:lnTo>
                    <a:pt x="23669" y="1304"/>
                  </a:lnTo>
                  <a:lnTo>
                    <a:pt x="24301" y="1107"/>
                  </a:lnTo>
                  <a:lnTo>
                    <a:pt x="24948" y="926"/>
                  </a:lnTo>
                  <a:lnTo>
                    <a:pt x="25613" y="750"/>
                  </a:lnTo>
                  <a:lnTo>
                    <a:pt x="26299" y="592"/>
                  </a:lnTo>
                  <a:lnTo>
                    <a:pt x="27006" y="453"/>
                  </a:lnTo>
                  <a:lnTo>
                    <a:pt x="27735" y="333"/>
                  </a:lnTo>
                  <a:lnTo>
                    <a:pt x="28484" y="231"/>
                  </a:lnTo>
                  <a:lnTo>
                    <a:pt x="29254" y="148"/>
                  </a:lnTo>
                  <a:lnTo>
                    <a:pt x="30045" y="83"/>
                  </a:lnTo>
                  <a:lnTo>
                    <a:pt x="30857" y="37"/>
                  </a:lnTo>
                  <a:lnTo>
                    <a:pt x="31690" y="9"/>
                  </a:lnTo>
                  <a:lnTo>
                    <a:pt x="32544" y="0"/>
                  </a:lnTo>
                  <a:lnTo>
                    <a:pt x="33640" y="13"/>
                  </a:lnTo>
                  <a:lnTo>
                    <a:pt x="34705" y="54"/>
                  </a:lnTo>
                  <a:lnTo>
                    <a:pt x="35740" y="122"/>
                  </a:lnTo>
                  <a:lnTo>
                    <a:pt x="36743" y="217"/>
                  </a:lnTo>
                  <a:lnTo>
                    <a:pt x="37716" y="339"/>
                  </a:lnTo>
                  <a:lnTo>
                    <a:pt x="38658" y="489"/>
                  </a:lnTo>
                  <a:lnTo>
                    <a:pt x="39568" y="665"/>
                  </a:lnTo>
                  <a:lnTo>
                    <a:pt x="40448" y="869"/>
                  </a:lnTo>
                  <a:lnTo>
                    <a:pt x="41298" y="1100"/>
                  </a:lnTo>
                  <a:lnTo>
                    <a:pt x="42116" y="1358"/>
                  </a:lnTo>
                  <a:lnTo>
                    <a:pt x="42904" y="1645"/>
                  </a:lnTo>
                  <a:lnTo>
                    <a:pt x="43665" y="1961"/>
                  </a:lnTo>
                  <a:lnTo>
                    <a:pt x="44396" y="2307"/>
                  </a:lnTo>
                  <a:lnTo>
                    <a:pt x="45100" y="2682"/>
                  </a:lnTo>
                  <a:lnTo>
                    <a:pt x="45775" y="3087"/>
                  </a:lnTo>
                  <a:lnTo>
                    <a:pt x="46421" y="3522"/>
                  </a:lnTo>
                  <a:lnTo>
                    <a:pt x="47039" y="3986"/>
                  </a:lnTo>
                  <a:lnTo>
                    <a:pt x="47629" y="4480"/>
                  </a:lnTo>
                  <a:lnTo>
                    <a:pt x="48191" y="5004"/>
                  </a:lnTo>
                  <a:lnTo>
                    <a:pt x="48724" y="5557"/>
                  </a:lnTo>
                  <a:lnTo>
                    <a:pt x="49228" y="6142"/>
                  </a:lnTo>
                  <a:lnTo>
                    <a:pt x="49704" y="6760"/>
                  </a:lnTo>
                  <a:lnTo>
                    <a:pt x="50152" y="7412"/>
                  </a:lnTo>
                  <a:lnTo>
                    <a:pt x="50571" y="8097"/>
                  </a:lnTo>
                  <a:lnTo>
                    <a:pt x="50962" y="8815"/>
                  </a:lnTo>
                  <a:lnTo>
                    <a:pt x="51325" y="9566"/>
                  </a:lnTo>
                  <a:lnTo>
                    <a:pt x="51659" y="10351"/>
                  </a:lnTo>
                  <a:lnTo>
                    <a:pt x="51964" y="11170"/>
                  </a:lnTo>
                  <a:lnTo>
                    <a:pt x="52242" y="12021"/>
                  </a:lnTo>
                  <a:lnTo>
                    <a:pt x="52491" y="12906"/>
                  </a:lnTo>
                  <a:lnTo>
                    <a:pt x="52725" y="13813"/>
                  </a:lnTo>
                  <a:lnTo>
                    <a:pt x="52935" y="14754"/>
                  </a:lnTo>
                  <a:lnTo>
                    <a:pt x="53120" y="15730"/>
                  </a:lnTo>
                  <a:lnTo>
                    <a:pt x="53281" y="16740"/>
                  </a:lnTo>
                  <a:lnTo>
                    <a:pt x="53417" y="17785"/>
                  </a:lnTo>
                  <a:lnTo>
                    <a:pt x="53528" y="18864"/>
                  </a:lnTo>
                  <a:lnTo>
                    <a:pt x="53614" y="19978"/>
                  </a:lnTo>
                  <a:lnTo>
                    <a:pt x="53676" y="21127"/>
                  </a:lnTo>
                  <a:lnTo>
                    <a:pt x="53713" y="22310"/>
                  </a:lnTo>
                  <a:lnTo>
                    <a:pt x="53726" y="23528"/>
                  </a:lnTo>
                  <a:lnTo>
                    <a:pt x="53726" y="68053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4305664" y="5334258"/>
              <a:ext cx="59345" cy="69288"/>
            </a:xfrm>
            <a:custGeom>
              <a:avLst/>
              <a:pathLst>
                <a:path w="59345" h="69288">
                  <a:moveTo>
                    <a:pt x="11671" y="36990"/>
                  </a:moveTo>
                  <a:lnTo>
                    <a:pt x="11682" y="38032"/>
                  </a:lnTo>
                  <a:lnTo>
                    <a:pt x="11713" y="39058"/>
                  </a:lnTo>
                  <a:lnTo>
                    <a:pt x="11766" y="40067"/>
                  </a:lnTo>
                  <a:lnTo>
                    <a:pt x="11839" y="41061"/>
                  </a:lnTo>
                  <a:lnTo>
                    <a:pt x="11933" y="42039"/>
                  </a:lnTo>
                  <a:lnTo>
                    <a:pt x="12049" y="43000"/>
                  </a:lnTo>
                  <a:lnTo>
                    <a:pt x="12185" y="43946"/>
                  </a:lnTo>
                  <a:lnTo>
                    <a:pt x="12343" y="44875"/>
                  </a:lnTo>
                  <a:lnTo>
                    <a:pt x="12521" y="45788"/>
                  </a:lnTo>
                  <a:lnTo>
                    <a:pt x="12721" y="46686"/>
                  </a:lnTo>
                  <a:lnTo>
                    <a:pt x="12954" y="47551"/>
                  </a:lnTo>
                  <a:lnTo>
                    <a:pt x="13210" y="48393"/>
                  </a:lnTo>
                  <a:lnTo>
                    <a:pt x="13488" y="49211"/>
                  </a:lnTo>
                  <a:lnTo>
                    <a:pt x="13788" y="50006"/>
                  </a:lnTo>
                  <a:lnTo>
                    <a:pt x="14110" y="50777"/>
                  </a:lnTo>
                  <a:lnTo>
                    <a:pt x="14455" y="51525"/>
                  </a:lnTo>
                  <a:lnTo>
                    <a:pt x="14822" y="52249"/>
                  </a:lnTo>
                  <a:lnTo>
                    <a:pt x="15211" y="52950"/>
                  </a:lnTo>
                  <a:lnTo>
                    <a:pt x="15622" y="53627"/>
                  </a:lnTo>
                  <a:lnTo>
                    <a:pt x="16056" y="54281"/>
                  </a:lnTo>
                  <a:lnTo>
                    <a:pt x="16525" y="54898"/>
                  </a:lnTo>
                  <a:lnTo>
                    <a:pt x="17019" y="55487"/>
                  </a:lnTo>
                  <a:lnTo>
                    <a:pt x="17538" y="56049"/>
                  </a:lnTo>
                  <a:lnTo>
                    <a:pt x="18081" y="56584"/>
                  </a:lnTo>
                  <a:lnTo>
                    <a:pt x="18649" y="57091"/>
                  </a:lnTo>
                  <a:lnTo>
                    <a:pt x="19242" y="57572"/>
                  </a:lnTo>
                  <a:lnTo>
                    <a:pt x="19860" y="58025"/>
                  </a:lnTo>
                  <a:lnTo>
                    <a:pt x="20502" y="58451"/>
                  </a:lnTo>
                  <a:lnTo>
                    <a:pt x="21169" y="58850"/>
                  </a:lnTo>
                  <a:lnTo>
                    <a:pt x="21860" y="59222"/>
                  </a:lnTo>
                  <a:lnTo>
                    <a:pt x="22579" y="59550"/>
                  </a:lnTo>
                  <a:lnTo>
                    <a:pt x="23325" y="59844"/>
                  </a:lnTo>
                  <a:lnTo>
                    <a:pt x="24100" y="60104"/>
                  </a:lnTo>
                  <a:lnTo>
                    <a:pt x="24904" y="60328"/>
                  </a:lnTo>
                  <a:lnTo>
                    <a:pt x="25736" y="60519"/>
                  </a:lnTo>
                  <a:lnTo>
                    <a:pt x="26596" y="60674"/>
                  </a:lnTo>
                  <a:lnTo>
                    <a:pt x="27484" y="60795"/>
                  </a:lnTo>
                  <a:lnTo>
                    <a:pt x="28401" y="60882"/>
                  </a:lnTo>
                  <a:lnTo>
                    <a:pt x="29347" y="60934"/>
                  </a:lnTo>
                  <a:lnTo>
                    <a:pt x="30321" y="60951"/>
                  </a:lnTo>
                  <a:lnTo>
                    <a:pt x="31737" y="60922"/>
                  </a:lnTo>
                  <a:lnTo>
                    <a:pt x="33095" y="60835"/>
                  </a:lnTo>
                  <a:lnTo>
                    <a:pt x="34395" y="60690"/>
                  </a:lnTo>
                  <a:lnTo>
                    <a:pt x="35637" y="60486"/>
                  </a:lnTo>
                  <a:lnTo>
                    <a:pt x="36820" y="60225"/>
                  </a:lnTo>
                  <a:lnTo>
                    <a:pt x="37946" y="59906"/>
                  </a:lnTo>
                  <a:lnTo>
                    <a:pt x="39014" y="59529"/>
                  </a:lnTo>
                  <a:lnTo>
                    <a:pt x="40024" y="59093"/>
                  </a:lnTo>
                  <a:lnTo>
                    <a:pt x="40975" y="58600"/>
                  </a:lnTo>
                  <a:lnTo>
                    <a:pt x="41869" y="58048"/>
                  </a:lnTo>
                  <a:lnTo>
                    <a:pt x="42717" y="57452"/>
                  </a:lnTo>
                  <a:lnTo>
                    <a:pt x="43509" y="56826"/>
                  </a:lnTo>
                  <a:lnTo>
                    <a:pt x="44244" y="56168"/>
                  </a:lnTo>
                  <a:lnTo>
                    <a:pt x="44922" y="55479"/>
                  </a:lnTo>
                  <a:lnTo>
                    <a:pt x="45543" y="54760"/>
                  </a:lnTo>
                  <a:lnTo>
                    <a:pt x="46108" y="54010"/>
                  </a:lnTo>
                  <a:lnTo>
                    <a:pt x="46615" y="53228"/>
                  </a:lnTo>
                  <a:lnTo>
                    <a:pt x="47066" y="52416"/>
                  </a:lnTo>
                  <a:lnTo>
                    <a:pt x="47460" y="51573"/>
                  </a:lnTo>
                  <a:lnTo>
                    <a:pt x="47797" y="50700"/>
                  </a:lnTo>
                  <a:lnTo>
                    <a:pt x="57554" y="53479"/>
                  </a:lnTo>
                  <a:lnTo>
                    <a:pt x="57336" y="54035"/>
                  </a:lnTo>
                  <a:lnTo>
                    <a:pt x="57100" y="54593"/>
                  </a:lnTo>
                  <a:lnTo>
                    <a:pt x="56847" y="55152"/>
                  </a:lnTo>
                  <a:lnTo>
                    <a:pt x="56576" y="55712"/>
                  </a:lnTo>
                  <a:lnTo>
                    <a:pt x="56288" y="56273"/>
                  </a:lnTo>
                  <a:lnTo>
                    <a:pt x="55983" y="56836"/>
                  </a:lnTo>
                  <a:lnTo>
                    <a:pt x="55661" y="57399"/>
                  </a:lnTo>
                  <a:lnTo>
                    <a:pt x="55321" y="57964"/>
                  </a:lnTo>
                  <a:lnTo>
                    <a:pt x="54964" y="58531"/>
                  </a:lnTo>
                  <a:lnTo>
                    <a:pt x="54590" y="59098"/>
                  </a:lnTo>
                  <a:lnTo>
                    <a:pt x="54207" y="59649"/>
                  </a:lnTo>
                  <a:lnTo>
                    <a:pt x="53797" y="60190"/>
                  </a:lnTo>
                  <a:lnTo>
                    <a:pt x="53362" y="60721"/>
                  </a:lnTo>
                  <a:lnTo>
                    <a:pt x="52901" y="61242"/>
                  </a:lnTo>
                  <a:lnTo>
                    <a:pt x="52413" y="61754"/>
                  </a:lnTo>
                  <a:lnTo>
                    <a:pt x="51900" y="62255"/>
                  </a:lnTo>
                  <a:lnTo>
                    <a:pt x="51361" y="62747"/>
                  </a:lnTo>
                  <a:lnTo>
                    <a:pt x="50796" y="63228"/>
                  </a:lnTo>
                  <a:lnTo>
                    <a:pt x="50205" y="63700"/>
                  </a:lnTo>
                  <a:lnTo>
                    <a:pt x="49588" y="64162"/>
                  </a:lnTo>
                  <a:lnTo>
                    <a:pt x="48942" y="64599"/>
                  </a:lnTo>
                  <a:lnTo>
                    <a:pt x="48264" y="65022"/>
                  </a:lnTo>
                  <a:lnTo>
                    <a:pt x="47554" y="65429"/>
                  </a:lnTo>
                  <a:lnTo>
                    <a:pt x="46812" y="65822"/>
                  </a:lnTo>
                  <a:lnTo>
                    <a:pt x="46037" y="66200"/>
                  </a:lnTo>
                  <a:lnTo>
                    <a:pt x="45231" y="66563"/>
                  </a:lnTo>
                  <a:lnTo>
                    <a:pt x="44392" y="66911"/>
                  </a:lnTo>
                  <a:lnTo>
                    <a:pt x="43521" y="67245"/>
                  </a:lnTo>
                  <a:lnTo>
                    <a:pt x="42619" y="67563"/>
                  </a:lnTo>
                  <a:lnTo>
                    <a:pt x="41684" y="67867"/>
                  </a:lnTo>
                  <a:lnTo>
                    <a:pt x="40725" y="68137"/>
                  </a:lnTo>
                  <a:lnTo>
                    <a:pt x="39727" y="68379"/>
                  </a:lnTo>
                  <a:lnTo>
                    <a:pt x="38690" y="68592"/>
                  </a:lnTo>
                  <a:lnTo>
                    <a:pt x="37613" y="68776"/>
                  </a:lnTo>
                  <a:lnTo>
                    <a:pt x="36496" y="68933"/>
                  </a:lnTo>
                  <a:lnTo>
                    <a:pt x="35340" y="69060"/>
                  </a:lnTo>
                  <a:lnTo>
                    <a:pt x="34145" y="69160"/>
                  </a:lnTo>
                  <a:lnTo>
                    <a:pt x="32910" y="69231"/>
                  </a:lnTo>
                  <a:lnTo>
                    <a:pt x="31635" y="69273"/>
                  </a:lnTo>
                  <a:lnTo>
                    <a:pt x="30321" y="69288"/>
                  </a:lnTo>
                  <a:lnTo>
                    <a:pt x="27427" y="69199"/>
                  </a:lnTo>
                  <a:lnTo>
                    <a:pt x="24674" y="68934"/>
                  </a:lnTo>
                  <a:lnTo>
                    <a:pt x="22062" y="68493"/>
                  </a:lnTo>
                  <a:lnTo>
                    <a:pt x="19590" y="67875"/>
                  </a:lnTo>
                  <a:lnTo>
                    <a:pt x="17260" y="67080"/>
                  </a:lnTo>
                  <a:lnTo>
                    <a:pt x="15070" y="66109"/>
                  </a:lnTo>
                  <a:lnTo>
                    <a:pt x="13021" y="64961"/>
                  </a:lnTo>
                  <a:lnTo>
                    <a:pt x="11113" y="63636"/>
                  </a:lnTo>
                  <a:lnTo>
                    <a:pt x="9345" y="62135"/>
                  </a:lnTo>
                  <a:lnTo>
                    <a:pt x="7719" y="60457"/>
                  </a:lnTo>
                  <a:lnTo>
                    <a:pt x="6252" y="58605"/>
                  </a:lnTo>
                  <a:lnTo>
                    <a:pt x="4940" y="56581"/>
                  </a:lnTo>
                  <a:lnTo>
                    <a:pt x="3782" y="54386"/>
                  </a:lnTo>
                  <a:lnTo>
                    <a:pt x="2778" y="52019"/>
                  </a:lnTo>
                  <a:lnTo>
                    <a:pt x="1929" y="49480"/>
                  </a:lnTo>
                  <a:lnTo>
                    <a:pt x="1235" y="46770"/>
                  </a:lnTo>
                  <a:lnTo>
                    <a:pt x="694" y="43888"/>
                  </a:lnTo>
                  <a:lnTo>
                    <a:pt x="308" y="40834"/>
                  </a:lnTo>
                  <a:lnTo>
                    <a:pt x="77" y="37608"/>
                  </a:lnTo>
                  <a:lnTo>
                    <a:pt x="0" y="34211"/>
                  </a:lnTo>
                  <a:lnTo>
                    <a:pt x="23" y="32363"/>
                  </a:lnTo>
                  <a:lnTo>
                    <a:pt x="93" y="30573"/>
                  </a:lnTo>
                  <a:lnTo>
                    <a:pt x="211" y="28841"/>
                  </a:lnTo>
                  <a:lnTo>
                    <a:pt x="375" y="27166"/>
                  </a:lnTo>
                  <a:lnTo>
                    <a:pt x="586" y="25550"/>
                  </a:lnTo>
                  <a:lnTo>
                    <a:pt x="844" y="23992"/>
                  </a:lnTo>
                  <a:lnTo>
                    <a:pt x="1149" y="22492"/>
                  </a:lnTo>
                  <a:lnTo>
                    <a:pt x="1501" y="21050"/>
                  </a:lnTo>
                  <a:lnTo>
                    <a:pt x="1900" y="19666"/>
                  </a:lnTo>
                  <a:lnTo>
                    <a:pt x="2346" y="18340"/>
                  </a:lnTo>
                  <a:lnTo>
                    <a:pt x="2833" y="17056"/>
                  </a:lnTo>
                  <a:lnTo>
                    <a:pt x="3354" y="15821"/>
                  </a:lnTo>
                  <a:lnTo>
                    <a:pt x="3910" y="14635"/>
                  </a:lnTo>
                  <a:lnTo>
                    <a:pt x="4500" y="13499"/>
                  </a:lnTo>
                  <a:lnTo>
                    <a:pt x="5125" y="12412"/>
                  </a:lnTo>
                  <a:lnTo>
                    <a:pt x="5785" y="11375"/>
                  </a:lnTo>
                  <a:lnTo>
                    <a:pt x="6479" y="10387"/>
                  </a:lnTo>
                  <a:lnTo>
                    <a:pt x="7207" y="9448"/>
                  </a:lnTo>
                  <a:lnTo>
                    <a:pt x="7971" y="8559"/>
                  </a:lnTo>
                  <a:lnTo>
                    <a:pt x="8769" y="7719"/>
                  </a:lnTo>
                  <a:lnTo>
                    <a:pt x="9597" y="6926"/>
                  </a:lnTo>
                  <a:lnTo>
                    <a:pt x="10453" y="6180"/>
                  </a:lnTo>
                  <a:lnTo>
                    <a:pt x="11336" y="5479"/>
                  </a:lnTo>
                  <a:lnTo>
                    <a:pt x="12247" y="4824"/>
                  </a:lnTo>
                  <a:lnTo>
                    <a:pt x="13184" y="4214"/>
                  </a:lnTo>
                  <a:lnTo>
                    <a:pt x="14149" y="3650"/>
                  </a:lnTo>
                  <a:lnTo>
                    <a:pt x="15140" y="3132"/>
                  </a:lnTo>
                  <a:lnTo>
                    <a:pt x="16159" y="2660"/>
                  </a:lnTo>
                  <a:lnTo>
                    <a:pt x="17205" y="2233"/>
                  </a:lnTo>
                  <a:lnTo>
                    <a:pt x="18279" y="1852"/>
                  </a:lnTo>
                  <a:lnTo>
                    <a:pt x="19373" y="1500"/>
                  </a:lnTo>
                  <a:lnTo>
                    <a:pt x="20482" y="1185"/>
                  </a:lnTo>
                  <a:lnTo>
                    <a:pt x="21606" y="907"/>
                  </a:lnTo>
                  <a:lnTo>
                    <a:pt x="22745" y="666"/>
                  </a:lnTo>
                  <a:lnTo>
                    <a:pt x="23898" y="463"/>
                  </a:lnTo>
                  <a:lnTo>
                    <a:pt x="25067" y="296"/>
                  </a:lnTo>
                  <a:lnTo>
                    <a:pt x="26250" y="166"/>
                  </a:lnTo>
                  <a:lnTo>
                    <a:pt x="27448" y="74"/>
                  </a:lnTo>
                  <a:lnTo>
                    <a:pt x="28661" y="18"/>
                  </a:lnTo>
                  <a:lnTo>
                    <a:pt x="29889" y="0"/>
                  </a:lnTo>
                  <a:lnTo>
                    <a:pt x="31540" y="27"/>
                  </a:lnTo>
                  <a:lnTo>
                    <a:pt x="33137" y="108"/>
                  </a:lnTo>
                  <a:lnTo>
                    <a:pt x="34678" y="244"/>
                  </a:lnTo>
                  <a:lnTo>
                    <a:pt x="36163" y="434"/>
                  </a:lnTo>
                  <a:lnTo>
                    <a:pt x="37592" y="679"/>
                  </a:lnTo>
                  <a:lnTo>
                    <a:pt x="38966" y="978"/>
                  </a:lnTo>
                  <a:lnTo>
                    <a:pt x="40285" y="1331"/>
                  </a:lnTo>
                  <a:lnTo>
                    <a:pt x="41548" y="1738"/>
                  </a:lnTo>
                  <a:lnTo>
                    <a:pt x="42755" y="2200"/>
                  </a:lnTo>
                  <a:lnTo>
                    <a:pt x="43907" y="2717"/>
                  </a:lnTo>
                  <a:lnTo>
                    <a:pt x="45020" y="3281"/>
                  </a:lnTo>
                  <a:lnTo>
                    <a:pt x="46088" y="3888"/>
                  </a:lnTo>
                  <a:lnTo>
                    <a:pt x="47110" y="4536"/>
                  </a:lnTo>
                  <a:lnTo>
                    <a:pt x="48086" y="5226"/>
                  </a:lnTo>
                  <a:lnTo>
                    <a:pt x="49017" y="5959"/>
                  </a:lnTo>
                  <a:lnTo>
                    <a:pt x="49902" y="6733"/>
                  </a:lnTo>
                  <a:lnTo>
                    <a:pt x="50741" y="7550"/>
                  </a:lnTo>
                  <a:lnTo>
                    <a:pt x="51535" y="8408"/>
                  </a:lnTo>
                  <a:lnTo>
                    <a:pt x="52282" y="9308"/>
                  </a:lnTo>
                  <a:lnTo>
                    <a:pt x="52985" y="10251"/>
                  </a:lnTo>
                  <a:lnTo>
                    <a:pt x="53656" y="11219"/>
                  </a:lnTo>
                  <a:lnTo>
                    <a:pt x="54286" y="12222"/>
                  </a:lnTo>
                  <a:lnTo>
                    <a:pt x="54876" y="13259"/>
                  </a:lnTo>
                  <a:lnTo>
                    <a:pt x="55425" y="14331"/>
                  </a:lnTo>
                  <a:lnTo>
                    <a:pt x="55933" y="15438"/>
                  </a:lnTo>
                  <a:lnTo>
                    <a:pt x="56401" y="16579"/>
                  </a:lnTo>
                  <a:lnTo>
                    <a:pt x="56828" y="17755"/>
                  </a:lnTo>
                  <a:lnTo>
                    <a:pt x="57213" y="18965"/>
                  </a:lnTo>
                  <a:lnTo>
                    <a:pt x="57559" y="20210"/>
                  </a:lnTo>
                  <a:lnTo>
                    <a:pt x="57863" y="21490"/>
                  </a:lnTo>
                  <a:lnTo>
                    <a:pt x="58145" y="22797"/>
                  </a:lnTo>
                  <a:lnTo>
                    <a:pt x="58397" y="24126"/>
                  </a:lnTo>
                  <a:lnTo>
                    <a:pt x="58619" y="25475"/>
                  </a:lnTo>
                  <a:lnTo>
                    <a:pt x="58812" y="26845"/>
                  </a:lnTo>
                  <a:lnTo>
                    <a:pt x="58975" y="28237"/>
                  </a:lnTo>
                  <a:lnTo>
                    <a:pt x="59108" y="29649"/>
                  </a:lnTo>
                  <a:lnTo>
                    <a:pt x="59212" y="31082"/>
                  </a:lnTo>
                  <a:lnTo>
                    <a:pt x="59286" y="32537"/>
                  </a:lnTo>
                  <a:lnTo>
                    <a:pt x="59330" y="34012"/>
                  </a:lnTo>
                  <a:lnTo>
                    <a:pt x="59345" y="35508"/>
                  </a:lnTo>
                  <a:lnTo>
                    <a:pt x="59345" y="36990"/>
                  </a:lnTo>
                  <a:close/>
                  <a:moveTo>
                    <a:pt x="47859" y="28468"/>
                  </a:moveTo>
                  <a:lnTo>
                    <a:pt x="47639" y="26414"/>
                  </a:lnTo>
                  <a:lnTo>
                    <a:pt x="47348" y="24474"/>
                  </a:lnTo>
                  <a:lnTo>
                    <a:pt x="46986" y="22649"/>
                  </a:lnTo>
                  <a:lnTo>
                    <a:pt x="46555" y="20939"/>
                  </a:lnTo>
                  <a:lnTo>
                    <a:pt x="46053" y="19344"/>
                  </a:lnTo>
                  <a:lnTo>
                    <a:pt x="45480" y="17864"/>
                  </a:lnTo>
                  <a:lnTo>
                    <a:pt x="44837" y="16498"/>
                  </a:lnTo>
                  <a:lnTo>
                    <a:pt x="44124" y="15248"/>
                  </a:lnTo>
                  <a:lnTo>
                    <a:pt x="43340" y="14112"/>
                  </a:lnTo>
                  <a:lnTo>
                    <a:pt x="42486" y="13091"/>
                  </a:lnTo>
                  <a:lnTo>
                    <a:pt x="41558" y="12164"/>
                  </a:lnTo>
                  <a:lnTo>
                    <a:pt x="40552" y="11335"/>
                  </a:lnTo>
                  <a:lnTo>
                    <a:pt x="39468" y="10603"/>
                  </a:lnTo>
                  <a:lnTo>
                    <a:pt x="38307" y="9969"/>
                  </a:lnTo>
                  <a:lnTo>
                    <a:pt x="37067" y="9432"/>
                  </a:lnTo>
                  <a:lnTo>
                    <a:pt x="35750" y="8993"/>
                  </a:lnTo>
                  <a:lnTo>
                    <a:pt x="34355" y="8652"/>
                  </a:lnTo>
                  <a:lnTo>
                    <a:pt x="32882" y="8408"/>
                  </a:lnTo>
                  <a:lnTo>
                    <a:pt x="31332" y="8262"/>
                  </a:lnTo>
                  <a:lnTo>
                    <a:pt x="29703" y="8213"/>
                  </a:lnTo>
                  <a:lnTo>
                    <a:pt x="29144" y="8222"/>
                  </a:lnTo>
                  <a:lnTo>
                    <a:pt x="28579" y="8250"/>
                  </a:lnTo>
                  <a:lnTo>
                    <a:pt x="28008" y="8296"/>
                  </a:lnTo>
                  <a:lnTo>
                    <a:pt x="27431" y="8361"/>
                  </a:lnTo>
                  <a:lnTo>
                    <a:pt x="26847" y="8444"/>
                  </a:lnTo>
                  <a:lnTo>
                    <a:pt x="26257" y="8546"/>
                  </a:lnTo>
                  <a:lnTo>
                    <a:pt x="25661" y="8667"/>
                  </a:lnTo>
                  <a:lnTo>
                    <a:pt x="25059" y="8806"/>
                  </a:lnTo>
                  <a:lnTo>
                    <a:pt x="24451" y="8963"/>
                  </a:lnTo>
                  <a:lnTo>
                    <a:pt x="23837" y="9139"/>
                  </a:lnTo>
                  <a:lnTo>
                    <a:pt x="23236" y="9326"/>
                  </a:lnTo>
                  <a:lnTo>
                    <a:pt x="22644" y="9542"/>
                  </a:lnTo>
                  <a:lnTo>
                    <a:pt x="22060" y="9786"/>
                  </a:lnTo>
                  <a:lnTo>
                    <a:pt x="21485" y="10058"/>
                  </a:lnTo>
                  <a:lnTo>
                    <a:pt x="20919" y="10359"/>
                  </a:lnTo>
                  <a:lnTo>
                    <a:pt x="20361" y="10688"/>
                  </a:lnTo>
                  <a:lnTo>
                    <a:pt x="19812" y="11045"/>
                  </a:lnTo>
                  <a:lnTo>
                    <a:pt x="19272" y="11431"/>
                  </a:lnTo>
                  <a:lnTo>
                    <a:pt x="18740" y="11846"/>
                  </a:lnTo>
                  <a:lnTo>
                    <a:pt x="18217" y="12289"/>
                  </a:lnTo>
                  <a:lnTo>
                    <a:pt x="17706" y="12762"/>
                  </a:lnTo>
                  <a:lnTo>
                    <a:pt x="17212" y="13269"/>
                  </a:lnTo>
                  <a:lnTo>
                    <a:pt x="16733" y="13810"/>
                  </a:lnTo>
                  <a:lnTo>
                    <a:pt x="16270" y="14383"/>
                  </a:lnTo>
                  <a:lnTo>
                    <a:pt x="15824" y="14990"/>
                  </a:lnTo>
                  <a:lnTo>
                    <a:pt x="15394" y="15631"/>
                  </a:lnTo>
                  <a:lnTo>
                    <a:pt x="14979" y="16304"/>
                  </a:lnTo>
                  <a:lnTo>
                    <a:pt x="14581" y="17012"/>
                  </a:lnTo>
                  <a:lnTo>
                    <a:pt x="14199" y="17752"/>
                  </a:lnTo>
                  <a:lnTo>
                    <a:pt x="13832" y="18526"/>
                  </a:lnTo>
                  <a:lnTo>
                    <a:pt x="13490" y="19325"/>
                  </a:lnTo>
                  <a:lnTo>
                    <a:pt x="13178" y="20168"/>
                  </a:lnTo>
                  <a:lnTo>
                    <a:pt x="12897" y="21055"/>
                  </a:lnTo>
                  <a:lnTo>
                    <a:pt x="12647" y="21984"/>
                  </a:lnTo>
                  <a:lnTo>
                    <a:pt x="12428" y="22957"/>
                  </a:lnTo>
                  <a:lnTo>
                    <a:pt x="12239" y="23972"/>
                  </a:lnTo>
                  <a:lnTo>
                    <a:pt x="12082" y="25032"/>
                  </a:lnTo>
                  <a:lnTo>
                    <a:pt x="11955" y="26134"/>
                  </a:lnTo>
                  <a:lnTo>
                    <a:pt x="11859" y="27279"/>
                  </a:lnTo>
                  <a:lnTo>
                    <a:pt x="11795" y="28468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4376002" y="5334258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4449366" y="5334258"/>
              <a:ext cx="31618" cy="68053"/>
            </a:xfrm>
            <a:custGeom>
              <a:avLst/>
              <a:pathLst>
                <a:path w="31618" h="68053">
                  <a:moveTo>
                    <a:pt x="370" y="68053"/>
                  </a:moveTo>
                  <a:lnTo>
                    <a:pt x="370" y="16797"/>
                  </a:lnTo>
                  <a:lnTo>
                    <a:pt x="369" y="16376"/>
                  </a:lnTo>
                  <a:lnTo>
                    <a:pt x="368" y="15954"/>
                  </a:lnTo>
                  <a:lnTo>
                    <a:pt x="364" y="15531"/>
                  </a:lnTo>
                  <a:lnTo>
                    <a:pt x="360" y="15107"/>
                  </a:lnTo>
                  <a:lnTo>
                    <a:pt x="355" y="14682"/>
                  </a:lnTo>
                  <a:lnTo>
                    <a:pt x="348" y="14255"/>
                  </a:lnTo>
                  <a:lnTo>
                    <a:pt x="340" y="13827"/>
                  </a:lnTo>
                  <a:lnTo>
                    <a:pt x="331" y="13398"/>
                  </a:lnTo>
                  <a:lnTo>
                    <a:pt x="320" y="12967"/>
                  </a:lnTo>
                  <a:lnTo>
                    <a:pt x="308" y="12536"/>
                  </a:lnTo>
                  <a:lnTo>
                    <a:pt x="308" y="12093"/>
                  </a:lnTo>
                  <a:lnTo>
                    <a:pt x="306" y="11654"/>
                  </a:lnTo>
                  <a:lnTo>
                    <a:pt x="303" y="11218"/>
                  </a:lnTo>
                  <a:lnTo>
                    <a:pt x="298" y="10787"/>
                  </a:lnTo>
                  <a:lnTo>
                    <a:pt x="293" y="10359"/>
                  </a:lnTo>
                  <a:lnTo>
                    <a:pt x="286" y="9935"/>
                  </a:lnTo>
                  <a:lnTo>
                    <a:pt x="278" y="9514"/>
                  </a:lnTo>
                  <a:lnTo>
                    <a:pt x="269" y="9097"/>
                  </a:lnTo>
                  <a:lnTo>
                    <a:pt x="258" y="8684"/>
                  </a:lnTo>
                  <a:lnTo>
                    <a:pt x="247" y="8275"/>
                  </a:lnTo>
                  <a:lnTo>
                    <a:pt x="234" y="7869"/>
                  </a:lnTo>
                  <a:lnTo>
                    <a:pt x="222" y="7469"/>
                  </a:lnTo>
                  <a:lnTo>
                    <a:pt x="209" y="7074"/>
                  </a:lnTo>
                  <a:lnTo>
                    <a:pt x="197" y="6684"/>
                  </a:lnTo>
                  <a:lnTo>
                    <a:pt x="185" y="6298"/>
                  </a:lnTo>
                  <a:lnTo>
                    <a:pt x="172" y="5918"/>
                  </a:lnTo>
                  <a:lnTo>
                    <a:pt x="160" y="5543"/>
                  </a:lnTo>
                  <a:lnTo>
                    <a:pt x="148" y="5172"/>
                  </a:lnTo>
                  <a:lnTo>
                    <a:pt x="135" y="4806"/>
                  </a:lnTo>
                  <a:lnTo>
                    <a:pt x="123" y="4446"/>
                  </a:lnTo>
                  <a:lnTo>
                    <a:pt x="111" y="4091"/>
                  </a:lnTo>
                  <a:lnTo>
                    <a:pt x="98" y="3744"/>
                  </a:lnTo>
                  <a:lnTo>
                    <a:pt x="86" y="3405"/>
                  </a:lnTo>
                  <a:lnTo>
                    <a:pt x="74" y="3072"/>
                  </a:lnTo>
                  <a:lnTo>
                    <a:pt x="61" y="2748"/>
                  </a:lnTo>
                  <a:lnTo>
                    <a:pt x="49" y="2430"/>
                  </a:lnTo>
                  <a:lnTo>
                    <a:pt x="37" y="2120"/>
                  </a:lnTo>
                  <a:lnTo>
                    <a:pt x="24" y="1818"/>
                  </a:lnTo>
                  <a:lnTo>
                    <a:pt x="12" y="1522"/>
                  </a:lnTo>
                  <a:lnTo>
                    <a:pt x="0" y="1235"/>
                  </a:lnTo>
                  <a:lnTo>
                    <a:pt x="10498" y="1235"/>
                  </a:lnTo>
                  <a:lnTo>
                    <a:pt x="10510" y="1523"/>
                  </a:lnTo>
                  <a:lnTo>
                    <a:pt x="10522" y="1820"/>
                  </a:lnTo>
                  <a:lnTo>
                    <a:pt x="10535" y="2126"/>
                  </a:lnTo>
                  <a:lnTo>
                    <a:pt x="10547" y="2440"/>
                  </a:lnTo>
                  <a:lnTo>
                    <a:pt x="10559" y="2763"/>
                  </a:lnTo>
                  <a:lnTo>
                    <a:pt x="10572" y="3095"/>
                  </a:lnTo>
                  <a:lnTo>
                    <a:pt x="10584" y="3435"/>
                  </a:lnTo>
                  <a:lnTo>
                    <a:pt x="10597" y="3784"/>
                  </a:lnTo>
                  <a:lnTo>
                    <a:pt x="10609" y="4141"/>
                  </a:lnTo>
                  <a:lnTo>
                    <a:pt x="10621" y="4508"/>
                  </a:lnTo>
                  <a:lnTo>
                    <a:pt x="10645" y="4867"/>
                  </a:lnTo>
                  <a:lnTo>
                    <a:pt x="10668" y="5229"/>
                  </a:lnTo>
                  <a:lnTo>
                    <a:pt x="10690" y="5593"/>
                  </a:lnTo>
                  <a:lnTo>
                    <a:pt x="10710" y="5960"/>
                  </a:lnTo>
                  <a:lnTo>
                    <a:pt x="10729" y="6329"/>
                  </a:lnTo>
                  <a:lnTo>
                    <a:pt x="10747" y="6701"/>
                  </a:lnTo>
                  <a:lnTo>
                    <a:pt x="10764" y="7075"/>
                  </a:lnTo>
                  <a:lnTo>
                    <a:pt x="10779" y="7452"/>
                  </a:lnTo>
                  <a:lnTo>
                    <a:pt x="10794" y="7831"/>
                  </a:lnTo>
                  <a:lnTo>
                    <a:pt x="10806" y="8213"/>
                  </a:lnTo>
                  <a:lnTo>
                    <a:pt x="10830" y="8594"/>
                  </a:lnTo>
                  <a:lnTo>
                    <a:pt x="10851" y="8974"/>
                  </a:lnTo>
                  <a:lnTo>
                    <a:pt x="10869" y="9350"/>
                  </a:lnTo>
                  <a:lnTo>
                    <a:pt x="10886" y="9725"/>
                  </a:lnTo>
                  <a:lnTo>
                    <a:pt x="10899" y="10096"/>
                  </a:lnTo>
                  <a:lnTo>
                    <a:pt x="10910" y="10466"/>
                  </a:lnTo>
                  <a:lnTo>
                    <a:pt x="10919" y="10832"/>
                  </a:lnTo>
                  <a:lnTo>
                    <a:pt x="10925" y="11197"/>
                  </a:lnTo>
                  <a:lnTo>
                    <a:pt x="10929" y="11559"/>
                  </a:lnTo>
                  <a:lnTo>
                    <a:pt x="10930" y="11918"/>
                  </a:lnTo>
                  <a:lnTo>
                    <a:pt x="10942" y="12259"/>
                  </a:lnTo>
                  <a:lnTo>
                    <a:pt x="10952" y="12590"/>
                  </a:lnTo>
                  <a:lnTo>
                    <a:pt x="10961" y="12911"/>
                  </a:lnTo>
                  <a:lnTo>
                    <a:pt x="10970" y="13222"/>
                  </a:lnTo>
                  <a:lnTo>
                    <a:pt x="10976" y="13524"/>
                  </a:lnTo>
                  <a:lnTo>
                    <a:pt x="10982" y="13815"/>
                  </a:lnTo>
                  <a:lnTo>
                    <a:pt x="10986" y="14097"/>
                  </a:lnTo>
                  <a:lnTo>
                    <a:pt x="10989" y="14368"/>
                  </a:lnTo>
                  <a:lnTo>
                    <a:pt x="10991" y="14630"/>
                  </a:lnTo>
                  <a:lnTo>
                    <a:pt x="10992" y="14882"/>
                  </a:lnTo>
                  <a:lnTo>
                    <a:pt x="11239" y="14882"/>
                  </a:lnTo>
                  <a:lnTo>
                    <a:pt x="11475" y="14127"/>
                  </a:lnTo>
                  <a:lnTo>
                    <a:pt x="11713" y="13393"/>
                  </a:lnTo>
                  <a:lnTo>
                    <a:pt x="11954" y="12679"/>
                  </a:lnTo>
                  <a:lnTo>
                    <a:pt x="12197" y="11987"/>
                  </a:lnTo>
                  <a:lnTo>
                    <a:pt x="12443" y="11316"/>
                  </a:lnTo>
                  <a:lnTo>
                    <a:pt x="12691" y="10666"/>
                  </a:lnTo>
                  <a:lnTo>
                    <a:pt x="12942" y="10036"/>
                  </a:lnTo>
                  <a:lnTo>
                    <a:pt x="13195" y="9428"/>
                  </a:lnTo>
                  <a:lnTo>
                    <a:pt x="13451" y="8841"/>
                  </a:lnTo>
                  <a:lnTo>
                    <a:pt x="13709" y="8275"/>
                  </a:lnTo>
                  <a:lnTo>
                    <a:pt x="13985" y="7717"/>
                  </a:lnTo>
                  <a:lnTo>
                    <a:pt x="14270" y="7180"/>
                  </a:lnTo>
                  <a:lnTo>
                    <a:pt x="14563" y="6665"/>
                  </a:lnTo>
                  <a:lnTo>
                    <a:pt x="14865" y="6170"/>
                  </a:lnTo>
                  <a:lnTo>
                    <a:pt x="15176" y="5696"/>
                  </a:lnTo>
                  <a:lnTo>
                    <a:pt x="15495" y="5244"/>
                  </a:lnTo>
                  <a:lnTo>
                    <a:pt x="15823" y="4812"/>
                  </a:lnTo>
                  <a:lnTo>
                    <a:pt x="16159" y="4401"/>
                  </a:lnTo>
                  <a:lnTo>
                    <a:pt x="16505" y="4012"/>
                  </a:lnTo>
                  <a:lnTo>
                    <a:pt x="16858" y="3643"/>
                  </a:lnTo>
                  <a:lnTo>
                    <a:pt x="17223" y="3282"/>
                  </a:lnTo>
                  <a:lnTo>
                    <a:pt x="17602" y="2941"/>
                  </a:lnTo>
                  <a:lnTo>
                    <a:pt x="17994" y="2620"/>
                  </a:lnTo>
                  <a:lnTo>
                    <a:pt x="18400" y="2319"/>
                  </a:lnTo>
                  <a:lnTo>
                    <a:pt x="18819" y="2037"/>
                  </a:lnTo>
                  <a:lnTo>
                    <a:pt x="19252" y="1776"/>
                  </a:lnTo>
                  <a:lnTo>
                    <a:pt x="19698" y="1533"/>
                  </a:lnTo>
                  <a:lnTo>
                    <a:pt x="20159" y="1311"/>
                  </a:lnTo>
                  <a:lnTo>
                    <a:pt x="20632" y="1109"/>
                  </a:lnTo>
                  <a:lnTo>
                    <a:pt x="21119" y="926"/>
                  </a:lnTo>
                  <a:lnTo>
                    <a:pt x="21624" y="750"/>
                  </a:lnTo>
                  <a:lnTo>
                    <a:pt x="22149" y="592"/>
                  </a:lnTo>
                  <a:lnTo>
                    <a:pt x="22696" y="453"/>
                  </a:lnTo>
                  <a:lnTo>
                    <a:pt x="23264" y="333"/>
                  </a:lnTo>
                  <a:lnTo>
                    <a:pt x="23852" y="231"/>
                  </a:lnTo>
                  <a:lnTo>
                    <a:pt x="24462" y="148"/>
                  </a:lnTo>
                  <a:lnTo>
                    <a:pt x="25092" y="83"/>
                  </a:lnTo>
                  <a:lnTo>
                    <a:pt x="25744" y="37"/>
                  </a:lnTo>
                  <a:lnTo>
                    <a:pt x="26416" y="9"/>
                  </a:lnTo>
                  <a:lnTo>
                    <a:pt x="27110" y="0"/>
                  </a:lnTo>
                  <a:lnTo>
                    <a:pt x="27380" y="2"/>
                  </a:lnTo>
                  <a:lnTo>
                    <a:pt x="27648" y="9"/>
                  </a:lnTo>
                  <a:lnTo>
                    <a:pt x="27914" y="22"/>
                  </a:lnTo>
                  <a:lnTo>
                    <a:pt x="28177" y="39"/>
                  </a:lnTo>
                  <a:lnTo>
                    <a:pt x="28437" y="61"/>
                  </a:lnTo>
                  <a:lnTo>
                    <a:pt x="28695" y="88"/>
                  </a:lnTo>
                  <a:lnTo>
                    <a:pt x="28951" y="121"/>
                  </a:lnTo>
                  <a:lnTo>
                    <a:pt x="29204" y="158"/>
                  </a:lnTo>
                  <a:lnTo>
                    <a:pt x="29455" y="200"/>
                  </a:lnTo>
                  <a:lnTo>
                    <a:pt x="29703" y="247"/>
                  </a:lnTo>
                  <a:lnTo>
                    <a:pt x="29945" y="284"/>
                  </a:lnTo>
                  <a:lnTo>
                    <a:pt x="30175" y="321"/>
                  </a:lnTo>
                  <a:lnTo>
                    <a:pt x="30394" y="358"/>
                  </a:lnTo>
                  <a:lnTo>
                    <a:pt x="30602" y="395"/>
                  </a:lnTo>
                  <a:lnTo>
                    <a:pt x="30799" y="432"/>
                  </a:lnTo>
                  <a:lnTo>
                    <a:pt x="30985" y="469"/>
                  </a:lnTo>
                  <a:lnTo>
                    <a:pt x="31160" y="506"/>
                  </a:lnTo>
                  <a:lnTo>
                    <a:pt x="31324" y="543"/>
                  </a:lnTo>
                  <a:lnTo>
                    <a:pt x="31476" y="580"/>
                  </a:lnTo>
                  <a:lnTo>
                    <a:pt x="31618" y="617"/>
                  </a:lnTo>
                  <a:lnTo>
                    <a:pt x="31618" y="10806"/>
                  </a:lnTo>
                  <a:lnTo>
                    <a:pt x="31392" y="10747"/>
                  </a:lnTo>
                  <a:lnTo>
                    <a:pt x="31158" y="10690"/>
                  </a:lnTo>
                  <a:lnTo>
                    <a:pt x="30917" y="10638"/>
                  </a:lnTo>
                  <a:lnTo>
                    <a:pt x="30669" y="10589"/>
                  </a:lnTo>
                  <a:lnTo>
                    <a:pt x="30413" y="10544"/>
                  </a:lnTo>
                  <a:lnTo>
                    <a:pt x="30150" y="10503"/>
                  </a:lnTo>
                  <a:lnTo>
                    <a:pt x="29880" y="10465"/>
                  </a:lnTo>
                  <a:lnTo>
                    <a:pt x="29602" y="10431"/>
                  </a:lnTo>
                  <a:lnTo>
                    <a:pt x="29317" y="10401"/>
                  </a:lnTo>
                  <a:lnTo>
                    <a:pt x="29024" y="10374"/>
                  </a:lnTo>
                  <a:lnTo>
                    <a:pt x="28724" y="10339"/>
                  </a:lnTo>
                  <a:lnTo>
                    <a:pt x="28416" y="10308"/>
                  </a:lnTo>
                  <a:lnTo>
                    <a:pt x="28101" y="10280"/>
                  </a:lnTo>
                  <a:lnTo>
                    <a:pt x="27779" y="10256"/>
                  </a:lnTo>
                  <a:lnTo>
                    <a:pt x="27449" y="10235"/>
                  </a:lnTo>
                  <a:lnTo>
                    <a:pt x="27112" y="10219"/>
                  </a:lnTo>
                  <a:lnTo>
                    <a:pt x="26767" y="10206"/>
                  </a:lnTo>
                  <a:lnTo>
                    <a:pt x="26415" y="10196"/>
                  </a:lnTo>
                  <a:lnTo>
                    <a:pt x="26056" y="10191"/>
                  </a:lnTo>
                  <a:lnTo>
                    <a:pt x="25689" y="10189"/>
                  </a:lnTo>
                  <a:lnTo>
                    <a:pt x="24935" y="10206"/>
                  </a:lnTo>
                  <a:lnTo>
                    <a:pt x="24202" y="10258"/>
                  </a:lnTo>
                  <a:lnTo>
                    <a:pt x="23492" y="10345"/>
                  </a:lnTo>
                  <a:lnTo>
                    <a:pt x="22804" y="10466"/>
                  </a:lnTo>
                  <a:lnTo>
                    <a:pt x="22138" y="10621"/>
                  </a:lnTo>
                  <a:lnTo>
                    <a:pt x="21495" y="10811"/>
                  </a:lnTo>
                  <a:lnTo>
                    <a:pt x="20874" y="11036"/>
                  </a:lnTo>
                  <a:lnTo>
                    <a:pt x="20275" y="11296"/>
                  </a:lnTo>
                  <a:lnTo>
                    <a:pt x="19698" y="11590"/>
                  </a:lnTo>
                  <a:lnTo>
                    <a:pt x="19143" y="11918"/>
                  </a:lnTo>
                  <a:lnTo>
                    <a:pt x="18621" y="12277"/>
                  </a:lnTo>
                  <a:lnTo>
                    <a:pt x="18118" y="12664"/>
                  </a:lnTo>
                  <a:lnTo>
                    <a:pt x="17633" y="13078"/>
                  </a:lnTo>
                  <a:lnTo>
                    <a:pt x="17167" y="13519"/>
                  </a:lnTo>
                  <a:lnTo>
                    <a:pt x="16719" y="13987"/>
                  </a:lnTo>
                  <a:lnTo>
                    <a:pt x="16290" y="14482"/>
                  </a:lnTo>
                  <a:lnTo>
                    <a:pt x="15880" y="15005"/>
                  </a:lnTo>
                  <a:lnTo>
                    <a:pt x="15487" y="15554"/>
                  </a:lnTo>
                  <a:lnTo>
                    <a:pt x="15114" y="16131"/>
                  </a:lnTo>
                  <a:lnTo>
                    <a:pt x="14759" y="16735"/>
                  </a:lnTo>
                  <a:lnTo>
                    <a:pt x="14434" y="17352"/>
                  </a:lnTo>
                  <a:lnTo>
                    <a:pt x="14126" y="17995"/>
                  </a:lnTo>
                  <a:lnTo>
                    <a:pt x="13836" y="18662"/>
                  </a:lnTo>
                  <a:lnTo>
                    <a:pt x="13563" y="19353"/>
                  </a:lnTo>
                  <a:lnTo>
                    <a:pt x="13308" y="20070"/>
                  </a:lnTo>
                  <a:lnTo>
                    <a:pt x="13069" y="20811"/>
                  </a:lnTo>
                  <a:lnTo>
                    <a:pt x="12848" y="21576"/>
                  </a:lnTo>
                  <a:lnTo>
                    <a:pt x="12644" y="22367"/>
                  </a:lnTo>
                  <a:lnTo>
                    <a:pt x="12458" y="23182"/>
                  </a:lnTo>
                  <a:lnTo>
                    <a:pt x="12289" y="24022"/>
                  </a:lnTo>
                  <a:lnTo>
                    <a:pt x="12136" y="24870"/>
                  </a:lnTo>
                  <a:lnTo>
                    <a:pt x="12000" y="25734"/>
                  </a:lnTo>
                  <a:lnTo>
                    <a:pt x="11879" y="26614"/>
                  </a:lnTo>
                  <a:lnTo>
                    <a:pt x="11775" y="27510"/>
                  </a:lnTo>
                  <a:lnTo>
                    <a:pt x="11686" y="28422"/>
                  </a:lnTo>
                  <a:lnTo>
                    <a:pt x="11614" y="29350"/>
                  </a:lnTo>
                  <a:lnTo>
                    <a:pt x="11558" y="30294"/>
                  </a:lnTo>
                  <a:lnTo>
                    <a:pt x="11518" y="31255"/>
                  </a:lnTo>
                  <a:lnTo>
                    <a:pt x="11494" y="32231"/>
                  </a:lnTo>
                  <a:lnTo>
                    <a:pt x="11486" y="33223"/>
                  </a:lnTo>
                  <a:lnTo>
                    <a:pt x="11486" y="68053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259635" y="6096083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329286" y="6166925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356790" y="6094833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259635" y="4456566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329286" y="4527408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356909" y="4456566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256480" y="2815798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329286" y="2887891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356790" y="2815798"/>
              <a:ext cx="58281" cy="86320"/>
            </a:xfrm>
            <a:custGeom>
              <a:avLst/>
              <a:pathLst>
                <a:path w="58281" h="86320">
                  <a:moveTo>
                    <a:pt x="58281" y="43160"/>
                  </a:moveTo>
                  <a:lnTo>
                    <a:pt x="58257" y="45539"/>
                  </a:lnTo>
                  <a:lnTo>
                    <a:pt x="58188" y="47841"/>
                  </a:lnTo>
                  <a:lnTo>
                    <a:pt x="58072" y="50068"/>
                  </a:lnTo>
                  <a:lnTo>
                    <a:pt x="57909" y="52218"/>
                  </a:lnTo>
                  <a:lnTo>
                    <a:pt x="57700" y="54292"/>
                  </a:lnTo>
                  <a:lnTo>
                    <a:pt x="57445" y="56290"/>
                  </a:lnTo>
                  <a:lnTo>
                    <a:pt x="57143" y="58212"/>
                  </a:lnTo>
                  <a:lnTo>
                    <a:pt x="56795" y="60057"/>
                  </a:lnTo>
                  <a:lnTo>
                    <a:pt x="56400" y="61826"/>
                  </a:lnTo>
                  <a:lnTo>
                    <a:pt x="55959" y="63519"/>
                  </a:lnTo>
                  <a:lnTo>
                    <a:pt x="55489" y="65131"/>
                  </a:lnTo>
                  <a:lnTo>
                    <a:pt x="54985" y="66682"/>
                  </a:lnTo>
                  <a:lnTo>
                    <a:pt x="54446" y="68170"/>
                  </a:lnTo>
                  <a:lnTo>
                    <a:pt x="53873" y="69596"/>
                  </a:lnTo>
                  <a:lnTo>
                    <a:pt x="53265" y="70961"/>
                  </a:lnTo>
                  <a:lnTo>
                    <a:pt x="52623" y="72263"/>
                  </a:lnTo>
                  <a:lnTo>
                    <a:pt x="51946" y="73504"/>
                  </a:lnTo>
                  <a:lnTo>
                    <a:pt x="51234" y="74683"/>
                  </a:lnTo>
                  <a:lnTo>
                    <a:pt x="50489" y="75799"/>
                  </a:lnTo>
                  <a:lnTo>
                    <a:pt x="49708" y="76854"/>
                  </a:lnTo>
                  <a:lnTo>
                    <a:pt x="48908" y="77838"/>
                  </a:lnTo>
                  <a:lnTo>
                    <a:pt x="48079" y="78764"/>
                  </a:lnTo>
                  <a:lnTo>
                    <a:pt x="47222" y="79633"/>
                  </a:lnTo>
                  <a:lnTo>
                    <a:pt x="46336" y="80445"/>
                  </a:lnTo>
                  <a:lnTo>
                    <a:pt x="45422" y="81200"/>
                  </a:lnTo>
                  <a:lnTo>
                    <a:pt x="44479" y="81898"/>
                  </a:lnTo>
                  <a:lnTo>
                    <a:pt x="43507" y="82538"/>
                  </a:lnTo>
                  <a:lnTo>
                    <a:pt x="42507" y="83122"/>
                  </a:lnTo>
                  <a:lnTo>
                    <a:pt x="41478" y="83648"/>
                  </a:lnTo>
                  <a:lnTo>
                    <a:pt x="40421" y="84117"/>
                  </a:lnTo>
                  <a:lnTo>
                    <a:pt x="39343" y="84536"/>
                  </a:lnTo>
                  <a:lnTo>
                    <a:pt x="38250" y="84910"/>
                  </a:lnTo>
                  <a:lnTo>
                    <a:pt x="37142" y="85241"/>
                  </a:lnTo>
                  <a:lnTo>
                    <a:pt x="36021" y="85527"/>
                  </a:lnTo>
                  <a:lnTo>
                    <a:pt x="34885" y="85769"/>
                  </a:lnTo>
                  <a:lnTo>
                    <a:pt x="33735" y="85967"/>
                  </a:lnTo>
                  <a:lnTo>
                    <a:pt x="32570" y="86122"/>
                  </a:lnTo>
                  <a:lnTo>
                    <a:pt x="31392" y="86232"/>
                  </a:lnTo>
                  <a:lnTo>
                    <a:pt x="30199" y="86298"/>
                  </a:lnTo>
                  <a:lnTo>
                    <a:pt x="28991" y="86320"/>
                  </a:lnTo>
                  <a:lnTo>
                    <a:pt x="27773" y="86298"/>
                  </a:lnTo>
                  <a:lnTo>
                    <a:pt x="26572" y="86232"/>
                  </a:lnTo>
                  <a:lnTo>
                    <a:pt x="25387" y="86122"/>
                  </a:lnTo>
                  <a:lnTo>
                    <a:pt x="24219" y="85967"/>
                  </a:lnTo>
                  <a:lnTo>
                    <a:pt x="23068" y="85769"/>
                  </a:lnTo>
                  <a:lnTo>
                    <a:pt x="21933" y="85527"/>
                  </a:lnTo>
                  <a:lnTo>
                    <a:pt x="20815" y="85241"/>
                  </a:lnTo>
                  <a:lnTo>
                    <a:pt x="19714" y="84910"/>
                  </a:lnTo>
                  <a:lnTo>
                    <a:pt x="18629" y="84536"/>
                  </a:lnTo>
                  <a:lnTo>
                    <a:pt x="17561" y="84117"/>
                  </a:lnTo>
                  <a:lnTo>
                    <a:pt x="16515" y="83648"/>
                  </a:lnTo>
                  <a:lnTo>
                    <a:pt x="15497" y="83122"/>
                  </a:lnTo>
                  <a:lnTo>
                    <a:pt x="14505" y="82538"/>
                  </a:lnTo>
                  <a:lnTo>
                    <a:pt x="13542" y="81898"/>
                  </a:lnTo>
                  <a:lnTo>
                    <a:pt x="12605" y="81200"/>
                  </a:lnTo>
                  <a:lnTo>
                    <a:pt x="11696" y="80445"/>
                  </a:lnTo>
                  <a:lnTo>
                    <a:pt x="10815" y="79633"/>
                  </a:lnTo>
                  <a:lnTo>
                    <a:pt x="9960" y="78764"/>
                  </a:lnTo>
                  <a:lnTo>
                    <a:pt x="9133" y="77838"/>
                  </a:lnTo>
                  <a:lnTo>
                    <a:pt x="8334" y="76854"/>
                  </a:lnTo>
                  <a:lnTo>
                    <a:pt x="7576" y="75811"/>
                  </a:lnTo>
                  <a:lnTo>
                    <a:pt x="6850" y="74704"/>
                  </a:lnTo>
                  <a:lnTo>
                    <a:pt x="6157" y="73534"/>
                  </a:lnTo>
                  <a:lnTo>
                    <a:pt x="5495" y="72301"/>
                  </a:lnTo>
                  <a:lnTo>
                    <a:pt x="4866" y="71005"/>
                  </a:lnTo>
                  <a:lnTo>
                    <a:pt x="4269" y="69646"/>
                  </a:lnTo>
                  <a:lnTo>
                    <a:pt x="3704" y="68224"/>
                  </a:lnTo>
                  <a:lnTo>
                    <a:pt x="3171" y="66739"/>
                  </a:lnTo>
                  <a:lnTo>
                    <a:pt x="2671" y="65190"/>
                  </a:lnTo>
                  <a:lnTo>
                    <a:pt x="2202" y="63579"/>
                  </a:lnTo>
                  <a:lnTo>
                    <a:pt x="1784" y="61885"/>
                  </a:lnTo>
                  <a:lnTo>
                    <a:pt x="1409" y="60114"/>
                  </a:lnTo>
                  <a:lnTo>
                    <a:pt x="1079" y="58266"/>
                  </a:lnTo>
                  <a:lnTo>
                    <a:pt x="792" y="56340"/>
                  </a:lnTo>
                  <a:lnTo>
                    <a:pt x="550" y="54337"/>
                  </a:lnTo>
                  <a:lnTo>
                    <a:pt x="352" y="52256"/>
                  </a:lnTo>
                  <a:lnTo>
                    <a:pt x="198" y="50098"/>
                  </a:lnTo>
                  <a:lnTo>
                    <a:pt x="88" y="47863"/>
                  </a:lnTo>
                  <a:lnTo>
                    <a:pt x="22" y="45550"/>
                  </a:lnTo>
                  <a:lnTo>
                    <a:pt x="0" y="43160"/>
                  </a:lnTo>
                  <a:lnTo>
                    <a:pt x="22" y="40668"/>
                  </a:lnTo>
                  <a:lnTo>
                    <a:pt x="88" y="38264"/>
                  </a:lnTo>
                  <a:lnTo>
                    <a:pt x="198" y="35948"/>
                  </a:lnTo>
                  <a:lnTo>
                    <a:pt x="352" y="33720"/>
                  </a:lnTo>
                  <a:lnTo>
                    <a:pt x="550" y="31581"/>
                  </a:lnTo>
                  <a:lnTo>
                    <a:pt x="792" y="29529"/>
                  </a:lnTo>
                  <a:lnTo>
                    <a:pt x="1079" y="27566"/>
                  </a:lnTo>
                  <a:lnTo>
                    <a:pt x="1409" y="25691"/>
                  </a:lnTo>
                  <a:lnTo>
                    <a:pt x="1784" y="23904"/>
                  </a:lnTo>
                  <a:lnTo>
                    <a:pt x="2202" y="22205"/>
                  </a:lnTo>
                  <a:lnTo>
                    <a:pt x="2671" y="20572"/>
                  </a:lnTo>
                  <a:lnTo>
                    <a:pt x="3174" y="19007"/>
                  </a:lnTo>
                  <a:lnTo>
                    <a:pt x="3709" y="17509"/>
                  </a:lnTo>
                  <a:lnTo>
                    <a:pt x="4279" y="16080"/>
                  </a:lnTo>
                  <a:lnTo>
                    <a:pt x="4881" y="14719"/>
                  </a:lnTo>
                  <a:lnTo>
                    <a:pt x="5517" y="13425"/>
                  </a:lnTo>
                  <a:lnTo>
                    <a:pt x="6186" y="12199"/>
                  </a:lnTo>
                  <a:lnTo>
                    <a:pt x="6888" y="11041"/>
                  </a:lnTo>
                  <a:lnTo>
                    <a:pt x="7624" y="9951"/>
                  </a:lnTo>
                  <a:lnTo>
                    <a:pt x="8393" y="8929"/>
                  </a:lnTo>
                  <a:lnTo>
                    <a:pt x="9194" y="7971"/>
                  </a:lnTo>
                  <a:lnTo>
                    <a:pt x="10022" y="7072"/>
                  </a:lnTo>
                  <a:lnTo>
                    <a:pt x="10879" y="6232"/>
                  </a:lnTo>
                  <a:lnTo>
                    <a:pt x="11765" y="5453"/>
                  </a:lnTo>
                  <a:lnTo>
                    <a:pt x="12680" y="4732"/>
                  </a:lnTo>
                  <a:lnTo>
                    <a:pt x="13623" y="4071"/>
                  </a:lnTo>
                  <a:lnTo>
                    <a:pt x="14594" y="3470"/>
                  </a:lnTo>
                  <a:lnTo>
                    <a:pt x="15594" y="2928"/>
                  </a:lnTo>
                  <a:lnTo>
                    <a:pt x="16623" y="2446"/>
                  </a:lnTo>
                  <a:lnTo>
                    <a:pt x="17680" y="2024"/>
                  </a:lnTo>
                  <a:lnTo>
                    <a:pt x="18761" y="1639"/>
                  </a:lnTo>
                  <a:lnTo>
                    <a:pt x="19862" y="1295"/>
                  </a:lnTo>
                  <a:lnTo>
                    <a:pt x="20981" y="991"/>
                  </a:lnTo>
                  <a:lnTo>
                    <a:pt x="22119" y="728"/>
                  </a:lnTo>
                  <a:lnTo>
                    <a:pt x="23276" y="506"/>
                  </a:lnTo>
                  <a:lnTo>
                    <a:pt x="24453" y="323"/>
                  </a:lnTo>
                  <a:lnTo>
                    <a:pt x="25648" y="182"/>
                  </a:lnTo>
                  <a:lnTo>
                    <a:pt x="26862" y="80"/>
                  </a:lnTo>
                  <a:lnTo>
                    <a:pt x="28096" y="20"/>
                  </a:lnTo>
                  <a:lnTo>
                    <a:pt x="29348" y="0"/>
                  </a:lnTo>
                  <a:lnTo>
                    <a:pt x="30543" y="20"/>
                  </a:lnTo>
                  <a:lnTo>
                    <a:pt x="31723" y="80"/>
                  </a:lnTo>
                  <a:lnTo>
                    <a:pt x="32886" y="182"/>
                  </a:lnTo>
                  <a:lnTo>
                    <a:pt x="34035" y="323"/>
                  </a:lnTo>
                  <a:lnTo>
                    <a:pt x="35168" y="506"/>
                  </a:lnTo>
                  <a:lnTo>
                    <a:pt x="36285" y="728"/>
                  </a:lnTo>
                  <a:lnTo>
                    <a:pt x="37387" y="991"/>
                  </a:lnTo>
                  <a:lnTo>
                    <a:pt x="38473" y="1295"/>
                  </a:lnTo>
                  <a:lnTo>
                    <a:pt x="39544" y="1639"/>
                  </a:lnTo>
                  <a:lnTo>
                    <a:pt x="40600" y="2024"/>
                  </a:lnTo>
                  <a:lnTo>
                    <a:pt x="41646" y="2446"/>
                  </a:lnTo>
                  <a:lnTo>
                    <a:pt x="42664" y="2928"/>
                  </a:lnTo>
                  <a:lnTo>
                    <a:pt x="43656" y="3470"/>
                  </a:lnTo>
                  <a:lnTo>
                    <a:pt x="44619" y="4071"/>
                  </a:lnTo>
                  <a:lnTo>
                    <a:pt x="45556" y="4732"/>
                  </a:lnTo>
                  <a:lnTo>
                    <a:pt x="46465" y="5453"/>
                  </a:lnTo>
                  <a:lnTo>
                    <a:pt x="47346" y="6232"/>
                  </a:lnTo>
                  <a:lnTo>
                    <a:pt x="48201" y="7072"/>
                  </a:lnTo>
                  <a:lnTo>
                    <a:pt x="49028" y="7971"/>
                  </a:lnTo>
                  <a:lnTo>
                    <a:pt x="49827" y="8929"/>
                  </a:lnTo>
                  <a:lnTo>
                    <a:pt x="50596" y="9951"/>
                  </a:lnTo>
                  <a:lnTo>
                    <a:pt x="51332" y="11041"/>
                  </a:lnTo>
                  <a:lnTo>
                    <a:pt x="52035" y="12199"/>
                  </a:lnTo>
                  <a:lnTo>
                    <a:pt x="52704" y="13425"/>
                  </a:lnTo>
                  <a:lnTo>
                    <a:pt x="53340" y="14719"/>
                  </a:lnTo>
                  <a:lnTo>
                    <a:pt x="53942" y="16080"/>
                  </a:lnTo>
                  <a:lnTo>
                    <a:pt x="54511" y="17509"/>
                  </a:lnTo>
                  <a:lnTo>
                    <a:pt x="55047" y="19007"/>
                  </a:lnTo>
                  <a:lnTo>
                    <a:pt x="55549" y="20572"/>
                  </a:lnTo>
                  <a:lnTo>
                    <a:pt x="56018" y="22205"/>
                  </a:lnTo>
                  <a:lnTo>
                    <a:pt x="56448" y="23904"/>
                  </a:lnTo>
                  <a:lnTo>
                    <a:pt x="56833" y="25691"/>
                  </a:lnTo>
                  <a:lnTo>
                    <a:pt x="57172" y="27566"/>
                  </a:lnTo>
                  <a:lnTo>
                    <a:pt x="57466" y="29529"/>
                  </a:lnTo>
                  <a:lnTo>
                    <a:pt x="57715" y="31581"/>
                  </a:lnTo>
                  <a:lnTo>
                    <a:pt x="57919" y="33720"/>
                  </a:lnTo>
                  <a:lnTo>
                    <a:pt x="58077" y="35948"/>
                  </a:lnTo>
                  <a:lnTo>
                    <a:pt x="58190" y="38264"/>
                  </a:lnTo>
                  <a:lnTo>
                    <a:pt x="58258" y="40668"/>
                  </a:lnTo>
                  <a:close/>
                  <a:moveTo>
                    <a:pt x="47386" y="43160"/>
                  </a:moveTo>
                  <a:lnTo>
                    <a:pt x="47374" y="41193"/>
                  </a:lnTo>
                  <a:lnTo>
                    <a:pt x="47339" y="39295"/>
                  </a:lnTo>
                  <a:lnTo>
                    <a:pt x="47279" y="37464"/>
                  </a:lnTo>
                  <a:lnTo>
                    <a:pt x="47196" y="35702"/>
                  </a:lnTo>
                  <a:lnTo>
                    <a:pt x="47089" y="34007"/>
                  </a:lnTo>
                  <a:lnTo>
                    <a:pt x="46958" y="32380"/>
                  </a:lnTo>
                  <a:lnTo>
                    <a:pt x="46803" y="30821"/>
                  </a:lnTo>
                  <a:lnTo>
                    <a:pt x="46624" y="29329"/>
                  </a:lnTo>
                  <a:lnTo>
                    <a:pt x="46422" y="27906"/>
                  </a:lnTo>
                  <a:lnTo>
                    <a:pt x="46196" y="26550"/>
                  </a:lnTo>
                  <a:lnTo>
                    <a:pt x="45946" y="25244"/>
                  </a:lnTo>
                  <a:lnTo>
                    <a:pt x="45674" y="23993"/>
                  </a:lnTo>
                  <a:lnTo>
                    <a:pt x="45380" y="22796"/>
                  </a:lnTo>
                  <a:lnTo>
                    <a:pt x="45062" y="21655"/>
                  </a:lnTo>
                  <a:lnTo>
                    <a:pt x="44722" y="20568"/>
                  </a:lnTo>
                  <a:lnTo>
                    <a:pt x="44360" y="19535"/>
                  </a:lnTo>
                  <a:lnTo>
                    <a:pt x="43975" y="18558"/>
                  </a:lnTo>
                  <a:lnTo>
                    <a:pt x="43567" y="17635"/>
                  </a:lnTo>
                  <a:lnTo>
                    <a:pt x="43136" y="16767"/>
                  </a:lnTo>
                  <a:lnTo>
                    <a:pt x="42683" y="15954"/>
                  </a:lnTo>
                  <a:lnTo>
                    <a:pt x="42208" y="15180"/>
                  </a:lnTo>
                  <a:lnTo>
                    <a:pt x="41712" y="14454"/>
                  </a:lnTo>
                  <a:lnTo>
                    <a:pt x="41194" y="13775"/>
                  </a:lnTo>
                  <a:lnTo>
                    <a:pt x="40655" y="13144"/>
                  </a:lnTo>
                  <a:lnTo>
                    <a:pt x="40094" y="12561"/>
                  </a:lnTo>
                  <a:lnTo>
                    <a:pt x="39512" y="12025"/>
                  </a:lnTo>
                  <a:lnTo>
                    <a:pt x="38908" y="11537"/>
                  </a:lnTo>
                  <a:lnTo>
                    <a:pt x="38283" y="11096"/>
                  </a:lnTo>
                  <a:lnTo>
                    <a:pt x="37636" y="10703"/>
                  </a:lnTo>
                  <a:lnTo>
                    <a:pt x="36968" y="10358"/>
                  </a:lnTo>
                  <a:lnTo>
                    <a:pt x="36292" y="10041"/>
                  </a:lnTo>
                  <a:lnTo>
                    <a:pt x="35597" y="9758"/>
                  </a:lnTo>
                  <a:lnTo>
                    <a:pt x="34882" y="9508"/>
                  </a:lnTo>
                  <a:lnTo>
                    <a:pt x="34149" y="9291"/>
                  </a:lnTo>
                  <a:lnTo>
                    <a:pt x="33397" y="9108"/>
                  </a:lnTo>
                  <a:lnTo>
                    <a:pt x="32625" y="8958"/>
                  </a:lnTo>
                  <a:lnTo>
                    <a:pt x="31834" y="8841"/>
                  </a:lnTo>
                  <a:lnTo>
                    <a:pt x="31025" y="8758"/>
                  </a:lnTo>
                  <a:lnTo>
                    <a:pt x="30196" y="8708"/>
                  </a:lnTo>
                  <a:lnTo>
                    <a:pt x="29348" y="8691"/>
                  </a:lnTo>
                  <a:lnTo>
                    <a:pt x="28454" y="8708"/>
                  </a:lnTo>
                  <a:lnTo>
                    <a:pt x="27582" y="8758"/>
                  </a:lnTo>
                  <a:lnTo>
                    <a:pt x="26730" y="8841"/>
                  </a:lnTo>
                  <a:lnTo>
                    <a:pt x="25900" y="8958"/>
                  </a:lnTo>
                  <a:lnTo>
                    <a:pt x="25092" y="9108"/>
                  </a:lnTo>
                  <a:lnTo>
                    <a:pt x="24305" y="9291"/>
                  </a:lnTo>
                  <a:lnTo>
                    <a:pt x="23539" y="9508"/>
                  </a:lnTo>
                  <a:lnTo>
                    <a:pt x="22795" y="9758"/>
                  </a:lnTo>
                  <a:lnTo>
                    <a:pt x="22072" y="10041"/>
                  </a:lnTo>
                  <a:lnTo>
                    <a:pt x="21371" y="10358"/>
                  </a:lnTo>
                  <a:lnTo>
                    <a:pt x="20691" y="10715"/>
                  </a:lnTo>
                  <a:lnTo>
                    <a:pt x="20033" y="11118"/>
                  </a:lnTo>
                  <a:lnTo>
                    <a:pt x="19396" y="11567"/>
                  </a:lnTo>
                  <a:lnTo>
                    <a:pt x="18780" y="12063"/>
                  </a:lnTo>
                  <a:lnTo>
                    <a:pt x="18186" y="12605"/>
                  </a:lnTo>
                  <a:lnTo>
                    <a:pt x="17614" y="13194"/>
                  </a:lnTo>
                  <a:lnTo>
                    <a:pt x="17062" y="13829"/>
                  </a:lnTo>
                  <a:lnTo>
                    <a:pt x="16533" y="14511"/>
                  </a:lnTo>
                  <a:lnTo>
                    <a:pt x="16024" y="15239"/>
                  </a:lnTo>
                  <a:lnTo>
                    <a:pt x="15537" y="16013"/>
                  </a:lnTo>
                  <a:lnTo>
                    <a:pt x="15084" y="16827"/>
                  </a:lnTo>
                  <a:lnTo>
                    <a:pt x="14654" y="17695"/>
                  </a:lnTo>
                  <a:lnTo>
                    <a:pt x="14246" y="18617"/>
                  </a:lnTo>
                  <a:lnTo>
                    <a:pt x="13861" y="19595"/>
                  </a:lnTo>
                  <a:lnTo>
                    <a:pt x="13498" y="20627"/>
                  </a:lnTo>
                  <a:lnTo>
                    <a:pt x="13158" y="21714"/>
                  </a:lnTo>
                  <a:lnTo>
                    <a:pt x="12841" y="22856"/>
                  </a:lnTo>
                  <a:lnTo>
                    <a:pt x="12546" y="24053"/>
                  </a:lnTo>
                  <a:lnTo>
                    <a:pt x="12274" y="25304"/>
                  </a:lnTo>
                  <a:lnTo>
                    <a:pt x="12025" y="26610"/>
                  </a:lnTo>
                  <a:lnTo>
                    <a:pt x="11799" y="27965"/>
                  </a:lnTo>
                  <a:lnTo>
                    <a:pt x="11596" y="29387"/>
                  </a:lnTo>
                  <a:lnTo>
                    <a:pt x="11418" y="30875"/>
                  </a:lnTo>
                  <a:lnTo>
                    <a:pt x="11263" y="32430"/>
                  </a:lnTo>
                  <a:lnTo>
                    <a:pt x="11132" y="34051"/>
                  </a:lnTo>
                  <a:lnTo>
                    <a:pt x="11025" y="35740"/>
                  </a:lnTo>
                  <a:lnTo>
                    <a:pt x="10941" y="37495"/>
                  </a:lnTo>
                  <a:lnTo>
                    <a:pt x="10882" y="39316"/>
                  </a:lnTo>
                  <a:lnTo>
                    <a:pt x="10846" y="41205"/>
                  </a:lnTo>
                  <a:lnTo>
                    <a:pt x="10834" y="43160"/>
                  </a:lnTo>
                  <a:lnTo>
                    <a:pt x="10846" y="45058"/>
                  </a:lnTo>
                  <a:lnTo>
                    <a:pt x="10882" y="46896"/>
                  </a:lnTo>
                  <a:lnTo>
                    <a:pt x="10941" y="48673"/>
                  </a:lnTo>
                  <a:lnTo>
                    <a:pt x="11025" y="50389"/>
                  </a:lnTo>
                  <a:lnTo>
                    <a:pt x="11132" y="52045"/>
                  </a:lnTo>
                  <a:lnTo>
                    <a:pt x="11263" y="53640"/>
                  </a:lnTo>
                  <a:lnTo>
                    <a:pt x="11418" y="55174"/>
                  </a:lnTo>
                  <a:lnTo>
                    <a:pt x="11596" y="56647"/>
                  </a:lnTo>
                  <a:lnTo>
                    <a:pt x="11799" y="58060"/>
                  </a:lnTo>
                  <a:lnTo>
                    <a:pt x="12025" y="59412"/>
                  </a:lnTo>
                  <a:lnTo>
                    <a:pt x="12286" y="60708"/>
                  </a:lnTo>
                  <a:lnTo>
                    <a:pt x="12568" y="61952"/>
                  </a:lnTo>
                  <a:lnTo>
                    <a:pt x="12871" y="63146"/>
                  </a:lnTo>
                  <a:lnTo>
                    <a:pt x="13196" y="64288"/>
                  </a:lnTo>
                  <a:lnTo>
                    <a:pt x="13543" y="65380"/>
                  </a:lnTo>
                  <a:lnTo>
                    <a:pt x="13911" y="66420"/>
                  </a:lnTo>
                  <a:lnTo>
                    <a:pt x="14300" y="67409"/>
                  </a:lnTo>
                  <a:lnTo>
                    <a:pt x="14711" y="68346"/>
                  </a:lnTo>
                  <a:lnTo>
                    <a:pt x="15143" y="69233"/>
                  </a:lnTo>
                  <a:lnTo>
                    <a:pt x="15597" y="70068"/>
                  </a:lnTo>
                  <a:lnTo>
                    <a:pt x="16083" y="70843"/>
                  </a:lnTo>
                  <a:lnTo>
                    <a:pt x="16590" y="71575"/>
                  </a:lnTo>
                  <a:lnTo>
                    <a:pt x="17117" y="72263"/>
                  </a:lnTo>
                  <a:lnTo>
                    <a:pt x="17664" y="72906"/>
                  </a:lnTo>
                  <a:lnTo>
                    <a:pt x="18231" y="73506"/>
                  </a:lnTo>
                  <a:lnTo>
                    <a:pt x="18819" y="74061"/>
                  </a:lnTo>
                  <a:lnTo>
                    <a:pt x="19426" y="74573"/>
                  </a:lnTo>
                  <a:lnTo>
                    <a:pt x="20054" y="75040"/>
                  </a:lnTo>
                  <a:lnTo>
                    <a:pt x="20703" y="75463"/>
                  </a:lnTo>
                  <a:lnTo>
                    <a:pt x="21371" y="75842"/>
                  </a:lnTo>
                  <a:lnTo>
                    <a:pt x="22059" y="76170"/>
                  </a:lnTo>
                  <a:lnTo>
                    <a:pt x="22767" y="76464"/>
                  </a:lnTo>
                  <a:lnTo>
                    <a:pt x="23493" y="76723"/>
                  </a:lnTo>
                  <a:lnTo>
                    <a:pt x="24238" y="76947"/>
                  </a:lnTo>
                  <a:lnTo>
                    <a:pt x="25003" y="77137"/>
                  </a:lnTo>
                  <a:lnTo>
                    <a:pt x="25786" y="77292"/>
                  </a:lnTo>
                  <a:lnTo>
                    <a:pt x="26589" y="77413"/>
                  </a:lnTo>
                  <a:lnTo>
                    <a:pt x="27410" y="77500"/>
                  </a:lnTo>
                  <a:lnTo>
                    <a:pt x="28251" y="77551"/>
                  </a:lnTo>
                  <a:lnTo>
                    <a:pt x="29110" y="77569"/>
                  </a:lnTo>
                  <a:lnTo>
                    <a:pt x="29947" y="77551"/>
                  </a:lnTo>
                  <a:lnTo>
                    <a:pt x="30768" y="77500"/>
                  </a:lnTo>
                  <a:lnTo>
                    <a:pt x="31571" y="77413"/>
                  </a:lnTo>
                  <a:lnTo>
                    <a:pt x="32358" y="77292"/>
                  </a:lnTo>
                  <a:lnTo>
                    <a:pt x="33129" y="77137"/>
                  </a:lnTo>
                  <a:lnTo>
                    <a:pt x="33882" y="76947"/>
                  </a:lnTo>
                  <a:lnTo>
                    <a:pt x="34619" y="76723"/>
                  </a:lnTo>
                  <a:lnTo>
                    <a:pt x="35340" y="76464"/>
                  </a:lnTo>
                  <a:lnTo>
                    <a:pt x="36043" y="76170"/>
                  </a:lnTo>
                  <a:lnTo>
                    <a:pt x="36730" y="75842"/>
                  </a:lnTo>
                  <a:lnTo>
                    <a:pt x="37398" y="75463"/>
                  </a:lnTo>
                  <a:lnTo>
                    <a:pt x="38045" y="75040"/>
                  </a:lnTo>
                  <a:lnTo>
                    <a:pt x="38670" y="74573"/>
                  </a:lnTo>
                  <a:lnTo>
                    <a:pt x="39273" y="74061"/>
                  </a:lnTo>
                  <a:lnTo>
                    <a:pt x="39856" y="73506"/>
                  </a:lnTo>
                  <a:lnTo>
                    <a:pt x="40416" y="72906"/>
                  </a:lnTo>
                  <a:lnTo>
                    <a:pt x="40956" y="72263"/>
                  </a:lnTo>
                  <a:lnTo>
                    <a:pt x="41474" y="71575"/>
                  </a:lnTo>
                  <a:lnTo>
                    <a:pt x="41970" y="70843"/>
                  </a:lnTo>
                  <a:lnTo>
                    <a:pt x="42445" y="70068"/>
                  </a:lnTo>
                  <a:lnTo>
                    <a:pt x="42910" y="69233"/>
                  </a:lnTo>
                  <a:lnTo>
                    <a:pt x="43353" y="68346"/>
                  </a:lnTo>
                  <a:lnTo>
                    <a:pt x="43772" y="67409"/>
                  </a:lnTo>
                  <a:lnTo>
                    <a:pt x="44169" y="66420"/>
                  </a:lnTo>
                  <a:lnTo>
                    <a:pt x="44544" y="65380"/>
                  </a:lnTo>
                  <a:lnTo>
                    <a:pt x="44896" y="64288"/>
                  </a:lnTo>
                  <a:lnTo>
                    <a:pt x="45225" y="63146"/>
                  </a:lnTo>
                  <a:lnTo>
                    <a:pt x="45531" y="61952"/>
                  </a:lnTo>
                  <a:lnTo>
                    <a:pt x="45815" y="60708"/>
                  </a:lnTo>
                  <a:lnTo>
                    <a:pt x="46077" y="59412"/>
                  </a:lnTo>
                  <a:lnTo>
                    <a:pt x="46326" y="58060"/>
                  </a:lnTo>
                  <a:lnTo>
                    <a:pt x="46548" y="56647"/>
                  </a:lnTo>
                  <a:lnTo>
                    <a:pt x="46745" y="55174"/>
                  </a:lnTo>
                  <a:lnTo>
                    <a:pt x="46915" y="53640"/>
                  </a:lnTo>
                  <a:lnTo>
                    <a:pt x="47059" y="52045"/>
                  </a:lnTo>
                  <a:lnTo>
                    <a:pt x="47177" y="50389"/>
                  </a:lnTo>
                  <a:lnTo>
                    <a:pt x="47269" y="48673"/>
                  </a:lnTo>
                  <a:lnTo>
                    <a:pt x="47334" y="46896"/>
                  </a:lnTo>
                  <a:lnTo>
                    <a:pt x="47373" y="45058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256480" y="1176281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329286" y="1248373"/>
              <a:ext cx="11608" cy="13037"/>
            </a:xfrm>
            <a:custGeom>
              <a:avLst/>
              <a:pathLst>
                <a:path w="11608" h="13037">
                  <a:moveTo>
                    <a:pt x="0" y="13037"/>
                  </a:moveTo>
                  <a:lnTo>
                    <a:pt x="0" y="0"/>
                  </a:lnTo>
                  <a:lnTo>
                    <a:pt x="11608" y="0"/>
                  </a:lnTo>
                  <a:lnTo>
                    <a:pt x="11608" y="130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356909" y="1177531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791244" y="6498471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2426604" y="6497221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4063630" y="6497221"/>
              <a:ext cx="57804" cy="86320"/>
            </a:xfrm>
            <a:custGeom>
              <a:avLst/>
              <a:pathLst>
                <a:path w="57804" h="86320">
                  <a:moveTo>
                    <a:pt x="57804" y="61972"/>
                  </a:moveTo>
                  <a:lnTo>
                    <a:pt x="57785" y="63114"/>
                  </a:lnTo>
                  <a:lnTo>
                    <a:pt x="57728" y="64231"/>
                  </a:lnTo>
                  <a:lnTo>
                    <a:pt x="57633" y="65324"/>
                  </a:lnTo>
                  <a:lnTo>
                    <a:pt x="57500" y="66391"/>
                  </a:lnTo>
                  <a:lnTo>
                    <a:pt x="57328" y="67434"/>
                  </a:lnTo>
                  <a:lnTo>
                    <a:pt x="57119" y="68451"/>
                  </a:lnTo>
                  <a:lnTo>
                    <a:pt x="56871" y="69443"/>
                  </a:lnTo>
                  <a:lnTo>
                    <a:pt x="56585" y="70411"/>
                  </a:lnTo>
                  <a:lnTo>
                    <a:pt x="56261" y="71353"/>
                  </a:lnTo>
                  <a:lnTo>
                    <a:pt x="55899" y="72270"/>
                  </a:lnTo>
                  <a:lnTo>
                    <a:pt x="55512" y="73162"/>
                  </a:lnTo>
                  <a:lnTo>
                    <a:pt x="55090" y="74025"/>
                  </a:lnTo>
                  <a:lnTo>
                    <a:pt x="54631" y="74862"/>
                  </a:lnTo>
                  <a:lnTo>
                    <a:pt x="54137" y="75671"/>
                  </a:lnTo>
                  <a:lnTo>
                    <a:pt x="53607" y="76453"/>
                  </a:lnTo>
                  <a:lnTo>
                    <a:pt x="53042" y="77207"/>
                  </a:lnTo>
                  <a:lnTo>
                    <a:pt x="52441" y="77934"/>
                  </a:lnTo>
                  <a:lnTo>
                    <a:pt x="51804" y="78633"/>
                  </a:lnTo>
                  <a:lnTo>
                    <a:pt x="51131" y="79305"/>
                  </a:lnTo>
                  <a:lnTo>
                    <a:pt x="50422" y="79950"/>
                  </a:lnTo>
                  <a:lnTo>
                    <a:pt x="49690" y="80555"/>
                  </a:lnTo>
                  <a:lnTo>
                    <a:pt x="48922" y="81131"/>
                  </a:lnTo>
                  <a:lnTo>
                    <a:pt x="48119" y="81679"/>
                  </a:lnTo>
                  <a:lnTo>
                    <a:pt x="47279" y="82198"/>
                  </a:lnTo>
                  <a:lnTo>
                    <a:pt x="46404" y="82688"/>
                  </a:lnTo>
                  <a:lnTo>
                    <a:pt x="45493" y="83150"/>
                  </a:lnTo>
                  <a:lnTo>
                    <a:pt x="44547" y="83584"/>
                  </a:lnTo>
                  <a:lnTo>
                    <a:pt x="43564" y="83989"/>
                  </a:lnTo>
                  <a:lnTo>
                    <a:pt x="42546" y="84365"/>
                  </a:lnTo>
                  <a:lnTo>
                    <a:pt x="41493" y="84712"/>
                  </a:lnTo>
                  <a:lnTo>
                    <a:pt x="40418" y="85018"/>
                  </a:lnTo>
                  <a:lnTo>
                    <a:pt x="39312" y="85291"/>
                  </a:lnTo>
                  <a:lnTo>
                    <a:pt x="38175" y="85532"/>
                  </a:lnTo>
                  <a:lnTo>
                    <a:pt x="37007" y="85741"/>
                  </a:lnTo>
                  <a:lnTo>
                    <a:pt x="35808" y="85918"/>
                  </a:lnTo>
                  <a:lnTo>
                    <a:pt x="34578" y="86063"/>
                  </a:lnTo>
                  <a:lnTo>
                    <a:pt x="33317" y="86175"/>
                  </a:lnTo>
                  <a:lnTo>
                    <a:pt x="32025" y="86256"/>
                  </a:lnTo>
                  <a:lnTo>
                    <a:pt x="30702" y="86304"/>
                  </a:lnTo>
                  <a:lnTo>
                    <a:pt x="29348" y="86320"/>
                  </a:lnTo>
                  <a:lnTo>
                    <a:pt x="27813" y="86301"/>
                  </a:lnTo>
                  <a:lnTo>
                    <a:pt x="26327" y="86244"/>
                  </a:lnTo>
                  <a:lnTo>
                    <a:pt x="24889" y="86148"/>
                  </a:lnTo>
                  <a:lnTo>
                    <a:pt x="23500" y="86015"/>
                  </a:lnTo>
                  <a:lnTo>
                    <a:pt x="22160" y="85844"/>
                  </a:lnTo>
                  <a:lnTo>
                    <a:pt x="20869" y="85634"/>
                  </a:lnTo>
                  <a:lnTo>
                    <a:pt x="19626" y="85386"/>
                  </a:lnTo>
                  <a:lnTo>
                    <a:pt x="18433" y="85101"/>
                  </a:lnTo>
                  <a:lnTo>
                    <a:pt x="17288" y="84777"/>
                  </a:lnTo>
                  <a:lnTo>
                    <a:pt x="16192" y="84415"/>
                  </a:lnTo>
                  <a:lnTo>
                    <a:pt x="15151" y="84010"/>
                  </a:lnTo>
                  <a:lnTo>
                    <a:pt x="14147" y="83581"/>
                  </a:lnTo>
                  <a:lnTo>
                    <a:pt x="13179" y="83129"/>
                  </a:lnTo>
                  <a:lnTo>
                    <a:pt x="12249" y="82653"/>
                  </a:lnTo>
                  <a:lnTo>
                    <a:pt x="11355" y="82153"/>
                  </a:lnTo>
                  <a:lnTo>
                    <a:pt x="10498" y="81629"/>
                  </a:lnTo>
                  <a:lnTo>
                    <a:pt x="9679" y="81081"/>
                  </a:lnTo>
                  <a:lnTo>
                    <a:pt x="8896" y="80510"/>
                  </a:lnTo>
                  <a:lnTo>
                    <a:pt x="8150" y="79914"/>
                  </a:lnTo>
                  <a:lnTo>
                    <a:pt x="7441" y="79295"/>
                  </a:lnTo>
                  <a:lnTo>
                    <a:pt x="6768" y="78644"/>
                  </a:lnTo>
                  <a:lnTo>
                    <a:pt x="6129" y="77976"/>
                  </a:lnTo>
                  <a:lnTo>
                    <a:pt x="5525" y="77291"/>
                  </a:lnTo>
                  <a:lnTo>
                    <a:pt x="4955" y="76590"/>
                  </a:lnTo>
                  <a:lnTo>
                    <a:pt x="4420" y="75872"/>
                  </a:lnTo>
                  <a:lnTo>
                    <a:pt x="3919" y="75137"/>
                  </a:lnTo>
                  <a:lnTo>
                    <a:pt x="3453" y="74386"/>
                  </a:lnTo>
                  <a:lnTo>
                    <a:pt x="3021" y="73618"/>
                  </a:lnTo>
                  <a:lnTo>
                    <a:pt x="2624" y="72834"/>
                  </a:lnTo>
                  <a:lnTo>
                    <a:pt x="2262" y="72032"/>
                  </a:lnTo>
                  <a:lnTo>
                    <a:pt x="1928" y="71208"/>
                  </a:lnTo>
                  <a:lnTo>
                    <a:pt x="1619" y="70380"/>
                  </a:lnTo>
                  <a:lnTo>
                    <a:pt x="1333" y="69546"/>
                  </a:lnTo>
                  <a:lnTo>
                    <a:pt x="1071" y="68708"/>
                  </a:lnTo>
                  <a:lnTo>
                    <a:pt x="833" y="67865"/>
                  </a:lnTo>
                  <a:lnTo>
                    <a:pt x="619" y="67017"/>
                  </a:lnTo>
                  <a:lnTo>
                    <a:pt x="428" y="66165"/>
                  </a:lnTo>
                  <a:lnTo>
                    <a:pt x="261" y="65308"/>
                  </a:lnTo>
                  <a:lnTo>
                    <a:pt x="119" y="64446"/>
                  </a:lnTo>
                  <a:lnTo>
                    <a:pt x="0" y="63579"/>
                  </a:lnTo>
                  <a:lnTo>
                    <a:pt x="11072" y="62567"/>
                  </a:lnTo>
                  <a:lnTo>
                    <a:pt x="11175" y="63228"/>
                  </a:lnTo>
                  <a:lnTo>
                    <a:pt x="11294" y="63877"/>
                  </a:lnTo>
                  <a:lnTo>
                    <a:pt x="11428" y="64514"/>
                  </a:lnTo>
                  <a:lnTo>
                    <a:pt x="11577" y="65139"/>
                  </a:lnTo>
                  <a:lnTo>
                    <a:pt x="11742" y="65752"/>
                  </a:lnTo>
                  <a:lnTo>
                    <a:pt x="11922" y="66353"/>
                  </a:lnTo>
                  <a:lnTo>
                    <a:pt x="12118" y="66942"/>
                  </a:lnTo>
                  <a:lnTo>
                    <a:pt x="12330" y="67520"/>
                  </a:lnTo>
                  <a:lnTo>
                    <a:pt x="12556" y="68085"/>
                  </a:lnTo>
                  <a:lnTo>
                    <a:pt x="12799" y="68639"/>
                  </a:lnTo>
                  <a:lnTo>
                    <a:pt x="13070" y="69179"/>
                  </a:lnTo>
                  <a:lnTo>
                    <a:pt x="13358" y="69703"/>
                  </a:lnTo>
                  <a:lnTo>
                    <a:pt x="13665" y="70212"/>
                  </a:lnTo>
                  <a:lnTo>
                    <a:pt x="13989" y="70706"/>
                  </a:lnTo>
                  <a:lnTo>
                    <a:pt x="14332" y="71184"/>
                  </a:lnTo>
                  <a:lnTo>
                    <a:pt x="14692" y="71647"/>
                  </a:lnTo>
                  <a:lnTo>
                    <a:pt x="15070" y="72094"/>
                  </a:lnTo>
                  <a:lnTo>
                    <a:pt x="15466" y="72525"/>
                  </a:lnTo>
                  <a:lnTo>
                    <a:pt x="15879" y="72941"/>
                  </a:lnTo>
                  <a:lnTo>
                    <a:pt x="16311" y="73342"/>
                  </a:lnTo>
                  <a:lnTo>
                    <a:pt x="16762" y="73726"/>
                  </a:lnTo>
                  <a:lnTo>
                    <a:pt x="17233" y="74092"/>
                  </a:lnTo>
                  <a:lnTo>
                    <a:pt x="17724" y="74440"/>
                  </a:lnTo>
                  <a:lnTo>
                    <a:pt x="18235" y="74771"/>
                  </a:lnTo>
                  <a:lnTo>
                    <a:pt x="18767" y="75083"/>
                  </a:lnTo>
                  <a:lnTo>
                    <a:pt x="19319" y="75378"/>
                  </a:lnTo>
                  <a:lnTo>
                    <a:pt x="19891" y="75655"/>
                  </a:lnTo>
                  <a:lnTo>
                    <a:pt x="20483" y="75914"/>
                  </a:lnTo>
                  <a:lnTo>
                    <a:pt x="21096" y="76155"/>
                  </a:lnTo>
                  <a:lnTo>
                    <a:pt x="21728" y="76378"/>
                  </a:lnTo>
                  <a:lnTo>
                    <a:pt x="22383" y="76582"/>
                  </a:lnTo>
                  <a:lnTo>
                    <a:pt x="23062" y="76764"/>
                  </a:lnTo>
                  <a:lnTo>
                    <a:pt x="23764" y="76925"/>
                  </a:lnTo>
                  <a:lnTo>
                    <a:pt x="24491" y="77064"/>
                  </a:lnTo>
                  <a:lnTo>
                    <a:pt x="25241" y="77182"/>
                  </a:lnTo>
                  <a:lnTo>
                    <a:pt x="26015" y="77278"/>
                  </a:lnTo>
                  <a:lnTo>
                    <a:pt x="26812" y="77353"/>
                  </a:lnTo>
                  <a:lnTo>
                    <a:pt x="27634" y="77407"/>
                  </a:lnTo>
                  <a:lnTo>
                    <a:pt x="28479" y="77439"/>
                  </a:lnTo>
                  <a:lnTo>
                    <a:pt x="29348" y="77450"/>
                  </a:lnTo>
                  <a:lnTo>
                    <a:pt x="30933" y="77410"/>
                  </a:lnTo>
                  <a:lnTo>
                    <a:pt x="32446" y="77290"/>
                  </a:lnTo>
                  <a:lnTo>
                    <a:pt x="33890" y="77091"/>
                  </a:lnTo>
                  <a:lnTo>
                    <a:pt x="35263" y="76811"/>
                  </a:lnTo>
                  <a:lnTo>
                    <a:pt x="36567" y="76453"/>
                  </a:lnTo>
                  <a:lnTo>
                    <a:pt x="37799" y="76014"/>
                  </a:lnTo>
                  <a:lnTo>
                    <a:pt x="38962" y="75495"/>
                  </a:lnTo>
                  <a:lnTo>
                    <a:pt x="40055" y="74897"/>
                  </a:lnTo>
                  <a:lnTo>
                    <a:pt x="41077" y="74219"/>
                  </a:lnTo>
                  <a:lnTo>
                    <a:pt x="42029" y="73461"/>
                  </a:lnTo>
                  <a:lnTo>
                    <a:pt x="42911" y="72625"/>
                  </a:lnTo>
                  <a:lnTo>
                    <a:pt x="43700" y="71711"/>
                  </a:lnTo>
                  <a:lnTo>
                    <a:pt x="44397" y="70720"/>
                  </a:lnTo>
                  <a:lnTo>
                    <a:pt x="45000" y="69651"/>
                  </a:lnTo>
                  <a:lnTo>
                    <a:pt x="45511" y="68505"/>
                  </a:lnTo>
                  <a:lnTo>
                    <a:pt x="45929" y="67282"/>
                  </a:lnTo>
                  <a:lnTo>
                    <a:pt x="46254" y="65981"/>
                  </a:lnTo>
                  <a:lnTo>
                    <a:pt x="46486" y="64603"/>
                  </a:lnTo>
                  <a:lnTo>
                    <a:pt x="46626" y="63147"/>
                  </a:lnTo>
                  <a:lnTo>
                    <a:pt x="46672" y="61614"/>
                  </a:lnTo>
                  <a:lnTo>
                    <a:pt x="46651" y="60704"/>
                  </a:lnTo>
                  <a:lnTo>
                    <a:pt x="46589" y="59831"/>
                  </a:lnTo>
                  <a:lnTo>
                    <a:pt x="46484" y="58994"/>
                  </a:lnTo>
                  <a:lnTo>
                    <a:pt x="46339" y="58195"/>
                  </a:lnTo>
                  <a:lnTo>
                    <a:pt x="46151" y="57432"/>
                  </a:lnTo>
                  <a:lnTo>
                    <a:pt x="45922" y="56707"/>
                  </a:lnTo>
                  <a:lnTo>
                    <a:pt x="45651" y="56018"/>
                  </a:lnTo>
                  <a:lnTo>
                    <a:pt x="45338" y="55366"/>
                  </a:lnTo>
                  <a:lnTo>
                    <a:pt x="44984" y="54751"/>
                  </a:lnTo>
                  <a:lnTo>
                    <a:pt x="44588" y="54173"/>
                  </a:lnTo>
                  <a:lnTo>
                    <a:pt x="44173" y="53615"/>
                  </a:lnTo>
                  <a:lnTo>
                    <a:pt x="43736" y="53082"/>
                  </a:lnTo>
                  <a:lnTo>
                    <a:pt x="43278" y="52576"/>
                  </a:lnTo>
                  <a:lnTo>
                    <a:pt x="42798" y="52096"/>
                  </a:lnTo>
                  <a:lnTo>
                    <a:pt x="42296" y="51643"/>
                  </a:lnTo>
                  <a:lnTo>
                    <a:pt x="41774" y="51215"/>
                  </a:lnTo>
                  <a:lnTo>
                    <a:pt x="41230" y="50814"/>
                  </a:lnTo>
                  <a:lnTo>
                    <a:pt x="40664" y="50439"/>
                  </a:lnTo>
                  <a:lnTo>
                    <a:pt x="40077" y="50090"/>
                  </a:lnTo>
                  <a:lnTo>
                    <a:pt x="39469" y="49768"/>
                  </a:lnTo>
                  <a:lnTo>
                    <a:pt x="38856" y="49457"/>
                  </a:lnTo>
                  <a:lnTo>
                    <a:pt x="38230" y="49168"/>
                  </a:lnTo>
                  <a:lnTo>
                    <a:pt x="37593" y="48900"/>
                  </a:lnTo>
                  <a:lnTo>
                    <a:pt x="36945" y="48653"/>
                  </a:lnTo>
                  <a:lnTo>
                    <a:pt x="36284" y="48428"/>
                  </a:lnTo>
                  <a:lnTo>
                    <a:pt x="35611" y="48225"/>
                  </a:lnTo>
                  <a:lnTo>
                    <a:pt x="34926" y="48042"/>
                  </a:lnTo>
                  <a:lnTo>
                    <a:pt x="34230" y="47882"/>
                  </a:lnTo>
                  <a:lnTo>
                    <a:pt x="33522" y="47742"/>
                  </a:lnTo>
                  <a:lnTo>
                    <a:pt x="32801" y="47625"/>
                  </a:lnTo>
                  <a:lnTo>
                    <a:pt x="32092" y="47523"/>
                  </a:lnTo>
                  <a:lnTo>
                    <a:pt x="31394" y="47432"/>
                  </a:lnTo>
                  <a:lnTo>
                    <a:pt x="30706" y="47351"/>
                  </a:lnTo>
                  <a:lnTo>
                    <a:pt x="30029" y="47282"/>
                  </a:lnTo>
                  <a:lnTo>
                    <a:pt x="29363" y="47223"/>
                  </a:lnTo>
                  <a:lnTo>
                    <a:pt x="28708" y="47174"/>
                  </a:lnTo>
                  <a:lnTo>
                    <a:pt x="28063" y="47137"/>
                  </a:lnTo>
                  <a:lnTo>
                    <a:pt x="27429" y="47110"/>
                  </a:lnTo>
                  <a:lnTo>
                    <a:pt x="26806" y="47094"/>
                  </a:lnTo>
                  <a:lnTo>
                    <a:pt x="26193" y="47089"/>
                  </a:lnTo>
                  <a:lnTo>
                    <a:pt x="20121" y="47089"/>
                  </a:lnTo>
                  <a:lnTo>
                    <a:pt x="20121" y="37802"/>
                  </a:lnTo>
                  <a:lnTo>
                    <a:pt x="25955" y="37802"/>
                  </a:lnTo>
                  <a:lnTo>
                    <a:pt x="26565" y="37796"/>
                  </a:lnTo>
                  <a:lnTo>
                    <a:pt x="27179" y="37778"/>
                  </a:lnTo>
                  <a:lnTo>
                    <a:pt x="27798" y="37748"/>
                  </a:lnTo>
                  <a:lnTo>
                    <a:pt x="28422" y="37707"/>
                  </a:lnTo>
                  <a:lnTo>
                    <a:pt x="29051" y="37653"/>
                  </a:lnTo>
                  <a:lnTo>
                    <a:pt x="29684" y="37588"/>
                  </a:lnTo>
                  <a:lnTo>
                    <a:pt x="30322" y="37510"/>
                  </a:lnTo>
                  <a:lnTo>
                    <a:pt x="30965" y="37421"/>
                  </a:lnTo>
                  <a:lnTo>
                    <a:pt x="31613" y="37320"/>
                  </a:lnTo>
                  <a:lnTo>
                    <a:pt x="32265" y="37207"/>
                  </a:lnTo>
                  <a:lnTo>
                    <a:pt x="32914" y="37066"/>
                  </a:lnTo>
                  <a:lnTo>
                    <a:pt x="33551" y="36906"/>
                  </a:lnTo>
                  <a:lnTo>
                    <a:pt x="34176" y="36728"/>
                  </a:lnTo>
                  <a:lnTo>
                    <a:pt x="34790" y="36530"/>
                  </a:lnTo>
                  <a:lnTo>
                    <a:pt x="35391" y="36314"/>
                  </a:lnTo>
                  <a:lnTo>
                    <a:pt x="35980" y="36078"/>
                  </a:lnTo>
                  <a:lnTo>
                    <a:pt x="36558" y="35823"/>
                  </a:lnTo>
                  <a:lnTo>
                    <a:pt x="37123" y="35549"/>
                  </a:lnTo>
                  <a:lnTo>
                    <a:pt x="37677" y="35256"/>
                  </a:lnTo>
                  <a:lnTo>
                    <a:pt x="38219" y="34944"/>
                  </a:lnTo>
                  <a:lnTo>
                    <a:pt x="38756" y="34600"/>
                  </a:lnTo>
                  <a:lnTo>
                    <a:pt x="39273" y="34232"/>
                  </a:lnTo>
                  <a:lnTo>
                    <a:pt x="39771" y="33842"/>
                  </a:lnTo>
                  <a:lnTo>
                    <a:pt x="40247" y="33430"/>
                  </a:lnTo>
                  <a:lnTo>
                    <a:pt x="40704" y="32995"/>
                  </a:lnTo>
                  <a:lnTo>
                    <a:pt x="41140" y="32537"/>
                  </a:lnTo>
                  <a:lnTo>
                    <a:pt x="41556" y="32056"/>
                  </a:lnTo>
                  <a:lnTo>
                    <a:pt x="41952" y="31553"/>
                  </a:lnTo>
                  <a:lnTo>
                    <a:pt x="42328" y="31028"/>
                  </a:lnTo>
                  <a:lnTo>
                    <a:pt x="42683" y="30479"/>
                  </a:lnTo>
                  <a:lnTo>
                    <a:pt x="43023" y="29904"/>
                  </a:lnTo>
                  <a:lnTo>
                    <a:pt x="43326" y="29298"/>
                  </a:lnTo>
                  <a:lnTo>
                    <a:pt x="43594" y="28661"/>
                  </a:lnTo>
                  <a:lnTo>
                    <a:pt x="43826" y="27993"/>
                  </a:lnTo>
                  <a:lnTo>
                    <a:pt x="44023" y="27295"/>
                  </a:lnTo>
                  <a:lnTo>
                    <a:pt x="44184" y="26565"/>
                  </a:lnTo>
                  <a:lnTo>
                    <a:pt x="44309" y="25804"/>
                  </a:lnTo>
                  <a:lnTo>
                    <a:pt x="44398" y="25012"/>
                  </a:lnTo>
                  <a:lnTo>
                    <a:pt x="44451" y="24189"/>
                  </a:lnTo>
                  <a:lnTo>
                    <a:pt x="44469" y="23336"/>
                  </a:lnTo>
                  <a:lnTo>
                    <a:pt x="44429" y="22019"/>
                  </a:lnTo>
                  <a:lnTo>
                    <a:pt x="44310" y="20759"/>
                  </a:lnTo>
                  <a:lnTo>
                    <a:pt x="44110" y="19557"/>
                  </a:lnTo>
                  <a:lnTo>
                    <a:pt x="43831" y="18411"/>
                  </a:lnTo>
                  <a:lnTo>
                    <a:pt x="43472" y="17323"/>
                  </a:lnTo>
                  <a:lnTo>
                    <a:pt x="43033" y="16292"/>
                  </a:lnTo>
                  <a:lnTo>
                    <a:pt x="42515" y="15318"/>
                  </a:lnTo>
                  <a:lnTo>
                    <a:pt x="41917" y="14401"/>
                  </a:lnTo>
                  <a:lnTo>
                    <a:pt x="41239" y="13542"/>
                  </a:lnTo>
                  <a:lnTo>
                    <a:pt x="40481" y="12739"/>
                  </a:lnTo>
                  <a:lnTo>
                    <a:pt x="39656" y="11993"/>
                  </a:lnTo>
                  <a:lnTo>
                    <a:pt x="38754" y="11325"/>
                  </a:lnTo>
                  <a:lnTo>
                    <a:pt x="37775" y="10735"/>
                  </a:lnTo>
                  <a:lnTo>
                    <a:pt x="36718" y="10225"/>
                  </a:lnTo>
                  <a:lnTo>
                    <a:pt x="35584" y="9792"/>
                  </a:lnTo>
                  <a:lnTo>
                    <a:pt x="34373" y="9439"/>
                  </a:lnTo>
                  <a:lnTo>
                    <a:pt x="33084" y="9164"/>
                  </a:lnTo>
                  <a:lnTo>
                    <a:pt x="31718" y="8967"/>
                  </a:lnTo>
                  <a:lnTo>
                    <a:pt x="30274" y="8849"/>
                  </a:lnTo>
                  <a:lnTo>
                    <a:pt x="28753" y="8810"/>
                  </a:lnTo>
                  <a:lnTo>
                    <a:pt x="27363" y="8846"/>
                  </a:lnTo>
                  <a:lnTo>
                    <a:pt x="26027" y="8955"/>
                  </a:lnTo>
                  <a:lnTo>
                    <a:pt x="24744" y="9137"/>
                  </a:lnTo>
                  <a:lnTo>
                    <a:pt x="23514" y="9391"/>
                  </a:lnTo>
                  <a:lnTo>
                    <a:pt x="22339" y="9718"/>
                  </a:lnTo>
                  <a:lnTo>
                    <a:pt x="21216" y="10117"/>
                  </a:lnTo>
                  <a:lnTo>
                    <a:pt x="20148" y="10590"/>
                  </a:lnTo>
                  <a:lnTo>
                    <a:pt x="19133" y="11134"/>
                  </a:lnTo>
                  <a:lnTo>
                    <a:pt x="18171" y="11752"/>
                  </a:lnTo>
                  <a:lnTo>
                    <a:pt x="17264" y="12442"/>
                  </a:lnTo>
                  <a:lnTo>
                    <a:pt x="16431" y="13198"/>
                  </a:lnTo>
                  <a:lnTo>
                    <a:pt x="15671" y="14013"/>
                  </a:lnTo>
                  <a:lnTo>
                    <a:pt x="14983" y="14888"/>
                  </a:lnTo>
                  <a:lnTo>
                    <a:pt x="14368" y="15823"/>
                  </a:lnTo>
                  <a:lnTo>
                    <a:pt x="13826" y="16817"/>
                  </a:lnTo>
                  <a:lnTo>
                    <a:pt x="13356" y="17871"/>
                  </a:lnTo>
                  <a:lnTo>
                    <a:pt x="12959" y="18984"/>
                  </a:lnTo>
                  <a:lnTo>
                    <a:pt x="12634" y="20157"/>
                  </a:lnTo>
                  <a:lnTo>
                    <a:pt x="12383" y="21389"/>
                  </a:lnTo>
                  <a:lnTo>
                    <a:pt x="12203" y="22681"/>
                  </a:lnTo>
                  <a:lnTo>
                    <a:pt x="1428" y="21847"/>
                  </a:lnTo>
                  <a:lnTo>
                    <a:pt x="1576" y="20754"/>
                  </a:lnTo>
                  <a:lnTo>
                    <a:pt x="1759" y="19690"/>
                  </a:lnTo>
                  <a:lnTo>
                    <a:pt x="1977" y="18654"/>
                  </a:lnTo>
                  <a:lnTo>
                    <a:pt x="2228" y="17647"/>
                  </a:lnTo>
                  <a:lnTo>
                    <a:pt x="2515" y="16668"/>
                  </a:lnTo>
                  <a:lnTo>
                    <a:pt x="2836" y="15718"/>
                  </a:lnTo>
                  <a:lnTo>
                    <a:pt x="3191" y="14797"/>
                  </a:lnTo>
                  <a:lnTo>
                    <a:pt x="3581" y="13904"/>
                  </a:lnTo>
                  <a:lnTo>
                    <a:pt x="4005" y="13039"/>
                  </a:lnTo>
                  <a:lnTo>
                    <a:pt x="4464" y="12203"/>
                  </a:lnTo>
                  <a:lnTo>
                    <a:pt x="4953" y="11396"/>
                  </a:lnTo>
                  <a:lnTo>
                    <a:pt x="5467" y="10617"/>
                  </a:lnTo>
                  <a:lnTo>
                    <a:pt x="6006" y="9867"/>
                  </a:lnTo>
                  <a:lnTo>
                    <a:pt x="6569" y="9146"/>
                  </a:lnTo>
                  <a:lnTo>
                    <a:pt x="7158" y="8453"/>
                  </a:lnTo>
                  <a:lnTo>
                    <a:pt x="7772" y="7789"/>
                  </a:lnTo>
                  <a:lnTo>
                    <a:pt x="8411" y="7153"/>
                  </a:lnTo>
                  <a:lnTo>
                    <a:pt x="9074" y="6546"/>
                  </a:lnTo>
                  <a:lnTo>
                    <a:pt x="9763" y="5967"/>
                  </a:lnTo>
                  <a:lnTo>
                    <a:pt x="10477" y="5417"/>
                  </a:lnTo>
                  <a:lnTo>
                    <a:pt x="11225" y="4883"/>
                  </a:lnTo>
                  <a:lnTo>
                    <a:pt x="11994" y="4379"/>
                  </a:lnTo>
                  <a:lnTo>
                    <a:pt x="12783" y="3902"/>
                  </a:lnTo>
                  <a:lnTo>
                    <a:pt x="13592" y="3455"/>
                  </a:lnTo>
                  <a:lnTo>
                    <a:pt x="14421" y="3036"/>
                  </a:lnTo>
                  <a:lnTo>
                    <a:pt x="15270" y="2645"/>
                  </a:lnTo>
                  <a:lnTo>
                    <a:pt x="16140" y="2283"/>
                  </a:lnTo>
                  <a:lnTo>
                    <a:pt x="17030" y="1950"/>
                  </a:lnTo>
                  <a:lnTo>
                    <a:pt x="17940" y="1645"/>
                  </a:lnTo>
                  <a:lnTo>
                    <a:pt x="18871" y="1369"/>
                  </a:lnTo>
                  <a:lnTo>
                    <a:pt x="19817" y="1109"/>
                  </a:lnTo>
                  <a:lnTo>
                    <a:pt x="20776" y="876"/>
                  </a:lnTo>
                  <a:lnTo>
                    <a:pt x="21746" y="670"/>
                  </a:lnTo>
                  <a:lnTo>
                    <a:pt x="22729" y="492"/>
                  </a:lnTo>
                  <a:lnTo>
                    <a:pt x="23723" y="342"/>
                  </a:lnTo>
                  <a:lnTo>
                    <a:pt x="24729" y="219"/>
                  </a:lnTo>
                  <a:lnTo>
                    <a:pt x="25747" y="123"/>
                  </a:lnTo>
                  <a:lnTo>
                    <a:pt x="26777" y="54"/>
                  </a:lnTo>
                  <a:lnTo>
                    <a:pt x="27818" y="13"/>
                  </a:lnTo>
                  <a:lnTo>
                    <a:pt x="28872" y="0"/>
                  </a:lnTo>
                  <a:lnTo>
                    <a:pt x="30257" y="17"/>
                  </a:lnTo>
                  <a:lnTo>
                    <a:pt x="31603" y="71"/>
                  </a:lnTo>
                  <a:lnTo>
                    <a:pt x="32910" y="160"/>
                  </a:lnTo>
                  <a:lnTo>
                    <a:pt x="34178" y="285"/>
                  </a:lnTo>
                  <a:lnTo>
                    <a:pt x="35406" y="446"/>
                  </a:lnTo>
                  <a:lnTo>
                    <a:pt x="36595" y="642"/>
                  </a:lnTo>
                  <a:lnTo>
                    <a:pt x="37744" y="875"/>
                  </a:lnTo>
                  <a:lnTo>
                    <a:pt x="38854" y="1143"/>
                  </a:lnTo>
                  <a:lnTo>
                    <a:pt x="39925" y="1446"/>
                  </a:lnTo>
                  <a:lnTo>
                    <a:pt x="40957" y="1785"/>
                  </a:lnTo>
                  <a:lnTo>
                    <a:pt x="41951" y="2144"/>
                  </a:lnTo>
                  <a:lnTo>
                    <a:pt x="42907" y="2528"/>
                  </a:lnTo>
                  <a:lnTo>
                    <a:pt x="43827" y="2939"/>
                  </a:lnTo>
                  <a:lnTo>
                    <a:pt x="44710" y="3376"/>
                  </a:lnTo>
                  <a:lnTo>
                    <a:pt x="45556" y="3839"/>
                  </a:lnTo>
                  <a:lnTo>
                    <a:pt x="46365" y="4329"/>
                  </a:lnTo>
                  <a:lnTo>
                    <a:pt x="47137" y="4844"/>
                  </a:lnTo>
                  <a:lnTo>
                    <a:pt x="47872" y="5386"/>
                  </a:lnTo>
                  <a:lnTo>
                    <a:pt x="48570" y="5954"/>
                  </a:lnTo>
                  <a:lnTo>
                    <a:pt x="49232" y="6548"/>
                  </a:lnTo>
                  <a:lnTo>
                    <a:pt x="49858" y="7154"/>
                  </a:lnTo>
                  <a:lnTo>
                    <a:pt x="50449" y="7781"/>
                  </a:lnTo>
                  <a:lnTo>
                    <a:pt x="51005" y="8430"/>
                  </a:lnTo>
                  <a:lnTo>
                    <a:pt x="51527" y="9101"/>
                  </a:lnTo>
                  <a:lnTo>
                    <a:pt x="52015" y="9792"/>
                  </a:lnTo>
                  <a:lnTo>
                    <a:pt x="52468" y="10506"/>
                  </a:lnTo>
                  <a:lnTo>
                    <a:pt x="52886" y="11240"/>
                  </a:lnTo>
                  <a:lnTo>
                    <a:pt x="53270" y="11996"/>
                  </a:lnTo>
                  <a:lnTo>
                    <a:pt x="53620" y="12774"/>
                  </a:lnTo>
                  <a:lnTo>
                    <a:pt x="53935" y="13573"/>
                  </a:lnTo>
                  <a:lnTo>
                    <a:pt x="54229" y="14388"/>
                  </a:lnTo>
                  <a:lnTo>
                    <a:pt x="54492" y="15213"/>
                  </a:lnTo>
                  <a:lnTo>
                    <a:pt x="54724" y="16050"/>
                  </a:lnTo>
                  <a:lnTo>
                    <a:pt x="54925" y="16897"/>
                  </a:lnTo>
                  <a:lnTo>
                    <a:pt x="55096" y="17755"/>
                  </a:lnTo>
                  <a:lnTo>
                    <a:pt x="55235" y="18623"/>
                  </a:lnTo>
                  <a:lnTo>
                    <a:pt x="55343" y="19503"/>
                  </a:lnTo>
                  <a:lnTo>
                    <a:pt x="55421" y="20393"/>
                  </a:lnTo>
                  <a:lnTo>
                    <a:pt x="55467" y="21293"/>
                  </a:lnTo>
                  <a:lnTo>
                    <a:pt x="55483" y="22205"/>
                  </a:lnTo>
                  <a:lnTo>
                    <a:pt x="55473" y="22938"/>
                  </a:lnTo>
                  <a:lnTo>
                    <a:pt x="55442" y="23662"/>
                  </a:lnTo>
                  <a:lnTo>
                    <a:pt x="55392" y="24376"/>
                  </a:lnTo>
                  <a:lnTo>
                    <a:pt x="55321" y="25081"/>
                  </a:lnTo>
                  <a:lnTo>
                    <a:pt x="55230" y="25777"/>
                  </a:lnTo>
                  <a:lnTo>
                    <a:pt x="55118" y="26462"/>
                  </a:lnTo>
                  <a:lnTo>
                    <a:pt x="54987" y="27139"/>
                  </a:lnTo>
                  <a:lnTo>
                    <a:pt x="54835" y="27805"/>
                  </a:lnTo>
                  <a:lnTo>
                    <a:pt x="54663" y="28463"/>
                  </a:lnTo>
                  <a:lnTo>
                    <a:pt x="54471" y="29110"/>
                  </a:lnTo>
                  <a:lnTo>
                    <a:pt x="54257" y="29747"/>
                  </a:lnTo>
                  <a:lnTo>
                    <a:pt x="54021" y="30370"/>
                  </a:lnTo>
                  <a:lnTo>
                    <a:pt x="53762" y="30980"/>
                  </a:lnTo>
                  <a:lnTo>
                    <a:pt x="53480" y="31577"/>
                  </a:lnTo>
                  <a:lnTo>
                    <a:pt x="53176" y="32161"/>
                  </a:lnTo>
                  <a:lnTo>
                    <a:pt x="52849" y="32732"/>
                  </a:lnTo>
                  <a:lnTo>
                    <a:pt x="52500" y="33290"/>
                  </a:lnTo>
                  <a:lnTo>
                    <a:pt x="52127" y="33835"/>
                  </a:lnTo>
                  <a:lnTo>
                    <a:pt x="51733" y="34366"/>
                  </a:lnTo>
                  <a:lnTo>
                    <a:pt x="51315" y="34885"/>
                  </a:lnTo>
                  <a:lnTo>
                    <a:pt x="50875" y="35390"/>
                  </a:lnTo>
                  <a:lnTo>
                    <a:pt x="50411" y="35880"/>
                  </a:lnTo>
                  <a:lnTo>
                    <a:pt x="49922" y="36356"/>
                  </a:lnTo>
                  <a:lnTo>
                    <a:pt x="49410" y="36818"/>
                  </a:lnTo>
                  <a:lnTo>
                    <a:pt x="48875" y="37266"/>
                  </a:lnTo>
                  <a:lnTo>
                    <a:pt x="48315" y="37699"/>
                  </a:lnTo>
                  <a:lnTo>
                    <a:pt x="47732" y="38119"/>
                  </a:lnTo>
                  <a:lnTo>
                    <a:pt x="47124" y="38523"/>
                  </a:lnTo>
                  <a:lnTo>
                    <a:pt x="46493" y="38914"/>
                  </a:lnTo>
                  <a:lnTo>
                    <a:pt x="45839" y="39290"/>
                  </a:lnTo>
                  <a:lnTo>
                    <a:pt x="45170" y="39650"/>
                  </a:lnTo>
                  <a:lnTo>
                    <a:pt x="44474" y="39993"/>
                  </a:lnTo>
                  <a:lnTo>
                    <a:pt x="43751" y="40317"/>
                  </a:lnTo>
                  <a:lnTo>
                    <a:pt x="43000" y="40624"/>
                  </a:lnTo>
                  <a:lnTo>
                    <a:pt x="42222" y="40912"/>
                  </a:lnTo>
                  <a:lnTo>
                    <a:pt x="41417" y="41183"/>
                  </a:lnTo>
                  <a:lnTo>
                    <a:pt x="40584" y="41436"/>
                  </a:lnTo>
                  <a:lnTo>
                    <a:pt x="39724" y="41671"/>
                  </a:lnTo>
                  <a:lnTo>
                    <a:pt x="38836" y="41889"/>
                  </a:lnTo>
                  <a:lnTo>
                    <a:pt x="37921" y="42088"/>
                  </a:lnTo>
                  <a:lnTo>
                    <a:pt x="37921" y="42326"/>
                  </a:lnTo>
                  <a:lnTo>
                    <a:pt x="38920" y="42446"/>
                  </a:lnTo>
                  <a:lnTo>
                    <a:pt x="39893" y="42591"/>
                  </a:lnTo>
                  <a:lnTo>
                    <a:pt x="40839" y="42760"/>
                  </a:lnTo>
                  <a:lnTo>
                    <a:pt x="41759" y="42955"/>
                  </a:lnTo>
                  <a:lnTo>
                    <a:pt x="42654" y="43175"/>
                  </a:lnTo>
                  <a:lnTo>
                    <a:pt x="43522" y="43419"/>
                  </a:lnTo>
                  <a:lnTo>
                    <a:pt x="44363" y="43689"/>
                  </a:lnTo>
                  <a:lnTo>
                    <a:pt x="45179" y="43984"/>
                  </a:lnTo>
                  <a:lnTo>
                    <a:pt x="45968" y="44303"/>
                  </a:lnTo>
                  <a:lnTo>
                    <a:pt x="46732" y="44648"/>
                  </a:lnTo>
                  <a:lnTo>
                    <a:pt x="47469" y="45002"/>
                  </a:lnTo>
                  <a:lnTo>
                    <a:pt x="48179" y="45374"/>
                  </a:lnTo>
                  <a:lnTo>
                    <a:pt x="48864" y="45764"/>
                  </a:lnTo>
                  <a:lnTo>
                    <a:pt x="49522" y="46172"/>
                  </a:lnTo>
                  <a:lnTo>
                    <a:pt x="50155" y="46598"/>
                  </a:lnTo>
                  <a:lnTo>
                    <a:pt x="50761" y="47041"/>
                  </a:lnTo>
                  <a:lnTo>
                    <a:pt x="51340" y="47502"/>
                  </a:lnTo>
                  <a:lnTo>
                    <a:pt x="51894" y="47982"/>
                  </a:lnTo>
                  <a:lnTo>
                    <a:pt x="52422" y="48479"/>
                  </a:lnTo>
                  <a:lnTo>
                    <a:pt x="52923" y="48994"/>
                  </a:lnTo>
                  <a:lnTo>
                    <a:pt x="53398" y="49525"/>
                  </a:lnTo>
                  <a:lnTo>
                    <a:pt x="53849" y="50070"/>
                  </a:lnTo>
                  <a:lnTo>
                    <a:pt x="54275" y="50630"/>
                  </a:lnTo>
                  <a:lnTo>
                    <a:pt x="54675" y="51204"/>
                  </a:lnTo>
                  <a:lnTo>
                    <a:pt x="55051" y="51792"/>
                  </a:lnTo>
                  <a:lnTo>
                    <a:pt x="55402" y="52394"/>
                  </a:lnTo>
                  <a:lnTo>
                    <a:pt x="55727" y="53011"/>
                  </a:lnTo>
                  <a:lnTo>
                    <a:pt x="56028" y="53642"/>
                  </a:lnTo>
                  <a:lnTo>
                    <a:pt x="56304" y="54287"/>
                  </a:lnTo>
                  <a:lnTo>
                    <a:pt x="56554" y="54947"/>
                  </a:lnTo>
                  <a:lnTo>
                    <a:pt x="56792" y="55617"/>
                  </a:lnTo>
                  <a:lnTo>
                    <a:pt x="57004" y="56295"/>
                  </a:lnTo>
                  <a:lnTo>
                    <a:pt x="57192" y="56979"/>
                  </a:lnTo>
                  <a:lnTo>
                    <a:pt x="57354" y="57671"/>
                  </a:lnTo>
                  <a:lnTo>
                    <a:pt x="57492" y="58370"/>
                  </a:lnTo>
                  <a:lnTo>
                    <a:pt x="57604" y="59076"/>
                  </a:lnTo>
                  <a:lnTo>
                    <a:pt x="57692" y="59789"/>
                  </a:lnTo>
                  <a:lnTo>
                    <a:pt x="57754" y="60509"/>
                  </a:lnTo>
                  <a:lnTo>
                    <a:pt x="57792" y="61237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5700300" y="6498471"/>
              <a:ext cx="61436" cy="83879"/>
            </a:xfrm>
            <a:custGeom>
              <a:avLst/>
              <a:pathLst>
                <a:path w="61436" h="83879">
                  <a:moveTo>
                    <a:pt x="49649" y="64889"/>
                  </a:moveTo>
                  <a:lnTo>
                    <a:pt x="49649" y="83879"/>
                  </a:lnTo>
                  <a:lnTo>
                    <a:pt x="39528" y="83879"/>
                  </a:lnTo>
                  <a:lnTo>
                    <a:pt x="39528" y="64889"/>
                  </a:lnTo>
                  <a:lnTo>
                    <a:pt x="0" y="64889"/>
                  </a:lnTo>
                  <a:lnTo>
                    <a:pt x="0" y="56554"/>
                  </a:lnTo>
                  <a:lnTo>
                    <a:pt x="38397" y="0"/>
                  </a:lnTo>
                  <a:lnTo>
                    <a:pt x="49649" y="0"/>
                  </a:lnTo>
                  <a:lnTo>
                    <a:pt x="49649" y="56435"/>
                  </a:lnTo>
                  <a:lnTo>
                    <a:pt x="61436" y="56435"/>
                  </a:lnTo>
                  <a:lnTo>
                    <a:pt x="61436" y="64889"/>
                  </a:lnTo>
                  <a:close/>
                  <a:moveTo>
                    <a:pt x="39257" y="12656"/>
                  </a:moveTo>
                  <a:lnTo>
                    <a:pt x="39187" y="12793"/>
                  </a:lnTo>
                  <a:lnTo>
                    <a:pt x="39109" y="12942"/>
                  </a:lnTo>
                  <a:lnTo>
                    <a:pt x="39025" y="13102"/>
                  </a:lnTo>
                  <a:lnTo>
                    <a:pt x="38933" y="13275"/>
                  </a:lnTo>
                  <a:lnTo>
                    <a:pt x="38836" y="13444"/>
                  </a:lnTo>
                  <a:lnTo>
                    <a:pt x="38738" y="13618"/>
                  </a:lnTo>
                  <a:lnTo>
                    <a:pt x="38636" y="13796"/>
                  </a:lnTo>
                  <a:lnTo>
                    <a:pt x="38533" y="13980"/>
                  </a:lnTo>
                  <a:lnTo>
                    <a:pt x="38427" y="14168"/>
                  </a:lnTo>
                  <a:lnTo>
                    <a:pt x="38319" y="14361"/>
                  </a:lnTo>
                  <a:lnTo>
                    <a:pt x="38208" y="14558"/>
                  </a:lnTo>
                  <a:lnTo>
                    <a:pt x="38095" y="14761"/>
                  </a:lnTo>
                  <a:lnTo>
                    <a:pt x="37979" y="14968"/>
                  </a:lnTo>
                  <a:lnTo>
                    <a:pt x="37861" y="15180"/>
                  </a:lnTo>
                  <a:lnTo>
                    <a:pt x="37742" y="15395"/>
                  </a:lnTo>
                  <a:lnTo>
                    <a:pt x="37621" y="15611"/>
                  </a:lnTo>
                  <a:lnTo>
                    <a:pt x="37499" y="15828"/>
                  </a:lnTo>
                  <a:lnTo>
                    <a:pt x="37376" y="16047"/>
                  </a:lnTo>
                  <a:lnTo>
                    <a:pt x="37251" y="16266"/>
                  </a:lnTo>
                  <a:lnTo>
                    <a:pt x="37126" y="16487"/>
                  </a:lnTo>
                  <a:lnTo>
                    <a:pt x="36999" y="16709"/>
                  </a:lnTo>
                  <a:lnTo>
                    <a:pt x="36871" y="16933"/>
                  </a:lnTo>
                  <a:lnTo>
                    <a:pt x="36742" y="17157"/>
                  </a:lnTo>
                  <a:lnTo>
                    <a:pt x="36611" y="17383"/>
                  </a:lnTo>
                  <a:lnTo>
                    <a:pt x="36493" y="17593"/>
                  </a:lnTo>
                  <a:lnTo>
                    <a:pt x="36378" y="17797"/>
                  </a:lnTo>
                  <a:lnTo>
                    <a:pt x="36265" y="17993"/>
                  </a:lnTo>
                  <a:lnTo>
                    <a:pt x="36154" y="18183"/>
                  </a:lnTo>
                  <a:lnTo>
                    <a:pt x="36046" y="18365"/>
                  </a:lnTo>
                  <a:lnTo>
                    <a:pt x="35940" y="18540"/>
                  </a:lnTo>
                  <a:lnTo>
                    <a:pt x="35836" y="18708"/>
                  </a:lnTo>
                  <a:lnTo>
                    <a:pt x="35735" y="18869"/>
                  </a:lnTo>
                  <a:lnTo>
                    <a:pt x="35636" y="19022"/>
                  </a:lnTo>
                  <a:lnTo>
                    <a:pt x="35540" y="19169"/>
                  </a:lnTo>
                  <a:lnTo>
                    <a:pt x="13677" y="51390"/>
                  </a:lnTo>
                  <a:lnTo>
                    <a:pt x="13585" y="51518"/>
                  </a:lnTo>
                  <a:lnTo>
                    <a:pt x="13486" y="51652"/>
                  </a:lnTo>
                  <a:lnTo>
                    <a:pt x="13382" y="51792"/>
                  </a:lnTo>
                  <a:lnTo>
                    <a:pt x="13272" y="51938"/>
                  </a:lnTo>
                  <a:lnTo>
                    <a:pt x="13156" y="52089"/>
                  </a:lnTo>
                  <a:lnTo>
                    <a:pt x="13048" y="52245"/>
                  </a:lnTo>
                  <a:lnTo>
                    <a:pt x="12939" y="52401"/>
                  </a:lnTo>
                  <a:lnTo>
                    <a:pt x="12829" y="52559"/>
                  </a:lnTo>
                  <a:lnTo>
                    <a:pt x="12718" y="52718"/>
                  </a:lnTo>
                  <a:lnTo>
                    <a:pt x="12605" y="52878"/>
                  </a:lnTo>
                  <a:lnTo>
                    <a:pt x="12492" y="53039"/>
                  </a:lnTo>
                  <a:lnTo>
                    <a:pt x="12377" y="53202"/>
                  </a:lnTo>
                  <a:lnTo>
                    <a:pt x="12261" y="53366"/>
                  </a:lnTo>
                  <a:lnTo>
                    <a:pt x="12143" y="53531"/>
                  </a:lnTo>
                  <a:lnTo>
                    <a:pt x="12025" y="53697"/>
                  </a:lnTo>
                  <a:lnTo>
                    <a:pt x="11906" y="53851"/>
                  </a:lnTo>
                  <a:lnTo>
                    <a:pt x="11787" y="54006"/>
                  </a:lnTo>
                  <a:lnTo>
                    <a:pt x="11668" y="54161"/>
                  </a:lnTo>
                  <a:lnTo>
                    <a:pt x="11549" y="54316"/>
                  </a:lnTo>
                  <a:lnTo>
                    <a:pt x="11430" y="54471"/>
                  </a:lnTo>
                  <a:lnTo>
                    <a:pt x="11310" y="54625"/>
                  </a:lnTo>
                  <a:lnTo>
                    <a:pt x="11191" y="54780"/>
                  </a:lnTo>
                  <a:lnTo>
                    <a:pt x="11072" y="54935"/>
                  </a:lnTo>
                  <a:lnTo>
                    <a:pt x="10953" y="55090"/>
                  </a:lnTo>
                  <a:lnTo>
                    <a:pt x="10834" y="55244"/>
                  </a:lnTo>
                  <a:lnTo>
                    <a:pt x="10718" y="55396"/>
                  </a:lnTo>
                  <a:lnTo>
                    <a:pt x="10606" y="55540"/>
                  </a:lnTo>
                  <a:lnTo>
                    <a:pt x="10498" y="55677"/>
                  </a:lnTo>
                  <a:lnTo>
                    <a:pt x="9882" y="56435"/>
                  </a:lnTo>
                  <a:lnTo>
                    <a:pt x="39528" y="56435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7340898" y="6498471"/>
              <a:ext cx="57804" cy="85070"/>
            </a:xfrm>
            <a:custGeom>
              <a:avLst/>
              <a:pathLst>
                <a:path w="57804" h="85070">
                  <a:moveTo>
                    <a:pt x="57804" y="56554"/>
                  </a:moveTo>
                  <a:lnTo>
                    <a:pt x="57785" y="57806"/>
                  </a:lnTo>
                  <a:lnTo>
                    <a:pt x="57728" y="59035"/>
                  </a:lnTo>
                  <a:lnTo>
                    <a:pt x="57633" y="60244"/>
                  </a:lnTo>
                  <a:lnTo>
                    <a:pt x="57500" y="61431"/>
                  </a:lnTo>
                  <a:lnTo>
                    <a:pt x="57328" y="62597"/>
                  </a:lnTo>
                  <a:lnTo>
                    <a:pt x="57119" y="63741"/>
                  </a:lnTo>
                  <a:lnTo>
                    <a:pt x="56871" y="64864"/>
                  </a:lnTo>
                  <a:lnTo>
                    <a:pt x="56585" y="65965"/>
                  </a:lnTo>
                  <a:lnTo>
                    <a:pt x="56261" y="67045"/>
                  </a:lnTo>
                  <a:lnTo>
                    <a:pt x="55899" y="68103"/>
                  </a:lnTo>
                  <a:lnTo>
                    <a:pt x="55500" y="69137"/>
                  </a:lnTo>
                  <a:lnTo>
                    <a:pt x="55064" y="70142"/>
                  </a:lnTo>
                  <a:lnTo>
                    <a:pt x="54590" y="71118"/>
                  </a:lnTo>
                  <a:lnTo>
                    <a:pt x="54080" y="72066"/>
                  </a:lnTo>
                  <a:lnTo>
                    <a:pt x="53533" y="72985"/>
                  </a:lnTo>
                  <a:lnTo>
                    <a:pt x="52949" y="73875"/>
                  </a:lnTo>
                  <a:lnTo>
                    <a:pt x="52328" y="74737"/>
                  </a:lnTo>
                  <a:lnTo>
                    <a:pt x="51670" y="75571"/>
                  </a:lnTo>
                  <a:lnTo>
                    <a:pt x="50976" y="76376"/>
                  </a:lnTo>
                  <a:lnTo>
                    <a:pt x="50244" y="77152"/>
                  </a:lnTo>
                  <a:lnTo>
                    <a:pt x="49475" y="77885"/>
                  </a:lnTo>
                  <a:lnTo>
                    <a:pt x="48670" y="78586"/>
                  </a:lnTo>
                  <a:lnTo>
                    <a:pt x="47828" y="79252"/>
                  </a:lnTo>
                  <a:lnTo>
                    <a:pt x="46948" y="79886"/>
                  </a:lnTo>
                  <a:lnTo>
                    <a:pt x="46032" y="80486"/>
                  </a:lnTo>
                  <a:lnTo>
                    <a:pt x="45079" y="81052"/>
                  </a:lnTo>
                  <a:lnTo>
                    <a:pt x="44089" y="81586"/>
                  </a:lnTo>
                  <a:lnTo>
                    <a:pt x="43062" y="82086"/>
                  </a:lnTo>
                  <a:lnTo>
                    <a:pt x="41998" y="82553"/>
                  </a:lnTo>
                  <a:lnTo>
                    <a:pt x="40897" y="82986"/>
                  </a:lnTo>
                  <a:lnTo>
                    <a:pt x="39772" y="83382"/>
                  </a:lnTo>
                  <a:lnTo>
                    <a:pt x="38611" y="83736"/>
                  </a:lnTo>
                  <a:lnTo>
                    <a:pt x="37415" y="84049"/>
                  </a:lnTo>
                  <a:lnTo>
                    <a:pt x="36183" y="84320"/>
                  </a:lnTo>
                  <a:lnTo>
                    <a:pt x="34915" y="84549"/>
                  </a:lnTo>
                  <a:lnTo>
                    <a:pt x="33611" y="84736"/>
                  </a:lnTo>
                  <a:lnTo>
                    <a:pt x="32271" y="84882"/>
                  </a:lnTo>
                  <a:lnTo>
                    <a:pt x="30896" y="84986"/>
                  </a:lnTo>
                  <a:lnTo>
                    <a:pt x="29485" y="85049"/>
                  </a:lnTo>
                  <a:lnTo>
                    <a:pt x="28039" y="85070"/>
                  </a:lnTo>
                  <a:lnTo>
                    <a:pt x="26734" y="85054"/>
                  </a:lnTo>
                  <a:lnTo>
                    <a:pt x="25462" y="85008"/>
                  </a:lnTo>
                  <a:lnTo>
                    <a:pt x="24224" y="84930"/>
                  </a:lnTo>
                  <a:lnTo>
                    <a:pt x="23019" y="84822"/>
                  </a:lnTo>
                  <a:lnTo>
                    <a:pt x="21847" y="84683"/>
                  </a:lnTo>
                  <a:lnTo>
                    <a:pt x="20709" y="84512"/>
                  </a:lnTo>
                  <a:lnTo>
                    <a:pt x="19604" y="84311"/>
                  </a:lnTo>
                  <a:lnTo>
                    <a:pt x="18533" y="84079"/>
                  </a:lnTo>
                  <a:lnTo>
                    <a:pt x="17495" y="83816"/>
                  </a:lnTo>
                  <a:lnTo>
                    <a:pt x="16490" y="83522"/>
                  </a:lnTo>
                  <a:lnTo>
                    <a:pt x="15528" y="83201"/>
                  </a:lnTo>
                  <a:lnTo>
                    <a:pt x="14597" y="82857"/>
                  </a:lnTo>
                  <a:lnTo>
                    <a:pt x="13695" y="82491"/>
                  </a:lnTo>
                  <a:lnTo>
                    <a:pt x="12823" y="82103"/>
                  </a:lnTo>
                  <a:lnTo>
                    <a:pt x="11980" y="81691"/>
                  </a:lnTo>
                  <a:lnTo>
                    <a:pt x="11168" y="81257"/>
                  </a:lnTo>
                  <a:lnTo>
                    <a:pt x="10385" y="80801"/>
                  </a:lnTo>
                  <a:lnTo>
                    <a:pt x="9632" y="80321"/>
                  </a:lnTo>
                  <a:lnTo>
                    <a:pt x="8908" y="79820"/>
                  </a:lnTo>
                  <a:lnTo>
                    <a:pt x="8215" y="79295"/>
                  </a:lnTo>
                  <a:lnTo>
                    <a:pt x="7550" y="78739"/>
                  </a:lnTo>
                  <a:lnTo>
                    <a:pt x="6912" y="78164"/>
                  </a:lnTo>
                  <a:lnTo>
                    <a:pt x="6302" y="77572"/>
                  </a:lnTo>
                  <a:lnTo>
                    <a:pt x="5719" y="76962"/>
                  </a:lnTo>
                  <a:lnTo>
                    <a:pt x="5164" y="76333"/>
                  </a:lnTo>
                  <a:lnTo>
                    <a:pt x="4636" y="75688"/>
                  </a:lnTo>
                  <a:lnTo>
                    <a:pt x="4135" y="75024"/>
                  </a:lnTo>
                  <a:lnTo>
                    <a:pt x="3662" y="74342"/>
                  </a:lnTo>
                  <a:lnTo>
                    <a:pt x="3216" y="73643"/>
                  </a:lnTo>
                  <a:lnTo>
                    <a:pt x="2797" y="72925"/>
                  </a:lnTo>
                  <a:lnTo>
                    <a:pt x="2416" y="72194"/>
                  </a:lnTo>
                  <a:lnTo>
                    <a:pt x="2057" y="71451"/>
                  </a:lnTo>
                  <a:lnTo>
                    <a:pt x="1721" y="70698"/>
                  </a:lnTo>
                  <a:lnTo>
                    <a:pt x="1407" y="69934"/>
                  </a:lnTo>
                  <a:lnTo>
                    <a:pt x="1116" y="69160"/>
                  </a:lnTo>
                  <a:lnTo>
                    <a:pt x="847" y="68375"/>
                  </a:lnTo>
                  <a:lnTo>
                    <a:pt x="601" y="67579"/>
                  </a:lnTo>
                  <a:lnTo>
                    <a:pt x="378" y="66772"/>
                  </a:lnTo>
                  <a:lnTo>
                    <a:pt x="177" y="65955"/>
                  </a:lnTo>
                  <a:lnTo>
                    <a:pt x="0" y="65127"/>
                  </a:lnTo>
                  <a:lnTo>
                    <a:pt x="10834" y="63877"/>
                  </a:lnTo>
                  <a:lnTo>
                    <a:pt x="10971" y="64352"/>
                  </a:lnTo>
                  <a:lnTo>
                    <a:pt x="11118" y="64824"/>
                  </a:lnTo>
                  <a:lnTo>
                    <a:pt x="11275" y="65295"/>
                  </a:lnTo>
                  <a:lnTo>
                    <a:pt x="11444" y="65762"/>
                  </a:lnTo>
                  <a:lnTo>
                    <a:pt x="11623" y="66228"/>
                  </a:lnTo>
                  <a:lnTo>
                    <a:pt x="11813" y="66691"/>
                  </a:lnTo>
                  <a:lnTo>
                    <a:pt x="12014" y="67152"/>
                  </a:lnTo>
                  <a:lnTo>
                    <a:pt x="12225" y="67610"/>
                  </a:lnTo>
                  <a:lnTo>
                    <a:pt x="12447" y="68066"/>
                  </a:lnTo>
                  <a:lnTo>
                    <a:pt x="12680" y="68520"/>
                  </a:lnTo>
                  <a:lnTo>
                    <a:pt x="12926" y="68956"/>
                  </a:lnTo>
                  <a:lnTo>
                    <a:pt x="13189" y="69384"/>
                  </a:lnTo>
                  <a:lnTo>
                    <a:pt x="13469" y="69804"/>
                  </a:lnTo>
                  <a:lnTo>
                    <a:pt x="13766" y="70215"/>
                  </a:lnTo>
                  <a:lnTo>
                    <a:pt x="14079" y="70618"/>
                  </a:lnTo>
                  <a:lnTo>
                    <a:pt x="14408" y="71013"/>
                  </a:lnTo>
                  <a:lnTo>
                    <a:pt x="14755" y="71399"/>
                  </a:lnTo>
                  <a:lnTo>
                    <a:pt x="15118" y="71778"/>
                  </a:lnTo>
                  <a:lnTo>
                    <a:pt x="15498" y="72147"/>
                  </a:lnTo>
                  <a:lnTo>
                    <a:pt x="15894" y="72509"/>
                  </a:lnTo>
                  <a:lnTo>
                    <a:pt x="16320" y="72847"/>
                  </a:lnTo>
                  <a:lnTo>
                    <a:pt x="16764" y="73173"/>
                  </a:lnTo>
                  <a:lnTo>
                    <a:pt x="17225" y="73485"/>
                  </a:lnTo>
                  <a:lnTo>
                    <a:pt x="17704" y="73785"/>
                  </a:lnTo>
                  <a:lnTo>
                    <a:pt x="18201" y="74071"/>
                  </a:lnTo>
                  <a:lnTo>
                    <a:pt x="18716" y="74345"/>
                  </a:lnTo>
                  <a:lnTo>
                    <a:pt x="19249" y="74605"/>
                  </a:lnTo>
                  <a:lnTo>
                    <a:pt x="19800" y="74852"/>
                  </a:lnTo>
                  <a:lnTo>
                    <a:pt x="20368" y="75086"/>
                  </a:lnTo>
                  <a:lnTo>
                    <a:pt x="20954" y="75307"/>
                  </a:lnTo>
                  <a:lnTo>
                    <a:pt x="21574" y="75499"/>
                  </a:lnTo>
                  <a:lnTo>
                    <a:pt x="22219" y="75671"/>
                  </a:lnTo>
                  <a:lnTo>
                    <a:pt x="22889" y="75823"/>
                  </a:lnTo>
                  <a:lnTo>
                    <a:pt x="23583" y="75954"/>
                  </a:lnTo>
                  <a:lnTo>
                    <a:pt x="24303" y="76066"/>
                  </a:lnTo>
                  <a:lnTo>
                    <a:pt x="25048" y="76157"/>
                  </a:lnTo>
                  <a:lnTo>
                    <a:pt x="25818" y="76227"/>
                  </a:lnTo>
                  <a:lnTo>
                    <a:pt x="26612" y="76278"/>
                  </a:lnTo>
                  <a:lnTo>
                    <a:pt x="27432" y="76308"/>
                  </a:lnTo>
                  <a:lnTo>
                    <a:pt x="28277" y="76319"/>
                  </a:lnTo>
                  <a:lnTo>
                    <a:pt x="29103" y="76306"/>
                  </a:lnTo>
                  <a:lnTo>
                    <a:pt x="29913" y="76269"/>
                  </a:lnTo>
                  <a:lnTo>
                    <a:pt x="30708" y="76206"/>
                  </a:lnTo>
                  <a:lnTo>
                    <a:pt x="31487" y="76119"/>
                  </a:lnTo>
                  <a:lnTo>
                    <a:pt x="32251" y="76006"/>
                  </a:lnTo>
                  <a:lnTo>
                    <a:pt x="32999" y="75869"/>
                  </a:lnTo>
                  <a:lnTo>
                    <a:pt x="33732" y="75706"/>
                  </a:lnTo>
                  <a:lnTo>
                    <a:pt x="34449" y="75518"/>
                  </a:lnTo>
                  <a:lnTo>
                    <a:pt x="35151" y="75306"/>
                  </a:lnTo>
                  <a:lnTo>
                    <a:pt x="35837" y="75068"/>
                  </a:lnTo>
                  <a:lnTo>
                    <a:pt x="36506" y="74795"/>
                  </a:lnTo>
                  <a:lnTo>
                    <a:pt x="37154" y="74497"/>
                  </a:lnTo>
                  <a:lnTo>
                    <a:pt x="37782" y="74175"/>
                  </a:lnTo>
                  <a:lnTo>
                    <a:pt x="38390" y="73830"/>
                  </a:lnTo>
                  <a:lnTo>
                    <a:pt x="38978" y="73461"/>
                  </a:lnTo>
                  <a:lnTo>
                    <a:pt x="39545" y="73068"/>
                  </a:lnTo>
                  <a:lnTo>
                    <a:pt x="40092" y="72651"/>
                  </a:lnTo>
                  <a:lnTo>
                    <a:pt x="40619" y="72211"/>
                  </a:lnTo>
                  <a:lnTo>
                    <a:pt x="41125" y="71747"/>
                  </a:lnTo>
                  <a:lnTo>
                    <a:pt x="41612" y="71258"/>
                  </a:lnTo>
                  <a:lnTo>
                    <a:pt x="42089" y="70747"/>
                  </a:lnTo>
                  <a:lnTo>
                    <a:pt x="42543" y="70213"/>
                  </a:lnTo>
                  <a:lnTo>
                    <a:pt x="42975" y="69656"/>
                  </a:lnTo>
                  <a:lnTo>
                    <a:pt x="43383" y="69077"/>
                  </a:lnTo>
                  <a:lnTo>
                    <a:pt x="43770" y="68475"/>
                  </a:lnTo>
                  <a:lnTo>
                    <a:pt x="44134" y="67851"/>
                  </a:lnTo>
                  <a:lnTo>
                    <a:pt x="44475" y="67204"/>
                  </a:lnTo>
                  <a:lnTo>
                    <a:pt x="44793" y="66534"/>
                  </a:lnTo>
                  <a:lnTo>
                    <a:pt x="45089" y="65842"/>
                  </a:lnTo>
                  <a:lnTo>
                    <a:pt x="45362" y="65127"/>
                  </a:lnTo>
                  <a:lnTo>
                    <a:pt x="45611" y="64390"/>
                  </a:lnTo>
                  <a:lnTo>
                    <a:pt x="45834" y="63631"/>
                  </a:lnTo>
                  <a:lnTo>
                    <a:pt x="46030" y="62851"/>
                  </a:lnTo>
                  <a:lnTo>
                    <a:pt x="46201" y="62050"/>
                  </a:lnTo>
                  <a:lnTo>
                    <a:pt x="46345" y="61227"/>
                  </a:lnTo>
                  <a:lnTo>
                    <a:pt x="46462" y="60383"/>
                  </a:lnTo>
                  <a:lnTo>
                    <a:pt x="46554" y="59518"/>
                  </a:lnTo>
                  <a:lnTo>
                    <a:pt x="46620" y="58631"/>
                  </a:lnTo>
                  <a:lnTo>
                    <a:pt x="46659" y="57722"/>
                  </a:lnTo>
                  <a:lnTo>
                    <a:pt x="46672" y="56792"/>
                  </a:lnTo>
                  <a:lnTo>
                    <a:pt x="46659" y="56025"/>
                  </a:lnTo>
                  <a:lnTo>
                    <a:pt x="46622" y="55271"/>
                  </a:lnTo>
                  <a:lnTo>
                    <a:pt x="46559" y="54530"/>
                  </a:lnTo>
                  <a:lnTo>
                    <a:pt x="46472" y="53801"/>
                  </a:lnTo>
                  <a:lnTo>
                    <a:pt x="46359" y="53086"/>
                  </a:lnTo>
                  <a:lnTo>
                    <a:pt x="46222" y="52385"/>
                  </a:lnTo>
                  <a:lnTo>
                    <a:pt x="46059" y="51696"/>
                  </a:lnTo>
                  <a:lnTo>
                    <a:pt x="45872" y="51020"/>
                  </a:lnTo>
                  <a:lnTo>
                    <a:pt x="45659" y="50358"/>
                  </a:lnTo>
                  <a:lnTo>
                    <a:pt x="45422" y="49708"/>
                  </a:lnTo>
                  <a:lnTo>
                    <a:pt x="45161" y="49063"/>
                  </a:lnTo>
                  <a:lnTo>
                    <a:pt x="44879" y="48437"/>
                  </a:lnTo>
                  <a:lnTo>
                    <a:pt x="44575" y="47829"/>
                  </a:lnTo>
                  <a:lnTo>
                    <a:pt x="44250" y="47241"/>
                  </a:lnTo>
                  <a:lnTo>
                    <a:pt x="43904" y="46672"/>
                  </a:lnTo>
                  <a:lnTo>
                    <a:pt x="43536" y="46122"/>
                  </a:lnTo>
                  <a:lnTo>
                    <a:pt x="43147" y="45591"/>
                  </a:lnTo>
                  <a:lnTo>
                    <a:pt x="42736" y="45079"/>
                  </a:lnTo>
                  <a:lnTo>
                    <a:pt x="42304" y="44586"/>
                  </a:lnTo>
                  <a:lnTo>
                    <a:pt x="41850" y="44112"/>
                  </a:lnTo>
                  <a:lnTo>
                    <a:pt x="41375" y="43647"/>
                  </a:lnTo>
                  <a:lnTo>
                    <a:pt x="40878" y="43203"/>
                  </a:lnTo>
                  <a:lnTo>
                    <a:pt x="40360" y="42780"/>
                  </a:lnTo>
                  <a:lnTo>
                    <a:pt x="39821" y="42379"/>
                  </a:lnTo>
                  <a:lnTo>
                    <a:pt x="39260" y="41999"/>
                  </a:lnTo>
                  <a:lnTo>
                    <a:pt x="38678" y="41640"/>
                  </a:lnTo>
                  <a:lnTo>
                    <a:pt x="38074" y="41303"/>
                  </a:lnTo>
                  <a:lnTo>
                    <a:pt x="37449" y="40988"/>
                  </a:lnTo>
                  <a:lnTo>
                    <a:pt x="36803" y="40694"/>
                  </a:lnTo>
                  <a:lnTo>
                    <a:pt x="36135" y="40421"/>
                  </a:lnTo>
                  <a:lnTo>
                    <a:pt x="35459" y="40172"/>
                  </a:lnTo>
                  <a:lnTo>
                    <a:pt x="34763" y="39950"/>
                  </a:lnTo>
                  <a:lnTo>
                    <a:pt x="34049" y="39753"/>
                  </a:lnTo>
                  <a:lnTo>
                    <a:pt x="33316" y="39583"/>
                  </a:lnTo>
                  <a:lnTo>
                    <a:pt x="32563" y="39439"/>
                  </a:lnTo>
                  <a:lnTo>
                    <a:pt x="31792" y="39321"/>
                  </a:lnTo>
                  <a:lnTo>
                    <a:pt x="31001" y="39229"/>
                  </a:lnTo>
                  <a:lnTo>
                    <a:pt x="30191" y="39164"/>
                  </a:lnTo>
                  <a:lnTo>
                    <a:pt x="29363" y="39125"/>
                  </a:lnTo>
                  <a:lnTo>
                    <a:pt x="28515" y="39112"/>
                  </a:lnTo>
                  <a:lnTo>
                    <a:pt x="27983" y="39116"/>
                  </a:lnTo>
                  <a:lnTo>
                    <a:pt x="27460" y="39131"/>
                  </a:lnTo>
                  <a:lnTo>
                    <a:pt x="26945" y="39154"/>
                  </a:lnTo>
                  <a:lnTo>
                    <a:pt x="26439" y="39188"/>
                  </a:lnTo>
                  <a:lnTo>
                    <a:pt x="25940" y="39231"/>
                  </a:lnTo>
                  <a:lnTo>
                    <a:pt x="25450" y="39283"/>
                  </a:lnTo>
                  <a:lnTo>
                    <a:pt x="24969" y="39345"/>
                  </a:lnTo>
                  <a:lnTo>
                    <a:pt x="24495" y="39416"/>
                  </a:lnTo>
                  <a:lnTo>
                    <a:pt x="24030" y="39497"/>
                  </a:lnTo>
                  <a:lnTo>
                    <a:pt x="23574" y="39588"/>
                  </a:lnTo>
                  <a:lnTo>
                    <a:pt x="23124" y="39687"/>
                  </a:lnTo>
                  <a:lnTo>
                    <a:pt x="22681" y="39793"/>
                  </a:lnTo>
                  <a:lnTo>
                    <a:pt x="22243" y="39906"/>
                  </a:lnTo>
                  <a:lnTo>
                    <a:pt x="21812" y="40026"/>
                  </a:lnTo>
                  <a:lnTo>
                    <a:pt x="21386" y="40153"/>
                  </a:lnTo>
                  <a:lnTo>
                    <a:pt x="20966" y="40288"/>
                  </a:lnTo>
                  <a:lnTo>
                    <a:pt x="20553" y="40430"/>
                  </a:lnTo>
                  <a:lnTo>
                    <a:pt x="20145" y="40578"/>
                  </a:lnTo>
                  <a:lnTo>
                    <a:pt x="19743" y="40734"/>
                  </a:lnTo>
                  <a:lnTo>
                    <a:pt x="19347" y="40897"/>
                  </a:lnTo>
                  <a:lnTo>
                    <a:pt x="18969" y="41067"/>
                  </a:lnTo>
                  <a:lnTo>
                    <a:pt x="18597" y="41243"/>
                  </a:lnTo>
                  <a:lnTo>
                    <a:pt x="18231" y="41424"/>
                  </a:lnTo>
                  <a:lnTo>
                    <a:pt x="17871" y="41612"/>
                  </a:lnTo>
                  <a:lnTo>
                    <a:pt x="17517" y="41805"/>
                  </a:lnTo>
                  <a:lnTo>
                    <a:pt x="17168" y="42005"/>
                  </a:lnTo>
                  <a:lnTo>
                    <a:pt x="16826" y="42210"/>
                  </a:lnTo>
                  <a:lnTo>
                    <a:pt x="16490" y="42421"/>
                  </a:lnTo>
                  <a:lnTo>
                    <a:pt x="16159" y="42639"/>
                  </a:lnTo>
                  <a:lnTo>
                    <a:pt x="15835" y="42862"/>
                  </a:lnTo>
                  <a:lnTo>
                    <a:pt x="15527" y="43078"/>
                  </a:lnTo>
                  <a:lnTo>
                    <a:pt x="15223" y="43295"/>
                  </a:lnTo>
                  <a:lnTo>
                    <a:pt x="14922" y="43516"/>
                  </a:lnTo>
                  <a:lnTo>
                    <a:pt x="14625" y="43738"/>
                  </a:lnTo>
                  <a:lnTo>
                    <a:pt x="14332" y="43963"/>
                  </a:lnTo>
                  <a:lnTo>
                    <a:pt x="14042" y="44191"/>
                  </a:lnTo>
                  <a:lnTo>
                    <a:pt x="13755" y="44421"/>
                  </a:lnTo>
                  <a:lnTo>
                    <a:pt x="13473" y="44653"/>
                  </a:lnTo>
                  <a:lnTo>
                    <a:pt x="13193" y="44887"/>
                  </a:lnTo>
                  <a:lnTo>
                    <a:pt x="12918" y="45124"/>
                  </a:lnTo>
                  <a:lnTo>
                    <a:pt x="2440" y="45124"/>
                  </a:lnTo>
                  <a:lnTo>
                    <a:pt x="5238" y="0"/>
                  </a:lnTo>
                  <a:lnTo>
                    <a:pt x="52923" y="0"/>
                  </a:lnTo>
                  <a:lnTo>
                    <a:pt x="52923" y="9108"/>
                  </a:lnTo>
                  <a:lnTo>
                    <a:pt x="15001" y="9108"/>
                  </a:lnTo>
                  <a:lnTo>
                    <a:pt x="13394" y="35718"/>
                  </a:lnTo>
                  <a:lnTo>
                    <a:pt x="13980" y="35284"/>
                  </a:lnTo>
                  <a:lnTo>
                    <a:pt x="14594" y="34863"/>
                  </a:lnTo>
                  <a:lnTo>
                    <a:pt x="15237" y="34456"/>
                  </a:lnTo>
                  <a:lnTo>
                    <a:pt x="15909" y="34061"/>
                  </a:lnTo>
                  <a:lnTo>
                    <a:pt x="16609" y="33679"/>
                  </a:lnTo>
                  <a:lnTo>
                    <a:pt x="17337" y="33311"/>
                  </a:lnTo>
                  <a:lnTo>
                    <a:pt x="18095" y="32955"/>
                  </a:lnTo>
                  <a:lnTo>
                    <a:pt x="18880" y="32613"/>
                  </a:lnTo>
                  <a:lnTo>
                    <a:pt x="19695" y="32284"/>
                  </a:lnTo>
                  <a:lnTo>
                    <a:pt x="20538" y="31968"/>
                  </a:lnTo>
                  <a:lnTo>
                    <a:pt x="21411" y="31662"/>
                  </a:lnTo>
                  <a:lnTo>
                    <a:pt x="22317" y="31389"/>
                  </a:lnTo>
                  <a:lnTo>
                    <a:pt x="23254" y="31148"/>
                  </a:lnTo>
                  <a:lnTo>
                    <a:pt x="24224" y="30939"/>
                  </a:lnTo>
                  <a:lnTo>
                    <a:pt x="25226" y="30762"/>
                  </a:lnTo>
                  <a:lnTo>
                    <a:pt x="26260" y="30618"/>
                  </a:lnTo>
                  <a:lnTo>
                    <a:pt x="27326" y="30505"/>
                  </a:lnTo>
                  <a:lnTo>
                    <a:pt x="28424" y="30425"/>
                  </a:lnTo>
                  <a:lnTo>
                    <a:pt x="29555" y="30377"/>
                  </a:lnTo>
                  <a:lnTo>
                    <a:pt x="30718" y="30360"/>
                  </a:lnTo>
                  <a:lnTo>
                    <a:pt x="31955" y="30379"/>
                  </a:lnTo>
                  <a:lnTo>
                    <a:pt x="33168" y="30437"/>
                  </a:lnTo>
                  <a:lnTo>
                    <a:pt x="34356" y="30532"/>
                  </a:lnTo>
                  <a:lnTo>
                    <a:pt x="35518" y="30665"/>
                  </a:lnTo>
                  <a:lnTo>
                    <a:pt x="36656" y="30837"/>
                  </a:lnTo>
                  <a:lnTo>
                    <a:pt x="37769" y="31046"/>
                  </a:lnTo>
                  <a:lnTo>
                    <a:pt x="38856" y="31294"/>
                  </a:lnTo>
                  <a:lnTo>
                    <a:pt x="39919" y="31580"/>
                  </a:lnTo>
                  <a:lnTo>
                    <a:pt x="40956" y="31903"/>
                  </a:lnTo>
                  <a:lnTo>
                    <a:pt x="41969" y="32265"/>
                  </a:lnTo>
                  <a:lnTo>
                    <a:pt x="42954" y="32663"/>
                  </a:lnTo>
                  <a:lnTo>
                    <a:pt x="43910" y="33092"/>
                  </a:lnTo>
                  <a:lnTo>
                    <a:pt x="44835" y="33553"/>
                  </a:lnTo>
                  <a:lnTo>
                    <a:pt x="45731" y="34047"/>
                  </a:lnTo>
                  <a:lnTo>
                    <a:pt x="46598" y="34572"/>
                  </a:lnTo>
                  <a:lnTo>
                    <a:pt x="47434" y="35130"/>
                  </a:lnTo>
                  <a:lnTo>
                    <a:pt x="48241" y="35720"/>
                  </a:lnTo>
                  <a:lnTo>
                    <a:pt x="49018" y="36342"/>
                  </a:lnTo>
                  <a:lnTo>
                    <a:pt x="49765" y="36996"/>
                  </a:lnTo>
                  <a:lnTo>
                    <a:pt x="50482" y="37683"/>
                  </a:lnTo>
                  <a:lnTo>
                    <a:pt x="51168" y="38387"/>
                  </a:lnTo>
                  <a:lnTo>
                    <a:pt x="51823" y="39119"/>
                  </a:lnTo>
                  <a:lnTo>
                    <a:pt x="52445" y="39878"/>
                  </a:lnTo>
                  <a:lnTo>
                    <a:pt x="53035" y="40664"/>
                  </a:lnTo>
                  <a:lnTo>
                    <a:pt x="53593" y="41478"/>
                  </a:lnTo>
                  <a:lnTo>
                    <a:pt x="54118" y="42319"/>
                  </a:lnTo>
                  <a:lnTo>
                    <a:pt x="54612" y="43188"/>
                  </a:lnTo>
                  <a:lnTo>
                    <a:pt x="55073" y="44084"/>
                  </a:lnTo>
                  <a:lnTo>
                    <a:pt x="55502" y="45007"/>
                  </a:lnTo>
                  <a:lnTo>
                    <a:pt x="55899" y="45958"/>
                  </a:lnTo>
                  <a:lnTo>
                    <a:pt x="56261" y="46932"/>
                  </a:lnTo>
                  <a:lnTo>
                    <a:pt x="56585" y="47925"/>
                  </a:lnTo>
                  <a:lnTo>
                    <a:pt x="56871" y="48937"/>
                  </a:lnTo>
                  <a:lnTo>
                    <a:pt x="57119" y="49968"/>
                  </a:lnTo>
                  <a:lnTo>
                    <a:pt x="57328" y="51018"/>
                  </a:lnTo>
                  <a:lnTo>
                    <a:pt x="57500" y="52087"/>
                  </a:lnTo>
                  <a:lnTo>
                    <a:pt x="57633" y="53175"/>
                  </a:lnTo>
                  <a:lnTo>
                    <a:pt x="57728" y="54282"/>
                  </a:lnTo>
                  <a:lnTo>
                    <a:pt x="57785" y="55409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3564848" y="6627229"/>
              <a:ext cx="141089" cy="136921"/>
            </a:xfrm>
            <a:custGeom>
              <a:avLst/>
              <a:pathLst>
                <a:path w="141089" h="136921">
                  <a:moveTo>
                    <a:pt x="54173" y="11310"/>
                  </a:moveTo>
                  <a:lnTo>
                    <a:pt x="75009" y="11310"/>
                  </a:lnTo>
                  <a:lnTo>
                    <a:pt x="75009" y="0"/>
                  </a:lnTo>
                  <a:lnTo>
                    <a:pt x="86320" y="0"/>
                  </a:lnTo>
                  <a:lnTo>
                    <a:pt x="86320" y="11310"/>
                  </a:lnTo>
                  <a:lnTo>
                    <a:pt x="107156" y="11310"/>
                  </a:lnTo>
                  <a:lnTo>
                    <a:pt x="107156" y="0"/>
                  </a:lnTo>
                  <a:lnTo>
                    <a:pt x="118467" y="0"/>
                  </a:lnTo>
                  <a:lnTo>
                    <a:pt x="118467" y="11310"/>
                  </a:lnTo>
                  <a:lnTo>
                    <a:pt x="139303" y="11310"/>
                  </a:lnTo>
                  <a:lnTo>
                    <a:pt x="139303" y="22026"/>
                  </a:lnTo>
                  <a:lnTo>
                    <a:pt x="118467" y="22026"/>
                  </a:lnTo>
                  <a:lnTo>
                    <a:pt x="118467" y="33337"/>
                  </a:lnTo>
                  <a:lnTo>
                    <a:pt x="132159" y="33337"/>
                  </a:lnTo>
                  <a:lnTo>
                    <a:pt x="132159" y="82153"/>
                  </a:lnTo>
                  <a:lnTo>
                    <a:pt x="101798" y="82153"/>
                  </a:lnTo>
                  <a:lnTo>
                    <a:pt x="101673" y="83224"/>
                  </a:lnTo>
                  <a:lnTo>
                    <a:pt x="101536" y="84296"/>
                  </a:lnTo>
                  <a:lnTo>
                    <a:pt x="101387" y="85367"/>
                  </a:lnTo>
                  <a:lnTo>
                    <a:pt x="101226" y="86439"/>
                  </a:lnTo>
                  <a:lnTo>
                    <a:pt x="101054" y="87510"/>
                  </a:lnTo>
                  <a:lnTo>
                    <a:pt x="100869" y="88582"/>
                  </a:lnTo>
                  <a:lnTo>
                    <a:pt x="100673" y="89654"/>
                  </a:lnTo>
                  <a:lnTo>
                    <a:pt x="100464" y="90725"/>
                  </a:lnTo>
                  <a:lnTo>
                    <a:pt x="100244" y="91797"/>
                  </a:lnTo>
                  <a:lnTo>
                    <a:pt x="100012" y="92868"/>
                  </a:lnTo>
                  <a:lnTo>
                    <a:pt x="139303" y="92868"/>
                  </a:lnTo>
                  <a:lnTo>
                    <a:pt x="139303" y="103584"/>
                  </a:lnTo>
                  <a:lnTo>
                    <a:pt x="106560" y="103584"/>
                  </a:lnTo>
                  <a:lnTo>
                    <a:pt x="108727" y="106584"/>
                  </a:lnTo>
                  <a:lnTo>
                    <a:pt x="111180" y="109394"/>
                  </a:lnTo>
                  <a:lnTo>
                    <a:pt x="113919" y="112014"/>
                  </a:lnTo>
                  <a:lnTo>
                    <a:pt x="116943" y="114442"/>
                  </a:lnTo>
                  <a:lnTo>
                    <a:pt x="120253" y="116681"/>
                  </a:lnTo>
                  <a:lnTo>
                    <a:pt x="123848" y="118729"/>
                  </a:lnTo>
                  <a:lnTo>
                    <a:pt x="127730" y="120586"/>
                  </a:lnTo>
                  <a:lnTo>
                    <a:pt x="131897" y="122253"/>
                  </a:lnTo>
                  <a:lnTo>
                    <a:pt x="136350" y="123729"/>
                  </a:lnTo>
                  <a:lnTo>
                    <a:pt x="141089" y="125015"/>
                  </a:lnTo>
                  <a:lnTo>
                    <a:pt x="134540" y="136921"/>
                  </a:lnTo>
                  <a:lnTo>
                    <a:pt x="129224" y="135004"/>
                  </a:lnTo>
                  <a:lnTo>
                    <a:pt x="124229" y="132826"/>
                  </a:lnTo>
                  <a:lnTo>
                    <a:pt x="119556" y="130385"/>
                  </a:lnTo>
                  <a:lnTo>
                    <a:pt x="115204" y="127682"/>
                  </a:lnTo>
                  <a:lnTo>
                    <a:pt x="111174" y="124717"/>
                  </a:lnTo>
                  <a:lnTo>
                    <a:pt x="107465" y="121491"/>
                  </a:lnTo>
                  <a:lnTo>
                    <a:pt x="104078" y="118002"/>
                  </a:lnTo>
                  <a:lnTo>
                    <a:pt x="101012" y="114252"/>
                  </a:lnTo>
                  <a:lnTo>
                    <a:pt x="98268" y="110239"/>
                  </a:lnTo>
                  <a:lnTo>
                    <a:pt x="95845" y="105965"/>
                  </a:lnTo>
                  <a:lnTo>
                    <a:pt x="93606" y="110662"/>
                  </a:lnTo>
                  <a:lnTo>
                    <a:pt x="90939" y="114990"/>
                  </a:lnTo>
                  <a:lnTo>
                    <a:pt x="87844" y="118949"/>
                  </a:lnTo>
                  <a:lnTo>
                    <a:pt x="84320" y="122539"/>
                  </a:lnTo>
                  <a:lnTo>
                    <a:pt x="80367" y="125759"/>
                  </a:lnTo>
                  <a:lnTo>
                    <a:pt x="75985" y="128611"/>
                  </a:lnTo>
                  <a:lnTo>
                    <a:pt x="71175" y="131093"/>
                  </a:lnTo>
                  <a:lnTo>
                    <a:pt x="65936" y="133207"/>
                  </a:lnTo>
                  <a:lnTo>
                    <a:pt x="60269" y="134951"/>
                  </a:lnTo>
                  <a:lnTo>
                    <a:pt x="54173" y="136326"/>
                  </a:lnTo>
                  <a:lnTo>
                    <a:pt x="49410" y="126206"/>
                  </a:lnTo>
                  <a:lnTo>
                    <a:pt x="54798" y="124694"/>
                  </a:lnTo>
                  <a:lnTo>
                    <a:pt x="59769" y="123015"/>
                  </a:lnTo>
                  <a:lnTo>
                    <a:pt x="64323" y="121169"/>
                  </a:lnTo>
                  <a:lnTo>
                    <a:pt x="68460" y="119157"/>
                  </a:lnTo>
                  <a:lnTo>
                    <a:pt x="72181" y="116978"/>
                  </a:lnTo>
                  <a:lnTo>
                    <a:pt x="75485" y="114633"/>
                  </a:lnTo>
                  <a:lnTo>
                    <a:pt x="78372" y="112121"/>
                  </a:lnTo>
                  <a:lnTo>
                    <a:pt x="80843" y="109442"/>
                  </a:lnTo>
                  <a:lnTo>
                    <a:pt x="82897" y="106596"/>
                  </a:lnTo>
                  <a:lnTo>
                    <a:pt x="84534" y="103584"/>
                  </a:lnTo>
                  <a:lnTo>
                    <a:pt x="53578" y="103584"/>
                  </a:lnTo>
                  <a:lnTo>
                    <a:pt x="53578" y="92868"/>
                  </a:lnTo>
                  <a:lnTo>
                    <a:pt x="88106" y="92868"/>
                  </a:lnTo>
                  <a:lnTo>
                    <a:pt x="88451" y="91904"/>
                  </a:lnTo>
                  <a:lnTo>
                    <a:pt x="88773" y="90916"/>
                  </a:lnTo>
                  <a:lnTo>
                    <a:pt x="89070" y="89904"/>
                  </a:lnTo>
                  <a:lnTo>
                    <a:pt x="89344" y="88868"/>
                  </a:lnTo>
                  <a:lnTo>
                    <a:pt x="89594" y="87808"/>
                  </a:lnTo>
                  <a:lnTo>
                    <a:pt x="89820" y="86725"/>
                  </a:lnTo>
                  <a:lnTo>
                    <a:pt x="90023" y="85617"/>
                  </a:lnTo>
                  <a:lnTo>
                    <a:pt x="90201" y="84486"/>
                  </a:lnTo>
                  <a:lnTo>
                    <a:pt x="90356" y="83331"/>
                  </a:lnTo>
                  <a:lnTo>
                    <a:pt x="90487" y="82153"/>
                  </a:lnTo>
                  <a:lnTo>
                    <a:pt x="61317" y="82153"/>
                  </a:lnTo>
                  <a:lnTo>
                    <a:pt x="61317" y="33337"/>
                  </a:lnTo>
                  <a:lnTo>
                    <a:pt x="75009" y="33337"/>
                  </a:lnTo>
                  <a:lnTo>
                    <a:pt x="75009" y="22026"/>
                  </a:lnTo>
                  <a:lnTo>
                    <a:pt x="54173" y="22026"/>
                  </a:lnTo>
                  <a:close/>
                  <a:moveTo>
                    <a:pt x="86320" y="33337"/>
                  </a:moveTo>
                  <a:lnTo>
                    <a:pt x="107156" y="33337"/>
                  </a:lnTo>
                  <a:lnTo>
                    <a:pt x="107156" y="22026"/>
                  </a:lnTo>
                  <a:lnTo>
                    <a:pt x="86320" y="22026"/>
                  </a:lnTo>
                  <a:close/>
                  <a:moveTo>
                    <a:pt x="72628" y="52982"/>
                  </a:moveTo>
                  <a:lnTo>
                    <a:pt x="120848" y="52982"/>
                  </a:lnTo>
                  <a:lnTo>
                    <a:pt x="120848" y="43457"/>
                  </a:lnTo>
                  <a:lnTo>
                    <a:pt x="72628" y="43457"/>
                  </a:lnTo>
                  <a:close/>
                  <a:moveTo>
                    <a:pt x="72628" y="72032"/>
                  </a:moveTo>
                  <a:lnTo>
                    <a:pt x="120848" y="72032"/>
                  </a:lnTo>
                  <a:lnTo>
                    <a:pt x="120848" y="61912"/>
                  </a:lnTo>
                  <a:lnTo>
                    <a:pt x="72628" y="61912"/>
                  </a:lnTo>
                  <a:close/>
                  <a:moveTo>
                    <a:pt x="4762" y="27384"/>
                  </a:moveTo>
                  <a:lnTo>
                    <a:pt x="23812" y="27384"/>
                  </a:lnTo>
                  <a:lnTo>
                    <a:pt x="23812" y="0"/>
                  </a:lnTo>
                  <a:lnTo>
                    <a:pt x="35123" y="0"/>
                  </a:lnTo>
                  <a:lnTo>
                    <a:pt x="35123" y="27384"/>
                  </a:lnTo>
                  <a:lnTo>
                    <a:pt x="52982" y="27384"/>
                  </a:lnTo>
                  <a:lnTo>
                    <a:pt x="52982" y="38695"/>
                  </a:lnTo>
                  <a:lnTo>
                    <a:pt x="35123" y="38695"/>
                  </a:lnTo>
                  <a:lnTo>
                    <a:pt x="35123" y="45839"/>
                  </a:lnTo>
                  <a:lnTo>
                    <a:pt x="37355" y="48571"/>
                  </a:lnTo>
                  <a:lnTo>
                    <a:pt x="39528" y="51292"/>
                  </a:lnTo>
                  <a:lnTo>
                    <a:pt x="41642" y="54000"/>
                  </a:lnTo>
                  <a:lnTo>
                    <a:pt x="43695" y="56697"/>
                  </a:lnTo>
                  <a:lnTo>
                    <a:pt x="45690" y="59382"/>
                  </a:lnTo>
                  <a:lnTo>
                    <a:pt x="47625" y="62055"/>
                  </a:lnTo>
                  <a:lnTo>
                    <a:pt x="49500" y="64716"/>
                  </a:lnTo>
                  <a:lnTo>
                    <a:pt x="51315" y="67365"/>
                  </a:lnTo>
                  <a:lnTo>
                    <a:pt x="53072" y="70002"/>
                  </a:lnTo>
                  <a:lnTo>
                    <a:pt x="54768" y="72628"/>
                  </a:lnTo>
                  <a:lnTo>
                    <a:pt x="47029" y="83939"/>
                  </a:lnTo>
                  <a:lnTo>
                    <a:pt x="45839" y="81468"/>
                  </a:lnTo>
                  <a:lnTo>
                    <a:pt x="44648" y="79057"/>
                  </a:lnTo>
                  <a:lnTo>
                    <a:pt x="43457" y="76706"/>
                  </a:lnTo>
                  <a:lnTo>
                    <a:pt x="42267" y="74414"/>
                  </a:lnTo>
                  <a:lnTo>
                    <a:pt x="41076" y="72181"/>
                  </a:lnTo>
                  <a:lnTo>
                    <a:pt x="39885" y="70008"/>
                  </a:lnTo>
                  <a:lnTo>
                    <a:pt x="38695" y="67895"/>
                  </a:lnTo>
                  <a:lnTo>
                    <a:pt x="37504" y="65841"/>
                  </a:lnTo>
                  <a:lnTo>
                    <a:pt x="36314" y="63847"/>
                  </a:lnTo>
                  <a:lnTo>
                    <a:pt x="35123" y="61912"/>
                  </a:lnTo>
                  <a:lnTo>
                    <a:pt x="35123" y="136921"/>
                  </a:lnTo>
                  <a:lnTo>
                    <a:pt x="23812" y="136921"/>
                  </a:lnTo>
                  <a:lnTo>
                    <a:pt x="23812" y="72032"/>
                  </a:lnTo>
                  <a:lnTo>
                    <a:pt x="22478" y="75896"/>
                  </a:lnTo>
                  <a:lnTo>
                    <a:pt x="21097" y="79629"/>
                  </a:lnTo>
                  <a:lnTo>
                    <a:pt x="19669" y="83230"/>
                  </a:lnTo>
                  <a:lnTo>
                    <a:pt x="18192" y="86701"/>
                  </a:lnTo>
                  <a:lnTo>
                    <a:pt x="16668" y="90041"/>
                  </a:lnTo>
                  <a:lnTo>
                    <a:pt x="15097" y="93249"/>
                  </a:lnTo>
                  <a:lnTo>
                    <a:pt x="13477" y="96327"/>
                  </a:lnTo>
                  <a:lnTo>
                    <a:pt x="11811" y="99274"/>
                  </a:lnTo>
                  <a:lnTo>
                    <a:pt x="10096" y="102090"/>
                  </a:lnTo>
                  <a:lnTo>
                    <a:pt x="8334" y="104775"/>
                  </a:lnTo>
                  <a:lnTo>
                    <a:pt x="0" y="96440"/>
                  </a:lnTo>
                  <a:lnTo>
                    <a:pt x="3333" y="91255"/>
                  </a:lnTo>
                  <a:lnTo>
                    <a:pt x="6429" y="85939"/>
                  </a:lnTo>
                  <a:lnTo>
                    <a:pt x="9286" y="80492"/>
                  </a:lnTo>
                  <a:lnTo>
                    <a:pt x="11906" y="74914"/>
                  </a:lnTo>
                  <a:lnTo>
                    <a:pt x="14287" y="69205"/>
                  </a:lnTo>
                  <a:lnTo>
                    <a:pt x="16430" y="63365"/>
                  </a:lnTo>
                  <a:lnTo>
                    <a:pt x="18335" y="57394"/>
                  </a:lnTo>
                  <a:lnTo>
                    <a:pt x="20002" y="51292"/>
                  </a:lnTo>
                  <a:lnTo>
                    <a:pt x="21431" y="45059"/>
                  </a:lnTo>
                  <a:lnTo>
                    <a:pt x="22621" y="38695"/>
                  </a:lnTo>
                  <a:lnTo>
                    <a:pt x="4762" y="386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3719629" y="6629610"/>
              <a:ext cx="136326" cy="130373"/>
            </a:xfrm>
            <a:custGeom>
              <a:avLst/>
              <a:pathLst>
                <a:path w="136326" h="130373">
                  <a:moveTo>
                    <a:pt x="62507" y="80962"/>
                  </a:moveTo>
                  <a:lnTo>
                    <a:pt x="75009" y="80962"/>
                  </a:lnTo>
                  <a:lnTo>
                    <a:pt x="75009" y="94654"/>
                  </a:lnTo>
                  <a:lnTo>
                    <a:pt x="126206" y="94654"/>
                  </a:lnTo>
                  <a:lnTo>
                    <a:pt x="126206" y="105370"/>
                  </a:lnTo>
                  <a:lnTo>
                    <a:pt x="75009" y="105370"/>
                  </a:lnTo>
                  <a:lnTo>
                    <a:pt x="75009" y="119062"/>
                  </a:lnTo>
                  <a:lnTo>
                    <a:pt x="136326" y="119062"/>
                  </a:lnTo>
                  <a:lnTo>
                    <a:pt x="136326" y="130373"/>
                  </a:lnTo>
                  <a:lnTo>
                    <a:pt x="0" y="130373"/>
                  </a:lnTo>
                  <a:lnTo>
                    <a:pt x="0" y="119062"/>
                  </a:lnTo>
                  <a:lnTo>
                    <a:pt x="62507" y="119062"/>
                  </a:lnTo>
                  <a:lnTo>
                    <a:pt x="62507" y="105370"/>
                  </a:lnTo>
                  <a:lnTo>
                    <a:pt x="11310" y="105370"/>
                  </a:lnTo>
                  <a:lnTo>
                    <a:pt x="11310" y="94654"/>
                  </a:lnTo>
                  <a:lnTo>
                    <a:pt x="62507" y="94654"/>
                  </a:lnTo>
                  <a:close/>
                  <a:moveTo>
                    <a:pt x="6548" y="2976"/>
                  </a:moveTo>
                  <a:lnTo>
                    <a:pt x="76795" y="2976"/>
                  </a:lnTo>
                  <a:lnTo>
                    <a:pt x="76795" y="13692"/>
                  </a:lnTo>
                  <a:lnTo>
                    <a:pt x="62507" y="13692"/>
                  </a:lnTo>
                  <a:lnTo>
                    <a:pt x="62507" y="35123"/>
                  </a:lnTo>
                  <a:lnTo>
                    <a:pt x="80367" y="35123"/>
                  </a:lnTo>
                  <a:lnTo>
                    <a:pt x="80367" y="45839"/>
                  </a:lnTo>
                  <a:lnTo>
                    <a:pt x="62507" y="45839"/>
                  </a:lnTo>
                  <a:lnTo>
                    <a:pt x="62507" y="79771"/>
                  </a:lnTo>
                  <a:lnTo>
                    <a:pt x="51196" y="79771"/>
                  </a:lnTo>
                  <a:lnTo>
                    <a:pt x="51196" y="45839"/>
                  </a:lnTo>
                  <a:lnTo>
                    <a:pt x="32146" y="45839"/>
                  </a:lnTo>
                  <a:lnTo>
                    <a:pt x="31712" y="50053"/>
                  </a:lnTo>
                  <a:lnTo>
                    <a:pt x="30884" y="54125"/>
                  </a:lnTo>
                  <a:lnTo>
                    <a:pt x="29664" y="58054"/>
                  </a:lnTo>
                  <a:lnTo>
                    <a:pt x="28051" y="61841"/>
                  </a:lnTo>
                  <a:lnTo>
                    <a:pt x="26044" y="65484"/>
                  </a:lnTo>
                  <a:lnTo>
                    <a:pt x="23645" y="68984"/>
                  </a:lnTo>
                  <a:lnTo>
                    <a:pt x="20853" y="72342"/>
                  </a:lnTo>
                  <a:lnTo>
                    <a:pt x="17668" y="75557"/>
                  </a:lnTo>
                  <a:lnTo>
                    <a:pt x="14091" y="78628"/>
                  </a:lnTo>
                  <a:lnTo>
                    <a:pt x="10120" y="81557"/>
                  </a:lnTo>
                  <a:lnTo>
                    <a:pt x="3571" y="70842"/>
                  </a:lnTo>
                  <a:lnTo>
                    <a:pt x="6637" y="68663"/>
                  </a:lnTo>
                  <a:lnTo>
                    <a:pt x="9405" y="66413"/>
                  </a:lnTo>
                  <a:lnTo>
                    <a:pt x="11876" y="64091"/>
                  </a:lnTo>
                  <a:lnTo>
                    <a:pt x="14049" y="61698"/>
                  </a:lnTo>
                  <a:lnTo>
                    <a:pt x="15924" y="59233"/>
                  </a:lnTo>
                  <a:lnTo>
                    <a:pt x="17502" y="56697"/>
                  </a:lnTo>
                  <a:lnTo>
                    <a:pt x="18782" y="54090"/>
                  </a:lnTo>
                  <a:lnTo>
                    <a:pt x="19764" y="51411"/>
                  </a:lnTo>
                  <a:lnTo>
                    <a:pt x="20448" y="48660"/>
                  </a:lnTo>
                  <a:lnTo>
                    <a:pt x="20835" y="45839"/>
                  </a:lnTo>
                  <a:lnTo>
                    <a:pt x="1785" y="45839"/>
                  </a:lnTo>
                  <a:lnTo>
                    <a:pt x="1785" y="35123"/>
                  </a:lnTo>
                  <a:lnTo>
                    <a:pt x="20835" y="35123"/>
                  </a:lnTo>
                  <a:lnTo>
                    <a:pt x="20835" y="13692"/>
                  </a:lnTo>
                  <a:lnTo>
                    <a:pt x="6548" y="13692"/>
                  </a:lnTo>
                  <a:close/>
                  <a:moveTo>
                    <a:pt x="51196" y="35123"/>
                  </a:moveTo>
                  <a:lnTo>
                    <a:pt x="51196" y="13692"/>
                  </a:lnTo>
                  <a:lnTo>
                    <a:pt x="32146" y="13692"/>
                  </a:lnTo>
                  <a:lnTo>
                    <a:pt x="32146" y="35123"/>
                  </a:lnTo>
                  <a:close/>
                  <a:moveTo>
                    <a:pt x="115490" y="0"/>
                  </a:moveTo>
                  <a:lnTo>
                    <a:pt x="126801" y="0"/>
                  </a:lnTo>
                  <a:lnTo>
                    <a:pt x="126801" y="68460"/>
                  </a:lnTo>
                  <a:lnTo>
                    <a:pt x="126771" y="70193"/>
                  </a:lnTo>
                  <a:lnTo>
                    <a:pt x="126682" y="71818"/>
                  </a:lnTo>
                  <a:lnTo>
                    <a:pt x="126533" y="73336"/>
                  </a:lnTo>
                  <a:lnTo>
                    <a:pt x="126325" y="74747"/>
                  </a:lnTo>
                  <a:lnTo>
                    <a:pt x="126057" y="76051"/>
                  </a:lnTo>
                  <a:lnTo>
                    <a:pt x="125730" y="77247"/>
                  </a:lnTo>
                  <a:lnTo>
                    <a:pt x="125343" y="78337"/>
                  </a:lnTo>
                  <a:lnTo>
                    <a:pt x="124896" y="79319"/>
                  </a:lnTo>
                  <a:lnTo>
                    <a:pt x="124390" y="80194"/>
                  </a:lnTo>
                  <a:lnTo>
                    <a:pt x="123825" y="80962"/>
                  </a:lnTo>
                  <a:lnTo>
                    <a:pt x="123164" y="81641"/>
                  </a:lnTo>
                  <a:lnTo>
                    <a:pt x="122372" y="82248"/>
                  </a:lnTo>
                  <a:lnTo>
                    <a:pt x="121449" y="82784"/>
                  </a:lnTo>
                  <a:lnTo>
                    <a:pt x="120396" y="83248"/>
                  </a:lnTo>
                  <a:lnTo>
                    <a:pt x="119211" y="83641"/>
                  </a:lnTo>
                  <a:lnTo>
                    <a:pt x="117895" y="83962"/>
                  </a:lnTo>
                  <a:lnTo>
                    <a:pt x="116449" y="84212"/>
                  </a:lnTo>
                  <a:lnTo>
                    <a:pt x="114871" y="84391"/>
                  </a:lnTo>
                  <a:lnTo>
                    <a:pt x="113162" y="84498"/>
                  </a:lnTo>
                  <a:lnTo>
                    <a:pt x="111323" y="84534"/>
                  </a:lnTo>
                  <a:lnTo>
                    <a:pt x="109787" y="84516"/>
                  </a:lnTo>
                  <a:lnTo>
                    <a:pt x="108275" y="84462"/>
                  </a:lnTo>
                  <a:lnTo>
                    <a:pt x="106787" y="84373"/>
                  </a:lnTo>
                  <a:lnTo>
                    <a:pt x="105322" y="84248"/>
                  </a:lnTo>
                  <a:lnTo>
                    <a:pt x="103882" y="84087"/>
                  </a:lnTo>
                  <a:lnTo>
                    <a:pt x="102465" y="83891"/>
                  </a:lnTo>
                  <a:lnTo>
                    <a:pt x="101072" y="83659"/>
                  </a:lnTo>
                  <a:lnTo>
                    <a:pt x="99702" y="83391"/>
                  </a:lnTo>
                  <a:lnTo>
                    <a:pt x="98357" y="83087"/>
                  </a:lnTo>
                  <a:lnTo>
                    <a:pt x="97035" y="82748"/>
                  </a:lnTo>
                  <a:lnTo>
                    <a:pt x="94654" y="70246"/>
                  </a:lnTo>
                  <a:lnTo>
                    <a:pt x="96089" y="70699"/>
                  </a:lnTo>
                  <a:lnTo>
                    <a:pt x="97536" y="71104"/>
                  </a:lnTo>
                  <a:lnTo>
                    <a:pt x="98994" y="71461"/>
                  </a:lnTo>
                  <a:lnTo>
                    <a:pt x="100464" y="71770"/>
                  </a:lnTo>
                  <a:lnTo>
                    <a:pt x="101947" y="72032"/>
                  </a:lnTo>
                  <a:lnTo>
                    <a:pt x="103441" y="72247"/>
                  </a:lnTo>
                  <a:lnTo>
                    <a:pt x="104947" y="72413"/>
                  </a:lnTo>
                  <a:lnTo>
                    <a:pt x="106465" y="72532"/>
                  </a:lnTo>
                  <a:lnTo>
                    <a:pt x="107995" y="72604"/>
                  </a:lnTo>
                  <a:lnTo>
                    <a:pt x="109537" y="72628"/>
                  </a:lnTo>
                  <a:lnTo>
                    <a:pt x="110228" y="72613"/>
                  </a:lnTo>
                  <a:lnTo>
                    <a:pt x="110871" y="72568"/>
                  </a:lnTo>
                  <a:lnTo>
                    <a:pt x="111466" y="72494"/>
                  </a:lnTo>
                  <a:lnTo>
                    <a:pt x="112014" y="72390"/>
                  </a:lnTo>
                  <a:lnTo>
                    <a:pt x="112514" y="72256"/>
                  </a:lnTo>
                  <a:lnTo>
                    <a:pt x="112966" y="72092"/>
                  </a:lnTo>
                  <a:lnTo>
                    <a:pt x="113371" y="71898"/>
                  </a:lnTo>
                  <a:lnTo>
                    <a:pt x="113728" y="71675"/>
                  </a:lnTo>
                  <a:lnTo>
                    <a:pt x="114038" y="71422"/>
                  </a:lnTo>
                  <a:lnTo>
                    <a:pt x="114300" y="71139"/>
                  </a:lnTo>
                  <a:lnTo>
                    <a:pt x="114526" y="70815"/>
                  </a:lnTo>
                  <a:lnTo>
                    <a:pt x="114728" y="70437"/>
                  </a:lnTo>
                  <a:lnTo>
                    <a:pt x="114907" y="70005"/>
                  </a:lnTo>
                  <a:lnTo>
                    <a:pt x="115062" y="69520"/>
                  </a:lnTo>
                  <a:lnTo>
                    <a:pt x="115192" y="68981"/>
                  </a:lnTo>
                  <a:lnTo>
                    <a:pt x="115300" y="68389"/>
                  </a:lnTo>
                  <a:lnTo>
                    <a:pt x="115383" y="67743"/>
                  </a:lnTo>
                  <a:lnTo>
                    <a:pt x="115443" y="67044"/>
                  </a:lnTo>
                  <a:lnTo>
                    <a:pt x="115478" y="66291"/>
                  </a:lnTo>
                  <a:lnTo>
                    <a:pt x="115490" y="65484"/>
                  </a:lnTo>
                  <a:close/>
                  <a:moveTo>
                    <a:pt x="88106" y="8334"/>
                  </a:moveTo>
                  <a:lnTo>
                    <a:pt x="100012" y="8334"/>
                  </a:lnTo>
                  <a:lnTo>
                    <a:pt x="100012" y="63103"/>
                  </a:lnTo>
                  <a:lnTo>
                    <a:pt x="88106" y="631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3876196" y="6626633"/>
              <a:ext cx="127992" cy="138112"/>
            </a:xfrm>
            <a:custGeom>
              <a:avLst/>
              <a:pathLst>
                <a:path w="127992" h="138112">
                  <a:moveTo>
                    <a:pt x="29765" y="0"/>
                  </a:moveTo>
                  <a:lnTo>
                    <a:pt x="41076" y="2381"/>
                  </a:lnTo>
                  <a:lnTo>
                    <a:pt x="37504" y="10715"/>
                  </a:lnTo>
                  <a:lnTo>
                    <a:pt x="120253" y="10715"/>
                  </a:lnTo>
                  <a:lnTo>
                    <a:pt x="120253" y="21431"/>
                  </a:lnTo>
                  <a:lnTo>
                    <a:pt x="32146" y="21431"/>
                  </a:lnTo>
                  <a:lnTo>
                    <a:pt x="25598" y="30956"/>
                  </a:lnTo>
                  <a:lnTo>
                    <a:pt x="110132" y="30956"/>
                  </a:lnTo>
                  <a:lnTo>
                    <a:pt x="110132" y="76200"/>
                  </a:lnTo>
                  <a:lnTo>
                    <a:pt x="52982" y="76200"/>
                  </a:lnTo>
                  <a:lnTo>
                    <a:pt x="52375" y="77152"/>
                  </a:lnTo>
                  <a:lnTo>
                    <a:pt x="51744" y="78105"/>
                  </a:lnTo>
                  <a:lnTo>
                    <a:pt x="51089" y="79057"/>
                  </a:lnTo>
                  <a:lnTo>
                    <a:pt x="50411" y="80010"/>
                  </a:lnTo>
                  <a:lnTo>
                    <a:pt x="49708" y="80962"/>
                  </a:lnTo>
                  <a:lnTo>
                    <a:pt x="48982" y="81915"/>
                  </a:lnTo>
                  <a:lnTo>
                    <a:pt x="48232" y="82867"/>
                  </a:lnTo>
                  <a:lnTo>
                    <a:pt x="47458" y="83820"/>
                  </a:lnTo>
                  <a:lnTo>
                    <a:pt x="46660" y="84772"/>
                  </a:lnTo>
                  <a:lnTo>
                    <a:pt x="45839" y="85725"/>
                  </a:lnTo>
                  <a:lnTo>
                    <a:pt x="108942" y="85725"/>
                  </a:lnTo>
                  <a:lnTo>
                    <a:pt x="108942" y="96440"/>
                  </a:lnTo>
                  <a:lnTo>
                    <a:pt x="106840" y="98899"/>
                  </a:lnTo>
                  <a:lnTo>
                    <a:pt x="104584" y="101274"/>
                  </a:lnTo>
                  <a:lnTo>
                    <a:pt x="102173" y="103566"/>
                  </a:lnTo>
                  <a:lnTo>
                    <a:pt x="99607" y="105775"/>
                  </a:lnTo>
                  <a:lnTo>
                    <a:pt x="96887" y="107900"/>
                  </a:lnTo>
                  <a:lnTo>
                    <a:pt x="94011" y="109942"/>
                  </a:lnTo>
                  <a:lnTo>
                    <a:pt x="90981" y="111900"/>
                  </a:lnTo>
                  <a:lnTo>
                    <a:pt x="87796" y="113776"/>
                  </a:lnTo>
                  <a:lnTo>
                    <a:pt x="84456" y="115568"/>
                  </a:lnTo>
                  <a:lnTo>
                    <a:pt x="80962" y="117276"/>
                  </a:lnTo>
                  <a:lnTo>
                    <a:pt x="84861" y="118324"/>
                  </a:lnTo>
                  <a:lnTo>
                    <a:pt x="88939" y="119324"/>
                  </a:lnTo>
                  <a:lnTo>
                    <a:pt x="93196" y="120276"/>
                  </a:lnTo>
                  <a:lnTo>
                    <a:pt x="97631" y="121181"/>
                  </a:lnTo>
                  <a:lnTo>
                    <a:pt x="102244" y="122039"/>
                  </a:lnTo>
                  <a:lnTo>
                    <a:pt x="107037" y="122848"/>
                  </a:lnTo>
                  <a:lnTo>
                    <a:pt x="112008" y="123610"/>
                  </a:lnTo>
                  <a:lnTo>
                    <a:pt x="117157" y="124325"/>
                  </a:lnTo>
                  <a:lnTo>
                    <a:pt x="122485" y="124991"/>
                  </a:lnTo>
                  <a:lnTo>
                    <a:pt x="127992" y="125610"/>
                  </a:lnTo>
                  <a:lnTo>
                    <a:pt x="123229" y="138112"/>
                  </a:lnTo>
                  <a:lnTo>
                    <a:pt x="116431" y="137326"/>
                  </a:lnTo>
                  <a:lnTo>
                    <a:pt x="109847" y="136398"/>
                  </a:lnTo>
                  <a:lnTo>
                    <a:pt x="103477" y="135326"/>
                  </a:lnTo>
                  <a:lnTo>
                    <a:pt x="97321" y="134112"/>
                  </a:lnTo>
                  <a:lnTo>
                    <a:pt x="91380" y="132754"/>
                  </a:lnTo>
                  <a:lnTo>
                    <a:pt x="85653" y="131254"/>
                  </a:lnTo>
                  <a:lnTo>
                    <a:pt x="80140" y="129611"/>
                  </a:lnTo>
                  <a:lnTo>
                    <a:pt x="74842" y="127825"/>
                  </a:lnTo>
                  <a:lnTo>
                    <a:pt x="69758" y="125896"/>
                  </a:lnTo>
                  <a:lnTo>
                    <a:pt x="64889" y="123825"/>
                  </a:lnTo>
                  <a:lnTo>
                    <a:pt x="60269" y="125468"/>
                  </a:lnTo>
                  <a:lnTo>
                    <a:pt x="55459" y="127063"/>
                  </a:lnTo>
                  <a:lnTo>
                    <a:pt x="50458" y="128611"/>
                  </a:lnTo>
                  <a:lnTo>
                    <a:pt x="45267" y="130111"/>
                  </a:lnTo>
                  <a:lnTo>
                    <a:pt x="39885" y="131564"/>
                  </a:lnTo>
                  <a:lnTo>
                    <a:pt x="34313" y="132969"/>
                  </a:lnTo>
                  <a:lnTo>
                    <a:pt x="28551" y="134326"/>
                  </a:lnTo>
                  <a:lnTo>
                    <a:pt x="22598" y="135636"/>
                  </a:lnTo>
                  <a:lnTo>
                    <a:pt x="16454" y="136898"/>
                  </a:lnTo>
                  <a:lnTo>
                    <a:pt x="10120" y="138112"/>
                  </a:lnTo>
                  <a:lnTo>
                    <a:pt x="2381" y="126801"/>
                  </a:lnTo>
                  <a:lnTo>
                    <a:pt x="7905" y="125944"/>
                  </a:lnTo>
                  <a:lnTo>
                    <a:pt x="13287" y="125039"/>
                  </a:lnTo>
                  <a:lnTo>
                    <a:pt x="18526" y="124086"/>
                  </a:lnTo>
                  <a:lnTo>
                    <a:pt x="23622" y="123086"/>
                  </a:lnTo>
                  <a:lnTo>
                    <a:pt x="28575" y="122039"/>
                  </a:lnTo>
                  <a:lnTo>
                    <a:pt x="33385" y="120943"/>
                  </a:lnTo>
                  <a:lnTo>
                    <a:pt x="38052" y="119800"/>
                  </a:lnTo>
                  <a:lnTo>
                    <a:pt x="42576" y="118610"/>
                  </a:lnTo>
                  <a:lnTo>
                    <a:pt x="46958" y="117371"/>
                  </a:lnTo>
                  <a:lnTo>
                    <a:pt x="51196" y="116085"/>
                  </a:lnTo>
                  <a:lnTo>
                    <a:pt x="49077" y="114627"/>
                  </a:lnTo>
                  <a:lnTo>
                    <a:pt x="47005" y="113109"/>
                  </a:lnTo>
                  <a:lnTo>
                    <a:pt x="44981" y="111531"/>
                  </a:lnTo>
                  <a:lnTo>
                    <a:pt x="43005" y="109894"/>
                  </a:lnTo>
                  <a:lnTo>
                    <a:pt x="41076" y="108198"/>
                  </a:lnTo>
                  <a:lnTo>
                    <a:pt x="39195" y="106441"/>
                  </a:lnTo>
                  <a:lnTo>
                    <a:pt x="37361" y="104626"/>
                  </a:lnTo>
                  <a:lnTo>
                    <a:pt x="35575" y="102750"/>
                  </a:lnTo>
                  <a:lnTo>
                    <a:pt x="33837" y="100816"/>
                  </a:lnTo>
                  <a:lnTo>
                    <a:pt x="32146" y="98821"/>
                  </a:lnTo>
                  <a:lnTo>
                    <a:pt x="30235" y="100232"/>
                  </a:lnTo>
                  <a:lnTo>
                    <a:pt x="28313" y="101607"/>
                  </a:lnTo>
                  <a:lnTo>
                    <a:pt x="26378" y="102947"/>
                  </a:lnTo>
                  <a:lnTo>
                    <a:pt x="24431" y="104251"/>
                  </a:lnTo>
                  <a:lnTo>
                    <a:pt x="22473" y="105519"/>
                  </a:lnTo>
                  <a:lnTo>
                    <a:pt x="20502" y="106751"/>
                  </a:lnTo>
                  <a:lnTo>
                    <a:pt x="18520" y="107948"/>
                  </a:lnTo>
                  <a:lnTo>
                    <a:pt x="16525" y="109108"/>
                  </a:lnTo>
                  <a:lnTo>
                    <a:pt x="14519" y="110234"/>
                  </a:lnTo>
                  <a:lnTo>
                    <a:pt x="12501" y="111323"/>
                  </a:lnTo>
                  <a:lnTo>
                    <a:pt x="3571" y="100607"/>
                  </a:lnTo>
                  <a:lnTo>
                    <a:pt x="8221" y="98542"/>
                  </a:lnTo>
                  <a:lnTo>
                    <a:pt x="12644" y="96393"/>
                  </a:lnTo>
                  <a:lnTo>
                    <a:pt x="16841" y="94160"/>
                  </a:lnTo>
                  <a:lnTo>
                    <a:pt x="20812" y="91844"/>
                  </a:lnTo>
                  <a:lnTo>
                    <a:pt x="24556" y="89445"/>
                  </a:lnTo>
                  <a:lnTo>
                    <a:pt x="28074" y="86963"/>
                  </a:lnTo>
                  <a:lnTo>
                    <a:pt x="31367" y="84397"/>
                  </a:lnTo>
                  <a:lnTo>
                    <a:pt x="34432" y="81748"/>
                  </a:lnTo>
                  <a:lnTo>
                    <a:pt x="37272" y="79015"/>
                  </a:lnTo>
                  <a:lnTo>
                    <a:pt x="39885" y="76200"/>
                  </a:lnTo>
                  <a:lnTo>
                    <a:pt x="20240" y="76200"/>
                  </a:lnTo>
                  <a:lnTo>
                    <a:pt x="20240" y="37504"/>
                  </a:lnTo>
                  <a:lnTo>
                    <a:pt x="19157" y="38802"/>
                  </a:lnTo>
                  <a:lnTo>
                    <a:pt x="18049" y="40076"/>
                  </a:lnTo>
                  <a:lnTo>
                    <a:pt x="16918" y="41326"/>
                  </a:lnTo>
                  <a:lnTo>
                    <a:pt x="15763" y="42552"/>
                  </a:lnTo>
                  <a:lnTo>
                    <a:pt x="14585" y="43755"/>
                  </a:lnTo>
                  <a:lnTo>
                    <a:pt x="13382" y="44934"/>
                  </a:lnTo>
                  <a:lnTo>
                    <a:pt x="12156" y="46089"/>
                  </a:lnTo>
                  <a:lnTo>
                    <a:pt x="10906" y="47220"/>
                  </a:lnTo>
                  <a:lnTo>
                    <a:pt x="9632" y="48327"/>
                  </a:lnTo>
                  <a:lnTo>
                    <a:pt x="8334" y="49410"/>
                  </a:lnTo>
                  <a:lnTo>
                    <a:pt x="0" y="40481"/>
                  </a:lnTo>
                  <a:lnTo>
                    <a:pt x="3940" y="36968"/>
                  </a:lnTo>
                  <a:lnTo>
                    <a:pt x="7667" y="33337"/>
                  </a:lnTo>
                  <a:lnTo>
                    <a:pt x="11179" y="29587"/>
                  </a:lnTo>
                  <a:lnTo>
                    <a:pt x="14478" y="25717"/>
                  </a:lnTo>
                  <a:lnTo>
                    <a:pt x="17561" y="21728"/>
                  </a:lnTo>
                  <a:lnTo>
                    <a:pt x="20431" y="17621"/>
                  </a:lnTo>
                  <a:lnTo>
                    <a:pt x="23086" y="13394"/>
                  </a:lnTo>
                  <a:lnTo>
                    <a:pt x="25527" y="9048"/>
                  </a:lnTo>
                  <a:lnTo>
                    <a:pt x="27753" y="4583"/>
                  </a:lnTo>
                  <a:close/>
                  <a:moveTo>
                    <a:pt x="32146" y="48815"/>
                  </a:moveTo>
                  <a:lnTo>
                    <a:pt x="98821" y="48815"/>
                  </a:lnTo>
                  <a:lnTo>
                    <a:pt x="98821" y="41076"/>
                  </a:lnTo>
                  <a:lnTo>
                    <a:pt x="32146" y="41076"/>
                  </a:lnTo>
                  <a:close/>
                  <a:moveTo>
                    <a:pt x="32146" y="65484"/>
                  </a:moveTo>
                  <a:lnTo>
                    <a:pt x="98821" y="65484"/>
                  </a:lnTo>
                  <a:lnTo>
                    <a:pt x="98821" y="58340"/>
                  </a:lnTo>
                  <a:lnTo>
                    <a:pt x="32146" y="58340"/>
                  </a:lnTo>
                  <a:close/>
                  <a:moveTo>
                    <a:pt x="43457" y="96440"/>
                  </a:moveTo>
                  <a:lnTo>
                    <a:pt x="45392" y="98196"/>
                  </a:lnTo>
                  <a:lnTo>
                    <a:pt x="47386" y="99893"/>
                  </a:lnTo>
                  <a:lnTo>
                    <a:pt x="49440" y="101530"/>
                  </a:lnTo>
                  <a:lnTo>
                    <a:pt x="51554" y="103108"/>
                  </a:lnTo>
                  <a:lnTo>
                    <a:pt x="53726" y="104626"/>
                  </a:lnTo>
                  <a:lnTo>
                    <a:pt x="55959" y="106084"/>
                  </a:lnTo>
                  <a:lnTo>
                    <a:pt x="58251" y="107483"/>
                  </a:lnTo>
                  <a:lnTo>
                    <a:pt x="60602" y="108823"/>
                  </a:lnTo>
                  <a:lnTo>
                    <a:pt x="63013" y="110103"/>
                  </a:lnTo>
                  <a:lnTo>
                    <a:pt x="65484" y="111323"/>
                  </a:lnTo>
                  <a:lnTo>
                    <a:pt x="68639" y="110103"/>
                  </a:lnTo>
                  <a:lnTo>
                    <a:pt x="71675" y="108823"/>
                  </a:lnTo>
                  <a:lnTo>
                    <a:pt x="74592" y="107483"/>
                  </a:lnTo>
                  <a:lnTo>
                    <a:pt x="77390" y="106084"/>
                  </a:lnTo>
                  <a:lnTo>
                    <a:pt x="80069" y="104626"/>
                  </a:lnTo>
                  <a:lnTo>
                    <a:pt x="82629" y="103108"/>
                  </a:lnTo>
                  <a:lnTo>
                    <a:pt x="85070" y="101530"/>
                  </a:lnTo>
                  <a:lnTo>
                    <a:pt x="87391" y="99893"/>
                  </a:lnTo>
                  <a:lnTo>
                    <a:pt x="89594" y="98196"/>
                  </a:lnTo>
                  <a:lnTo>
                    <a:pt x="91678" y="9644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h89"/>
            <p:cNvSpPr/>
            <p:nvPr/>
          </p:nvSpPr>
          <p:spPr>
            <a:xfrm>
              <a:off x="4024429" y="6627229"/>
              <a:ext cx="138112" cy="136326"/>
            </a:xfrm>
            <a:custGeom>
              <a:avLst/>
              <a:pathLst>
                <a:path w="138112" h="136326">
                  <a:moveTo>
                    <a:pt x="45839" y="0"/>
                  </a:moveTo>
                  <a:lnTo>
                    <a:pt x="57150" y="0"/>
                  </a:lnTo>
                  <a:lnTo>
                    <a:pt x="57144" y="1303"/>
                  </a:lnTo>
                  <a:lnTo>
                    <a:pt x="57126" y="2595"/>
                  </a:lnTo>
                  <a:lnTo>
                    <a:pt x="57096" y="3875"/>
                  </a:lnTo>
                  <a:lnTo>
                    <a:pt x="57054" y="5143"/>
                  </a:lnTo>
                  <a:lnTo>
                    <a:pt x="57001" y="6399"/>
                  </a:lnTo>
                  <a:lnTo>
                    <a:pt x="56935" y="7643"/>
                  </a:lnTo>
                  <a:lnTo>
                    <a:pt x="56858" y="8876"/>
                  </a:lnTo>
                  <a:lnTo>
                    <a:pt x="56769" y="10096"/>
                  </a:lnTo>
                  <a:lnTo>
                    <a:pt x="56667" y="11304"/>
                  </a:lnTo>
                  <a:lnTo>
                    <a:pt x="56554" y="12501"/>
                  </a:lnTo>
                  <a:lnTo>
                    <a:pt x="104775" y="12501"/>
                  </a:lnTo>
                  <a:lnTo>
                    <a:pt x="104775" y="50006"/>
                  </a:lnTo>
                  <a:lnTo>
                    <a:pt x="104786" y="50583"/>
                  </a:lnTo>
                  <a:lnTo>
                    <a:pt x="104822" y="51125"/>
                  </a:lnTo>
                  <a:lnTo>
                    <a:pt x="104882" y="51631"/>
                  </a:lnTo>
                  <a:lnTo>
                    <a:pt x="104965" y="52101"/>
                  </a:lnTo>
                  <a:lnTo>
                    <a:pt x="105072" y="52536"/>
                  </a:lnTo>
                  <a:lnTo>
                    <a:pt x="105203" y="52935"/>
                  </a:lnTo>
                  <a:lnTo>
                    <a:pt x="105358" y="53298"/>
                  </a:lnTo>
                  <a:lnTo>
                    <a:pt x="105537" y="53625"/>
                  </a:lnTo>
                  <a:lnTo>
                    <a:pt x="105739" y="53917"/>
                  </a:lnTo>
                  <a:lnTo>
                    <a:pt x="105965" y="54173"/>
                  </a:lnTo>
                  <a:lnTo>
                    <a:pt x="106227" y="54399"/>
                  </a:lnTo>
                  <a:lnTo>
                    <a:pt x="106537" y="54602"/>
                  </a:lnTo>
                  <a:lnTo>
                    <a:pt x="106894" y="54780"/>
                  </a:lnTo>
                  <a:lnTo>
                    <a:pt x="107299" y="54935"/>
                  </a:lnTo>
                  <a:lnTo>
                    <a:pt x="107751" y="55066"/>
                  </a:lnTo>
                  <a:lnTo>
                    <a:pt x="108251" y="55173"/>
                  </a:lnTo>
                  <a:lnTo>
                    <a:pt x="108799" y="55256"/>
                  </a:lnTo>
                  <a:lnTo>
                    <a:pt x="109394" y="55316"/>
                  </a:lnTo>
                  <a:lnTo>
                    <a:pt x="110037" y="55352"/>
                  </a:lnTo>
                  <a:lnTo>
                    <a:pt x="110728" y="55364"/>
                  </a:lnTo>
                  <a:lnTo>
                    <a:pt x="112564" y="55340"/>
                  </a:lnTo>
                  <a:lnTo>
                    <a:pt x="114264" y="55268"/>
                  </a:lnTo>
                  <a:lnTo>
                    <a:pt x="115826" y="55149"/>
                  </a:lnTo>
                  <a:lnTo>
                    <a:pt x="117252" y="54983"/>
                  </a:lnTo>
                  <a:lnTo>
                    <a:pt x="118541" y="54768"/>
                  </a:lnTo>
                  <a:lnTo>
                    <a:pt x="119693" y="54506"/>
                  </a:lnTo>
                  <a:lnTo>
                    <a:pt x="120708" y="54197"/>
                  </a:lnTo>
                  <a:lnTo>
                    <a:pt x="121586" y="53840"/>
                  </a:lnTo>
                  <a:lnTo>
                    <a:pt x="122327" y="53435"/>
                  </a:lnTo>
                  <a:lnTo>
                    <a:pt x="122932" y="52982"/>
                  </a:lnTo>
                  <a:lnTo>
                    <a:pt x="123452" y="52429"/>
                  </a:lnTo>
                  <a:lnTo>
                    <a:pt x="123944" y="51720"/>
                  </a:lnTo>
                  <a:lnTo>
                    <a:pt x="124405" y="50857"/>
                  </a:lnTo>
                  <a:lnTo>
                    <a:pt x="124837" y="49839"/>
                  </a:lnTo>
                  <a:lnTo>
                    <a:pt x="125238" y="48666"/>
                  </a:lnTo>
                  <a:lnTo>
                    <a:pt x="125610" y="47339"/>
                  </a:lnTo>
                  <a:lnTo>
                    <a:pt x="125953" y="45856"/>
                  </a:lnTo>
                  <a:lnTo>
                    <a:pt x="126265" y="44219"/>
                  </a:lnTo>
                  <a:lnTo>
                    <a:pt x="126548" y="42427"/>
                  </a:lnTo>
                  <a:lnTo>
                    <a:pt x="126801" y="40481"/>
                  </a:lnTo>
                  <a:lnTo>
                    <a:pt x="138112" y="44053"/>
                  </a:lnTo>
                  <a:lnTo>
                    <a:pt x="137948" y="46699"/>
                  </a:lnTo>
                  <a:lnTo>
                    <a:pt x="137695" y="49160"/>
                  </a:lnTo>
                  <a:lnTo>
                    <a:pt x="137353" y="51437"/>
                  </a:lnTo>
                  <a:lnTo>
                    <a:pt x="136921" y="53530"/>
                  </a:lnTo>
                  <a:lnTo>
                    <a:pt x="136400" y="55438"/>
                  </a:lnTo>
                  <a:lnTo>
                    <a:pt x="135790" y="57161"/>
                  </a:lnTo>
                  <a:lnTo>
                    <a:pt x="135091" y="58700"/>
                  </a:lnTo>
                  <a:lnTo>
                    <a:pt x="134302" y="60055"/>
                  </a:lnTo>
                  <a:lnTo>
                    <a:pt x="133424" y="61224"/>
                  </a:lnTo>
                  <a:lnTo>
                    <a:pt x="132457" y="62210"/>
                  </a:lnTo>
                  <a:lnTo>
                    <a:pt x="131317" y="63058"/>
                  </a:lnTo>
                  <a:lnTo>
                    <a:pt x="129921" y="63817"/>
                  </a:lnTo>
                  <a:lnTo>
                    <a:pt x="128269" y="64487"/>
                  </a:lnTo>
                  <a:lnTo>
                    <a:pt x="126361" y="65067"/>
                  </a:lnTo>
                  <a:lnTo>
                    <a:pt x="124197" y="65558"/>
                  </a:lnTo>
                  <a:lnTo>
                    <a:pt x="121777" y="65960"/>
                  </a:lnTo>
                  <a:lnTo>
                    <a:pt x="119101" y="66273"/>
                  </a:lnTo>
                  <a:lnTo>
                    <a:pt x="116169" y="66496"/>
                  </a:lnTo>
                  <a:lnTo>
                    <a:pt x="112981" y="66630"/>
                  </a:lnTo>
                  <a:lnTo>
                    <a:pt x="109537" y="66675"/>
                  </a:lnTo>
                  <a:lnTo>
                    <a:pt x="107361" y="66648"/>
                  </a:lnTo>
                  <a:lnTo>
                    <a:pt x="105358" y="66567"/>
                  </a:lnTo>
                  <a:lnTo>
                    <a:pt x="103527" y="66433"/>
                  </a:lnTo>
                  <a:lnTo>
                    <a:pt x="101869" y="66246"/>
                  </a:lnTo>
                  <a:lnTo>
                    <a:pt x="100384" y="66005"/>
                  </a:lnTo>
                  <a:lnTo>
                    <a:pt x="99071" y="65710"/>
                  </a:lnTo>
                  <a:lnTo>
                    <a:pt x="97931" y="65362"/>
                  </a:lnTo>
                  <a:lnTo>
                    <a:pt x="96964" y="64960"/>
                  </a:lnTo>
                  <a:lnTo>
                    <a:pt x="96169" y="64505"/>
                  </a:lnTo>
                  <a:lnTo>
                    <a:pt x="95547" y="63996"/>
                  </a:lnTo>
                  <a:lnTo>
                    <a:pt x="95038" y="63403"/>
                  </a:lnTo>
                  <a:lnTo>
                    <a:pt x="94583" y="62698"/>
                  </a:lnTo>
                  <a:lnTo>
                    <a:pt x="94181" y="61879"/>
                  </a:lnTo>
                  <a:lnTo>
                    <a:pt x="93833" y="60948"/>
                  </a:lnTo>
                  <a:lnTo>
                    <a:pt x="93538" y="59903"/>
                  </a:lnTo>
                  <a:lnTo>
                    <a:pt x="93297" y="58745"/>
                  </a:lnTo>
                  <a:lnTo>
                    <a:pt x="93109" y="57474"/>
                  </a:lnTo>
                  <a:lnTo>
                    <a:pt x="92975" y="56090"/>
                  </a:lnTo>
                  <a:lnTo>
                    <a:pt x="92895" y="54593"/>
                  </a:lnTo>
                  <a:lnTo>
                    <a:pt x="92868" y="52982"/>
                  </a:lnTo>
                  <a:lnTo>
                    <a:pt x="92868" y="23812"/>
                  </a:lnTo>
                  <a:lnTo>
                    <a:pt x="55364" y="23812"/>
                  </a:lnTo>
                  <a:lnTo>
                    <a:pt x="54688" y="27205"/>
                  </a:lnTo>
                  <a:lnTo>
                    <a:pt x="53851" y="30480"/>
                  </a:lnTo>
                  <a:lnTo>
                    <a:pt x="52854" y="33635"/>
                  </a:lnTo>
                  <a:lnTo>
                    <a:pt x="51696" y="36671"/>
                  </a:lnTo>
                  <a:lnTo>
                    <a:pt x="50378" y="39588"/>
                  </a:lnTo>
                  <a:lnTo>
                    <a:pt x="48898" y="42386"/>
                  </a:lnTo>
                  <a:lnTo>
                    <a:pt x="47258" y="45065"/>
                  </a:lnTo>
                  <a:lnTo>
                    <a:pt x="45458" y="47625"/>
                  </a:lnTo>
                  <a:lnTo>
                    <a:pt x="43496" y="50065"/>
                  </a:lnTo>
                  <a:lnTo>
                    <a:pt x="41374" y="52387"/>
                  </a:lnTo>
                  <a:lnTo>
                    <a:pt x="39049" y="54613"/>
                  </a:lnTo>
                  <a:lnTo>
                    <a:pt x="36480" y="56769"/>
                  </a:lnTo>
                  <a:lnTo>
                    <a:pt x="33667" y="58852"/>
                  </a:lnTo>
                  <a:lnTo>
                    <a:pt x="30610" y="60864"/>
                  </a:lnTo>
                  <a:lnTo>
                    <a:pt x="27309" y="62805"/>
                  </a:lnTo>
                  <a:lnTo>
                    <a:pt x="23764" y="64674"/>
                  </a:lnTo>
                  <a:lnTo>
                    <a:pt x="19975" y="66472"/>
                  </a:lnTo>
                  <a:lnTo>
                    <a:pt x="15942" y="68199"/>
                  </a:lnTo>
                  <a:lnTo>
                    <a:pt x="11665" y="69853"/>
                  </a:lnTo>
                  <a:lnTo>
                    <a:pt x="7143" y="71437"/>
                  </a:lnTo>
                  <a:lnTo>
                    <a:pt x="0" y="61912"/>
                  </a:lnTo>
                  <a:lnTo>
                    <a:pt x="4057" y="60576"/>
                  </a:lnTo>
                  <a:lnTo>
                    <a:pt x="7893" y="59185"/>
                  </a:lnTo>
                  <a:lnTo>
                    <a:pt x="11510" y="57742"/>
                  </a:lnTo>
                  <a:lnTo>
                    <a:pt x="14906" y="56245"/>
                  </a:lnTo>
                  <a:lnTo>
                    <a:pt x="18082" y="54694"/>
                  </a:lnTo>
                  <a:lnTo>
                    <a:pt x="21038" y="53089"/>
                  </a:lnTo>
                  <a:lnTo>
                    <a:pt x="23773" y="51432"/>
                  </a:lnTo>
                  <a:lnTo>
                    <a:pt x="26289" y="49720"/>
                  </a:lnTo>
                  <a:lnTo>
                    <a:pt x="28583" y="47955"/>
                  </a:lnTo>
                  <a:lnTo>
                    <a:pt x="30658" y="46136"/>
                  </a:lnTo>
                  <a:lnTo>
                    <a:pt x="32554" y="44252"/>
                  </a:lnTo>
                  <a:lnTo>
                    <a:pt x="34313" y="42291"/>
                  </a:lnTo>
                  <a:lnTo>
                    <a:pt x="35936" y="40252"/>
                  </a:lnTo>
                  <a:lnTo>
                    <a:pt x="37421" y="38135"/>
                  </a:lnTo>
                  <a:lnTo>
                    <a:pt x="38769" y="35941"/>
                  </a:lnTo>
                  <a:lnTo>
                    <a:pt x="39981" y="33670"/>
                  </a:lnTo>
                  <a:lnTo>
                    <a:pt x="41055" y="31322"/>
                  </a:lnTo>
                  <a:lnTo>
                    <a:pt x="41993" y="28896"/>
                  </a:lnTo>
                  <a:lnTo>
                    <a:pt x="42794" y="26393"/>
                  </a:lnTo>
                  <a:lnTo>
                    <a:pt x="43457" y="23812"/>
                  </a:lnTo>
                  <a:lnTo>
                    <a:pt x="10715" y="23812"/>
                  </a:lnTo>
                  <a:lnTo>
                    <a:pt x="10715" y="12501"/>
                  </a:lnTo>
                  <a:lnTo>
                    <a:pt x="45243" y="12501"/>
                  </a:lnTo>
                  <a:lnTo>
                    <a:pt x="45356" y="11304"/>
                  </a:lnTo>
                  <a:lnTo>
                    <a:pt x="45458" y="10096"/>
                  </a:lnTo>
                  <a:lnTo>
                    <a:pt x="45547" y="8876"/>
                  </a:lnTo>
                  <a:lnTo>
                    <a:pt x="45624" y="7643"/>
                  </a:lnTo>
                  <a:lnTo>
                    <a:pt x="45690" y="6399"/>
                  </a:lnTo>
                  <a:lnTo>
                    <a:pt x="45743" y="5143"/>
                  </a:lnTo>
                  <a:lnTo>
                    <a:pt x="45785" y="3875"/>
                  </a:lnTo>
                  <a:lnTo>
                    <a:pt x="45815" y="2595"/>
                  </a:lnTo>
                  <a:lnTo>
                    <a:pt x="45833" y="1303"/>
                  </a:lnTo>
                  <a:close/>
                  <a:moveTo>
                    <a:pt x="2381" y="76795"/>
                  </a:moveTo>
                  <a:lnTo>
                    <a:pt x="63698" y="76795"/>
                  </a:lnTo>
                  <a:lnTo>
                    <a:pt x="63698" y="67270"/>
                  </a:lnTo>
                  <a:lnTo>
                    <a:pt x="75604" y="67270"/>
                  </a:lnTo>
                  <a:lnTo>
                    <a:pt x="75604" y="76795"/>
                  </a:lnTo>
                  <a:lnTo>
                    <a:pt x="133945" y="76795"/>
                  </a:lnTo>
                  <a:lnTo>
                    <a:pt x="133945" y="88106"/>
                  </a:lnTo>
                  <a:lnTo>
                    <a:pt x="75604" y="88106"/>
                  </a:lnTo>
                  <a:lnTo>
                    <a:pt x="75604" y="120253"/>
                  </a:lnTo>
                  <a:lnTo>
                    <a:pt x="75571" y="121985"/>
                  </a:lnTo>
                  <a:lnTo>
                    <a:pt x="75473" y="123610"/>
                  </a:lnTo>
                  <a:lnTo>
                    <a:pt x="75310" y="125128"/>
                  </a:lnTo>
                  <a:lnTo>
                    <a:pt x="75080" y="126539"/>
                  </a:lnTo>
                  <a:lnTo>
                    <a:pt x="74786" y="127843"/>
                  </a:lnTo>
                  <a:lnTo>
                    <a:pt x="74425" y="129039"/>
                  </a:lnTo>
                  <a:lnTo>
                    <a:pt x="74000" y="130129"/>
                  </a:lnTo>
                  <a:lnTo>
                    <a:pt x="73509" y="131111"/>
                  </a:lnTo>
                  <a:lnTo>
                    <a:pt x="72952" y="131986"/>
                  </a:lnTo>
                  <a:lnTo>
                    <a:pt x="72330" y="132754"/>
                  </a:lnTo>
                  <a:lnTo>
                    <a:pt x="71613" y="133433"/>
                  </a:lnTo>
                  <a:lnTo>
                    <a:pt x="70770" y="134040"/>
                  </a:lnTo>
                  <a:lnTo>
                    <a:pt x="69803" y="134576"/>
                  </a:lnTo>
                  <a:lnTo>
                    <a:pt x="68710" y="135040"/>
                  </a:lnTo>
                  <a:lnTo>
                    <a:pt x="67493" y="135433"/>
                  </a:lnTo>
                  <a:lnTo>
                    <a:pt x="66151" y="135755"/>
                  </a:lnTo>
                  <a:lnTo>
                    <a:pt x="64683" y="136005"/>
                  </a:lnTo>
                  <a:lnTo>
                    <a:pt x="63091" y="136183"/>
                  </a:lnTo>
                  <a:lnTo>
                    <a:pt x="61373" y="136290"/>
                  </a:lnTo>
                  <a:lnTo>
                    <a:pt x="59531" y="136326"/>
                  </a:lnTo>
                  <a:lnTo>
                    <a:pt x="58465" y="136320"/>
                  </a:lnTo>
                  <a:lnTo>
                    <a:pt x="57411" y="136302"/>
                  </a:lnTo>
                  <a:lnTo>
                    <a:pt x="56370" y="136272"/>
                  </a:lnTo>
                  <a:lnTo>
                    <a:pt x="55340" y="136231"/>
                  </a:lnTo>
                  <a:lnTo>
                    <a:pt x="54322" y="136177"/>
                  </a:lnTo>
                  <a:lnTo>
                    <a:pt x="53316" y="136112"/>
                  </a:lnTo>
                  <a:lnTo>
                    <a:pt x="52322" y="136034"/>
                  </a:lnTo>
                  <a:lnTo>
                    <a:pt x="51339" y="135945"/>
                  </a:lnTo>
                  <a:lnTo>
                    <a:pt x="50369" y="135844"/>
                  </a:lnTo>
                  <a:lnTo>
                    <a:pt x="49410" y="135731"/>
                  </a:lnTo>
                  <a:lnTo>
                    <a:pt x="47029" y="123825"/>
                  </a:lnTo>
                  <a:lnTo>
                    <a:pt x="48101" y="123938"/>
                  </a:lnTo>
                  <a:lnTo>
                    <a:pt x="49172" y="124039"/>
                  </a:lnTo>
                  <a:lnTo>
                    <a:pt x="50244" y="124128"/>
                  </a:lnTo>
                  <a:lnTo>
                    <a:pt x="51315" y="124206"/>
                  </a:lnTo>
                  <a:lnTo>
                    <a:pt x="52387" y="124271"/>
                  </a:lnTo>
                  <a:lnTo>
                    <a:pt x="53459" y="124325"/>
                  </a:lnTo>
                  <a:lnTo>
                    <a:pt x="54530" y="124366"/>
                  </a:lnTo>
                  <a:lnTo>
                    <a:pt x="55602" y="124396"/>
                  </a:lnTo>
                  <a:lnTo>
                    <a:pt x="56673" y="124414"/>
                  </a:lnTo>
                  <a:lnTo>
                    <a:pt x="57745" y="124420"/>
                  </a:lnTo>
                  <a:lnTo>
                    <a:pt x="58325" y="124408"/>
                  </a:lnTo>
                  <a:lnTo>
                    <a:pt x="58876" y="124372"/>
                  </a:lnTo>
                  <a:lnTo>
                    <a:pt x="59397" y="124313"/>
                  </a:lnTo>
                  <a:lnTo>
                    <a:pt x="59888" y="124229"/>
                  </a:lnTo>
                  <a:lnTo>
                    <a:pt x="60349" y="124122"/>
                  </a:lnTo>
                  <a:lnTo>
                    <a:pt x="60781" y="123991"/>
                  </a:lnTo>
                  <a:lnTo>
                    <a:pt x="61183" y="123836"/>
                  </a:lnTo>
                  <a:lnTo>
                    <a:pt x="61555" y="123658"/>
                  </a:lnTo>
                  <a:lnTo>
                    <a:pt x="61897" y="123455"/>
                  </a:lnTo>
                  <a:lnTo>
                    <a:pt x="62210" y="123229"/>
                  </a:lnTo>
                  <a:lnTo>
                    <a:pt x="62492" y="122955"/>
                  </a:lnTo>
                  <a:lnTo>
                    <a:pt x="62745" y="122610"/>
                  </a:lnTo>
                  <a:lnTo>
                    <a:pt x="62969" y="122193"/>
                  </a:lnTo>
                  <a:lnTo>
                    <a:pt x="63162" y="121705"/>
                  </a:lnTo>
                  <a:lnTo>
                    <a:pt x="63326" y="121146"/>
                  </a:lnTo>
                  <a:lnTo>
                    <a:pt x="63460" y="120515"/>
                  </a:lnTo>
                  <a:lnTo>
                    <a:pt x="63564" y="119812"/>
                  </a:lnTo>
                  <a:lnTo>
                    <a:pt x="63638" y="119038"/>
                  </a:lnTo>
                  <a:lnTo>
                    <a:pt x="63683" y="118193"/>
                  </a:lnTo>
                  <a:lnTo>
                    <a:pt x="63698" y="117276"/>
                  </a:lnTo>
                  <a:lnTo>
                    <a:pt x="63698" y="88106"/>
                  </a:lnTo>
                  <a:lnTo>
                    <a:pt x="2381" y="88106"/>
                  </a:lnTo>
                  <a:close/>
                  <a:moveTo>
                    <a:pt x="35123" y="94059"/>
                  </a:moveTo>
                  <a:lnTo>
                    <a:pt x="45839" y="100012"/>
                  </a:lnTo>
                  <a:lnTo>
                    <a:pt x="42731" y="103852"/>
                  </a:lnTo>
                  <a:lnTo>
                    <a:pt x="39600" y="107513"/>
                  </a:lnTo>
                  <a:lnTo>
                    <a:pt x="36445" y="110996"/>
                  </a:lnTo>
                  <a:lnTo>
                    <a:pt x="33266" y="114300"/>
                  </a:lnTo>
                  <a:lnTo>
                    <a:pt x="30063" y="117425"/>
                  </a:lnTo>
                  <a:lnTo>
                    <a:pt x="26836" y="120372"/>
                  </a:lnTo>
                  <a:lnTo>
                    <a:pt x="23586" y="123140"/>
                  </a:lnTo>
                  <a:lnTo>
                    <a:pt x="20312" y="125730"/>
                  </a:lnTo>
                  <a:lnTo>
                    <a:pt x="17014" y="128141"/>
                  </a:lnTo>
                  <a:lnTo>
                    <a:pt x="13692" y="130373"/>
                  </a:lnTo>
                  <a:lnTo>
                    <a:pt x="4167" y="122039"/>
                  </a:lnTo>
                  <a:lnTo>
                    <a:pt x="7905" y="119401"/>
                  </a:lnTo>
                  <a:lnTo>
                    <a:pt x="11501" y="116728"/>
                  </a:lnTo>
                  <a:lnTo>
                    <a:pt x="14954" y="114020"/>
                  </a:lnTo>
                  <a:lnTo>
                    <a:pt x="18264" y="111275"/>
                  </a:lnTo>
                  <a:lnTo>
                    <a:pt x="21431" y="108495"/>
                  </a:lnTo>
                  <a:lnTo>
                    <a:pt x="24455" y="105679"/>
                  </a:lnTo>
                  <a:lnTo>
                    <a:pt x="27336" y="102828"/>
                  </a:lnTo>
                  <a:lnTo>
                    <a:pt x="30075" y="99941"/>
                  </a:lnTo>
                  <a:lnTo>
                    <a:pt x="32670" y="97018"/>
                  </a:lnTo>
                  <a:close/>
                  <a:moveTo>
                    <a:pt x="98226" y="95250"/>
                  </a:moveTo>
                  <a:lnTo>
                    <a:pt x="101673" y="97428"/>
                  </a:lnTo>
                  <a:lnTo>
                    <a:pt x="105108" y="99679"/>
                  </a:lnTo>
                  <a:lnTo>
                    <a:pt x="108531" y="102000"/>
                  </a:lnTo>
                  <a:lnTo>
                    <a:pt x="111942" y="104394"/>
                  </a:lnTo>
                  <a:lnTo>
                    <a:pt x="115341" y="106858"/>
                  </a:lnTo>
                  <a:lnTo>
                    <a:pt x="118729" y="109394"/>
                  </a:lnTo>
                  <a:lnTo>
                    <a:pt x="122104" y="112002"/>
                  </a:lnTo>
                  <a:lnTo>
                    <a:pt x="125468" y="114681"/>
                  </a:lnTo>
                  <a:lnTo>
                    <a:pt x="128819" y="117431"/>
                  </a:lnTo>
                  <a:lnTo>
                    <a:pt x="132159" y="120253"/>
                  </a:lnTo>
                  <a:lnTo>
                    <a:pt x="122634" y="129778"/>
                  </a:lnTo>
                  <a:lnTo>
                    <a:pt x="119610" y="126926"/>
                  </a:lnTo>
                  <a:lnTo>
                    <a:pt x="116490" y="124086"/>
                  </a:lnTo>
                  <a:lnTo>
                    <a:pt x="113276" y="121259"/>
                  </a:lnTo>
                  <a:lnTo>
                    <a:pt x="109966" y="118443"/>
                  </a:lnTo>
                  <a:lnTo>
                    <a:pt x="106560" y="115639"/>
                  </a:lnTo>
                  <a:lnTo>
                    <a:pt x="103060" y="112847"/>
                  </a:lnTo>
                  <a:lnTo>
                    <a:pt x="99464" y="110067"/>
                  </a:lnTo>
                  <a:lnTo>
                    <a:pt x="95773" y="107299"/>
                  </a:lnTo>
                  <a:lnTo>
                    <a:pt x="91987" y="104542"/>
                  </a:lnTo>
                  <a:lnTo>
                    <a:pt x="88106" y="1017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h90"/>
            <p:cNvSpPr/>
            <p:nvPr/>
          </p:nvSpPr>
          <p:spPr>
            <a:xfrm>
              <a:off x="4175043" y="6626633"/>
              <a:ext cx="139303" cy="138112"/>
            </a:xfrm>
            <a:custGeom>
              <a:avLst/>
              <a:pathLst>
                <a:path w="139303" h="138112">
                  <a:moveTo>
                    <a:pt x="76200" y="0"/>
                  </a:moveTo>
                  <a:lnTo>
                    <a:pt x="76902" y="1089"/>
                  </a:lnTo>
                  <a:lnTo>
                    <a:pt x="77581" y="2214"/>
                  </a:lnTo>
                  <a:lnTo>
                    <a:pt x="78235" y="3375"/>
                  </a:lnTo>
                  <a:lnTo>
                    <a:pt x="78867" y="4572"/>
                  </a:lnTo>
                  <a:lnTo>
                    <a:pt x="79474" y="5804"/>
                  </a:lnTo>
                  <a:lnTo>
                    <a:pt x="80057" y="7072"/>
                  </a:lnTo>
                  <a:lnTo>
                    <a:pt x="80617" y="8376"/>
                  </a:lnTo>
                  <a:lnTo>
                    <a:pt x="81153" y="9715"/>
                  </a:lnTo>
                  <a:lnTo>
                    <a:pt x="81664" y="11090"/>
                  </a:lnTo>
                  <a:lnTo>
                    <a:pt x="82153" y="12501"/>
                  </a:lnTo>
                  <a:lnTo>
                    <a:pt x="135135" y="12501"/>
                  </a:lnTo>
                  <a:lnTo>
                    <a:pt x="135135" y="23217"/>
                  </a:lnTo>
                  <a:lnTo>
                    <a:pt x="26789" y="23217"/>
                  </a:lnTo>
                  <a:lnTo>
                    <a:pt x="26789" y="69651"/>
                  </a:lnTo>
                  <a:lnTo>
                    <a:pt x="26634" y="77188"/>
                  </a:lnTo>
                  <a:lnTo>
                    <a:pt x="26169" y="84558"/>
                  </a:lnTo>
                  <a:lnTo>
                    <a:pt x="25396" y="91761"/>
                  </a:lnTo>
                  <a:lnTo>
                    <a:pt x="24312" y="98798"/>
                  </a:lnTo>
                  <a:lnTo>
                    <a:pt x="22919" y="105667"/>
                  </a:lnTo>
                  <a:lnTo>
                    <a:pt x="21216" y="112371"/>
                  </a:lnTo>
                  <a:lnTo>
                    <a:pt x="19204" y="118907"/>
                  </a:lnTo>
                  <a:lnTo>
                    <a:pt x="16883" y="125277"/>
                  </a:lnTo>
                  <a:lnTo>
                    <a:pt x="14251" y="131480"/>
                  </a:lnTo>
                  <a:lnTo>
                    <a:pt x="11310" y="137517"/>
                  </a:lnTo>
                  <a:lnTo>
                    <a:pt x="0" y="130373"/>
                  </a:lnTo>
                  <a:lnTo>
                    <a:pt x="1616" y="126953"/>
                  </a:lnTo>
                  <a:lnTo>
                    <a:pt x="3131" y="123598"/>
                  </a:lnTo>
                  <a:lnTo>
                    <a:pt x="4545" y="120309"/>
                  </a:lnTo>
                  <a:lnTo>
                    <a:pt x="5857" y="117086"/>
                  </a:lnTo>
                  <a:lnTo>
                    <a:pt x="7069" y="113927"/>
                  </a:lnTo>
                  <a:lnTo>
                    <a:pt x="8179" y="110835"/>
                  </a:lnTo>
                  <a:lnTo>
                    <a:pt x="9188" y="107808"/>
                  </a:lnTo>
                  <a:lnTo>
                    <a:pt x="10096" y="104846"/>
                  </a:lnTo>
                  <a:lnTo>
                    <a:pt x="10903" y="101950"/>
                  </a:lnTo>
                  <a:lnTo>
                    <a:pt x="11608" y="99119"/>
                  </a:lnTo>
                  <a:lnTo>
                    <a:pt x="12230" y="96265"/>
                  </a:lnTo>
                  <a:lnTo>
                    <a:pt x="12787" y="93297"/>
                  </a:lnTo>
                  <a:lnTo>
                    <a:pt x="13278" y="90216"/>
                  </a:lnTo>
                  <a:lnTo>
                    <a:pt x="13704" y="87022"/>
                  </a:lnTo>
                  <a:lnTo>
                    <a:pt x="14064" y="83715"/>
                  </a:lnTo>
                  <a:lnTo>
                    <a:pt x="14358" y="80295"/>
                  </a:lnTo>
                  <a:lnTo>
                    <a:pt x="14588" y="76762"/>
                  </a:lnTo>
                  <a:lnTo>
                    <a:pt x="14751" y="73116"/>
                  </a:lnTo>
                  <a:lnTo>
                    <a:pt x="14850" y="69356"/>
                  </a:lnTo>
                  <a:lnTo>
                    <a:pt x="14882" y="65484"/>
                  </a:lnTo>
                  <a:lnTo>
                    <a:pt x="14882" y="12501"/>
                  </a:lnTo>
                  <a:lnTo>
                    <a:pt x="69056" y="12501"/>
                  </a:lnTo>
                  <a:lnTo>
                    <a:pt x="68687" y="11555"/>
                  </a:lnTo>
                  <a:lnTo>
                    <a:pt x="68294" y="10620"/>
                  </a:lnTo>
                  <a:lnTo>
                    <a:pt x="67877" y="9697"/>
                  </a:lnTo>
                  <a:lnTo>
                    <a:pt x="67437" y="8786"/>
                  </a:lnTo>
                  <a:lnTo>
                    <a:pt x="66972" y="7887"/>
                  </a:lnTo>
                  <a:lnTo>
                    <a:pt x="66484" y="7000"/>
                  </a:lnTo>
                  <a:lnTo>
                    <a:pt x="65972" y="6125"/>
                  </a:lnTo>
                  <a:lnTo>
                    <a:pt x="65436" y="5262"/>
                  </a:lnTo>
                  <a:lnTo>
                    <a:pt x="64877" y="4411"/>
                  </a:lnTo>
                  <a:lnTo>
                    <a:pt x="64293" y="3571"/>
                  </a:lnTo>
                  <a:close/>
                  <a:moveTo>
                    <a:pt x="29765" y="38695"/>
                  </a:moveTo>
                  <a:lnTo>
                    <a:pt x="52387" y="38695"/>
                  </a:lnTo>
                  <a:lnTo>
                    <a:pt x="52387" y="27384"/>
                  </a:lnTo>
                  <a:lnTo>
                    <a:pt x="63698" y="27384"/>
                  </a:lnTo>
                  <a:lnTo>
                    <a:pt x="63698" y="38695"/>
                  </a:lnTo>
                  <a:lnTo>
                    <a:pt x="100012" y="38695"/>
                  </a:lnTo>
                  <a:lnTo>
                    <a:pt x="100012" y="27384"/>
                  </a:lnTo>
                  <a:lnTo>
                    <a:pt x="111323" y="27384"/>
                  </a:lnTo>
                  <a:lnTo>
                    <a:pt x="111323" y="38695"/>
                  </a:lnTo>
                  <a:lnTo>
                    <a:pt x="133945" y="38695"/>
                  </a:lnTo>
                  <a:lnTo>
                    <a:pt x="133945" y="48815"/>
                  </a:lnTo>
                  <a:lnTo>
                    <a:pt x="111323" y="48815"/>
                  </a:lnTo>
                  <a:lnTo>
                    <a:pt x="111323" y="72628"/>
                  </a:lnTo>
                  <a:lnTo>
                    <a:pt x="52387" y="72628"/>
                  </a:lnTo>
                  <a:lnTo>
                    <a:pt x="52387" y="48815"/>
                  </a:lnTo>
                  <a:lnTo>
                    <a:pt x="29765" y="48815"/>
                  </a:lnTo>
                  <a:close/>
                  <a:moveTo>
                    <a:pt x="100012" y="62507"/>
                  </a:moveTo>
                  <a:lnTo>
                    <a:pt x="100012" y="48815"/>
                  </a:lnTo>
                  <a:lnTo>
                    <a:pt x="63698" y="48815"/>
                  </a:lnTo>
                  <a:lnTo>
                    <a:pt x="63698" y="62507"/>
                  </a:lnTo>
                  <a:close/>
                  <a:moveTo>
                    <a:pt x="35718" y="82748"/>
                  </a:moveTo>
                  <a:lnTo>
                    <a:pt x="124420" y="82748"/>
                  </a:lnTo>
                  <a:lnTo>
                    <a:pt x="124420" y="91678"/>
                  </a:lnTo>
                  <a:lnTo>
                    <a:pt x="122306" y="94613"/>
                  </a:lnTo>
                  <a:lnTo>
                    <a:pt x="120015" y="97464"/>
                  </a:lnTo>
                  <a:lnTo>
                    <a:pt x="117544" y="100232"/>
                  </a:lnTo>
                  <a:lnTo>
                    <a:pt x="114895" y="102917"/>
                  </a:lnTo>
                  <a:lnTo>
                    <a:pt x="112067" y="105519"/>
                  </a:lnTo>
                  <a:lnTo>
                    <a:pt x="109061" y="108037"/>
                  </a:lnTo>
                  <a:lnTo>
                    <a:pt x="105876" y="110472"/>
                  </a:lnTo>
                  <a:lnTo>
                    <a:pt x="102512" y="112823"/>
                  </a:lnTo>
                  <a:lnTo>
                    <a:pt x="98970" y="115091"/>
                  </a:lnTo>
                  <a:lnTo>
                    <a:pt x="95250" y="117276"/>
                  </a:lnTo>
                  <a:lnTo>
                    <a:pt x="98583" y="118532"/>
                  </a:lnTo>
                  <a:lnTo>
                    <a:pt x="102155" y="119681"/>
                  </a:lnTo>
                  <a:lnTo>
                    <a:pt x="105965" y="120723"/>
                  </a:lnTo>
                  <a:lnTo>
                    <a:pt x="110013" y="121658"/>
                  </a:lnTo>
                  <a:lnTo>
                    <a:pt x="114300" y="122485"/>
                  </a:lnTo>
                  <a:lnTo>
                    <a:pt x="118824" y="123205"/>
                  </a:lnTo>
                  <a:lnTo>
                    <a:pt x="123586" y="123819"/>
                  </a:lnTo>
                  <a:lnTo>
                    <a:pt x="128587" y="124325"/>
                  </a:lnTo>
                  <a:lnTo>
                    <a:pt x="133826" y="124723"/>
                  </a:lnTo>
                  <a:lnTo>
                    <a:pt x="139303" y="125015"/>
                  </a:lnTo>
                  <a:lnTo>
                    <a:pt x="135731" y="136921"/>
                  </a:lnTo>
                  <a:lnTo>
                    <a:pt x="129075" y="136582"/>
                  </a:lnTo>
                  <a:lnTo>
                    <a:pt x="122682" y="136040"/>
                  </a:lnTo>
                  <a:lnTo>
                    <a:pt x="116550" y="135296"/>
                  </a:lnTo>
                  <a:lnTo>
                    <a:pt x="110680" y="134350"/>
                  </a:lnTo>
                  <a:lnTo>
                    <a:pt x="105072" y="133201"/>
                  </a:lnTo>
                  <a:lnTo>
                    <a:pt x="99726" y="131849"/>
                  </a:lnTo>
                  <a:lnTo>
                    <a:pt x="94642" y="130296"/>
                  </a:lnTo>
                  <a:lnTo>
                    <a:pt x="89820" y="128539"/>
                  </a:lnTo>
                  <a:lnTo>
                    <a:pt x="85260" y="126581"/>
                  </a:lnTo>
                  <a:lnTo>
                    <a:pt x="80962" y="124420"/>
                  </a:lnTo>
                  <a:lnTo>
                    <a:pt x="76491" y="126164"/>
                  </a:lnTo>
                  <a:lnTo>
                    <a:pt x="71889" y="127825"/>
                  </a:lnTo>
                  <a:lnTo>
                    <a:pt x="67157" y="129403"/>
                  </a:lnTo>
                  <a:lnTo>
                    <a:pt x="62293" y="130897"/>
                  </a:lnTo>
                  <a:lnTo>
                    <a:pt x="57298" y="132308"/>
                  </a:lnTo>
                  <a:lnTo>
                    <a:pt x="52173" y="133635"/>
                  </a:lnTo>
                  <a:lnTo>
                    <a:pt x="46916" y="134879"/>
                  </a:lnTo>
                  <a:lnTo>
                    <a:pt x="41529" y="136040"/>
                  </a:lnTo>
                  <a:lnTo>
                    <a:pt x="36010" y="137118"/>
                  </a:lnTo>
                  <a:lnTo>
                    <a:pt x="30360" y="138112"/>
                  </a:lnTo>
                  <a:lnTo>
                    <a:pt x="23217" y="127396"/>
                  </a:lnTo>
                  <a:lnTo>
                    <a:pt x="28491" y="126652"/>
                  </a:lnTo>
                  <a:lnTo>
                    <a:pt x="33599" y="125849"/>
                  </a:lnTo>
                  <a:lnTo>
                    <a:pt x="38540" y="124985"/>
                  </a:lnTo>
                  <a:lnTo>
                    <a:pt x="43314" y="124063"/>
                  </a:lnTo>
                  <a:lnTo>
                    <a:pt x="47922" y="123080"/>
                  </a:lnTo>
                  <a:lnTo>
                    <a:pt x="52363" y="122039"/>
                  </a:lnTo>
                  <a:lnTo>
                    <a:pt x="56638" y="120937"/>
                  </a:lnTo>
                  <a:lnTo>
                    <a:pt x="60745" y="119776"/>
                  </a:lnTo>
                  <a:lnTo>
                    <a:pt x="64686" y="118556"/>
                  </a:lnTo>
                  <a:lnTo>
                    <a:pt x="68460" y="117276"/>
                  </a:lnTo>
                  <a:lnTo>
                    <a:pt x="65746" y="115425"/>
                  </a:lnTo>
                  <a:lnTo>
                    <a:pt x="63079" y="113442"/>
                  </a:lnTo>
                  <a:lnTo>
                    <a:pt x="60459" y="111329"/>
                  </a:lnTo>
                  <a:lnTo>
                    <a:pt x="57888" y="109085"/>
                  </a:lnTo>
                  <a:lnTo>
                    <a:pt x="55364" y="106709"/>
                  </a:lnTo>
                  <a:lnTo>
                    <a:pt x="52887" y="104203"/>
                  </a:lnTo>
                  <a:lnTo>
                    <a:pt x="50458" y="101566"/>
                  </a:lnTo>
                  <a:lnTo>
                    <a:pt x="48077" y="98798"/>
                  </a:lnTo>
                  <a:lnTo>
                    <a:pt x="45743" y="95898"/>
                  </a:lnTo>
                  <a:lnTo>
                    <a:pt x="43457" y="92868"/>
                  </a:lnTo>
                  <a:lnTo>
                    <a:pt x="35718" y="92868"/>
                  </a:lnTo>
                  <a:close/>
                  <a:moveTo>
                    <a:pt x="58340" y="92868"/>
                  </a:moveTo>
                  <a:lnTo>
                    <a:pt x="60614" y="95303"/>
                  </a:lnTo>
                  <a:lnTo>
                    <a:pt x="62912" y="97607"/>
                  </a:lnTo>
                  <a:lnTo>
                    <a:pt x="65234" y="99780"/>
                  </a:lnTo>
                  <a:lnTo>
                    <a:pt x="67579" y="101822"/>
                  </a:lnTo>
                  <a:lnTo>
                    <a:pt x="69949" y="103733"/>
                  </a:lnTo>
                  <a:lnTo>
                    <a:pt x="72342" y="105513"/>
                  </a:lnTo>
                  <a:lnTo>
                    <a:pt x="74759" y="107162"/>
                  </a:lnTo>
                  <a:lnTo>
                    <a:pt x="77200" y="108680"/>
                  </a:lnTo>
                  <a:lnTo>
                    <a:pt x="79664" y="110067"/>
                  </a:lnTo>
                  <a:lnTo>
                    <a:pt x="82153" y="111323"/>
                  </a:lnTo>
                  <a:lnTo>
                    <a:pt x="85189" y="109745"/>
                  </a:lnTo>
                  <a:lnTo>
                    <a:pt x="88106" y="108108"/>
                  </a:lnTo>
                  <a:lnTo>
                    <a:pt x="90904" y="106412"/>
                  </a:lnTo>
                  <a:lnTo>
                    <a:pt x="93583" y="104655"/>
                  </a:lnTo>
                  <a:lnTo>
                    <a:pt x="96142" y="102840"/>
                  </a:lnTo>
                  <a:lnTo>
                    <a:pt x="98583" y="100965"/>
                  </a:lnTo>
                  <a:lnTo>
                    <a:pt x="100905" y="99030"/>
                  </a:lnTo>
                  <a:lnTo>
                    <a:pt x="103108" y="97035"/>
                  </a:lnTo>
                  <a:lnTo>
                    <a:pt x="105191" y="94982"/>
                  </a:lnTo>
                  <a:lnTo>
                    <a:pt x="107156" y="928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h91"/>
            <p:cNvSpPr/>
            <p:nvPr/>
          </p:nvSpPr>
          <p:spPr>
            <a:xfrm>
              <a:off x="4329229" y="6627229"/>
              <a:ext cx="136921" cy="136921"/>
            </a:xfrm>
            <a:custGeom>
              <a:avLst/>
              <a:pathLst>
                <a:path w="136921" h="136921">
                  <a:moveTo>
                    <a:pt x="22621" y="0"/>
                  </a:moveTo>
                  <a:lnTo>
                    <a:pt x="24610" y="2393"/>
                  </a:lnTo>
                  <a:lnTo>
                    <a:pt x="26527" y="4810"/>
                  </a:lnTo>
                  <a:lnTo>
                    <a:pt x="28372" y="7250"/>
                  </a:lnTo>
                  <a:lnTo>
                    <a:pt x="30146" y="9715"/>
                  </a:lnTo>
                  <a:lnTo>
                    <a:pt x="31849" y="12203"/>
                  </a:lnTo>
                  <a:lnTo>
                    <a:pt x="33480" y="14716"/>
                  </a:lnTo>
                  <a:lnTo>
                    <a:pt x="35040" y="17252"/>
                  </a:lnTo>
                  <a:lnTo>
                    <a:pt x="36528" y="19812"/>
                  </a:lnTo>
                  <a:lnTo>
                    <a:pt x="37945" y="22395"/>
                  </a:lnTo>
                  <a:lnTo>
                    <a:pt x="39290" y="25003"/>
                  </a:lnTo>
                  <a:lnTo>
                    <a:pt x="27979" y="31551"/>
                  </a:lnTo>
                  <a:lnTo>
                    <a:pt x="26747" y="28944"/>
                  </a:lnTo>
                  <a:lnTo>
                    <a:pt x="25431" y="26360"/>
                  </a:lnTo>
                  <a:lnTo>
                    <a:pt x="24032" y="23800"/>
                  </a:lnTo>
                  <a:lnTo>
                    <a:pt x="22550" y="21264"/>
                  </a:lnTo>
                  <a:lnTo>
                    <a:pt x="20984" y="18752"/>
                  </a:lnTo>
                  <a:lnTo>
                    <a:pt x="19335" y="16263"/>
                  </a:lnTo>
                  <a:lnTo>
                    <a:pt x="17603" y="13799"/>
                  </a:lnTo>
                  <a:lnTo>
                    <a:pt x="15787" y="11358"/>
                  </a:lnTo>
                  <a:lnTo>
                    <a:pt x="13888" y="8941"/>
                  </a:lnTo>
                  <a:lnTo>
                    <a:pt x="11906" y="6548"/>
                  </a:lnTo>
                  <a:close/>
                  <a:moveTo>
                    <a:pt x="0" y="44053"/>
                  </a:moveTo>
                  <a:lnTo>
                    <a:pt x="32146" y="44053"/>
                  </a:lnTo>
                  <a:lnTo>
                    <a:pt x="32146" y="113109"/>
                  </a:lnTo>
                  <a:lnTo>
                    <a:pt x="44648" y="99417"/>
                  </a:lnTo>
                  <a:lnTo>
                    <a:pt x="52387" y="106560"/>
                  </a:lnTo>
                  <a:lnTo>
                    <a:pt x="50661" y="108823"/>
                  </a:lnTo>
                  <a:lnTo>
                    <a:pt x="48815" y="111085"/>
                  </a:lnTo>
                  <a:lnTo>
                    <a:pt x="46851" y="113347"/>
                  </a:lnTo>
                  <a:lnTo>
                    <a:pt x="44767" y="115609"/>
                  </a:lnTo>
                  <a:lnTo>
                    <a:pt x="42564" y="117871"/>
                  </a:lnTo>
                  <a:lnTo>
                    <a:pt x="40243" y="120134"/>
                  </a:lnTo>
                  <a:lnTo>
                    <a:pt x="37802" y="122396"/>
                  </a:lnTo>
                  <a:lnTo>
                    <a:pt x="35242" y="124658"/>
                  </a:lnTo>
                  <a:lnTo>
                    <a:pt x="32563" y="126920"/>
                  </a:lnTo>
                  <a:lnTo>
                    <a:pt x="29765" y="129182"/>
                  </a:lnTo>
                  <a:lnTo>
                    <a:pt x="20835" y="121443"/>
                  </a:lnTo>
                  <a:lnTo>
                    <a:pt x="20835" y="54768"/>
                  </a:lnTo>
                  <a:lnTo>
                    <a:pt x="0" y="54768"/>
                  </a:lnTo>
                  <a:close/>
                  <a:moveTo>
                    <a:pt x="48815" y="5357"/>
                  </a:moveTo>
                  <a:lnTo>
                    <a:pt x="132159" y="5357"/>
                  </a:lnTo>
                  <a:lnTo>
                    <a:pt x="132159" y="16668"/>
                  </a:lnTo>
                  <a:lnTo>
                    <a:pt x="94654" y="16668"/>
                  </a:lnTo>
                  <a:lnTo>
                    <a:pt x="94654" y="74414"/>
                  </a:lnTo>
                  <a:lnTo>
                    <a:pt x="136921" y="74414"/>
                  </a:lnTo>
                  <a:lnTo>
                    <a:pt x="136921" y="85725"/>
                  </a:lnTo>
                  <a:lnTo>
                    <a:pt x="94654" y="85725"/>
                  </a:lnTo>
                  <a:lnTo>
                    <a:pt x="94654" y="136921"/>
                  </a:lnTo>
                  <a:lnTo>
                    <a:pt x="83343" y="136921"/>
                  </a:lnTo>
                  <a:lnTo>
                    <a:pt x="83343" y="85725"/>
                  </a:lnTo>
                  <a:lnTo>
                    <a:pt x="41076" y="85725"/>
                  </a:lnTo>
                  <a:lnTo>
                    <a:pt x="41076" y="74414"/>
                  </a:lnTo>
                  <a:lnTo>
                    <a:pt x="83343" y="74414"/>
                  </a:lnTo>
                  <a:lnTo>
                    <a:pt x="83343" y="16668"/>
                  </a:lnTo>
                  <a:lnTo>
                    <a:pt x="48815" y="16668"/>
                  </a:lnTo>
                  <a:close/>
                  <a:moveTo>
                    <a:pt x="120253" y="25003"/>
                  </a:moveTo>
                  <a:lnTo>
                    <a:pt x="131564" y="29170"/>
                  </a:lnTo>
                  <a:lnTo>
                    <a:pt x="130111" y="33855"/>
                  </a:lnTo>
                  <a:lnTo>
                    <a:pt x="128611" y="38385"/>
                  </a:lnTo>
                  <a:lnTo>
                    <a:pt x="127063" y="42761"/>
                  </a:lnTo>
                  <a:lnTo>
                    <a:pt x="125468" y="46982"/>
                  </a:lnTo>
                  <a:lnTo>
                    <a:pt x="123825" y="51048"/>
                  </a:lnTo>
                  <a:lnTo>
                    <a:pt x="122134" y="54959"/>
                  </a:lnTo>
                  <a:lnTo>
                    <a:pt x="120396" y="58715"/>
                  </a:lnTo>
                  <a:lnTo>
                    <a:pt x="118610" y="62317"/>
                  </a:lnTo>
                  <a:lnTo>
                    <a:pt x="116776" y="65764"/>
                  </a:lnTo>
                  <a:lnTo>
                    <a:pt x="114895" y="69056"/>
                  </a:lnTo>
                  <a:lnTo>
                    <a:pt x="104775" y="63103"/>
                  </a:lnTo>
                  <a:lnTo>
                    <a:pt x="106751" y="59293"/>
                  </a:lnTo>
                  <a:lnTo>
                    <a:pt x="108632" y="55483"/>
                  </a:lnTo>
                  <a:lnTo>
                    <a:pt x="110418" y="51673"/>
                  </a:lnTo>
                  <a:lnTo>
                    <a:pt x="112109" y="47863"/>
                  </a:lnTo>
                  <a:lnTo>
                    <a:pt x="113704" y="44053"/>
                  </a:lnTo>
                  <a:lnTo>
                    <a:pt x="115204" y="40243"/>
                  </a:lnTo>
                  <a:lnTo>
                    <a:pt x="116609" y="36433"/>
                  </a:lnTo>
                  <a:lnTo>
                    <a:pt x="117919" y="32623"/>
                  </a:lnTo>
                  <a:lnTo>
                    <a:pt x="119133" y="28813"/>
                  </a:lnTo>
                  <a:close/>
                  <a:moveTo>
                    <a:pt x="61317" y="25003"/>
                  </a:moveTo>
                  <a:lnTo>
                    <a:pt x="62930" y="29051"/>
                  </a:lnTo>
                  <a:lnTo>
                    <a:pt x="64436" y="33099"/>
                  </a:lnTo>
                  <a:lnTo>
                    <a:pt x="65835" y="37147"/>
                  </a:lnTo>
                  <a:lnTo>
                    <a:pt x="67127" y="41195"/>
                  </a:lnTo>
                  <a:lnTo>
                    <a:pt x="68312" y="45243"/>
                  </a:lnTo>
                  <a:lnTo>
                    <a:pt x="69389" y="49291"/>
                  </a:lnTo>
                  <a:lnTo>
                    <a:pt x="70359" y="53340"/>
                  </a:lnTo>
                  <a:lnTo>
                    <a:pt x="71223" y="57388"/>
                  </a:lnTo>
                  <a:lnTo>
                    <a:pt x="71979" y="61436"/>
                  </a:lnTo>
                  <a:lnTo>
                    <a:pt x="72628" y="65484"/>
                  </a:lnTo>
                  <a:lnTo>
                    <a:pt x="61317" y="68460"/>
                  </a:lnTo>
                  <a:lnTo>
                    <a:pt x="60662" y="64198"/>
                  </a:lnTo>
                  <a:lnTo>
                    <a:pt x="59888" y="59983"/>
                  </a:lnTo>
                  <a:lnTo>
                    <a:pt x="58995" y="55816"/>
                  </a:lnTo>
                  <a:lnTo>
                    <a:pt x="57983" y="51696"/>
                  </a:lnTo>
                  <a:lnTo>
                    <a:pt x="56852" y="47625"/>
                  </a:lnTo>
                  <a:lnTo>
                    <a:pt x="55602" y="43600"/>
                  </a:lnTo>
                  <a:lnTo>
                    <a:pt x="54232" y="39624"/>
                  </a:lnTo>
                  <a:lnTo>
                    <a:pt x="52744" y="35694"/>
                  </a:lnTo>
                  <a:lnTo>
                    <a:pt x="51137" y="31813"/>
                  </a:lnTo>
                  <a:lnTo>
                    <a:pt x="49410" y="279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h92"/>
            <p:cNvSpPr/>
            <p:nvPr/>
          </p:nvSpPr>
          <p:spPr>
            <a:xfrm>
              <a:off x="4482224" y="6627824"/>
              <a:ext cx="136921" cy="136326"/>
            </a:xfrm>
            <a:custGeom>
              <a:avLst/>
              <a:pathLst>
                <a:path w="136921" h="136326">
                  <a:moveTo>
                    <a:pt x="89892" y="0"/>
                  </a:moveTo>
                  <a:lnTo>
                    <a:pt x="94327" y="6738"/>
                  </a:lnTo>
                  <a:lnTo>
                    <a:pt x="98821" y="13144"/>
                  </a:lnTo>
                  <a:lnTo>
                    <a:pt x="103376" y="19216"/>
                  </a:lnTo>
                  <a:lnTo>
                    <a:pt x="107989" y="24955"/>
                  </a:lnTo>
                  <a:lnTo>
                    <a:pt x="112662" y="30360"/>
                  </a:lnTo>
                  <a:lnTo>
                    <a:pt x="117395" y="35433"/>
                  </a:lnTo>
                  <a:lnTo>
                    <a:pt x="122187" y="40171"/>
                  </a:lnTo>
                  <a:lnTo>
                    <a:pt x="127039" y="44577"/>
                  </a:lnTo>
                  <a:lnTo>
                    <a:pt x="131951" y="48648"/>
                  </a:lnTo>
                  <a:lnTo>
                    <a:pt x="136921" y="52387"/>
                  </a:lnTo>
                  <a:lnTo>
                    <a:pt x="129182" y="65484"/>
                  </a:lnTo>
                  <a:lnTo>
                    <a:pt x="124200" y="61495"/>
                  </a:lnTo>
                  <a:lnTo>
                    <a:pt x="119253" y="57150"/>
                  </a:lnTo>
                  <a:lnTo>
                    <a:pt x="114341" y="52447"/>
                  </a:lnTo>
                  <a:lnTo>
                    <a:pt x="109466" y="47386"/>
                  </a:lnTo>
                  <a:lnTo>
                    <a:pt x="104626" y="41969"/>
                  </a:lnTo>
                  <a:lnTo>
                    <a:pt x="99822" y="36195"/>
                  </a:lnTo>
                  <a:lnTo>
                    <a:pt x="95053" y="30063"/>
                  </a:lnTo>
                  <a:lnTo>
                    <a:pt x="90320" y="23574"/>
                  </a:lnTo>
                  <a:lnTo>
                    <a:pt x="85623" y="16728"/>
                  </a:lnTo>
                  <a:lnTo>
                    <a:pt x="80962" y="9525"/>
                  </a:lnTo>
                  <a:close/>
                  <a:moveTo>
                    <a:pt x="46434" y="595"/>
                  </a:moveTo>
                  <a:lnTo>
                    <a:pt x="55364" y="7739"/>
                  </a:lnTo>
                  <a:lnTo>
                    <a:pt x="51357" y="14650"/>
                  </a:lnTo>
                  <a:lnTo>
                    <a:pt x="47196" y="21336"/>
                  </a:lnTo>
                  <a:lnTo>
                    <a:pt x="42880" y="27795"/>
                  </a:lnTo>
                  <a:lnTo>
                    <a:pt x="38409" y="34028"/>
                  </a:lnTo>
                  <a:lnTo>
                    <a:pt x="33783" y="40034"/>
                  </a:lnTo>
                  <a:lnTo>
                    <a:pt x="29003" y="45815"/>
                  </a:lnTo>
                  <a:lnTo>
                    <a:pt x="24068" y="51369"/>
                  </a:lnTo>
                  <a:lnTo>
                    <a:pt x="18978" y="56697"/>
                  </a:lnTo>
                  <a:lnTo>
                    <a:pt x="13733" y="61799"/>
                  </a:lnTo>
                  <a:lnTo>
                    <a:pt x="8334" y="66675"/>
                  </a:lnTo>
                  <a:lnTo>
                    <a:pt x="0" y="55364"/>
                  </a:lnTo>
                  <a:lnTo>
                    <a:pt x="5072" y="51280"/>
                  </a:lnTo>
                  <a:lnTo>
                    <a:pt x="10048" y="46886"/>
                  </a:lnTo>
                  <a:lnTo>
                    <a:pt x="14930" y="42183"/>
                  </a:lnTo>
                  <a:lnTo>
                    <a:pt x="19716" y="37171"/>
                  </a:lnTo>
                  <a:lnTo>
                    <a:pt x="24407" y="31849"/>
                  </a:lnTo>
                  <a:lnTo>
                    <a:pt x="29003" y="26217"/>
                  </a:lnTo>
                  <a:lnTo>
                    <a:pt x="33504" y="20276"/>
                  </a:lnTo>
                  <a:lnTo>
                    <a:pt x="37909" y="14025"/>
                  </a:lnTo>
                  <a:lnTo>
                    <a:pt x="42219" y="7465"/>
                  </a:lnTo>
                  <a:close/>
                  <a:moveTo>
                    <a:pt x="23812" y="58340"/>
                  </a:moveTo>
                  <a:lnTo>
                    <a:pt x="111918" y="58340"/>
                  </a:lnTo>
                  <a:lnTo>
                    <a:pt x="111877" y="68966"/>
                  </a:lnTo>
                  <a:lnTo>
                    <a:pt x="111752" y="78700"/>
                  </a:lnTo>
                  <a:lnTo>
                    <a:pt x="111543" y="87540"/>
                  </a:lnTo>
                  <a:lnTo>
                    <a:pt x="111252" y="95488"/>
                  </a:lnTo>
                  <a:lnTo>
                    <a:pt x="110876" y="102542"/>
                  </a:lnTo>
                  <a:lnTo>
                    <a:pt x="110418" y="108704"/>
                  </a:lnTo>
                  <a:lnTo>
                    <a:pt x="109876" y="113972"/>
                  </a:lnTo>
                  <a:lnTo>
                    <a:pt x="109251" y="118348"/>
                  </a:lnTo>
                  <a:lnTo>
                    <a:pt x="108543" y="121830"/>
                  </a:lnTo>
                  <a:lnTo>
                    <a:pt x="107751" y="124420"/>
                  </a:lnTo>
                  <a:lnTo>
                    <a:pt x="106828" y="126456"/>
                  </a:lnTo>
                  <a:lnTo>
                    <a:pt x="105727" y="128277"/>
                  </a:lnTo>
                  <a:lnTo>
                    <a:pt x="104447" y="129885"/>
                  </a:lnTo>
                  <a:lnTo>
                    <a:pt x="102989" y="131278"/>
                  </a:lnTo>
                  <a:lnTo>
                    <a:pt x="101351" y="132457"/>
                  </a:lnTo>
                  <a:lnTo>
                    <a:pt x="99536" y="133421"/>
                  </a:lnTo>
                  <a:lnTo>
                    <a:pt x="97541" y="134171"/>
                  </a:lnTo>
                  <a:lnTo>
                    <a:pt x="95369" y="134707"/>
                  </a:lnTo>
                  <a:lnTo>
                    <a:pt x="93017" y="135028"/>
                  </a:lnTo>
                  <a:lnTo>
                    <a:pt x="90487" y="135135"/>
                  </a:lnTo>
                  <a:lnTo>
                    <a:pt x="89034" y="135124"/>
                  </a:lnTo>
                  <a:lnTo>
                    <a:pt x="87534" y="135088"/>
                  </a:lnTo>
                  <a:lnTo>
                    <a:pt x="85986" y="135028"/>
                  </a:lnTo>
                  <a:lnTo>
                    <a:pt x="84391" y="134945"/>
                  </a:lnTo>
                  <a:lnTo>
                    <a:pt x="82748" y="134838"/>
                  </a:lnTo>
                  <a:lnTo>
                    <a:pt x="81057" y="134707"/>
                  </a:lnTo>
                  <a:lnTo>
                    <a:pt x="79319" y="134552"/>
                  </a:lnTo>
                  <a:lnTo>
                    <a:pt x="77533" y="134373"/>
                  </a:lnTo>
                  <a:lnTo>
                    <a:pt x="75699" y="134171"/>
                  </a:lnTo>
                  <a:lnTo>
                    <a:pt x="73818" y="133945"/>
                  </a:lnTo>
                  <a:lnTo>
                    <a:pt x="71437" y="121443"/>
                  </a:lnTo>
                  <a:lnTo>
                    <a:pt x="73431" y="121669"/>
                  </a:lnTo>
                  <a:lnTo>
                    <a:pt x="75366" y="121872"/>
                  </a:lnTo>
                  <a:lnTo>
                    <a:pt x="77241" y="122050"/>
                  </a:lnTo>
                  <a:lnTo>
                    <a:pt x="79057" y="122205"/>
                  </a:lnTo>
                  <a:lnTo>
                    <a:pt x="80813" y="122336"/>
                  </a:lnTo>
                  <a:lnTo>
                    <a:pt x="82510" y="122443"/>
                  </a:lnTo>
                  <a:lnTo>
                    <a:pt x="84147" y="122527"/>
                  </a:lnTo>
                  <a:lnTo>
                    <a:pt x="85725" y="122586"/>
                  </a:lnTo>
                  <a:lnTo>
                    <a:pt x="87243" y="122622"/>
                  </a:lnTo>
                  <a:lnTo>
                    <a:pt x="88701" y="122634"/>
                  </a:lnTo>
                  <a:lnTo>
                    <a:pt x="89627" y="122574"/>
                  </a:lnTo>
                  <a:lnTo>
                    <a:pt x="90499" y="122396"/>
                  </a:lnTo>
                  <a:lnTo>
                    <a:pt x="91317" y="122098"/>
                  </a:lnTo>
                  <a:lnTo>
                    <a:pt x="92082" y="121681"/>
                  </a:lnTo>
                  <a:lnTo>
                    <a:pt x="92794" y="121146"/>
                  </a:lnTo>
                  <a:lnTo>
                    <a:pt x="93452" y="120491"/>
                  </a:lnTo>
                  <a:lnTo>
                    <a:pt x="94056" y="119717"/>
                  </a:lnTo>
                  <a:lnTo>
                    <a:pt x="94607" y="118824"/>
                  </a:lnTo>
                  <a:lnTo>
                    <a:pt x="95104" y="117812"/>
                  </a:lnTo>
                  <a:lnTo>
                    <a:pt x="95547" y="116681"/>
                  </a:lnTo>
                  <a:lnTo>
                    <a:pt x="95955" y="115139"/>
                  </a:lnTo>
                  <a:lnTo>
                    <a:pt x="96345" y="112895"/>
                  </a:lnTo>
                  <a:lnTo>
                    <a:pt x="96717" y="109948"/>
                  </a:lnTo>
                  <a:lnTo>
                    <a:pt x="97071" y="106299"/>
                  </a:lnTo>
                  <a:lnTo>
                    <a:pt x="97408" y="101947"/>
                  </a:lnTo>
                  <a:lnTo>
                    <a:pt x="97726" y="96893"/>
                  </a:lnTo>
                  <a:lnTo>
                    <a:pt x="98027" y="91136"/>
                  </a:lnTo>
                  <a:lnTo>
                    <a:pt x="98309" y="84677"/>
                  </a:lnTo>
                  <a:lnTo>
                    <a:pt x="98574" y="77515"/>
                  </a:lnTo>
                  <a:lnTo>
                    <a:pt x="98821" y="69651"/>
                  </a:lnTo>
                  <a:lnTo>
                    <a:pt x="61912" y="69651"/>
                  </a:lnTo>
                  <a:lnTo>
                    <a:pt x="61466" y="74550"/>
                  </a:lnTo>
                  <a:lnTo>
                    <a:pt x="60840" y="79248"/>
                  </a:lnTo>
                  <a:lnTo>
                    <a:pt x="60037" y="83742"/>
                  </a:lnTo>
                  <a:lnTo>
                    <a:pt x="59055" y="88034"/>
                  </a:lnTo>
                  <a:lnTo>
                    <a:pt x="57894" y="92124"/>
                  </a:lnTo>
                  <a:lnTo>
                    <a:pt x="56554" y="96012"/>
                  </a:lnTo>
                  <a:lnTo>
                    <a:pt x="55036" y="99696"/>
                  </a:lnTo>
                  <a:lnTo>
                    <a:pt x="53340" y="103179"/>
                  </a:lnTo>
                  <a:lnTo>
                    <a:pt x="51464" y="106459"/>
                  </a:lnTo>
                  <a:lnTo>
                    <a:pt x="49410" y="109537"/>
                  </a:lnTo>
                  <a:lnTo>
                    <a:pt x="47118" y="112484"/>
                  </a:lnTo>
                  <a:lnTo>
                    <a:pt x="44529" y="115371"/>
                  </a:lnTo>
                  <a:lnTo>
                    <a:pt x="41642" y="118199"/>
                  </a:lnTo>
                  <a:lnTo>
                    <a:pt x="38457" y="120967"/>
                  </a:lnTo>
                  <a:lnTo>
                    <a:pt x="34974" y="123676"/>
                  </a:lnTo>
                  <a:lnTo>
                    <a:pt x="31194" y="126325"/>
                  </a:lnTo>
                  <a:lnTo>
                    <a:pt x="27116" y="128914"/>
                  </a:lnTo>
                  <a:lnTo>
                    <a:pt x="22740" y="131445"/>
                  </a:lnTo>
                  <a:lnTo>
                    <a:pt x="18067" y="133915"/>
                  </a:lnTo>
                  <a:lnTo>
                    <a:pt x="13096" y="136326"/>
                  </a:lnTo>
                  <a:lnTo>
                    <a:pt x="3571" y="126206"/>
                  </a:lnTo>
                  <a:lnTo>
                    <a:pt x="8191" y="124045"/>
                  </a:lnTo>
                  <a:lnTo>
                    <a:pt x="12525" y="121848"/>
                  </a:lnTo>
                  <a:lnTo>
                    <a:pt x="16573" y="119616"/>
                  </a:lnTo>
                  <a:lnTo>
                    <a:pt x="20335" y="117348"/>
                  </a:lnTo>
                  <a:lnTo>
                    <a:pt x="23812" y="115044"/>
                  </a:lnTo>
                  <a:lnTo>
                    <a:pt x="27003" y="112704"/>
                  </a:lnTo>
                  <a:lnTo>
                    <a:pt x="29908" y="110329"/>
                  </a:lnTo>
                  <a:lnTo>
                    <a:pt x="32527" y="107918"/>
                  </a:lnTo>
                  <a:lnTo>
                    <a:pt x="34861" y="105471"/>
                  </a:lnTo>
                  <a:lnTo>
                    <a:pt x="36909" y="102989"/>
                  </a:lnTo>
                  <a:lnTo>
                    <a:pt x="38748" y="100405"/>
                  </a:lnTo>
                  <a:lnTo>
                    <a:pt x="40457" y="97655"/>
                  </a:lnTo>
                  <a:lnTo>
                    <a:pt x="42035" y="94738"/>
                  </a:lnTo>
                  <a:lnTo>
                    <a:pt x="43481" y="91654"/>
                  </a:lnTo>
                  <a:lnTo>
                    <a:pt x="44797" y="88403"/>
                  </a:lnTo>
                  <a:lnTo>
                    <a:pt x="45981" y="84986"/>
                  </a:lnTo>
                  <a:lnTo>
                    <a:pt x="47035" y="81403"/>
                  </a:lnTo>
                  <a:lnTo>
                    <a:pt x="47958" y="77652"/>
                  </a:lnTo>
                  <a:lnTo>
                    <a:pt x="48750" y="73735"/>
                  </a:lnTo>
                  <a:lnTo>
                    <a:pt x="49410" y="69651"/>
                  </a:lnTo>
                  <a:lnTo>
                    <a:pt x="23812" y="696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h93"/>
            <p:cNvSpPr/>
            <p:nvPr/>
          </p:nvSpPr>
          <p:spPr>
            <a:xfrm>
              <a:off x="56939" y="3715812"/>
              <a:ext cx="136921" cy="133945"/>
            </a:xfrm>
            <a:custGeom>
              <a:avLst/>
              <a:pathLst>
                <a:path w="136921" h="133945">
                  <a:moveTo>
                    <a:pt x="35718" y="132159"/>
                  </a:moveTo>
                  <a:lnTo>
                    <a:pt x="35718" y="114895"/>
                  </a:lnTo>
                  <a:lnTo>
                    <a:pt x="2976" y="114895"/>
                  </a:lnTo>
                  <a:lnTo>
                    <a:pt x="2976" y="103584"/>
                  </a:lnTo>
                  <a:lnTo>
                    <a:pt x="35718" y="103584"/>
                  </a:lnTo>
                  <a:lnTo>
                    <a:pt x="35718" y="86320"/>
                  </a:lnTo>
                  <a:lnTo>
                    <a:pt x="47029" y="86320"/>
                  </a:lnTo>
                  <a:lnTo>
                    <a:pt x="47029" y="103584"/>
                  </a:lnTo>
                  <a:lnTo>
                    <a:pt x="94059" y="103584"/>
                  </a:lnTo>
                  <a:lnTo>
                    <a:pt x="88106" y="88701"/>
                  </a:lnTo>
                  <a:lnTo>
                    <a:pt x="98821" y="86915"/>
                  </a:lnTo>
                  <a:lnTo>
                    <a:pt x="100697" y="91005"/>
                  </a:lnTo>
                  <a:lnTo>
                    <a:pt x="102512" y="95178"/>
                  </a:lnTo>
                  <a:lnTo>
                    <a:pt x="104268" y="99435"/>
                  </a:lnTo>
                  <a:lnTo>
                    <a:pt x="105965" y="103774"/>
                  </a:lnTo>
                  <a:lnTo>
                    <a:pt x="107602" y="108198"/>
                  </a:lnTo>
                  <a:lnTo>
                    <a:pt x="109180" y="112704"/>
                  </a:lnTo>
                  <a:lnTo>
                    <a:pt x="110698" y="117294"/>
                  </a:lnTo>
                  <a:lnTo>
                    <a:pt x="112156" y="121967"/>
                  </a:lnTo>
                  <a:lnTo>
                    <a:pt x="113555" y="126724"/>
                  </a:lnTo>
                  <a:lnTo>
                    <a:pt x="114895" y="131564"/>
                  </a:lnTo>
                  <a:lnTo>
                    <a:pt x="102989" y="133945"/>
                  </a:lnTo>
                  <a:lnTo>
                    <a:pt x="102506" y="131933"/>
                  </a:lnTo>
                  <a:lnTo>
                    <a:pt x="102012" y="129944"/>
                  </a:lnTo>
                  <a:lnTo>
                    <a:pt x="101506" y="127980"/>
                  </a:lnTo>
                  <a:lnTo>
                    <a:pt x="100988" y="126039"/>
                  </a:lnTo>
                  <a:lnTo>
                    <a:pt x="100458" y="124122"/>
                  </a:lnTo>
                  <a:lnTo>
                    <a:pt x="99917" y="122229"/>
                  </a:lnTo>
                  <a:lnTo>
                    <a:pt x="99363" y="120360"/>
                  </a:lnTo>
                  <a:lnTo>
                    <a:pt x="98798" y="118514"/>
                  </a:lnTo>
                  <a:lnTo>
                    <a:pt x="98220" y="116693"/>
                  </a:lnTo>
                  <a:lnTo>
                    <a:pt x="97631" y="114895"/>
                  </a:lnTo>
                  <a:lnTo>
                    <a:pt x="47029" y="114895"/>
                  </a:lnTo>
                  <a:lnTo>
                    <a:pt x="47029" y="132159"/>
                  </a:lnTo>
                  <a:close/>
                  <a:moveTo>
                    <a:pt x="0" y="63698"/>
                  </a:moveTo>
                  <a:lnTo>
                    <a:pt x="2381" y="51792"/>
                  </a:lnTo>
                  <a:lnTo>
                    <a:pt x="20240" y="56554"/>
                  </a:lnTo>
                  <a:lnTo>
                    <a:pt x="20240" y="0"/>
                  </a:lnTo>
                  <a:lnTo>
                    <a:pt x="36153" y="53"/>
                  </a:lnTo>
                  <a:lnTo>
                    <a:pt x="50792" y="214"/>
                  </a:lnTo>
                  <a:lnTo>
                    <a:pt x="64156" y="482"/>
                  </a:lnTo>
                  <a:lnTo>
                    <a:pt x="76247" y="857"/>
                  </a:lnTo>
                  <a:lnTo>
                    <a:pt x="87064" y="1339"/>
                  </a:lnTo>
                  <a:lnTo>
                    <a:pt x="96607" y="1928"/>
                  </a:lnTo>
                  <a:lnTo>
                    <a:pt x="104876" y="2625"/>
                  </a:lnTo>
                  <a:lnTo>
                    <a:pt x="111871" y="3429"/>
                  </a:lnTo>
                  <a:lnTo>
                    <a:pt x="117592" y="4339"/>
                  </a:lnTo>
                  <a:lnTo>
                    <a:pt x="122039" y="5357"/>
                  </a:lnTo>
                  <a:lnTo>
                    <a:pt x="124866" y="6298"/>
                  </a:lnTo>
                  <a:lnTo>
                    <a:pt x="127396" y="7453"/>
                  </a:lnTo>
                  <a:lnTo>
                    <a:pt x="129629" y="8822"/>
                  </a:lnTo>
                  <a:lnTo>
                    <a:pt x="131564" y="10406"/>
                  </a:lnTo>
                  <a:lnTo>
                    <a:pt x="133201" y="12203"/>
                  </a:lnTo>
                  <a:lnTo>
                    <a:pt x="134540" y="14216"/>
                  </a:lnTo>
                  <a:lnTo>
                    <a:pt x="135582" y="16442"/>
                  </a:lnTo>
                  <a:lnTo>
                    <a:pt x="136326" y="18883"/>
                  </a:lnTo>
                  <a:lnTo>
                    <a:pt x="136773" y="21538"/>
                  </a:lnTo>
                  <a:lnTo>
                    <a:pt x="136921" y="24407"/>
                  </a:lnTo>
                  <a:lnTo>
                    <a:pt x="136904" y="26485"/>
                  </a:lnTo>
                  <a:lnTo>
                    <a:pt x="136850" y="28670"/>
                  </a:lnTo>
                  <a:lnTo>
                    <a:pt x="136761" y="30962"/>
                  </a:lnTo>
                  <a:lnTo>
                    <a:pt x="136636" y="33361"/>
                  </a:lnTo>
                  <a:lnTo>
                    <a:pt x="136475" y="35867"/>
                  </a:lnTo>
                  <a:lnTo>
                    <a:pt x="136278" y="38481"/>
                  </a:lnTo>
                  <a:lnTo>
                    <a:pt x="136046" y="41201"/>
                  </a:lnTo>
                  <a:lnTo>
                    <a:pt x="135778" y="44029"/>
                  </a:lnTo>
                  <a:lnTo>
                    <a:pt x="135475" y="46964"/>
                  </a:lnTo>
                  <a:lnTo>
                    <a:pt x="135135" y="50006"/>
                  </a:lnTo>
                  <a:lnTo>
                    <a:pt x="123229" y="52387"/>
                  </a:lnTo>
                  <a:lnTo>
                    <a:pt x="123569" y="48571"/>
                  </a:lnTo>
                  <a:lnTo>
                    <a:pt x="123872" y="44981"/>
                  </a:lnTo>
                  <a:lnTo>
                    <a:pt x="124140" y="41618"/>
                  </a:lnTo>
                  <a:lnTo>
                    <a:pt x="124372" y="38481"/>
                  </a:lnTo>
                  <a:lnTo>
                    <a:pt x="124569" y="35569"/>
                  </a:lnTo>
                  <a:lnTo>
                    <a:pt x="124729" y="32885"/>
                  </a:lnTo>
                  <a:lnTo>
                    <a:pt x="124854" y="30426"/>
                  </a:lnTo>
                  <a:lnTo>
                    <a:pt x="124944" y="28194"/>
                  </a:lnTo>
                  <a:lnTo>
                    <a:pt x="124997" y="26187"/>
                  </a:lnTo>
                  <a:lnTo>
                    <a:pt x="125015" y="24407"/>
                  </a:lnTo>
                  <a:lnTo>
                    <a:pt x="124932" y="23145"/>
                  </a:lnTo>
                  <a:lnTo>
                    <a:pt x="124682" y="21978"/>
                  </a:lnTo>
                  <a:lnTo>
                    <a:pt x="124265" y="20907"/>
                  </a:lnTo>
                  <a:lnTo>
                    <a:pt x="123682" y="19931"/>
                  </a:lnTo>
                  <a:lnTo>
                    <a:pt x="122932" y="19050"/>
                  </a:lnTo>
                  <a:lnTo>
                    <a:pt x="122015" y="18264"/>
                  </a:lnTo>
                  <a:lnTo>
                    <a:pt x="120931" y="17573"/>
                  </a:lnTo>
                  <a:lnTo>
                    <a:pt x="119681" y="16978"/>
                  </a:lnTo>
                  <a:lnTo>
                    <a:pt x="118264" y="16478"/>
                  </a:lnTo>
                  <a:lnTo>
                    <a:pt x="116681" y="16073"/>
                  </a:lnTo>
                  <a:lnTo>
                    <a:pt x="112936" y="15394"/>
                  </a:lnTo>
                  <a:lnTo>
                    <a:pt x="108132" y="14787"/>
                  </a:lnTo>
                  <a:lnTo>
                    <a:pt x="102268" y="14251"/>
                  </a:lnTo>
                  <a:lnTo>
                    <a:pt x="95345" y="13787"/>
                  </a:lnTo>
                  <a:lnTo>
                    <a:pt x="87362" y="13394"/>
                  </a:lnTo>
                  <a:lnTo>
                    <a:pt x="78319" y="13073"/>
                  </a:lnTo>
                  <a:lnTo>
                    <a:pt x="68216" y="12823"/>
                  </a:lnTo>
                  <a:lnTo>
                    <a:pt x="57054" y="12644"/>
                  </a:lnTo>
                  <a:lnTo>
                    <a:pt x="44832" y="12537"/>
                  </a:lnTo>
                  <a:lnTo>
                    <a:pt x="31551" y="12501"/>
                  </a:lnTo>
                  <a:lnTo>
                    <a:pt x="31551" y="61317"/>
                  </a:lnTo>
                  <a:lnTo>
                    <a:pt x="34420" y="62228"/>
                  </a:lnTo>
                  <a:lnTo>
                    <a:pt x="37314" y="63293"/>
                  </a:lnTo>
                  <a:lnTo>
                    <a:pt x="40231" y="64514"/>
                  </a:lnTo>
                  <a:lnTo>
                    <a:pt x="43172" y="65889"/>
                  </a:lnTo>
                  <a:lnTo>
                    <a:pt x="46136" y="67419"/>
                  </a:lnTo>
                  <a:lnTo>
                    <a:pt x="49125" y="69103"/>
                  </a:lnTo>
                  <a:lnTo>
                    <a:pt x="52137" y="70943"/>
                  </a:lnTo>
                  <a:lnTo>
                    <a:pt x="55173" y="72937"/>
                  </a:lnTo>
                  <a:lnTo>
                    <a:pt x="58233" y="75086"/>
                  </a:lnTo>
                  <a:lnTo>
                    <a:pt x="61317" y="77390"/>
                  </a:lnTo>
                  <a:lnTo>
                    <a:pt x="52982" y="86320"/>
                  </a:lnTo>
                  <a:lnTo>
                    <a:pt x="48595" y="83308"/>
                  </a:lnTo>
                  <a:lnTo>
                    <a:pt x="44005" y="80462"/>
                  </a:lnTo>
                  <a:lnTo>
                    <a:pt x="39213" y="77783"/>
                  </a:lnTo>
                  <a:lnTo>
                    <a:pt x="34218" y="75271"/>
                  </a:lnTo>
                  <a:lnTo>
                    <a:pt x="29021" y="72925"/>
                  </a:lnTo>
                  <a:lnTo>
                    <a:pt x="23622" y="70746"/>
                  </a:lnTo>
                  <a:lnTo>
                    <a:pt x="18020" y="68734"/>
                  </a:lnTo>
                  <a:lnTo>
                    <a:pt x="12215" y="66889"/>
                  </a:lnTo>
                  <a:lnTo>
                    <a:pt x="6209" y="65210"/>
                  </a:lnTo>
                  <a:close/>
                  <a:moveTo>
                    <a:pt x="44053" y="49410"/>
                  </a:moveTo>
                  <a:lnTo>
                    <a:pt x="46208" y="47190"/>
                  </a:lnTo>
                  <a:lnTo>
                    <a:pt x="48387" y="45053"/>
                  </a:lnTo>
                  <a:lnTo>
                    <a:pt x="50589" y="42999"/>
                  </a:lnTo>
                  <a:lnTo>
                    <a:pt x="52816" y="41028"/>
                  </a:lnTo>
                  <a:lnTo>
                    <a:pt x="55066" y="39141"/>
                  </a:lnTo>
                  <a:lnTo>
                    <a:pt x="57340" y="37338"/>
                  </a:lnTo>
                  <a:lnTo>
                    <a:pt x="59638" y="35617"/>
                  </a:lnTo>
                  <a:lnTo>
                    <a:pt x="61960" y="33980"/>
                  </a:lnTo>
                  <a:lnTo>
                    <a:pt x="64305" y="32426"/>
                  </a:lnTo>
                  <a:lnTo>
                    <a:pt x="66675" y="30956"/>
                  </a:lnTo>
                  <a:lnTo>
                    <a:pt x="73223" y="41671"/>
                  </a:lnTo>
                  <a:lnTo>
                    <a:pt x="70848" y="43023"/>
                  </a:lnTo>
                  <a:lnTo>
                    <a:pt x="68484" y="44457"/>
                  </a:lnTo>
                  <a:lnTo>
                    <a:pt x="66133" y="45975"/>
                  </a:lnTo>
                  <a:lnTo>
                    <a:pt x="63793" y="47577"/>
                  </a:lnTo>
                  <a:lnTo>
                    <a:pt x="61466" y="49262"/>
                  </a:lnTo>
                  <a:lnTo>
                    <a:pt x="59150" y="51030"/>
                  </a:lnTo>
                  <a:lnTo>
                    <a:pt x="56846" y="52881"/>
                  </a:lnTo>
                  <a:lnTo>
                    <a:pt x="54554" y="54816"/>
                  </a:lnTo>
                  <a:lnTo>
                    <a:pt x="52274" y="56834"/>
                  </a:lnTo>
                  <a:lnTo>
                    <a:pt x="50006" y="58935"/>
                  </a:lnTo>
                  <a:close/>
                  <a:moveTo>
                    <a:pt x="79176" y="25598"/>
                  </a:moveTo>
                  <a:lnTo>
                    <a:pt x="89892" y="23217"/>
                  </a:lnTo>
                  <a:lnTo>
                    <a:pt x="91886" y="27676"/>
                  </a:lnTo>
                  <a:lnTo>
                    <a:pt x="93821" y="32242"/>
                  </a:lnTo>
                  <a:lnTo>
                    <a:pt x="95696" y="36915"/>
                  </a:lnTo>
                  <a:lnTo>
                    <a:pt x="97512" y="41695"/>
                  </a:lnTo>
                  <a:lnTo>
                    <a:pt x="99268" y="46583"/>
                  </a:lnTo>
                  <a:lnTo>
                    <a:pt x="100965" y="51577"/>
                  </a:lnTo>
                  <a:lnTo>
                    <a:pt x="102602" y="56679"/>
                  </a:lnTo>
                  <a:lnTo>
                    <a:pt x="104179" y="61888"/>
                  </a:lnTo>
                  <a:lnTo>
                    <a:pt x="105697" y="67204"/>
                  </a:lnTo>
                  <a:lnTo>
                    <a:pt x="107156" y="72628"/>
                  </a:lnTo>
                  <a:lnTo>
                    <a:pt x="95250" y="76795"/>
                  </a:lnTo>
                  <a:lnTo>
                    <a:pt x="93803" y="71139"/>
                  </a:lnTo>
                  <a:lnTo>
                    <a:pt x="92321" y="65603"/>
                  </a:lnTo>
                  <a:lnTo>
                    <a:pt x="90803" y="60186"/>
                  </a:lnTo>
                  <a:lnTo>
                    <a:pt x="89249" y="54887"/>
                  </a:lnTo>
                  <a:lnTo>
                    <a:pt x="87659" y="49708"/>
                  </a:lnTo>
                  <a:lnTo>
                    <a:pt x="86034" y="44648"/>
                  </a:lnTo>
                  <a:lnTo>
                    <a:pt x="84373" y="39707"/>
                  </a:lnTo>
                  <a:lnTo>
                    <a:pt x="82677" y="34885"/>
                  </a:lnTo>
                  <a:lnTo>
                    <a:pt x="80944" y="301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h94"/>
            <p:cNvSpPr/>
            <p:nvPr/>
          </p:nvSpPr>
          <p:spPr>
            <a:xfrm>
              <a:off x="56939" y="3561626"/>
              <a:ext cx="137517" cy="132754"/>
            </a:xfrm>
            <a:custGeom>
              <a:avLst/>
              <a:pathLst>
                <a:path w="137517" h="132754">
                  <a:moveTo>
                    <a:pt x="0" y="69056"/>
                  </a:moveTo>
                  <a:lnTo>
                    <a:pt x="2393" y="67544"/>
                  </a:lnTo>
                  <a:lnTo>
                    <a:pt x="4810" y="66103"/>
                  </a:lnTo>
                  <a:lnTo>
                    <a:pt x="7250" y="64734"/>
                  </a:lnTo>
                  <a:lnTo>
                    <a:pt x="9715" y="63436"/>
                  </a:lnTo>
                  <a:lnTo>
                    <a:pt x="12203" y="62210"/>
                  </a:lnTo>
                  <a:lnTo>
                    <a:pt x="14716" y="61055"/>
                  </a:lnTo>
                  <a:lnTo>
                    <a:pt x="17252" y="59971"/>
                  </a:lnTo>
                  <a:lnTo>
                    <a:pt x="19812" y="58959"/>
                  </a:lnTo>
                  <a:lnTo>
                    <a:pt x="22395" y="58019"/>
                  </a:lnTo>
                  <a:lnTo>
                    <a:pt x="25003" y="57150"/>
                  </a:lnTo>
                  <a:lnTo>
                    <a:pt x="25003" y="0"/>
                  </a:lnTo>
                  <a:lnTo>
                    <a:pt x="36314" y="0"/>
                  </a:lnTo>
                  <a:lnTo>
                    <a:pt x="36314" y="81557"/>
                  </a:lnTo>
                  <a:lnTo>
                    <a:pt x="38909" y="81563"/>
                  </a:lnTo>
                  <a:lnTo>
                    <a:pt x="41457" y="81581"/>
                  </a:lnTo>
                  <a:lnTo>
                    <a:pt x="43957" y="81611"/>
                  </a:lnTo>
                  <a:lnTo>
                    <a:pt x="46410" y="81653"/>
                  </a:lnTo>
                  <a:lnTo>
                    <a:pt x="48815" y="81706"/>
                  </a:lnTo>
                  <a:lnTo>
                    <a:pt x="51173" y="81772"/>
                  </a:lnTo>
                  <a:lnTo>
                    <a:pt x="53482" y="81849"/>
                  </a:lnTo>
                  <a:lnTo>
                    <a:pt x="55745" y="81938"/>
                  </a:lnTo>
                  <a:lnTo>
                    <a:pt x="57959" y="82040"/>
                  </a:lnTo>
                  <a:lnTo>
                    <a:pt x="60126" y="82153"/>
                  </a:lnTo>
                  <a:lnTo>
                    <a:pt x="60126" y="14882"/>
                  </a:lnTo>
                  <a:lnTo>
                    <a:pt x="70866" y="14930"/>
                  </a:lnTo>
                  <a:lnTo>
                    <a:pt x="80700" y="15073"/>
                  </a:lnTo>
                  <a:lnTo>
                    <a:pt x="89630" y="15311"/>
                  </a:lnTo>
                  <a:lnTo>
                    <a:pt x="97655" y="15644"/>
                  </a:lnTo>
                  <a:lnTo>
                    <a:pt x="104775" y="16073"/>
                  </a:lnTo>
                  <a:lnTo>
                    <a:pt x="110990" y="16597"/>
                  </a:lnTo>
                  <a:lnTo>
                    <a:pt x="116300" y="17216"/>
                  </a:lnTo>
                  <a:lnTo>
                    <a:pt x="120705" y="17930"/>
                  </a:lnTo>
                  <a:lnTo>
                    <a:pt x="124206" y="18740"/>
                  </a:lnTo>
                  <a:lnTo>
                    <a:pt x="126801" y="19645"/>
                  </a:lnTo>
                  <a:lnTo>
                    <a:pt x="128837" y="20693"/>
                  </a:lnTo>
                  <a:lnTo>
                    <a:pt x="130659" y="21931"/>
                  </a:lnTo>
                  <a:lnTo>
                    <a:pt x="132266" y="23360"/>
                  </a:lnTo>
                  <a:lnTo>
                    <a:pt x="133659" y="24979"/>
                  </a:lnTo>
                  <a:lnTo>
                    <a:pt x="134838" y="26789"/>
                  </a:lnTo>
                  <a:lnTo>
                    <a:pt x="135802" y="28789"/>
                  </a:lnTo>
                  <a:lnTo>
                    <a:pt x="136552" y="30980"/>
                  </a:lnTo>
                  <a:lnTo>
                    <a:pt x="137088" y="33361"/>
                  </a:lnTo>
                  <a:lnTo>
                    <a:pt x="137410" y="35933"/>
                  </a:lnTo>
                  <a:lnTo>
                    <a:pt x="137517" y="38695"/>
                  </a:lnTo>
                  <a:lnTo>
                    <a:pt x="137505" y="40278"/>
                  </a:lnTo>
                  <a:lnTo>
                    <a:pt x="137469" y="41933"/>
                  </a:lnTo>
                  <a:lnTo>
                    <a:pt x="137410" y="43660"/>
                  </a:lnTo>
                  <a:lnTo>
                    <a:pt x="137326" y="45458"/>
                  </a:lnTo>
                  <a:lnTo>
                    <a:pt x="137219" y="47327"/>
                  </a:lnTo>
                  <a:lnTo>
                    <a:pt x="137088" y="49268"/>
                  </a:lnTo>
                  <a:lnTo>
                    <a:pt x="136933" y="51280"/>
                  </a:lnTo>
                  <a:lnTo>
                    <a:pt x="136755" y="53363"/>
                  </a:lnTo>
                  <a:lnTo>
                    <a:pt x="136552" y="55518"/>
                  </a:lnTo>
                  <a:lnTo>
                    <a:pt x="136326" y="57745"/>
                  </a:lnTo>
                  <a:lnTo>
                    <a:pt x="124420" y="59531"/>
                  </a:lnTo>
                  <a:lnTo>
                    <a:pt x="124646" y="57304"/>
                  </a:lnTo>
                  <a:lnTo>
                    <a:pt x="124848" y="55149"/>
                  </a:lnTo>
                  <a:lnTo>
                    <a:pt x="125027" y="53066"/>
                  </a:lnTo>
                  <a:lnTo>
                    <a:pt x="125182" y="51054"/>
                  </a:lnTo>
                  <a:lnTo>
                    <a:pt x="125313" y="49113"/>
                  </a:lnTo>
                  <a:lnTo>
                    <a:pt x="125420" y="47244"/>
                  </a:lnTo>
                  <a:lnTo>
                    <a:pt x="125503" y="45446"/>
                  </a:lnTo>
                  <a:lnTo>
                    <a:pt x="125563" y="43719"/>
                  </a:lnTo>
                  <a:lnTo>
                    <a:pt x="125599" y="42064"/>
                  </a:lnTo>
                  <a:lnTo>
                    <a:pt x="125610" y="40481"/>
                  </a:lnTo>
                  <a:lnTo>
                    <a:pt x="125542" y="39097"/>
                  </a:lnTo>
                  <a:lnTo>
                    <a:pt x="125337" y="37802"/>
                  </a:lnTo>
                  <a:lnTo>
                    <a:pt x="124994" y="36596"/>
                  </a:lnTo>
                  <a:lnTo>
                    <a:pt x="124515" y="35480"/>
                  </a:lnTo>
                  <a:lnTo>
                    <a:pt x="123899" y="34453"/>
                  </a:lnTo>
                  <a:lnTo>
                    <a:pt x="123146" y="33516"/>
                  </a:lnTo>
                  <a:lnTo>
                    <a:pt x="122256" y="32667"/>
                  </a:lnTo>
                  <a:lnTo>
                    <a:pt x="121229" y="31908"/>
                  </a:lnTo>
                  <a:lnTo>
                    <a:pt x="120065" y="31239"/>
                  </a:lnTo>
                  <a:lnTo>
                    <a:pt x="118764" y="30658"/>
                  </a:lnTo>
                  <a:lnTo>
                    <a:pt x="117059" y="30137"/>
                  </a:lnTo>
                  <a:lnTo>
                    <a:pt x="114681" y="29646"/>
                  </a:lnTo>
                  <a:lnTo>
                    <a:pt x="111630" y="29185"/>
                  </a:lnTo>
                  <a:lnTo>
                    <a:pt x="107906" y="28753"/>
                  </a:lnTo>
                  <a:lnTo>
                    <a:pt x="103509" y="28351"/>
                  </a:lnTo>
                  <a:lnTo>
                    <a:pt x="98440" y="27979"/>
                  </a:lnTo>
                  <a:lnTo>
                    <a:pt x="92699" y="27637"/>
                  </a:lnTo>
                  <a:lnTo>
                    <a:pt x="86284" y="27324"/>
                  </a:lnTo>
                  <a:lnTo>
                    <a:pt x="79197" y="27042"/>
                  </a:lnTo>
                  <a:lnTo>
                    <a:pt x="71437" y="26789"/>
                  </a:lnTo>
                  <a:lnTo>
                    <a:pt x="71437" y="83343"/>
                  </a:lnTo>
                  <a:lnTo>
                    <a:pt x="80349" y="84290"/>
                  </a:lnTo>
                  <a:lnTo>
                    <a:pt x="88749" y="85939"/>
                  </a:lnTo>
                  <a:lnTo>
                    <a:pt x="96637" y="88290"/>
                  </a:lnTo>
                  <a:lnTo>
                    <a:pt x="104013" y="91344"/>
                  </a:lnTo>
                  <a:lnTo>
                    <a:pt x="110876" y="95101"/>
                  </a:lnTo>
                  <a:lnTo>
                    <a:pt x="117228" y="99560"/>
                  </a:lnTo>
                  <a:lnTo>
                    <a:pt x="123068" y="104721"/>
                  </a:lnTo>
                  <a:lnTo>
                    <a:pt x="128397" y="110585"/>
                  </a:lnTo>
                  <a:lnTo>
                    <a:pt x="133213" y="117151"/>
                  </a:lnTo>
                  <a:lnTo>
                    <a:pt x="137517" y="124420"/>
                  </a:lnTo>
                  <a:lnTo>
                    <a:pt x="126801" y="130968"/>
                  </a:lnTo>
                  <a:lnTo>
                    <a:pt x="124676" y="127140"/>
                  </a:lnTo>
                  <a:lnTo>
                    <a:pt x="122348" y="123515"/>
                  </a:lnTo>
                  <a:lnTo>
                    <a:pt x="119818" y="120092"/>
                  </a:lnTo>
                  <a:lnTo>
                    <a:pt x="117086" y="116871"/>
                  </a:lnTo>
                  <a:lnTo>
                    <a:pt x="114151" y="113853"/>
                  </a:lnTo>
                  <a:lnTo>
                    <a:pt x="111013" y="111037"/>
                  </a:lnTo>
                  <a:lnTo>
                    <a:pt x="107674" y="108424"/>
                  </a:lnTo>
                  <a:lnTo>
                    <a:pt x="104132" y="106013"/>
                  </a:lnTo>
                  <a:lnTo>
                    <a:pt x="100387" y="103804"/>
                  </a:lnTo>
                  <a:lnTo>
                    <a:pt x="96440" y="101798"/>
                  </a:lnTo>
                  <a:lnTo>
                    <a:pt x="92517" y="100214"/>
                  </a:lnTo>
                  <a:lnTo>
                    <a:pt x="88130" y="98798"/>
                  </a:lnTo>
                  <a:lnTo>
                    <a:pt x="83278" y="97547"/>
                  </a:lnTo>
                  <a:lnTo>
                    <a:pt x="77962" y="96464"/>
                  </a:lnTo>
                  <a:lnTo>
                    <a:pt x="72181" y="95547"/>
                  </a:lnTo>
                  <a:lnTo>
                    <a:pt x="65936" y="94797"/>
                  </a:lnTo>
                  <a:lnTo>
                    <a:pt x="59227" y="94214"/>
                  </a:lnTo>
                  <a:lnTo>
                    <a:pt x="52054" y="93797"/>
                  </a:lnTo>
                  <a:lnTo>
                    <a:pt x="44416" y="93547"/>
                  </a:lnTo>
                  <a:lnTo>
                    <a:pt x="36314" y="93464"/>
                  </a:lnTo>
                  <a:lnTo>
                    <a:pt x="36314" y="132754"/>
                  </a:lnTo>
                  <a:lnTo>
                    <a:pt x="25003" y="132754"/>
                  </a:lnTo>
                  <a:lnTo>
                    <a:pt x="25003" y="71437"/>
                  </a:lnTo>
                  <a:lnTo>
                    <a:pt x="22758" y="72175"/>
                  </a:lnTo>
                  <a:lnTo>
                    <a:pt x="20550" y="72961"/>
                  </a:lnTo>
                  <a:lnTo>
                    <a:pt x="18377" y="73794"/>
                  </a:lnTo>
                  <a:lnTo>
                    <a:pt x="16240" y="74676"/>
                  </a:lnTo>
                  <a:lnTo>
                    <a:pt x="14138" y="75604"/>
                  </a:lnTo>
                  <a:lnTo>
                    <a:pt x="12072" y="76581"/>
                  </a:lnTo>
                  <a:lnTo>
                    <a:pt x="10042" y="77604"/>
                  </a:lnTo>
                  <a:lnTo>
                    <a:pt x="8048" y="78676"/>
                  </a:lnTo>
                  <a:lnTo>
                    <a:pt x="6090" y="79795"/>
                  </a:lnTo>
                  <a:lnTo>
                    <a:pt x="4167" y="8096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h95"/>
            <p:cNvSpPr/>
            <p:nvPr/>
          </p:nvSpPr>
          <p:spPr>
            <a:xfrm>
              <a:off x="57535" y="3406845"/>
              <a:ext cx="136921" cy="136921"/>
            </a:xfrm>
            <a:custGeom>
              <a:avLst/>
              <a:pathLst>
                <a:path w="136921" h="136921">
                  <a:moveTo>
                    <a:pt x="0" y="114895"/>
                  </a:moveTo>
                  <a:lnTo>
                    <a:pt x="2393" y="113026"/>
                  </a:lnTo>
                  <a:lnTo>
                    <a:pt x="4810" y="111228"/>
                  </a:lnTo>
                  <a:lnTo>
                    <a:pt x="7250" y="109501"/>
                  </a:lnTo>
                  <a:lnTo>
                    <a:pt x="9715" y="107846"/>
                  </a:lnTo>
                  <a:lnTo>
                    <a:pt x="12203" y="106263"/>
                  </a:lnTo>
                  <a:lnTo>
                    <a:pt x="14716" y="104751"/>
                  </a:lnTo>
                  <a:lnTo>
                    <a:pt x="17252" y="103310"/>
                  </a:lnTo>
                  <a:lnTo>
                    <a:pt x="19812" y="101941"/>
                  </a:lnTo>
                  <a:lnTo>
                    <a:pt x="22395" y="100643"/>
                  </a:lnTo>
                  <a:lnTo>
                    <a:pt x="25003" y="99417"/>
                  </a:lnTo>
                  <a:lnTo>
                    <a:pt x="31551" y="110728"/>
                  </a:lnTo>
                  <a:lnTo>
                    <a:pt x="28944" y="111841"/>
                  </a:lnTo>
                  <a:lnTo>
                    <a:pt x="26360" y="113037"/>
                  </a:lnTo>
                  <a:lnTo>
                    <a:pt x="23800" y="114317"/>
                  </a:lnTo>
                  <a:lnTo>
                    <a:pt x="21264" y="115681"/>
                  </a:lnTo>
                  <a:lnTo>
                    <a:pt x="18752" y="117127"/>
                  </a:lnTo>
                  <a:lnTo>
                    <a:pt x="16263" y="118657"/>
                  </a:lnTo>
                  <a:lnTo>
                    <a:pt x="13799" y="120270"/>
                  </a:lnTo>
                  <a:lnTo>
                    <a:pt x="11358" y="121967"/>
                  </a:lnTo>
                  <a:lnTo>
                    <a:pt x="8941" y="123747"/>
                  </a:lnTo>
                  <a:lnTo>
                    <a:pt x="6548" y="125610"/>
                  </a:lnTo>
                  <a:close/>
                  <a:moveTo>
                    <a:pt x="44053" y="136921"/>
                  </a:moveTo>
                  <a:lnTo>
                    <a:pt x="44053" y="105965"/>
                  </a:lnTo>
                  <a:lnTo>
                    <a:pt x="109537" y="105965"/>
                  </a:lnTo>
                  <a:lnTo>
                    <a:pt x="98821" y="98226"/>
                  </a:lnTo>
                  <a:lnTo>
                    <a:pt x="105370" y="91082"/>
                  </a:lnTo>
                  <a:lnTo>
                    <a:pt x="107858" y="92434"/>
                  </a:lnTo>
                  <a:lnTo>
                    <a:pt x="110323" y="93868"/>
                  </a:lnTo>
                  <a:lnTo>
                    <a:pt x="112764" y="95386"/>
                  </a:lnTo>
                  <a:lnTo>
                    <a:pt x="115181" y="96988"/>
                  </a:lnTo>
                  <a:lnTo>
                    <a:pt x="117574" y="98673"/>
                  </a:lnTo>
                  <a:lnTo>
                    <a:pt x="119943" y="100441"/>
                  </a:lnTo>
                  <a:lnTo>
                    <a:pt x="122289" y="102292"/>
                  </a:lnTo>
                  <a:lnTo>
                    <a:pt x="124610" y="104227"/>
                  </a:lnTo>
                  <a:lnTo>
                    <a:pt x="126908" y="106245"/>
                  </a:lnTo>
                  <a:lnTo>
                    <a:pt x="129182" y="108346"/>
                  </a:lnTo>
                  <a:lnTo>
                    <a:pt x="121443" y="117276"/>
                  </a:lnTo>
                  <a:lnTo>
                    <a:pt x="54768" y="117276"/>
                  </a:lnTo>
                  <a:lnTo>
                    <a:pt x="54768" y="136921"/>
                  </a:lnTo>
                  <a:close/>
                  <a:moveTo>
                    <a:pt x="4762" y="85129"/>
                  </a:moveTo>
                  <a:lnTo>
                    <a:pt x="4762" y="12501"/>
                  </a:lnTo>
                  <a:lnTo>
                    <a:pt x="46434" y="12501"/>
                  </a:lnTo>
                  <a:lnTo>
                    <a:pt x="46434" y="85129"/>
                  </a:lnTo>
                  <a:close/>
                  <a:moveTo>
                    <a:pt x="35718" y="73223"/>
                  </a:moveTo>
                  <a:lnTo>
                    <a:pt x="35718" y="24407"/>
                  </a:lnTo>
                  <a:lnTo>
                    <a:pt x="15478" y="24407"/>
                  </a:lnTo>
                  <a:lnTo>
                    <a:pt x="15478" y="73223"/>
                  </a:lnTo>
                  <a:close/>
                  <a:moveTo>
                    <a:pt x="68460" y="55959"/>
                  </a:moveTo>
                  <a:lnTo>
                    <a:pt x="68460" y="88106"/>
                  </a:lnTo>
                  <a:lnTo>
                    <a:pt x="57150" y="88106"/>
                  </a:lnTo>
                  <a:lnTo>
                    <a:pt x="57150" y="10120"/>
                  </a:lnTo>
                  <a:lnTo>
                    <a:pt x="68460" y="10120"/>
                  </a:lnTo>
                  <a:lnTo>
                    <a:pt x="68460" y="43457"/>
                  </a:lnTo>
                  <a:lnTo>
                    <a:pt x="70229" y="43701"/>
                  </a:lnTo>
                  <a:lnTo>
                    <a:pt x="71961" y="43957"/>
                  </a:lnTo>
                  <a:lnTo>
                    <a:pt x="73658" y="44225"/>
                  </a:lnTo>
                  <a:lnTo>
                    <a:pt x="75318" y="44505"/>
                  </a:lnTo>
                  <a:lnTo>
                    <a:pt x="76944" y="44797"/>
                  </a:lnTo>
                  <a:lnTo>
                    <a:pt x="78533" y="45100"/>
                  </a:lnTo>
                  <a:lnTo>
                    <a:pt x="80087" y="45416"/>
                  </a:lnTo>
                  <a:lnTo>
                    <a:pt x="81605" y="45743"/>
                  </a:lnTo>
                  <a:lnTo>
                    <a:pt x="83087" y="46083"/>
                  </a:lnTo>
                  <a:lnTo>
                    <a:pt x="84534" y="46434"/>
                  </a:lnTo>
                  <a:lnTo>
                    <a:pt x="84534" y="2976"/>
                  </a:lnTo>
                  <a:lnTo>
                    <a:pt x="95845" y="2976"/>
                  </a:lnTo>
                  <a:lnTo>
                    <a:pt x="95845" y="41671"/>
                  </a:lnTo>
                  <a:lnTo>
                    <a:pt x="100000" y="38469"/>
                  </a:lnTo>
                  <a:lnTo>
                    <a:pt x="103893" y="35052"/>
                  </a:lnTo>
                  <a:lnTo>
                    <a:pt x="107525" y="31420"/>
                  </a:lnTo>
                  <a:lnTo>
                    <a:pt x="110894" y="27574"/>
                  </a:lnTo>
                  <a:lnTo>
                    <a:pt x="114002" y="23514"/>
                  </a:lnTo>
                  <a:lnTo>
                    <a:pt x="116847" y="19240"/>
                  </a:lnTo>
                  <a:lnTo>
                    <a:pt x="119431" y="14751"/>
                  </a:lnTo>
                  <a:lnTo>
                    <a:pt x="121753" y="10048"/>
                  </a:lnTo>
                  <a:lnTo>
                    <a:pt x="123813" y="5131"/>
                  </a:lnTo>
                  <a:lnTo>
                    <a:pt x="125610" y="0"/>
                  </a:lnTo>
                  <a:lnTo>
                    <a:pt x="136921" y="6548"/>
                  </a:lnTo>
                  <a:lnTo>
                    <a:pt x="134522" y="12031"/>
                  </a:lnTo>
                  <a:lnTo>
                    <a:pt x="131849" y="17287"/>
                  </a:lnTo>
                  <a:lnTo>
                    <a:pt x="128903" y="22318"/>
                  </a:lnTo>
                  <a:lnTo>
                    <a:pt x="125682" y="27122"/>
                  </a:lnTo>
                  <a:lnTo>
                    <a:pt x="122187" y="31700"/>
                  </a:lnTo>
                  <a:lnTo>
                    <a:pt x="118419" y="36052"/>
                  </a:lnTo>
                  <a:lnTo>
                    <a:pt x="114377" y="40177"/>
                  </a:lnTo>
                  <a:lnTo>
                    <a:pt x="110061" y="44076"/>
                  </a:lnTo>
                  <a:lnTo>
                    <a:pt x="105471" y="47750"/>
                  </a:lnTo>
                  <a:lnTo>
                    <a:pt x="100607" y="51196"/>
                  </a:lnTo>
                  <a:lnTo>
                    <a:pt x="105792" y="53548"/>
                  </a:lnTo>
                  <a:lnTo>
                    <a:pt x="110632" y="56316"/>
                  </a:lnTo>
                  <a:lnTo>
                    <a:pt x="115127" y="59501"/>
                  </a:lnTo>
                  <a:lnTo>
                    <a:pt x="119276" y="63103"/>
                  </a:lnTo>
                  <a:lnTo>
                    <a:pt x="123080" y="67121"/>
                  </a:lnTo>
                  <a:lnTo>
                    <a:pt x="126539" y="71556"/>
                  </a:lnTo>
                  <a:lnTo>
                    <a:pt x="129653" y="76408"/>
                  </a:lnTo>
                  <a:lnTo>
                    <a:pt x="132421" y="81676"/>
                  </a:lnTo>
                  <a:lnTo>
                    <a:pt x="134844" y="87362"/>
                  </a:lnTo>
                  <a:lnTo>
                    <a:pt x="136921" y="93464"/>
                  </a:lnTo>
                  <a:lnTo>
                    <a:pt x="125610" y="98821"/>
                  </a:lnTo>
                  <a:lnTo>
                    <a:pt x="123813" y="93529"/>
                  </a:lnTo>
                  <a:lnTo>
                    <a:pt x="121753" y="88606"/>
                  </a:lnTo>
                  <a:lnTo>
                    <a:pt x="119431" y="84052"/>
                  </a:lnTo>
                  <a:lnTo>
                    <a:pt x="116847" y="79867"/>
                  </a:lnTo>
                  <a:lnTo>
                    <a:pt x="114002" y="76051"/>
                  </a:lnTo>
                  <a:lnTo>
                    <a:pt x="110894" y="72604"/>
                  </a:lnTo>
                  <a:lnTo>
                    <a:pt x="107525" y="69526"/>
                  </a:lnTo>
                  <a:lnTo>
                    <a:pt x="103893" y="66817"/>
                  </a:lnTo>
                  <a:lnTo>
                    <a:pt x="100000" y="64478"/>
                  </a:lnTo>
                  <a:lnTo>
                    <a:pt x="95845" y="62507"/>
                  </a:lnTo>
                  <a:lnTo>
                    <a:pt x="95845" y="94059"/>
                  </a:lnTo>
                  <a:lnTo>
                    <a:pt x="84534" y="94059"/>
                  </a:lnTo>
                  <a:lnTo>
                    <a:pt x="84534" y="58935"/>
                  </a:lnTo>
                  <a:lnTo>
                    <a:pt x="83087" y="58477"/>
                  </a:lnTo>
                  <a:lnTo>
                    <a:pt x="81605" y="58054"/>
                  </a:lnTo>
                  <a:lnTo>
                    <a:pt x="80087" y="57667"/>
                  </a:lnTo>
                  <a:lnTo>
                    <a:pt x="78533" y="57316"/>
                  </a:lnTo>
                  <a:lnTo>
                    <a:pt x="76944" y="57001"/>
                  </a:lnTo>
                  <a:lnTo>
                    <a:pt x="75318" y="56721"/>
                  </a:lnTo>
                  <a:lnTo>
                    <a:pt x="73658" y="56477"/>
                  </a:lnTo>
                  <a:lnTo>
                    <a:pt x="71961" y="56268"/>
                  </a:lnTo>
                  <a:lnTo>
                    <a:pt x="70229" y="5609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h96"/>
            <p:cNvSpPr/>
            <p:nvPr/>
          </p:nvSpPr>
          <p:spPr>
            <a:xfrm>
              <a:off x="55749" y="3257421"/>
              <a:ext cx="133945" cy="133945"/>
            </a:xfrm>
            <a:custGeom>
              <a:avLst/>
              <a:pathLst>
                <a:path w="133945" h="133945">
                  <a:moveTo>
                    <a:pt x="0" y="91678"/>
                  </a:moveTo>
                  <a:lnTo>
                    <a:pt x="1559" y="90386"/>
                  </a:lnTo>
                  <a:lnTo>
                    <a:pt x="3143" y="89130"/>
                  </a:lnTo>
                  <a:lnTo>
                    <a:pt x="4750" y="87909"/>
                  </a:lnTo>
                  <a:lnTo>
                    <a:pt x="6381" y="86725"/>
                  </a:lnTo>
                  <a:lnTo>
                    <a:pt x="8036" y="85576"/>
                  </a:lnTo>
                  <a:lnTo>
                    <a:pt x="9715" y="84462"/>
                  </a:lnTo>
                  <a:lnTo>
                    <a:pt x="11418" y="83385"/>
                  </a:lnTo>
                  <a:lnTo>
                    <a:pt x="13144" y="82343"/>
                  </a:lnTo>
                  <a:lnTo>
                    <a:pt x="14894" y="81337"/>
                  </a:lnTo>
                  <a:lnTo>
                    <a:pt x="16668" y="80367"/>
                  </a:lnTo>
                  <a:lnTo>
                    <a:pt x="16668" y="51196"/>
                  </a:lnTo>
                  <a:lnTo>
                    <a:pt x="14894" y="49916"/>
                  </a:lnTo>
                  <a:lnTo>
                    <a:pt x="13144" y="48696"/>
                  </a:lnTo>
                  <a:lnTo>
                    <a:pt x="11418" y="47535"/>
                  </a:lnTo>
                  <a:lnTo>
                    <a:pt x="9715" y="46434"/>
                  </a:lnTo>
                  <a:lnTo>
                    <a:pt x="8036" y="45392"/>
                  </a:lnTo>
                  <a:lnTo>
                    <a:pt x="6381" y="44410"/>
                  </a:lnTo>
                  <a:lnTo>
                    <a:pt x="4750" y="43487"/>
                  </a:lnTo>
                  <a:lnTo>
                    <a:pt x="3143" y="42624"/>
                  </a:lnTo>
                  <a:lnTo>
                    <a:pt x="1559" y="41820"/>
                  </a:lnTo>
                  <a:lnTo>
                    <a:pt x="0" y="41076"/>
                  </a:lnTo>
                  <a:lnTo>
                    <a:pt x="4167" y="27384"/>
                  </a:lnTo>
                  <a:lnTo>
                    <a:pt x="5578" y="28229"/>
                  </a:lnTo>
                  <a:lnTo>
                    <a:pt x="6953" y="29098"/>
                  </a:lnTo>
                  <a:lnTo>
                    <a:pt x="8292" y="29991"/>
                  </a:lnTo>
                  <a:lnTo>
                    <a:pt x="9596" y="30908"/>
                  </a:lnTo>
                  <a:lnTo>
                    <a:pt x="10864" y="31849"/>
                  </a:lnTo>
                  <a:lnTo>
                    <a:pt x="12096" y="32813"/>
                  </a:lnTo>
                  <a:lnTo>
                    <a:pt x="13293" y="33801"/>
                  </a:lnTo>
                  <a:lnTo>
                    <a:pt x="14454" y="34813"/>
                  </a:lnTo>
                  <a:lnTo>
                    <a:pt x="15579" y="35849"/>
                  </a:lnTo>
                  <a:lnTo>
                    <a:pt x="16668" y="36909"/>
                  </a:lnTo>
                  <a:lnTo>
                    <a:pt x="16668" y="4762"/>
                  </a:lnTo>
                  <a:lnTo>
                    <a:pt x="27979" y="4762"/>
                  </a:lnTo>
                  <a:lnTo>
                    <a:pt x="27979" y="58935"/>
                  </a:lnTo>
                  <a:lnTo>
                    <a:pt x="29289" y="59180"/>
                  </a:lnTo>
                  <a:lnTo>
                    <a:pt x="30599" y="59436"/>
                  </a:lnTo>
                  <a:lnTo>
                    <a:pt x="31908" y="59703"/>
                  </a:lnTo>
                  <a:lnTo>
                    <a:pt x="33218" y="59983"/>
                  </a:lnTo>
                  <a:lnTo>
                    <a:pt x="34528" y="60275"/>
                  </a:lnTo>
                  <a:lnTo>
                    <a:pt x="35837" y="60579"/>
                  </a:lnTo>
                  <a:lnTo>
                    <a:pt x="37147" y="60894"/>
                  </a:lnTo>
                  <a:lnTo>
                    <a:pt x="38457" y="61221"/>
                  </a:lnTo>
                  <a:lnTo>
                    <a:pt x="39766" y="61561"/>
                  </a:lnTo>
                  <a:lnTo>
                    <a:pt x="41076" y="61912"/>
                  </a:lnTo>
                  <a:lnTo>
                    <a:pt x="41076" y="9525"/>
                  </a:lnTo>
                  <a:lnTo>
                    <a:pt x="51792" y="9525"/>
                  </a:lnTo>
                  <a:lnTo>
                    <a:pt x="51792" y="65484"/>
                  </a:lnTo>
                  <a:lnTo>
                    <a:pt x="64889" y="70842"/>
                  </a:lnTo>
                  <a:lnTo>
                    <a:pt x="64889" y="0"/>
                  </a:lnTo>
                  <a:lnTo>
                    <a:pt x="76200" y="0"/>
                  </a:lnTo>
                  <a:lnTo>
                    <a:pt x="76200" y="76795"/>
                  </a:lnTo>
                  <a:lnTo>
                    <a:pt x="77849" y="77753"/>
                  </a:lnTo>
                  <a:lnTo>
                    <a:pt x="79462" y="78724"/>
                  </a:lnTo>
                  <a:lnTo>
                    <a:pt x="81039" y="79706"/>
                  </a:lnTo>
                  <a:lnTo>
                    <a:pt x="82581" y="80700"/>
                  </a:lnTo>
                  <a:lnTo>
                    <a:pt x="84087" y="81706"/>
                  </a:lnTo>
                  <a:lnTo>
                    <a:pt x="85558" y="82724"/>
                  </a:lnTo>
                  <a:lnTo>
                    <a:pt x="86993" y="83754"/>
                  </a:lnTo>
                  <a:lnTo>
                    <a:pt x="88392" y="84796"/>
                  </a:lnTo>
                  <a:lnTo>
                    <a:pt x="89755" y="85850"/>
                  </a:lnTo>
                  <a:lnTo>
                    <a:pt x="91082" y="86915"/>
                  </a:lnTo>
                  <a:lnTo>
                    <a:pt x="91082" y="8334"/>
                  </a:lnTo>
                  <a:lnTo>
                    <a:pt x="102393" y="8334"/>
                  </a:lnTo>
                  <a:lnTo>
                    <a:pt x="102393" y="53578"/>
                  </a:lnTo>
                  <a:lnTo>
                    <a:pt x="122634" y="53578"/>
                  </a:lnTo>
                  <a:lnTo>
                    <a:pt x="122634" y="595"/>
                  </a:lnTo>
                  <a:lnTo>
                    <a:pt x="133945" y="595"/>
                  </a:lnTo>
                  <a:lnTo>
                    <a:pt x="133945" y="118467"/>
                  </a:lnTo>
                  <a:lnTo>
                    <a:pt x="122634" y="118467"/>
                  </a:lnTo>
                  <a:lnTo>
                    <a:pt x="122634" y="65484"/>
                  </a:lnTo>
                  <a:lnTo>
                    <a:pt x="102393" y="65484"/>
                  </a:lnTo>
                  <a:lnTo>
                    <a:pt x="102393" y="97631"/>
                  </a:lnTo>
                  <a:lnTo>
                    <a:pt x="104828" y="100500"/>
                  </a:lnTo>
                  <a:lnTo>
                    <a:pt x="107132" y="103393"/>
                  </a:lnTo>
                  <a:lnTo>
                    <a:pt x="109305" y="106310"/>
                  </a:lnTo>
                  <a:lnTo>
                    <a:pt x="111347" y="109251"/>
                  </a:lnTo>
                  <a:lnTo>
                    <a:pt x="113258" y="112216"/>
                  </a:lnTo>
                  <a:lnTo>
                    <a:pt x="115038" y="115204"/>
                  </a:lnTo>
                  <a:lnTo>
                    <a:pt x="116687" y="118217"/>
                  </a:lnTo>
                  <a:lnTo>
                    <a:pt x="118205" y="121253"/>
                  </a:lnTo>
                  <a:lnTo>
                    <a:pt x="119592" y="124313"/>
                  </a:lnTo>
                  <a:lnTo>
                    <a:pt x="120848" y="127396"/>
                  </a:lnTo>
                  <a:lnTo>
                    <a:pt x="110132" y="133945"/>
                  </a:lnTo>
                  <a:lnTo>
                    <a:pt x="107971" y="129022"/>
                  </a:lnTo>
                  <a:lnTo>
                    <a:pt x="105537" y="124253"/>
                  </a:lnTo>
                  <a:lnTo>
                    <a:pt x="102828" y="119639"/>
                  </a:lnTo>
                  <a:lnTo>
                    <a:pt x="99845" y="115181"/>
                  </a:lnTo>
                  <a:lnTo>
                    <a:pt x="96589" y="110876"/>
                  </a:lnTo>
                  <a:lnTo>
                    <a:pt x="93059" y="106727"/>
                  </a:lnTo>
                  <a:lnTo>
                    <a:pt x="89255" y="102733"/>
                  </a:lnTo>
                  <a:lnTo>
                    <a:pt x="85177" y="98893"/>
                  </a:lnTo>
                  <a:lnTo>
                    <a:pt x="80825" y="95208"/>
                  </a:lnTo>
                  <a:lnTo>
                    <a:pt x="76200" y="91678"/>
                  </a:lnTo>
                  <a:lnTo>
                    <a:pt x="76200" y="130373"/>
                  </a:lnTo>
                  <a:lnTo>
                    <a:pt x="64889" y="130373"/>
                  </a:lnTo>
                  <a:lnTo>
                    <a:pt x="64889" y="84534"/>
                  </a:lnTo>
                  <a:lnTo>
                    <a:pt x="63793" y="83939"/>
                  </a:lnTo>
                  <a:lnTo>
                    <a:pt x="62650" y="83343"/>
                  </a:lnTo>
                  <a:lnTo>
                    <a:pt x="61460" y="82748"/>
                  </a:lnTo>
                  <a:lnTo>
                    <a:pt x="60221" y="82153"/>
                  </a:lnTo>
                  <a:lnTo>
                    <a:pt x="58935" y="81557"/>
                  </a:lnTo>
                  <a:lnTo>
                    <a:pt x="57602" y="80962"/>
                  </a:lnTo>
                  <a:lnTo>
                    <a:pt x="56221" y="80367"/>
                  </a:lnTo>
                  <a:lnTo>
                    <a:pt x="54792" y="79771"/>
                  </a:lnTo>
                  <a:lnTo>
                    <a:pt x="53316" y="79176"/>
                  </a:lnTo>
                  <a:lnTo>
                    <a:pt x="51792" y="78581"/>
                  </a:lnTo>
                  <a:lnTo>
                    <a:pt x="51792" y="122634"/>
                  </a:lnTo>
                  <a:lnTo>
                    <a:pt x="41076" y="122634"/>
                  </a:lnTo>
                  <a:lnTo>
                    <a:pt x="41076" y="75009"/>
                  </a:lnTo>
                  <a:lnTo>
                    <a:pt x="39766" y="74658"/>
                  </a:lnTo>
                  <a:lnTo>
                    <a:pt x="38457" y="74318"/>
                  </a:lnTo>
                  <a:lnTo>
                    <a:pt x="37147" y="73991"/>
                  </a:lnTo>
                  <a:lnTo>
                    <a:pt x="35837" y="73675"/>
                  </a:lnTo>
                  <a:lnTo>
                    <a:pt x="34528" y="73372"/>
                  </a:lnTo>
                  <a:lnTo>
                    <a:pt x="33218" y="73080"/>
                  </a:lnTo>
                  <a:lnTo>
                    <a:pt x="31908" y="72800"/>
                  </a:lnTo>
                  <a:lnTo>
                    <a:pt x="30599" y="72532"/>
                  </a:lnTo>
                  <a:lnTo>
                    <a:pt x="29289" y="72276"/>
                  </a:lnTo>
                  <a:lnTo>
                    <a:pt x="27979" y="72032"/>
                  </a:lnTo>
                  <a:lnTo>
                    <a:pt x="27979" y="126206"/>
                  </a:lnTo>
                  <a:lnTo>
                    <a:pt x="16668" y="126206"/>
                  </a:lnTo>
                  <a:lnTo>
                    <a:pt x="16668" y="95250"/>
                  </a:lnTo>
                  <a:lnTo>
                    <a:pt x="15484" y="95970"/>
                  </a:lnTo>
                  <a:lnTo>
                    <a:pt x="14311" y="96702"/>
                  </a:lnTo>
                  <a:lnTo>
                    <a:pt x="13150" y="97446"/>
                  </a:lnTo>
                  <a:lnTo>
                    <a:pt x="12001" y="98202"/>
                  </a:lnTo>
                  <a:lnTo>
                    <a:pt x="10864" y="98970"/>
                  </a:lnTo>
                  <a:lnTo>
                    <a:pt x="9739" y="99750"/>
                  </a:lnTo>
                  <a:lnTo>
                    <a:pt x="8626" y="100542"/>
                  </a:lnTo>
                  <a:lnTo>
                    <a:pt x="7524" y="101346"/>
                  </a:lnTo>
                  <a:lnTo>
                    <a:pt x="6435" y="102161"/>
                  </a:lnTo>
                  <a:lnTo>
                    <a:pt x="5357" y="1029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h97"/>
            <p:cNvSpPr/>
            <p:nvPr/>
          </p:nvSpPr>
          <p:spPr>
            <a:xfrm>
              <a:off x="71822" y="3134787"/>
              <a:ext cx="132754" cy="53578"/>
            </a:xfrm>
            <a:custGeom>
              <a:avLst/>
              <a:pathLst>
                <a:path w="132754" h="53578">
                  <a:moveTo>
                    <a:pt x="0" y="14287"/>
                  </a:moveTo>
                  <a:lnTo>
                    <a:pt x="0" y="0"/>
                  </a:lnTo>
                  <a:lnTo>
                    <a:pt x="4958" y="7465"/>
                  </a:lnTo>
                  <a:lnTo>
                    <a:pt x="10310" y="14144"/>
                  </a:lnTo>
                  <a:lnTo>
                    <a:pt x="16055" y="20038"/>
                  </a:lnTo>
                  <a:lnTo>
                    <a:pt x="22193" y="25146"/>
                  </a:lnTo>
                  <a:lnTo>
                    <a:pt x="28723" y="29467"/>
                  </a:lnTo>
                  <a:lnTo>
                    <a:pt x="35647" y="33004"/>
                  </a:lnTo>
                  <a:lnTo>
                    <a:pt x="42963" y="35754"/>
                  </a:lnTo>
                  <a:lnTo>
                    <a:pt x="50673" y="37719"/>
                  </a:lnTo>
                  <a:lnTo>
                    <a:pt x="58775" y="38897"/>
                  </a:lnTo>
                  <a:lnTo>
                    <a:pt x="67270" y="39290"/>
                  </a:lnTo>
                  <a:lnTo>
                    <a:pt x="75533" y="38897"/>
                  </a:lnTo>
                  <a:lnTo>
                    <a:pt x="83415" y="37719"/>
                  </a:lnTo>
                  <a:lnTo>
                    <a:pt x="90916" y="35754"/>
                  </a:lnTo>
                  <a:lnTo>
                    <a:pt x="98036" y="33004"/>
                  </a:lnTo>
                  <a:lnTo>
                    <a:pt x="104775" y="29467"/>
                  </a:lnTo>
                  <a:lnTo>
                    <a:pt x="111132" y="25146"/>
                  </a:lnTo>
                  <a:lnTo>
                    <a:pt x="117109" y="20038"/>
                  </a:lnTo>
                  <a:lnTo>
                    <a:pt x="122705" y="14144"/>
                  </a:lnTo>
                  <a:lnTo>
                    <a:pt x="127920" y="7465"/>
                  </a:lnTo>
                  <a:lnTo>
                    <a:pt x="132754" y="0"/>
                  </a:lnTo>
                  <a:lnTo>
                    <a:pt x="132754" y="14287"/>
                  </a:lnTo>
                  <a:lnTo>
                    <a:pt x="131102" y="17677"/>
                  </a:lnTo>
                  <a:lnTo>
                    <a:pt x="129242" y="20943"/>
                  </a:lnTo>
                  <a:lnTo>
                    <a:pt x="127173" y="24083"/>
                  </a:lnTo>
                  <a:lnTo>
                    <a:pt x="124896" y="27098"/>
                  </a:lnTo>
                  <a:lnTo>
                    <a:pt x="122411" y="29988"/>
                  </a:lnTo>
                  <a:lnTo>
                    <a:pt x="119717" y="32754"/>
                  </a:lnTo>
                  <a:lnTo>
                    <a:pt x="116815" y="35394"/>
                  </a:lnTo>
                  <a:lnTo>
                    <a:pt x="113704" y="37909"/>
                  </a:lnTo>
                  <a:lnTo>
                    <a:pt x="110385" y="40299"/>
                  </a:lnTo>
                  <a:lnTo>
                    <a:pt x="106858" y="42564"/>
                  </a:lnTo>
                  <a:lnTo>
                    <a:pt x="103194" y="44657"/>
                  </a:lnTo>
                  <a:lnTo>
                    <a:pt x="99464" y="46529"/>
                  </a:lnTo>
                  <a:lnTo>
                    <a:pt x="95669" y="48181"/>
                  </a:lnTo>
                  <a:lnTo>
                    <a:pt x="91809" y="49613"/>
                  </a:lnTo>
                  <a:lnTo>
                    <a:pt x="87883" y="50824"/>
                  </a:lnTo>
                  <a:lnTo>
                    <a:pt x="83891" y="51816"/>
                  </a:lnTo>
                  <a:lnTo>
                    <a:pt x="79834" y="52586"/>
                  </a:lnTo>
                  <a:lnTo>
                    <a:pt x="75711" y="53137"/>
                  </a:lnTo>
                  <a:lnTo>
                    <a:pt x="71523" y="53467"/>
                  </a:lnTo>
                  <a:lnTo>
                    <a:pt x="67270" y="53578"/>
                  </a:lnTo>
                  <a:lnTo>
                    <a:pt x="62903" y="53467"/>
                  </a:lnTo>
                  <a:lnTo>
                    <a:pt x="58614" y="53137"/>
                  </a:lnTo>
                  <a:lnTo>
                    <a:pt x="54402" y="52586"/>
                  </a:lnTo>
                  <a:lnTo>
                    <a:pt x="50268" y="51816"/>
                  </a:lnTo>
                  <a:lnTo>
                    <a:pt x="46211" y="50824"/>
                  </a:lnTo>
                  <a:lnTo>
                    <a:pt x="42231" y="49613"/>
                  </a:lnTo>
                  <a:lnTo>
                    <a:pt x="38329" y="48181"/>
                  </a:lnTo>
                  <a:lnTo>
                    <a:pt x="34504" y="46529"/>
                  </a:lnTo>
                  <a:lnTo>
                    <a:pt x="30756" y="44657"/>
                  </a:lnTo>
                  <a:lnTo>
                    <a:pt x="27086" y="42564"/>
                  </a:lnTo>
                  <a:lnTo>
                    <a:pt x="23547" y="40299"/>
                  </a:lnTo>
                  <a:lnTo>
                    <a:pt x="20193" y="37909"/>
                  </a:lnTo>
                  <a:lnTo>
                    <a:pt x="17022" y="35394"/>
                  </a:lnTo>
                  <a:lnTo>
                    <a:pt x="14037" y="32754"/>
                  </a:lnTo>
                  <a:lnTo>
                    <a:pt x="11236" y="29988"/>
                  </a:lnTo>
                  <a:lnTo>
                    <a:pt x="8620" y="27098"/>
                  </a:lnTo>
                  <a:lnTo>
                    <a:pt x="6188" y="24083"/>
                  </a:lnTo>
                  <a:lnTo>
                    <a:pt x="3940" y="20943"/>
                  </a:lnTo>
                  <a:lnTo>
                    <a:pt x="1878" y="176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h98"/>
            <p:cNvSpPr/>
            <p:nvPr/>
          </p:nvSpPr>
          <p:spPr>
            <a:xfrm>
              <a:off x="71971" y="2976508"/>
              <a:ext cx="108793" cy="102989"/>
            </a:xfrm>
            <a:custGeom>
              <a:avLst/>
              <a:pathLst>
                <a:path w="108793" h="102989">
                  <a:moveTo>
                    <a:pt x="108793" y="58042"/>
                  </a:moveTo>
                  <a:lnTo>
                    <a:pt x="13543" y="91008"/>
                  </a:lnTo>
                  <a:lnTo>
                    <a:pt x="13543" y="91603"/>
                  </a:lnTo>
                  <a:lnTo>
                    <a:pt x="14643" y="91515"/>
                  </a:lnTo>
                  <a:lnTo>
                    <a:pt x="15743" y="91431"/>
                  </a:lnTo>
                  <a:lnTo>
                    <a:pt x="16840" y="91349"/>
                  </a:lnTo>
                  <a:lnTo>
                    <a:pt x="17936" y="91270"/>
                  </a:lnTo>
                  <a:lnTo>
                    <a:pt x="19031" y="91194"/>
                  </a:lnTo>
                  <a:lnTo>
                    <a:pt x="20124" y="91121"/>
                  </a:lnTo>
                  <a:lnTo>
                    <a:pt x="21216" y="91051"/>
                  </a:lnTo>
                  <a:lnTo>
                    <a:pt x="22306" y="90984"/>
                  </a:lnTo>
                  <a:lnTo>
                    <a:pt x="23395" y="90920"/>
                  </a:lnTo>
                  <a:lnTo>
                    <a:pt x="24482" y="90859"/>
                  </a:lnTo>
                  <a:lnTo>
                    <a:pt x="25425" y="90801"/>
                  </a:lnTo>
                  <a:lnTo>
                    <a:pt x="26378" y="90746"/>
                  </a:lnTo>
                  <a:lnTo>
                    <a:pt x="27341" y="90694"/>
                  </a:lnTo>
                  <a:lnTo>
                    <a:pt x="28316" y="90645"/>
                  </a:lnTo>
                  <a:lnTo>
                    <a:pt x="29300" y="90599"/>
                  </a:lnTo>
                  <a:lnTo>
                    <a:pt x="30295" y="90555"/>
                  </a:lnTo>
                  <a:lnTo>
                    <a:pt x="31300" y="90515"/>
                  </a:lnTo>
                  <a:lnTo>
                    <a:pt x="32316" y="90478"/>
                  </a:lnTo>
                  <a:lnTo>
                    <a:pt x="33342" y="90444"/>
                  </a:lnTo>
                  <a:lnTo>
                    <a:pt x="34379" y="90413"/>
                  </a:lnTo>
                  <a:lnTo>
                    <a:pt x="35397" y="90370"/>
                  </a:lnTo>
                  <a:lnTo>
                    <a:pt x="36397" y="90332"/>
                  </a:lnTo>
                  <a:lnTo>
                    <a:pt x="37379" y="90299"/>
                  </a:lnTo>
                  <a:lnTo>
                    <a:pt x="38344" y="90270"/>
                  </a:lnTo>
                  <a:lnTo>
                    <a:pt x="39290" y="90245"/>
                  </a:lnTo>
                  <a:lnTo>
                    <a:pt x="40219" y="90225"/>
                  </a:lnTo>
                  <a:lnTo>
                    <a:pt x="41130" y="90209"/>
                  </a:lnTo>
                  <a:lnTo>
                    <a:pt x="42023" y="90198"/>
                  </a:lnTo>
                  <a:lnTo>
                    <a:pt x="42898" y="90192"/>
                  </a:lnTo>
                  <a:lnTo>
                    <a:pt x="43755" y="90189"/>
                  </a:lnTo>
                  <a:lnTo>
                    <a:pt x="108793" y="90189"/>
                  </a:lnTo>
                  <a:lnTo>
                    <a:pt x="108793" y="102989"/>
                  </a:lnTo>
                  <a:lnTo>
                    <a:pt x="0" y="102989"/>
                  </a:lnTo>
                  <a:lnTo>
                    <a:pt x="0" y="82450"/>
                  </a:lnTo>
                  <a:lnTo>
                    <a:pt x="88701" y="51792"/>
                  </a:lnTo>
                  <a:lnTo>
                    <a:pt x="88701" y="51345"/>
                  </a:lnTo>
                  <a:lnTo>
                    <a:pt x="0" y="20538"/>
                  </a:lnTo>
                  <a:lnTo>
                    <a:pt x="0" y="0"/>
                  </a:lnTo>
                  <a:lnTo>
                    <a:pt x="108793" y="0"/>
                  </a:lnTo>
                  <a:lnTo>
                    <a:pt x="108793" y="13841"/>
                  </a:lnTo>
                  <a:lnTo>
                    <a:pt x="42788" y="13841"/>
                  </a:lnTo>
                  <a:lnTo>
                    <a:pt x="42003" y="13839"/>
                  </a:lnTo>
                  <a:lnTo>
                    <a:pt x="41195" y="13835"/>
                  </a:lnTo>
                  <a:lnTo>
                    <a:pt x="40365" y="13827"/>
                  </a:lnTo>
                  <a:lnTo>
                    <a:pt x="39513" y="13817"/>
                  </a:lnTo>
                  <a:lnTo>
                    <a:pt x="38639" y="13803"/>
                  </a:lnTo>
                  <a:lnTo>
                    <a:pt x="37742" y="13787"/>
                  </a:lnTo>
                  <a:lnTo>
                    <a:pt x="36823" y="13768"/>
                  </a:lnTo>
                  <a:lnTo>
                    <a:pt x="35882" y="13745"/>
                  </a:lnTo>
                  <a:lnTo>
                    <a:pt x="34918" y="13720"/>
                  </a:lnTo>
                  <a:lnTo>
                    <a:pt x="33932" y="13692"/>
                  </a:lnTo>
                  <a:lnTo>
                    <a:pt x="32940" y="13661"/>
                  </a:lnTo>
                  <a:lnTo>
                    <a:pt x="31956" y="13629"/>
                  </a:lnTo>
                  <a:lnTo>
                    <a:pt x="30981" y="13596"/>
                  </a:lnTo>
                  <a:lnTo>
                    <a:pt x="30015" y="13561"/>
                  </a:lnTo>
                  <a:lnTo>
                    <a:pt x="29058" y="13524"/>
                  </a:lnTo>
                  <a:lnTo>
                    <a:pt x="28110" y="13486"/>
                  </a:lnTo>
                  <a:lnTo>
                    <a:pt x="27171" y="13447"/>
                  </a:lnTo>
                  <a:lnTo>
                    <a:pt x="26241" y="13406"/>
                  </a:lnTo>
                  <a:lnTo>
                    <a:pt x="25320" y="13364"/>
                  </a:lnTo>
                  <a:lnTo>
                    <a:pt x="24407" y="13320"/>
                  </a:lnTo>
                  <a:lnTo>
                    <a:pt x="23349" y="13261"/>
                  </a:lnTo>
                  <a:lnTo>
                    <a:pt x="22288" y="13204"/>
                  </a:lnTo>
                  <a:lnTo>
                    <a:pt x="21224" y="13148"/>
                  </a:lnTo>
                  <a:lnTo>
                    <a:pt x="20157" y="13093"/>
                  </a:lnTo>
                  <a:lnTo>
                    <a:pt x="19087" y="13041"/>
                  </a:lnTo>
                  <a:lnTo>
                    <a:pt x="18014" y="12989"/>
                  </a:lnTo>
                  <a:lnTo>
                    <a:pt x="16938" y="12939"/>
                  </a:lnTo>
                  <a:lnTo>
                    <a:pt x="15859" y="12891"/>
                  </a:lnTo>
                  <a:lnTo>
                    <a:pt x="14777" y="12844"/>
                  </a:lnTo>
                  <a:lnTo>
                    <a:pt x="13692" y="12799"/>
                  </a:lnTo>
                  <a:lnTo>
                    <a:pt x="13692" y="13394"/>
                  </a:lnTo>
                  <a:lnTo>
                    <a:pt x="108793" y="466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h99"/>
            <p:cNvSpPr/>
            <p:nvPr/>
          </p:nvSpPr>
          <p:spPr>
            <a:xfrm>
              <a:off x="70408" y="2889593"/>
              <a:ext cx="111844" cy="64368"/>
            </a:xfrm>
            <a:custGeom>
              <a:avLst/>
              <a:pathLst>
                <a:path w="111844" h="64368">
                  <a:moveTo>
                    <a:pt x="81260" y="0"/>
                  </a:moveTo>
                  <a:lnTo>
                    <a:pt x="82688" y="26"/>
                  </a:lnTo>
                  <a:lnTo>
                    <a:pt x="84087" y="104"/>
                  </a:lnTo>
                  <a:lnTo>
                    <a:pt x="85457" y="234"/>
                  </a:lnTo>
                  <a:lnTo>
                    <a:pt x="86796" y="416"/>
                  </a:lnTo>
                  <a:lnTo>
                    <a:pt x="88106" y="651"/>
                  </a:lnTo>
                  <a:lnTo>
                    <a:pt x="89386" y="937"/>
                  </a:lnTo>
                  <a:lnTo>
                    <a:pt x="90636" y="1276"/>
                  </a:lnTo>
                  <a:lnTo>
                    <a:pt x="91856" y="1666"/>
                  </a:lnTo>
                  <a:lnTo>
                    <a:pt x="93047" y="2109"/>
                  </a:lnTo>
                  <a:lnTo>
                    <a:pt x="94208" y="2604"/>
                  </a:lnTo>
                  <a:lnTo>
                    <a:pt x="95322" y="3132"/>
                  </a:lnTo>
                  <a:lnTo>
                    <a:pt x="96401" y="3705"/>
                  </a:lnTo>
                  <a:lnTo>
                    <a:pt x="97447" y="4323"/>
                  </a:lnTo>
                  <a:lnTo>
                    <a:pt x="98458" y="4985"/>
                  </a:lnTo>
                  <a:lnTo>
                    <a:pt x="99435" y="5692"/>
                  </a:lnTo>
                  <a:lnTo>
                    <a:pt x="100378" y="6444"/>
                  </a:lnTo>
                  <a:lnTo>
                    <a:pt x="101287" y="7240"/>
                  </a:lnTo>
                  <a:lnTo>
                    <a:pt x="102161" y="8081"/>
                  </a:lnTo>
                  <a:lnTo>
                    <a:pt x="103001" y="8966"/>
                  </a:lnTo>
                  <a:lnTo>
                    <a:pt x="103807" y="9897"/>
                  </a:lnTo>
                  <a:lnTo>
                    <a:pt x="104577" y="10870"/>
                  </a:lnTo>
                  <a:lnTo>
                    <a:pt x="105310" y="11885"/>
                  </a:lnTo>
                  <a:lnTo>
                    <a:pt x="106006" y="12942"/>
                  </a:lnTo>
                  <a:lnTo>
                    <a:pt x="106665" y="14040"/>
                  </a:lnTo>
                  <a:lnTo>
                    <a:pt x="107286" y="15180"/>
                  </a:lnTo>
                  <a:lnTo>
                    <a:pt x="107870" y="16362"/>
                  </a:lnTo>
                  <a:lnTo>
                    <a:pt x="108417" y="17585"/>
                  </a:lnTo>
                  <a:lnTo>
                    <a:pt x="108927" y="18850"/>
                  </a:lnTo>
                  <a:lnTo>
                    <a:pt x="109399" y="20157"/>
                  </a:lnTo>
                  <a:lnTo>
                    <a:pt x="109835" y="21505"/>
                  </a:lnTo>
                  <a:lnTo>
                    <a:pt x="110216" y="22891"/>
                  </a:lnTo>
                  <a:lnTo>
                    <a:pt x="110558" y="24312"/>
                  </a:lnTo>
                  <a:lnTo>
                    <a:pt x="110859" y="25767"/>
                  </a:lnTo>
                  <a:lnTo>
                    <a:pt x="111121" y="27256"/>
                  </a:lnTo>
                  <a:lnTo>
                    <a:pt x="111342" y="28779"/>
                  </a:lnTo>
                  <a:lnTo>
                    <a:pt x="111522" y="30337"/>
                  </a:lnTo>
                  <a:lnTo>
                    <a:pt x="111663" y="31928"/>
                  </a:lnTo>
                  <a:lnTo>
                    <a:pt x="111763" y="33554"/>
                  </a:lnTo>
                  <a:lnTo>
                    <a:pt x="111824" y="35214"/>
                  </a:lnTo>
                  <a:lnTo>
                    <a:pt x="111844" y="36909"/>
                  </a:lnTo>
                  <a:lnTo>
                    <a:pt x="111830" y="38550"/>
                  </a:lnTo>
                  <a:lnTo>
                    <a:pt x="111790" y="40171"/>
                  </a:lnTo>
                  <a:lnTo>
                    <a:pt x="111723" y="41771"/>
                  </a:lnTo>
                  <a:lnTo>
                    <a:pt x="111630" y="43350"/>
                  </a:lnTo>
                  <a:lnTo>
                    <a:pt x="111509" y="44908"/>
                  </a:lnTo>
                  <a:lnTo>
                    <a:pt x="111362" y="46446"/>
                  </a:lnTo>
                  <a:lnTo>
                    <a:pt x="111188" y="47962"/>
                  </a:lnTo>
                  <a:lnTo>
                    <a:pt x="110987" y="49458"/>
                  </a:lnTo>
                  <a:lnTo>
                    <a:pt x="110759" y="50933"/>
                  </a:lnTo>
                  <a:lnTo>
                    <a:pt x="110504" y="52387"/>
                  </a:lnTo>
                  <a:lnTo>
                    <a:pt x="110239" y="53793"/>
                  </a:lnTo>
                  <a:lnTo>
                    <a:pt x="109948" y="55152"/>
                  </a:lnTo>
                  <a:lnTo>
                    <a:pt x="109632" y="56466"/>
                  </a:lnTo>
                  <a:lnTo>
                    <a:pt x="109290" y="57733"/>
                  </a:lnTo>
                  <a:lnTo>
                    <a:pt x="108923" y="58954"/>
                  </a:lnTo>
                  <a:lnTo>
                    <a:pt x="108531" y="60129"/>
                  </a:lnTo>
                  <a:lnTo>
                    <a:pt x="108113" y="61258"/>
                  </a:lnTo>
                  <a:lnTo>
                    <a:pt x="107671" y="62341"/>
                  </a:lnTo>
                  <a:lnTo>
                    <a:pt x="107203" y="63377"/>
                  </a:lnTo>
                  <a:lnTo>
                    <a:pt x="106709" y="64368"/>
                  </a:lnTo>
                  <a:lnTo>
                    <a:pt x="93464" y="64368"/>
                  </a:lnTo>
                  <a:lnTo>
                    <a:pt x="93702" y="63855"/>
                  </a:lnTo>
                  <a:lnTo>
                    <a:pt x="93940" y="63329"/>
                  </a:lnTo>
                  <a:lnTo>
                    <a:pt x="94178" y="62789"/>
                  </a:lnTo>
                  <a:lnTo>
                    <a:pt x="94416" y="62236"/>
                  </a:lnTo>
                  <a:lnTo>
                    <a:pt x="94654" y="61670"/>
                  </a:lnTo>
                  <a:lnTo>
                    <a:pt x="94892" y="61090"/>
                  </a:lnTo>
                  <a:lnTo>
                    <a:pt x="95130" y="60497"/>
                  </a:lnTo>
                  <a:lnTo>
                    <a:pt x="95369" y="59891"/>
                  </a:lnTo>
                  <a:lnTo>
                    <a:pt x="95607" y="59271"/>
                  </a:lnTo>
                  <a:lnTo>
                    <a:pt x="95845" y="58638"/>
                  </a:lnTo>
                  <a:lnTo>
                    <a:pt x="96066" y="57980"/>
                  </a:lnTo>
                  <a:lnTo>
                    <a:pt x="96282" y="57316"/>
                  </a:lnTo>
                  <a:lnTo>
                    <a:pt x="96494" y="56646"/>
                  </a:lnTo>
                  <a:lnTo>
                    <a:pt x="96702" y="55971"/>
                  </a:lnTo>
                  <a:lnTo>
                    <a:pt x="96905" y="55289"/>
                  </a:lnTo>
                  <a:lnTo>
                    <a:pt x="97104" y="54602"/>
                  </a:lnTo>
                  <a:lnTo>
                    <a:pt x="97298" y="53908"/>
                  </a:lnTo>
                  <a:lnTo>
                    <a:pt x="97488" y="53209"/>
                  </a:lnTo>
                  <a:lnTo>
                    <a:pt x="97673" y="52503"/>
                  </a:lnTo>
                  <a:lnTo>
                    <a:pt x="97854" y="51792"/>
                  </a:lnTo>
                  <a:lnTo>
                    <a:pt x="98030" y="51075"/>
                  </a:lnTo>
                  <a:lnTo>
                    <a:pt x="98199" y="50354"/>
                  </a:lnTo>
                  <a:lnTo>
                    <a:pt x="98363" y="49628"/>
                  </a:lnTo>
                  <a:lnTo>
                    <a:pt x="98521" y="48898"/>
                  </a:lnTo>
                  <a:lnTo>
                    <a:pt x="98673" y="48164"/>
                  </a:lnTo>
                  <a:lnTo>
                    <a:pt x="98818" y="47425"/>
                  </a:lnTo>
                  <a:lnTo>
                    <a:pt x="98958" y="46682"/>
                  </a:lnTo>
                  <a:lnTo>
                    <a:pt x="99092" y="45934"/>
                  </a:lnTo>
                  <a:lnTo>
                    <a:pt x="99220" y="45181"/>
                  </a:lnTo>
                  <a:lnTo>
                    <a:pt x="99342" y="44425"/>
                  </a:lnTo>
                  <a:lnTo>
                    <a:pt x="99441" y="43666"/>
                  </a:lnTo>
                  <a:lnTo>
                    <a:pt x="99530" y="42910"/>
                  </a:lnTo>
                  <a:lnTo>
                    <a:pt x="99608" y="42154"/>
                  </a:lnTo>
                  <a:lnTo>
                    <a:pt x="99676" y="41401"/>
                  </a:lnTo>
                  <a:lnTo>
                    <a:pt x="99733" y="40648"/>
                  </a:lnTo>
                  <a:lnTo>
                    <a:pt x="99780" y="39897"/>
                  </a:lnTo>
                  <a:lnTo>
                    <a:pt x="99816" y="39148"/>
                  </a:lnTo>
                  <a:lnTo>
                    <a:pt x="99842" y="38400"/>
                  </a:lnTo>
                  <a:lnTo>
                    <a:pt x="99858" y="37654"/>
                  </a:lnTo>
                  <a:lnTo>
                    <a:pt x="99863" y="36909"/>
                  </a:lnTo>
                  <a:lnTo>
                    <a:pt x="99819" y="34590"/>
                  </a:lnTo>
                  <a:lnTo>
                    <a:pt x="99685" y="32396"/>
                  </a:lnTo>
                  <a:lnTo>
                    <a:pt x="99461" y="30328"/>
                  </a:lnTo>
                  <a:lnTo>
                    <a:pt x="99149" y="28384"/>
                  </a:lnTo>
                  <a:lnTo>
                    <a:pt x="98747" y="26565"/>
                  </a:lnTo>
                  <a:lnTo>
                    <a:pt x="98256" y="24872"/>
                  </a:lnTo>
                  <a:lnTo>
                    <a:pt x="97675" y="23303"/>
                  </a:lnTo>
                  <a:lnTo>
                    <a:pt x="97006" y="21859"/>
                  </a:lnTo>
                  <a:lnTo>
                    <a:pt x="96247" y="20541"/>
                  </a:lnTo>
                  <a:lnTo>
                    <a:pt x="95398" y="19347"/>
                  </a:lnTo>
                  <a:lnTo>
                    <a:pt x="94467" y="18258"/>
                  </a:lnTo>
                  <a:lnTo>
                    <a:pt x="93458" y="17284"/>
                  </a:lnTo>
                  <a:lnTo>
                    <a:pt x="92371" y="16425"/>
                  </a:lnTo>
                  <a:lnTo>
                    <a:pt x="91207" y="15680"/>
                  </a:lnTo>
                  <a:lnTo>
                    <a:pt x="89966" y="15050"/>
                  </a:lnTo>
                  <a:lnTo>
                    <a:pt x="88647" y="14534"/>
                  </a:lnTo>
                  <a:lnTo>
                    <a:pt x="87251" y="14133"/>
                  </a:lnTo>
                  <a:lnTo>
                    <a:pt x="85778" y="13846"/>
                  </a:lnTo>
                  <a:lnTo>
                    <a:pt x="84227" y="13675"/>
                  </a:lnTo>
                  <a:lnTo>
                    <a:pt x="82599" y="13617"/>
                  </a:lnTo>
                  <a:lnTo>
                    <a:pt x="81806" y="13628"/>
                  </a:lnTo>
                  <a:lnTo>
                    <a:pt x="81033" y="13662"/>
                  </a:lnTo>
                  <a:lnTo>
                    <a:pt x="80282" y="13718"/>
                  </a:lnTo>
                  <a:lnTo>
                    <a:pt x="79551" y="13796"/>
                  </a:lnTo>
                  <a:lnTo>
                    <a:pt x="78841" y="13896"/>
                  </a:lnTo>
                  <a:lnTo>
                    <a:pt x="78152" y="14019"/>
                  </a:lnTo>
                  <a:lnTo>
                    <a:pt x="77484" y="14164"/>
                  </a:lnTo>
                  <a:lnTo>
                    <a:pt x="76836" y="14332"/>
                  </a:lnTo>
                  <a:lnTo>
                    <a:pt x="76210" y="14521"/>
                  </a:lnTo>
                  <a:lnTo>
                    <a:pt x="75604" y="14733"/>
                  </a:lnTo>
                  <a:lnTo>
                    <a:pt x="75014" y="14959"/>
                  </a:lnTo>
                  <a:lnTo>
                    <a:pt x="74434" y="15219"/>
                  </a:lnTo>
                  <a:lnTo>
                    <a:pt x="73865" y="15513"/>
                  </a:lnTo>
                  <a:lnTo>
                    <a:pt x="73306" y="15841"/>
                  </a:lnTo>
                  <a:lnTo>
                    <a:pt x="72758" y="16203"/>
                  </a:lnTo>
                  <a:lnTo>
                    <a:pt x="72220" y="16600"/>
                  </a:lnTo>
                  <a:lnTo>
                    <a:pt x="71692" y="17031"/>
                  </a:lnTo>
                  <a:lnTo>
                    <a:pt x="71175" y="17496"/>
                  </a:lnTo>
                  <a:lnTo>
                    <a:pt x="70668" y="17995"/>
                  </a:lnTo>
                  <a:lnTo>
                    <a:pt x="70172" y="18529"/>
                  </a:lnTo>
                  <a:lnTo>
                    <a:pt x="69668" y="19083"/>
                  </a:lnTo>
                  <a:lnTo>
                    <a:pt x="69169" y="19675"/>
                  </a:lnTo>
                  <a:lnTo>
                    <a:pt x="68674" y="20303"/>
                  </a:lnTo>
                  <a:lnTo>
                    <a:pt x="68184" y="20969"/>
                  </a:lnTo>
                  <a:lnTo>
                    <a:pt x="67698" y="21673"/>
                  </a:lnTo>
                  <a:lnTo>
                    <a:pt x="67216" y="22413"/>
                  </a:lnTo>
                  <a:lnTo>
                    <a:pt x="66739" y="23191"/>
                  </a:lnTo>
                  <a:lnTo>
                    <a:pt x="66267" y="24005"/>
                  </a:lnTo>
                  <a:lnTo>
                    <a:pt x="65799" y="24858"/>
                  </a:lnTo>
                  <a:lnTo>
                    <a:pt x="65335" y="25747"/>
                  </a:lnTo>
                  <a:lnTo>
                    <a:pt x="64855" y="26678"/>
                  </a:lnTo>
                  <a:lnTo>
                    <a:pt x="64368" y="27658"/>
                  </a:lnTo>
                  <a:lnTo>
                    <a:pt x="63873" y="28685"/>
                  </a:lnTo>
                  <a:lnTo>
                    <a:pt x="63371" y="29759"/>
                  </a:lnTo>
                  <a:lnTo>
                    <a:pt x="62861" y="30881"/>
                  </a:lnTo>
                  <a:lnTo>
                    <a:pt x="62344" y="32051"/>
                  </a:lnTo>
                  <a:lnTo>
                    <a:pt x="61819" y="33269"/>
                  </a:lnTo>
                  <a:lnTo>
                    <a:pt x="61287" y="34534"/>
                  </a:lnTo>
                  <a:lnTo>
                    <a:pt x="60747" y="35846"/>
                  </a:lnTo>
                  <a:lnTo>
                    <a:pt x="60200" y="37207"/>
                  </a:lnTo>
                  <a:lnTo>
                    <a:pt x="59675" y="38514"/>
                  </a:lnTo>
                  <a:lnTo>
                    <a:pt x="59141" y="39787"/>
                  </a:lnTo>
                  <a:lnTo>
                    <a:pt x="58598" y="41026"/>
                  </a:lnTo>
                  <a:lnTo>
                    <a:pt x="58045" y="42231"/>
                  </a:lnTo>
                  <a:lnTo>
                    <a:pt x="57484" y="43402"/>
                  </a:lnTo>
                  <a:lnTo>
                    <a:pt x="56914" y="44538"/>
                  </a:lnTo>
                  <a:lnTo>
                    <a:pt x="56335" y="45640"/>
                  </a:lnTo>
                  <a:lnTo>
                    <a:pt x="55748" y="46708"/>
                  </a:lnTo>
                  <a:lnTo>
                    <a:pt x="55151" y="47741"/>
                  </a:lnTo>
                  <a:lnTo>
                    <a:pt x="54545" y="48741"/>
                  </a:lnTo>
                  <a:lnTo>
                    <a:pt x="53912" y="49692"/>
                  </a:lnTo>
                  <a:lnTo>
                    <a:pt x="53265" y="50610"/>
                  </a:lnTo>
                  <a:lnTo>
                    <a:pt x="52603" y="51496"/>
                  </a:lnTo>
                  <a:lnTo>
                    <a:pt x="51926" y="52348"/>
                  </a:lnTo>
                  <a:lnTo>
                    <a:pt x="51234" y="53168"/>
                  </a:lnTo>
                  <a:lnTo>
                    <a:pt x="50527" y="53956"/>
                  </a:lnTo>
                  <a:lnTo>
                    <a:pt x="49805" y="54710"/>
                  </a:lnTo>
                  <a:lnTo>
                    <a:pt x="49068" y="55432"/>
                  </a:lnTo>
                  <a:lnTo>
                    <a:pt x="48317" y="56121"/>
                  </a:lnTo>
                  <a:lnTo>
                    <a:pt x="47550" y="56777"/>
                  </a:lnTo>
                  <a:lnTo>
                    <a:pt x="46766" y="57387"/>
                  </a:lnTo>
                  <a:lnTo>
                    <a:pt x="45961" y="57965"/>
                  </a:lnTo>
                  <a:lnTo>
                    <a:pt x="45135" y="58512"/>
                  </a:lnTo>
                  <a:lnTo>
                    <a:pt x="44288" y="59028"/>
                  </a:lnTo>
                  <a:lnTo>
                    <a:pt x="43420" y="59512"/>
                  </a:lnTo>
                  <a:lnTo>
                    <a:pt x="42532" y="59965"/>
                  </a:lnTo>
                  <a:lnTo>
                    <a:pt x="41622" y="60387"/>
                  </a:lnTo>
                  <a:lnTo>
                    <a:pt x="40692" y="60778"/>
                  </a:lnTo>
                  <a:lnTo>
                    <a:pt x="39741" y="61137"/>
                  </a:lnTo>
                  <a:lnTo>
                    <a:pt x="38769" y="61466"/>
                  </a:lnTo>
                  <a:lnTo>
                    <a:pt x="37774" y="61748"/>
                  </a:lnTo>
                  <a:lnTo>
                    <a:pt x="36751" y="62001"/>
                  </a:lnTo>
                  <a:lnTo>
                    <a:pt x="35702" y="62225"/>
                  </a:lnTo>
                  <a:lnTo>
                    <a:pt x="34626" y="62418"/>
                  </a:lnTo>
                  <a:lnTo>
                    <a:pt x="33523" y="62582"/>
                  </a:lnTo>
                  <a:lnTo>
                    <a:pt x="32393" y="62716"/>
                  </a:lnTo>
                  <a:lnTo>
                    <a:pt x="31237" y="62820"/>
                  </a:lnTo>
                  <a:lnTo>
                    <a:pt x="30054" y="62894"/>
                  </a:lnTo>
                  <a:lnTo>
                    <a:pt x="28844" y="62939"/>
                  </a:lnTo>
                  <a:lnTo>
                    <a:pt x="27607" y="62954"/>
                  </a:lnTo>
                  <a:lnTo>
                    <a:pt x="26312" y="62930"/>
                  </a:lnTo>
                  <a:lnTo>
                    <a:pt x="25044" y="62859"/>
                  </a:lnTo>
                  <a:lnTo>
                    <a:pt x="23805" y="62739"/>
                  </a:lnTo>
                  <a:lnTo>
                    <a:pt x="22595" y="62573"/>
                  </a:lnTo>
                  <a:lnTo>
                    <a:pt x="21412" y="62358"/>
                  </a:lnTo>
                  <a:lnTo>
                    <a:pt x="20258" y="62097"/>
                  </a:lnTo>
                  <a:lnTo>
                    <a:pt x="19132" y="61787"/>
                  </a:lnTo>
                  <a:lnTo>
                    <a:pt x="18034" y="61430"/>
                  </a:lnTo>
                  <a:lnTo>
                    <a:pt x="16965" y="61025"/>
                  </a:lnTo>
                  <a:lnTo>
                    <a:pt x="15924" y="60573"/>
                  </a:lnTo>
                  <a:lnTo>
                    <a:pt x="14914" y="60077"/>
                  </a:lnTo>
                  <a:lnTo>
                    <a:pt x="13936" y="59543"/>
                  </a:lnTo>
                  <a:lnTo>
                    <a:pt x="12991" y="58970"/>
                  </a:lnTo>
                  <a:lnTo>
                    <a:pt x="12078" y="58358"/>
                  </a:lnTo>
                  <a:lnTo>
                    <a:pt x="11199" y="57708"/>
                  </a:lnTo>
                  <a:lnTo>
                    <a:pt x="10352" y="57019"/>
                  </a:lnTo>
                  <a:lnTo>
                    <a:pt x="9538" y="56291"/>
                  </a:lnTo>
                  <a:lnTo>
                    <a:pt x="8757" y="55524"/>
                  </a:lnTo>
                  <a:lnTo>
                    <a:pt x="8008" y="54719"/>
                  </a:lnTo>
                  <a:lnTo>
                    <a:pt x="7292" y="53875"/>
                  </a:lnTo>
                  <a:lnTo>
                    <a:pt x="6595" y="52996"/>
                  </a:lnTo>
                  <a:lnTo>
                    <a:pt x="5932" y="52083"/>
                  </a:lnTo>
                  <a:lnTo>
                    <a:pt x="5303" y="51138"/>
                  </a:lnTo>
                  <a:lnTo>
                    <a:pt x="4708" y="50161"/>
                  </a:lnTo>
                  <a:lnTo>
                    <a:pt x="4148" y="49150"/>
                  </a:lnTo>
                  <a:lnTo>
                    <a:pt x="3622" y="48107"/>
                  </a:lnTo>
                  <a:lnTo>
                    <a:pt x="3130" y="47031"/>
                  </a:lnTo>
                  <a:lnTo>
                    <a:pt x="2672" y="45922"/>
                  </a:lnTo>
                  <a:lnTo>
                    <a:pt x="2249" y="44780"/>
                  </a:lnTo>
                  <a:lnTo>
                    <a:pt x="1860" y="43606"/>
                  </a:lnTo>
                  <a:lnTo>
                    <a:pt x="1506" y="42389"/>
                  </a:lnTo>
                  <a:lnTo>
                    <a:pt x="1190" y="41148"/>
                  </a:lnTo>
                  <a:lnTo>
                    <a:pt x="911" y="39882"/>
                  </a:lnTo>
                  <a:lnTo>
                    <a:pt x="669" y="38594"/>
                  </a:lnTo>
                  <a:lnTo>
                    <a:pt x="465" y="37281"/>
                  </a:lnTo>
                  <a:lnTo>
                    <a:pt x="297" y="35944"/>
                  </a:lnTo>
                  <a:lnTo>
                    <a:pt x="167" y="34584"/>
                  </a:lnTo>
                  <a:lnTo>
                    <a:pt x="74" y="33200"/>
                  </a:lnTo>
                  <a:lnTo>
                    <a:pt x="18" y="31792"/>
                  </a:lnTo>
                  <a:lnTo>
                    <a:pt x="0" y="30360"/>
                  </a:lnTo>
                  <a:lnTo>
                    <a:pt x="17" y="28607"/>
                  </a:lnTo>
                  <a:lnTo>
                    <a:pt x="68" y="26890"/>
                  </a:lnTo>
                  <a:lnTo>
                    <a:pt x="154" y="25208"/>
                  </a:lnTo>
                  <a:lnTo>
                    <a:pt x="273" y="23562"/>
                  </a:lnTo>
                  <a:lnTo>
                    <a:pt x="427" y="21952"/>
                  </a:lnTo>
                  <a:lnTo>
                    <a:pt x="616" y="20377"/>
                  </a:lnTo>
                  <a:lnTo>
                    <a:pt x="838" y="18838"/>
                  </a:lnTo>
                  <a:lnTo>
                    <a:pt x="1095" y="17335"/>
                  </a:lnTo>
                  <a:lnTo>
                    <a:pt x="1386" y="15868"/>
                  </a:lnTo>
                  <a:lnTo>
                    <a:pt x="1711" y="14436"/>
                  </a:lnTo>
                  <a:lnTo>
                    <a:pt x="2048" y="13038"/>
                  </a:lnTo>
                  <a:lnTo>
                    <a:pt x="2405" y="11671"/>
                  </a:lnTo>
                  <a:lnTo>
                    <a:pt x="2780" y="10335"/>
                  </a:lnTo>
                  <a:lnTo>
                    <a:pt x="3175" y="9030"/>
                  </a:lnTo>
                  <a:lnTo>
                    <a:pt x="3590" y="7757"/>
                  </a:lnTo>
                  <a:lnTo>
                    <a:pt x="4024" y="6515"/>
                  </a:lnTo>
                  <a:lnTo>
                    <a:pt x="4477" y="5304"/>
                  </a:lnTo>
                  <a:lnTo>
                    <a:pt x="4950" y="4125"/>
                  </a:lnTo>
                  <a:lnTo>
                    <a:pt x="5441" y="2977"/>
                  </a:lnTo>
                  <a:lnTo>
                    <a:pt x="5953" y="1860"/>
                  </a:lnTo>
                  <a:lnTo>
                    <a:pt x="17561" y="6846"/>
                  </a:lnTo>
                  <a:lnTo>
                    <a:pt x="17136" y="7826"/>
                  </a:lnTo>
                  <a:lnTo>
                    <a:pt x="16722" y="8834"/>
                  </a:lnTo>
                  <a:lnTo>
                    <a:pt x="16320" y="9868"/>
                  </a:lnTo>
                  <a:lnTo>
                    <a:pt x="15930" y="10929"/>
                  </a:lnTo>
                  <a:lnTo>
                    <a:pt x="15552" y="12017"/>
                  </a:lnTo>
                  <a:lnTo>
                    <a:pt x="15186" y="13132"/>
                  </a:lnTo>
                  <a:lnTo>
                    <a:pt x="14832" y="14274"/>
                  </a:lnTo>
                  <a:lnTo>
                    <a:pt x="14489" y="15442"/>
                  </a:lnTo>
                  <a:lnTo>
                    <a:pt x="14159" y="16637"/>
                  </a:lnTo>
                  <a:lnTo>
                    <a:pt x="13841" y="17859"/>
                  </a:lnTo>
                  <a:lnTo>
                    <a:pt x="13529" y="19084"/>
                  </a:lnTo>
                  <a:lnTo>
                    <a:pt x="13251" y="20318"/>
                  </a:lnTo>
                  <a:lnTo>
                    <a:pt x="13006" y="21560"/>
                  </a:lnTo>
                  <a:lnTo>
                    <a:pt x="12793" y="22812"/>
                  </a:lnTo>
                  <a:lnTo>
                    <a:pt x="12613" y="24072"/>
                  </a:lnTo>
                  <a:lnTo>
                    <a:pt x="12465" y="25342"/>
                  </a:lnTo>
                  <a:lnTo>
                    <a:pt x="12351" y="26620"/>
                  </a:lnTo>
                  <a:lnTo>
                    <a:pt x="12269" y="27908"/>
                  </a:lnTo>
                  <a:lnTo>
                    <a:pt x="12220" y="29204"/>
                  </a:lnTo>
                  <a:lnTo>
                    <a:pt x="12203" y="30509"/>
                  </a:lnTo>
                  <a:lnTo>
                    <a:pt x="12246" y="32284"/>
                  </a:lnTo>
                  <a:lnTo>
                    <a:pt x="12373" y="33977"/>
                  </a:lnTo>
                  <a:lnTo>
                    <a:pt x="12585" y="35588"/>
                  </a:lnTo>
                  <a:lnTo>
                    <a:pt x="12882" y="37117"/>
                  </a:lnTo>
                  <a:lnTo>
                    <a:pt x="13264" y="38565"/>
                  </a:lnTo>
                  <a:lnTo>
                    <a:pt x="13730" y="39930"/>
                  </a:lnTo>
                  <a:lnTo>
                    <a:pt x="14282" y="41214"/>
                  </a:lnTo>
                  <a:lnTo>
                    <a:pt x="14918" y="42416"/>
                  </a:lnTo>
                  <a:lnTo>
                    <a:pt x="15639" y="43535"/>
                  </a:lnTo>
                  <a:lnTo>
                    <a:pt x="16445" y="44574"/>
                  </a:lnTo>
                  <a:lnTo>
                    <a:pt x="17308" y="45521"/>
                  </a:lnTo>
                  <a:lnTo>
                    <a:pt x="18231" y="46368"/>
                  </a:lnTo>
                  <a:lnTo>
                    <a:pt x="19213" y="47116"/>
                  </a:lnTo>
                  <a:lnTo>
                    <a:pt x="20255" y="47764"/>
                  </a:lnTo>
                  <a:lnTo>
                    <a:pt x="21356" y="48313"/>
                  </a:lnTo>
                  <a:lnTo>
                    <a:pt x="22517" y="48762"/>
                  </a:lnTo>
                  <a:lnTo>
                    <a:pt x="23738" y="49111"/>
                  </a:lnTo>
                  <a:lnTo>
                    <a:pt x="25018" y="49360"/>
                  </a:lnTo>
                  <a:lnTo>
                    <a:pt x="26357" y="49509"/>
                  </a:lnTo>
                  <a:lnTo>
                    <a:pt x="27756" y="49559"/>
                  </a:lnTo>
                  <a:lnTo>
                    <a:pt x="28593" y="49548"/>
                  </a:lnTo>
                  <a:lnTo>
                    <a:pt x="29408" y="49515"/>
                  </a:lnTo>
                  <a:lnTo>
                    <a:pt x="30200" y="49459"/>
                  </a:lnTo>
                  <a:lnTo>
                    <a:pt x="30971" y="49381"/>
                  </a:lnTo>
                  <a:lnTo>
                    <a:pt x="31718" y="49280"/>
                  </a:lnTo>
                  <a:lnTo>
                    <a:pt x="32444" y="49157"/>
                  </a:lnTo>
                  <a:lnTo>
                    <a:pt x="33147" y="49012"/>
                  </a:lnTo>
                  <a:lnTo>
                    <a:pt x="33828" y="48845"/>
                  </a:lnTo>
                  <a:lnTo>
                    <a:pt x="34487" y="48655"/>
                  </a:lnTo>
                  <a:lnTo>
                    <a:pt x="35123" y="48443"/>
                  </a:lnTo>
                  <a:lnTo>
                    <a:pt x="35728" y="48205"/>
                  </a:lnTo>
                  <a:lnTo>
                    <a:pt x="36322" y="47937"/>
                  </a:lnTo>
                  <a:lnTo>
                    <a:pt x="36907" y="47639"/>
                  </a:lnTo>
                  <a:lnTo>
                    <a:pt x="37480" y="47312"/>
                  </a:lnTo>
                  <a:lnTo>
                    <a:pt x="38044" y="46955"/>
                  </a:lnTo>
                  <a:lnTo>
                    <a:pt x="38597" y="46568"/>
                  </a:lnTo>
                  <a:lnTo>
                    <a:pt x="39139" y="46151"/>
                  </a:lnTo>
                  <a:lnTo>
                    <a:pt x="39671" y="45705"/>
                  </a:lnTo>
                  <a:lnTo>
                    <a:pt x="40193" y="45228"/>
                  </a:lnTo>
                  <a:lnTo>
                    <a:pt x="40704" y="44722"/>
                  </a:lnTo>
                  <a:lnTo>
                    <a:pt x="41193" y="44185"/>
                  </a:lnTo>
                  <a:lnTo>
                    <a:pt x="41677" y="43615"/>
                  </a:lnTo>
                  <a:lnTo>
                    <a:pt x="42157" y="43012"/>
                  </a:lnTo>
                  <a:lnTo>
                    <a:pt x="42633" y="42377"/>
                  </a:lnTo>
                  <a:lnTo>
                    <a:pt x="43104" y="41709"/>
                  </a:lnTo>
                  <a:lnTo>
                    <a:pt x="43570" y="41008"/>
                  </a:lnTo>
                  <a:lnTo>
                    <a:pt x="44033" y="40274"/>
                  </a:lnTo>
                  <a:lnTo>
                    <a:pt x="44490" y="39507"/>
                  </a:lnTo>
                  <a:lnTo>
                    <a:pt x="44943" y="38708"/>
                  </a:lnTo>
                  <a:lnTo>
                    <a:pt x="45392" y="37876"/>
                  </a:lnTo>
                  <a:lnTo>
                    <a:pt x="45827" y="36994"/>
                  </a:lnTo>
                  <a:lnTo>
                    <a:pt x="46267" y="36072"/>
                  </a:lnTo>
                  <a:lnTo>
                    <a:pt x="46714" y="35113"/>
                  </a:lnTo>
                  <a:lnTo>
                    <a:pt x="47166" y="34114"/>
                  </a:lnTo>
                  <a:lnTo>
                    <a:pt x="47625" y="33077"/>
                  </a:lnTo>
                  <a:lnTo>
                    <a:pt x="48089" y="32001"/>
                  </a:lnTo>
                  <a:lnTo>
                    <a:pt x="48559" y="30886"/>
                  </a:lnTo>
                  <a:lnTo>
                    <a:pt x="49035" y="29732"/>
                  </a:lnTo>
                  <a:lnTo>
                    <a:pt x="49518" y="28540"/>
                  </a:lnTo>
                  <a:lnTo>
                    <a:pt x="50006" y="27309"/>
                  </a:lnTo>
                  <a:lnTo>
                    <a:pt x="50543" y="25972"/>
                  </a:lnTo>
                  <a:lnTo>
                    <a:pt x="51083" y="24669"/>
                  </a:lnTo>
                  <a:lnTo>
                    <a:pt x="51626" y="23400"/>
                  </a:lnTo>
                  <a:lnTo>
                    <a:pt x="52173" y="22166"/>
                  </a:lnTo>
                  <a:lnTo>
                    <a:pt x="52722" y="20966"/>
                  </a:lnTo>
                  <a:lnTo>
                    <a:pt x="53274" y="19800"/>
                  </a:lnTo>
                  <a:lnTo>
                    <a:pt x="53829" y="18668"/>
                  </a:lnTo>
                  <a:lnTo>
                    <a:pt x="54387" y="17570"/>
                  </a:lnTo>
                  <a:lnTo>
                    <a:pt x="54948" y="16507"/>
                  </a:lnTo>
                  <a:lnTo>
                    <a:pt x="55512" y="15478"/>
                  </a:lnTo>
                  <a:lnTo>
                    <a:pt x="56085" y="14468"/>
                  </a:lnTo>
                  <a:lnTo>
                    <a:pt x="56673" y="13492"/>
                  </a:lnTo>
                  <a:lnTo>
                    <a:pt x="57276" y="12551"/>
                  </a:lnTo>
                  <a:lnTo>
                    <a:pt x="57894" y="11644"/>
                  </a:lnTo>
                  <a:lnTo>
                    <a:pt x="58526" y="10771"/>
                  </a:lnTo>
                  <a:lnTo>
                    <a:pt x="59174" y="9932"/>
                  </a:lnTo>
                  <a:lnTo>
                    <a:pt x="59836" y="9128"/>
                  </a:lnTo>
                  <a:lnTo>
                    <a:pt x="60513" y="8358"/>
                  </a:lnTo>
                  <a:lnTo>
                    <a:pt x="61205" y="7622"/>
                  </a:lnTo>
                  <a:lnTo>
                    <a:pt x="61912" y="6920"/>
                  </a:lnTo>
                  <a:lnTo>
                    <a:pt x="62638" y="6253"/>
                  </a:lnTo>
                  <a:lnTo>
                    <a:pt x="63385" y="5619"/>
                  </a:lnTo>
                  <a:lnTo>
                    <a:pt x="64156" y="5020"/>
                  </a:lnTo>
                  <a:lnTo>
                    <a:pt x="64948" y="4455"/>
                  </a:lnTo>
                  <a:lnTo>
                    <a:pt x="65763" y="3925"/>
                  </a:lnTo>
                  <a:lnTo>
                    <a:pt x="66600" y="3429"/>
                  </a:lnTo>
                  <a:lnTo>
                    <a:pt x="67460" y="2966"/>
                  </a:lnTo>
                  <a:lnTo>
                    <a:pt x="68341" y="2539"/>
                  </a:lnTo>
                  <a:lnTo>
                    <a:pt x="69246" y="2145"/>
                  </a:lnTo>
                  <a:lnTo>
                    <a:pt x="70172" y="1785"/>
                  </a:lnTo>
                  <a:lnTo>
                    <a:pt x="71127" y="1446"/>
                  </a:lnTo>
                  <a:lnTo>
                    <a:pt x="72116" y="1143"/>
                  </a:lnTo>
                  <a:lnTo>
                    <a:pt x="73139" y="875"/>
                  </a:lnTo>
                  <a:lnTo>
                    <a:pt x="74196" y="642"/>
                  </a:lnTo>
                  <a:lnTo>
                    <a:pt x="75288" y="446"/>
                  </a:lnTo>
                  <a:lnTo>
                    <a:pt x="76414" y="285"/>
                  </a:lnTo>
                  <a:lnTo>
                    <a:pt x="77574" y="160"/>
                  </a:lnTo>
                  <a:lnTo>
                    <a:pt x="78768" y="71"/>
                  </a:lnTo>
                  <a:lnTo>
                    <a:pt x="79997" y="1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h100"/>
            <p:cNvSpPr/>
            <p:nvPr/>
          </p:nvSpPr>
          <p:spPr>
            <a:xfrm>
              <a:off x="71971" y="2811309"/>
              <a:ext cx="108793" cy="56480"/>
            </a:xfrm>
            <a:custGeom>
              <a:avLst/>
              <a:pathLst>
                <a:path w="108793" h="56480">
                  <a:moveTo>
                    <a:pt x="108793" y="0"/>
                  </a:moveTo>
                  <a:lnTo>
                    <a:pt x="108793" y="56480"/>
                  </a:lnTo>
                  <a:lnTo>
                    <a:pt x="0" y="56480"/>
                  </a:lnTo>
                  <a:lnTo>
                    <a:pt x="0" y="0"/>
                  </a:lnTo>
                  <a:lnTo>
                    <a:pt x="12203" y="0"/>
                  </a:lnTo>
                  <a:lnTo>
                    <a:pt x="12203" y="42639"/>
                  </a:lnTo>
                  <a:lnTo>
                    <a:pt x="45839" y="42639"/>
                  </a:lnTo>
                  <a:lnTo>
                    <a:pt x="45839" y="2827"/>
                  </a:lnTo>
                  <a:lnTo>
                    <a:pt x="57894" y="2827"/>
                  </a:lnTo>
                  <a:lnTo>
                    <a:pt x="57894" y="42639"/>
                  </a:lnTo>
                  <a:lnTo>
                    <a:pt x="96589" y="42639"/>
                  </a:lnTo>
                  <a:lnTo>
                    <a:pt x="9658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h101"/>
            <p:cNvSpPr/>
            <p:nvPr/>
          </p:nvSpPr>
          <p:spPr>
            <a:xfrm>
              <a:off x="71822" y="2708097"/>
              <a:ext cx="132754" cy="53578"/>
            </a:xfrm>
            <a:custGeom>
              <a:avLst/>
              <a:pathLst>
                <a:path w="132754" h="53578">
                  <a:moveTo>
                    <a:pt x="132754" y="39290"/>
                  </a:moveTo>
                  <a:lnTo>
                    <a:pt x="132754" y="53578"/>
                  </a:lnTo>
                  <a:lnTo>
                    <a:pt x="127920" y="46112"/>
                  </a:lnTo>
                  <a:lnTo>
                    <a:pt x="122705" y="39433"/>
                  </a:lnTo>
                  <a:lnTo>
                    <a:pt x="117109" y="33539"/>
                  </a:lnTo>
                  <a:lnTo>
                    <a:pt x="111132" y="28432"/>
                  </a:lnTo>
                  <a:lnTo>
                    <a:pt x="104775" y="24110"/>
                  </a:lnTo>
                  <a:lnTo>
                    <a:pt x="98036" y="20574"/>
                  </a:lnTo>
                  <a:lnTo>
                    <a:pt x="90916" y="17823"/>
                  </a:lnTo>
                  <a:lnTo>
                    <a:pt x="83415" y="15859"/>
                  </a:lnTo>
                  <a:lnTo>
                    <a:pt x="75533" y="14680"/>
                  </a:lnTo>
                  <a:lnTo>
                    <a:pt x="67270" y="14287"/>
                  </a:lnTo>
                  <a:lnTo>
                    <a:pt x="58775" y="14680"/>
                  </a:lnTo>
                  <a:lnTo>
                    <a:pt x="50673" y="15859"/>
                  </a:lnTo>
                  <a:lnTo>
                    <a:pt x="42963" y="17823"/>
                  </a:lnTo>
                  <a:lnTo>
                    <a:pt x="35647" y="20574"/>
                  </a:lnTo>
                  <a:lnTo>
                    <a:pt x="28723" y="24110"/>
                  </a:lnTo>
                  <a:lnTo>
                    <a:pt x="22193" y="28432"/>
                  </a:lnTo>
                  <a:lnTo>
                    <a:pt x="16055" y="33539"/>
                  </a:lnTo>
                  <a:lnTo>
                    <a:pt x="10310" y="39433"/>
                  </a:lnTo>
                  <a:lnTo>
                    <a:pt x="4958" y="46112"/>
                  </a:lnTo>
                  <a:lnTo>
                    <a:pt x="0" y="53578"/>
                  </a:lnTo>
                  <a:lnTo>
                    <a:pt x="0" y="39290"/>
                  </a:lnTo>
                  <a:lnTo>
                    <a:pt x="1878" y="35900"/>
                  </a:lnTo>
                  <a:lnTo>
                    <a:pt x="3940" y="32635"/>
                  </a:lnTo>
                  <a:lnTo>
                    <a:pt x="6188" y="29494"/>
                  </a:lnTo>
                  <a:lnTo>
                    <a:pt x="8620" y="26479"/>
                  </a:lnTo>
                  <a:lnTo>
                    <a:pt x="11236" y="23589"/>
                  </a:lnTo>
                  <a:lnTo>
                    <a:pt x="14037" y="20824"/>
                  </a:lnTo>
                  <a:lnTo>
                    <a:pt x="17022" y="18183"/>
                  </a:lnTo>
                  <a:lnTo>
                    <a:pt x="20193" y="15668"/>
                  </a:lnTo>
                  <a:lnTo>
                    <a:pt x="23547" y="13278"/>
                  </a:lnTo>
                  <a:lnTo>
                    <a:pt x="27086" y="11013"/>
                  </a:lnTo>
                  <a:lnTo>
                    <a:pt x="30756" y="8920"/>
                  </a:lnTo>
                  <a:lnTo>
                    <a:pt x="34504" y="7048"/>
                  </a:lnTo>
                  <a:lnTo>
                    <a:pt x="38329" y="5396"/>
                  </a:lnTo>
                  <a:lnTo>
                    <a:pt x="42231" y="3964"/>
                  </a:lnTo>
                  <a:lnTo>
                    <a:pt x="46211" y="2753"/>
                  </a:lnTo>
                  <a:lnTo>
                    <a:pt x="50268" y="1762"/>
                  </a:lnTo>
                  <a:lnTo>
                    <a:pt x="54402" y="991"/>
                  </a:lnTo>
                  <a:lnTo>
                    <a:pt x="58614" y="440"/>
                  </a:lnTo>
                  <a:lnTo>
                    <a:pt x="62903" y="110"/>
                  </a:lnTo>
                  <a:lnTo>
                    <a:pt x="67270" y="0"/>
                  </a:lnTo>
                  <a:lnTo>
                    <a:pt x="71523" y="110"/>
                  </a:lnTo>
                  <a:lnTo>
                    <a:pt x="75711" y="440"/>
                  </a:lnTo>
                  <a:lnTo>
                    <a:pt x="79834" y="991"/>
                  </a:lnTo>
                  <a:lnTo>
                    <a:pt x="83891" y="1762"/>
                  </a:lnTo>
                  <a:lnTo>
                    <a:pt x="87883" y="2753"/>
                  </a:lnTo>
                  <a:lnTo>
                    <a:pt x="91809" y="3964"/>
                  </a:lnTo>
                  <a:lnTo>
                    <a:pt x="95669" y="5396"/>
                  </a:lnTo>
                  <a:lnTo>
                    <a:pt x="99464" y="7048"/>
                  </a:lnTo>
                  <a:lnTo>
                    <a:pt x="103194" y="8920"/>
                  </a:lnTo>
                  <a:lnTo>
                    <a:pt x="106858" y="11013"/>
                  </a:lnTo>
                  <a:lnTo>
                    <a:pt x="110385" y="13278"/>
                  </a:lnTo>
                  <a:lnTo>
                    <a:pt x="113704" y="15668"/>
                  </a:lnTo>
                  <a:lnTo>
                    <a:pt x="116815" y="18183"/>
                  </a:lnTo>
                  <a:lnTo>
                    <a:pt x="119717" y="20824"/>
                  </a:lnTo>
                  <a:lnTo>
                    <a:pt x="122411" y="23589"/>
                  </a:lnTo>
                  <a:lnTo>
                    <a:pt x="124896" y="26479"/>
                  </a:lnTo>
                  <a:lnTo>
                    <a:pt x="127173" y="29494"/>
                  </a:lnTo>
                  <a:lnTo>
                    <a:pt x="129242" y="32635"/>
                  </a:lnTo>
                  <a:lnTo>
                    <a:pt x="131102" y="3590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h102"/>
            <p:cNvSpPr/>
            <p:nvPr/>
          </p:nvSpPr>
          <p:spPr>
            <a:xfrm>
              <a:off x="7930727" y="1412599"/>
              <a:ext cx="141089" cy="136921"/>
            </a:xfrm>
            <a:custGeom>
              <a:avLst/>
              <a:pathLst>
                <a:path w="141089" h="136921">
                  <a:moveTo>
                    <a:pt x="54173" y="11310"/>
                  </a:moveTo>
                  <a:lnTo>
                    <a:pt x="75009" y="11310"/>
                  </a:lnTo>
                  <a:lnTo>
                    <a:pt x="75009" y="0"/>
                  </a:lnTo>
                  <a:lnTo>
                    <a:pt x="86320" y="0"/>
                  </a:lnTo>
                  <a:lnTo>
                    <a:pt x="86320" y="11310"/>
                  </a:lnTo>
                  <a:lnTo>
                    <a:pt x="107156" y="11310"/>
                  </a:lnTo>
                  <a:lnTo>
                    <a:pt x="107156" y="0"/>
                  </a:lnTo>
                  <a:lnTo>
                    <a:pt x="118467" y="0"/>
                  </a:lnTo>
                  <a:lnTo>
                    <a:pt x="118467" y="11310"/>
                  </a:lnTo>
                  <a:lnTo>
                    <a:pt x="139303" y="11310"/>
                  </a:lnTo>
                  <a:lnTo>
                    <a:pt x="139303" y="22026"/>
                  </a:lnTo>
                  <a:lnTo>
                    <a:pt x="118467" y="22026"/>
                  </a:lnTo>
                  <a:lnTo>
                    <a:pt x="118467" y="33337"/>
                  </a:lnTo>
                  <a:lnTo>
                    <a:pt x="132159" y="33337"/>
                  </a:lnTo>
                  <a:lnTo>
                    <a:pt x="132159" y="82153"/>
                  </a:lnTo>
                  <a:lnTo>
                    <a:pt x="101798" y="82153"/>
                  </a:lnTo>
                  <a:lnTo>
                    <a:pt x="101673" y="83224"/>
                  </a:lnTo>
                  <a:lnTo>
                    <a:pt x="101536" y="84296"/>
                  </a:lnTo>
                  <a:lnTo>
                    <a:pt x="101387" y="85367"/>
                  </a:lnTo>
                  <a:lnTo>
                    <a:pt x="101226" y="86439"/>
                  </a:lnTo>
                  <a:lnTo>
                    <a:pt x="101054" y="87510"/>
                  </a:lnTo>
                  <a:lnTo>
                    <a:pt x="100869" y="88582"/>
                  </a:lnTo>
                  <a:lnTo>
                    <a:pt x="100673" y="89654"/>
                  </a:lnTo>
                  <a:lnTo>
                    <a:pt x="100464" y="90725"/>
                  </a:lnTo>
                  <a:lnTo>
                    <a:pt x="100244" y="91797"/>
                  </a:lnTo>
                  <a:lnTo>
                    <a:pt x="100012" y="92868"/>
                  </a:lnTo>
                  <a:lnTo>
                    <a:pt x="139303" y="92868"/>
                  </a:lnTo>
                  <a:lnTo>
                    <a:pt x="139303" y="103584"/>
                  </a:lnTo>
                  <a:lnTo>
                    <a:pt x="106560" y="103584"/>
                  </a:lnTo>
                  <a:lnTo>
                    <a:pt x="108727" y="106584"/>
                  </a:lnTo>
                  <a:lnTo>
                    <a:pt x="111180" y="109394"/>
                  </a:lnTo>
                  <a:lnTo>
                    <a:pt x="113919" y="112014"/>
                  </a:lnTo>
                  <a:lnTo>
                    <a:pt x="116943" y="114442"/>
                  </a:lnTo>
                  <a:lnTo>
                    <a:pt x="120253" y="116681"/>
                  </a:lnTo>
                  <a:lnTo>
                    <a:pt x="123848" y="118729"/>
                  </a:lnTo>
                  <a:lnTo>
                    <a:pt x="127730" y="120586"/>
                  </a:lnTo>
                  <a:lnTo>
                    <a:pt x="131897" y="122253"/>
                  </a:lnTo>
                  <a:lnTo>
                    <a:pt x="136350" y="123729"/>
                  </a:lnTo>
                  <a:lnTo>
                    <a:pt x="141089" y="125015"/>
                  </a:lnTo>
                  <a:lnTo>
                    <a:pt x="134540" y="136921"/>
                  </a:lnTo>
                  <a:lnTo>
                    <a:pt x="129224" y="135004"/>
                  </a:lnTo>
                  <a:lnTo>
                    <a:pt x="124229" y="132826"/>
                  </a:lnTo>
                  <a:lnTo>
                    <a:pt x="119556" y="130385"/>
                  </a:lnTo>
                  <a:lnTo>
                    <a:pt x="115204" y="127682"/>
                  </a:lnTo>
                  <a:lnTo>
                    <a:pt x="111174" y="124717"/>
                  </a:lnTo>
                  <a:lnTo>
                    <a:pt x="107465" y="121491"/>
                  </a:lnTo>
                  <a:lnTo>
                    <a:pt x="104078" y="118002"/>
                  </a:lnTo>
                  <a:lnTo>
                    <a:pt x="101012" y="114252"/>
                  </a:lnTo>
                  <a:lnTo>
                    <a:pt x="98268" y="110239"/>
                  </a:lnTo>
                  <a:lnTo>
                    <a:pt x="95845" y="105965"/>
                  </a:lnTo>
                  <a:lnTo>
                    <a:pt x="93606" y="110662"/>
                  </a:lnTo>
                  <a:lnTo>
                    <a:pt x="90939" y="114990"/>
                  </a:lnTo>
                  <a:lnTo>
                    <a:pt x="87844" y="118949"/>
                  </a:lnTo>
                  <a:lnTo>
                    <a:pt x="84320" y="122539"/>
                  </a:lnTo>
                  <a:lnTo>
                    <a:pt x="80367" y="125759"/>
                  </a:lnTo>
                  <a:lnTo>
                    <a:pt x="75985" y="128611"/>
                  </a:lnTo>
                  <a:lnTo>
                    <a:pt x="71175" y="131093"/>
                  </a:lnTo>
                  <a:lnTo>
                    <a:pt x="65936" y="133207"/>
                  </a:lnTo>
                  <a:lnTo>
                    <a:pt x="60269" y="134951"/>
                  </a:lnTo>
                  <a:lnTo>
                    <a:pt x="54173" y="136326"/>
                  </a:lnTo>
                  <a:lnTo>
                    <a:pt x="49410" y="126206"/>
                  </a:lnTo>
                  <a:lnTo>
                    <a:pt x="54798" y="124694"/>
                  </a:lnTo>
                  <a:lnTo>
                    <a:pt x="59769" y="123015"/>
                  </a:lnTo>
                  <a:lnTo>
                    <a:pt x="64323" y="121169"/>
                  </a:lnTo>
                  <a:lnTo>
                    <a:pt x="68460" y="119157"/>
                  </a:lnTo>
                  <a:lnTo>
                    <a:pt x="72181" y="116978"/>
                  </a:lnTo>
                  <a:lnTo>
                    <a:pt x="75485" y="114633"/>
                  </a:lnTo>
                  <a:lnTo>
                    <a:pt x="78372" y="112121"/>
                  </a:lnTo>
                  <a:lnTo>
                    <a:pt x="80843" y="109442"/>
                  </a:lnTo>
                  <a:lnTo>
                    <a:pt x="82897" y="106596"/>
                  </a:lnTo>
                  <a:lnTo>
                    <a:pt x="84534" y="103584"/>
                  </a:lnTo>
                  <a:lnTo>
                    <a:pt x="53578" y="103584"/>
                  </a:lnTo>
                  <a:lnTo>
                    <a:pt x="53578" y="92868"/>
                  </a:lnTo>
                  <a:lnTo>
                    <a:pt x="88106" y="92868"/>
                  </a:lnTo>
                  <a:lnTo>
                    <a:pt x="88451" y="91904"/>
                  </a:lnTo>
                  <a:lnTo>
                    <a:pt x="88773" y="90916"/>
                  </a:lnTo>
                  <a:lnTo>
                    <a:pt x="89070" y="89904"/>
                  </a:lnTo>
                  <a:lnTo>
                    <a:pt x="89344" y="88868"/>
                  </a:lnTo>
                  <a:lnTo>
                    <a:pt x="89594" y="87808"/>
                  </a:lnTo>
                  <a:lnTo>
                    <a:pt x="89820" y="86725"/>
                  </a:lnTo>
                  <a:lnTo>
                    <a:pt x="90023" y="85617"/>
                  </a:lnTo>
                  <a:lnTo>
                    <a:pt x="90201" y="84486"/>
                  </a:lnTo>
                  <a:lnTo>
                    <a:pt x="90356" y="83331"/>
                  </a:lnTo>
                  <a:lnTo>
                    <a:pt x="90487" y="82153"/>
                  </a:lnTo>
                  <a:lnTo>
                    <a:pt x="61317" y="82153"/>
                  </a:lnTo>
                  <a:lnTo>
                    <a:pt x="61317" y="33337"/>
                  </a:lnTo>
                  <a:lnTo>
                    <a:pt x="75009" y="33337"/>
                  </a:lnTo>
                  <a:lnTo>
                    <a:pt x="75009" y="22026"/>
                  </a:lnTo>
                  <a:lnTo>
                    <a:pt x="54173" y="22026"/>
                  </a:lnTo>
                  <a:close/>
                  <a:moveTo>
                    <a:pt x="86320" y="33337"/>
                  </a:moveTo>
                  <a:lnTo>
                    <a:pt x="107156" y="33337"/>
                  </a:lnTo>
                  <a:lnTo>
                    <a:pt x="107156" y="22026"/>
                  </a:lnTo>
                  <a:lnTo>
                    <a:pt x="86320" y="22026"/>
                  </a:lnTo>
                  <a:close/>
                  <a:moveTo>
                    <a:pt x="72628" y="52982"/>
                  </a:moveTo>
                  <a:lnTo>
                    <a:pt x="120848" y="52982"/>
                  </a:lnTo>
                  <a:lnTo>
                    <a:pt x="120848" y="43457"/>
                  </a:lnTo>
                  <a:lnTo>
                    <a:pt x="72628" y="43457"/>
                  </a:lnTo>
                  <a:close/>
                  <a:moveTo>
                    <a:pt x="72628" y="72032"/>
                  </a:moveTo>
                  <a:lnTo>
                    <a:pt x="120848" y="72032"/>
                  </a:lnTo>
                  <a:lnTo>
                    <a:pt x="120848" y="61912"/>
                  </a:lnTo>
                  <a:lnTo>
                    <a:pt x="72628" y="61912"/>
                  </a:lnTo>
                  <a:close/>
                  <a:moveTo>
                    <a:pt x="4762" y="27384"/>
                  </a:moveTo>
                  <a:lnTo>
                    <a:pt x="23812" y="27384"/>
                  </a:lnTo>
                  <a:lnTo>
                    <a:pt x="23812" y="0"/>
                  </a:lnTo>
                  <a:lnTo>
                    <a:pt x="35123" y="0"/>
                  </a:lnTo>
                  <a:lnTo>
                    <a:pt x="35123" y="27384"/>
                  </a:lnTo>
                  <a:lnTo>
                    <a:pt x="52982" y="27384"/>
                  </a:lnTo>
                  <a:lnTo>
                    <a:pt x="52982" y="38695"/>
                  </a:lnTo>
                  <a:lnTo>
                    <a:pt x="35123" y="38695"/>
                  </a:lnTo>
                  <a:lnTo>
                    <a:pt x="35123" y="45839"/>
                  </a:lnTo>
                  <a:lnTo>
                    <a:pt x="37355" y="48571"/>
                  </a:lnTo>
                  <a:lnTo>
                    <a:pt x="39528" y="51292"/>
                  </a:lnTo>
                  <a:lnTo>
                    <a:pt x="41642" y="54000"/>
                  </a:lnTo>
                  <a:lnTo>
                    <a:pt x="43695" y="56697"/>
                  </a:lnTo>
                  <a:lnTo>
                    <a:pt x="45690" y="59382"/>
                  </a:lnTo>
                  <a:lnTo>
                    <a:pt x="47625" y="62055"/>
                  </a:lnTo>
                  <a:lnTo>
                    <a:pt x="49500" y="64716"/>
                  </a:lnTo>
                  <a:lnTo>
                    <a:pt x="51315" y="67365"/>
                  </a:lnTo>
                  <a:lnTo>
                    <a:pt x="53072" y="70002"/>
                  </a:lnTo>
                  <a:lnTo>
                    <a:pt x="54768" y="72628"/>
                  </a:lnTo>
                  <a:lnTo>
                    <a:pt x="47029" y="83939"/>
                  </a:lnTo>
                  <a:lnTo>
                    <a:pt x="45839" y="81468"/>
                  </a:lnTo>
                  <a:lnTo>
                    <a:pt x="44648" y="79057"/>
                  </a:lnTo>
                  <a:lnTo>
                    <a:pt x="43457" y="76706"/>
                  </a:lnTo>
                  <a:lnTo>
                    <a:pt x="42267" y="74414"/>
                  </a:lnTo>
                  <a:lnTo>
                    <a:pt x="41076" y="72181"/>
                  </a:lnTo>
                  <a:lnTo>
                    <a:pt x="39885" y="70008"/>
                  </a:lnTo>
                  <a:lnTo>
                    <a:pt x="38695" y="67895"/>
                  </a:lnTo>
                  <a:lnTo>
                    <a:pt x="37504" y="65841"/>
                  </a:lnTo>
                  <a:lnTo>
                    <a:pt x="36314" y="63847"/>
                  </a:lnTo>
                  <a:lnTo>
                    <a:pt x="35123" y="61912"/>
                  </a:lnTo>
                  <a:lnTo>
                    <a:pt x="35123" y="136921"/>
                  </a:lnTo>
                  <a:lnTo>
                    <a:pt x="23812" y="136921"/>
                  </a:lnTo>
                  <a:lnTo>
                    <a:pt x="23812" y="72032"/>
                  </a:lnTo>
                  <a:lnTo>
                    <a:pt x="22478" y="75896"/>
                  </a:lnTo>
                  <a:lnTo>
                    <a:pt x="21097" y="79629"/>
                  </a:lnTo>
                  <a:lnTo>
                    <a:pt x="19669" y="83230"/>
                  </a:lnTo>
                  <a:lnTo>
                    <a:pt x="18192" y="86701"/>
                  </a:lnTo>
                  <a:lnTo>
                    <a:pt x="16668" y="90041"/>
                  </a:lnTo>
                  <a:lnTo>
                    <a:pt x="15097" y="93249"/>
                  </a:lnTo>
                  <a:lnTo>
                    <a:pt x="13477" y="96327"/>
                  </a:lnTo>
                  <a:lnTo>
                    <a:pt x="11811" y="99274"/>
                  </a:lnTo>
                  <a:lnTo>
                    <a:pt x="10096" y="102090"/>
                  </a:lnTo>
                  <a:lnTo>
                    <a:pt x="8334" y="104775"/>
                  </a:lnTo>
                  <a:lnTo>
                    <a:pt x="0" y="96440"/>
                  </a:lnTo>
                  <a:lnTo>
                    <a:pt x="3333" y="91255"/>
                  </a:lnTo>
                  <a:lnTo>
                    <a:pt x="6429" y="85939"/>
                  </a:lnTo>
                  <a:lnTo>
                    <a:pt x="9286" y="80492"/>
                  </a:lnTo>
                  <a:lnTo>
                    <a:pt x="11906" y="74914"/>
                  </a:lnTo>
                  <a:lnTo>
                    <a:pt x="14287" y="69205"/>
                  </a:lnTo>
                  <a:lnTo>
                    <a:pt x="16430" y="63365"/>
                  </a:lnTo>
                  <a:lnTo>
                    <a:pt x="18335" y="57394"/>
                  </a:lnTo>
                  <a:lnTo>
                    <a:pt x="20002" y="51292"/>
                  </a:lnTo>
                  <a:lnTo>
                    <a:pt x="21431" y="45059"/>
                  </a:lnTo>
                  <a:lnTo>
                    <a:pt x="22621" y="38695"/>
                  </a:lnTo>
                  <a:lnTo>
                    <a:pt x="4762" y="386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h103"/>
            <p:cNvSpPr/>
            <p:nvPr/>
          </p:nvSpPr>
          <p:spPr>
            <a:xfrm>
              <a:off x="8085508" y="1414980"/>
              <a:ext cx="136326" cy="130373"/>
            </a:xfrm>
            <a:custGeom>
              <a:avLst/>
              <a:pathLst>
                <a:path w="136326" h="130373">
                  <a:moveTo>
                    <a:pt x="62507" y="80962"/>
                  </a:moveTo>
                  <a:lnTo>
                    <a:pt x="75009" y="80962"/>
                  </a:lnTo>
                  <a:lnTo>
                    <a:pt x="75009" y="94654"/>
                  </a:lnTo>
                  <a:lnTo>
                    <a:pt x="126206" y="94654"/>
                  </a:lnTo>
                  <a:lnTo>
                    <a:pt x="126206" y="105370"/>
                  </a:lnTo>
                  <a:lnTo>
                    <a:pt x="75009" y="105370"/>
                  </a:lnTo>
                  <a:lnTo>
                    <a:pt x="75009" y="119062"/>
                  </a:lnTo>
                  <a:lnTo>
                    <a:pt x="136326" y="119062"/>
                  </a:lnTo>
                  <a:lnTo>
                    <a:pt x="136326" y="130373"/>
                  </a:lnTo>
                  <a:lnTo>
                    <a:pt x="0" y="130373"/>
                  </a:lnTo>
                  <a:lnTo>
                    <a:pt x="0" y="119062"/>
                  </a:lnTo>
                  <a:lnTo>
                    <a:pt x="62507" y="119062"/>
                  </a:lnTo>
                  <a:lnTo>
                    <a:pt x="62507" y="105370"/>
                  </a:lnTo>
                  <a:lnTo>
                    <a:pt x="11310" y="105370"/>
                  </a:lnTo>
                  <a:lnTo>
                    <a:pt x="11310" y="94654"/>
                  </a:lnTo>
                  <a:lnTo>
                    <a:pt x="62507" y="94654"/>
                  </a:lnTo>
                  <a:close/>
                  <a:moveTo>
                    <a:pt x="6548" y="2976"/>
                  </a:moveTo>
                  <a:lnTo>
                    <a:pt x="76795" y="2976"/>
                  </a:lnTo>
                  <a:lnTo>
                    <a:pt x="76795" y="13692"/>
                  </a:lnTo>
                  <a:lnTo>
                    <a:pt x="62507" y="13692"/>
                  </a:lnTo>
                  <a:lnTo>
                    <a:pt x="62507" y="35123"/>
                  </a:lnTo>
                  <a:lnTo>
                    <a:pt x="80367" y="35123"/>
                  </a:lnTo>
                  <a:lnTo>
                    <a:pt x="80367" y="45839"/>
                  </a:lnTo>
                  <a:lnTo>
                    <a:pt x="62507" y="45839"/>
                  </a:lnTo>
                  <a:lnTo>
                    <a:pt x="62507" y="79771"/>
                  </a:lnTo>
                  <a:lnTo>
                    <a:pt x="51196" y="79771"/>
                  </a:lnTo>
                  <a:lnTo>
                    <a:pt x="51196" y="45839"/>
                  </a:lnTo>
                  <a:lnTo>
                    <a:pt x="32146" y="45839"/>
                  </a:lnTo>
                  <a:lnTo>
                    <a:pt x="31712" y="50053"/>
                  </a:lnTo>
                  <a:lnTo>
                    <a:pt x="30884" y="54125"/>
                  </a:lnTo>
                  <a:lnTo>
                    <a:pt x="29664" y="58054"/>
                  </a:lnTo>
                  <a:lnTo>
                    <a:pt x="28051" y="61841"/>
                  </a:lnTo>
                  <a:lnTo>
                    <a:pt x="26044" y="65484"/>
                  </a:lnTo>
                  <a:lnTo>
                    <a:pt x="23645" y="68984"/>
                  </a:lnTo>
                  <a:lnTo>
                    <a:pt x="20853" y="72342"/>
                  </a:lnTo>
                  <a:lnTo>
                    <a:pt x="17668" y="75557"/>
                  </a:lnTo>
                  <a:lnTo>
                    <a:pt x="14091" y="78628"/>
                  </a:lnTo>
                  <a:lnTo>
                    <a:pt x="10120" y="81557"/>
                  </a:lnTo>
                  <a:lnTo>
                    <a:pt x="3571" y="70842"/>
                  </a:lnTo>
                  <a:lnTo>
                    <a:pt x="6637" y="68663"/>
                  </a:lnTo>
                  <a:lnTo>
                    <a:pt x="9405" y="66413"/>
                  </a:lnTo>
                  <a:lnTo>
                    <a:pt x="11876" y="64091"/>
                  </a:lnTo>
                  <a:lnTo>
                    <a:pt x="14049" y="61698"/>
                  </a:lnTo>
                  <a:lnTo>
                    <a:pt x="15924" y="59233"/>
                  </a:lnTo>
                  <a:lnTo>
                    <a:pt x="17502" y="56697"/>
                  </a:lnTo>
                  <a:lnTo>
                    <a:pt x="18782" y="54090"/>
                  </a:lnTo>
                  <a:lnTo>
                    <a:pt x="19764" y="51411"/>
                  </a:lnTo>
                  <a:lnTo>
                    <a:pt x="20448" y="48660"/>
                  </a:lnTo>
                  <a:lnTo>
                    <a:pt x="20835" y="45839"/>
                  </a:lnTo>
                  <a:lnTo>
                    <a:pt x="1785" y="45839"/>
                  </a:lnTo>
                  <a:lnTo>
                    <a:pt x="1785" y="35123"/>
                  </a:lnTo>
                  <a:lnTo>
                    <a:pt x="20835" y="35123"/>
                  </a:lnTo>
                  <a:lnTo>
                    <a:pt x="20835" y="13692"/>
                  </a:lnTo>
                  <a:lnTo>
                    <a:pt x="6548" y="13692"/>
                  </a:lnTo>
                  <a:close/>
                  <a:moveTo>
                    <a:pt x="51196" y="35123"/>
                  </a:moveTo>
                  <a:lnTo>
                    <a:pt x="51196" y="13692"/>
                  </a:lnTo>
                  <a:lnTo>
                    <a:pt x="32146" y="13692"/>
                  </a:lnTo>
                  <a:lnTo>
                    <a:pt x="32146" y="35123"/>
                  </a:lnTo>
                  <a:close/>
                  <a:moveTo>
                    <a:pt x="115490" y="0"/>
                  </a:moveTo>
                  <a:lnTo>
                    <a:pt x="126801" y="0"/>
                  </a:lnTo>
                  <a:lnTo>
                    <a:pt x="126801" y="68460"/>
                  </a:lnTo>
                  <a:lnTo>
                    <a:pt x="126771" y="70193"/>
                  </a:lnTo>
                  <a:lnTo>
                    <a:pt x="126682" y="71818"/>
                  </a:lnTo>
                  <a:lnTo>
                    <a:pt x="126533" y="73336"/>
                  </a:lnTo>
                  <a:lnTo>
                    <a:pt x="126325" y="74747"/>
                  </a:lnTo>
                  <a:lnTo>
                    <a:pt x="126057" y="76051"/>
                  </a:lnTo>
                  <a:lnTo>
                    <a:pt x="125730" y="77247"/>
                  </a:lnTo>
                  <a:lnTo>
                    <a:pt x="125343" y="78337"/>
                  </a:lnTo>
                  <a:lnTo>
                    <a:pt x="124896" y="79319"/>
                  </a:lnTo>
                  <a:lnTo>
                    <a:pt x="124390" y="80194"/>
                  </a:lnTo>
                  <a:lnTo>
                    <a:pt x="123825" y="80962"/>
                  </a:lnTo>
                  <a:lnTo>
                    <a:pt x="123164" y="81641"/>
                  </a:lnTo>
                  <a:lnTo>
                    <a:pt x="122372" y="82248"/>
                  </a:lnTo>
                  <a:lnTo>
                    <a:pt x="121449" y="82784"/>
                  </a:lnTo>
                  <a:lnTo>
                    <a:pt x="120396" y="83248"/>
                  </a:lnTo>
                  <a:lnTo>
                    <a:pt x="119211" y="83641"/>
                  </a:lnTo>
                  <a:lnTo>
                    <a:pt x="117895" y="83962"/>
                  </a:lnTo>
                  <a:lnTo>
                    <a:pt x="116449" y="84212"/>
                  </a:lnTo>
                  <a:lnTo>
                    <a:pt x="114871" y="84391"/>
                  </a:lnTo>
                  <a:lnTo>
                    <a:pt x="113162" y="84498"/>
                  </a:lnTo>
                  <a:lnTo>
                    <a:pt x="111323" y="84534"/>
                  </a:lnTo>
                  <a:lnTo>
                    <a:pt x="109787" y="84516"/>
                  </a:lnTo>
                  <a:lnTo>
                    <a:pt x="108275" y="84462"/>
                  </a:lnTo>
                  <a:lnTo>
                    <a:pt x="106787" y="84373"/>
                  </a:lnTo>
                  <a:lnTo>
                    <a:pt x="105322" y="84248"/>
                  </a:lnTo>
                  <a:lnTo>
                    <a:pt x="103882" y="84087"/>
                  </a:lnTo>
                  <a:lnTo>
                    <a:pt x="102465" y="83891"/>
                  </a:lnTo>
                  <a:lnTo>
                    <a:pt x="101072" y="83659"/>
                  </a:lnTo>
                  <a:lnTo>
                    <a:pt x="99702" y="83391"/>
                  </a:lnTo>
                  <a:lnTo>
                    <a:pt x="98357" y="83087"/>
                  </a:lnTo>
                  <a:lnTo>
                    <a:pt x="97035" y="82748"/>
                  </a:lnTo>
                  <a:lnTo>
                    <a:pt x="94654" y="70246"/>
                  </a:lnTo>
                  <a:lnTo>
                    <a:pt x="96089" y="70699"/>
                  </a:lnTo>
                  <a:lnTo>
                    <a:pt x="97536" y="71104"/>
                  </a:lnTo>
                  <a:lnTo>
                    <a:pt x="98994" y="71461"/>
                  </a:lnTo>
                  <a:lnTo>
                    <a:pt x="100464" y="71770"/>
                  </a:lnTo>
                  <a:lnTo>
                    <a:pt x="101947" y="72032"/>
                  </a:lnTo>
                  <a:lnTo>
                    <a:pt x="103441" y="72247"/>
                  </a:lnTo>
                  <a:lnTo>
                    <a:pt x="104947" y="72413"/>
                  </a:lnTo>
                  <a:lnTo>
                    <a:pt x="106465" y="72532"/>
                  </a:lnTo>
                  <a:lnTo>
                    <a:pt x="107995" y="72604"/>
                  </a:lnTo>
                  <a:lnTo>
                    <a:pt x="109537" y="72628"/>
                  </a:lnTo>
                  <a:lnTo>
                    <a:pt x="110228" y="72613"/>
                  </a:lnTo>
                  <a:lnTo>
                    <a:pt x="110871" y="72568"/>
                  </a:lnTo>
                  <a:lnTo>
                    <a:pt x="111466" y="72494"/>
                  </a:lnTo>
                  <a:lnTo>
                    <a:pt x="112014" y="72390"/>
                  </a:lnTo>
                  <a:lnTo>
                    <a:pt x="112514" y="72256"/>
                  </a:lnTo>
                  <a:lnTo>
                    <a:pt x="112966" y="72092"/>
                  </a:lnTo>
                  <a:lnTo>
                    <a:pt x="113371" y="71898"/>
                  </a:lnTo>
                  <a:lnTo>
                    <a:pt x="113728" y="71675"/>
                  </a:lnTo>
                  <a:lnTo>
                    <a:pt x="114038" y="71422"/>
                  </a:lnTo>
                  <a:lnTo>
                    <a:pt x="114300" y="71139"/>
                  </a:lnTo>
                  <a:lnTo>
                    <a:pt x="114526" y="70815"/>
                  </a:lnTo>
                  <a:lnTo>
                    <a:pt x="114728" y="70437"/>
                  </a:lnTo>
                  <a:lnTo>
                    <a:pt x="114907" y="70005"/>
                  </a:lnTo>
                  <a:lnTo>
                    <a:pt x="115062" y="69520"/>
                  </a:lnTo>
                  <a:lnTo>
                    <a:pt x="115192" y="68981"/>
                  </a:lnTo>
                  <a:lnTo>
                    <a:pt x="115300" y="68389"/>
                  </a:lnTo>
                  <a:lnTo>
                    <a:pt x="115383" y="67743"/>
                  </a:lnTo>
                  <a:lnTo>
                    <a:pt x="115443" y="67044"/>
                  </a:lnTo>
                  <a:lnTo>
                    <a:pt x="115478" y="66291"/>
                  </a:lnTo>
                  <a:lnTo>
                    <a:pt x="115490" y="65484"/>
                  </a:lnTo>
                  <a:close/>
                  <a:moveTo>
                    <a:pt x="88106" y="8334"/>
                  </a:moveTo>
                  <a:lnTo>
                    <a:pt x="100012" y="8334"/>
                  </a:lnTo>
                  <a:lnTo>
                    <a:pt x="100012" y="63103"/>
                  </a:lnTo>
                  <a:lnTo>
                    <a:pt x="88106" y="631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008014" y="1710202"/>
              <a:ext cx="54165" cy="54165"/>
            </a:xfrm>
            <a:prstGeom prst="ellipse">
              <a:avLst/>
            </a:prstGeom>
            <a:solidFill>
              <a:srgbClr val="440154">
                <a:alpha val="69803"/>
              </a:srgbClr>
            </a:solidFill>
            <a:ln w="9818" cap="rnd">
              <a:solidFill>
                <a:srgbClr val="44015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5"/>
            <p:cNvSpPr/>
            <p:nvPr/>
          </p:nvSpPr>
          <p:spPr>
            <a:xfrm>
              <a:off x="8005300" y="1865874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8008014" y="1929658"/>
              <a:ext cx="54165" cy="54165"/>
            </a:xfrm>
            <a:prstGeom prst="ellipse">
              <a:avLst/>
            </a:prstGeom>
            <a:solidFill>
              <a:srgbClr val="414487">
                <a:alpha val="69803"/>
              </a:srgbClr>
            </a:solidFill>
            <a:ln w="9818" cap="rnd">
              <a:solidFill>
                <a:srgbClr val="4144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7"/>
            <p:cNvSpPr/>
            <p:nvPr/>
          </p:nvSpPr>
          <p:spPr>
            <a:xfrm>
              <a:off x="8005300" y="2085330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4144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8008014" y="2149114"/>
              <a:ext cx="54165" cy="54165"/>
            </a:xfrm>
            <a:prstGeom prst="ellipse">
              <a:avLst/>
            </a:prstGeom>
            <a:solidFill>
              <a:srgbClr val="2A788E">
                <a:alpha val="69803"/>
              </a:srgbClr>
            </a:solidFill>
            <a:ln w="9818" cap="rnd">
              <a:solidFill>
                <a:srgbClr val="2A788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9"/>
            <p:cNvSpPr/>
            <p:nvPr/>
          </p:nvSpPr>
          <p:spPr>
            <a:xfrm>
              <a:off x="8005300" y="2304786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2A788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8008014" y="2368570"/>
              <a:ext cx="54165" cy="54165"/>
            </a:xfrm>
            <a:prstGeom prst="ellipse">
              <a:avLst/>
            </a:prstGeom>
            <a:solidFill>
              <a:srgbClr val="22A884">
                <a:alpha val="69803"/>
              </a:srgbClr>
            </a:solidFill>
            <a:ln w="9818" cap="rnd">
              <a:solidFill>
                <a:srgbClr val="22A88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1"/>
            <p:cNvSpPr/>
            <p:nvPr/>
          </p:nvSpPr>
          <p:spPr>
            <a:xfrm>
              <a:off x="8005300" y="2524242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22A8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008014" y="2588026"/>
              <a:ext cx="54165" cy="54165"/>
            </a:xfrm>
            <a:prstGeom prst="ellipse">
              <a:avLst/>
            </a:prstGeom>
            <a:solidFill>
              <a:srgbClr val="7AD151">
                <a:alpha val="69803"/>
              </a:srgbClr>
            </a:solidFill>
            <a:ln w="9818" cap="rnd">
              <a:solidFill>
                <a:srgbClr val="7AD151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3"/>
            <p:cNvSpPr/>
            <p:nvPr/>
          </p:nvSpPr>
          <p:spPr>
            <a:xfrm>
              <a:off x="8005300" y="2743698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7AD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008014" y="2807482"/>
              <a:ext cx="54165" cy="54165"/>
            </a:xfrm>
            <a:prstGeom prst="ellipse">
              <a:avLst/>
            </a:prstGeom>
            <a:solidFill>
              <a:srgbClr val="FDE725">
                <a:alpha val="69803"/>
              </a:srgbClr>
            </a:solidFill>
            <a:ln w="9818" cap="rnd">
              <a:solidFill>
                <a:srgbClr val="FDE7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5"/>
            <p:cNvSpPr/>
            <p:nvPr/>
          </p:nvSpPr>
          <p:spPr>
            <a:xfrm>
              <a:off x="8005300" y="2963154"/>
              <a:ext cx="64965" cy="69288"/>
            </a:xfrm>
            <a:custGeom>
              <a:avLst/>
              <a:pathLst>
                <a:path w="64965" h="69288">
                  <a:moveTo>
                    <a:pt x="20193" y="69288"/>
                  </a:moveTo>
                  <a:lnTo>
                    <a:pt x="18230" y="69235"/>
                  </a:lnTo>
                  <a:lnTo>
                    <a:pt x="16367" y="69075"/>
                  </a:lnTo>
                  <a:lnTo>
                    <a:pt x="14604" y="68810"/>
                  </a:lnTo>
                  <a:lnTo>
                    <a:pt x="12941" y="68438"/>
                  </a:lnTo>
                  <a:lnTo>
                    <a:pt x="11378" y="67960"/>
                  </a:lnTo>
                  <a:lnTo>
                    <a:pt x="9915" y="67376"/>
                  </a:lnTo>
                  <a:lnTo>
                    <a:pt x="8552" y="66685"/>
                  </a:lnTo>
                  <a:lnTo>
                    <a:pt x="7289" y="65889"/>
                  </a:lnTo>
                  <a:lnTo>
                    <a:pt x="6126" y="64986"/>
                  </a:lnTo>
                  <a:lnTo>
                    <a:pt x="5063" y="63977"/>
                  </a:lnTo>
                  <a:lnTo>
                    <a:pt x="4101" y="62875"/>
                  </a:lnTo>
                  <a:lnTo>
                    <a:pt x="3240" y="61694"/>
                  </a:lnTo>
                  <a:lnTo>
                    <a:pt x="2481" y="60435"/>
                  </a:lnTo>
                  <a:lnTo>
                    <a:pt x="1822" y="59096"/>
                  </a:lnTo>
                  <a:lnTo>
                    <a:pt x="1265" y="57678"/>
                  </a:lnTo>
                  <a:lnTo>
                    <a:pt x="810" y="56181"/>
                  </a:lnTo>
                  <a:lnTo>
                    <a:pt x="455" y="54605"/>
                  </a:lnTo>
                  <a:lnTo>
                    <a:pt x="202" y="52950"/>
                  </a:lnTo>
                  <a:lnTo>
                    <a:pt x="50" y="51216"/>
                  </a:lnTo>
                  <a:lnTo>
                    <a:pt x="0" y="49403"/>
                  </a:lnTo>
                  <a:lnTo>
                    <a:pt x="24" y="48105"/>
                  </a:lnTo>
                  <a:lnTo>
                    <a:pt x="98" y="46856"/>
                  </a:lnTo>
                  <a:lnTo>
                    <a:pt x="222" y="45655"/>
                  </a:lnTo>
                  <a:lnTo>
                    <a:pt x="395" y="44502"/>
                  </a:lnTo>
                  <a:lnTo>
                    <a:pt x="617" y="43397"/>
                  </a:lnTo>
                  <a:lnTo>
                    <a:pt x="889" y="42341"/>
                  </a:lnTo>
                  <a:lnTo>
                    <a:pt x="1210" y="41332"/>
                  </a:lnTo>
                  <a:lnTo>
                    <a:pt x="1580" y="40372"/>
                  </a:lnTo>
                  <a:lnTo>
                    <a:pt x="2000" y="39460"/>
                  </a:lnTo>
                  <a:lnTo>
                    <a:pt x="2470" y="38596"/>
                  </a:lnTo>
                  <a:lnTo>
                    <a:pt x="2991" y="37762"/>
                  </a:lnTo>
                  <a:lnTo>
                    <a:pt x="3542" y="36966"/>
                  </a:lnTo>
                  <a:lnTo>
                    <a:pt x="4122" y="36206"/>
                  </a:lnTo>
                  <a:lnTo>
                    <a:pt x="4732" y="35483"/>
                  </a:lnTo>
                  <a:lnTo>
                    <a:pt x="5372" y="34798"/>
                  </a:lnTo>
                  <a:lnTo>
                    <a:pt x="6042" y="34150"/>
                  </a:lnTo>
                  <a:lnTo>
                    <a:pt x="6741" y="33538"/>
                  </a:lnTo>
                  <a:lnTo>
                    <a:pt x="7469" y="32964"/>
                  </a:lnTo>
                  <a:lnTo>
                    <a:pt x="8228" y="32427"/>
                  </a:lnTo>
                  <a:lnTo>
                    <a:pt x="9016" y="31926"/>
                  </a:lnTo>
                  <a:lnTo>
                    <a:pt x="9842" y="31460"/>
                  </a:lnTo>
                  <a:lnTo>
                    <a:pt x="10690" y="31022"/>
                  </a:lnTo>
                  <a:lnTo>
                    <a:pt x="11561" y="30615"/>
                  </a:lnTo>
                  <a:lnTo>
                    <a:pt x="12454" y="30237"/>
                  </a:lnTo>
                  <a:lnTo>
                    <a:pt x="13369" y="29889"/>
                  </a:lnTo>
                  <a:lnTo>
                    <a:pt x="14307" y="29570"/>
                  </a:lnTo>
                  <a:lnTo>
                    <a:pt x="15266" y="29281"/>
                  </a:lnTo>
                  <a:lnTo>
                    <a:pt x="16248" y="29021"/>
                  </a:lnTo>
                  <a:lnTo>
                    <a:pt x="17252" y="28792"/>
                  </a:lnTo>
                  <a:lnTo>
                    <a:pt x="18279" y="28592"/>
                  </a:lnTo>
                  <a:lnTo>
                    <a:pt x="19318" y="28414"/>
                  </a:lnTo>
                  <a:lnTo>
                    <a:pt x="20361" y="28253"/>
                  </a:lnTo>
                  <a:lnTo>
                    <a:pt x="21408" y="28108"/>
                  </a:lnTo>
                  <a:lnTo>
                    <a:pt x="22458" y="27979"/>
                  </a:lnTo>
                  <a:lnTo>
                    <a:pt x="23512" y="27866"/>
                  </a:lnTo>
                  <a:lnTo>
                    <a:pt x="24570" y="27769"/>
                  </a:lnTo>
                  <a:lnTo>
                    <a:pt x="25632" y="27688"/>
                  </a:lnTo>
                  <a:lnTo>
                    <a:pt x="26697" y="27623"/>
                  </a:lnTo>
                  <a:lnTo>
                    <a:pt x="27766" y="27575"/>
                  </a:lnTo>
                  <a:lnTo>
                    <a:pt x="28839" y="27542"/>
                  </a:lnTo>
                  <a:lnTo>
                    <a:pt x="43845" y="27295"/>
                  </a:lnTo>
                  <a:lnTo>
                    <a:pt x="43845" y="23651"/>
                  </a:lnTo>
                  <a:lnTo>
                    <a:pt x="43836" y="22836"/>
                  </a:lnTo>
                  <a:lnTo>
                    <a:pt x="43810" y="22046"/>
                  </a:lnTo>
                  <a:lnTo>
                    <a:pt x="43767" y="21280"/>
                  </a:lnTo>
                  <a:lnTo>
                    <a:pt x="43707" y="20539"/>
                  </a:lnTo>
                  <a:lnTo>
                    <a:pt x="43629" y="19823"/>
                  </a:lnTo>
                  <a:lnTo>
                    <a:pt x="43534" y="19131"/>
                  </a:lnTo>
                  <a:lnTo>
                    <a:pt x="43421" y="18464"/>
                  </a:lnTo>
                  <a:lnTo>
                    <a:pt x="43292" y="17822"/>
                  </a:lnTo>
                  <a:lnTo>
                    <a:pt x="43145" y="17204"/>
                  </a:lnTo>
                  <a:lnTo>
                    <a:pt x="42980" y="16611"/>
                  </a:lnTo>
                  <a:lnTo>
                    <a:pt x="42798" y="16042"/>
                  </a:lnTo>
                  <a:lnTo>
                    <a:pt x="42598" y="15495"/>
                  </a:lnTo>
                  <a:lnTo>
                    <a:pt x="42378" y="14970"/>
                  </a:lnTo>
                  <a:lnTo>
                    <a:pt x="42141" y="14467"/>
                  </a:lnTo>
                  <a:lnTo>
                    <a:pt x="41884" y="13987"/>
                  </a:lnTo>
                  <a:lnTo>
                    <a:pt x="41609" y="13529"/>
                  </a:lnTo>
                  <a:lnTo>
                    <a:pt x="41316" y="13093"/>
                  </a:lnTo>
                  <a:lnTo>
                    <a:pt x="41004" y="12679"/>
                  </a:lnTo>
                  <a:lnTo>
                    <a:pt x="40674" y="12287"/>
                  </a:lnTo>
                  <a:lnTo>
                    <a:pt x="40325" y="11918"/>
                  </a:lnTo>
                  <a:lnTo>
                    <a:pt x="39958" y="11570"/>
                  </a:lnTo>
                  <a:lnTo>
                    <a:pt x="39572" y="11241"/>
                  </a:lnTo>
                  <a:lnTo>
                    <a:pt x="39167" y="10932"/>
                  </a:lnTo>
                  <a:lnTo>
                    <a:pt x="38744" y="10643"/>
                  </a:lnTo>
                  <a:lnTo>
                    <a:pt x="38303" y="10374"/>
                  </a:lnTo>
                  <a:lnTo>
                    <a:pt x="37842" y="10125"/>
                  </a:lnTo>
                  <a:lnTo>
                    <a:pt x="37364" y="9895"/>
                  </a:lnTo>
                  <a:lnTo>
                    <a:pt x="36867" y="9685"/>
                  </a:lnTo>
                  <a:lnTo>
                    <a:pt x="36351" y="9495"/>
                  </a:lnTo>
                  <a:lnTo>
                    <a:pt x="35817" y="9324"/>
                  </a:lnTo>
                  <a:lnTo>
                    <a:pt x="35276" y="9160"/>
                  </a:lnTo>
                  <a:lnTo>
                    <a:pt x="34715" y="9013"/>
                  </a:lnTo>
                  <a:lnTo>
                    <a:pt x="34135" y="8883"/>
                  </a:lnTo>
                  <a:lnTo>
                    <a:pt x="33534" y="8771"/>
                  </a:lnTo>
                  <a:lnTo>
                    <a:pt x="32914" y="8676"/>
                  </a:lnTo>
                  <a:lnTo>
                    <a:pt x="32275" y="8598"/>
                  </a:lnTo>
                  <a:lnTo>
                    <a:pt x="31615" y="8538"/>
                  </a:lnTo>
                  <a:lnTo>
                    <a:pt x="30936" y="8494"/>
                  </a:lnTo>
                  <a:lnTo>
                    <a:pt x="30237" y="8468"/>
                  </a:lnTo>
                  <a:lnTo>
                    <a:pt x="29518" y="8460"/>
                  </a:lnTo>
                  <a:lnTo>
                    <a:pt x="28882" y="8465"/>
                  </a:lnTo>
                  <a:lnTo>
                    <a:pt x="28258" y="8480"/>
                  </a:lnTo>
                  <a:lnTo>
                    <a:pt x="27647" y="8504"/>
                  </a:lnTo>
                  <a:lnTo>
                    <a:pt x="27048" y="8539"/>
                  </a:lnTo>
                  <a:lnTo>
                    <a:pt x="26461" y="8583"/>
                  </a:lnTo>
                  <a:lnTo>
                    <a:pt x="25887" y="8638"/>
                  </a:lnTo>
                  <a:lnTo>
                    <a:pt x="25325" y="8702"/>
                  </a:lnTo>
                  <a:lnTo>
                    <a:pt x="24775" y="8776"/>
                  </a:lnTo>
                  <a:lnTo>
                    <a:pt x="24238" y="8860"/>
                  </a:lnTo>
                  <a:lnTo>
                    <a:pt x="23713" y="8954"/>
                  </a:lnTo>
                  <a:lnTo>
                    <a:pt x="23201" y="9048"/>
                  </a:lnTo>
                  <a:lnTo>
                    <a:pt x="22703" y="9159"/>
                  </a:lnTo>
                  <a:lnTo>
                    <a:pt x="22218" y="9285"/>
                  </a:lnTo>
                  <a:lnTo>
                    <a:pt x="21747" y="9428"/>
                  </a:lnTo>
                  <a:lnTo>
                    <a:pt x="21289" y="9587"/>
                  </a:lnTo>
                  <a:lnTo>
                    <a:pt x="20845" y="9762"/>
                  </a:lnTo>
                  <a:lnTo>
                    <a:pt x="20415" y="9952"/>
                  </a:lnTo>
                  <a:lnTo>
                    <a:pt x="19998" y="10159"/>
                  </a:lnTo>
                  <a:lnTo>
                    <a:pt x="19595" y="10382"/>
                  </a:lnTo>
                  <a:lnTo>
                    <a:pt x="19205" y="10621"/>
                  </a:lnTo>
                  <a:lnTo>
                    <a:pt x="18830" y="10865"/>
                  </a:lnTo>
                  <a:lnTo>
                    <a:pt x="18469" y="11128"/>
                  </a:lnTo>
                  <a:lnTo>
                    <a:pt x="18123" y="11409"/>
                  </a:lnTo>
                  <a:lnTo>
                    <a:pt x="17792" y="11708"/>
                  </a:lnTo>
                  <a:lnTo>
                    <a:pt x="17476" y="12026"/>
                  </a:lnTo>
                  <a:lnTo>
                    <a:pt x="17175" y="12363"/>
                  </a:lnTo>
                  <a:lnTo>
                    <a:pt x="16888" y="12718"/>
                  </a:lnTo>
                  <a:lnTo>
                    <a:pt x="16616" y="13091"/>
                  </a:lnTo>
                  <a:lnTo>
                    <a:pt x="16359" y="13484"/>
                  </a:lnTo>
                  <a:lnTo>
                    <a:pt x="16117" y="13894"/>
                  </a:lnTo>
                  <a:lnTo>
                    <a:pt x="15891" y="14313"/>
                  </a:lnTo>
                  <a:lnTo>
                    <a:pt x="15680" y="14754"/>
                  </a:lnTo>
                  <a:lnTo>
                    <a:pt x="15486" y="15217"/>
                  </a:lnTo>
                  <a:lnTo>
                    <a:pt x="15307" y="15702"/>
                  </a:lnTo>
                  <a:lnTo>
                    <a:pt x="15145" y="16210"/>
                  </a:lnTo>
                  <a:lnTo>
                    <a:pt x="14998" y="16740"/>
                  </a:lnTo>
                  <a:lnTo>
                    <a:pt x="14868" y="17292"/>
                  </a:lnTo>
                  <a:lnTo>
                    <a:pt x="14754" y="17866"/>
                  </a:lnTo>
                  <a:lnTo>
                    <a:pt x="14656" y="18463"/>
                  </a:lnTo>
                  <a:lnTo>
                    <a:pt x="14573" y="19082"/>
                  </a:lnTo>
                  <a:lnTo>
                    <a:pt x="2964" y="18032"/>
                  </a:lnTo>
                  <a:lnTo>
                    <a:pt x="3098" y="17248"/>
                  </a:lnTo>
                  <a:lnTo>
                    <a:pt x="3255" y="16478"/>
                  </a:lnTo>
                  <a:lnTo>
                    <a:pt x="3434" y="15721"/>
                  </a:lnTo>
                  <a:lnTo>
                    <a:pt x="3636" y="14979"/>
                  </a:lnTo>
                  <a:lnTo>
                    <a:pt x="3859" y="14249"/>
                  </a:lnTo>
                  <a:lnTo>
                    <a:pt x="4105" y="13534"/>
                  </a:lnTo>
                  <a:lnTo>
                    <a:pt x="4373" y="12831"/>
                  </a:lnTo>
                  <a:lnTo>
                    <a:pt x="4663" y="12143"/>
                  </a:lnTo>
                  <a:lnTo>
                    <a:pt x="4976" y="11468"/>
                  </a:lnTo>
                  <a:lnTo>
                    <a:pt x="5310" y="10806"/>
                  </a:lnTo>
                  <a:lnTo>
                    <a:pt x="5670" y="10149"/>
                  </a:lnTo>
                  <a:lnTo>
                    <a:pt x="6059" y="9510"/>
                  </a:lnTo>
                  <a:lnTo>
                    <a:pt x="6476" y="8889"/>
                  </a:lnTo>
                  <a:lnTo>
                    <a:pt x="6921" y="8287"/>
                  </a:lnTo>
                  <a:lnTo>
                    <a:pt x="7395" y="7703"/>
                  </a:lnTo>
                  <a:lnTo>
                    <a:pt x="7897" y="7138"/>
                  </a:lnTo>
                  <a:lnTo>
                    <a:pt x="8427" y="6592"/>
                  </a:lnTo>
                  <a:lnTo>
                    <a:pt x="8986" y="6064"/>
                  </a:lnTo>
                  <a:lnTo>
                    <a:pt x="9573" y="5554"/>
                  </a:lnTo>
                  <a:lnTo>
                    <a:pt x="10189" y="5063"/>
                  </a:lnTo>
                  <a:lnTo>
                    <a:pt x="10847" y="4593"/>
                  </a:lnTo>
                  <a:lnTo>
                    <a:pt x="11535" y="4144"/>
                  </a:lnTo>
                  <a:lnTo>
                    <a:pt x="12255" y="3718"/>
                  </a:lnTo>
                  <a:lnTo>
                    <a:pt x="13005" y="3314"/>
                  </a:lnTo>
                  <a:lnTo>
                    <a:pt x="13786" y="2933"/>
                  </a:lnTo>
                  <a:lnTo>
                    <a:pt x="14598" y="2573"/>
                  </a:lnTo>
                  <a:lnTo>
                    <a:pt x="15441" y="2236"/>
                  </a:lnTo>
                  <a:lnTo>
                    <a:pt x="16315" y="1921"/>
                  </a:lnTo>
                  <a:lnTo>
                    <a:pt x="17220" y="1629"/>
                  </a:lnTo>
                  <a:lnTo>
                    <a:pt x="18155" y="1358"/>
                  </a:lnTo>
                  <a:lnTo>
                    <a:pt x="19138" y="1100"/>
                  </a:lnTo>
                  <a:lnTo>
                    <a:pt x="20161" y="869"/>
                  </a:lnTo>
                  <a:lnTo>
                    <a:pt x="21223" y="665"/>
                  </a:lnTo>
                  <a:lnTo>
                    <a:pt x="22325" y="489"/>
                  </a:lnTo>
                  <a:lnTo>
                    <a:pt x="23466" y="339"/>
                  </a:lnTo>
                  <a:lnTo>
                    <a:pt x="24647" y="217"/>
                  </a:lnTo>
                  <a:lnTo>
                    <a:pt x="25867" y="122"/>
                  </a:lnTo>
                  <a:lnTo>
                    <a:pt x="27127" y="54"/>
                  </a:lnTo>
                  <a:lnTo>
                    <a:pt x="28426" y="13"/>
                  </a:lnTo>
                  <a:lnTo>
                    <a:pt x="29765" y="0"/>
                  </a:lnTo>
                  <a:lnTo>
                    <a:pt x="32222" y="58"/>
                  </a:lnTo>
                  <a:lnTo>
                    <a:pt x="34555" y="232"/>
                  </a:lnTo>
                  <a:lnTo>
                    <a:pt x="36762" y="522"/>
                  </a:lnTo>
                  <a:lnTo>
                    <a:pt x="38845" y="928"/>
                  </a:lnTo>
                  <a:lnTo>
                    <a:pt x="40804" y="1451"/>
                  </a:lnTo>
                  <a:lnTo>
                    <a:pt x="42637" y="2089"/>
                  </a:lnTo>
                  <a:lnTo>
                    <a:pt x="44346" y="2844"/>
                  </a:lnTo>
                  <a:lnTo>
                    <a:pt x="45930" y="3715"/>
                  </a:lnTo>
                  <a:lnTo>
                    <a:pt x="47389" y="4701"/>
                  </a:lnTo>
                  <a:lnTo>
                    <a:pt x="48724" y="5804"/>
                  </a:lnTo>
                  <a:lnTo>
                    <a:pt x="49932" y="7005"/>
                  </a:lnTo>
                  <a:lnTo>
                    <a:pt x="51013" y="8309"/>
                  </a:lnTo>
                  <a:lnTo>
                    <a:pt x="51967" y="9717"/>
                  </a:lnTo>
                  <a:lnTo>
                    <a:pt x="52794" y="11229"/>
                  </a:lnTo>
                  <a:lnTo>
                    <a:pt x="53494" y="12844"/>
                  </a:lnTo>
                  <a:lnTo>
                    <a:pt x="54066" y="14564"/>
                  </a:lnTo>
                  <a:lnTo>
                    <a:pt x="54512" y="16387"/>
                  </a:lnTo>
                  <a:lnTo>
                    <a:pt x="54830" y="18313"/>
                  </a:lnTo>
                  <a:lnTo>
                    <a:pt x="55021" y="20344"/>
                  </a:lnTo>
                  <a:lnTo>
                    <a:pt x="55084" y="22478"/>
                  </a:lnTo>
                  <a:lnTo>
                    <a:pt x="55084" y="51255"/>
                  </a:lnTo>
                  <a:lnTo>
                    <a:pt x="55097" y="52219"/>
                  </a:lnTo>
                  <a:lnTo>
                    <a:pt x="55136" y="53135"/>
                  </a:lnTo>
                  <a:lnTo>
                    <a:pt x="55201" y="54003"/>
                  </a:lnTo>
                  <a:lnTo>
                    <a:pt x="55292" y="54822"/>
                  </a:lnTo>
                  <a:lnTo>
                    <a:pt x="55408" y="55594"/>
                  </a:lnTo>
                  <a:lnTo>
                    <a:pt x="55551" y="56317"/>
                  </a:lnTo>
                  <a:lnTo>
                    <a:pt x="55720" y="56992"/>
                  </a:lnTo>
                  <a:lnTo>
                    <a:pt x="55914" y="57619"/>
                  </a:lnTo>
                  <a:lnTo>
                    <a:pt x="56135" y="58197"/>
                  </a:lnTo>
                  <a:lnTo>
                    <a:pt x="56381" y="58728"/>
                  </a:lnTo>
                  <a:lnTo>
                    <a:pt x="56664" y="59197"/>
                  </a:lnTo>
                  <a:lnTo>
                    <a:pt x="56994" y="59617"/>
                  </a:lnTo>
                  <a:lnTo>
                    <a:pt x="57370" y="59987"/>
                  </a:lnTo>
                  <a:lnTo>
                    <a:pt x="57794" y="60309"/>
                  </a:lnTo>
                  <a:lnTo>
                    <a:pt x="58265" y="60580"/>
                  </a:lnTo>
                  <a:lnTo>
                    <a:pt x="58782" y="60803"/>
                  </a:lnTo>
                  <a:lnTo>
                    <a:pt x="59346" y="60976"/>
                  </a:lnTo>
                  <a:lnTo>
                    <a:pt x="59958" y="61099"/>
                  </a:lnTo>
                  <a:lnTo>
                    <a:pt x="60616" y="61173"/>
                  </a:lnTo>
                  <a:lnTo>
                    <a:pt x="61321" y="61198"/>
                  </a:lnTo>
                  <a:lnTo>
                    <a:pt x="61507" y="61197"/>
                  </a:lnTo>
                  <a:lnTo>
                    <a:pt x="61692" y="61193"/>
                  </a:lnTo>
                  <a:lnTo>
                    <a:pt x="61877" y="61187"/>
                  </a:lnTo>
                  <a:lnTo>
                    <a:pt x="62062" y="61178"/>
                  </a:lnTo>
                  <a:lnTo>
                    <a:pt x="62248" y="61167"/>
                  </a:lnTo>
                  <a:lnTo>
                    <a:pt x="62433" y="61153"/>
                  </a:lnTo>
                  <a:lnTo>
                    <a:pt x="62618" y="61137"/>
                  </a:lnTo>
                  <a:lnTo>
                    <a:pt x="62803" y="61119"/>
                  </a:lnTo>
                  <a:lnTo>
                    <a:pt x="62989" y="61098"/>
                  </a:lnTo>
                  <a:lnTo>
                    <a:pt x="63174" y="61074"/>
                  </a:lnTo>
                  <a:lnTo>
                    <a:pt x="63359" y="61049"/>
                  </a:lnTo>
                  <a:lnTo>
                    <a:pt x="63542" y="61022"/>
                  </a:lnTo>
                  <a:lnTo>
                    <a:pt x="63724" y="60995"/>
                  </a:lnTo>
                  <a:lnTo>
                    <a:pt x="63905" y="60966"/>
                  </a:lnTo>
                  <a:lnTo>
                    <a:pt x="64085" y="60935"/>
                  </a:lnTo>
                  <a:lnTo>
                    <a:pt x="64263" y="60904"/>
                  </a:lnTo>
                  <a:lnTo>
                    <a:pt x="64441" y="60871"/>
                  </a:lnTo>
                  <a:lnTo>
                    <a:pt x="64617" y="60837"/>
                  </a:lnTo>
                  <a:lnTo>
                    <a:pt x="64791" y="60802"/>
                  </a:lnTo>
                  <a:lnTo>
                    <a:pt x="64965" y="60766"/>
                  </a:lnTo>
                  <a:lnTo>
                    <a:pt x="64965" y="67682"/>
                  </a:lnTo>
                  <a:lnTo>
                    <a:pt x="64545" y="67778"/>
                  </a:lnTo>
                  <a:lnTo>
                    <a:pt x="64125" y="67870"/>
                  </a:lnTo>
                  <a:lnTo>
                    <a:pt x="63705" y="67956"/>
                  </a:lnTo>
                  <a:lnTo>
                    <a:pt x="63285" y="68038"/>
                  </a:lnTo>
                  <a:lnTo>
                    <a:pt x="62865" y="68114"/>
                  </a:lnTo>
                  <a:lnTo>
                    <a:pt x="62445" y="68186"/>
                  </a:lnTo>
                  <a:lnTo>
                    <a:pt x="62025" y="68253"/>
                  </a:lnTo>
                  <a:lnTo>
                    <a:pt x="61605" y="68314"/>
                  </a:lnTo>
                  <a:lnTo>
                    <a:pt x="61186" y="68371"/>
                  </a:lnTo>
                  <a:lnTo>
                    <a:pt x="60766" y="68423"/>
                  </a:lnTo>
                  <a:lnTo>
                    <a:pt x="60355" y="68470"/>
                  </a:lnTo>
                  <a:lnTo>
                    <a:pt x="59938" y="68512"/>
                  </a:lnTo>
                  <a:lnTo>
                    <a:pt x="59515" y="68549"/>
                  </a:lnTo>
                  <a:lnTo>
                    <a:pt x="59086" y="68581"/>
                  </a:lnTo>
                  <a:lnTo>
                    <a:pt x="58651" y="68608"/>
                  </a:lnTo>
                  <a:lnTo>
                    <a:pt x="58209" y="68631"/>
                  </a:lnTo>
                  <a:lnTo>
                    <a:pt x="57761" y="68648"/>
                  </a:lnTo>
                  <a:lnTo>
                    <a:pt x="57307" y="68660"/>
                  </a:lnTo>
                  <a:lnTo>
                    <a:pt x="56847" y="68668"/>
                  </a:lnTo>
                  <a:lnTo>
                    <a:pt x="56381" y="68670"/>
                  </a:lnTo>
                  <a:lnTo>
                    <a:pt x="55760" y="68662"/>
                  </a:lnTo>
                  <a:lnTo>
                    <a:pt x="55156" y="68638"/>
                  </a:lnTo>
                  <a:lnTo>
                    <a:pt x="54569" y="68598"/>
                  </a:lnTo>
                  <a:lnTo>
                    <a:pt x="54000" y="68542"/>
                  </a:lnTo>
                  <a:lnTo>
                    <a:pt x="53448" y="68469"/>
                  </a:lnTo>
                  <a:lnTo>
                    <a:pt x="52913" y="68381"/>
                  </a:lnTo>
                  <a:lnTo>
                    <a:pt x="52395" y="68277"/>
                  </a:lnTo>
                  <a:lnTo>
                    <a:pt x="51895" y="68156"/>
                  </a:lnTo>
                  <a:lnTo>
                    <a:pt x="51412" y="68020"/>
                  </a:lnTo>
                  <a:lnTo>
                    <a:pt x="50947" y="67867"/>
                  </a:lnTo>
                  <a:lnTo>
                    <a:pt x="50510" y="67686"/>
                  </a:lnTo>
                  <a:lnTo>
                    <a:pt x="50090" y="67489"/>
                  </a:lnTo>
                  <a:lnTo>
                    <a:pt x="49685" y="67276"/>
                  </a:lnTo>
                  <a:lnTo>
                    <a:pt x="49297" y="67047"/>
                  </a:lnTo>
                  <a:lnTo>
                    <a:pt x="48924" y="66802"/>
                  </a:lnTo>
                  <a:lnTo>
                    <a:pt x="48568" y="66541"/>
                  </a:lnTo>
                  <a:lnTo>
                    <a:pt x="48228" y="66264"/>
                  </a:lnTo>
                  <a:lnTo>
                    <a:pt x="47903" y="65970"/>
                  </a:lnTo>
                  <a:lnTo>
                    <a:pt x="47595" y="65661"/>
                  </a:lnTo>
                  <a:lnTo>
                    <a:pt x="47303" y="65335"/>
                  </a:lnTo>
                  <a:lnTo>
                    <a:pt x="47026" y="64982"/>
                  </a:lnTo>
                  <a:lnTo>
                    <a:pt x="46762" y="64614"/>
                  </a:lnTo>
                  <a:lnTo>
                    <a:pt x="46512" y="64231"/>
                  </a:lnTo>
                  <a:lnTo>
                    <a:pt x="46276" y="63834"/>
                  </a:lnTo>
                  <a:lnTo>
                    <a:pt x="46053" y="63421"/>
                  </a:lnTo>
                  <a:lnTo>
                    <a:pt x="45843" y="62994"/>
                  </a:lnTo>
                  <a:lnTo>
                    <a:pt x="45648" y="62552"/>
                  </a:lnTo>
                  <a:lnTo>
                    <a:pt x="45465" y="62095"/>
                  </a:lnTo>
                  <a:lnTo>
                    <a:pt x="45297" y="61623"/>
                  </a:lnTo>
                  <a:lnTo>
                    <a:pt x="45142" y="61136"/>
                  </a:lnTo>
                  <a:lnTo>
                    <a:pt x="44999" y="60622"/>
                  </a:lnTo>
                  <a:lnTo>
                    <a:pt x="44868" y="60091"/>
                  </a:lnTo>
                  <a:lnTo>
                    <a:pt x="44747" y="59545"/>
                  </a:lnTo>
                  <a:lnTo>
                    <a:pt x="44638" y="58982"/>
                  </a:lnTo>
                  <a:lnTo>
                    <a:pt x="44540" y="58403"/>
                  </a:lnTo>
                  <a:lnTo>
                    <a:pt x="44453" y="57809"/>
                  </a:lnTo>
                  <a:lnTo>
                    <a:pt x="44377" y="57198"/>
                  </a:lnTo>
                  <a:lnTo>
                    <a:pt x="44312" y="56571"/>
                  </a:lnTo>
                  <a:lnTo>
                    <a:pt x="44258" y="55928"/>
                  </a:lnTo>
                  <a:lnTo>
                    <a:pt x="44215" y="55269"/>
                  </a:lnTo>
                  <a:lnTo>
                    <a:pt x="43845" y="55269"/>
                  </a:lnTo>
                  <a:lnTo>
                    <a:pt x="43483" y="55906"/>
                  </a:lnTo>
                  <a:lnTo>
                    <a:pt x="43114" y="56529"/>
                  </a:lnTo>
                  <a:lnTo>
                    <a:pt x="42737" y="57141"/>
                  </a:lnTo>
                  <a:lnTo>
                    <a:pt x="42353" y="57740"/>
                  </a:lnTo>
                  <a:lnTo>
                    <a:pt x="41961" y="58326"/>
                  </a:lnTo>
                  <a:lnTo>
                    <a:pt x="41563" y="58901"/>
                  </a:lnTo>
                  <a:lnTo>
                    <a:pt x="41156" y="59463"/>
                  </a:lnTo>
                  <a:lnTo>
                    <a:pt x="40742" y="60012"/>
                  </a:lnTo>
                  <a:lnTo>
                    <a:pt x="40321" y="60549"/>
                  </a:lnTo>
                  <a:lnTo>
                    <a:pt x="39893" y="61074"/>
                  </a:lnTo>
                  <a:lnTo>
                    <a:pt x="39465" y="61586"/>
                  </a:lnTo>
                  <a:lnTo>
                    <a:pt x="39023" y="62082"/>
                  </a:lnTo>
                  <a:lnTo>
                    <a:pt x="38566" y="62564"/>
                  </a:lnTo>
                  <a:lnTo>
                    <a:pt x="38094" y="63031"/>
                  </a:lnTo>
                  <a:lnTo>
                    <a:pt x="37608" y="63483"/>
                  </a:lnTo>
                  <a:lnTo>
                    <a:pt x="37106" y="63920"/>
                  </a:lnTo>
                  <a:lnTo>
                    <a:pt x="36590" y="64342"/>
                  </a:lnTo>
                  <a:lnTo>
                    <a:pt x="36059" y="64750"/>
                  </a:lnTo>
                  <a:lnTo>
                    <a:pt x="35513" y="65143"/>
                  </a:lnTo>
                  <a:lnTo>
                    <a:pt x="34952" y="65521"/>
                  </a:lnTo>
                  <a:lnTo>
                    <a:pt x="34376" y="65871"/>
                  </a:lnTo>
                  <a:lnTo>
                    <a:pt x="33784" y="66205"/>
                  </a:lnTo>
                  <a:lnTo>
                    <a:pt x="33176" y="66523"/>
                  </a:lnTo>
                  <a:lnTo>
                    <a:pt x="32551" y="66825"/>
                  </a:lnTo>
                  <a:lnTo>
                    <a:pt x="31911" y="67111"/>
                  </a:lnTo>
                  <a:lnTo>
                    <a:pt x="31255" y="67381"/>
                  </a:lnTo>
                  <a:lnTo>
                    <a:pt x="30582" y="67634"/>
                  </a:lnTo>
                  <a:lnTo>
                    <a:pt x="29893" y="67872"/>
                  </a:lnTo>
                  <a:lnTo>
                    <a:pt x="29189" y="68094"/>
                  </a:lnTo>
                  <a:lnTo>
                    <a:pt x="28468" y="68300"/>
                  </a:lnTo>
                  <a:lnTo>
                    <a:pt x="27741" y="68487"/>
                  </a:lnTo>
                  <a:lnTo>
                    <a:pt x="26991" y="68655"/>
                  </a:lnTo>
                  <a:lnTo>
                    <a:pt x="26219" y="68804"/>
                  </a:lnTo>
                  <a:lnTo>
                    <a:pt x="25425" y="68932"/>
                  </a:lnTo>
                  <a:lnTo>
                    <a:pt x="24609" y="69041"/>
                  </a:lnTo>
                  <a:lnTo>
                    <a:pt x="23770" y="69130"/>
                  </a:lnTo>
                  <a:lnTo>
                    <a:pt x="22909" y="69199"/>
                  </a:lnTo>
                  <a:lnTo>
                    <a:pt x="22026" y="69248"/>
                  </a:lnTo>
                  <a:lnTo>
                    <a:pt x="21121" y="69278"/>
                  </a:lnTo>
                  <a:close/>
                  <a:moveTo>
                    <a:pt x="22725" y="60951"/>
                  </a:moveTo>
                  <a:lnTo>
                    <a:pt x="23774" y="60932"/>
                  </a:lnTo>
                  <a:lnTo>
                    <a:pt x="24795" y="60874"/>
                  </a:lnTo>
                  <a:lnTo>
                    <a:pt x="25789" y="60779"/>
                  </a:lnTo>
                  <a:lnTo>
                    <a:pt x="26756" y="60645"/>
                  </a:lnTo>
                  <a:lnTo>
                    <a:pt x="27696" y="60472"/>
                  </a:lnTo>
                  <a:lnTo>
                    <a:pt x="28609" y="60262"/>
                  </a:lnTo>
                  <a:lnTo>
                    <a:pt x="29495" y="60013"/>
                  </a:lnTo>
                  <a:lnTo>
                    <a:pt x="30353" y="59726"/>
                  </a:lnTo>
                  <a:lnTo>
                    <a:pt x="31184" y="59400"/>
                  </a:lnTo>
                  <a:lnTo>
                    <a:pt x="31988" y="59036"/>
                  </a:lnTo>
                  <a:lnTo>
                    <a:pt x="32777" y="58631"/>
                  </a:lnTo>
                  <a:lnTo>
                    <a:pt x="33537" y="58204"/>
                  </a:lnTo>
                  <a:lnTo>
                    <a:pt x="34269" y="57756"/>
                  </a:lnTo>
                  <a:lnTo>
                    <a:pt x="34972" y="57288"/>
                  </a:lnTo>
                  <a:lnTo>
                    <a:pt x="35647" y="56798"/>
                  </a:lnTo>
                  <a:lnTo>
                    <a:pt x="36294" y="56287"/>
                  </a:lnTo>
                  <a:lnTo>
                    <a:pt x="36912" y="55755"/>
                  </a:lnTo>
                  <a:lnTo>
                    <a:pt x="37502" y="55203"/>
                  </a:lnTo>
                  <a:lnTo>
                    <a:pt x="38063" y="54629"/>
                  </a:lnTo>
                  <a:lnTo>
                    <a:pt x="38596" y="54034"/>
                  </a:lnTo>
                  <a:lnTo>
                    <a:pt x="39113" y="53424"/>
                  </a:lnTo>
                  <a:lnTo>
                    <a:pt x="39604" y="52802"/>
                  </a:lnTo>
                  <a:lnTo>
                    <a:pt x="40067" y="52169"/>
                  </a:lnTo>
                  <a:lnTo>
                    <a:pt x="40503" y="51525"/>
                  </a:lnTo>
                  <a:lnTo>
                    <a:pt x="40912" y="50869"/>
                  </a:lnTo>
                  <a:lnTo>
                    <a:pt x="41293" y="50203"/>
                  </a:lnTo>
                  <a:lnTo>
                    <a:pt x="41648" y="49526"/>
                  </a:lnTo>
                  <a:lnTo>
                    <a:pt x="41975" y="48837"/>
                  </a:lnTo>
                  <a:lnTo>
                    <a:pt x="42275" y="48137"/>
                  </a:lnTo>
                  <a:lnTo>
                    <a:pt x="42548" y="47427"/>
                  </a:lnTo>
                  <a:lnTo>
                    <a:pt x="42795" y="46713"/>
                  </a:lnTo>
                  <a:lnTo>
                    <a:pt x="43015" y="46006"/>
                  </a:lnTo>
                  <a:lnTo>
                    <a:pt x="43209" y="45305"/>
                  </a:lnTo>
                  <a:lnTo>
                    <a:pt x="43378" y="44611"/>
                  </a:lnTo>
                  <a:lnTo>
                    <a:pt x="43521" y="43922"/>
                  </a:lnTo>
                  <a:lnTo>
                    <a:pt x="43637" y="43240"/>
                  </a:lnTo>
                  <a:lnTo>
                    <a:pt x="43728" y="42564"/>
                  </a:lnTo>
                  <a:lnTo>
                    <a:pt x="43793" y="41894"/>
                  </a:lnTo>
                  <a:lnTo>
                    <a:pt x="43832" y="41230"/>
                  </a:lnTo>
                  <a:lnTo>
                    <a:pt x="43845" y="40572"/>
                  </a:lnTo>
                  <a:lnTo>
                    <a:pt x="43845" y="35076"/>
                  </a:lnTo>
                  <a:lnTo>
                    <a:pt x="31679" y="35323"/>
                  </a:lnTo>
                  <a:lnTo>
                    <a:pt x="30868" y="35340"/>
                  </a:lnTo>
                  <a:lnTo>
                    <a:pt x="30064" y="35367"/>
                  </a:lnTo>
                  <a:lnTo>
                    <a:pt x="29267" y="35404"/>
                  </a:lnTo>
                  <a:lnTo>
                    <a:pt x="28478" y="35451"/>
                  </a:lnTo>
                  <a:lnTo>
                    <a:pt x="27696" y="35508"/>
                  </a:lnTo>
                  <a:lnTo>
                    <a:pt x="26922" y="35575"/>
                  </a:lnTo>
                  <a:lnTo>
                    <a:pt x="26155" y="35651"/>
                  </a:lnTo>
                  <a:lnTo>
                    <a:pt x="25395" y="35738"/>
                  </a:lnTo>
                  <a:lnTo>
                    <a:pt x="24643" y="35834"/>
                  </a:lnTo>
                  <a:lnTo>
                    <a:pt x="23898" y="35940"/>
                  </a:lnTo>
                  <a:lnTo>
                    <a:pt x="23178" y="36050"/>
                  </a:lnTo>
                  <a:lnTo>
                    <a:pt x="22476" y="36180"/>
                  </a:lnTo>
                  <a:lnTo>
                    <a:pt x="21790" y="36331"/>
                  </a:lnTo>
                  <a:lnTo>
                    <a:pt x="21122" y="36504"/>
                  </a:lnTo>
                  <a:lnTo>
                    <a:pt x="20471" y="36697"/>
                  </a:lnTo>
                  <a:lnTo>
                    <a:pt x="19837" y="36911"/>
                  </a:lnTo>
                  <a:lnTo>
                    <a:pt x="19221" y="37146"/>
                  </a:lnTo>
                  <a:lnTo>
                    <a:pt x="18622" y="37403"/>
                  </a:lnTo>
                  <a:lnTo>
                    <a:pt x="18040" y="37680"/>
                  </a:lnTo>
                  <a:lnTo>
                    <a:pt x="17476" y="37978"/>
                  </a:lnTo>
                  <a:lnTo>
                    <a:pt x="16931" y="38299"/>
                  </a:lnTo>
                  <a:lnTo>
                    <a:pt x="16409" y="38645"/>
                  </a:lnTo>
                  <a:lnTo>
                    <a:pt x="15909" y="39016"/>
                  </a:lnTo>
                  <a:lnTo>
                    <a:pt x="15431" y="39411"/>
                  </a:lnTo>
                  <a:lnTo>
                    <a:pt x="14975" y="39831"/>
                  </a:lnTo>
                  <a:lnTo>
                    <a:pt x="14541" y="40276"/>
                  </a:lnTo>
                  <a:lnTo>
                    <a:pt x="14130" y="40745"/>
                  </a:lnTo>
                  <a:lnTo>
                    <a:pt x="13741" y="41239"/>
                  </a:lnTo>
                  <a:lnTo>
                    <a:pt x="13374" y="41758"/>
                  </a:lnTo>
                  <a:lnTo>
                    <a:pt x="13030" y="42301"/>
                  </a:lnTo>
                  <a:lnTo>
                    <a:pt x="12725" y="42874"/>
                  </a:lnTo>
                  <a:lnTo>
                    <a:pt x="12452" y="43482"/>
                  </a:lnTo>
                  <a:lnTo>
                    <a:pt x="12211" y="44124"/>
                  </a:lnTo>
                  <a:lnTo>
                    <a:pt x="12002" y="44801"/>
                  </a:lnTo>
                  <a:lnTo>
                    <a:pt x="11825" y="45512"/>
                  </a:lnTo>
                  <a:lnTo>
                    <a:pt x="11681" y="46258"/>
                  </a:lnTo>
                  <a:lnTo>
                    <a:pt x="11569" y="47039"/>
                  </a:lnTo>
                  <a:lnTo>
                    <a:pt x="11488" y="47854"/>
                  </a:lnTo>
                  <a:lnTo>
                    <a:pt x="11440" y="48704"/>
                  </a:lnTo>
                  <a:lnTo>
                    <a:pt x="11424" y="49588"/>
                  </a:lnTo>
                  <a:lnTo>
                    <a:pt x="11453" y="50650"/>
                  </a:lnTo>
                  <a:lnTo>
                    <a:pt x="11540" y="51663"/>
                  </a:lnTo>
                  <a:lnTo>
                    <a:pt x="11685" y="52626"/>
                  </a:lnTo>
                  <a:lnTo>
                    <a:pt x="11888" y="53540"/>
                  </a:lnTo>
                  <a:lnTo>
                    <a:pt x="12150" y="54405"/>
                  </a:lnTo>
                  <a:lnTo>
                    <a:pt x="12469" y="55220"/>
                  </a:lnTo>
                  <a:lnTo>
                    <a:pt x="12846" y="55986"/>
                  </a:lnTo>
                  <a:lnTo>
                    <a:pt x="13282" y="56702"/>
                  </a:lnTo>
                  <a:lnTo>
                    <a:pt x="13775" y="57369"/>
                  </a:lnTo>
                  <a:lnTo>
                    <a:pt x="14326" y="57987"/>
                  </a:lnTo>
                  <a:lnTo>
                    <a:pt x="14944" y="58550"/>
                  </a:lnTo>
                  <a:lnTo>
                    <a:pt x="15611" y="59054"/>
                  </a:lnTo>
                  <a:lnTo>
                    <a:pt x="16327" y="59498"/>
                  </a:lnTo>
                  <a:lnTo>
                    <a:pt x="17093" y="59884"/>
                  </a:lnTo>
                  <a:lnTo>
                    <a:pt x="17908" y="60210"/>
                  </a:lnTo>
                  <a:lnTo>
                    <a:pt x="18773" y="60477"/>
                  </a:lnTo>
                  <a:lnTo>
                    <a:pt x="19687" y="60684"/>
                  </a:lnTo>
                  <a:lnTo>
                    <a:pt x="20650" y="60832"/>
                  </a:lnTo>
                  <a:lnTo>
                    <a:pt x="21663" y="6092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h116"/>
            <p:cNvSpPr/>
            <p:nvPr/>
          </p:nvSpPr>
          <p:spPr>
            <a:xfrm>
              <a:off x="8226872" y="1694095"/>
              <a:ext cx="79593" cy="86320"/>
            </a:xfrm>
            <a:custGeom>
              <a:avLst/>
              <a:pathLst>
                <a:path w="79593" h="86320">
                  <a:moveTo>
                    <a:pt x="0" y="42802"/>
                  </a:moveTo>
                  <a:lnTo>
                    <a:pt x="26" y="40857"/>
                  </a:lnTo>
                  <a:lnTo>
                    <a:pt x="104" y="38950"/>
                  </a:lnTo>
                  <a:lnTo>
                    <a:pt x="235" y="37080"/>
                  </a:lnTo>
                  <a:lnTo>
                    <a:pt x="419" y="35249"/>
                  </a:lnTo>
                  <a:lnTo>
                    <a:pt x="654" y="33456"/>
                  </a:lnTo>
                  <a:lnTo>
                    <a:pt x="942" y="31701"/>
                  </a:lnTo>
                  <a:lnTo>
                    <a:pt x="1283" y="29984"/>
                  </a:lnTo>
                  <a:lnTo>
                    <a:pt x="1676" y="28305"/>
                  </a:lnTo>
                  <a:lnTo>
                    <a:pt x="2121" y="26665"/>
                  </a:lnTo>
                  <a:lnTo>
                    <a:pt x="2619" y="25062"/>
                  </a:lnTo>
                  <a:lnTo>
                    <a:pt x="3180" y="23502"/>
                  </a:lnTo>
                  <a:lnTo>
                    <a:pt x="3793" y="21990"/>
                  </a:lnTo>
                  <a:lnTo>
                    <a:pt x="4457" y="20526"/>
                  </a:lnTo>
                  <a:lnTo>
                    <a:pt x="5172" y="19109"/>
                  </a:lnTo>
                  <a:lnTo>
                    <a:pt x="5938" y="17740"/>
                  </a:lnTo>
                  <a:lnTo>
                    <a:pt x="6755" y="16418"/>
                  </a:lnTo>
                  <a:lnTo>
                    <a:pt x="7624" y="15144"/>
                  </a:lnTo>
                  <a:lnTo>
                    <a:pt x="8543" y="13918"/>
                  </a:lnTo>
                  <a:lnTo>
                    <a:pt x="9514" y="12739"/>
                  </a:lnTo>
                  <a:lnTo>
                    <a:pt x="10537" y="11608"/>
                  </a:lnTo>
                  <a:lnTo>
                    <a:pt x="11621" y="10515"/>
                  </a:lnTo>
                  <a:lnTo>
                    <a:pt x="12756" y="9474"/>
                  </a:lnTo>
                  <a:lnTo>
                    <a:pt x="13941" y="8486"/>
                  </a:lnTo>
                  <a:lnTo>
                    <a:pt x="15175" y="7550"/>
                  </a:lnTo>
                  <a:lnTo>
                    <a:pt x="16460" y="6667"/>
                  </a:lnTo>
                  <a:lnTo>
                    <a:pt x="17795" y="5836"/>
                  </a:lnTo>
                  <a:lnTo>
                    <a:pt x="19179" y="5057"/>
                  </a:lnTo>
                  <a:lnTo>
                    <a:pt x="20614" y="4331"/>
                  </a:lnTo>
                  <a:lnTo>
                    <a:pt x="22099" y="3657"/>
                  </a:lnTo>
                  <a:lnTo>
                    <a:pt x="23633" y="3036"/>
                  </a:lnTo>
                  <a:lnTo>
                    <a:pt x="25218" y="2459"/>
                  </a:lnTo>
                  <a:lnTo>
                    <a:pt x="26853" y="1943"/>
                  </a:lnTo>
                  <a:lnTo>
                    <a:pt x="28538" y="1487"/>
                  </a:lnTo>
                  <a:lnTo>
                    <a:pt x="30272" y="1092"/>
                  </a:lnTo>
                  <a:lnTo>
                    <a:pt x="32057" y="759"/>
                  </a:lnTo>
                  <a:lnTo>
                    <a:pt x="33892" y="485"/>
                  </a:lnTo>
                  <a:lnTo>
                    <a:pt x="35777" y="273"/>
                  </a:lnTo>
                  <a:lnTo>
                    <a:pt x="37711" y="121"/>
                  </a:lnTo>
                  <a:lnTo>
                    <a:pt x="39696" y="30"/>
                  </a:lnTo>
                  <a:lnTo>
                    <a:pt x="41731" y="0"/>
                  </a:lnTo>
                  <a:lnTo>
                    <a:pt x="43260" y="13"/>
                  </a:lnTo>
                  <a:lnTo>
                    <a:pt x="44750" y="54"/>
                  </a:lnTo>
                  <a:lnTo>
                    <a:pt x="46203" y="123"/>
                  </a:lnTo>
                  <a:lnTo>
                    <a:pt x="47617" y="219"/>
                  </a:lnTo>
                  <a:lnTo>
                    <a:pt x="48994" y="342"/>
                  </a:lnTo>
                  <a:lnTo>
                    <a:pt x="50332" y="492"/>
                  </a:lnTo>
                  <a:lnTo>
                    <a:pt x="51632" y="670"/>
                  </a:lnTo>
                  <a:lnTo>
                    <a:pt x="52894" y="876"/>
                  </a:lnTo>
                  <a:lnTo>
                    <a:pt x="54118" y="1109"/>
                  </a:lnTo>
                  <a:lnTo>
                    <a:pt x="55304" y="1369"/>
                  </a:lnTo>
                  <a:lnTo>
                    <a:pt x="56455" y="1654"/>
                  </a:lnTo>
                  <a:lnTo>
                    <a:pt x="57576" y="1964"/>
                  </a:lnTo>
                  <a:lnTo>
                    <a:pt x="58665" y="2297"/>
                  </a:lnTo>
                  <a:lnTo>
                    <a:pt x="59724" y="2655"/>
                  </a:lnTo>
                  <a:lnTo>
                    <a:pt x="60751" y="3036"/>
                  </a:lnTo>
                  <a:lnTo>
                    <a:pt x="61748" y="3440"/>
                  </a:lnTo>
                  <a:lnTo>
                    <a:pt x="62713" y="3869"/>
                  </a:lnTo>
                  <a:lnTo>
                    <a:pt x="63648" y="4321"/>
                  </a:lnTo>
                  <a:lnTo>
                    <a:pt x="64552" y="4798"/>
                  </a:lnTo>
                  <a:lnTo>
                    <a:pt x="65424" y="5298"/>
                  </a:lnTo>
                  <a:lnTo>
                    <a:pt x="66268" y="5821"/>
                  </a:lnTo>
                  <a:lnTo>
                    <a:pt x="67086" y="6367"/>
                  </a:lnTo>
                  <a:lnTo>
                    <a:pt x="67878" y="6935"/>
                  </a:lnTo>
                  <a:lnTo>
                    <a:pt x="68644" y="7527"/>
                  </a:lnTo>
                  <a:lnTo>
                    <a:pt x="69383" y="8140"/>
                  </a:lnTo>
                  <a:lnTo>
                    <a:pt x="70096" y="8777"/>
                  </a:lnTo>
                  <a:lnTo>
                    <a:pt x="70783" y="9436"/>
                  </a:lnTo>
                  <a:lnTo>
                    <a:pt x="71444" y="10117"/>
                  </a:lnTo>
                  <a:lnTo>
                    <a:pt x="72079" y="10822"/>
                  </a:lnTo>
                  <a:lnTo>
                    <a:pt x="72687" y="11549"/>
                  </a:lnTo>
                  <a:lnTo>
                    <a:pt x="73274" y="12284"/>
                  </a:lnTo>
                  <a:lnTo>
                    <a:pt x="73842" y="13039"/>
                  </a:lnTo>
                  <a:lnTo>
                    <a:pt x="74393" y="13813"/>
                  </a:lnTo>
                  <a:lnTo>
                    <a:pt x="74926" y="14606"/>
                  </a:lnTo>
                  <a:lnTo>
                    <a:pt x="75440" y="15418"/>
                  </a:lnTo>
                  <a:lnTo>
                    <a:pt x="75938" y="16249"/>
                  </a:lnTo>
                  <a:lnTo>
                    <a:pt x="76417" y="17099"/>
                  </a:lnTo>
                  <a:lnTo>
                    <a:pt x="76878" y="17968"/>
                  </a:lnTo>
                  <a:lnTo>
                    <a:pt x="77322" y="18857"/>
                  </a:lnTo>
                  <a:lnTo>
                    <a:pt x="77747" y="19764"/>
                  </a:lnTo>
                  <a:lnTo>
                    <a:pt x="66913" y="22979"/>
                  </a:lnTo>
                  <a:lnTo>
                    <a:pt x="66597" y="22365"/>
                  </a:lnTo>
                  <a:lnTo>
                    <a:pt x="66267" y="21764"/>
                  </a:lnTo>
                  <a:lnTo>
                    <a:pt x="65925" y="21175"/>
                  </a:lnTo>
                  <a:lnTo>
                    <a:pt x="65570" y="20597"/>
                  </a:lnTo>
                  <a:lnTo>
                    <a:pt x="65201" y="20032"/>
                  </a:lnTo>
                  <a:lnTo>
                    <a:pt x="64820" y="19478"/>
                  </a:lnTo>
                  <a:lnTo>
                    <a:pt x="64425" y="18936"/>
                  </a:lnTo>
                  <a:lnTo>
                    <a:pt x="64017" y="18407"/>
                  </a:lnTo>
                  <a:lnTo>
                    <a:pt x="63596" y="17889"/>
                  </a:lnTo>
                  <a:lnTo>
                    <a:pt x="63162" y="17383"/>
                  </a:lnTo>
                  <a:lnTo>
                    <a:pt x="62724" y="16878"/>
                  </a:lnTo>
                  <a:lnTo>
                    <a:pt x="62267" y="16390"/>
                  </a:lnTo>
                  <a:lnTo>
                    <a:pt x="61791" y="15916"/>
                  </a:lnTo>
                  <a:lnTo>
                    <a:pt x="61295" y="15459"/>
                  </a:lnTo>
                  <a:lnTo>
                    <a:pt x="60781" y="15016"/>
                  </a:lnTo>
                  <a:lnTo>
                    <a:pt x="60248" y="14589"/>
                  </a:lnTo>
                  <a:lnTo>
                    <a:pt x="59695" y="14178"/>
                  </a:lnTo>
                  <a:lnTo>
                    <a:pt x="59124" y="13782"/>
                  </a:lnTo>
                  <a:lnTo>
                    <a:pt x="58533" y="13402"/>
                  </a:lnTo>
                  <a:lnTo>
                    <a:pt x="57923" y="13037"/>
                  </a:lnTo>
                  <a:lnTo>
                    <a:pt x="57294" y="12688"/>
                  </a:lnTo>
                  <a:lnTo>
                    <a:pt x="56645" y="12356"/>
                  </a:lnTo>
                  <a:lnTo>
                    <a:pt x="55975" y="12040"/>
                  </a:lnTo>
                  <a:lnTo>
                    <a:pt x="55285" y="11741"/>
                  </a:lnTo>
                  <a:lnTo>
                    <a:pt x="54575" y="11459"/>
                  </a:lnTo>
                  <a:lnTo>
                    <a:pt x="53844" y="11194"/>
                  </a:lnTo>
                  <a:lnTo>
                    <a:pt x="53094" y="10945"/>
                  </a:lnTo>
                  <a:lnTo>
                    <a:pt x="52323" y="10713"/>
                  </a:lnTo>
                  <a:lnTo>
                    <a:pt x="51532" y="10497"/>
                  </a:lnTo>
                  <a:lnTo>
                    <a:pt x="50720" y="10298"/>
                  </a:lnTo>
                  <a:lnTo>
                    <a:pt x="49899" y="10106"/>
                  </a:lnTo>
                  <a:lnTo>
                    <a:pt x="49053" y="9934"/>
                  </a:lnTo>
                  <a:lnTo>
                    <a:pt x="48184" y="9782"/>
                  </a:lnTo>
                  <a:lnTo>
                    <a:pt x="47291" y="9651"/>
                  </a:lnTo>
                  <a:lnTo>
                    <a:pt x="46374" y="9539"/>
                  </a:lnTo>
                  <a:lnTo>
                    <a:pt x="45434" y="9448"/>
                  </a:lnTo>
                  <a:lnTo>
                    <a:pt x="44469" y="9377"/>
                  </a:lnTo>
                  <a:lnTo>
                    <a:pt x="43481" y="9327"/>
                  </a:lnTo>
                  <a:lnTo>
                    <a:pt x="42469" y="9296"/>
                  </a:lnTo>
                  <a:lnTo>
                    <a:pt x="41433" y="9286"/>
                  </a:lnTo>
                  <a:lnTo>
                    <a:pt x="39929" y="9310"/>
                  </a:lnTo>
                  <a:lnTo>
                    <a:pt x="38464" y="9382"/>
                  </a:lnTo>
                  <a:lnTo>
                    <a:pt x="37038" y="9501"/>
                  </a:lnTo>
                  <a:lnTo>
                    <a:pt x="35652" y="9667"/>
                  </a:lnTo>
                  <a:lnTo>
                    <a:pt x="34304" y="9882"/>
                  </a:lnTo>
                  <a:lnTo>
                    <a:pt x="32996" y="10144"/>
                  </a:lnTo>
                  <a:lnTo>
                    <a:pt x="31728" y="10453"/>
                  </a:lnTo>
                  <a:lnTo>
                    <a:pt x="30499" y="10810"/>
                  </a:lnTo>
                  <a:lnTo>
                    <a:pt x="29309" y="11215"/>
                  </a:lnTo>
                  <a:lnTo>
                    <a:pt x="28158" y="11668"/>
                  </a:lnTo>
                  <a:lnTo>
                    <a:pt x="27058" y="12164"/>
                  </a:lnTo>
                  <a:lnTo>
                    <a:pt x="25996" y="12701"/>
                  </a:lnTo>
                  <a:lnTo>
                    <a:pt x="24972" y="13279"/>
                  </a:lnTo>
                  <a:lnTo>
                    <a:pt x="23986" y="13896"/>
                  </a:lnTo>
                  <a:lnTo>
                    <a:pt x="23038" y="14555"/>
                  </a:lnTo>
                  <a:lnTo>
                    <a:pt x="22128" y="15254"/>
                  </a:lnTo>
                  <a:lnTo>
                    <a:pt x="21257" y="15993"/>
                  </a:lnTo>
                  <a:lnTo>
                    <a:pt x="20423" y="16773"/>
                  </a:lnTo>
                  <a:lnTo>
                    <a:pt x="19628" y="17593"/>
                  </a:lnTo>
                  <a:lnTo>
                    <a:pt x="18871" y="18454"/>
                  </a:lnTo>
                  <a:lnTo>
                    <a:pt x="18151" y="19353"/>
                  </a:lnTo>
                  <a:lnTo>
                    <a:pt x="17468" y="20288"/>
                  </a:lnTo>
                  <a:lnTo>
                    <a:pt x="16822" y="21258"/>
                  </a:lnTo>
                  <a:lnTo>
                    <a:pt x="16213" y="22264"/>
                  </a:lnTo>
                  <a:lnTo>
                    <a:pt x="15641" y="23306"/>
                  </a:lnTo>
                  <a:lnTo>
                    <a:pt x="15106" y="24384"/>
                  </a:lnTo>
                  <a:lnTo>
                    <a:pt x="14608" y="25497"/>
                  </a:lnTo>
                  <a:lnTo>
                    <a:pt x="14147" y="26646"/>
                  </a:lnTo>
                  <a:lnTo>
                    <a:pt x="13722" y="27830"/>
                  </a:lnTo>
                  <a:lnTo>
                    <a:pt x="13334" y="29051"/>
                  </a:lnTo>
                  <a:lnTo>
                    <a:pt x="12995" y="30303"/>
                  </a:lnTo>
                  <a:lnTo>
                    <a:pt x="12692" y="31582"/>
                  </a:lnTo>
                  <a:lnTo>
                    <a:pt x="12424" y="32889"/>
                  </a:lnTo>
                  <a:lnTo>
                    <a:pt x="12192" y="34223"/>
                  </a:lnTo>
                  <a:lnTo>
                    <a:pt x="11995" y="35584"/>
                  </a:lnTo>
                  <a:lnTo>
                    <a:pt x="11834" y="36973"/>
                  </a:lnTo>
                  <a:lnTo>
                    <a:pt x="11709" y="38389"/>
                  </a:lnTo>
                  <a:lnTo>
                    <a:pt x="11620" y="39833"/>
                  </a:lnTo>
                  <a:lnTo>
                    <a:pt x="11566" y="41304"/>
                  </a:lnTo>
                  <a:lnTo>
                    <a:pt x="11549" y="42802"/>
                  </a:lnTo>
                  <a:lnTo>
                    <a:pt x="11568" y="44302"/>
                  </a:lnTo>
                  <a:lnTo>
                    <a:pt x="11627" y="45777"/>
                  </a:lnTo>
                  <a:lnTo>
                    <a:pt x="11725" y="47226"/>
                  </a:lnTo>
                  <a:lnTo>
                    <a:pt x="11863" y="48651"/>
                  </a:lnTo>
                  <a:lnTo>
                    <a:pt x="12040" y="50050"/>
                  </a:lnTo>
                  <a:lnTo>
                    <a:pt x="12256" y="51425"/>
                  </a:lnTo>
                  <a:lnTo>
                    <a:pt x="12511" y="52775"/>
                  </a:lnTo>
                  <a:lnTo>
                    <a:pt x="12806" y="54099"/>
                  </a:lnTo>
                  <a:lnTo>
                    <a:pt x="13140" y="55399"/>
                  </a:lnTo>
                  <a:lnTo>
                    <a:pt x="13513" y="56673"/>
                  </a:lnTo>
                  <a:lnTo>
                    <a:pt x="13925" y="57907"/>
                  </a:lnTo>
                  <a:lnTo>
                    <a:pt x="14375" y="59107"/>
                  </a:lnTo>
                  <a:lnTo>
                    <a:pt x="14863" y="60274"/>
                  </a:lnTo>
                  <a:lnTo>
                    <a:pt x="15390" y="61407"/>
                  </a:lnTo>
                  <a:lnTo>
                    <a:pt x="15954" y="62507"/>
                  </a:lnTo>
                  <a:lnTo>
                    <a:pt x="16556" y="63574"/>
                  </a:lnTo>
                  <a:lnTo>
                    <a:pt x="17197" y="64608"/>
                  </a:lnTo>
                  <a:lnTo>
                    <a:pt x="17876" y="65608"/>
                  </a:lnTo>
                  <a:lnTo>
                    <a:pt x="18592" y="66574"/>
                  </a:lnTo>
                  <a:lnTo>
                    <a:pt x="19347" y="67508"/>
                  </a:lnTo>
                  <a:lnTo>
                    <a:pt x="20140" y="68393"/>
                  </a:lnTo>
                  <a:lnTo>
                    <a:pt x="20969" y="69239"/>
                  </a:lnTo>
                  <a:lnTo>
                    <a:pt x="21835" y="70046"/>
                  </a:lnTo>
                  <a:lnTo>
                    <a:pt x="22738" y="70813"/>
                  </a:lnTo>
                  <a:lnTo>
                    <a:pt x="23678" y="71541"/>
                  </a:lnTo>
                  <a:lnTo>
                    <a:pt x="24655" y="72230"/>
                  </a:lnTo>
                  <a:lnTo>
                    <a:pt x="25669" y="72879"/>
                  </a:lnTo>
                  <a:lnTo>
                    <a:pt x="26720" y="73490"/>
                  </a:lnTo>
                  <a:lnTo>
                    <a:pt x="27807" y="74061"/>
                  </a:lnTo>
                  <a:lnTo>
                    <a:pt x="28932" y="74592"/>
                  </a:lnTo>
                  <a:lnTo>
                    <a:pt x="30104" y="75067"/>
                  </a:lnTo>
                  <a:lnTo>
                    <a:pt x="31313" y="75492"/>
                  </a:lnTo>
                  <a:lnTo>
                    <a:pt x="32557" y="75867"/>
                  </a:lnTo>
                  <a:lnTo>
                    <a:pt x="33837" y="76192"/>
                  </a:lnTo>
                  <a:lnTo>
                    <a:pt x="35153" y="76467"/>
                  </a:lnTo>
                  <a:lnTo>
                    <a:pt x="36504" y="76692"/>
                  </a:lnTo>
                  <a:lnTo>
                    <a:pt x="37891" y="76867"/>
                  </a:lnTo>
                  <a:lnTo>
                    <a:pt x="39314" y="76992"/>
                  </a:lnTo>
                  <a:lnTo>
                    <a:pt x="40772" y="77067"/>
                  </a:lnTo>
                  <a:lnTo>
                    <a:pt x="42267" y="77092"/>
                  </a:lnTo>
                  <a:lnTo>
                    <a:pt x="43247" y="77084"/>
                  </a:lnTo>
                  <a:lnTo>
                    <a:pt x="44212" y="77059"/>
                  </a:lnTo>
                  <a:lnTo>
                    <a:pt x="45162" y="77017"/>
                  </a:lnTo>
                  <a:lnTo>
                    <a:pt x="46096" y="76959"/>
                  </a:lnTo>
                  <a:lnTo>
                    <a:pt x="47014" y="76884"/>
                  </a:lnTo>
                  <a:lnTo>
                    <a:pt x="47917" y="76792"/>
                  </a:lnTo>
                  <a:lnTo>
                    <a:pt x="48805" y="76684"/>
                  </a:lnTo>
                  <a:lnTo>
                    <a:pt x="49677" y="76559"/>
                  </a:lnTo>
                  <a:lnTo>
                    <a:pt x="50534" y="76417"/>
                  </a:lnTo>
                  <a:lnTo>
                    <a:pt x="51375" y="76259"/>
                  </a:lnTo>
                  <a:lnTo>
                    <a:pt x="52200" y="76088"/>
                  </a:lnTo>
                  <a:lnTo>
                    <a:pt x="53009" y="75907"/>
                  </a:lnTo>
                  <a:lnTo>
                    <a:pt x="53800" y="75716"/>
                  </a:lnTo>
                  <a:lnTo>
                    <a:pt x="54575" y="75516"/>
                  </a:lnTo>
                  <a:lnTo>
                    <a:pt x="55334" y="75307"/>
                  </a:lnTo>
                  <a:lnTo>
                    <a:pt x="56076" y="75087"/>
                  </a:lnTo>
                  <a:lnTo>
                    <a:pt x="56801" y="74859"/>
                  </a:lnTo>
                  <a:lnTo>
                    <a:pt x="57509" y="74621"/>
                  </a:lnTo>
                  <a:lnTo>
                    <a:pt x="58201" y="74373"/>
                  </a:lnTo>
                  <a:lnTo>
                    <a:pt x="58876" y="74116"/>
                  </a:lnTo>
                  <a:lnTo>
                    <a:pt x="59546" y="73840"/>
                  </a:lnTo>
                  <a:lnTo>
                    <a:pt x="60200" y="73559"/>
                  </a:lnTo>
                  <a:lnTo>
                    <a:pt x="60837" y="73273"/>
                  </a:lnTo>
                  <a:lnTo>
                    <a:pt x="61457" y="72982"/>
                  </a:lnTo>
                  <a:lnTo>
                    <a:pt x="62061" y="72687"/>
                  </a:lnTo>
                  <a:lnTo>
                    <a:pt x="62648" y="72387"/>
                  </a:lnTo>
                  <a:lnTo>
                    <a:pt x="63218" y="72082"/>
                  </a:lnTo>
                  <a:lnTo>
                    <a:pt x="63772" y="71773"/>
                  </a:lnTo>
                  <a:lnTo>
                    <a:pt x="64309" y="71458"/>
                  </a:lnTo>
                  <a:lnTo>
                    <a:pt x="64829" y="71139"/>
                  </a:lnTo>
                  <a:lnTo>
                    <a:pt x="65333" y="70806"/>
                  </a:lnTo>
                  <a:lnTo>
                    <a:pt x="65820" y="70473"/>
                  </a:lnTo>
                  <a:lnTo>
                    <a:pt x="66290" y="70139"/>
                  </a:lnTo>
                  <a:lnTo>
                    <a:pt x="66744" y="69806"/>
                  </a:lnTo>
                  <a:lnTo>
                    <a:pt x="67181" y="69472"/>
                  </a:lnTo>
                  <a:lnTo>
                    <a:pt x="67601" y="69139"/>
                  </a:lnTo>
                  <a:lnTo>
                    <a:pt x="68004" y="68806"/>
                  </a:lnTo>
                  <a:lnTo>
                    <a:pt x="68391" y="68472"/>
                  </a:lnTo>
                  <a:lnTo>
                    <a:pt x="68762" y="68139"/>
                  </a:lnTo>
                  <a:lnTo>
                    <a:pt x="69115" y="67806"/>
                  </a:lnTo>
                  <a:lnTo>
                    <a:pt x="69115" y="52685"/>
                  </a:lnTo>
                  <a:lnTo>
                    <a:pt x="44053" y="52685"/>
                  </a:lnTo>
                  <a:lnTo>
                    <a:pt x="44053" y="43160"/>
                  </a:lnTo>
                  <a:lnTo>
                    <a:pt x="79593" y="43160"/>
                  </a:lnTo>
                  <a:lnTo>
                    <a:pt x="79593" y="72092"/>
                  </a:lnTo>
                  <a:lnTo>
                    <a:pt x="79023" y="72661"/>
                  </a:lnTo>
                  <a:lnTo>
                    <a:pt x="78433" y="73225"/>
                  </a:lnTo>
                  <a:lnTo>
                    <a:pt x="77823" y="73785"/>
                  </a:lnTo>
                  <a:lnTo>
                    <a:pt x="77192" y="74340"/>
                  </a:lnTo>
                  <a:lnTo>
                    <a:pt x="76542" y="74890"/>
                  </a:lnTo>
                  <a:lnTo>
                    <a:pt x="75871" y="75435"/>
                  </a:lnTo>
                  <a:lnTo>
                    <a:pt x="75180" y="75976"/>
                  </a:lnTo>
                  <a:lnTo>
                    <a:pt x="74468" y="76511"/>
                  </a:lnTo>
                  <a:lnTo>
                    <a:pt x="73737" y="77042"/>
                  </a:lnTo>
                  <a:lnTo>
                    <a:pt x="72985" y="77569"/>
                  </a:lnTo>
                  <a:lnTo>
                    <a:pt x="72225" y="78075"/>
                  </a:lnTo>
                  <a:lnTo>
                    <a:pt x="71447" y="78569"/>
                  </a:lnTo>
                  <a:lnTo>
                    <a:pt x="70649" y="79051"/>
                  </a:lnTo>
                  <a:lnTo>
                    <a:pt x="69832" y="79521"/>
                  </a:lnTo>
                  <a:lnTo>
                    <a:pt x="68996" y="79980"/>
                  </a:lnTo>
                  <a:lnTo>
                    <a:pt x="68141" y="80426"/>
                  </a:lnTo>
                  <a:lnTo>
                    <a:pt x="67267" y="80861"/>
                  </a:lnTo>
                  <a:lnTo>
                    <a:pt x="66374" y="81283"/>
                  </a:lnTo>
                  <a:lnTo>
                    <a:pt x="65462" y="81694"/>
                  </a:lnTo>
                  <a:lnTo>
                    <a:pt x="64531" y="82093"/>
                  </a:lnTo>
                  <a:lnTo>
                    <a:pt x="63582" y="82478"/>
                  </a:lnTo>
                  <a:lnTo>
                    <a:pt x="62614" y="82846"/>
                  </a:lnTo>
                  <a:lnTo>
                    <a:pt x="61629" y="83197"/>
                  </a:lnTo>
                  <a:lnTo>
                    <a:pt x="60626" y="83531"/>
                  </a:lnTo>
                  <a:lnTo>
                    <a:pt x="59605" y="83849"/>
                  </a:lnTo>
                  <a:lnTo>
                    <a:pt x="58566" y="84150"/>
                  </a:lnTo>
                  <a:lnTo>
                    <a:pt x="57510" y="84435"/>
                  </a:lnTo>
                  <a:lnTo>
                    <a:pt x="56435" y="84703"/>
                  </a:lnTo>
                  <a:lnTo>
                    <a:pt x="55343" y="84954"/>
                  </a:lnTo>
                  <a:lnTo>
                    <a:pt x="54232" y="85189"/>
                  </a:lnTo>
                  <a:lnTo>
                    <a:pt x="53106" y="85404"/>
                  </a:lnTo>
                  <a:lnTo>
                    <a:pt x="51963" y="85596"/>
                  </a:lnTo>
                  <a:lnTo>
                    <a:pt x="50805" y="85766"/>
                  </a:lnTo>
                  <a:lnTo>
                    <a:pt x="49632" y="85913"/>
                  </a:lnTo>
                  <a:lnTo>
                    <a:pt x="48443" y="86037"/>
                  </a:lnTo>
                  <a:lnTo>
                    <a:pt x="47239" y="86139"/>
                  </a:lnTo>
                  <a:lnTo>
                    <a:pt x="46019" y="86218"/>
                  </a:lnTo>
                  <a:lnTo>
                    <a:pt x="44784" y="86275"/>
                  </a:lnTo>
                  <a:lnTo>
                    <a:pt x="43533" y="86309"/>
                  </a:lnTo>
                  <a:lnTo>
                    <a:pt x="42267" y="86320"/>
                  </a:lnTo>
                  <a:lnTo>
                    <a:pt x="40174" y="86288"/>
                  </a:lnTo>
                  <a:lnTo>
                    <a:pt x="38135" y="86191"/>
                  </a:lnTo>
                  <a:lnTo>
                    <a:pt x="36150" y="86030"/>
                  </a:lnTo>
                  <a:lnTo>
                    <a:pt x="34218" y="85805"/>
                  </a:lnTo>
                  <a:lnTo>
                    <a:pt x="32340" y="85516"/>
                  </a:lnTo>
                  <a:lnTo>
                    <a:pt x="30515" y="85163"/>
                  </a:lnTo>
                  <a:lnTo>
                    <a:pt x="28744" y="84745"/>
                  </a:lnTo>
                  <a:lnTo>
                    <a:pt x="27027" y="84262"/>
                  </a:lnTo>
                  <a:lnTo>
                    <a:pt x="25363" y="83716"/>
                  </a:lnTo>
                  <a:lnTo>
                    <a:pt x="23752" y="83105"/>
                  </a:lnTo>
                  <a:lnTo>
                    <a:pt x="22195" y="82425"/>
                  </a:lnTo>
                  <a:lnTo>
                    <a:pt x="20690" y="81695"/>
                  </a:lnTo>
                  <a:lnTo>
                    <a:pt x="19238" y="80916"/>
                  </a:lnTo>
                  <a:lnTo>
                    <a:pt x="17837" y="80086"/>
                  </a:lnTo>
                  <a:lnTo>
                    <a:pt x="16490" y="79206"/>
                  </a:lnTo>
                  <a:lnTo>
                    <a:pt x="15194" y="78276"/>
                  </a:lnTo>
                  <a:lnTo>
                    <a:pt x="13951" y="77296"/>
                  </a:lnTo>
                  <a:lnTo>
                    <a:pt x="12761" y="76266"/>
                  </a:lnTo>
                  <a:lnTo>
                    <a:pt x="11622" y="75186"/>
                  </a:lnTo>
                  <a:lnTo>
                    <a:pt x="10537" y="74056"/>
                  </a:lnTo>
                  <a:lnTo>
                    <a:pt x="9514" y="72868"/>
                  </a:lnTo>
                  <a:lnTo>
                    <a:pt x="8543" y="71637"/>
                  </a:lnTo>
                  <a:lnTo>
                    <a:pt x="7624" y="70363"/>
                  </a:lnTo>
                  <a:lnTo>
                    <a:pt x="6755" y="69046"/>
                  </a:lnTo>
                  <a:lnTo>
                    <a:pt x="5938" y="67687"/>
                  </a:lnTo>
                  <a:lnTo>
                    <a:pt x="5172" y="66284"/>
                  </a:lnTo>
                  <a:lnTo>
                    <a:pt x="4457" y="64839"/>
                  </a:lnTo>
                  <a:lnTo>
                    <a:pt x="3793" y="63350"/>
                  </a:lnTo>
                  <a:lnTo>
                    <a:pt x="3180" y="61819"/>
                  </a:lnTo>
                  <a:lnTo>
                    <a:pt x="2619" y="60245"/>
                  </a:lnTo>
                  <a:lnTo>
                    <a:pt x="2121" y="58635"/>
                  </a:lnTo>
                  <a:lnTo>
                    <a:pt x="1676" y="56995"/>
                  </a:lnTo>
                  <a:lnTo>
                    <a:pt x="1283" y="55325"/>
                  </a:lnTo>
                  <a:lnTo>
                    <a:pt x="942" y="53625"/>
                  </a:lnTo>
                  <a:lnTo>
                    <a:pt x="654" y="51896"/>
                  </a:lnTo>
                  <a:lnTo>
                    <a:pt x="419" y="50137"/>
                  </a:lnTo>
                  <a:lnTo>
                    <a:pt x="235" y="48348"/>
                  </a:lnTo>
                  <a:lnTo>
                    <a:pt x="104" y="46529"/>
                  </a:lnTo>
                  <a:lnTo>
                    <a:pt x="26" y="446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h117"/>
            <p:cNvSpPr/>
            <p:nvPr/>
          </p:nvSpPr>
          <p:spPr>
            <a:xfrm>
              <a:off x="8315812" y="1695345"/>
              <a:ext cx="80843" cy="83879"/>
            </a:xfrm>
            <a:custGeom>
              <a:avLst/>
              <a:pathLst>
                <a:path w="80843" h="83879">
                  <a:moveTo>
                    <a:pt x="69234" y="83879"/>
                  </a:moveTo>
                  <a:lnTo>
                    <a:pt x="59650" y="59352"/>
                  </a:lnTo>
                  <a:lnTo>
                    <a:pt x="21431" y="59352"/>
                  </a:lnTo>
                  <a:lnTo>
                    <a:pt x="11787" y="83879"/>
                  </a:lnTo>
                  <a:lnTo>
                    <a:pt x="0" y="83879"/>
                  </a:lnTo>
                  <a:lnTo>
                    <a:pt x="34230" y="0"/>
                  </a:lnTo>
                  <a:lnTo>
                    <a:pt x="47148" y="0"/>
                  </a:lnTo>
                  <a:lnTo>
                    <a:pt x="80843" y="83879"/>
                  </a:lnTo>
                  <a:close/>
                  <a:moveTo>
                    <a:pt x="45481" y="22800"/>
                  </a:moveTo>
                  <a:lnTo>
                    <a:pt x="45291" y="22323"/>
                  </a:lnTo>
                  <a:lnTo>
                    <a:pt x="45103" y="21845"/>
                  </a:lnTo>
                  <a:lnTo>
                    <a:pt x="44915" y="21366"/>
                  </a:lnTo>
                  <a:lnTo>
                    <a:pt x="44729" y="20885"/>
                  </a:lnTo>
                  <a:lnTo>
                    <a:pt x="44544" y="20404"/>
                  </a:lnTo>
                  <a:lnTo>
                    <a:pt x="44360" y="19921"/>
                  </a:lnTo>
                  <a:lnTo>
                    <a:pt x="44177" y="19437"/>
                  </a:lnTo>
                  <a:lnTo>
                    <a:pt x="43995" y="18952"/>
                  </a:lnTo>
                  <a:lnTo>
                    <a:pt x="43815" y="18465"/>
                  </a:lnTo>
                  <a:lnTo>
                    <a:pt x="43636" y="17978"/>
                  </a:lnTo>
                  <a:lnTo>
                    <a:pt x="43471" y="17495"/>
                  </a:lnTo>
                  <a:lnTo>
                    <a:pt x="43310" y="17021"/>
                  </a:lnTo>
                  <a:lnTo>
                    <a:pt x="43152" y="16556"/>
                  </a:lnTo>
                  <a:lnTo>
                    <a:pt x="42998" y="16102"/>
                  </a:lnTo>
                  <a:lnTo>
                    <a:pt x="42847" y="15656"/>
                  </a:lnTo>
                  <a:lnTo>
                    <a:pt x="42700" y="15220"/>
                  </a:lnTo>
                  <a:lnTo>
                    <a:pt x="42557" y="14794"/>
                  </a:lnTo>
                  <a:lnTo>
                    <a:pt x="42417" y="14377"/>
                  </a:lnTo>
                  <a:lnTo>
                    <a:pt x="42280" y="13970"/>
                  </a:lnTo>
                  <a:lnTo>
                    <a:pt x="42148" y="13573"/>
                  </a:lnTo>
                  <a:lnTo>
                    <a:pt x="42018" y="13175"/>
                  </a:lnTo>
                  <a:lnTo>
                    <a:pt x="41893" y="12792"/>
                  </a:lnTo>
                  <a:lnTo>
                    <a:pt x="41771" y="12422"/>
                  </a:lnTo>
                  <a:lnTo>
                    <a:pt x="41652" y="12068"/>
                  </a:lnTo>
                  <a:lnTo>
                    <a:pt x="41537" y="11727"/>
                  </a:lnTo>
                  <a:lnTo>
                    <a:pt x="41426" y="11401"/>
                  </a:lnTo>
                  <a:lnTo>
                    <a:pt x="41318" y="11089"/>
                  </a:lnTo>
                  <a:lnTo>
                    <a:pt x="41214" y="10791"/>
                  </a:lnTo>
                  <a:lnTo>
                    <a:pt x="41114" y="10508"/>
                  </a:lnTo>
                  <a:lnTo>
                    <a:pt x="41017" y="10239"/>
                  </a:lnTo>
                  <a:lnTo>
                    <a:pt x="40937" y="9976"/>
                  </a:lnTo>
                  <a:lnTo>
                    <a:pt x="40864" y="9734"/>
                  </a:lnTo>
                  <a:lnTo>
                    <a:pt x="40799" y="9514"/>
                  </a:lnTo>
                  <a:lnTo>
                    <a:pt x="40740" y="9315"/>
                  </a:lnTo>
                  <a:lnTo>
                    <a:pt x="40689" y="9138"/>
                  </a:lnTo>
                  <a:lnTo>
                    <a:pt x="40645" y="8982"/>
                  </a:lnTo>
                  <a:lnTo>
                    <a:pt x="40442" y="8847"/>
                  </a:lnTo>
                  <a:lnTo>
                    <a:pt x="40397" y="8982"/>
                  </a:lnTo>
                  <a:lnTo>
                    <a:pt x="40347" y="9138"/>
                  </a:lnTo>
                  <a:lnTo>
                    <a:pt x="40290" y="9315"/>
                  </a:lnTo>
                  <a:lnTo>
                    <a:pt x="40228" y="9514"/>
                  </a:lnTo>
                  <a:lnTo>
                    <a:pt x="40159" y="9734"/>
                  </a:lnTo>
                  <a:lnTo>
                    <a:pt x="40085" y="9976"/>
                  </a:lnTo>
                  <a:lnTo>
                    <a:pt x="40004" y="10239"/>
                  </a:lnTo>
                  <a:lnTo>
                    <a:pt x="39918" y="10519"/>
                  </a:lnTo>
                  <a:lnTo>
                    <a:pt x="39826" y="10813"/>
                  </a:lnTo>
                  <a:lnTo>
                    <a:pt x="39728" y="11119"/>
                  </a:lnTo>
                  <a:lnTo>
                    <a:pt x="39624" y="11439"/>
                  </a:lnTo>
                  <a:lnTo>
                    <a:pt x="39513" y="11772"/>
                  </a:lnTo>
                  <a:lnTo>
                    <a:pt x="39397" y="12118"/>
                  </a:lnTo>
                  <a:lnTo>
                    <a:pt x="39275" y="12477"/>
                  </a:lnTo>
                  <a:lnTo>
                    <a:pt x="39147" y="12849"/>
                  </a:lnTo>
                  <a:lnTo>
                    <a:pt x="39013" y="13234"/>
                  </a:lnTo>
                  <a:lnTo>
                    <a:pt x="38873" y="13632"/>
                  </a:lnTo>
                  <a:lnTo>
                    <a:pt x="38740" y="14041"/>
                  </a:lnTo>
                  <a:lnTo>
                    <a:pt x="38602" y="14458"/>
                  </a:lnTo>
                  <a:lnTo>
                    <a:pt x="38459" y="14884"/>
                  </a:lnTo>
                  <a:lnTo>
                    <a:pt x="38311" y="15318"/>
                  </a:lnTo>
                  <a:lnTo>
                    <a:pt x="38159" y="15760"/>
                  </a:lnTo>
                  <a:lnTo>
                    <a:pt x="38002" y="16211"/>
                  </a:lnTo>
                  <a:lnTo>
                    <a:pt x="37840" y="16670"/>
                  </a:lnTo>
                  <a:lnTo>
                    <a:pt x="37673" y="17137"/>
                  </a:lnTo>
                  <a:lnTo>
                    <a:pt x="37502" y="17613"/>
                  </a:lnTo>
                  <a:lnTo>
                    <a:pt x="37326" y="18097"/>
                  </a:lnTo>
                  <a:lnTo>
                    <a:pt x="37158" y="18585"/>
                  </a:lnTo>
                  <a:lnTo>
                    <a:pt x="36990" y="19071"/>
                  </a:lnTo>
                  <a:lnTo>
                    <a:pt x="36820" y="19556"/>
                  </a:lnTo>
                  <a:lnTo>
                    <a:pt x="36649" y="20040"/>
                  </a:lnTo>
                  <a:lnTo>
                    <a:pt x="36477" y="20523"/>
                  </a:lnTo>
                  <a:lnTo>
                    <a:pt x="36304" y="21005"/>
                  </a:lnTo>
                  <a:lnTo>
                    <a:pt x="36130" y="21485"/>
                  </a:lnTo>
                  <a:lnTo>
                    <a:pt x="35954" y="21964"/>
                  </a:lnTo>
                  <a:lnTo>
                    <a:pt x="35777" y="22442"/>
                  </a:lnTo>
                  <a:lnTo>
                    <a:pt x="35599" y="22919"/>
                  </a:lnTo>
                  <a:lnTo>
                    <a:pt x="24884" y="50482"/>
                  </a:lnTo>
                  <a:lnTo>
                    <a:pt x="56257" y="5048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h118"/>
            <p:cNvSpPr/>
            <p:nvPr/>
          </p:nvSpPr>
          <p:spPr>
            <a:xfrm>
              <a:off x="8406894" y="1695345"/>
              <a:ext cx="81557" cy="83879"/>
            </a:xfrm>
            <a:custGeom>
              <a:avLst/>
              <a:pathLst>
                <a:path w="81557" h="83879">
                  <a:moveTo>
                    <a:pt x="71318" y="83879"/>
                  </a:moveTo>
                  <a:lnTo>
                    <a:pt x="71318" y="27920"/>
                  </a:lnTo>
                  <a:lnTo>
                    <a:pt x="71319" y="27311"/>
                  </a:lnTo>
                  <a:lnTo>
                    <a:pt x="71320" y="26700"/>
                  </a:lnTo>
                  <a:lnTo>
                    <a:pt x="71323" y="26087"/>
                  </a:lnTo>
                  <a:lnTo>
                    <a:pt x="71327" y="25472"/>
                  </a:lnTo>
                  <a:lnTo>
                    <a:pt x="71333" y="24854"/>
                  </a:lnTo>
                  <a:lnTo>
                    <a:pt x="71339" y="24233"/>
                  </a:lnTo>
                  <a:lnTo>
                    <a:pt x="71347" y="23611"/>
                  </a:lnTo>
                  <a:lnTo>
                    <a:pt x="71356" y="22986"/>
                  </a:lnTo>
                  <a:lnTo>
                    <a:pt x="71366" y="22358"/>
                  </a:lnTo>
                  <a:lnTo>
                    <a:pt x="71377" y="21728"/>
                  </a:lnTo>
                  <a:lnTo>
                    <a:pt x="71390" y="21103"/>
                  </a:lnTo>
                  <a:lnTo>
                    <a:pt x="71404" y="20488"/>
                  </a:lnTo>
                  <a:lnTo>
                    <a:pt x="71419" y="19884"/>
                  </a:lnTo>
                  <a:lnTo>
                    <a:pt x="71435" y="19290"/>
                  </a:lnTo>
                  <a:lnTo>
                    <a:pt x="71452" y="18707"/>
                  </a:lnTo>
                  <a:lnTo>
                    <a:pt x="71470" y="18135"/>
                  </a:lnTo>
                  <a:lnTo>
                    <a:pt x="71490" y="17574"/>
                  </a:lnTo>
                  <a:lnTo>
                    <a:pt x="71511" y="17023"/>
                  </a:lnTo>
                  <a:lnTo>
                    <a:pt x="71533" y="16483"/>
                  </a:lnTo>
                  <a:lnTo>
                    <a:pt x="71556" y="15954"/>
                  </a:lnTo>
                  <a:lnTo>
                    <a:pt x="71580" y="15348"/>
                  </a:lnTo>
                  <a:lnTo>
                    <a:pt x="71606" y="14747"/>
                  </a:lnTo>
                  <a:lnTo>
                    <a:pt x="71633" y="14148"/>
                  </a:lnTo>
                  <a:lnTo>
                    <a:pt x="71661" y="13554"/>
                  </a:lnTo>
                  <a:lnTo>
                    <a:pt x="71690" y="12962"/>
                  </a:lnTo>
                  <a:lnTo>
                    <a:pt x="71720" y="12375"/>
                  </a:lnTo>
                  <a:lnTo>
                    <a:pt x="71752" y="11791"/>
                  </a:lnTo>
                  <a:lnTo>
                    <a:pt x="71785" y="11210"/>
                  </a:lnTo>
                  <a:lnTo>
                    <a:pt x="71819" y="10634"/>
                  </a:lnTo>
                  <a:lnTo>
                    <a:pt x="71854" y="10060"/>
                  </a:lnTo>
                  <a:lnTo>
                    <a:pt x="71686" y="10667"/>
                  </a:lnTo>
                  <a:lnTo>
                    <a:pt x="71518" y="11272"/>
                  </a:lnTo>
                  <a:lnTo>
                    <a:pt x="71348" y="11877"/>
                  </a:lnTo>
                  <a:lnTo>
                    <a:pt x="71177" y="12480"/>
                  </a:lnTo>
                  <a:lnTo>
                    <a:pt x="71005" y="13081"/>
                  </a:lnTo>
                  <a:lnTo>
                    <a:pt x="70832" y="13682"/>
                  </a:lnTo>
                  <a:lnTo>
                    <a:pt x="70658" y="14282"/>
                  </a:lnTo>
                  <a:lnTo>
                    <a:pt x="70482" y="14880"/>
                  </a:lnTo>
                  <a:lnTo>
                    <a:pt x="70305" y="15477"/>
                  </a:lnTo>
                  <a:lnTo>
                    <a:pt x="70127" y="16073"/>
                  </a:lnTo>
                  <a:lnTo>
                    <a:pt x="69971" y="16588"/>
                  </a:lnTo>
                  <a:lnTo>
                    <a:pt x="69811" y="17111"/>
                  </a:lnTo>
                  <a:lnTo>
                    <a:pt x="69647" y="17641"/>
                  </a:lnTo>
                  <a:lnTo>
                    <a:pt x="69480" y="18178"/>
                  </a:lnTo>
                  <a:lnTo>
                    <a:pt x="69309" y="18722"/>
                  </a:lnTo>
                  <a:lnTo>
                    <a:pt x="69134" y="19273"/>
                  </a:lnTo>
                  <a:lnTo>
                    <a:pt x="68956" y="19832"/>
                  </a:lnTo>
                  <a:lnTo>
                    <a:pt x="68775" y="20397"/>
                  </a:lnTo>
                  <a:lnTo>
                    <a:pt x="68590" y="20970"/>
                  </a:lnTo>
                  <a:lnTo>
                    <a:pt x="68401" y="21550"/>
                  </a:lnTo>
                  <a:lnTo>
                    <a:pt x="68222" y="22116"/>
                  </a:lnTo>
                  <a:lnTo>
                    <a:pt x="68044" y="22671"/>
                  </a:lnTo>
                  <a:lnTo>
                    <a:pt x="67865" y="23216"/>
                  </a:lnTo>
                  <a:lnTo>
                    <a:pt x="67687" y="23750"/>
                  </a:lnTo>
                  <a:lnTo>
                    <a:pt x="67508" y="24273"/>
                  </a:lnTo>
                  <a:lnTo>
                    <a:pt x="67329" y="24786"/>
                  </a:lnTo>
                  <a:lnTo>
                    <a:pt x="67151" y="25288"/>
                  </a:lnTo>
                  <a:lnTo>
                    <a:pt x="66972" y="25779"/>
                  </a:lnTo>
                  <a:lnTo>
                    <a:pt x="66794" y="26259"/>
                  </a:lnTo>
                  <a:lnTo>
                    <a:pt x="66615" y="26729"/>
                  </a:lnTo>
                  <a:lnTo>
                    <a:pt x="44946" y="83879"/>
                  </a:lnTo>
                  <a:lnTo>
                    <a:pt x="36968" y="83879"/>
                  </a:lnTo>
                  <a:lnTo>
                    <a:pt x="15001" y="26729"/>
                  </a:lnTo>
                  <a:lnTo>
                    <a:pt x="14929" y="26547"/>
                  </a:lnTo>
                  <a:lnTo>
                    <a:pt x="14856" y="26360"/>
                  </a:lnTo>
                  <a:lnTo>
                    <a:pt x="14782" y="26166"/>
                  </a:lnTo>
                  <a:lnTo>
                    <a:pt x="14706" y="25967"/>
                  </a:lnTo>
                  <a:lnTo>
                    <a:pt x="14629" y="25762"/>
                  </a:lnTo>
                  <a:lnTo>
                    <a:pt x="14551" y="25550"/>
                  </a:lnTo>
                  <a:lnTo>
                    <a:pt x="14472" y="25333"/>
                  </a:lnTo>
                  <a:lnTo>
                    <a:pt x="14392" y="25110"/>
                  </a:lnTo>
                  <a:lnTo>
                    <a:pt x="14310" y="24881"/>
                  </a:lnTo>
                  <a:lnTo>
                    <a:pt x="14227" y="24645"/>
                  </a:lnTo>
                  <a:lnTo>
                    <a:pt x="14155" y="24406"/>
                  </a:lnTo>
                  <a:lnTo>
                    <a:pt x="14080" y="24164"/>
                  </a:lnTo>
                  <a:lnTo>
                    <a:pt x="14002" y="23920"/>
                  </a:lnTo>
                  <a:lnTo>
                    <a:pt x="13923" y="23674"/>
                  </a:lnTo>
                  <a:lnTo>
                    <a:pt x="13841" y="23425"/>
                  </a:lnTo>
                  <a:lnTo>
                    <a:pt x="13756" y="23174"/>
                  </a:lnTo>
                  <a:lnTo>
                    <a:pt x="13669" y="22920"/>
                  </a:lnTo>
                  <a:lnTo>
                    <a:pt x="13580" y="22664"/>
                  </a:lnTo>
                  <a:lnTo>
                    <a:pt x="13488" y="22406"/>
                  </a:lnTo>
                  <a:lnTo>
                    <a:pt x="13394" y="22145"/>
                  </a:lnTo>
                  <a:lnTo>
                    <a:pt x="13310" y="21871"/>
                  </a:lnTo>
                  <a:lnTo>
                    <a:pt x="13225" y="21597"/>
                  </a:lnTo>
                  <a:lnTo>
                    <a:pt x="13139" y="21324"/>
                  </a:lnTo>
                  <a:lnTo>
                    <a:pt x="13051" y="21050"/>
                  </a:lnTo>
                  <a:lnTo>
                    <a:pt x="12962" y="20776"/>
                  </a:lnTo>
                  <a:lnTo>
                    <a:pt x="12873" y="20502"/>
                  </a:lnTo>
                  <a:lnTo>
                    <a:pt x="12781" y="20228"/>
                  </a:lnTo>
                  <a:lnTo>
                    <a:pt x="12689" y="19954"/>
                  </a:lnTo>
                  <a:lnTo>
                    <a:pt x="12596" y="19681"/>
                  </a:lnTo>
                  <a:lnTo>
                    <a:pt x="12501" y="19407"/>
                  </a:lnTo>
                  <a:lnTo>
                    <a:pt x="12418" y="19122"/>
                  </a:lnTo>
                  <a:lnTo>
                    <a:pt x="12334" y="18838"/>
                  </a:lnTo>
                  <a:lnTo>
                    <a:pt x="12251" y="18555"/>
                  </a:lnTo>
                  <a:lnTo>
                    <a:pt x="12168" y="18273"/>
                  </a:lnTo>
                  <a:lnTo>
                    <a:pt x="12084" y="17993"/>
                  </a:lnTo>
                  <a:lnTo>
                    <a:pt x="12001" y="17714"/>
                  </a:lnTo>
                  <a:lnTo>
                    <a:pt x="11918" y="17436"/>
                  </a:lnTo>
                  <a:lnTo>
                    <a:pt x="11834" y="17159"/>
                  </a:lnTo>
                  <a:lnTo>
                    <a:pt x="11751" y="16883"/>
                  </a:lnTo>
                  <a:lnTo>
                    <a:pt x="11668" y="16609"/>
                  </a:lnTo>
                  <a:lnTo>
                    <a:pt x="11466" y="15975"/>
                  </a:lnTo>
                  <a:lnTo>
                    <a:pt x="11265" y="15337"/>
                  </a:lnTo>
                  <a:lnTo>
                    <a:pt x="11066" y="14694"/>
                  </a:lnTo>
                  <a:lnTo>
                    <a:pt x="10868" y="14046"/>
                  </a:lnTo>
                  <a:lnTo>
                    <a:pt x="10670" y="13394"/>
                  </a:lnTo>
                  <a:lnTo>
                    <a:pt x="10475" y="12737"/>
                  </a:lnTo>
                  <a:lnTo>
                    <a:pt x="10280" y="12075"/>
                  </a:lnTo>
                  <a:lnTo>
                    <a:pt x="10086" y="11408"/>
                  </a:lnTo>
                  <a:lnTo>
                    <a:pt x="9894" y="10737"/>
                  </a:lnTo>
                  <a:lnTo>
                    <a:pt x="9703" y="10060"/>
                  </a:lnTo>
                  <a:lnTo>
                    <a:pt x="9716" y="10726"/>
                  </a:lnTo>
                  <a:lnTo>
                    <a:pt x="9729" y="11391"/>
                  </a:lnTo>
                  <a:lnTo>
                    <a:pt x="9744" y="12055"/>
                  </a:lnTo>
                  <a:lnTo>
                    <a:pt x="9760" y="12718"/>
                  </a:lnTo>
                  <a:lnTo>
                    <a:pt x="9778" y="13379"/>
                  </a:lnTo>
                  <a:lnTo>
                    <a:pt x="9796" y="14039"/>
                  </a:lnTo>
                  <a:lnTo>
                    <a:pt x="9816" y="14698"/>
                  </a:lnTo>
                  <a:lnTo>
                    <a:pt x="9836" y="15356"/>
                  </a:lnTo>
                  <a:lnTo>
                    <a:pt x="9858" y="16013"/>
                  </a:lnTo>
                  <a:lnTo>
                    <a:pt x="9882" y="16668"/>
                  </a:lnTo>
                  <a:lnTo>
                    <a:pt x="9905" y="17231"/>
                  </a:lnTo>
                  <a:lnTo>
                    <a:pt x="9927" y="17799"/>
                  </a:lnTo>
                  <a:lnTo>
                    <a:pt x="9948" y="18374"/>
                  </a:lnTo>
                  <a:lnTo>
                    <a:pt x="9967" y="18954"/>
                  </a:lnTo>
                  <a:lnTo>
                    <a:pt x="9986" y="19541"/>
                  </a:lnTo>
                  <a:lnTo>
                    <a:pt x="10003" y="20133"/>
                  </a:lnTo>
                  <a:lnTo>
                    <a:pt x="10019" y="20731"/>
                  </a:lnTo>
                  <a:lnTo>
                    <a:pt x="10034" y="21336"/>
                  </a:lnTo>
                  <a:lnTo>
                    <a:pt x="10048" y="21946"/>
                  </a:lnTo>
                  <a:lnTo>
                    <a:pt x="10060" y="22562"/>
                  </a:lnTo>
                  <a:lnTo>
                    <a:pt x="10072" y="23162"/>
                  </a:lnTo>
                  <a:lnTo>
                    <a:pt x="10082" y="23748"/>
                  </a:lnTo>
                  <a:lnTo>
                    <a:pt x="10091" y="24319"/>
                  </a:lnTo>
                  <a:lnTo>
                    <a:pt x="10098" y="24876"/>
                  </a:lnTo>
                  <a:lnTo>
                    <a:pt x="10105" y="25419"/>
                  </a:lnTo>
                  <a:lnTo>
                    <a:pt x="10110" y="25948"/>
                  </a:lnTo>
                  <a:lnTo>
                    <a:pt x="10114" y="26462"/>
                  </a:lnTo>
                  <a:lnTo>
                    <a:pt x="10117" y="26962"/>
                  </a:lnTo>
                  <a:lnTo>
                    <a:pt x="10119" y="27448"/>
                  </a:lnTo>
                  <a:lnTo>
                    <a:pt x="10120" y="27920"/>
                  </a:lnTo>
                  <a:lnTo>
                    <a:pt x="10120" y="83879"/>
                  </a:lnTo>
                  <a:lnTo>
                    <a:pt x="0" y="83879"/>
                  </a:lnTo>
                  <a:lnTo>
                    <a:pt x="0" y="0"/>
                  </a:lnTo>
                  <a:lnTo>
                    <a:pt x="14942" y="0"/>
                  </a:lnTo>
                  <a:lnTo>
                    <a:pt x="37266" y="58162"/>
                  </a:lnTo>
                  <a:lnTo>
                    <a:pt x="37351" y="58407"/>
                  </a:lnTo>
                  <a:lnTo>
                    <a:pt x="37440" y="58666"/>
                  </a:lnTo>
                  <a:lnTo>
                    <a:pt x="37532" y="58940"/>
                  </a:lnTo>
                  <a:lnTo>
                    <a:pt x="37628" y="59228"/>
                  </a:lnTo>
                  <a:lnTo>
                    <a:pt x="37727" y="59531"/>
                  </a:lnTo>
                  <a:lnTo>
                    <a:pt x="37830" y="59847"/>
                  </a:lnTo>
                  <a:lnTo>
                    <a:pt x="37937" y="60178"/>
                  </a:lnTo>
                  <a:lnTo>
                    <a:pt x="38047" y="60524"/>
                  </a:lnTo>
                  <a:lnTo>
                    <a:pt x="38161" y="60883"/>
                  </a:lnTo>
                  <a:lnTo>
                    <a:pt x="38278" y="61257"/>
                  </a:lnTo>
                  <a:lnTo>
                    <a:pt x="38397" y="61627"/>
                  </a:lnTo>
                  <a:lnTo>
                    <a:pt x="38514" y="62000"/>
                  </a:lnTo>
                  <a:lnTo>
                    <a:pt x="38630" y="62375"/>
                  </a:lnTo>
                  <a:lnTo>
                    <a:pt x="38745" y="62753"/>
                  </a:lnTo>
                  <a:lnTo>
                    <a:pt x="38859" y="63132"/>
                  </a:lnTo>
                  <a:lnTo>
                    <a:pt x="38971" y="63515"/>
                  </a:lnTo>
                  <a:lnTo>
                    <a:pt x="39082" y="63899"/>
                  </a:lnTo>
                  <a:lnTo>
                    <a:pt x="39192" y="64286"/>
                  </a:lnTo>
                  <a:lnTo>
                    <a:pt x="39301" y="64675"/>
                  </a:lnTo>
                  <a:lnTo>
                    <a:pt x="39409" y="65067"/>
                  </a:lnTo>
                  <a:lnTo>
                    <a:pt x="39515" y="65458"/>
                  </a:lnTo>
                  <a:lnTo>
                    <a:pt x="39619" y="65846"/>
                  </a:lnTo>
                  <a:lnTo>
                    <a:pt x="39720" y="66230"/>
                  </a:lnTo>
                  <a:lnTo>
                    <a:pt x="39819" y="66610"/>
                  </a:lnTo>
                  <a:lnTo>
                    <a:pt x="39915" y="66987"/>
                  </a:lnTo>
                  <a:lnTo>
                    <a:pt x="40009" y="67360"/>
                  </a:lnTo>
                  <a:lnTo>
                    <a:pt x="40101" y="67730"/>
                  </a:lnTo>
                  <a:lnTo>
                    <a:pt x="40190" y="68096"/>
                  </a:lnTo>
                  <a:lnTo>
                    <a:pt x="40277" y="68459"/>
                  </a:lnTo>
                  <a:lnTo>
                    <a:pt x="40362" y="68818"/>
                  </a:lnTo>
                  <a:lnTo>
                    <a:pt x="40454" y="69155"/>
                  </a:lnTo>
                  <a:lnTo>
                    <a:pt x="40540" y="69477"/>
                  </a:lnTo>
                  <a:lnTo>
                    <a:pt x="40621" y="69784"/>
                  </a:lnTo>
                  <a:lnTo>
                    <a:pt x="40695" y="70075"/>
                  </a:lnTo>
                  <a:lnTo>
                    <a:pt x="40764" y="70351"/>
                  </a:lnTo>
                  <a:lnTo>
                    <a:pt x="40826" y="70611"/>
                  </a:lnTo>
                  <a:lnTo>
                    <a:pt x="40883" y="70855"/>
                  </a:lnTo>
                  <a:lnTo>
                    <a:pt x="40933" y="71085"/>
                  </a:lnTo>
                  <a:lnTo>
                    <a:pt x="40978" y="71298"/>
                  </a:lnTo>
                  <a:lnTo>
                    <a:pt x="41017" y="71497"/>
                  </a:lnTo>
                  <a:lnTo>
                    <a:pt x="41055" y="71298"/>
                  </a:lnTo>
                  <a:lnTo>
                    <a:pt x="41100" y="71082"/>
                  </a:lnTo>
                  <a:lnTo>
                    <a:pt x="41150" y="70850"/>
                  </a:lnTo>
                  <a:lnTo>
                    <a:pt x="41207" y="70601"/>
                  </a:lnTo>
                  <a:lnTo>
                    <a:pt x="41270" y="70336"/>
                  </a:lnTo>
                  <a:lnTo>
                    <a:pt x="41338" y="70053"/>
                  </a:lnTo>
                  <a:lnTo>
                    <a:pt x="41412" y="69755"/>
                  </a:lnTo>
                  <a:lnTo>
                    <a:pt x="41493" y="69439"/>
                  </a:lnTo>
                  <a:lnTo>
                    <a:pt x="41579" y="69107"/>
                  </a:lnTo>
                  <a:lnTo>
                    <a:pt x="41671" y="68758"/>
                  </a:lnTo>
                  <a:lnTo>
                    <a:pt x="41768" y="68399"/>
                  </a:lnTo>
                  <a:lnTo>
                    <a:pt x="41867" y="68037"/>
                  </a:lnTo>
                  <a:lnTo>
                    <a:pt x="41968" y="67670"/>
                  </a:lnTo>
                  <a:lnTo>
                    <a:pt x="42071" y="67301"/>
                  </a:lnTo>
                  <a:lnTo>
                    <a:pt x="42177" y="66928"/>
                  </a:lnTo>
                  <a:lnTo>
                    <a:pt x="42286" y="66551"/>
                  </a:lnTo>
                  <a:lnTo>
                    <a:pt x="42396" y="66170"/>
                  </a:lnTo>
                  <a:lnTo>
                    <a:pt x="42510" y="65786"/>
                  </a:lnTo>
                  <a:lnTo>
                    <a:pt x="42625" y="65399"/>
                  </a:lnTo>
                  <a:lnTo>
                    <a:pt x="42743" y="65008"/>
                  </a:lnTo>
                  <a:lnTo>
                    <a:pt x="42873" y="64616"/>
                  </a:lnTo>
                  <a:lnTo>
                    <a:pt x="43002" y="64227"/>
                  </a:lnTo>
                  <a:lnTo>
                    <a:pt x="43130" y="63840"/>
                  </a:lnTo>
                  <a:lnTo>
                    <a:pt x="43257" y="63455"/>
                  </a:lnTo>
                  <a:lnTo>
                    <a:pt x="43383" y="63073"/>
                  </a:lnTo>
                  <a:lnTo>
                    <a:pt x="43507" y="62693"/>
                  </a:lnTo>
                  <a:lnTo>
                    <a:pt x="43631" y="62316"/>
                  </a:lnTo>
                  <a:lnTo>
                    <a:pt x="43753" y="61941"/>
                  </a:lnTo>
                  <a:lnTo>
                    <a:pt x="43873" y="61568"/>
                  </a:lnTo>
                  <a:lnTo>
                    <a:pt x="43993" y="61198"/>
                  </a:lnTo>
                  <a:lnTo>
                    <a:pt x="44111" y="60835"/>
                  </a:lnTo>
                  <a:lnTo>
                    <a:pt x="44226" y="60486"/>
                  </a:lnTo>
                  <a:lnTo>
                    <a:pt x="44340" y="60149"/>
                  </a:lnTo>
                  <a:lnTo>
                    <a:pt x="44450" y="59826"/>
                  </a:lnTo>
                  <a:lnTo>
                    <a:pt x="44559" y="59516"/>
                  </a:lnTo>
                  <a:lnTo>
                    <a:pt x="44665" y="59219"/>
                  </a:lnTo>
                  <a:lnTo>
                    <a:pt x="44768" y="58935"/>
                  </a:lnTo>
                  <a:lnTo>
                    <a:pt x="44869" y="58664"/>
                  </a:lnTo>
                  <a:lnTo>
                    <a:pt x="44968" y="58406"/>
                  </a:lnTo>
                  <a:lnTo>
                    <a:pt x="45065" y="58162"/>
                  </a:lnTo>
                  <a:lnTo>
                    <a:pt x="66972" y="0"/>
                  </a:lnTo>
                  <a:lnTo>
                    <a:pt x="81557" y="0"/>
                  </a:lnTo>
                  <a:lnTo>
                    <a:pt x="81557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h119"/>
            <p:cNvSpPr/>
            <p:nvPr/>
          </p:nvSpPr>
          <p:spPr>
            <a:xfrm>
              <a:off x="8230741" y="1914801"/>
              <a:ext cx="69949" cy="83879"/>
            </a:xfrm>
            <a:custGeom>
              <a:avLst/>
              <a:pathLst>
                <a:path w="69949" h="83879">
                  <a:moveTo>
                    <a:pt x="55840" y="83879"/>
                  </a:moveTo>
                  <a:lnTo>
                    <a:pt x="22324" y="43398"/>
                  </a:lnTo>
                  <a:lnTo>
                    <a:pt x="11370" y="51732"/>
                  </a:lnTo>
                  <a:lnTo>
                    <a:pt x="11370" y="83879"/>
                  </a:lnTo>
                  <a:lnTo>
                    <a:pt x="0" y="83879"/>
                  </a:lnTo>
                  <a:lnTo>
                    <a:pt x="0" y="0"/>
                  </a:lnTo>
                  <a:lnTo>
                    <a:pt x="11370" y="0"/>
                  </a:lnTo>
                  <a:lnTo>
                    <a:pt x="11370" y="42029"/>
                  </a:lnTo>
                  <a:lnTo>
                    <a:pt x="51792" y="0"/>
                  </a:lnTo>
                  <a:lnTo>
                    <a:pt x="65186" y="0"/>
                  </a:lnTo>
                  <a:lnTo>
                    <a:pt x="29467" y="36433"/>
                  </a:lnTo>
                  <a:lnTo>
                    <a:pt x="69949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h120"/>
            <p:cNvSpPr/>
            <p:nvPr/>
          </p:nvSpPr>
          <p:spPr>
            <a:xfrm>
              <a:off x="8307239" y="1933077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4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h121"/>
            <p:cNvSpPr/>
            <p:nvPr/>
          </p:nvSpPr>
          <p:spPr>
            <a:xfrm>
              <a:off x="8377962" y="1933077"/>
              <a:ext cx="30479" cy="65603"/>
            </a:xfrm>
            <a:custGeom>
              <a:avLst/>
              <a:pathLst>
                <a:path w="30479" h="65603">
                  <a:moveTo>
                    <a:pt x="357" y="65603"/>
                  </a:moveTo>
                  <a:lnTo>
                    <a:pt x="357" y="16192"/>
                  </a:lnTo>
                  <a:lnTo>
                    <a:pt x="356" y="15787"/>
                  </a:lnTo>
                  <a:lnTo>
                    <a:pt x="354" y="15380"/>
                  </a:lnTo>
                  <a:lnTo>
                    <a:pt x="351" y="14972"/>
                  </a:lnTo>
                  <a:lnTo>
                    <a:pt x="347" y="14563"/>
                  </a:lnTo>
                  <a:lnTo>
                    <a:pt x="342" y="14153"/>
                  </a:lnTo>
                  <a:lnTo>
                    <a:pt x="335" y="13742"/>
                  </a:lnTo>
                  <a:lnTo>
                    <a:pt x="328" y="13329"/>
                  </a:lnTo>
                  <a:lnTo>
                    <a:pt x="319" y="12915"/>
                  </a:lnTo>
                  <a:lnTo>
                    <a:pt x="308" y="12500"/>
                  </a:lnTo>
                  <a:lnTo>
                    <a:pt x="297" y="12084"/>
                  </a:lnTo>
                  <a:lnTo>
                    <a:pt x="297" y="11658"/>
                  </a:lnTo>
                  <a:lnTo>
                    <a:pt x="295" y="11234"/>
                  </a:lnTo>
                  <a:lnTo>
                    <a:pt x="292" y="10815"/>
                  </a:lnTo>
                  <a:lnTo>
                    <a:pt x="288" y="10398"/>
                  </a:lnTo>
                  <a:lnTo>
                    <a:pt x="282" y="9986"/>
                  </a:lnTo>
                  <a:lnTo>
                    <a:pt x="276" y="9577"/>
                  </a:lnTo>
                  <a:lnTo>
                    <a:pt x="268" y="9171"/>
                  </a:lnTo>
                  <a:lnTo>
                    <a:pt x="259" y="8770"/>
                  </a:lnTo>
                  <a:lnTo>
                    <a:pt x="249" y="8371"/>
                  </a:lnTo>
                  <a:lnTo>
                    <a:pt x="238" y="7977"/>
                  </a:lnTo>
                  <a:lnTo>
                    <a:pt x="226" y="7586"/>
                  </a:lnTo>
                  <a:lnTo>
                    <a:pt x="214" y="7200"/>
                  </a:lnTo>
                  <a:lnTo>
                    <a:pt x="202" y="6819"/>
                  </a:lnTo>
                  <a:lnTo>
                    <a:pt x="190" y="6443"/>
                  </a:lnTo>
                  <a:lnTo>
                    <a:pt x="178" y="6072"/>
                  </a:lnTo>
                  <a:lnTo>
                    <a:pt x="166" y="5705"/>
                  </a:lnTo>
                  <a:lnTo>
                    <a:pt x="154" y="5343"/>
                  </a:lnTo>
                  <a:lnTo>
                    <a:pt x="142" y="4986"/>
                  </a:lnTo>
                  <a:lnTo>
                    <a:pt x="130" y="4633"/>
                  </a:lnTo>
                  <a:lnTo>
                    <a:pt x="119" y="4286"/>
                  </a:lnTo>
                  <a:lnTo>
                    <a:pt x="107" y="3944"/>
                  </a:lnTo>
                  <a:lnTo>
                    <a:pt x="95" y="3609"/>
                  </a:lnTo>
                  <a:lnTo>
                    <a:pt x="83" y="3282"/>
                  </a:lnTo>
                  <a:lnTo>
                    <a:pt x="71" y="2962"/>
                  </a:lnTo>
                  <a:lnTo>
                    <a:pt x="59" y="2649"/>
                  </a:lnTo>
                  <a:lnTo>
                    <a:pt x="47" y="2343"/>
                  </a:lnTo>
                  <a:lnTo>
                    <a:pt x="35" y="2044"/>
                  </a:lnTo>
                  <a:lnTo>
                    <a:pt x="23" y="1752"/>
                  </a:lnTo>
                  <a:lnTo>
                    <a:pt x="11" y="1468"/>
                  </a:lnTo>
                  <a:lnTo>
                    <a:pt x="0" y="1190"/>
                  </a:lnTo>
                  <a:lnTo>
                    <a:pt x="10120" y="1190"/>
                  </a:lnTo>
                  <a:lnTo>
                    <a:pt x="10132" y="1468"/>
                  </a:lnTo>
                  <a:lnTo>
                    <a:pt x="10144" y="1754"/>
                  </a:lnTo>
                  <a:lnTo>
                    <a:pt x="10156" y="2049"/>
                  </a:lnTo>
                  <a:lnTo>
                    <a:pt x="10167" y="2352"/>
                  </a:lnTo>
                  <a:lnTo>
                    <a:pt x="10179" y="2664"/>
                  </a:lnTo>
                  <a:lnTo>
                    <a:pt x="10191" y="2983"/>
                  </a:lnTo>
                  <a:lnTo>
                    <a:pt x="10203" y="3311"/>
                  </a:lnTo>
                  <a:lnTo>
                    <a:pt x="10215" y="3648"/>
                  </a:lnTo>
                  <a:lnTo>
                    <a:pt x="10227" y="3992"/>
                  </a:lnTo>
                  <a:lnTo>
                    <a:pt x="10239" y="4345"/>
                  </a:lnTo>
                  <a:lnTo>
                    <a:pt x="10262" y="4692"/>
                  </a:lnTo>
                  <a:lnTo>
                    <a:pt x="10284" y="5041"/>
                  </a:lnTo>
                  <a:lnTo>
                    <a:pt x="10305" y="5392"/>
                  </a:lnTo>
                  <a:lnTo>
                    <a:pt x="10325" y="5745"/>
                  </a:lnTo>
                  <a:lnTo>
                    <a:pt x="10343" y="6101"/>
                  </a:lnTo>
                  <a:lnTo>
                    <a:pt x="10360" y="6460"/>
                  </a:lnTo>
                  <a:lnTo>
                    <a:pt x="10376" y="6821"/>
                  </a:lnTo>
                  <a:lnTo>
                    <a:pt x="10391" y="7184"/>
                  </a:lnTo>
                  <a:lnTo>
                    <a:pt x="10405" y="7549"/>
                  </a:lnTo>
                  <a:lnTo>
                    <a:pt x="10417" y="7917"/>
                  </a:lnTo>
                  <a:lnTo>
                    <a:pt x="10440" y="8285"/>
                  </a:lnTo>
                  <a:lnTo>
                    <a:pt x="10460" y="8651"/>
                  </a:lnTo>
                  <a:lnTo>
                    <a:pt x="10478" y="9014"/>
                  </a:lnTo>
                  <a:lnTo>
                    <a:pt x="10494" y="9374"/>
                  </a:lnTo>
                  <a:lnTo>
                    <a:pt x="10507" y="9733"/>
                  </a:lnTo>
                  <a:lnTo>
                    <a:pt x="10517" y="10089"/>
                  </a:lnTo>
                  <a:lnTo>
                    <a:pt x="10526" y="10442"/>
                  </a:lnTo>
                  <a:lnTo>
                    <a:pt x="10532" y="10794"/>
                  </a:lnTo>
                  <a:lnTo>
                    <a:pt x="10535" y="11143"/>
                  </a:lnTo>
                  <a:lnTo>
                    <a:pt x="10537" y="11489"/>
                  </a:lnTo>
                  <a:lnTo>
                    <a:pt x="10548" y="11818"/>
                  </a:lnTo>
                  <a:lnTo>
                    <a:pt x="10558" y="12137"/>
                  </a:lnTo>
                  <a:lnTo>
                    <a:pt x="10567" y="12446"/>
                  </a:lnTo>
                  <a:lnTo>
                    <a:pt x="10575" y="12746"/>
                  </a:lnTo>
                  <a:lnTo>
                    <a:pt x="10581" y="13037"/>
                  </a:lnTo>
                  <a:lnTo>
                    <a:pt x="10587" y="13318"/>
                  </a:lnTo>
                  <a:lnTo>
                    <a:pt x="10591" y="13589"/>
                  </a:lnTo>
                  <a:lnTo>
                    <a:pt x="10594" y="13851"/>
                  </a:lnTo>
                  <a:lnTo>
                    <a:pt x="10595" y="14104"/>
                  </a:lnTo>
                  <a:lnTo>
                    <a:pt x="10596" y="14347"/>
                  </a:lnTo>
                  <a:lnTo>
                    <a:pt x="10834" y="14347"/>
                  </a:lnTo>
                  <a:lnTo>
                    <a:pt x="11062" y="13618"/>
                  </a:lnTo>
                  <a:lnTo>
                    <a:pt x="11291" y="12911"/>
                  </a:lnTo>
                  <a:lnTo>
                    <a:pt x="11524" y="12223"/>
                  </a:lnTo>
                  <a:lnTo>
                    <a:pt x="11758" y="11556"/>
                  </a:lnTo>
                  <a:lnTo>
                    <a:pt x="11995" y="10909"/>
                  </a:lnTo>
                  <a:lnTo>
                    <a:pt x="12234" y="10282"/>
                  </a:lnTo>
                  <a:lnTo>
                    <a:pt x="12476" y="9675"/>
                  </a:lnTo>
                  <a:lnTo>
                    <a:pt x="12720" y="9089"/>
                  </a:lnTo>
                  <a:lnTo>
                    <a:pt x="12967" y="8523"/>
                  </a:lnTo>
                  <a:lnTo>
                    <a:pt x="13215" y="7977"/>
                  </a:lnTo>
                  <a:lnTo>
                    <a:pt x="13482" y="7439"/>
                  </a:lnTo>
                  <a:lnTo>
                    <a:pt x="13756" y="6922"/>
                  </a:lnTo>
                  <a:lnTo>
                    <a:pt x="14039" y="6425"/>
                  </a:lnTo>
                  <a:lnTo>
                    <a:pt x="14330" y="5948"/>
                  </a:lnTo>
                  <a:lnTo>
                    <a:pt x="14629" y="5491"/>
                  </a:lnTo>
                  <a:lnTo>
                    <a:pt x="14937" y="5055"/>
                  </a:lnTo>
                  <a:lnTo>
                    <a:pt x="15253" y="4639"/>
                  </a:lnTo>
                  <a:lnTo>
                    <a:pt x="15578" y="4243"/>
                  </a:lnTo>
                  <a:lnTo>
                    <a:pt x="15910" y="3867"/>
                  </a:lnTo>
                  <a:lnTo>
                    <a:pt x="16252" y="3512"/>
                  </a:lnTo>
                  <a:lnTo>
                    <a:pt x="16603" y="3164"/>
                  </a:lnTo>
                  <a:lnTo>
                    <a:pt x="16968" y="2836"/>
                  </a:lnTo>
                  <a:lnTo>
                    <a:pt x="17346" y="2526"/>
                  </a:lnTo>
                  <a:lnTo>
                    <a:pt x="17737" y="2235"/>
                  </a:lnTo>
                  <a:lnTo>
                    <a:pt x="18142" y="1964"/>
                  </a:lnTo>
                  <a:lnTo>
                    <a:pt x="18559" y="1712"/>
                  </a:lnTo>
                  <a:lnTo>
                    <a:pt x="18989" y="1478"/>
                  </a:lnTo>
                  <a:lnTo>
                    <a:pt x="19433" y="1264"/>
                  </a:lnTo>
                  <a:lnTo>
                    <a:pt x="19889" y="1069"/>
                  </a:lnTo>
                  <a:lnTo>
                    <a:pt x="20359" y="892"/>
                  </a:lnTo>
                  <a:lnTo>
                    <a:pt x="20846" y="723"/>
                  </a:lnTo>
                  <a:lnTo>
                    <a:pt x="21352" y="571"/>
                  </a:lnTo>
                  <a:lnTo>
                    <a:pt x="21879" y="437"/>
                  </a:lnTo>
                  <a:lnTo>
                    <a:pt x="22426" y="321"/>
                  </a:lnTo>
                  <a:lnTo>
                    <a:pt x="22993" y="223"/>
                  </a:lnTo>
                  <a:lnTo>
                    <a:pt x="23581" y="142"/>
                  </a:lnTo>
                  <a:lnTo>
                    <a:pt x="24189" y="80"/>
                  </a:lnTo>
                  <a:lnTo>
                    <a:pt x="24817" y="35"/>
                  </a:lnTo>
                  <a:lnTo>
                    <a:pt x="25465" y="8"/>
                  </a:lnTo>
                  <a:lnTo>
                    <a:pt x="26134" y="0"/>
                  </a:lnTo>
                  <a:lnTo>
                    <a:pt x="26394" y="2"/>
                  </a:lnTo>
                  <a:lnTo>
                    <a:pt x="26653" y="9"/>
                  </a:lnTo>
                  <a:lnTo>
                    <a:pt x="26909" y="21"/>
                  </a:lnTo>
                  <a:lnTo>
                    <a:pt x="27162" y="38"/>
                  </a:lnTo>
                  <a:lnTo>
                    <a:pt x="27414" y="59"/>
                  </a:lnTo>
                  <a:lnTo>
                    <a:pt x="27662" y="85"/>
                  </a:lnTo>
                  <a:lnTo>
                    <a:pt x="27909" y="116"/>
                  </a:lnTo>
                  <a:lnTo>
                    <a:pt x="28153" y="152"/>
                  </a:lnTo>
                  <a:lnTo>
                    <a:pt x="28395" y="192"/>
                  </a:lnTo>
                  <a:lnTo>
                    <a:pt x="28634" y="238"/>
                  </a:lnTo>
                  <a:lnTo>
                    <a:pt x="28867" y="273"/>
                  </a:lnTo>
                  <a:lnTo>
                    <a:pt x="29089" y="309"/>
                  </a:lnTo>
                  <a:lnTo>
                    <a:pt x="29300" y="345"/>
                  </a:lnTo>
                  <a:lnTo>
                    <a:pt x="29501" y="381"/>
                  </a:lnTo>
                  <a:lnTo>
                    <a:pt x="29691" y="416"/>
                  </a:lnTo>
                  <a:lnTo>
                    <a:pt x="29870" y="452"/>
                  </a:lnTo>
                  <a:lnTo>
                    <a:pt x="30038" y="488"/>
                  </a:lnTo>
                  <a:lnTo>
                    <a:pt x="30196" y="523"/>
                  </a:lnTo>
                  <a:lnTo>
                    <a:pt x="30343" y="559"/>
                  </a:lnTo>
                  <a:lnTo>
                    <a:pt x="30479" y="595"/>
                  </a:lnTo>
                  <a:lnTo>
                    <a:pt x="30479" y="10417"/>
                  </a:lnTo>
                  <a:lnTo>
                    <a:pt x="30262" y="10360"/>
                  </a:lnTo>
                  <a:lnTo>
                    <a:pt x="30037" y="10306"/>
                  </a:lnTo>
                  <a:lnTo>
                    <a:pt x="29804" y="10255"/>
                  </a:lnTo>
                  <a:lnTo>
                    <a:pt x="29565" y="10208"/>
                  </a:lnTo>
                  <a:lnTo>
                    <a:pt x="29319" y="10164"/>
                  </a:lnTo>
                  <a:lnTo>
                    <a:pt x="29065" y="10125"/>
                  </a:lnTo>
                  <a:lnTo>
                    <a:pt x="28804" y="10088"/>
                  </a:lnTo>
                  <a:lnTo>
                    <a:pt x="28536" y="10056"/>
                  </a:lnTo>
                  <a:lnTo>
                    <a:pt x="28261" y="10026"/>
                  </a:lnTo>
                  <a:lnTo>
                    <a:pt x="27979" y="10001"/>
                  </a:lnTo>
                  <a:lnTo>
                    <a:pt x="27690" y="9967"/>
                  </a:lnTo>
                  <a:lnTo>
                    <a:pt x="27393" y="9936"/>
                  </a:lnTo>
                  <a:lnTo>
                    <a:pt x="27090" y="9910"/>
                  </a:lnTo>
                  <a:lnTo>
                    <a:pt x="26779" y="9886"/>
                  </a:lnTo>
                  <a:lnTo>
                    <a:pt x="26461" y="9867"/>
                  </a:lnTo>
                  <a:lnTo>
                    <a:pt x="26136" y="9851"/>
                  </a:lnTo>
                  <a:lnTo>
                    <a:pt x="25804" y="9838"/>
                  </a:lnTo>
                  <a:lnTo>
                    <a:pt x="25465" y="9829"/>
                  </a:lnTo>
                  <a:lnTo>
                    <a:pt x="25118" y="9824"/>
                  </a:lnTo>
                  <a:lnTo>
                    <a:pt x="24764" y="9822"/>
                  </a:lnTo>
                  <a:lnTo>
                    <a:pt x="24037" y="9839"/>
                  </a:lnTo>
                  <a:lnTo>
                    <a:pt x="23331" y="9889"/>
                  </a:lnTo>
                  <a:lnTo>
                    <a:pt x="22646" y="9972"/>
                  </a:lnTo>
                  <a:lnTo>
                    <a:pt x="21983" y="10089"/>
                  </a:lnTo>
                  <a:lnTo>
                    <a:pt x="21341" y="10239"/>
                  </a:lnTo>
                  <a:lnTo>
                    <a:pt x="20721" y="10422"/>
                  </a:lnTo>
                  <a:lnTo>
                    <a:pt x="20122" y="10639"/>
                  </a:lnTo>
                  <a:lnTo>
                    <a:pt x="19545" y="10889"/>
                  </a:lnTo>
                  <a:lnTo>
                    <a:pt x="18989" y="11172"/>
                  </a:lnTo>
                  <a:lnTo>
                    <a:pt x="18454" y="11489"/>
                  </a:lnTo>
                  <a:lnTo>
                    <a:pt x="17951" y="11836"/>
                  </a:lnTo>
                  <a:lnTo>
                    <a:pt x="17466" y="12208"/>
                  </a:lnTo>
                  <a:lnTo>
                    <a:pt x="16999" y="12607"/>
                  </a:lnTo>
                  <a:lnTo>
                    <a:pt x="16549" y="13032"/>
                  </a:lnTo>
                  <a:lnTo>
                    <a:pt x="16118" y="13483"/>
                  </a:lnTo>
                  <a:lnTo>
                    <a:pt x="15704" y="13961"/>
                  </a:lnTo>
                  <a:lnTo>
                    <a:pt x="15308" y="14464"/>
                  </a:lnTo>
                  <a:lnTo>
                    <a:pt x="14930" y="14994"/>
                  </a:lnTo>
                  <a:lnTo>
                    <a:pt x="14570" y="15550"/>
                  </a:lnTo>
                  <a:lnTo>
                    <a:pt x="14227" y="16132"/>
                  </a:lnTo>
                  <a:lnTo>
                    <a:pt x="13914" y="16728"/>
                  </a:lnTo>
                  <a:lnTo>
                    <a:pt x="13618" y="17347"/>
                  </a:lnTo>
                  <a:lnTo>
                    <a:pt x="13338" y="17990"/>
                  </a:lnTo>
                  <a:lnTo>
                    <a:pt x="13075" y="18657"/>
                  </a:lnTo>
                  <a:lnTo>
                    <a:pt x="12828" y="19347"/>
                  </a:lnTo>
                  <a:lnTo>
                    <a:pt x="12599" y="20062"/>
                  </a:lnTo>
                  <a:lnTo>
                    <a:pt x="12386" y="20800"/>
                  </a:lnTo>
                  <a:lnTo>
                    <a:pt x="12189" y="21562"/>
                  </a:lnTo>
                  <a:lnTo>
                    <a:pt x="12009" y="22348"/>
                  </a:lnTo>
                  <a:lnTo>
                    <a:pt x="11846" y="23157"/>
                  </a:lnTo>
                  <a:lnTo>
                    <a:pt x="11699" y="23975"/>
                  </a:lnTo>
                  <a:lnTo>
                    <a:pt x="11568" y="24807"/>
                  </a:lnTo>
                  <a:lnTo>
                    <a:pt x="11452" y="25656"/>
                  </a:lnTo>
                  <a:lnTo>
                    <a:pt x="11351" y="26519"/>
                  </a:lnTo>
                  <a:lnTo>
                    <a:pt x="11266" y="27399"/>
                  </a:lnTo>
                  <a:lnTo>
                    <a:pt x="11196" y="28294"/>
                  </a:lnTo>
                  <a:lnTo>
                    <a:pt x="11142" y="29204"/>
                  </a:lnTo>
                  <a:lnTo>
                    <a:pt x="11103" y="30129"/>
                  </a:lnTo>
                  <a:lnTo>
                    <a:pt x="11080" y="31071"/>
                  </a:lnTo>
                  <a:lnTo>
                    <a:pt x="11072" y="32027"/>
                  </a:lnTo>
                  <a:lnTo>
                    <a:pt x="1107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h122"/>
            <p:cNvSpPr/>
            <p:nvPr/>
          </p:nvSpPr>
          <p:spPr>
            <a:xfrm>
              <a:off x="8418563" y="1933077"/>
              <a:ext cx="51792" cy="65603"/>
            </a:xfrm>
            <a:custGeom>
              <a:avLst/>
              <a:pathLst>
                <a:path w="51792" h="65603">
                  <a:moveTo>
                    <a:pt x="41017" y="65603"/>
                  </a:moveTo>
                  <a:lnTo>
                    <a:pt x="41017" y="24765"/>
                  </a:lnTo>
                  <a:lnTo>
                    <a:pt x="41009" y="23839"/>
                  </a:lnTo>
                  <a:lnTo>
                    <a:pt x="40988" y="22945"/>
                  </a:lnTo>
                  <a:lnTo>
                    <a:pt x="40952" y="22082"/>
                  </a:lnTo>
                  <a:lnTo>
                    <a:pt x="40902" y="21250"/>
                  </a:lnTo>
                  <a:lnTo>
                    <a:pt x="40838" y="20448"/>
                  </a:lnTo>
                  <a:lnTo>
                    <a:pt x="40759" y="19678"/>
                  </a:lnTo>
                  <a:lnTo>
                    <a:pt x="40666" y="18939"/>
                  </a:lnTo>
                  <a:lnTo>
                    <a:pt x="40559" y="18230"/>
                  </a:lnTo>
                  <a:lnTo>
                    <a:pt x="40438" y="17553"/>
                  </a:lnTo>
                  <a:lnTo>
                    <a:pt x="40302" y="16906"/>
                  </a:lnTo>
                  <a:lnTo>
                    <a:pt x="40162" y="16288"/>
                  </a:lnTo>
                  <a:lnTo>
                    <a:pt x="40004" y="15694"/>
                  </a:lnTo>
                  <a:lnTo>
                    <a:pt x="39829" y="15126"/>
                  </a:lnTo>
                  <a:lnTo>
                    <a:pt x="39635" y="14582"/>
                  </a:lnTo>
                  <a:lnTo>
                    <a:pt x="39424" y="14064"/>
                  </a:lnTo>
                  <a:lnTo>
                    <a:pt x="39195" y="13570"/>
                  </a:lnTo>
                  <a:lnTo>
                    <a:pt x="38948" y="13102"/>
                  </a:lnTo>
                  <a:lnTo>
                    <a:pt x="38683" y="12658"/>
                  </a:lnTo>
                  <a:lnTo>
                    <a:pt x="38400" y="12240"/>
                  </a:lnTo>
                  <a:lnTo>
                    <a:pt x="38099" y="11846"/>
                  </a:lnTo>
                  <a:lnTo>
                    <a:pt x="37780" y="11465"/>
                  </a:lnTo>
                  <a:lnTo>
                    <a:pt x="37440" y="11108"/>
                  </a:lnTo>
                  <a:lnTo>
                    <a:pt x="37080" y="10775"/>
                  </a:lnTo>
                  <a:lnTo>
                    <a:pt x="36699" y="10465"/>
                  </a:lnTo>
                  <a:lnTo>
                    <a:pt x="36299" y="10179"/>
                  </a:lnTo>
                  <a:lnTo>
                    <a:pt x="35878" y="9917"/>
                  </a:lnTo>
                  <a:lnTo>
                    <a:pt x="35437" y="9679"/>
                  </a:lnTo>
                  <a:lnTo>
                    <a:pt x="34975" y="9465"/>
                  </a:lnTo>
                  <a:lnTo>
                    <a:pt x="34494" y="9274"/>
                  </a:lnTo>
                  <a:lnTo>
                    <a:pt x="33992" y="9108"/>
                  </a:lnTo>
                  <a:lnTo>
                    <a:pt x="33479" y="8949"/>
                  </a:lnTo>
                  <a:lnTo>
                    <a:pt x="32942" y="8808"/>
                  </a:lnTo>
                  <a:lnTo>
                    <a:pt x="32379" y="8683"/>
                  </a:lnTo>
                  <a:lnTo>
                    <a:pt x="31792" y="8574"/>
                  </a:lnTo>
                  <a:lnTo>
                    <a:pt x="31179" y="8483"/>
                  </a:lnTo>
                  <a:lnTo>
                    <a:pt x="30541" y="8408"/>
                  </a:lnTo>
                  <a:lnTo>
                    <a:pt x="29879" y="8349"/>
                  </a:lnTo>
                  <a:lnTo>
                    <a:pt x="29191" y="8308"/>
                  </a:lnTo>
                  <a:lnTo>
                    <a:pt x="28479" y="8283"/>
                  </a:lnTo>
                  <a:lnTo>
                    <a:pt x="27741" y="8274"/>
                  </a:lnTo>
                  <a:lnTo>
                    <a:pt x="26986" y="8288"/>
                  </a:lnTo>
                  <a:lnTo>
                    <a:pt x="26246" y="8329"/>
                  </a:lnTo>
                  <a:lnTo>
                    <a:pt x="25519" y="8398"/>
                  </a:lnTo>
                  <a:lnTo>
                    <a:pt x="24807" y="8493"/>
                  </a:lnTo>
                  <a:lnTo>
                    <a:pt x="24110" y="8617"/>
                  </a:lnTo>
                  <a:lnTo>
                    <a:pt x="23426" y="8767"/>
                  </a:lnTo>
                  <a:lnTo>
                    <a:pt x="22757" y="8945"/>
                  </a:lnTo>
                  <a:lnTo>
                    <a:pt x="22102" y="9151"/>
                  </a:lnTo>
                  <a:lnTo>
                    <a:pt x="21462" y="9383"/>
                  </a:lnTo>
                  <a:lnTo>
                    <a:pt x="20835" y="9644"/>
                  </a:lnTo>
                  <a:lnTo>
                    <a:pt x="20237" y="9918"/>
                  </a:lnTo>
                  <a:lnTo>
                    <a:pt x="19654" y="10217"/>
                  </a:lnTo>
                  <a:lnTo>
                    <a:pt x="19089" y="10542"/>
                  </a:lnTo>
                  <a:lnTo>
                    <a:pt x="18540" y="10891"/>
                  </a:lnTo>
                  <a:lnTo>
                    <a:pt x="18008" y="11266"/>
                  </a:lnTo>
                  <a:lnTo>
                    <a:pt x="17492" y="11665"/>
                  </a:lnTo>
                  <a:lnTo>
                    <a:pt x="16993" y="12090"/>
                  </a:lnTo>
                  <a:lnTo>
                    <a:pt x="16511" y="12539"/>
                  </a:lnTo>
                  <a:lnTo>
                    <a:pt x="16046" y="13014"/>
                  </a:lnTo>
                  <a:lnTo>
                    <a:pt x="15597" y="13513"/>
                  </a:lnTo>
                  <a:lnTo>
                    <a:pt x="15178" y="14026"/>
                  </a:lnTo>
                  <a:lnTo>
                    <a:pt x="14778" y="14563"/>
                  </a:lnTo>
                  <a:lnTo>
                    <a:pt x="14397" y="15126"/>
                  </a:lnTo>
                  <a:lnTo>
                    <a:pt x="14035" y="15713"/>
                  </a:lnTo>
                  <a:lnTo>
                    <a:pt x="13692" y="16326"/>
                  </a:lnTo>
                  <a:lnTo>
                    <a:pt x="13368" y="16964"/>
                  </a:lnTo>
                  <a:lnTo>
                    <a:pt x="13063" y="17626"/>
                  </a:lnTo>
                  <a:lnTo>
                    <a:pt x="12777" y="18314"/>
                  </a:lnTo>
                  <a:lnTo>
                    <a:pt x="12511" y="19026"/>
                  </a:lnTo>
                  <a:lnTo>
                    <a:pt x="12263" y="19764"/>
                  </a:lnTo>
                  <a:lnTo>
                    <a:pt x="12037" y="20513"/>
                  </a:lnTo>
                  <a:lnTo>
                    <a:pt x="11834" y="21285"/>
                  </a:lnTo>
                  <a:lnTo>
                    <a:pt x="11656" y="22080"/>
                  </a:lnTo>
                  <a:lnTo>
                    <a:pt x="11501" y="22898"/>
                  </a:lnTo>
                  <a:lnTo>
                    <a:pt x="11370" y="23738"/>
                  </a:lnTo>
                  <a:lnTo>
                    <a:pt x="11263" y="24600"/>
                  </a:lnTo>
                  <a:lnTo>
                    <a:pt x="11179" y="25485"/>
                  </a:lnTo>
                  <a:lnTo>
                    <a:pt x="11120" y="26393"/>
                  </a:lnTo>
                  <a:lnTo>
                    <a:pt x="11084" y="27324"/>
                  </a:lnTo>
                  <a:lnTo>
                    <a:pt x="11072" y="28277"/>
                  </a:lnTo>
                  <a:lnTo>
                    <a:pt x="11072" y="65603"/>
                  </a:lnTo>
                  <a:lnTo>
                    <a:pt x="357" y="65603"/>
                  </a:lnTo>
                  <a:lnTo>
                    <a:pt x="357" y="14942"/>
                  </a:lnTo>
                  <a:lnTo>
                    <a:pt x="356" y="14535"/>
                  </a:lnTo>
                  <a:lnTo>
                    <a:pt x="354" y="14125"/>
                  </a:lnTo>
                  <a:lnTo>
                    <a:pt x="351" y="13711"/>
                  </a:lnTo>
                  <a:lnTo>
                    <a:pt x="347" y="13294"/>
                  </a:lnTo>
                  <a:lnTo>
                    <a:pt x="342" y="12873"/>
                  </a:lnTo>
                  <a:lnTo>
                    <a:pt x="335" y="12449"/>
                  </a:lnTo>
                  <a:lnTo>
                    <a:pt x="328" y="12021"/>
                  </a:lnTo>
                  <a:lnTo>
                    <a:pt x="319" y="11589"/>
                  </a:lnTo>
                  <a:lnTo>
                    <a:pt x="308" y="11154"/>
                  </a:lnTo>
                  <a:lnTo>
                    <a:pt x="297" y="10715"/>
                  </a:lnTo>
                  <a:lnTo>
                    <a:pt x="297" y="10266"/>
                  </a:lnTo>
                  <a:lnTo>
                    <a:pt x="295" y="9822"/>
                  </a:lnTo>
                  <a:lnTo>
                    <a:pt x="292" y="9385"/>
                  </a:lnTo>
                  <a:lnTo>
                    <a:pt x="288" y="8953"/>
                  </a:lnTo>
                  <a:lnTo>
                    <a:pt x="282" y="8527"/>
                  </a:lnTo>
                  <a:lnTo>
                    <a:pt x="276" y="8108"/>
                  </a:lnTo>
                  <a:lnTo>
                    <a:pt x="268" y="7694"/>
                  </a:lnTo>
                  <a:lnTo>
                    <a:pt x="259" y="7286"/>
                  </a:lnTo>
                  <a:lnTo>
                    <a:pt x="249" y="6884"/>
                  </a:lnTo>
                  <a:lnTo>
                    <a:pt x="238" y="6488"/>
                  </a:lnTo>
                  <a:lnTo>
                    <a:pt x="226" y="6090"/>
                  </a:lnTo>
                  <a:lnTo>
                    <a:pt x="214" y="5703"/>
                  </a:lnTo>
                  <a:lnTo>
                    <a:pt x="202" y="5328"/>
                  </a:lnTo>
                  <a:lnTo>
                    <a:pt x="190" y="4964"/>
                  </a:lnTo>
                  <a:lnTo>
                    <a:pt x="178" y="4613"/>
                  </a:lnTo>
                  <a:lnTo>
                    <a:pt x="166" y="4274"/>
                  </a:lnTo>
                  <a:lnTo>
                    <a:pt x="154" y="3946"/>
                  </a:lnTo>
                  <a:lnTo>
                    <a:pt x="142" y="3631"/>
                  </a:lnTo>
                  <a:lnTo>
                    <a:pt x="130" y="3327"/>
                  </a:lnTo>
                  <a:lnTo>
                    <a:pt x="119" y="3036"/>
                  </a:lnTo>
                  <a:lnTo>
                    <a:pt x="107" y="2760"/>
                  </a:lnTo>
                  <a:lnTo>
                    <a:pt x="95" y="2505"/>
                  </a:lnTo>
                  <a:lnTo>
                    <a:pt x="83" y="2269"/>
                  </a:lnTo>
                  <a:lnTo>
                    <a:pt x="71" y="2055"/>
                  </a:lnTo>
                  <a:lnTo>
                    <a:pt x="59" y="1860"/>
                  </a:lnTo>
                  <a:lnTo>
                    <a:pt x="47" y="1685"/>
                  </a:lnTo>
                  <a:lnTo>
                    <a:pt x="35" y="1531"/>
                  </a:lnTo>
                  <a:lnTo>
                    <a:pt x="0" y="1190"/>
                  </a:lnTo>
                  <a:lnTo>
                    <a:pt x="10156" y="1460"/>
                  </a:lnTo>
                  <a:lnTo>
                    <a:pt x="10167" y="1590"/>
                  </a:lnTo>
                  <a:lnTo>
                    <a:pt x="10179" y="1741"/>
                  </a:lnTo>
                  <a:lnTo>
                    <a:pt x="10191" y="1912"/>
                  </a:lnTo>
                  <a:lnTo>
                    <a:pt x="10203" y="2103"/>
                  </a:lnTo>
                  <a:lnTo>
                    <a:pt x="10215" y="2314"/>
                  </a:lnTo>
                  <a:lnTo>
                    <a:pt x="10227" y="2546"/>
                  </a:lnTo>
                  <a:lnTo>
                    <a:pt x="10239" y="2797"/>
                  </a:lnTo>
                  <a:lnTo>
                    <a:pt x="10251" y="3064"/>
                  </a:lnTo>
                  <a:lnTo>
                    <a:pt x="10263" y="3338"/>
                  </a:lnTo>
                  <a:lnTo>
                    <a:pt x="10275" y="3621"/>
                  </a:lnTo>
                  <a:lnTo>
                    <a:pt x="10287" y="3912"/>
                  </a:lnTo>
                  <a:lnTo>
                    <a:pt x="10298" y="4211"/>
                  </a:lnTo>
                  <a:lnTo>
                    <a:pt x="10310" y="4519"/>
                  </a:lnTo>
                  <a:lnTo>
                    <a:pt x="10322" y="4835"/>
                  </a:lnTo>
                  <a:lnTo>
                    <a:pt x="10334" y="5160"/>
                  </a:lnTo>
                  <a:lnTo>
                    <a:pt x="10346" y="5492"/>
                  </a:lnTo>
                  <a:lnTo>
                    <a:pt x="10358" y="5834"/>
                  </a:lnTo>
                  <a:lnTo>
                    <a:pt x="10381" y="6168"/>
                  </a:lnTo>
                  <a:lnTo>
                    <a:pt x="10403" y="6505"/>
                  </a:lnTo>
                  <a:lnTo>
                    <a:pt x="10424" y="6844"/>
                  </a:lnTo>
                  <a:lnTo>
                    <a:pt x="10444" y="7186"/>
                  </a:lnTo>
                  <a:lnTo>
                    <a:pt x="10462" y="7530"/>
                  </a:lnTo>
                  <a:lnTo>
                    <a:pt x="10479" y="7877"/>
                  </a:lnTo>
                  <a:lnTo>
                    <a:pt x="10495" y="8226"/>
                  </a:lnTo>
                  <a:lnTo>
                    <a:pt x="10510" y="8577"/>
                  </a:lnTo>
                  <a:lnTo>
                    <a:pt x="10524" y="8930"/>
                  </a:lnTo>
                  <a:lnTo>
                    <a:pt x="10537" y="9286"/>
                  </a:lnTo>
                  <a:lnTo>
                    <a:pt x="10548" y="9626"/>
                  </a:lnTo>
                  <a:lnTo>
                    <a:pt x="10558" y="9956"/>
                  </a:lnTo>
                  <a:lnTo>
                    <a:pt x="10567" y="10274"/>
                  </a:lnTo>
                  <a:lnTo>
                    <a:pt x="10575" y="10582"/>
                  </a:lnTo>
                  <a:lnTo>
                    <a:pt x="10581" y="10879"/>
                  </a:lnTo>
                  <a:lnTo>
                    <a:pt x="10587" y="11165"/>
                  </a:lnTo>
                  <a:lnTo>
                    <a:pt x="10591" y="11441"/>
                  </a:lnTo>
                  <a:lnTo>
                    <a:pt x="10594" y="11706"/>
                  </a:lnTo>
                  <a:lnTo>
                    <a:pt x="10595" y="11960"/>
                  </a:lnTo>
                  <a:lnTo>
                    <a:pt x="10596" y="12203"/>
                  </a:lnTo>
                  <a:lnTo>
                    <a:pt x="10775" y="12203"/>
                  </a:lnTo>
                  <a:lnTo>
                    <a:pt x="11087" y="11649"/>
                  </a:lnTo>
                  <a:lnTo>
                    <a:pt x="11406" y="11106"/>
                  </a:lnTo>
                  <a:lnTo>
                    <a:pt x="11730" y="10573"/>
                  </a:lnTo>
                  <a:lnTo>
                    <a:pt x="12061" y="10051"/>
                  </a:lnTo>
                  <a:lnTo>
                    <a:pt x="12397" y="9539"/>
                  </a:lnTo>
                  <a:lnTo>
                    <a:pt x="12739" y="9039"/>
                  </a:lnTo>
                  <a:lnTo>
                    <a:pt x="13087" y="8549"/>
                  </a:lnTo>
                  <a:lnTo>
                    <a:pt x="13442" y="8070"/>
                  </a:lnTo>
                  <a:lnTo>
                    <a:pt x="13802" y="7601"/>
                  </a:lnTo>
                  <a:lnTo>
                    <a:pt x="14168" y="7143"/>
                  </a:lnTo>
                  <a:lnTo>
                    <a:pt x="14543" y="6698"/>
                  </a:lnTo>
                  <a:lnTo>
                    <a:pt x="14930" y="6267"/>
                  </a:lnTo>
                  <a:lnTo>
                    <a:pt x="15329" y="5850"/>
                  </a:lnTo>
                  <a:lnTo>
                    <a:pt x="15740" y="5448"/>
                  </a:lnTo>
                  <a:lnTo>
                    <a:pt x="16162" y="5060"/>
                  </a:lnTo>
                  <a:lnTo>
                    <a:pt x="16597" y="4686"/>
                  </a:lnTo>
                  <a:lnTo>
                    <a:pt x="17043" y="4326"/>
                  </a:lnTo>
                  <a:lnTo>
                    <a:pt x="17502" y="3981"/>
                  </a:lnTo>
                  <a:lnTo>
                    <a:pt x="17972" y="3650"/>
                  </a:lnTo>
                  <a:lnTo>
                    <a:pt x="18454" y="3333"/>
                  </a:lnTo>
                  <a:lnTo>
                    <a:pt x="18949" y="3020"/>
                  </a:lnTo>
                  <a:lnTo>
                    <a:pt x="19459" y="2721"/>
                  </a:lnTo>
                  <a:lnTo>
                    <a:pt x="19983" y="2438"/>
                  </a:lnTo>
                  <a:lnTo>
                    <a:pt x="20521" y="2171"/>
                  </a:lnTo>
                  <a:lnTo>
                    <a:pt x="21074" y="1919"/>
                  </a:lnTo>
                  <a:lnTo>
                    <a:pt x="21640" y="1683"/>
                  </a:lnTo>
                  <a:lnTo>
                    <a:pt x="22221" y="1462"/>
                  </a:lnTo>
                  <a:lnTo>
                    <a:pt x="22817" y="1257"/>
                  </a:lnTo>
                  <a:lnTo>
                    <a:pt x="23426" y="1067"/>
                  </a:lnTo>
                  <a:lnTo>
                    <a:pt x="24050" y="892"/>
                  </a:lnTo>
                  <a:lnTo>
                    <a:pt x="24691" y="723"/>
                  </a:lnTo>
                  <a:lnTo>
                    <a:pt x="25353" y="571"/>
                  </a:lnTo>
                  <a:lnTo>
                    <a:pt x="26034" y="437"/>
                  </a:lnTo>
                  <a:lnTo>
                    <a:pt x="26736" y="321"/>
                  </a:lnTo>
                  <a:lnTo>
                    <a:pt x="27458" y="223"/>
                  </a:lnTo>
                  <a:lnTo>
                    <a:pt x="28201" y="142"/>
                  </a:lnTo>
                  <a:lnTo>
                    <a:pt x="28963" y="80"/>
                  </a:lnTo>
                  <a:lnTo>
                    <a:pt x="29746" y="35"/>
                  </a:lnTo>
                  <a:lnTo>
                    <a:pt x="30549" y="8"/>
                  </a:lnTo>
                  <a:lnTo>
                    <a:pt x="31372" y="0"/>
                  </a:lnTo>
                  <a:lnTo>
                    <a:pt x="32429" y="13"/>
                  </a:lnTo>
                  <a:lnTo>
                    <a:pt x="33456" y="52"/>
                  </a:lnTo>
                  <a:lnTo>
                    <a:pt x="34453" y="117"/>
                  </a:lnTo>
                  <a:lnTo>
                    <a:pt x="35421" y="209"/>
                  </a:lnTo>
                  <a:lnTo>
                    <a:pt x="36358" y="327"/>
                  </a:lnTo>
                  <a:lnTo>
                    <a:pt x="37266" y="471"/>
                  </a:lnTo>
                  <a:lnTo>
                    <a:pt x="38144" y="641"/>
                  </a:lnTo>
                  <a:lnTo>
                    <a:pt x="38992" y="838"/>
                  </a:lnTo>
                  <a:lnTo>
                    <a:pt x="39811" y="1060"/>
                  </a:lnTo>
                  <a:lnTo>
                    <a:pt x="40600" y="1309"/>
                  </a:lnTo>
                  <a:lnTo>
                    <a:pt x="41360" y="1585"/>
                  </a:lnTo>
                  <a:lnTo>
                    <a:pt x="42093" y="1890"/>
                  </a:lnTo>
                  <a:lnTo>
                    <a:pt x="42798" y="2224"/>
                  </a:lnTo>
                  <a:lnTo>
                    <a:pt x="43476" y="2586"/>
                  </a:lnTo>
                  <a:lnTo>
                    <a:pt x="44127" y="2976"/>
                  </a:lnTo>
                  <a:lnTo>
                    <a:pt x="44750" y="3395"/>
                  </a:lnTo>
                  <a:lnTo>
                    <a:pt x="45346" y="3843"/>
                  </a:lnTo>
                  <a:lnTo>
                    <a:pt x="45915" y="4319"/>
                  </a:lnTo>
                  <a:lnTo>
                    <a:pt x="46456" y="4824"/>
                  </a:lnTo>
                  <a:lnTo>
                    <a:pt x="46970" y="5357"/>
                  </a:lnTo>
                  <a:lnTo>
                    <a:pt x="47456" y="5921"/>
                  </a:lnTo>
                  <a:lnTo>
                    <a:pt x="47915" y="6517"/>
                  </a:lnTo>
                  <a:lnTo>
                    <a:pt x="48347" y="7145"/>
                  </a:lnTo>
                  <a:lnTo>
                    <a:pt x="48751" y="7805"/>
                  </a:lnTo>
                  <a:lnTo>
                    <a:pt x="49128" y="8498"/>
                  </a:lnTo>
                  <a:lnTo>
                    <a:pt x="49477" y="9222"/>
                  </a:lnTo>
                  <a:lnTo>
                    <a:pt x="49799" y="9979"/>
                  </a:lnTo>
                  <a:lnTo>
                    <a:pt x="50094" y="10768"/>
                  </a:lnTo>
                  <a:lnTo>
                    <a:pt x="50361" y="11588"/>
                  </a:lnTo>
                  <a:lnTo>
                    <a:pt x="50601" y="12442"/>
                  </a:lnTo>
                  <a:lnTo>
                    <a:pt x="50827" y="13315"/>
                  </a:lnTo>
                  <a:lnTo>
                    <a:pt x="51030" y="14223"/>
                  </a:lnTo>
                  <a:lnTo>
                    <a:pt x="51208" y="15163"/>
                  </a:lnTo>
                  <a:lnTo>
                    <a:pt x="51363" y="16137"/>
                  </a:lnTo>
                  <a:lnTo>
                    <a:pt x="51494" y="17145"/>
                  </a:lnTo>
                  <a:lnTo>
                    <a:pt x="51601" y="18185"/>
                  </a:lnTo>
                  <a:lnTo>
                    <a:pt x="51685" y="19259"/>
                  </a:lnTo>
                  <a:lnTo>
                    <a:pt x="51744" y="20366"/>
                  </a:lnTo>
                  <a:lnTo>
                    <a:pt x="51780" y="21507"/>
                  </a:lnTo>
                  <a:lnTo>
                    <a:pt x="51792" y="22681"/>
                  </a:lnTo>
                  <a:lnTo>
                    <a:pt x="5179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h123"/>
            <p:cNvSpPr/>
            <p:nvPr/>
          </p:nvSpPr>
          <p:spPr>
            <a:xfrm>
              <a:off x="8483452" y="1933077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4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h124"/>
            <p:cNvSpPr/>
            <p:nvPr/>
          </p:nvSpPr>
          <p:spPr>
            <a:xfrm>
              <a:off x="8554294" y="1910336"/>
              <a:ext cx="10715" cy="88344"/>
            </a:xfrm>
            <a:custGeom>
              <a:avLst/>
              <a:pathLst>
                <a:path w="10715" h="88344">
                  <a:moveTo>
                    <a:pt x="0" y="88344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h125"/>
            <p:cNvSpPr/>
            <p:nvPr/>
          </p:nvSpPr>
          <p:spPr>
            <a:xfrm>
              <a:off x="8226515" y="2133007"/>
              <a:ext cx="83224" cy="86320"/>
            </a:xfrm>
            <a:custGeom>
              <a:avLst/>
              <a:pathLst>
                <a:path w="83224" h="86320">
                  <a:moveTo>
                    <a:pt x="83224" y="42802"/>
                  </a:moveTo>
                  <a:lnTo>
                    <a:pt x="83196" y="44749"/>
                  </a:lnTo>
                  <a:lnTo>
                    <a:pt x="83110" y="46660"/>
                  </a:lnTo>
                  <a:lnTo>
                    <a:pt x="82967" y="48535"/>
                  </a:lnTo>
                  <a:lnTo>
                    <a:pt x="82767" y="50375"/>
                  </a:lnTo>
                  <a:lnTo>
                    <a:pt x="82510" y="52179"/>
                  </a:lnTo>
                  <a:lnTo>
                    <a:pt x="82195" y="53947"/>
                  </a:lnTo>
                  <a:lnTo>
                    <a:pt x="81824" y="55679"/>
                  </a:lnTo>
                  <a:lnTo>
                    <a:pt x="81395" y="57376"/>
                  </a:lnTo>
                  <a:lnTo>
                    <a:pt x="80910" y="59037"/>
                  </a:lnTo>
                  <a:lnTo>
                    <a:pt x="80367" y="60662"/>
                  </a:lnTo>
                  <a:lnTo>
                    <a:pt x="79781" y="62246"/>
                  </a:lnTo>
                  <a:lnTo>
                    <a:pt x="79145" y="63784"/>
                  </a:lnTo>
                  <a:lnTo>
                    <a:pt x="78458" y="65275"/>
                  </a:lnTo>
                  <a:lnTo>
                    <a:pt x="77719" y="66720"/>
                  </a:lnTo>
                  <a:lnTo>
                    <a:pt x="76929" y="68118"/>
                  </a:lnTo>
                  <a:lnTo>
                    <a:pt x="76088" y="69470"/>
                  </a:lnTo>
                  <a:lnTo>
                    <a:pt x="75195" y="70776"/>
                  </a:lnTo>
                  <a:lnTo>
                    <a:pt x="74252" y="72035"/>
                  </a:lnTo>
                  <a:lnTo>
                    <a:pt x="73257" y="73247"/>
                  </a:lnTo>
                  <a:lnTo>
                    <a:pt x="72211" y="74414"/>
                  </a:lnTo>
                  <a:lnTo>
                    <a:pt x="71116" y="75530"/>
                  </a:lnTo>
                  <a:lnTo>
                    <a:pt x="69973" y="76595"/>
                  </a:lnTo>
                  <a:lnTo>
                    <a:pt x="68782" y="77607"/>
                  </a:lnTo>
                  <a:lnTo>
                    <a:pt x="67544" y="78566"/>
                  </a:lnTo>
                  <a:lnTo>
                    <a:pt x="66258" y="79474"/>
                  </a:lnTo>
                  <a:lnTo>
                    <a:pt x="64924" y="80329"/>
                  </a:lnTo>
                  <a:lnTo>
                    <a:pt x="63543" y="81131"/>
                  </a:lnTo>
                  <a:lnTo>
                    <a:pt x="62114" y="81881"/>
                  </a:lnTo>
                  <a:lnTo>
                    <a:pt x="60638" y="82579"/>
                  </a:lnTo>
                  <a:lnTo>
                    <a:pt x="59114" y="83224"/>
                  </a:lnTo>
                  <a:lnTo>
                    <a:pt x="57545" y="83812"/>
                  </a:lnTo>
                  <a:lnTo>
                    <a:pt x="55935" y="84339"/>
                  </a:lnTo>
                  <a:lnTo>
                    <a:pt x="54283" y="84803"/>
                  </a:lnTo>
                  <a:lnTo>
                    <a:pt x="52589" y="85205"/>
                  </a:lnTo>
                  <a:lnTo>
                    <a:pt x="50854" y="85546"/>
                  </a:lnTo>
                  <a:lnTo>
                    <a:pt x="49077" y="85825"/>
                  </a:lnTo>
                  <a:lnTo>
                    <a:pt x="47258" y="86041"/>
                  </a:lnTo>
                  <a:lnTo>
                    <a:pt x="45398" y="86196"/>
                  </a:lnTo>
                  <a:lnTo>
                    <a:pt x="43496" y="86289"/>
                  </a:lnTo>
                  <a:lnTo>
                    <a:pt x="41552" y="86320"/>
                  </a:lnTo>
                  <a:lnTo>
                    <a:pt x="39506" y="86288"/>
                  </a:lnTo>
                  <a:lnTo>
                    <a:pt x="37511" y="86191"/>
                  </a:lnTo>
                  <a:lnTo>
                    <a:pt x="35568" y="86030"/>
                  </a:lnTo>
                  <a:lnTo>
                    <a:pt x="33675" y="85805"/>
                  </a:lnTo>
                  <a:lnTo>
                    <a:pt x="31834" y="85516"/>
                  </a:lnTo>
                  <a:lnTo>
                    <a:pt x="30044" y="85163"/>
                  </a:lnTo>
                  <a:lnTo>
                    <a:pt x="28305" y="84745"/>
                  </a:lnTo>
                  <a:lnTo>
                    <a:pt x="26617" y="84262"/>
                  </a:lnTo>
                  <a:lnTo>
                    <a:pt x="24981" y="83716"/>
                  </a:lnTo>
                  <a:lnTo>
                    <a:pt x="23395" y="83105"/>
                  </a:lnTo>
                  <a:lnTo>
                    <a:pt x="21862" y="82425"/>
                  </a:lnTo>
                  <a:lnTo>
                    <a:pt x="20381" y="81695"/>
                  </a:lnTo>
                  <a:lnTo>
                    <a:pt x="18952" y="80916"/>
                  </a:lnTo>
                  <a:lnTo>
                    <a:pt x="17576" y="80086"/>
                  </a:lnTo>
                  <a:lnTo>
                    <a:pt x="16252" y="79206"/>
                  </a:lnTo>
                  <a:lnTo>
                    <a:pt x="14980" y="78276"/>
                  </a:lnTo>
                  <a:lnTo>
                    <a:pt x="13761" y="77296"/>
                  </a:lnTo>
                  <a:lnTo>
                    <a:pt x="12594" y="76266"/>
                  </a:lnTo>
                  <a:lnTo>
                    <a:pt x="11480" y="75186"/>
                  </a:lnTo>
                  <a:lnTo>
                    <a:pt x="10417" y="74056"/>
                  </a:lnTo>
                  <a:lnTo>
                    <a:pt x="9407" y="72868"/>
                  </a:lnTo>
                  <a:lnTo>
                    <a:pt x="8448" y="71637"/>
                  </a:lnTo>
                  <a:lnTo>
                    <a:pt x="7540" y="70363"/>
                  </a:lnTo>
                  <a:lnTo>
                    <a:pt x="6684" y="69046"/>
                  </a:lnTo>
                  <a:lnTo>
                    <a:pt x="5878" y="67687"/>
                  </a:lnTo>
                  <a:lnTo>
                    <a:pt x="5124" y="66284"/>
                  </a:lnTo>
                  <a:lnTo>
                    <a:pt x="4421" y="64839"/>
                  </a:lnTo>
                  <a:lnTo>
                    <a:pt x="3769" y="63350"/>
                  </a:lnTo>
                  <a:lnTo>
                    <a:pt x="3168" y="61819"/>
                  </a:lnTo>
                  <a:lnTo>
                    <a:pt x="2619" y="60245"/>
                  </a:lnTo>
                  <a:lnTo>
                    <a:pt x="2121" y="58635"/>
                  </a:lnTo>
                  <a:lnTo>
                    <a:pt x="1676" y="56995"/>
                  </a:lnTo>
                  <a:lnTo>
                    <a:pt x="1283" y="55325"/>
                  </a:lnTo>
                  <a:lnTo>
                    <a:pt x="942" y="53625"/>
                  </a:lnTo>
                  <a:lnTo>
                    <a:pt x="654" y="51896"/>
                  </a:lnTo>
                  <a:lnTo>
                    <a:pt x="419" y="50137"/>
                  </a:lnTo>
                  <a:lnTo>
                    <a:pt x="235" y="48348"/>
                  </a:lnTo>
                  <a:lnTo>
                    <a:pt x="104" y="46529"/>
                  </a:lnTo>
                  <a:lnTo>
                    <a:pt x="26" y="44681"/>
                  </a:lnTo>
                  <a:lnTo>
                    <a:pt x="0" y="42802"/>
                  </a:lnTo>
                  <a:lnTo>
                    <a:pt x="27" y="40857"/>
                  </a:lnTo>
                  <a:lnTo>
                    <a:pt x="109" y="38950"/>
                  </a:lnTo>
                  <a:lnTo>
                    <a:pt x="246" y="37080"/>
                  </a:lnTo>
                  <a:lnTo>
                    <a:pt x="438" y="35249"/>
                  </a:lnTo>
                  <a:lnTo>
                    <a:pt x="684" y="33456"/>
                  </a:lnTo>
                  <a:lnTo>
                    <a:pt x="985" y="31701"/>
                  </a:lnTo>
                  <a:lnTo>
                    <a:pt x="1341" y="29984"/>
                  </a:lnTo>
                  <a:lnTo>
                    <a:pt x="1752" y="28305"/>
                  </a:lnTo>
                  <a:lnTo>
                    <a:pt x="2218" y="26665"/>
                  </a:lnTo>
                  <a:lnTo>
                    <a:pt x="2738" y="25062"/>
                  </a:lnTo>
                  <a:lnTo>
                    <a:pt x="3311" y="23502"/>
                  </a:lnTo>
                  <a:lnTo>
                    <a:pt x="3936" y="21990"/>
                  </a:lnTo>
                  <a:lnTo>
                    <a:pt x="4611" y="20526"/>
                  </a:lnTo>
                  <a:lnTo>
                    <a:pt x="5338" y="19109"/>
                  </a:lnTo>
                  <a:lnTo>
                    <a:pt x="6116" y="17740"/>
                  </a:lnTo>
                  <a:lnTo>
                    <a:pt x="6946" y="16418"/>
                  </a:lnTo>
                  <a:lnTo>
                    <a:pt x="7826" y="15144"/>
                  </a:lnTo>
                  <a:lnTo>
                    <a:pt x="8758" y="13918"/>
                  </a:lnTo>
                  <a:lnTo>
                    <a:pt x="9741" y="12739"/>
                  </a:lnTo>
                  <a:lnTo>
                    <a:pt x="10775" y="11608"/>
                  </a:lnTo>
                  <a:lnTo>
                    <a:pt x="11859" y="10515"/>
                  </a:lnTo>
                  <a:lnTo>
                    <a:pt x="12992" y="9474"/>
                  </a:lnTo>
                  <a:lnTo>
                    <a:pt x="14173" y="8486"/>
                  </a:lnTo>
                  <a:lnTo>
                    <a:pt x="15404" y="7550"/>
                  </a:lnTo>
                  <a:lnTo>
                    <a:pt x="16683" y="6667"/>
                  </a:lnTo>
                  <a:lnTo>
                    <a:pt x="18011" y="5836"/>
                  </a:lnTo>
                  <a:lnTo>
                    <a:pt x="19388" y="5057"/>
                  </a:lnTo>
                  <a:lnTo>
                    <a:pt x="20814" y="4331"/>
                  </a:lnTo>
                  <a:lnTo>
                    <a:pt x="22289" y="3657"/>
                  </a:lnTo>
                  <a:lnTo>
                    <a:pt x="23812" y="3036"/>
                  </a:lnTo>
                  <a:lnTo>
                    <a:pt x="25394" y="2459"/>
                  </a:lnTo>
                  <a:lnTo>
                    <a:pt x="27022" y="1943"/>
                  </a:lnTo>
                  <a:lnTo>
                    <a:pt x="28695" y="1487"/>
                  </a:lnTo>
                  <a:lnTo>
                    <a:pt x="30413" y="1092"/>
                  </a:lnTo>
                  <a:lnTo>
                    <a:pt x="32176" y="759"/>
                  </a:lnTo>
                  <a:lnTo>
                    <a:pt x="33985" y="485"/>
                  </a:lnTo>
                  <a:lnTo>
                    <a:pt x="35839" y="273"/>
                  </a:lnTo>
                  <a:lnTo>
                    <a:pt x="37738" y="121"/>
                  </a:lnTo>
                  <a:lnTo>
                    <a:pt x="39682" y="30"/>
                  </a:lnTo>
                  <a:lnTo>
                    <a:pt x="41671" y="0"/>
                  </a:lnTo>
                  <a:lnTo>
                    <a:pt x="43649" y="30"/>
                  </a:lnTo>
                  <a:lnTo>
                    <a:pt x="45581" y="121"/>
                  </a:lnTo>
                  <a:lnTo>
                    <a:pt x="47469" y="273"/>
                  </a:lnTo>
                  <a:lnTo>
                    <a:pt x="49310" y="485"/>
                  </a:lnTo>
                  <a:lnTo>
                    <a:pt x="51107" y="759"/>
                  </a:lnTo>
                  <a:lnTo>
                    <a:pt x="52858" y="1092"/>
                  </a:lnTo>
                  <a:lnTo>
                    <a:pt x="54565" y="1487"/>
                  </a:lnTo>
                  <a:lnTo>
                    <a:pt x="56226" y="1943"/>
                  </a:lnTo>
                  <a:lnTo>
                    <a:pt x="57841" y="2459"/>
                  </a:lnTo>
                  <a:lnTo>
                    <a:pt x="59412" y="3036"/>
                  </a:lnTo>
                  <a:lnTo>
                    <a:pt x="60946" y="3668"/>
                  </a:lnTo>
                  <a:lnTo>
                    <a:pt x="62429" y="4352"/>
                  </a:lnTo>
                  <a:lnTo>
                    <a:pt x="63860" y="5088"/>
                  </a:lnTo>
                  <a:lnTo>
                    <a:pt x="65241" y="5874"/>
                  </a:lnTo>
                  <a:lnTo>
                    <a:pt x="66570" y="6712"/>
                  </a:lnTo>
                  <a:lnTo>
                    <a:pt x="67848" y="7600"/>
                  </a:lnTo>
                  <a:lnTo>
                    <a:pt x="69075" y="8540"/>
                  </a:lnTo>
                  <a:lnTo>
                    <a:pt x="70251" y="9532"/>
                  </a:lnTo>
                  <a:lnTo>
                    <a:pt x="71376" y="10574"/>
                  </a:lnTo>
                  <a:lnTo>
                    <a:pt x="72449" y="11668"/>
                  </a:lnTo>
                  <a:lnTo>
                    <a:pt x="73483" y="12810"/>
                  </a:lnTo>
                  <a:lnTo>
                    <a:pt x="74466" y="13999"/>
                  </a:lnTo>
                  <a:lnTo>
                    <a:pt x="75398" y="15234"/>
                  </a:lnTo>
                  <a:lnTo>
                    <a:pt x="76278" y="16516"/>
                  </a:lnTo>
                  <a:lnTo>
                    <a:pt x="77107" y="17844"/>
                  </a:lnTo>
                  <a:lnTo>
                    <a:pt x="77885" y="19219"/>
                  </a:lnTo>
                  <a:lnTo>
                    <a:pt x="78612" y="20640"/>
                  </a:lnTo>
                  <a:lnTo>
                    <a:pt x="79288" y="22107"/>
                  </a:lnTo>
                  <a:lnTo>
                    <a:pt x="79912" y="23621"/>
                  </a:lnTo>
                  <a:lnTo>
                    <a:pt x="80486" y="25181"/>
                  </a:lnTo>
                  <a:lnTo>
                    <a:pt x="81006" y="26783"/>
                  </a:lnTo>
                  <a:lnTo>
                    <a:pt x="81472" y="28420"/>
                  </a:lnTo>
                  <a:lnTo>
                    <a:pt x="81882" y="30093"/>
                  </a:lnTo>
                  <a:lnTo>
                    <a:pt x="82238" y="31801"/>
                  </a:lnTo>
                  <a:lnTo>
                    <a:pt x="82540" y="33545"/>
                  </a:lnTo>
                  <a:lnTo>
                    <a:pt x="82786" y="35325"/>
                  </a:lnTo>
                  <a:lnTo>
                    <a:pt x="82978" y="37141"/>
                  </a:lnTo>
                  <a:lnTo>
                    <a:pt x="83115" y="38992"/>
                  </a:lnTo>
                  <a:lnTo>
                    <a:pt x="83197" y="40880"/>
                  </a:lnTo>
                  <a:close/>
                  <a:moveTo>
                    <a:pt x="71616" y="42802"/>
                  </a:moveTo>
                  <a:lnTo>
                    <a:pt x="71596" y="41304"/>
                  </a:lnTo>
                  <a:lnTo>
                    <a:pt x="71537" y="39833"/>
                  </a:lnTo>
                  <a:lnTo>
                    <a:pt x="71439" y="38389"/>
                  </a:lnTo>
                  <a:lnTo>
                    <a:pt x="71301" y="36973"/>
                  </a:lnTo>
                  <a:lnTo>
                    <a:pt x="71124" y="35584"/>
                  </a:lnTo>
                  <a:lnTo>
                    <a:pt x="70908" y="34223"/>
                  </a:lnTo>
                  <a:lnTo>
                    <a:pt x="70653" y="32889"/>
                  </a:lnTo>
                  <a:lnTo>
                    <a:pt x="70358" y="31582"/>
                  </a:lnTo>
                  <a:lnTo>
                    <a:pt x="70024" y="30303"/>
                  </a:lnTo>
                  <a:lnTo>
                    <a:pt x="69651" y="29051"/>
                  </a:lnTo>
                  <a:lnTo>
                    <a:pt x="69251" y="27830"/>
                  </a:lnTo>
                  <a:lnTo>
                    <a:pt x="68813" y="26646"/>
                  </a:lnTo>
                  <a:lnTo>
                    <a:pt x="68337" y="25497"/>
                  </a:lnTo>
                  <a:lnTo>
                    <a:pt x="67822" y="24384"/>
                  </a:lnTo>
                  <a:lnTo>
                    <a:pt x="67270" y="23306"/>
                  </a:lnTo>
                  <a:lnTo>
                    <a:pt x="66679" y="22264"/>
                  </a:lnTo>
                  <a:lnTo>
                    <a:pt x="66051" y="21258"/>
                  </a:lnTo>
                  <a:lnTo>
                    <a:pt x="65384" y="20288"/>
                  </a:lnTo>
                  <a:lnTo>
                    <a:pt x="64679" y="19353"/>
                  </a:lnTo>
                  <a:lnTo>
                    <a:pt x="63936" y="18454"/>
                  </a:lnTo>
                  <a:lnTo>
                    <a:pt x="63168" y="17593"/>
                  </a:lnTo>
                  <a:lnTo>
                    <a:pt x="62362" y="16773"/>
                  </a:lnTo>
                  <a:lnTo>
                    <a:pt x="61520" y="15993"/>
                  </a:lnTo>
                  <a:lnTo>
                    <a:pt x="60640" y="15254"/>
                  </a:lnTo>
                  <a:lnTo>
                    <a:pt x="59724" y="14555"/>
                  </a:lnTo>
                  <a:lnTo>
                    <a:pt x="58771" y="13896"/>
                  </a:lnTo>
                  <a:lnTo>
                    <a:pt x="57781" y="13279"/>
                  </a:lnTo>
                  <a:lnTo>
                    <a:pt x="56754" y="12701"/>
                  </a:lnTo>
                  <a:lnTo>
                    <a:pt x="55690" y="12164"/>
                  </a:lnTo>
                  <a:lnTo>
                    <a:pt x="54590" y="11668"/>
                  </a:lnTo>
                  <a:lnTo>
                    <a:pt x="53453" y="11215"/>
                  </a:lnTo>
                  <a:lnTo>
                    <a:pt x="52282" y="10810"/>
                  </a:lnTo>
                  <a:lnTo>
                    <a:pt x="51077" y="10453"/>
                  </a:lnTo>
                  <a:lnTo>
                    <a:pt x="49837" y="10144"/>
                  </a:lnTo>
                  <a:lnTo>
                    <a:pt x="48562" y="9882"/>
                  </a:lnTo>
                  <a:lnTo>
                    <a:pt x="47253" y="9667"/>
                  </a:lnTo>
                  <a:lnTo>
                    <a:pt x="45909" y="9501"/>
                  </a:lnTo>
                  <a:lnTo>
                    <a:pt x="44531" y="9382"/>
                  </a:lnTo>
                  <a:lnTo>
                    <a:pt x="43119" y="9310"/>
                  </a:lnTo>
                  <a:lnTo>
                    <a:pt x="41671" y="9286"/>
                  </a:lnTo>
                  <a:lnTo>
                    <a:pt x="40190" y="9310"/>
                  </a:lnTo>
                  <a:lnTo>
                    <a:pt x="38745" y="9382"/>
                  </a:lnTo>
                  <a:lnTo>
                    <a:pt x="37337" y="9501"/>
                  </a:lnTo>
                  <a:lnTo>
                    <a:pt x="35966" y="9667"/>
                  </a:lnTo>
                  <a:lnTo>
                    <a:pt x="34632" y="9882"/>
                  </a:lnTo>
                  <a:lnTo>
                    <a:pt x="33335" y="10144"/>
                  </a:lnTo>
                  <a:lnTo>
                    <a:pt x="32074" y="10453"/>
                  </a:lnTo>
                  <a:lnTo>
                    <a:pt x="30851" y="10810"/>
                  </a:lnTo>
                  <a:lnTo>
                    <a:pt x="29665" y="11215"/>
                  </a:lnTo>
                  <a:lnTo>
                    <a:pt x="28515" y="11668"/>
                  </a:lnTo>
                  <a:lnTo>
                    <a:pt x="27402" y="12164"/>
                  </a:lnTo>
                  <a:lnTo>
                    <a:pt x="26327" y="12701"/>
                  </a:lnTo>
                  <a:lnTo>
                    <a:pt x="25288" y="13279"/>
                  </a:lnTo>
                  <a:lnTo>
                    <a:pt x="24286" y="13896"/>
                  </a:lnTo>
                  <a:lnTo>
                    <a:pt x="23321" y="14555"/>
                  </a:lnTo>
                  <a:lnTo>
                    <a:pt x="22393" y="15254"/>
                  </a:lnTo>
                  <a:lnTo>
                    <a:pt x="21502" y="15993"/>
                  </a:lnTo>
                  <a:lnTo>
                    <a:pt x="20647" y="16773"/>
                  </a:lnTo>
                  <a:lnTo>
                    <a:pt x="19830" y="17593"/>
                  </a:lnTo>
                  <a:lnTo>
                    <a:pt x="19050" y="18454"/>
                  </a:lnTo>
                  <a:lnTo>
                    <a:pt x="18318" y="19353"/>
                  </a:lnTo>
                  <a:lnTo>
                    <a:pt x="17623" y="20288"/>
                  </a:lnTo>
                  <a:lnTo>
                    <a:pt x="16965" y="21258"/>
                  </a:lnTo>
                  <a:lnTo>
                    <a:pt x="16344" y="22264"/>
                  </a:lnTo>
                  <a:lnTo>
                    <a:pt x="15760" y="23306"/>
                  </a:lnTo>
                  <a:lnTo>
                    <a:pt x="15213" y="24384"/>
                  </a:lnTo>
                  <a:lnTo>
                    <a:pt x="14703" y="25497"/>
                  </a:lnTo>
                  <a:lnTo>
                    <a:pt x="14230" y="26646"/>
                  </a:lnTo>
                  <a:lnTo>
                    <a:pt x="13793" y="27830"/>
                  </a:lnTo>
                  <a:lnTo>
                    <a:pt x="13394" y="29051"/>
                  </a:lnTo>
                  <a:lnTo>
                    <a:pt x="13043" y="30303"/>
                  </a:lnTo>
                  <a:lnTo>
                    <a:pt x="12730" y="31582"/>
                  </a:lnTo>
                  <a:lnTo>
                    <a:pt x="12453" y="32889"/>
                  </a:lnTo>
                  <a:lnTo>
                    <a:pt x="12213" y="34223"/>
                  </a:lnTo>
                  <a:lnTo>
                    <a:pt x="12010" y="35584"/>
                  </a:lnTo>
                  <a:lnTo>
                    <a:pt x="11844" y="36973"/>
                  </a:lnTo>
                  <a:lnTo>
                    <a:pt x="11715" y="38389"/>
                  </a:lnTo>
                  <a:lnTo>
                    <a:pt x="11622" y="39833"/>
                  </a:lnTo>
                  <a:lnTo>
                    <a:pt x="11567" y="41304"/>
                  </a:lnTo>
                  <a:lnTo>
                    <a:pt x="11549" y="42802"/>
                  </a:lnTo>
                  <a:lnTo>
                    <a:pt x="11568" y="44302"/>
                  </a:lnTo>
                  <a:lnTo>
                    <a:pt x="11625" y="45777"/>
                  </a:lnTo>
                  <a:lnTo>
                    <a:pt x="11720" y="47226"/>
                  </a:lnTo>
                  <a:lnTo>
                    <a:pt x="11853" y="48651"/>
                  </a:lnTo>
                  <a:lnTo>
                    <a:pt x="12025" y="50050"/>
                  </a:lnTo>
                  <a:lnTo>
                    <a:pt x="12234" y="51425"/>
                  </a:lnTo>
                  <a:lnTo>
                    <a:pt x="12482" y="52775"/>
                  </a:lnTo>
                  <a:lnTo>
                    <a:pt x="12768" y="54099"/>
                  </a:lnTo>
                  <a:lnTo>
                    <a:pt x="13092" y="55399"/>
                  </a:lnTo>
                  <a:lnTo>
                    <a:pt x="13454" y="56673"/>
                  </a:lnTo>
                  <a:lnTo>
                    <a:pt x="13864" y="57907"/>
                  </a:lnTo>
                  <a:lnTo>
                    <a:pt x="14311" y="59107"/>
                  </a:lnTo>
                  <a:lnTo>
                    <a:pt x="14793" y="60274"/>
                  </a:lnTo>
                  <a:lnTo>
                    <a:pt x="15311" y="61407"/>
                  </a:lnTo>
                  <a:lnTo>
                    <a:pt x="15865" y="62507"/>
                  </a:lnTo>
                  <a:lnTo>
                    <a:pt x="16454" y="63574"/>
                  </a:lnTo>
                  <a:lnTo>
                    <a:pt x="17079" y="64608"/>
                  </a:lnTo>
                  <a:lnTo>
                    <a:pt x="17740" y="65608"/>
                  </a:lnTo>
                  <a:lnTo>
                    <a:pt x="18436" y="66574"/>
                  </a:lnTo>
                  <a:lnTo>
                    <a:pt x="19169" y="67508"/>
                  </a:lnTo>
                  <a:lnTo>
                    <a:pt x="19948" y="68393"/>
                  </a:lnTo>
                  <a:lnTo>
                    <a:pt x="20764" y="69239"/>
                  </a:lnTo>
                  <a:lnTo>
                    <a:pt x="21615" y="70046"/>
                  </a:lnTo>
                  <a:lnTo>
                    <a:pt x="22502" y="70813"/>
                  </a:lnTo>
                  <a:lnTo>
                    <a:pt x="23425" y="71541"/>
                  </a:lnTo>
                  <a:lnTo>
                    <a:pt x="24384" y="72230"/>
                  </a:lnTo>
                  <a:lnTo>
                    <a:pt x="25378" y="72879"/>
                  </a:lnTo>
                  <a:lnTo>
                    <a:pt x="26408" y="73490"/>
                  </a:lnTo>
                  <a:lnTo>
                    <a:pt x="27473" y="74061"/>
                  </a:lnTo>
                  <a:lnTo>
                    <a:pt x="28575" y="74592"/>
                  </a:lnTo>
                  <a:lnTo>
                    <a:pt x="29722" y="75067"/>
                  </a:lnTo>
                  <a:lnTo>
                    <a:pt x="30903" y="75492"/>
                  </a:lnTo>
                  <a:lnTo>
                    <a:pt x="32118" y="75867"/>
                  </a:lnTo>
                  <a:lnTo>
                    <a:pt x="33366" y="76192"/>
                  </a:lnTo>
                  <a:lnTo>
                    <a:pt x="34647" y="76467"/>
                  </a:lnTo>
                  <a:lnTo>
                    <a:pt x="35961" y="76692"/>
                  </a:lnTo>
                  <a:lnTo>
                    <a:pt x="37309" y="76867"/>
                  </a:lnTo>
                  <a:lnTo>
                    <a:pt x="38690" y="76992"/>
                  </a:lnTo>
                  <a:lnTo>
                    <a:pt x="40105" y="77067"/>
                  </a:lnTo>
                  <a:lnTo>
                    <a:pt x="41552" y="77092"/>
                  </a:lnTo>
                  <a:lnTo>
                    <a:pt x="43102" y="77067"/>
                  </a:lnTo>
                  <a:lnTo>
                    <a:pt x="44607" y="76990"/>
                  </a:lnTo>
                  <a:lnTo>
                    <a:pt x="46069" y="76862"/>
                  </a:lnTo>
                  <a:lnTo>
                    <a:pt x="47486" y="76683"/>
                  </a:lnTo>
                  <a:lnTo>
                    <a:pt x="48860" y="76453"/>
                  </a:lnTo>
                  <a:lnTo>
                    <a:pt x="50189" y="76171"/>
                  </a:lnTo>
                  <a:lnTo>
                    <a:pt x="51474" y="75838"/>
                  </a:lnTo>
                  <a:lnTo>
                    <a:pt x="52716" y="75454"/>
                  </a:lnTo>
                  <a:lnTo>
                    <a:pt x="53913" y="75019"/>
                  </a:lnTo>
                  <a:lnTo>
                    <a:pt x="55066" y="74533"/>
                  </a:lnTo>
                  <a:lnTo>
                    <a:pt x="56188" y="74001"/>
                  </a:lnTo>
                  <a:lnTo>
                    <a:pt x="57269" y="73430"/>
                  </a:lnTo>
                  <a:lnTo>
                    <a:pt x="58307" y="72820"/>
                  </a:lnTo>
                  <a:lnTo>
                    <a:pt x="59305" y="72170"/>
                  </a:lnTo>
                  <a:lnTo>
                    <a:pt x="60260" y="71482"/>
                  </a:lnTo>
                  <a:lnTo>
                    <a:pt x="61174" y="70754"/>
                  </a:lnTo>
                  <a:lnTo>
                    <a:pt x="62046" y="69986"/>
                  </a:lnTo>
                  <a:lnTo>
                    <a:pt x="62876" y="69180"/>
                  </a:lnTo>
                  <a:lnTo>
                    <a:pt x="63665" y="68334"/>
                  </a:lnTo>
                  <a:lnTo>
                    <a:pt x="64412" y="67448"/>
                  </a:lnTo>
                  <a:lnTo>
                    <a:pt x="65131" y="66514"/>
                  </a:lnTo>
                  <a:lnTo>
                    <a:pt x="65810" y="65546"/>
                  </a:lnTo>
                  <a:lnTo>
                    <a:pt x="66450" y="64543"/>
                  </a:lnTo>
                  <a:lnTo>
                    <a:pt x="67051" y="63505"/>
                  </a:lnTo>
                  <a:lnTo>
                    <a:pt x="67612" y="62433"/>
                  </a:lnTo>
                  <a:lnTo>
                    <a:pt x="68134" y="61326"/>
                  </a:lnTo>
                  <a:lnTo>
                    <a:pt x="68617" y="60185"/>
                  </a:lnTo>
                  <a:lnTo>
                    <a:pt x="69061" y="59009"/>
                  </a:lnTo>
                  <a:lnTo>
                    <a:pt x="69465" y="57799"/>
                  </a:lnTo>
                  <a:lnTo>
                    <a:pt x="69830" y="56554"/>
                  </a:lnTo>
                  <a:lnTo>
                    <a:pt x="70169" y="55281"/>
                  </a:lnTo>
                  <a:lnTo>
                    <a:pt x="70473" y="53985"/>
                  </a:lnTo>
                  <a:lnTo>
                    <a:pt x="70740" y="52666"/>
                  </a:lnTo>
                  <a:lnTo>
                    <a:pt x="70973" y="51325"/>
                  </a:lnTo>
                  <a:lnTo>
                    <a:pt x="71169" y="49961"/>
                  </a:lnTo>
                  <a:lnTo>
                    <a:pt x="71330" y="48575"/>
                  </a:lnTo>
                  <a:lnTo>
                    <a:pt x="71455" y="47166"/>
                  </a:lnTo>
                  <a:lnTo>
                    <a:pt x="71544" y="45734"/>
                  </a:lnTo>
                  <a:lnTo>
                    <a:pt x="71598" y="442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h126"/>
            <p:cNvSpPr/>
            <p:nvPr/>
          </p:nvSpPr>
          <p:spPr>
            <a:xfrm>
              <a:off x="8325575" y="2134257"/>
              <a:ext cx="53756" cy="83879"/>
            </a:xfrm>
            <a:custGeom>
              <a:avLst/>
              <a:pathLst>
                <a:path w="53756" h="83879">
                  <a:moveTo>
                    <a:pt x="0" y="83879"/>
                  </a:moveTo>
                  <a:lnTo>
                    <a:pt x="0" y="0"/>
                  </a:lnTo>
                  <a:lnTo>
                    <a:pt x="11370" y="0"/>
                  </a:lnTo>
                  <a:lnTo>
                    <a:pt x="11370" y="74592"/>
                  </a:lnTo>
                  <a:lnTo>
                    <a:pt x="53756" y="74592"/>
                  </a:lnTo>
                  <a:lnTo>
                    <a:pt x="53756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h127"/>
            <p:cNvSpPr/>
            <p:nvPr/>
          </p:nvSpPr>
          <p:spPr>
            <a:xfrm>
              <a:off x="8388916" y="2133007"/>
              <a:ext cx="70187" cy="86320"/>
            </a:xfrm>
            <a:custGeom>
              <a:avLst/>
              <a:pathLst>
                <a:path w="70187" h="86320">
                  <a:moveTo>
                    <a:pt x="70187" y="61972"/>
                  </a:moveTo>
                  <a:lnTo>
                    <a:pt x="70166" y="63023"/>
                  </a:lnTo>
                  <a:lnTo>
                    <a:pt x="70103" y="64058"/>
                  </a:lnTo>
                  <a:lnTo>
                    <a:pt x="69999" y="65075"/>
                  </a:lnTo>
                  <a:lnTo>
                    <a:pt x="69853" y="66077"/>
                  </a:lnTo>
                  <a:lnTo>
                    <a:pt x="69666" y="67061"/>
                  </a:lnTo>
                  <a:lnTo>
                    <a:pt x="69437" y="68029"/>
                  </a:lnTo>
                  <a:lnTo>
                    <a:pt x="69166" y="68981"/>
                  </a:lnTo>
                  <a:lnTo>
                    <a:pt x="68853" y="69915"/>
                  </a:lnTo>
                  <a:lnTo>
                    <a:pt x="68499" y="70833"/>
                  </a:lnTo>
                  <a:lnTo>
                    <a:pt x="68103" y="71735"/>
                  </a:lnTo>
                  <a:lnTo>
                    <a:pt x="67676" y="72616"/>
                  </a:lnTo>
                  <a:lnTo>
                    <a:pt x="67203" y="73473"/>
                  </a:lnTo>
                  <a:lnTo>
                    <a:pt x="66685" y="74306"/>
                  </a:lnTo>
                  <a:lnTo>
                    <a:pt x="66122" y="75116"/>
                  </a:lnTo>
                  <a:lnTo>
                    <a:pt x="65514" y="75902"/>
                  </a:lnTo>
                  <a:lnTo>
                    <a:pt x="64860" y="76664"/>
                  </a:lnTo>
                  <a:lnTo>
                    <a:pt x="64161" y="77402"/>
                  </a:lnTo>
                  <a:lnTo>
                    <a:pt x="63417" y="78116"/>
                  </a:lnTo>
                  <a:lnTo>
                    <a:pt x="62628" y="78807"/>
                  </a:lnTo>
                  <a:lnTo>
                    <a:pt x="61793" y="79474"/>
                  </a:lnTo>
                  <a:lnTo>
                    <a:pt x="60913" y="80103"/>
                  </a:lnTo>
                  <a:lnTo>
                    <a:pt x="59988" y="80705"/>
                  </a:lnTo>
                  <a:lnTo>
                    <a:pt x="59018" y="81279"/>
                  </a:lnTo>
                  <a:lnTo>
                    <a:pt x="58002" y="81826"/>
                  </a:lnTo>
                  <a:lnTo>
                    <a:pt x="56941" y="82346"/>
                  </a:lnTo>
                  <a:lnTo>
                    <a:pt x="55835" y="82838"/>
                  </a:lnTo>
                  <a:lnTo>
                    <a:pt x="54684" y="83303"/>
                  </a:lnTo>
                  <a:lnTo>
                    <a:pt x="53487" y="83741"/>
                  </a:lnTo>
                  <a:lnTo>
                    <a:pt x="52245" y="84151"/>
                  </a:lnTo>
                  <a:lnTo>
                    <a:pt x="50958" y="84534"/>
                  </a:lnTo>
                  <a:lnTo>
                    <a:pt x="49636" y="84873"/>
                  </a:lnTo>
                  <a:lnTo>
                    <a:pt x="48265" y="85177"/>
                  </a:lnTo>
                  <a:lnTo>
                    <a:pt x="46845" y="85445"/>
                  </a:lnTo>
                  <a:lnTo>
                    <a:pt x="45377" y="85677"/>
                  </a:lnTo>
                  <a:lnTo>
                    <a:pt x="43859" y="85873"/>
                  </a:lnTo>
                  <a:lnTo>
                    <a:pt x="42293" y="86034"/>
                  </a:lnTo>
                  <a:lnTo>
                    <a:pt x="40678" y="86159"/>
                  </a:lnTo>
                  <a:lnTo>
                    <a:pt x="39014" y="86248"/>
                  </a:lnTo>
                  <a:lnTo>
                    <a:pt x="37301" y="86302"/>
                  </a:lnTo>
                  <a:lnTo>
                    <a:pt x="35540" y="86320"/>
                  </a:lnTo>
                  <a:lnTo>
                    <a:pt x="32477" y="86265"/>
                  </a:lnTo>
                  <a:lnTo>
                    <a:pt x="29553" y="86101"/>
                  </a:lnTo>
                  <a:lnTo>
                    <a:pt x="26767" y="85827"/>
                  </a:lnTo>
                  <a:lnTo>
                    <a:pt x="24119" y="85444"/>
                  </a:lnTo>
                  <a:lnTo>
                    <a:pt x="21609" y="84951"/>
                  </a:lnTo>
                  <a:lnTo>
                    <a:pt x="19238" y="84348"/>
                  </a:lnTo>
                  <a:lnTo>
                    <a:pt x="17004" y="83636"/>
                  </a:lnTo>
                  <a:lnTo>
                    <a:pt x="14909" y="82815"/>
                  </a:lnTo>
                  <a:lnTo>
                    <a:pt x="12951" y="81884"/>
                  </a:lnTo>
                  <a:lnTo>
                    <a:pt x="11132" y="80843"/>
                  </a:lnTo>
                  <a:lnTo>
                    <a:pt x="9445" y="79699"/>
                  </a:lnTo>
                  <a:lnTo>
                    <a:pt x="7886" y="78457"/>
                  </a:lnTo>
                  <a:lnTo>
                    <a:pt x="6454" y="77117"/>
                  </a:lnTo>
                  <a:lnTo>
                    <a:pt x="5150" y="75680"/>
                  </a:lnTo>
                  <a:lnTo>
                    <a:pt x="3973" y="74146"/>
                  </a:lnTo>
                  <a:lnTo>
                    <a:pt x="2924" y="72513"/>
                  </a:lnTo>
                  <a:lnTo>
                    <a:pt x="2002" y="70783"/>
                  </a:lnTo>
                  <a:lnTo>
                    <a:pt x="1207" y="68956"/>
                  </a:lnTo>
                  <a:lnTo>
                    <a:pt x="539" y="67030"/>
                  </a:lnTo>
                  <a:lnTo>
                    <a:pt x="0" y="65008"/>
                  </a:lnTo>
                  <a:lnTo>
                    <a:pt x="11013" y="62805"/>
                  </a:lnTo>
                  <a:lnTo>
                    <a:pt x="11188" y="63454"/>
                  </a:lnTo>
                  <a:lnTo>
                    <a:pt x="11382" y="64091"/>
                  </a:lnTo>
                  <a:lnTo>
                    <a:pt x="11593" y="64716"/>
                  </a:lnTo>
                  <a:lnTo>
                    <a:pt x="11822" y="65329"/>
                  </a:lnTo>
                  <a:lnTo>
                    <a:pt x="12069" y="65930"/>
                  </a:lnTo>
                  <a:lnTo>
                    <a:pt x="12334" y="66520"/>
                  </a:lnTo>
                  <a:lnTo>
                    <a:pt x="12617" y="67097"/>
                  </a:lnTo>
                  <a:lnTo>
                    <a:pt x="12918" y="67663"/>
                  </a:lnTo>
                  <a:lnTo>
                    <a:pt x="13236" y="68216"/>
                  </a:lnTo>
                  <a:lnTo>
                    <a:pt x="13573" y="68758"/>
                  </a:lnTo>
                  <a:lnTo>
                    <a:pt x="13930" y="69287"/>
                  </a:lnTo>
                  <a:lnTo>
                    <a:pt x="14311" y="69801"/>
                  </a:lnTo>
                  <a:lnTo>
                    <a:pt x="14716" y="70301"/>
                  </a:lnTo>
                  <a:lnTo>
                    <a:pt x="15144" y="70787"/>
                  </a:lnTo>
                  <a:lnTo>
                    <a:pt x="15597" y="71258"/>
                  </a:lnTo>
                  <a:lnTo>
                    <a:pt x="16073" y="71716"/>
                  </a:lnTo>
                  <a:lnTo>
                    <a:pt x="16573" y="72159"/>
                  </a:lnTo>
                  <a:lnTo>
                    <a:pt x="17097" y="72587"/>
                  </a:lnTo>
                  <a:lnTo>
                    <a:pt x="17645" y="73001"/>
                  </a:lnTo>
                  <a:lnTo>
                    <a:pt x="18216" y="73402"/>
                  </a:lnTo>
                  <a:lnTo>
                    <a:pt x="18825" y="73774"/>
                  </a:lnTo>
                  <a:lnTo>
                    <a:pt x="19461" y="74130"/>
                  </a:lnTo>
                  <a:lnTo>
                    <a:pt x="20125" y="74470"/>
                  </a:lnTo>
                  <a:lnTo>
                    <a:pt x="20816" y="74792"/>
                  </a:lnTo>
                  <a:lnTo>
                    <a:pt x="21535" y="75098"/>
                  </a:lnTo>
                  <a:lnTo>
                    <a:pt x="22281" y="75387"/>
                  </a:lnTo>
                  <a:lnTo>
                    <a:pt x="23054" y="75660"/>
                  </a:lnTo>
                  <a:lnTo>
                    <a:pt x="23855" y="75916"/>
                  </a:lnTo>
                  <a:lnTo>
                    <a:pt x="24683" y="76155"/>
                  </a:lnTo>
                  <a:lnTo>
                    <a:pt x="25538" y="76378"/>
                  </a:lnTo>
                  <a:lnTo>
                    <a:pt x="26425" y="76582"/>
                  </a:lnTo>
                  <a:lnTo>
                    <a:pt x="27346" y="76764"/>
                  </a:lnTo>
                  <a:lnTo>
                    <a:pt x="28301" y="76925"/>
                  </a:lnTo>
                  <a:lnTo>
                    <a:pt x="29291" y="77064"/>
                  </a:lnTo>
                  <a:lnTo>
                    <a:pt x="30316" y="77182"/>
                  </a:lnTo>
                  <a:lnTo>
                    <a:pt x="31375" y="77278"/>
                  </a:lnTo>
                  <a:lnTo>
                    <a:pt x="32468" y="77353"/>
                  </a:lnTo>
                  <a:lnTo>
                    <a:pt x="33597" y="77407"/>
                  </a:lnTo>
                  <a:lnTo>
                    <a:pt x="34759" y="77439"/>
                  </a:lnTo>
                  <a:lnTo>
                    <a:pt x="35956" y="77450"/>
                  </a:lnTo>
                  <a:lnTo>
                    <a:pt x="36960" y="77441"/>
                  </a:lnTo>
                  <a:lnTo>
                    <a:pt x="37947" y="77416"/>
                  </a:lnTo>
                  <a:lnTo>
                    <a:pt x="38917" y="77375"/>
                  </a:lnTo>
                  <a:lnTo>
                    <a:pt x="39871" y="77316"/>
                  </a:lnTo>
                  <a:lnTo>
                    <a:pt x="40808" y="77241"/>
                  </a:lnTo>
                  <a:lnTo>
                    <a:pt x="41729" y="77150"/>
                  </a:lnTo>
                  <a:lnTo>
                    <a:pt x="42632" y="77041"/>
                  </a:lnTo>
                  <a:lnTo>
                    <a:pt x="43519" y="76916"/>
                  </a:lnTo>
                  <a:lnTo>
                    <a:pt x="44390" y="76775"/>
                  </a:lnTo>
                  <a:lnTo>
                    <a:pt x="45243" y="76616"/>
                  </a:lnTo>
                  <a:lnTo>
                    <a:pt x="46077" y="76429"/>
                  </a:lnTo>
                  <a:lnTo>
                    <a:pt x="46886" y="76223"/>
                  </a:lnTo>
                  <a:lnTo>
                    <a:pt x="47672" y="76000"/>
                  </a:lnTo>
                  <a:lnTo>
                    <a:pt x="48434" y="75759"/>
                  </a:lnTo>
                  <a:lnTo>
                    <a:pt x="49172" y="75500"/>
                  </a:lnTo>
                  <a:lnTo>
                    <a:pt x="49887" y="75223"/>
                  </a:lnTo>
                  <a:lnTo>
                    <a:pt x="50577" y="74929"/>
                  </a:lnTo>
                  <a:lnTo>
                    <a:pt x="51244" y="74616"/>
                  </a:lnTo>
                  <a:lnTo>
                    <a:pt x="51887" y="74286"/>
                  </a:lnTo>
                  <a:lnTo>
                    <a:pt x="52506" y="73937"/>
                  </a:lnTo>
                  <a:lnTo>
                    <a:pt x="53100" y="73570"/>
                  </a:lnTo>
                  <a:lnTo>
                    <a:pt x="53666" y="73182"/>
                  </a:lnTo>
                  <a:lnTo>
                    <a:pt x="54204" y="72775"/>
                  </a:lnTo>
                  <a:lnTo>
                    <a:pt x="54716" y="72347"/>
                  </a:lnTo>
                  <a:lnTo>
                    <a:pt x="55200" y="71898"/>
                  </a:lnTo>
                  <a:lnTo>
                    <a:pt x="55656" y="71430"/>
                  </a:lnTo>
                  <a:lnTo>
                    <a:pt x="56086" y="70941"/>
                  </a:lnTo>
                  <a:lnTo>
                    <a:pt x="56488" y="70432"/>
                  </a:lnTo>
                  <a:lnTo>
                    <a:pt x="56862" y="69903"/>
                  </a:lnTo>
                  <a:lnTo>
                    <a:pt x="57209" y="69353"/>
                  </a:lnTo>
                  <a:lnTo>
                    <a:pt x="57537" y="68771"/>
                  </a:lnTo>
                  <a:lnTo>
                    <a:pt x="57831" y="68168"/>
                  </a:lnTo>
                  <a:lnTo>
                    <a:pt x="58089" y="67542"/>
                  </a:lnTo>
                  <a:lnTo>
                    <a:pt x="58314" y="66896"/>
                  </a:lnTo>
                  <a:lnTo>
                    <a:pt x="58504" y="66228"/>
                  </a:lnTo>
                  <a:lnTo>
                    <a:pt x="58659" y="65539"/>
                  </a:lnTo>
                  <a:lnTo>
                    <a:pt x="58780" y="64828"/>
                  </a:lnTo>
                  <a:lnTo>
                    <a:pt x="58866" y="64096"/>
                  </a:lnTo>
                  <a:lnTo>
                    <a:pt x="58918" y="63342"/>
                  </a:lnTo>
                  <a:lnTo>
                    <a:pt x="58935" y="62567"/>
                  </a:lnTo>
                  <a:lnTo>
                    <a:pt x="58916" y="61761"/>
                  </a:lnTo>
                  <a:lnTo>
                    <a:pt x="58859" y="60986"/>
                  </a:lnTo>
                  <a:lnTo>
                    <a:pt x="58764" y="60242"/>
                  </a:lnTo>
                  <a:lnTo>
                    <a:pt x="58631" y="59528"/>
                  </a:lnTo>
                  <a:lnTo>
                    <a:pt x="58459" y="58846"/>
                  </a:lnTo>
                  <a:lnTo>
                    <a:pt x="58250" y="58195"/>
                  </a:lnTo>
                  <a:lnTo>
                    <a:pt x="58002" y="57575"/>
                  </a:lnTo>
                  <a:lnTo>
                    <a:pt x="57716" y="56985"/>
                  </a:lnTo>
                  <a:lnTo>
                    <a:pt x="57392" y="56427"/>
                  </a:lnTo>
                  <a:lnTo>
                    <a:pt x="57030" y="55899"/>
                  </a:lnTo>
                  <a:lnTo>
                    <a:pt x="56646" y="55396"/>
                  </a:lnTo>
                  <a:lnTo>
                    <a:pt x="56230" y="54911"/>
                  </a:lnTo>
                  <a:lnTo>
                    <a:pt x="55784" y="54444"/>
                  </a:lnTo>
                  <a:lnTo>
                    <a:pt x="55306" y="53994"/>
                  </a:lnTo>
                  <a:lnTo>
                    <a:pt x="54798" y="53563"/>
                  </a:lnTo>
                  <a:lnTo>
                    <a:pt x="54259" y="53149"/>
                  </a:lnTo>
                  <a:lnTo>
                    <a:pt x="53688" y="52753"/>
                  </a:lnTo>
                  <a:lnTo>
                    <a:pt x="53087" y="52375"/>
                  </a:lnTo>
                  <a:lnTo>
                    <a:pt x="52455" y="52015"/>
                  </a:lnTo>
                  <a:lnTo>
                    <a:pt x="51792" y="51673"/>
                  </a:lnTo>
                  <a:lnTo>
                    <a:pt x="51100" y="51345"/>
                  </a:lnTo>
                  <a:lnTo>
                    <a:pt x="50382" y="51027"/>
                  </a:lnTo>
                  <a:lnTo>
                    <a:pt x="49638" y="50721"/>
                  </a:lnTo>
                  <a:lnTo>
                    <a:pt x="48868" y="50425"/>
                  </a:lnTo>
                  <a:lnTo>
                    <a:pt x="48071" y="50140"/>
                  </a:lnTo>
                  <a:lnTo>
                    <a:pt x="47248" y="49865"/>
                  </a:lnTo>
                  <a:lnTo>
                    <a:pt x="46399" y="49602"/>
                  </a:lnTo>
                  <a:lnTo>
                    <a:pt x="45524" y="49349"/>
                  </a:lnTo>
                  <a:lnTo>
                    <a:pt x="44623" y="49106"/>
                  </a:lnTo>
                  <a:lnTo>
                    <a:pt x="43695" y="48875"/>
                  </a:lnTo>
                  <a:lnTo>
                    <a:pt x="42745" y="48647"/>
                  </a:lnTo>
                  <a:lnTo>
                    <a:pt x="41774" y="48415"/>
                  </a:lnTo>
                  <a:lnTo>
                    <a:pt x="40783" y="48180"/>
                  </a:lnTo>
                  <a:lnTo>
                    <a:pt x="39771" y="47941"/>
                  </a:lnTo>
                  <a:lnTo>
                    <a:pt x="38739" y="47699"/>
                  </a:lnTo>
                  <a:lnTo>
                    <a:pt x="37688" y="47453"/>
                  </a:lnTo>
                  <a:lnTo>
                    <a:pt x="36615" y="47204"/>
                  </a:lnTo>
                  <a:lnTo>
                    <a:pt x="35523" y="46951"/>
                  </a:lnTo>
                  <a:lnTo>
                    <a:pt x="34410" y="46694"/>
                  </a:lnTo>
                  <a:lnTo>
                    <a:pt x="33277" y="46434"/>
                  </a:lnTo>
                  <a:lnTo>
                    <a:pt x="32574" y="46278"/>
                  </a:lnTo>
                  <a:lnTo>
                    <a:pt x="31870" y="46120"/>
                  </a:lnTo>
                  <a:lnTo>
                    <a:pt x="31165" y="45959"/>
                  </a:lnTo>
                  <a:lnTo>
                    <a:pt x="30458" y="45796"/>
                  </a:lnTo>
                  <a:lnTo>
                    <a:pt x="29750" y="45630"/>
                  </a:lnTo>
                  <a:lnTo>
                    <a:pt x="29041" y="45462"/>
                  </a:lnTo>
                  <a:lnTo>
                    <a:pt x="28331" y="45292"/>
                  </a:lnTo>
                  <a:lnTo>
                    <a:pt x="27620" y="45119"/>
                  </a:lnTo>
                  <a:lnTo>
                    <a:pt x="26907" y="44944"/>
                  </a:lnTo>
                  <a:lnTo>
                    <a:pt x="26193" y="44767"/>
                  </a:lnTo>
                  <a:lnTo>
                    <a:pt x="25493" y="44574"/>
                  </a:lnTo>
                  <a:lnTo>
                    <a:pt x="24798" y="44374"/>
                  </a:lnTo>
                  <a:lnTo>
                    <a:pt x="24107" y="44169"/>
                  </a:lnTo>
                  <a:lnTo>
                    <a:pt x="23421" y="43957"/>
                  </a:lnTo>
                  <a:lnTo>
                    <a:pt x="22740" y="43740"/>
                  </a:lnTo>
                  <a:lnTo>
                    <a:pt x="22064" y="43517"/>
                  </a:lnTo>
                  <a:lnTo>
                    <a:pt x="21393" y="43288"/>
                  </a:lnTo>
                  <a:lnTo>
                    <a:pt x="20726" y="43053"/>
                  </a:lnTo>
                  <a:lnTo>
                    <a:pt x="20064" y="42811"/>
                  </a:lnTo>
                  <a:lnTo>
                    <a:pt x="19407" y="42564"/>
                  </a:lnTo>
                  <a:lnTo>
                    <a:pt x="18767" y="42298"/>
                  </a:lnTo>
                  <a:lnTo>
                    <a:pt x="18135" y="42024"/>
                  </a:lnTo>
                  <a:lnTo>
                    <a:pt x="17510" y="41741"/>
                  </a:lnTo>
                  <a:lnTo>
                    <a:pt x="16892" y="41450"/>
                  </a:lnTo>
                  <a:lnTo>
                    <a:pt x="16281" y="41150"/>
                  </a:lnTo>
                  <a:lnTo>
                    <a:pt x="15678" y="40843"/>
                  </a:lnTo>
                  <a:lnTo>
                    <a:pt x="15081" y="40527"/>
                  </a:lnTo>
                  <a:lnTo>
                    <a:pt x="14492" y="40202"/>
                  </a:lnTo>
                  <a:lnTo>
                    <a:pt x="13910" y="39869"/>
                  </a:lnTo>
                  <a:lnTo>
                    <a:pt x="13334" y="39528"/>
                  </a:lnTo>
                  <a:lnTo>
                    <a:pt x="12771" y="39176"/>
                  </a:lnTo>
                  <a:lnTo>
                    <a:pt x="12222" y="38811"/>
                  </a:lnTo>
                  <a:lnTo>
                    <a:pt x="11690" y="38433"/>
                  </a:lnTo>
                  <a:lnTo>
                    <a:pt x="11172" y="38042"/>
                  </a:lnTo>
                  <a:lnTo>
                    <a:pt x="10670" y="37638"/>
                  </a:lnTo>
                  <a:lnTo>
                    <a:pt x="10184" y="37221"/>
                  </a:lnTo>
                  <a:lnTo>
                    <a:pt x="9713" y="36790"/>
                  </a:lnTo>
                  <a:lnTo>
                    <a:pt x="9258" y="36347"/>
                  </a:lnTo>
                  <a:lnTo>
                    <a:pt x="8818" y="35890"/>
                  </a:lnTo>
                  <a:lnTo>
                    <a:pt x="8393" y="35421"/>
                  </a:lnTo>
                  <a:lnTo>
                    <a:pt x="7986" y="34925"/>
                  </a:lnTo>
                  <a:lnTo>
                    <a:pt x="7596" y="34416"/>
                  </a:lnTo>
                  <a:lnTo>
                    <a:pt x="7224" y="33892"/>
                  </a:lnTo>
                  <a:lnTo>
                    <a:pt x="6869" y="33354"/>
                  </a:lnTo>
                  <a:lnTo>
                    <a:pt x="6533" y="32801"/>
                  </a:lnTo>
                  <a:lnTo>
                    <a:pt x="6215" y="32234"/>
                  </a:lnTo>
                  <a:lnTo>
                    <a:pt x="5914" y="31653"/>
                  </a:lnTo>
                  <a:lnTo>
                    <a:pt x="5631" y="31058"/>
                  </a:lnTo>
                  <a:lnTo>
                    <a:pt x="5366" y="30449"/>
                  </a:lnTo>
                  <a:lnTo>
                    <a:pt x="5119" y="29825"/>
                  </a:lnTo>
                  <a:lnTo>
                    <a:pt x="4893" y="29172"/>
                  </a:lnTo>
                  <a:lnTo>
                    <a:pt x="4691" y="28501"/>
                  </a:lnTo>
                  <a:lnTo>
                    <a:pt x="4512" y="27810"/>
                  </a:lnTo>
                  <a:lnTo>
                    <a:pt x="4357" y="27101"/>
                  </a:lnTo>
                  <a:lnTo>
                    <a:pt x="4226" y="26372"/>
                  </a:lnTo>
                  <a:lnTo>
                    <a:pt x="4119" y="25624"/>
                  </a:lnTo>
                  <a:lnTo>
                    <a:pt x="4036" y="24857"/>
                  </a:lnTo>
                  <a:lnTo>
                    <a:pt x="3976" y="24072"/>
                  </a:lnTo>
                  <a:lnTo>
                    <a:pt x="3940" y="23267"/>
                  </a:lnTo>
                  <a:lnTo>
                    <a:pt x="3929" y="22443"/>
                  </a:lnTo>
                  <a:lnTo>
                    <a:pt x="3952" y="21269"/>
                  </a:lnTo>
                  <a:lnTo>
                    <a:pt x="4024" y="20131"/>
                  </a:lnTo>
                  <a:lnTo>
                    <a:pt x="4143" y="19026"/>
                  </a:lnTo>
                  <a:lnTo>
                    <a:pt x="4310" y="17957"/>
                  </a:lnTo>
                  <a:lnTo>
                    <a:pt x="4524" y="16921"/>
                  </a:lnTo>
                  <a:lnTo>
                    <a:pt x="4786" y="15921"/>
                  </a:lnTo>
                  <a:lnTo>
                    <a:pt x="5095" y="14954"/>
                  </a:lnTo>
                  <a:lnTo>
                    <a:pt x="5453" y="14023"/>
                  </a:lnTo>
                  <a:lnTo>
                    <a:pt x="5857" y="13126"/>
                  </a:lnTo>
                  <a:lnTo>
                    <a:pt x="6310" y="12263"/>
                  </a:lnTo>
                  <a:lnTo>
                    <a:pt x="6816" y="11421"/>
                  </a:lnTo>
                  <a:lnTo>
                    <a:pt x="7360" y="10610"/>
                  </a:lnTo>
                  <a:lnTo>
                    <a:pt x="7940" y="9830"/>
                  </a:lnTo>
                  <a:lnTo>
                    <a:pt x="8558" y="9082"/>
                  </a:lnTo>
                  <a:lnTo>
                    <a:pt x="9212" y="8364"/>
                  </a:lnTo>
                  <a:lnTo>
                    <a:pt x="9903" y="7677"/>
                  </a:lnTo>
                  <a:lnTo>
                    <a:pt x="10631" y="7021"/>
                  </a:lnTo>
                  <a:lnTo>
                    <a:pt x="11396" y="6396"/>
                  </a:lnTo>
                  <a:lnTo>
                    <a:pt x="12198" y="5801"/>
                  </a:lnTo>
                  <a:lnTo>
                    <a:pt x="13037" y="5238"/>
                  </a:lnTo>
                  <a:lnTo>
                    <a:pt x="13910" y="4705"/>
                  </a:lnTo>
                  <a:lnTo>
                    <a:pt x="14813" y="4202"/>
                  </a:lnTo>
                  <a:lnTo>
                    <a:pt x="15748" y="3729"/>
                  </a:lnTo>
                  <a:lnTo>
                    <a:pt x="16713" y="3286"/>
                  </a:lnTo>
                  <a:lnTo>
                    <a:pt x="17710" y="2872"/>
                  </a:lnTo>
                  <a:lnTo>
                    <a:pt x="18738" y="2488"/>
                  </a:lnTo>
                  <a:lnTo>
                    <a:pt x="19796" y="2134"/>
                  </a:lnTo>
                  <a:lnTo>
                    <a:pt x="20885" y="1809"/>
                  </a:lnTo>
                  <a:lnTo>
                    <a:pt x="22006" y="1515"/>
                  </a:lnTo>
                  <a:lnTo>
                    <a:pt x="23157" y="1250"/>
                  </a:lnTo>
                  <a:lnTo>
                    <a:pt x="24333" y="1012"/>
                  </a:lnTo>
                  <a:lnTo>
                    <a:pt x="25529" y="800"/>
                  </a:lnTo>
                  <a:lnTo>
                    <a:pt x="26743" y="612"/>
                  </a:lnTo>
                  <a:lnTo>
                    <a:pt x="27977" y="450"/>
                  </a:lnTo>
                  <a:lnTo>
                    <a:pt x="29229" y="312"/>
                  </a:lnTo>
                  <a:lnTo>
                    <a:pt x="30501" y="200"/>
                  </a:lnTo>
                  <a:lnTo>
                    <a:pt x="31792" y="112"/>
                  </a:lnTo>
                  <a:lnTo>
                    <a:pt x="33101" y="50"/>
                  </a:lnTo>
                  <a:lnTo>
                    <a:pt x="34430" y="12"/>
                  </a:lnTo>
                  <a:lnTo>
                    <a:pt x="35778" y="0"/>
                  </a:lnTo>
                  <a:lnTo>
                    <a:pt x="37315" y="12"/>
                  </a:lnTo>
                  <a:lnTo>
                    <a:pt x="38807" y="50"/>
                  </a:lnTo>
                  <a:lnTo>
                    <a:pt x="40253" y="112"/>
                  </a:lnTo>
                  <a:lnTo>
                    <a:pt x="41655" y="200"/>
                  </a:lnTo>
                  <a:lnTo>
                    <a:pt x="43011" y="312"/>
                  </a:lnTo>
                  <a:lnTo>
                    <a:pt x="44322" y="450"/>
                  </a:lnTo>
                  <a:lnTo>
                    <a:pt x="45587" y="612"/>
                  </a:lnTo>
                  <a:lnTo>
                    <a:pt x="46808" y="800"/>
                  </a:lnTo>
                  <a:lnTo>
                    <a:pt x="47983" y="1012"/>
                  </a:lnTo>
                  <a:lnTo>
                    <a:pt x="49113" y="1250"/>
                  </a:lnTo>
                  <a:lnTo>
                    <a:pt x="50203" y="1500"/>
                  </a:lnTo>
                  <a:lnTo>
                    <a:pt x="51258" y="1776"/>
                  </a:lnTo>
                  <a:lnTo>
                    <a:pt x="52279" y="2077"/>
                  </a:lnTo>
                  <a:lnTo>
                    <a:pt x="53266" y="2402"/>
                  </a:lnTo>
                  <a:lnTo>
                    <a:pt x="54218" y="2753"/>
                  </a:lnTo>
                  <a:lnTo>
                    <a:pt x="55135" y="3128"/>
                  </a:lnTo>
                  <a:lnTo>
                    <a:pt x="56018" y="3529"/>
                  </a:lnTo>
                  <a:lnTo>
                    <a:pt x="56866" y="3955"/>
                  </a:lnTo>
                  <a:lnTo>
                    <a:pt x="57680" y="4405"/>
                  </a:lnTo>
                  <a:lnTo>
                    <a:pt x="58459" y="4881"/>
                  </a:lnTo>
                  <a:lnTo>
                    <a:pt x="59206" y="5381"/>
                  </a:lnTo>
                  <a:lnTo>
                    <a:pt x="59921" y="5905"/>
                  </a:lnTo>
                  <a:lnTo>
                    <a:pt x="60606" y="6453"/>
                  </a:lnTo>
                  <a:lnTo>
                    <a:pt x="61260" y="7024"/>
                  </a:lnTo>
                  <a:lnTo>
                    <a:pt x="61882" y="7620"/>
                  </a:lnTo>
                  <a:lnTo>
                    <a:pt x="62474" y="8239"/>
                  </a:lnTo>
                  <a:lnTo>
                    <a:pt x="63035" y="8882"/>
                  </a:lnTo>
                  <a:lnTo>
                    <a:pt x="63565" y="9548"/>
                  </a:lnTo>
                  <a:lnTo>
                    <a:pt x="64063" y="10239"/>
                  </a:lnTo>
                  <a:lnTo>
                    <a:pt x="64531" y="10953"/>
                  </a:lnTo>
                  <a:lnTo>
                    <a:pt x="64986" y="11680"/>
                  </a:lnTo>
                  <a:lnTo>
                    <a:pt x="65422" y="12430"/>
                  </a:lnTo>
                  <a:lnTo>
                    <a:pt x="65839" y="13204"/>
                  </a:lnTo>
                  <a:lnTo>
                    <a:pt x="66236" y="14001"/>
                  </a:lnTo>
                  <a:lnTo>
                    <a:pt x="66615" y="14823"/>
                  </a:lnTo>
                  <a:lnTo>
                    <a:pt x="66975" y="15668"/>
                  </a:lnTo>
                  <a:lnTo>
                    <a:pt x="67315" y="16537"/>
                  </a:lnTo>
                  <a:lnTo>
                    <a:pt x="67637" y="17430"/>
                  </a:lnTo>
                  <a:lnTo>
                    <a:pt x="67939" y="18347"/>
                  </a:lnTo>
                  <a:lnTo>
                    <a:pt x="68222" y="19288"/>
                  </a:lnTo>
                  <a:lnTo>
                    <a:pt x="57030" y="21252"/>
                  </a:lnTo>
                  <a:lnTo>
                    <a:pt x="56856" y="20651"/>
                  </a:lnTo>
                  <a:lnTo>
                    <a:pt x="56666" y="20064"/>
                  </a:lnTo>
                  <a:lnTo>
                    <a:pt x="56461" y="19489"/>
                  </a:lnTo>
                  <a:lnTo>
                    <a:pt x="56240" y="18928"/>
                  </a:lnTo>
                  <a:lnTo>
                    <a:pt x="56004" y="18380"/>
                  </a:lnTo>
                  <a:lnTo>
                    <a:pt x="55752" y="17845"/>
                  </a:lnTo>
                  <a:lnTo>
                    <a:pt x="55484" y="17322"/>
                  </a:lnTo>
                  <a:lnTo>
                    <a:pt x="55202" y="16814"/>
                  </a:lnTo>
                  <a:lnTo>
                    <a:pt x="54903" y="16318"/>
                  </a:lnTo>
                  <a:lnTo>
                    <a:pt x="54590" y="15835"/>
                  </a:lnTo>
                  <a:lnTo>
                    <a:pt x="54270" y="15366"/>
                  </a:lnTo>
                  <a:lnTo>
                    <a:pt x="53930" y="14913"/>
                  </a:lnTo>
                  <a:lnTo>
                    <a:pt x="53570" y="14476"/>
                  </a:lnTo>
                  <a:lnTo>
                    <a:pt x="53189" y="14054"/>
                  </a:lnTo>
                  <a:lnTo>
                    <a:pt x="52789" y="13647"/>
                  </a:lnTo>
                  <a:lnTo>
                    <a:pt x="52368" y="13256"/>
                  </a:lnTo>
                  <a:lnTo>
                    <a:pt x="51927" y="12880"/>
                  </a:lnTo>
                  <a:lnTo>
                    <a:pt x="51465" y="12520"/>
                  </a:lnTo>
                  <a:lnTo>
                    <a:pt x="50984" y="12175"/>
                  </a:lnTo>
                  <a:lnTo>
                    <a:pt x="50482" y="11846"/>
                  </a:lnTo>
                  <a:lnTo>
                    <a:pt x="49959" y="11532"/>
                  </a:lnTo>
                  <a:lnTo>
                    <a:pt x="49413" y="11234"/>
                  </a:lnTo>
                  <a:lnTo>
                    <a:pt x="48844" y="10951"/>
                  </a:lnTo>
                  <a:lnTo>
                    <a:pt x="48253" y="10684"/>
                  </a:lnTo>
                  <a:lnTo>
                    <a:pt x="47639" y="10432"/>
                  </a:lnTo>
                  <a:lnTo>
                    <a:pt x="47003" y="10196"/>
                  </a:lnTo>
                  <a:lnTo>
                    <a:pt x="46344" y="9975"/>
                  </a:lnTo>
                  <a:lnTo>
                    <a:pt x="45662" y="9770"/>
                  </a:lnTo>
                  <a:lnTo>
                    <a:pt x="44958" y="9580"/>
                  </a:lnTo>
                  <a:lnTo>
                    <a:pt x="44231" y="9405"/>
                  </a:lnTo>
                  <a:lnTo>
                    <a:pt x="43492" y="9247"/>
                  </a:lnTo>
                  <a:lnTo>
                    <a:pt x="42726" y="9105"/>
                  </a:lnTo>
                  <a:lnTo>
                    <a:pt x="41935" y="8980"/>
                  </a:lnTo>
                  <a:lnTo>
                    <a:pt x="41117" y="8872"/>
                  </a:lnTo>
                  <a:lnTo>
                    <a:pt x="40272" y="8780"/>
                  </a:lnTo>
                  <a:lnTo>
                    <a:pt x="39402" y="8705"/>
                  </a:lnTo>
                  <a:lnTo>
                    <a:pt x="38506" y="8647"/>
                  </a:lnTo>
                  <a:lnTo>
                    <a:pt x="37583" y="8605"/>
                  </a:lnTo>
                  <a:lnTo>
                    <a:pt x="36634" y="8580"/>
                  </a:lnTo>
                  <a:lnTo>
                    <a:pt x="35659" y="8572"/>
                  </a:lnTo>
                  <a:lnTo>
                    <a:pt x="34510" y="8583"/>
                  </a:lnTo>
                  <a:lnTo>
                    <a:pt x="33399" y="8615"/>
                  </a:lnTo>
                  <a:lnTo>
                    <a:pt x="32324" y="8668"/>
                  </a:lnTo>
                  <a:lnTo>
                    <a:pt x="31287" y="8743"/>
                  </a:lnTo>
                  <a:lnTo>
                    <a:pt x="30286" y="8840"/>
                  </a:lnTo>
                  <a:lnTo>
                    <a:pt x="29322" y="8958"/>
                  </a:lnTo>
                  <a:lnTo>
                    <a:pt x="28395" y="9097"/>
                  </a:lnTo>
                  <a:lnTo>
                    <a:pt x="27505" y="9258"/>
                  </a:lnTo>
                  <a:lnTo>
                    <a:pt x="26652" y="9440"/>
                  </a:lnTo>
                  <a:lnTo>
                    <a:pt x="25836" y="9644"/>
                  </a:lnTo>
                  <a:lnTo>
                    <a:pt x="25065" y="9854"/>
                  </a:lnTo>
                  <a:lnTo>
                    <a:pt x="24324" y="10079"/>
                  </a:lnTo>
                  <a:lnTo>
                    <a:pt x="23613" y="10320"/>
                  </a:lnTo>
                  <a:lnTo>
                    <a:pt x="22931" y="10577"/>
                  </a:lnTo>
                  <a:lnTo>
                    <a:pt x="22279" y="10849"/>
                  </a:lnTo>
                  <a:lnTo>
                    <a:pt x="21657" y="11137"/>
                  </a:lnTo>
                  <a:lnTo>
                    <a:pt x="21065" y="11440"/>
                  </a:lnTo>
                  <a:lnTo>
                    <a:pt x="20502" y="11758"/>
                  </a:lnTo>
                  <a:lnTo>
                    <a:pt x="19969" y="12092"/>
                  </a:lnTo>
                  <a:lnTo>
                    <a:pt x="19466" y="12442"/>
                  </a:lnTo>
                  <a:lnTo>
                    <a:pt x="19003" y="12805"/>
                  </a:lnTo>
                  <a:lnTo>
                    <a:pt x="18566" y="13182"/>
                  </a:lnTo>
                  <a:lnTo>
                    <a:pt x="18155" y="13572"/>
                  </a:lnTo>
                  <a:lnTo>
                    <a:pt x="17771" y="13975"/>
                  </a:lnTo>
                  <a:lnTo>
                    <a:pt x="17412" y="14391"/>
                  </a:lnTo>
                  <a:lnTo>
                    <a:pt x="17080" y="14820"/>
                  </a:lnTo>
                  <a:lnTo>
                    <a:pt x="16774" y="15263"/>
                  </a:lnTo>
                  <a:lnTo>
                    <a:pt x="16494" y="15718"/>
                  </a:lnTo>
                  <a:lnTo>
                    <a:pt x="16241" y="16187"/>
                  </a:lnTo>
                  <a:lnTo>
                    <a:pt x="16013" y="16668"/>
                  </a:lnTo>
                  <a:lnTo>
                    <a:pt x="15821" y="17149"/>
                  </a:lnTo>
                  <a:lnTo>
                    <a:pt x="15649" y="17637"/>
                  </a:lnTo>
                  <a:lnTo>
                    <a:pt x="15497" y="18135"/>
                  </a:lnTo>
                  <a:lnTo>
                    <a:pt x="15366" y="18640"/>
                  </a:lnTo>
                  <a:lnTo>
                    <a:pt x="15254" y="19154"/>
                  </a:lnTo>
                  <a:lnTo>
                    <a:pt x="15163" y="19676"/>
                  </a:lnTo>
                  <a:lnTo>
                    <a:pt x="15092" y="20206"/>
                  </a:lnTo>
                  <a:lnTo>
                    <a:pt x="15042" y="20745"/>
                  </a:lnTo>
                  <a:lnTo>
                    <a:pt x="15011" y="21292"/>
                  </a:lnTo>
                  <a:lnTo>
                    <a:pt x="15001" y="21847"/>
                  </a:lnTo>
                  <a:lnTo>
                    <a:pt x="15020" y="22584"/>
                  </a:lnTo>
                  <a:lnTo>
                    <a:pt x="15075" y="23295"/>
                  </a:lnTo>
                  <a:lnTo>
                    <a:pt x="15167" y="23980"/>
                  </a:lnTo>
                  <a:lnTo>
                    <a:pt x="15297" y="24638"/>
                  </a:lnTo>
                  <a:lnTo>
                    <a:pt x="15463" y="25271"/>
                  </a:lnTo>
                  <a:lnTo>
                    <a:pt x="15666" y="25877"/>
                  </a:lnTo>
                  <a:lnTo>
                    <a:pt x="15906" y="26456"/>
                  </a:lnTo>
                  <a:lnTo>
                    <a:pt x="16182" y="27010"/>
                  </a:lnTo>
                  <a:lnTo>
                    <a:pt x="16496" y="27537"/>
                  </a:lnTo>
                  <a:lnTo>
                    <a:pt x="16847" y="28039"/>
                  </a:lnTo>
                  <a:lnTo>
                    <a:pt x="17241" y="28507"/>
                  </a:lnTo>
                  <a:lnTo>
                    <a:pt x="17661" y="28960"/>
                  </a:lnTo>
                  <a:lnTo>
                    <a:pt x="18108" y="29398"/>
                  </a:lnTo>
                  <a:lnTo>
                    <a:pt x="18580" y="29820"/>
                  </a:lnTo>
                  <a:lnTo>
                    <a:pt x="19079" y="30226"/>
                  </a:lnTo>
                  <a:lnTo>
                    <a:pt x="19604" y="30618"/>
                  </a:lnTo>
                  <a:lnTo>
                    <a:pt x="20156" y="30993"/>
                  </a:lnTo>
                  <a:lnTo>
                    <a:pt x="20733" y="31353"/>
                  </a:lnTo>
                  <a:lnTo>
                    <a:pt x="21337" y="31698"/>
                  </a:lnTo>
                  <a:lnTo>
                    <a:pt x="21967" y="32027"/>
                  </a:lnTo>
                  <a:lnTo>
                    <a:pt x="22620" y="32343"/>
                  </a:lnTo>
                  <a:lnTo>
                    <a:pt x="23293" y="32649"/>
                  </a:lnTo>
                  <a:lnTo>
                    <a:pt x="23986" y="32943"/>
                  </a:lnTo>
                  <a:lnTo>
                    <a:pt x="24700" y="33227"/>
                  </a:lnTo>
                  <a:lnTo>
                    <a:pt x="25434" y="33501"/>
                  </a:lnTo>
                  <a:lnTo>
                    <a:pt x="26188" y="33763"/>
                  </a:lnTo>
                  <a:lnTo>
                    <a:pt x="26963" y="34015"/>
                  </a:lnTo>
                  <a:lnTo>
                    <a:pt x="27758" y="34256"/>
                  </a:lnTo>
                  <a:lnTo>
                    <a:pt x="28573" y="34487"/>
                  </a:lnTo>
                  <a:lnTo>
                    <a:pt x="29408" y="34706"/>
                  </a:lnTo>
                  <a:lnTo>
                    <a:pt x="30259" y="34921"/>
                  </a:lnTo>
                  <a:lnTo>
                    <a:pt x="31120" y="35135"/>
                  </a:lnTo>
                  <a:lnTo>
                    <a:pt x="31992" y="35349"/>
                  </a:lnTo>
                  <a:lnTo>
                    <a:pt x="32875" y="35563"/>
                  </a:lnTo>
                  <a:lnTo>
                    <a:pt x="33769" y="35778"/>
                  </a:lnTo>
                  <a:lnTo>
                    <a:pt x="34673" y="35992"/>
                  </a:lnTo>
                  <a:lnTo>
                    <a:pt x="35588" y="36206"/>
                  </a:lnTo>
                  <a:lnTo>
                    <a:pt x="36514" y="36421"/>
                  </a:lnTo>
                  <a:lnTo>
                    <a:pt x="37450" y="36635"/>
                  </a:lnTo>
                  <a:lnTo>
                    <a:pt x="38397" y="36849"/>
                  </a:lnTo>
                  <a:lnTo>
                    <a:pt x="39170" y="37029"/>
                  </a:lnTo>
                  <a:lnTo>
                    <a:pt x="39943" y="37209"/>
                  </a:lnTo>
                  <a:lnTo>
                    <a:pt x="40714" y="37390"/>
                  </a:lnTo>
                  <a:lnTo>
                    <a:pt x="41483" y="37573"/>
                  </a:lnTo>
                  <a:lnTo>
                    <a:pt x="42252" y="37757"/>
                  </a:lnTo>
                  <a:lnTo>
                    <a:pt x="43019" y="37942"/>
                  </a:lnTo>
                  <a:lnTo>
                    <a:pt x="43785" y="38129"/>
                  </a:lnTo>
                  <a:lnTo>
                    <a:pt x="44550" y="38316"/>
                  </a:lnTo>
                  <a:lnTo>
                    <a:pt x="45314" y="38505"/>
                  </a:lnTo>
                  <a:lnTo>
                    <a:pt x="46077" y="38695"/>
                  </a:lnTo>
                  <a:lnTo>
                    <a:pt x="46847" y="38878"/>
                  </a:lnTo>
                  <a:lnTo>
                    <a:pt x="47610" y="39069"/>
                  </a:lnTo>
                  <a:lnTo>
                    <a:pt x="48366" y="39268"/>
                  </a:lnTo>
                  <a:lnTo>
                    <a:pt x="49115" y="39476"/>
                  </a:lnTo>
                  <a:lnTo>
                    <a:pt x="49857" y="39692"/>
                  </a:lnTo>
                  <a:lnTo>
                    <a:pt x="50592" y="39916"/>
                  </a:lnTo>
                  <a:lnTo>
                    <a:pt x="51319" y="40149"/>
                  </a:lnTo>
                  <a:lnTo>
                    <a:pt x="52039" y="40390"/>
                  </a:lnTo>
                  <a:lnTo>
                    <a:pt x="52753" y="40640"/>
                  </a:lnTo>
                  <a:lnTo>
                    <a:pt x="53459" y="40897"/>
                  </a:lnTo>
                  <a:lnTo>
                    <a:pt x="54156" y="41152"/>
                  </a:lnTo>
                  <a:lnTo>
                    <a:pt x="54844" y="41417"/>
                  </a:lnTo>
                  <a:lnTo>
                    <a:pt x="55523" y="41690"/>
                  </a:lnTo>
                  <a:lnTo>
                    <a:pt x="56192" y="41974"/>
                  </a:lnTo>
                  <a:lnTo>
                    <a:pt x="56852" y="42267"/>
                  </a:lnTo>
                  <a:lnTo>
                    <a:pt x="57502" y="42569"/>
                  </a:lnTo>
                  <a:lnTo>
                    <a:pt x="58142" y="42881"/>
                  </a:lnTo>
                  <a:lnTo>
                    <a:pt x="58774" y="43203"/>
                  </a:lnTo>
                  <a:lnTo>
                    <a:pt x="59395" y="43534"/>
                  </a:lnTo>
                  <a:lnTo>
                    <a:pt x="60007" y="43874"/>
                  </a:lnTo>
                  <a:lnTo>
                    <a:pt x="60618" y="44227"/>
                  </a:lnTo>
                  <a:lnTo>
                    <a:pt x="61212" y="44596"/>
                  </a:lnTo>
                  <a:lnTo>
                    <a:pt x="61789" y="44980"/>
                  </a:lnTo>
                  <a:lnTo>
                    <a:pt x="62350" y="45379"/>
                  </a:lnTo>
                  <a:lnTo>
                    <a:pt x="62894" y="45794"/>
                  </a:lnTo>
                  <a:lnTo>
                    <a:pt x="63422" y="46224"/>
                  </a:lnTo>
                  <a:lnTo>
                    <a:pt x="63932" y="46670"/>
                  </a:lnTo>
                  <a:lnTo>
                    <a:pt x="64427" y="47132"/>
                  </a:lnTo>
                  <a:lnTo>
                    <a:pt x="64904" y="47608"/>
                  </a:lnTo>
                  <a:lnTo>
                    <a:pt x="65365" y="48101"/>
                  </a:lnTo>
                  <a:lnTo>
                    <a:pt x="65807" y="48610"/>
                  </a:lnTo>
                  <a:lnTo>
                    <a:pt x="66229" y="49137"/>
                  </a:lnTo>
                  <a:lnTo>
                    <a:pt x="66631" y="49681"/>
                  </a:lnTo>
                  <a:lnTo>
                    <a:pt x="67013" y="50244"/>
                  </a:lnTo>
                  <a:lnTo>
                    <a:pt x="67374" y="50824"/>
                  </a:lnTo>
                  <a:lnTo>
                    <a:pt x="67715" y="51423"/>
                  </a:lnTo>
                  <a:lnTo>
                    <a:pt x="68036" y="52039"/>
                  </a:lnTo>
                  <a:lnTo>
                    <a:pt x="68337" y="52673"/>
                  </a:lnTo>
                  <a:lnTo>
                    <a:pt x="68617" y="53325"/>
                  </a:lnTo>
                  <a:lnTo>
                    <a:pt x="68877" y="53994"/>
                  </a:lnTo>
                  <a:lnTo>
                    <a:pt x="69126" y="54685"/>
                  </a:lnTo>
                  <a:lnTo>
                    <a:pt x="69349" y="55399"/>
                  </a:lnTo>
                  <a:lnTo>
                    <a:pt x="69545" y="56137"/>
                  </a:lnTo>
                  <a:lnTo>
                    <a:pt x="69715" y="56899"/>
                  </a:lnTo>
                  <a:lnTo>
                    <a:pt x="69859" y="57685"/>
                  </a:lnTo>
                  <a:lnTo>
                    <a:pt x="69977" y="58495"/>
                  </a:lnTo>
                  <a:lnTo>
                    <a:pt x="70069" y="59328"/>
                  </a:lnTo>
                  <a:lnTo>
                    <a:pt x="70134" y="60186"/>
                  </a:lnTo>
                  <a:lnTo>
                    <a:pt x="70174" y="610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h128"/>
            <p:cNvSpPr/>
            <p:nvPr/>
          </p:nvSpPr>
          <p:spPr>
            <a:xfrm>
              <a:off x="8230741" y="2353713"/>
              <a:ext cx="64889" cy="83879"/>
            </a:xfrm>
            <a:custGeom>
              <a:avLst/>
              <a:pathLst>
                <a:path w="64889" h="83879">
                  <a:moveTo>
                    <a:pt x="64889" y="25241"/>
                  </a:moveTo>
                  <a:lnTo>
                    <a:pt x="64870" y="26329"/>
                  </a:lnTo>
                  <a:lnTo>
                    <a:pt x="64815" y="27403"/>
                  </a:lnTo>
                  <a:lnTo>
                    <a:pt x="64722" y="28463"/>
                  </a:lnTo>
                  <a:lnTo>
                    <a:pt x="64593" y="29508"/>
                  </a:lnTo>
                  <a:lnTo>
                    <a:pt x="64427" y="30539"/>
                  </a:lnTo>
                  <a:lnTo>
                    <a:pt x="64224" y="31556"/>
                  </a:lnTo>
                  <a:lnTo>
                    <a:pt x="63984" y="32558"/>
                  </a:lnTo>
                  <a:lnTo>
                    <a:pt x="63707" y="33547"/>
                  </a:lnTo>
                  <a:lnTo>
                    <a:pt x="63394" y="34520"/>
                  </a:lnTo>
                  <a:lnTo>
                    <a:pt x="63043" y="35480"/>
                  </a:lnTo>
                  <a:lnTo>
                    <a:pt x="62667" y="36409"/>
                  </a:lnTo>
                  <a:lnTo>
                    <a:pt x="62255" y="37314"/>
                  </a:lnTo>
                  <a:lnTo>
                    <a:pt x="61805" y="38195"/>
                  </a:lnTo>
                  <a:lnTo>
                    <a:pt x="61319" y="39052"/>
                  </a:lnTo>
                  <a:lnTo>
                    <a:pt x="60796" y="39885"/>
                  </a:lnTo>
                  <a:lnTo>
                    <a:pt x="60236" y="40695"/>
                  </a:lnTo>
                  <a:lnTo>
                    <a:pt x="59639" y="41481"/>
                  </a:lnTo>
                  <a:lnTo>
                    <a:pt x="59004" y="42243"/>
                  </a:lnTo>
                  <a:lnTo>
                    <a:pt x="58334" y="42981"/>
                  </a:lnTo>
                  <a:lnTo>
                    <a:pt x="57626" y="43695"/>
                  </a:lnTo>
                  <a:lnTo>
                    <a:pt x="56893" y="44372"/>
                  </a:lnTo>
                  <a:lnTo>
                    <a:pt x="56123" y="45019"/>
                  </a:lnTo>
                  <a:lnTo>
                    <a:pt x="55317" y="45639"/>
                  </a:lnTo>
                  <a:lnTo>
                    <a:pt x="54473" y="46229"/>
                  </a:lnTo>
                  <a:lnTo>
                    <a:pt x="53593" y="46791"/>
                  </a:lnTo>
                  <a:lnTo>
                    <a:pt x="52675" y="47324"/>
                  </a:lnTo>
                  <a:lnTo>
                    <a:pt x="51721" y="47829"/>
                  </a:lnTo>
                  <a:lnTo>
                    <a:pt x="50730" y="48306"/>
                  </a:lnTo>
                  <a:lnTo>
                    <a:pt x="49702" y="48753"/>
                  </a:lnTo>
                  <a:lnTo>
                    <a:pt x="48637" y="49172"/>
                  </a:lnTo>
                  <a:lnTo>
                    <a:pt x="47535" y="49557"/>
                  </a:lnTo>
                  <a:lnTo>
                    <a:pt x="46398" y="49901"/>
                  </a:lnTo>
                  <a:lnTo>
                    <a:pt x="45225" y="50205"/>
                  </a:lnTo>
                  <a:lnTo>
                    <a:pt x="44017" y="50468"/>
                  </a:lnTo>
                  <a:lnTo>
                    <a:pt x="42773" y="50690"/>
                  </a:lnTo>
                  <a:lnTo>
                    <a:pt x="41493" y="50873"/>
                  </a:lnTo>
                  <a:lnTo>
                    <a:pt x="40177" y="51014"/>
                  </a:lnTo>
                  <a:lnTo>
                    <a:pt x="38826" y="51115"/>
                  </a:lnTo>
                  <a:lnTo>
                    <a:pt x="37439" y="51176"/>
                  </a:lnTo>
                  <a:lnTo>
                    <a:pt x="36016" y="51196"/>
                  </a:lnTo>
                  <a:lnTo>
                    <a:pt x="11370" y="51196"/>
                  </a:lnTo>
                  <a:lnTo>
                    <a:pt x="11370" y="83879"/>
                  </a:lnTo>
                  <a:lnTo>
                    <a:pt x="0" y="83879"/>
                  </a:lnTo>
                  <a:lnTo>
                    <a:pt x="0" y="0"/>
                  </a:lnTo>
                  <a:lnTo>
                    <a:pt x="35302" y="0"/>
                  </a:lnTo>
                  <a:lnTo>
                    <a:pt x="36771" y="18"/>
                  </a:lnTo>
                  <a:lnTo>
                    <a:pt x="38202" y="73"/>
                  </a:lnTo>
                  <a:lnTo>
                    <a:pt x="39595" y="166"/>
                  </a:lnTo>
                  <a:lnTo>
                    <a:pt x="40950" y="295"/>
                  </a:lnTo>
                  <a:lnTo>
                    <a:pt x="42267" y="461"/>
                  </a:lnTo>
                  <a:lnTo>
                    <a:pt x="43545" y="664"/>
                  </a:lnTo>
                  <a:lnTo>
                    <a:pt x="44786" y="904"/>
                  </a:lnTo>
                  <a:lnTo>
                    <a:pt x="45989" y="1181"/>
                  </a:lnTo>
                  <a:lnTo>
                    <a:pt x="47153" y="1494"/>
                  </a:lnTo>
                  <a:lnTo>
                    <a:pt x="48279" y="1845"/>
                  </a:lnTo>
                  <a:lnTo>
                    <a:pt x="49368" y="2218"/>
                  </a:lnTo>
                  <a:lnTo>
                    <a:pt x="50420" y="2621"/>
                  </a:lnTo>
                  <a:lnTo>
                    <a:pt x="51435" y="3056"/>
                  </a:lnTo>
                  <a:lnTo>
                    <a:pt x="52413" y="3521"/>
                  </a:lnTo>
                  <a:lnTo>
                    <a:pt x="53354" y="4018"/>
                  </a:lnTo>
                  <a:lnTo>
                    <a:pt x="54259" y="4545"/>
                  </a:lnTo>
                  <a:lnTo>
                    <a:pt x="55126" y="5104"/>
                  </a:lnTo>
                  <a:lnTo>
                    <a:pt x="55956" y="5693"/>
                  </a:lnTo>
                  <a:lnTo>
                    <a:pt x="56750" y="6313"/>
                  </a:lnTo>
                  <a:lnTo>
                    <a:pt x="57507" y="6965"/>
                  </a:lnTo>
                  <a:lnTo>
                    <a:pt x="58226" y="7634"/>
                  </a:lnTo>
                  <a:lnTo>
                    <a:pt x="58909" y="8331"/>
                  </a:lnTo>
                  <a:lnTo>
                    <a:pt x="59555" y="9058"/>
                  </a:lnTo>
                  <a:lnTo>
                    <a:pt x="60164" y="9813"/>
                  </a:lnTo>
                  <a:lnTo>
                    <a:pt x="60736" y="10596"/>
                  </a:lnTo>
                  <a:lnTo>
                    <a:pt x="61271" y="11408"/>
                  </a:lnTo>
                  <a:lnTo>
                    <a:pt x="61770" y="12249"/>
                  </a:lnTo>
                  <a:lnTo>
                    <a:pt x="62231" y="13118"/>
                  </a:lnTo>
                  <a:lnTo>
                    <a:pt x="62656" y="14016"/>
                  </a:lnTo>
                  <a:lnTo>
                    <a:pt x="63043" y="14942"/>
                  </a:lnTo>
                  <a:lnTo>
                    <a:pt x="63394" y="15881"/>
                  </a:lnTo>
                  <a:lnTo>
                    <a:pt x="63707" y="16840"/>
                  </a:lnTo>
                  <a:lnTo>
                    <a:pt x="63984" y="17819"/>
                  </a:lnTo>
                  <a:lnTo>
                    <a:pt x="64224" y="18819"/>
                  </a:lnTo>
                  <a:lnTo>
                    <a:pt x="64427" y="19838"/>
                  </a:lnTo>
                  <a:lnTo>
                    <a:pt x="64593" y="20878"/>
                  </a:lnTo>
                  <a:lnTo>
                    <a:pt x="64722" y="21939"/>
                  </a:lnTo>
                  <a:lnTo>
                    <a:pt x="64815" y="23019"/>
                  </a:lnTo>
                  <a:lnTo>
                    <a:pt x="64870" y="24120"/>
                  </a:lnTo>
                  <a:close/>
                  <a:moveTo>
                    <a:pt x="53459" y="25360"/>
                  </a:moveTo>
                  <a:lnTo>
                    <a:pt x="53410" y="23803"/>
                  </a:lnTo>
                  <a:lnTo>
                    <a:pt x="53263" y="22324"/>
                  </a:lnTo>
                  <a:lnTo>
                    <a:pt x="53019" y="20922"/>
                  </a:lnTo>
                  <a:lnTo>
                    <a:pt x="52678" y="19597"/>
                  </a:lnTo>
                  <a:lnTo>
                    <a:pt x="52238" y="18350"/>
                  </a:lnTo>
                  <a:lnTo>
                    <a:pt x="51701" y="17180"/>
                  </a:lnTo>
                  <a:lnTo>
                    <a:pt x="51067" y="16088"/>
                  </a:lnTo>
                  <a:lnTo>
                    <a:pt x="50334" y="15073"/>
                  </a:lnTo>
                  <a:lnTo>
                    <a:pt x="49504" y="14135"/>
                  </a:lnTo>
                  <a:lnTo>
                    <a:pt x="48577" y="13275"/>
                  </a:lnTo>
                  <a:lnTo>
                    <a:pt x="47552" y="12483"/>
                  </a:lnTo>
                  <a:lnTo>
                    <a:pt x="46429" y="11775"/>
                  </a:lnTo>
                  <a:lnTo>
                    <a:pt x="45209" y="11150"/>
                  </a:lnTo>
                  <a:lnTo>
                    <a:pt x="43891" y="10608"/>
                  </a:lnTo>
                  <a:lnTo>
                    <a:pt x="42475" y="10150"/>
                  </a:lnTo>
                  <a:lnTo>
                    <a:pt x="40962" y="9775"/>
                  </a:lnTo>
                  <a:lnTo>
                    <a:pt x="39351" y="9483"/>
                  </a:lnTo>
                  <a:lnTo>
                    <a:pt x="37642" y="9274"/>
                  </a:lnTo>
                  <a:lnTo>
                    <a:pt x="35836" y="9149"/>
                  </a:lnTo>
                  <a:lnTo>
                    <a:pt x="33932" y="9108"/>
                  </a:lnTo>
                  <a:lnTo>
                    <a:pt x="11370" y="9108"/>
                  </a:lnTo>
                  <a:lnTo>
                    <a:pt x="11370" y="42207"/>
                  </a:lnTo>
                  <a:lnTo>
                    <a:pt x="34409" y="42207"/>
                  </a:lnTo>
                  <a:lnTo>
                    <a:pt x="36321" y="42164"/>
                  </a:lnTo>
                  <a:lnTo>
                    <a:pt x="38128" y="42033"/>
                  </a:lnTo>
                  <a:lnTo>
                    <a:pt x="39831" y="41816"/>
                  </a:lnTo>
                  <a:lnTo>
                    <a:pt x="41428" y="41512"/>
                  </a:lnTo>
                  <a:lnTo>
                    <a:pt x="42922" y="41121"/>
                  </a:lnTo>
                  <a:lnTo>
                    <a:pt x="44310" y="40643"/>
                  </a:lnTo>
                  <a:lnTo>
                    <a:pt x="45593" y="40078"/>
                  </a:lnTo>
                  <a:lnTo>
                    <a:pt x="46772" y="39426"/>
                  </a:lnTo>
                  <a:lnTo>
                    <a:pt x="47846" y="38687"/>
                  </a:lnTo>
                  <a:lnTo>
                    <a:pt x="48815" y="37861"/>
                  </a:lnTo>
                  <a:lnTo>
                    <a:pt x="49697" y="36954"/>
                  </a:lnTo>
                  <a:lnTo>
                    <a:pt x="50487" y="35971"/>
                  </a:lnTo>
                  <a:lnTo>
                    <a:pt x="51183" y="34911"/>
                  </a:lnTo>
                  <a:lnTo>
                    <a:pt x="51787" y="33775"/>
                  </a:lnTo>
                  <a:lnTo>
                    <a:pt x="52298" y="32563"/>
                  </a:lnTo>
                  <a:lnTo>
                    <a:pt x="52716" y="31275"/>
                  </a:lnTo>
                  <a:lnTo>
                    <a:pt x="53041" y="29910"/>
                  </a:lnTo>
                  <a:lnTo>
                    <a:pt x="53273" y="28470"/>
                  </a:lnTo>
                  <a:lnTo>
                    <a:pt x="53412" y="269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h129"/>
            <p:cNvSpPr/>
            <p:nvPr/>
          </p:nvSpPr>
          <p:spPr>
            <a:xfrm>
              <a:off x="8307239" y="2371989"/>
              <a:ext cx="62626" cy="66794"/>
            </a:xfrm>
            <a:custGeom>
              <a:avLst/>
              <a:pathLst>
                <a:path w="62626" h="66794">
                  <a:moveTo>
                    <a:pt x="19466" y="66794"/>
                  </a:moveTo>
                  <a:lnTo>
                    <a:pt x="17574" y="66742"/>
                  </a:lnTo>
                  <a:lnTo>
                    <a:pt x="15778" y="66589"/>
                  </a:lnTo>
                  <a:lnTo>
                    <a:pt x="14078" y="66333"/>
                  </a:lnTo>
                  <a:lnTo>
                    <a:pt x="12475" y="65974"/>
                  </a:lnTo>
                  <a:lnTo>
                    <a:pt x="10968" y="65514"/>
                  </a:lnTo>
                  <a:lnTo>
                    <a:pt x="9558" y="64950"/>
                  </a:lnTo>
                  <a:lnTo>
                    <a:pt x="8244" y="64285"/>
                  </a:lnTo>
                  <a:lnTo>
                    <a:pt x="7027" y="63517"/>
                  </a:lnTo>
                  <a:lnTo>
                    <a:pt x="5906" y="62647"/>
                  </a:lnTo>
                  <a:lnTo>
                    <a:pt x="4881" y="61674"/>
                  </a:lnTo>
                  <a:lnTo>
                    <a:pt x="3954" y="60612"/>
                  </a:lnTo>
                  <a:lnTo>
                    <a:pt x="3124" y="59474"/>
                  </a:lnTo>
                  <a:lnTo>
                    <a:pt x="2391" y="58259"/>
                  </a:lnTo>
                  <a:lnTo>
                    <a:pt x="1757" y="56969"/>
                  </a:lnTo>
                  <a:lnTo>
                    <a:pt x="1220" y="55602"/>
                  </a:lnTo>
                  <a:lnTo>
                    <a:pt x="781" y="54159"/>
                  </a:lnTo>
                  <a:lnTo>
                    <a:pt x="439" y="52639"/>
                  </a:lnTo>
                  <a:lnTo>
                    <a:pt x="195" y="51044"/>
                  </a:lnTo>
                  <a:lnTo>
                    <a:pt x="48" y="49372"/>
                  </a:lnTo>
                  <a:lnTo>
                    <a:pt x="0" y="47625"/>
                  </a:lnTo>
                  <a:lnTo>
                    <a:pt x="23" y="46374"/>
                  </a:lnTo>
                  <a:lnTo>
                    <a:pt x="95" y="45169"/>
                  </a:lnTo>
                  <a:lnTo>
                    <a:pt x="214" y="44012"/>
                  </a:lnTo>
                  <a:lnTo>
                    <a:pt x="381" y="42900"/>
                  </a:lnTo>
                  <a:lnTo>
                    <a:pt x="595" y="41835"/>
                  </a:lnTo>
                  <a:lnTo>
                    <a:pt x="857" y="40817"/>
                  </a:lnTo>
                  <a:lnTo>
                    <a:pt x="1166" y="39844"/>
                  </a:lnTo>
                  <a:lnTo>
                    <a:pt x="1524" y="38919"/>
                  </a:lnTo>
                  <a:lnTo>
                    <a:pt x="1928" y="38039"/>
                  </a:lnTo>
                  <a:lnTo>
                    <a:pt x="2381" y="37207"/>
                  </a:lnTo>
                  <a:lnTo>
                    <a:pt x="2883" y="36403"/>
                  </a:lnTo>
                  <a:lnTo>
                    <a:pt x="3414" y="35635"/>
                  </a:lnTo>
                  <a:lnTo>
                    <a:pt x="3974" y="34903"/>
                  </a:lnTo>
                  <a:lnTo>
                    <a:pt x="4562" y="34206"/>
                  </a:lnTo>
                  <a:lnTo>
                    <a:pt x="5179" y="33545"/>
                  </a:lnTo>
                  <a:lnTo>
                    <a:pt x="5824" y="32920"/>
                  </a:lnTo>
                  <a:lnTo>
                    <a:pt x="6498" y="32331"/>
                  </a:lnTo>
                  <a:lnTo>
                    <a:pt x="7200" y="31777"/>
                  </a:lnTo>
                  <a:lnTo>
                    <a:pt x="7931" y="31259"/>
                  </a:lnTo>
                  <a:lnTo>
                    <a:pt x="8691" y="30777"/>
                  </a:lnTo>
                  <a:lnTo>
                    <a:pt x="9488" y="30327"/>
                  </a:lnTo>
                  <a:lnTo>
                    <a:pt x="10306" y="29906"/>
                  </a:lnTo>
                  <a:lnTo>
                    <a:pt x="11145" y="29513"/>
                  </a:lnTo>
                  <a:lnTo>
                    <a:pt x="12006" y="29148"/>
                  </a:lnTo>
                  <a:lnTo>
                    <a:pt x="12888" y="28813"/>
                  </a:lnTo>
                  <a:lnTo>
                    <a:pt x="13792" y="28505"/>
                  </a:lnTo>
                  <a:lnTo>
                    <a:pt x="14717" y="28227"/>
                  </a:lnTo>
                  <a:lnTo>
                    <a:pt x="15663" y="27977"/>
                  </a:lnTo>
                  <a:lnTo>
                    <a:pt x="16631" y="27755"/>
                  </a:lnTo>
                  <a:lnTo>
                    <a:pt x="17621" y="27562"/>
                  </a:lnTo>
                  <a:lnTo>
                    <a:pt x="18623" y="27392"/>
                  </a:lnTo>
                  <a:lnTo>
                    <a:pt x="19628" y="27236"/>
                  </a:lnTo>
                  <a:lnTo>
                    <a:pt x="20637" y="27096"/>
                  </a:lnTo>
                  <a:lnTo>
                    <a:pt x="21650" y="26972"/>
                  </a:lnTo>
                  <a:lnTo>
                    <a:pt x="22666" y="26863"/>
                  </a:lnTo>
                  <a:lnTo>
                    <a:pt x="23686" y="26770"/>
                  </a:lnTo>
                  <a:lnTo>
                    <a:pt x="24709" y="26692"/>
                  </a:lnTo>
                  <a:lnTo>
                    <a:pt x="25736" y="26629"/>
                  </a:lnTo>
                  <a:lnTo>
                    <a:pt x="26767" y="26582"/>
                  </a:lnTo>
                  <a:lnTo>
                    <a:pt x="27801" y="26550"/>
                  </a:lnTo>
                  <a:lnTo>
                    <a:pt x="42267" y="26312"/>
                  </a:lnTo>
                  <a:lnTo>
                    <a:pt x="42267" y="22800"/>
                  </a:lnTo>
                  <a:lnTo>
                    <a:pt x="42258" y="22014"/>
                  </a:lnTo>
                  <a:lnTo>
                    <a:pt x="42233" y="21252"/>
                  </a:lnTo>
                  <a:lnTo>
                    <a:pt x="42192" y="20514"/>
                  </a:lnTo>
                  <a:lnTo>
                    <a:pt x="42133" y="19800"/>
                  </a:lnTo>
                  <a:lnTo>
                    <a:pt x="42058" y="19109"/>
                  </a:lnTo>
                  <a:lnTo>
                    <a:pt x="41967" y="18442"/>
                  </a:lnTo>
                  <a:lnTo>
                    <a:pt x="41858" y="17799"/>
                  </a:lnTo>
                  <a:lnTo>
                    <a:pt x="41733" y="17180"/>
                  </a:lnTo>
                  <a:lnTo>
                    <a:pt x="41592" y="16585"/>
                  </a:lnTo>
                  <a:lnTo>
                    <a:pt x="41433" y="16013"/>
                  </a:lnTo>
                  <a:lnTo>
                    <a:pt x="41258" y="15465"/>
                  </a:lnTo>
                  <a:lnTo>
                    <a:pt x="41064" y="14937"/>
                  </a:lnTo>
                  <a:lnTo>
                    <a:pt x="40853" y="14431"/>
                  </a:lnTo>
                  <a:lnTo>
                    <a:pt x="40624" y="13946"/>
                  </a:lnTo>
                  <a:lnTo>
                    <a:pt x="40377" y="13483"/>
                  </a:lnTo>
                  <a:lnTo>
                    <a:pt x="40112" y="13042"/>
                  </a:lnTo>
                  <a:lnTo>
                    <a:pt x="39829" y="12621"/>
                  </a:lnTo>
                  <a:lnTo>
                    <a:pt x="39528" y="12222"/>
                  </a:lnTo>
                  <a:lnTo>
                    <a:pt x="39210" y="11845"/>
                  </a:lnTo>
                  <a:lnTo>
                    <a:pt x="38873" y="11489"/>
                  </a:lnTo>
                  <a:lnTo>
                    <a:pt x="38519" y="11153"/>
                  </a:lnTo>
                  <a:lnTo>
                    <a:pt x="38147" y="10837"/>
                  </a:lnTo>
                  <a:lnTo>
                    <a:pt x="37757" y="10539"/>
                  </a:lnTo>
                  <a:lnTo>
                    <a:pt x="37349" y="10260"/>
                  </a:lnTo>
                  <a:lnTo>
                    <a:pt x="36924" y="10001"/>
                  </a:lnTo>
                  <a:lnTo>
                    <a:pt x="36480" y="9760"/>
                  </a:lnTo>
                  <a:lnTo>
                    <a:pt x="36019" y="9539"/>
                  </a:lnTo>
                  <a:lnTo>
                    <a:pt x="35540" y="9336"/>
                  </a:lnTo>
                  <a:lnTo>
                    <a:pt x="35043" y="9153"/>
                  </a:lnTo>
                  <a:lnTo>
                    <a:pt x="34528" y="8989"/>
                  </a:lnTo>
                  <a:lnTo>
                    <a:pt x="34006" y="8830"/>
                  </a:lnTo>
                  <a:lnTo>
                    <a:pt x="33466" y="8689"/>
                  </a:lnTo>
                  <a:lnTo>
                    <a:pt x="32906" y="8564"/>
                  </a:lnTo>
                  <a:lnTo>
                    <a:pt x="32327" y="8455"/>
                  </a:lnTo>
                  <a:lnTo>
                    <a:pt x="31730" y="8364"/>
                  </a:lnTo>
                  <a:lnTo>
                    <a:pt x="31113" y="8289"/>
                  </a:lnTo>
                  <a:lnTo>
                    <a:pt x="30477" y="8230"/>
                  </a:lnTo>
                  <a:lnTo>
                    <a:pt x="29822" y="8189"/>
                  </a:lnTo>
                  <a:lnTo>
                    <a:pt x="29148" y="8164"/>
                  </a:lnTo>
                  <a:lnTo>
                    <a:pt x="28455" y="8155"/>
                  </a:lnTo>
                  <a:lnTo>
                    <a:pt x="27842" y="8160"/>
                  </a:lnTo>
                  <a:lnTo>
                    <a:pt x="27241" y="8174"/>
                  </a:lnTo>
                  <a:lnTo>
                    <a:pt x="26652" y="8198"/>
                  </a:lnTo>
                  <a:lnTo>
                    <a:pt x="26074" y="8231"/>
                  </a:lnTo>
                  <a:lnTo>
                    <a:pt x="25509" y="8274"/>
                  </a:lnTo>
                  <a:lnTo>
                    <a:pt x="24955" y="8327"/>
                  </a:lnTo>
                  <a:lnTo>
                    <a:pt x="24413" y="8389"/>
                  </a:lnTo>
                  <a:lnTo>
                    <a:pt x="23883" y="8460"/>
                  </a:lnTo>
                  <a:lnTo>
                    <a:pt x="23366" y="8541"/>
                  </a:lnTo>
                  <a:lnTo>
                    <a:pt x="22859" y="8632"/>
                  </a:lnTo>
                  <a:lnTo>
                    <a:pt x="22366" y="8723"/>
                  </a:lnTo>
                  <a:lnTo>
                    <a:pt x="21886" y="8829"/>
                  </a:lnTo>
                  <a:lnTo>
                    <a:pt x="21418" y="8951"/>
                  </a:lnTo>
                  <a:lnTo>
                    <a:pt x="20964" y="9089"/>
                  </a:lnTo>
                  <a:lnTo>
                    <a:pt x="20523" y="9242"/>
                  </a:lnTo>
                  <a:lnTo>
                    <a:pt x="20095" y="9410"/>
                  </a:lnTo>
                  <a:lnTo>
                    <a:pt x="19680" y="9594"/>
                  </a:lnTo>
                  <a:lnTo>
                    <a:pt x="19278" y="9794"/>
                  </a:lnTo>
                  <a:lnTo>
                    <a:pt x="18889" y="10008"/>
                  </a:lnTo>
                  <a:lnTo>
                    <a:pt x="18514" y="10239"/>
                  </a:lnTo>
                  <a:lnTo>
                    <a:pt x="18152" y="10474"/>
                  </a:lnTo>
                  <a:lnTo>
                    <a:pt x="17804" y="10727"/>
                  </a:lnTo>
                  <a:lnTo>
                    <a:pt x="17471" y="10998"/>
                  </a:lnTo>
                  <a:lnTo>
                    <a:pt x="17152" y="11287"/>
                  </a:lnTo>
                  <a:lnTo>
                    <a:pt x="16847" y="11593"/>
                  </a:lnTo>
                  <a:lnTo>
                    <a:pt x="16556" y="11918"/>
                  </a:lnTo>
                  <a:lnTo>
                    <a:pt x="16280" y="12260"/>
                  </a:lnTo>
                  <a:lnTo>
                    <a:pt x="16018" y="12620"/>
                  </a:lnTo>
                  <a:lnTo>
                    <a:pt x="15771" y="12998"/>
                  </a:lnTo>
                  <a:lnTo>
                    <a:pt x="15537" y="13394"/>
                  </a:lnTo>
                  <a:lnTo>
                    <a:pt x="15319" y="13798"/>
                  </a:lnTo>
                  <a:lnTo>
                    <a:pt x="15116" y="14223"/>
                  </a:lnTo>
                  <a:lnTo>
                    <a:pt x="14928" y="14669"/>
                  </a:lnTo>
                  <a:lnTo>
                    <a:pt x="14756" y="15137"/>
                  </a:lnTo>
                  <a:lnTo>
                    <a:pt x="14600" y="15626"/>
                  </a:lnTo>
                  <a:lnTo>
                    <a:pt x="14458" y="16137"/>
                  </a:lnTo>
                  <a:lnTo>
                    <a:pt x="14333" y="16669"/>
                  </a:lnTo>
                  <a:lnTo>
                    <a:pt x="14223" y="17223"/>
                  </a:lnTo>
                  <a:lnTo>
                    <a:pt x="14128" y="17798"/>
                  </a:lnTo>
                  <a:lnTo>
                    <a:pt x="14049" y="18395"/>
                  </a:lnTo>
                  <a:lnTo>
                    <a:pt x="2857" y="17383"/>
                  </a:lnTo>
                  <a:lnTo>
                    <a:pt x="2987" y="16627"/>
                  </a:lnTo>
                  <a:lnTo>
                    <a:pt x="3138" y="15885"/>
                  </a:lnTo>
                  <a:lnTo>
                    <a:pt x="3311" y="15156"/>
                  </a:lnTo>
                  <a:lnTo>
                    <a:pt x="3505" y="14439"/>
                  </a:lnTo>
                  <a:lnTo>
                    <a:pt x="3720" y="13736"/>
                  </a:lnTo>
                  <a:lnTo>
                    <a:pt x="3957" y="13046"/>
                  </a:lnTo>
                  <a:lnTo>
                    <a:pt x="4216" y="12369"/>
                  </a:lnTo>
                  <a:lnTo>
                    <a:pt x="4495" y="11706"/>
                  </a:lnTo>
                  <a:lnTo>
                    <a:pt x="4797" y="11055"/>
                  </a:lnTo>
                  <a:lnTo>
                    <a:pt x="5119" y="10417"/>
                  </a:lnTo>
                  <a:lnTo>
                    <a:pt x="5466" y="9783"/>
                  </a:lnTo>
                  <a:lnTo>
                    <a:pt x="5841" y="9167"/>
                  </a:lnTo>
                  <a:lnTo>
                    <a:pt x="6243" y="8569"/>
                  </a:lnTo>
                  <a:lnTo>
                    <a:pt x="6672" y="7989"/>
                  </a:lnTo>
                  <a:lnTo>
                    <a:pt x="7128" y="7426"/>
                  </a:lnTo>
                  <a:lnTo>
                    <a:pt x="7612" y="6881"/>
                  </a:lnTo>
                  <a:lnTo>
                    <a:pt x="8124" y="6354"/>
                  </a:lnTo>
                  <a:lnTo>
                    <a:pt x="8662" y="5845"/>
                  </a:lnTo>
                  <a:lnTo>
                    <a:pt x="9229" y="5354"/>
                  </a:lnTo>
                  <a:lnTo>
                    <a:pt x="9822" y="4881"/>
                  </a:lnTo>
                  <a:lnTo>
                    <a:pt x="10456" y="4427"/>
                  </a:lnTo>
                  <a:lnTo>
                    <a:pt x="11120" y="3995"/>
                  </a:lnTo>
                  <a:lnTo>
                    <a:pt x="11813" y="3584"/>
                  </a:lnTo>
                  <a:lnTo>
                    <a:pt x="12537" y="3195"/>
                  </a:lnTo>
                  <a:lnTo>
                    <a:pt x="13290" y="2827"/>
                  </a:lnTo>
                  <a:lnTo>
                    <a:pt x="14073" y="2481"/>
                  </a:lnTo>
                  <a:lnTo>
                    <a:pt x="14885" y="2156"/>
                  </a:lnTo>
                  <a:lnTo>
                    <a:pt x="15728" y="1852"/>
                  </a:lnTo>
                  <a:lnTo>
                    <a:pt x="16600" y="1570"/>
                  </a:lnTo>
                  <a:lnTo>
                    <a:pt x="17502" y="1309"/>
                  </a:lnTo>
                  <a:lnTo>
                    <a:pt x="18449" y="1060"/>
                  </a:lnTo>
                  <a:lnTo>
                    <a:pt x="19435" y="838"/>
                  </a:lnTo>
                  <a:lnTo>
                    <a:pt x="20459" y="641"/>
                  </a:lnTo>
                  <a:lnTo>
                    <a:pt x="21521" y="471"/>
                  </a:lnTo>
                  <a:lnTo>
                    <a:pt x="22621" y="327"/>
                  </a:lnTo>
                  <a:lnTo>
                    <a:pt x="23760" y="209"/>
                  </a:lnTo>
                  <a:lnTo>
                    <a:pt x="24936" y="117"/>
                  </a:lnTo>
                  <a:lnTo>
                    <a:pt x="26150" y="52"/>
                  </a:lnTo>
                  <a:lnTo>
                    <a:pt x="27403" y="13"/>
                  </a:lnTo>
                  <a:lnTo>
                    <a:pt x="28694" y="0"/>
                  </a:lnTo>
                  <a:lnTo>
                    <a:pt x="31062" y="55"/>
                  </a:lnTo>
                  <a:lnTo>
                    <a:pt x="33311" y="223"/>
                  </a:lnTo>
                  <a:lnTo>
                    <a:pt x="35439" y="503"/>
                  </a:lnTo>
                  <a:lnTo>
                    <a:pt x="37447" y="895"/>
                  </a:lnTo>
                  <a:lnTo>
                    <a:pt x="39335" y="1398"/>
                  </a:lnTo>
                  <a:lnTo>
                    <a:pt x="41102" y="2014"/>
                  </a:lnTo>
                  <a:lnTo>
                    <a:pt x="42749" y="2742"/>
                  </a:lnTo>
                  <a:lnTo>
                    <a:pt x="44276" y="3581"/>
                  </a:lnTo>
                  <a:lnTo>
                    <a:pt x="45683" y="4532"/>
                  </a:lnTo>
                  <a:lnTo>
                    <a:pt x="46970" y="5595"/>
                  </a:lnTo>
                  <a:lnTo>
                    <a:pt x="48135" y="6753"/>
                  </a:lnTo>
                  <a:lnTo>
                    <a:pt x="49177" y="8010"/>
                  </a:lnTo>
                  <a:lnTo>
                    <a:pt x="50097" y="9367"/>
                  </a:lnTo>
                  <a:lnTo>
                    <a:pt x="50894" y="10825"/>
                  </a:lnTo>
                  <a:lnTo>
                    <a:pt x="51568" y="12382"/>
                  </a:lnTo>
                  <a:lnTo>
                    <a:pt x="52120" y="14039"/>
                  </a:lnTo>
                  <a:lnTo>
                    <a:pt x="52550" y="15797"/>
                  </a:lnTo>
                  <a:lnTo>
                    <a:pt x="52856" y="17654"/>
                  </a:lnTo>
                  <a:lnTo>
                    <a:pt x="53040" y="19611"/>
                  </a:lnTo>
                  <a:lnTo>
                    <a:pt x="53101" y="21669"/>
                  </a:lnTo>
                  <a:lnTo>
                    <a:pt x="53101" y="49410"/>
                  </a:lnTo>
                  <a:lnTo>
                    <a:pt x="53114" y="50340"/>
                  </a:lnTo>
                  <a:lnTo>
                    <a:pt x="53151" y="51223"/>
                  </a:lnTo>
                  <a:lnTo>
                    <a:pt x="53214" y="52059"/>
                  </a:lnTo>
                  <a:lnTo>
                    <a:pt x="53301" y="52849"/>
                  </a:lnTo>
                  <a:lnTo>
                    <a:pt x="53414" y="53593"/>
                  </a:lnTo>
                  <a:lnTo>
                    <a:pt x="53551" y="54290"/>
                  </a:lnTo>
                  <a:lnTo>
                    <a:pt x="53714" y="54940"/>
                  </a:lnTo>
                  <a:lnTo>
                    <a:pt x="53901" y="55545"/>
                  </a:lnTo>
                  <a:lnTo>
                    <a:pt x="54114" y="56102"/>
                  </a:lnTo>
                  <a:lnTo>
                    <a:pt x="54352" y="56614"/>
                  </a:lnTo>
                  <a:lnTo>
                    <a:pt x="54624" y="57066"/>
                  </a:lnTo>
                  <a:lnTo>
                    <a:pt x="54942" y="57471"/>
                  </a:lnTo>
                  <a:lnTo>
                    <a:pt x="55305" y="57828"/>
                  </a:lnTo>
                  <a:lnTo>
                    <a:pt x="55714" y="58138"/>
                  </a:lnTo>
                  <a:lnTo>
                    <a:pt x="56167" y="58400"/>
                  </a:lnTo>
                  <a:lnTo>
                    <a:pt x="56666" y="58614"/>
                  </a:lnTo>
                  <a:lnTo>
                    <a:pt x="57210" y="58781"/>
                  </a:lnTo>
                  <a:lnTo>
                    <a:pt x="57800" y="58900"/>
                  </a:lnTo>
                  <a:lnTo>
                    <a:pt x="58434" y="58971"/>
                  </a:lnTo>
                  <a:lnTo>
                    <a:pt x="59114" y="58995"/>
                  </a:lnTo>
                  <a:lnTo>
                    <a:pt x="59293" y="58994"/>
                  </a:lnTo>
                  <a:lnTo>
                    <a:pt x="59471" y="58990"/>
                  </a:lnTo>
                  <a:lnTo>
                    <a:pt x="59650" y="58984"/>
                  </a:lnTo>
                  <a:lnTo>
                    <a:pt x="59828" y="58976"/>
                  </a:lnTo>
                  <a:lnTo>
                    <a:pt x="60007" y="58965"/>
                  </a:lnTo>
                  <a:lnTo>
                    <a:pt x="60186" y="58952"/>
                  </a:lnTo>
                  <a:lnTo>
                    <a:pt x="60364" y="58937"/>
                  </a:lnTo>
                  <a:lnTo>
                    <a:pt x="60543" y="58919"/>
                  </a:lnTo>
                  <a:lnTo>
                    <a:pt x="60721" y="58899"/>
                  </a:lnTo>
                  <a:lnTo>
                    <a:pt x="60900" y="58876"/>
                  </a:lnTo>
                  <a:lnTo>
                    <a:pt x="61078" y="58851"/>
                  </a:lnTo>
                  <a:lnTo>
                    <a:pt x="61255" y="58826"/>
                  </a:lnTo>
                  <a:lnTo>
                    <a:pt x="61430" y="58799"/>
                  </a:lnTo>
                  <a:lnTo>
                    <a:pt x="61605" y="58771"/>
                  </a:lnTo>
                  <a:lnTo>
                    <a:pt x="61778" y="58742"/>
                  </a:lnTo>
                  <a:lnTo>
                    <a:pt x="61950" y="58712"/>
                  </a:lnTo>
                  <a:lnTo>
                    <a:pt x="62121" y="58680"/>
                  </a:lnTo>
                  <a:lnTo>
                    <a:pt x="62291" y="58647"/>
                  </a:lnTo>
                  <a:lnTo>
                    <a:pt x="62459" y="58613"/>
                  </a:lnTo>
                  <a:lnTo>
                    <a:pt x="62626" y="58578"/>
                  </a:lnTo>
                  <a:lnTo>
                    <a:pt x="62626" y="65246"/>
                  </a:lnTo>
                  <a:lnTo>
                    <a:pt x="62222" y="65339"/>
                  </a:lnTo>
                  <a:lnTo>
                    <a:pt x="61817" y="65427"/>
                  </a:lnTo>
                  <a:lnTo>
                    <a:pt x="61412" y="65510"/>
                  </a:lnTo>
                  <a:lnTo>
                    <a:pt x="61007" y="65589"/>
                  </a:lnTo>
                  <a:lnTo>
                    <a:pt x="60602" y="65662"/>
                  </a:lnTo>
                  <a:lnTo>
                    <a:pt x="60198" y="65732"/>
                  </a:lnTo>
                  <a:lnTo>
                    <a:pt x="59793" y="65796"/>
                  </a:lnTo>
                  <a:lnTo>
                    <a:pt x="59388" y="65855"/>
                  </a:lnTo>
                  <a:lnTo>
                    <a:pt x="58983" y="65910"/>
                  </a:lnTo>
                  <a:lnTo>
                    <a:pt x="58578" y="65960"/>
                  </a:lnTo>
                  <a:lnTo>
                    <a:pt x="58182" y="66005"/>
                  </a:lnTo>
                  <a:lnTo>
                    <a:pt x="57781" y="66046"/>
                  </a:lnTo>
                  <a:lnTo>
                    <a:pt x="57373" y="66082"/>
                  </a:lnTo>
                  <a:lnTo>
                    <a:pt x="56959" y="66113"/>
                  </a:lnTo>
                  <a:lnTo>
                    <a:pt x="56539" y="66139"/>
                  </a:lnTo>
                  <a:lnTo>
                    <a:pt x="56114" y="66160"/>
                  </a:lnTo>
                  <a:lnTo>
                    <a:pt x="55682" y="66177"/>
                  </a:lnTo>
                  <a:lnTo>
                    <a:pt x="55245" y="66189"/>
                  </a:lnTo>
                  <a:lnTo>
                    <a:pt x="54801" y="66196"/>
                  </a:lnTo>
                  <a:lnTo>
                    <a:pt x="54352" y="66198"/>
                  </a:lnTo>
                  <a:lnTo>
                    <a:pt x="53753" y="66191"/>
                  </a:lnTo>
                  <a:lnTo>
                    <a:pt x="53170" y="66167"/>
                  </a:lnTo>
                  <a:lnTo>
                    <a:pt x="52605" y="66129"/>
                  </a:lnTo>
                  <a:lnTo>
                    <a:pt x="52056" y="66074"/>
                  </a:lnTo>
                  <a:lnTo>
                    <a:pt x="51524" y="66005"/>
                  </a:lnTo>
                  <a:lnTo>
                    <a:pt x="51008" y="65920"/>
                  </a:lnTo>
                  <a:lnTo>
                    <a:pt x="50509" y="65819"/>
                  </a:lnTo>
                  <a:lnTo>
                    <a:pt x="50027" y="65703"/>
                  </a:lnTo>
                  <a:lnTo>
                    <a:pt x="49562" y="65571"/>
                  </a:lnTo>
                  <a:lnTo>
                    <a:pt x="49113" y="65424"/>
                  </a:lnTo>
                  <a:lnTo>
                    <a:pt x="48692" y="65250"/>
                  </a:lnTo>
                  <a:lnTo>
                    <a:pt x="48286" y="65060"/>
                  </a:lnTo>
                  <a:lnTo>
                    <a:pt x="47897" y="64855"/>
                  </a:lnTo>
                  <a:lnTo>
                    <a:pt x="47522" y="64634"/>
                  </a:lnTo>
                  <a:lnTo>
                    <a:pt x="47163" y="64397"/>
                  </a:lnTo>
                  <a:lnTo>
                    <a:pt x="46820" y="64146"/>
                  </a:lnTo>
                  <a:lnTo>
                    <a:pt x="46492" y="63878"/>
                  </a:lnTo>
                  <a:lnTo>
                    <a:pt x="46179" y="63596"/>
                  </a:lnTo>
                  <a:lnTo>
                    <a:pt x="45882" y="63297"/>
                  </a:lnTo>
                  <a:lnTo>
                    <a:pt x="45600" y="62984"/>
                  </a:lnTo>
                  <a:lnTo>
                    <a:pt x="45333" y="62643"/>
                  </a:lnTo>
                  <a:lnTo>
                    <a:pt x="45079" y="62288"/>
                  </a:lnTo>
                  <a:lnTo>
                    <a:pt x="44838" y="61919"/>
                  </a:lnTo>
                  <a:lnTo>
                    <a:pt x="44610" y="61536"/>
                  </a:lnTo>
                  <a:lnTo>
                    <a:pt x="44395" y="61138"/>
                  </a:lnTo>
                  <a:lnTo>
                    <a:pt x="44193" y="60726"/>
                  </a:lnTo>
                  <a:lnTo>
                    <a:pt x="44004" y="60300"/>
                  </a:lnTo>
                  <a:lnTo>
                    <a:pt x="43829" y="59859"/>
                  </a:lnTo>
                  <a:lnTo>
                    <a:pt x="43666" y="59405"/>
                  </a:lnTo>
                  <a:lnTo>
                    <a:pt x="43517" y="58935"/>
                  </a:lnTo>
                  <a:lnTo>
                    <a:pt x="43379" y="58440"/>
                  </a:lnTo>
                  <a:lnTo>
                    <a:pt x="43253" y="57928"/>
                  </a:lnTo>
                  <a:lnTo>
                    <a:pt x="43136" y="57401"/>
                  </a:lnTo>
                  <a:lnTo>
                    <a:pt x="43031" y="56859"/>
                  </a:lnTo>
                  <a:lnTo>
                    <a:pt x="42936" y="56301"/>
                  </a:lnTo>
                  <a:lnTo>
                    <a:pt x="42852" y="55728"/>
                  </a:lnTo>
                  <a:lnTo>
                    <a:pt x="42779" y="55139"/>
                  </a:lnTo>
                  <a:lnTo>
                    <a:pt x="42717" y="54535"/>
                  </a:lnTo>
                  <a:lnTo>
                    <a:pt x="42665" y="53915"/>
                  </a:lnTo>
                  <a:lnTo>
                    <a:pt x="42624" y="53280"/>
                  </a:lnTo>
                  <a:lnTo>
                    <a:pt x="42267" y="53280"/>
                  </a:lnTo>
                  <a:lnTo>
                    <a:pt x="41918" y="53893"/>
                  </a:lnTo>
                  <a:lnTo>
                    <a:pt x="41562" y="54494"/>
                  </a:lnTo>
                  <a:lnTo>
                    <a:pt x="41199" y="55084"/>
                  </a:lnTo>
                  <a:lnTo>
                    <a:pt x="40828" y="55661"/>
                  </a:lnTo>
                  <a:lnTo>
                    <a:pt x="40451" y="56227"/>
                  </a:lnTo>
                  <a:lnTo>
                    <a:pt x="40066" y="56780"/>
                  </a:lnTo>
                  <a:lnTo>
                    <a:pt x="39675" y="57322"/>
                  </a:lnTo>
                  <a:lnTo>
                    <a:pt x="39276" y="57852"/>
                  </a:lnTo>
                  <a:lnTo>
                    <a:pt x="38870" y="58370"/>
                  </a:lnTo>
                  <a:lnTo>
                    <a:pt x="38457" y="58876"/>
                  </a:lnTo>
                  <a:lnTo>
                    <a:pt x="38045" y="59369"/>
                  </a:lnTo>
                  <a:lnTo>
                    <a:pt x="37618" y="59847"/>
                  </a:lnTo>
                  <a:lnTo>
                    <a:pt x="37178" y="60312"/>
                  </a:lnTo>
                  <a:lnTo>
                    <a:pt x="36723" y="60762"/>
                  </a:lnTo>
                  <a:lnTo>
                    <a:pt x="36254" y="61198"/>
                  </a:lnTo>
                  <a:lnTo>
                    <a:pt x="35771" y="61619"/>
                  </a:lnTo>
                  <a:lnTo>
                    <a:pt x="35273" y="62026"/>
                  </a:lnTo>
                  <a:lnTo>
                    <a:pt x="34761" y="62419"/>
                  </a:lnTo>
                  <a:lnTo>
                    <a:pt x="34235" y="62798"/>
                  </a:lnTo>
                  <a:lnTo>
                    <a:pt x="33694" y="63162"/>
                  </a:lnTo>
                  <a:lnTo>
                    <a:pt x="33139" y="63500"/>
                  </a:lnTo>
                  <a:lnTo>
                    <a:pt x="32568" y="63822"/>
                  </a:lnTo>
                  <a:lnTo>
                    <a:pt x="31981" y="64128"/>
                  </a:lnTo>
                  <a:lnTo>
                    <a:pt x="31380" y="64419"/>
                  </a:lnTo>
                  <a:lnTo>
                    <a:pt x="30762" y="64695"/>
                  </a:lnTo>
                  <a:lnTo>
                    <a:pt x="30129" y="64955"/>
                  </a:lnTo>
                  <a:lnTo>
                    <a:pt x="29481" y="65200"/>
                  </a:lnTo>
                  <a:lnTo>
                    <a:pt x="28817" y="65429"/>
                  </a:lnTo>
                  <a:lnTo>
                    <a:pt x="28138" y="65643"/>
                  </a:lnTo>
                  <a:lnTo>
                    <a:pt x="27443" y="65841"/>
                  </a:lnTo>
                  <a:lnTo>
                    <a:pt x="26742" y="66022"/>
                  </a:lnTo>
                  <a:lnTo>
                    <a:pt x="26019" y="66184"/>
                  </a:lnTo>
                  <a:lnTo>
                    <a:pt x="25275" y="66327"/>
                  </a:lnTo>
                  <a:lnTo>
                    <a:pt x="24510" y="66451"/>
                  </a:lnTo>
                  <a:lnTo>
                    <a:pt x="23723" y="66555"/>
                  </a:lnTo>
                  <a:lnTo>
                    <a:pt x="22914" y="66641"/>
                  </a:lnTo>
                  <a:lnTo>
                    <a:pt x="22084" y="66708"/>
                  </a:lnTo>
                  <a:lnTo>
                    <a:pt x="21233" y="66755"/>
                  </a:lnTo>
                  <a:lnTo>
                    <a:pt x="20360" y="66784"/>
                  </a:lnTo>
                  <a:close/>
                  <a:moveTo>
                    <a:pt x="21907" y="58757"/>
                  </a:moveTo>
                  <a:lnTo>
                    <a:pt x="22918" y="58738"/>
                  </a:lnTo>
                  <a:lnTo>
                    <a:pt x="23902" y="58683"/>
                  </a:lnTo>
                  <a:lnTo>
                    <a:pt x="24861" y="58591"/>
                  </a:lnTo>
                  <a:lnTo>
                    <a:pt x="25793" y="58462"/>
                  </a:lnTo>
                  <a:lnTo>
                    <a:pt x="26699" y="58295"/>
                  </a:lnTo>
                  <a:lnTo>
                    <a:pt x="27579" y="58092"/>
                  </a:lnTo>
                  <a:lnTo>
                    <a:pt x="28433" y="57853"/>
                  </a:lnTo>
                  <a:lnTo>
                    <a:pt x="29260" y="57576"/>
                  </a:lnTo>
                  <a:lnTo>
                    <a:pt x="30062" y="57262"/>
                  </a:lnTo>
                  <a:lnTo>
                    <a:pt x="30837" y="56911"/>
                  </a:lnTo>
                  <a:lnTo>
                    <a:pt x="31597" y="56520"/>
                  </a:lnTo>
                  <a:lnTo>
                    <a:pt x="32330" y="56109"/>
                  </a:lnTo>
                  <a:lnTo>
                    <a:pt x="33035" y="55677"/>
                  </a:lnTo>
                  <a:lnTo>
                    <a:pt x="33713" y="55225"/>
                  </a:lnTo>
                  <a:lnTo>
                    <a:pt x="34364" y="54753"/>
                  </a:lnTo>
                  <a:lnTo>
                    <a:pt x="34987" y="54261"/>
                  </a:lnTo>
                  <a:lnTo>
                    <a:pt x="35583" y="53748"/>
                  </a:lnTo>
                  <a:lnTo>
                    <a:pt x="36152" y="53216"/>
                  </a:lnTo>
                  <a:lnTo>
                    <a:pt x="36693" y="52663"/>
                  </a:lnTo>
                  <a:lnTo>
                    <a:pt x="37207" y="52089"/>
                  </a:lnTo>
                  <a:lnTo>
                    <a:pt x="37705" y="51501"/>
                  </a:lnTo>
                  <a:lnTo>
                    <a:pt x="38178" y="50901"/>
                  </a:lnTo>
                  <a:lnTo>
                    <a:pt x="38625" y="50291"/>
                  </a:lnTo>
                  <a:lnTo>
                    <a:pt x="39045" y="49670"/>
                  </a:lnTo>
                  <a:lnTo>
                    <a:pt x="39439" y="49038"/>
                  </a:lnTo>
                  <a:lnTo>
                    <a:pt x="39807" y="48396"/>
                  </a:lnTo>
                  <a:lnTo>
                    <a:pt x="40149" y="47743"/>
                  </a:lnTo>
                  <a:lnTo>
                    <a:pt x="40464" y="47079"/>
                  </a:lnTo>
                  <a:lnTo>
                    <a:pt x="40753" y="46405"/>
                  </a:lnTo>
                  <a:lnTo>
                    <a:pt x="41017" y="45719"/>
                  </a:lnTo>
                  <a:lnTo>
                    <a:pt x="41254" y="45032"/>
                  </a:lnTo>
                  <a:lnTo>
                    <a:pt x="41467" y="44350"/>
                  </a:lnTo>
                  <a:lnTo>
                    <a:pt x="41654" y="43675"/>
                  </a:lnTo>
                  <a:lnTo>
                    <a:pt x="41817" y="43005"/>
                  </a:lnTo>
                  <a:lnTo>
                    <a:pt x="41954" y="42341"/>
                  </a:lnTo>
                  <a:lnTo>
                    <a:pt x="42067" y="41683"/>
                  </a:lnTo>
                  <a:lnTo>
                    <a:pt x="42154" y="41031"/>
                  </a:lnTo>
                  <a:lnTo>
                    <a:pt x="42217" y="40386"/>
                  </a:lnTo>
                  <a:lnTo>
                    <a:pt x="42254" y="39746"/>
                  </a:lnTo>
                  <a:lnTo>
                    <a:pt x="42267" y="39112"/>
                  </a:lnTo>
                  <a:lnTo>
                    <a:pt x="42267" y="33813"/>
                  </a:lnTo>
                  <a:lnTo>
                    <a:pt x="30539" y="34051"/>
                  </a:lnTo>
                  <a:lnTo>
                    <a:pt x="29757" y="34068"/>
                  </a:lnTo>
                  <a:lnTo>
                    <a:pt x="28982" y="34094"/>
                  </a:lnTo>
                  <a:lnTo>
                    <a:pt x="28214" y="34130"/>
                  </a:lnTo>
                  <a:lnTo>
                    <a:pt x="27453" y="34175"/>
                  </a:lnTo>
                  <a:lnTo>
                    <a:pt x="26699" y="34230"/>
                  </a:lnTo>
                  <a:lnTo>
                    <a:pt x="25953" y="34294"/>
                  </a:lnTo>
                  <a:lnTo>
                    <a:pt x="25213" y="34368"/>
                  </a:lnTo>
                  <a:lnTo>
                    <a:pt x="24481" y="34451"/>
                  </a:lnTo>
                  <a:lnTo>
                    <a:pt x="23756" y="34544"/>
                  </a:lnTo>
                  <a:lnTo>
                    <a:pt x="23038" y="34647"/>
                  </a:lnTo>
                  <a:lnTo>
                    <a:pt x="22344" y="34752"/>
                  </a:lnTo>
                  <a:lnTo>
                    <a:pt x="21666" y="34878"/>
                  </a:lnTo>
                  <a:lnTo>
                    <a:pt x="21006" y="35024"/>
                  </a:lnTo>
                  <a:lnTo>
                    <a:pt x="20362" y="35190"/>
                  </a:lnTo>
                  <a:lnTo>
                    <a:pt x="19734" y="35376"/>
                  </a:lnTo>
                  <a:lnTo>
                    <a:pt x="19123" y="35583"/>
                  </a:lnTo>
                  <a:lnTo>
                    <a:pt x="18529" y="35809"/>
                  </a:lnTo>
                  <a:lnTo>
                    <a:pt x="17952" y="36056"/>
                  </a:lnTo>
                  <a:lnTo>
                    <a:pt x="17391" y="36324"/>
                  </a:lnTo>
                  <a:lnTo>
                    <a:pt x="16847" y="36611"/>
                  </a:lnTo>
                  <a:lnTo>
                    <a:pt x="16322" y="36921"/>
                  </a:lnTo>
                  <a:lnTo>
                    <a:pt x="15818" y="37254"/>
                  </a:lnTo>
                  <a:lnTo>
                    <a:pt x="15336" y="37611"/>
                  </a:lnTo>
                  <a:lnTo>
                    <a:pt x="14875" y="37992"/>
                  </a:lnTo>
                  <a:lnTo>
                    <a:pt x="14436" y="38397"/>
                  </a:lnTo>
                  <a:lnTo>
                    <a:pt x="14018" y="38826"/>
                  </a:lnTo>
                  <a:lnTo>
                    <a:pt x="13621" y="39278"/>
                  </a:lnTo>
                  <a:lnTo>
                    <a:pt x="13246" y="39754"/>
                  </a:lnTo>
                  <a:lnTo>
                    <a:pt x="12893" y="40255"/>
                  </a:lnTo>
                  <a:lnTo>
                    <a:pt x="12561" y="40778"/>
                  </a:lnTo>
                  <a:lnTo>
                    <a:pt x="12267" y="41331"/>
                  </a:lnTo>
                  <a:lnTo>
                    <a:pt x="12003" y="41917"/>
                  </a:lnTo>
                  <a:lnTo>
                    <a:pt x="11771" y="42536"/>
                  </a:lnTo>
                  <a:lnTo>
                    <a:pt x="11570" y="43188"/>
                  </a:lnTo>
                  <a:lnTo>
                    <a:pt x="11400" y="43874"/>
                  </a:lnTo>
                  <a:lnTo>
                    <a:pt x="11260" y="44593"/>
                  </a:lnTo>
                  <a:lnTo>
                    <a:pt x="11152" y="45346"/>
                  </a:lnTo>
                  <a:lnTo>
                    <a:pt x="11075" y="46131"/>
                  </a:lnTo>
                  <a:lnTo>
                    <a:pt x="11028" y="46951"/>
                  </a:lnTo>
                  <a:lnTo>
                    <a:pt x="11013" y="47803"/>
                  </a:lnTo>
                  <a:lnTo>
                    <a:pt x="11041" y="48827"/>
                  </a:lnTo>
                  <a:lnTo>
                    <a:pt x="11125" y="49803"/>
                  </a:lnTo>
                  <a:lnTo>
                    <a:pt x="11265" y="50732"/>
                  </a:lnTo>
                  <a:lnTo>
                    <a:pt x="11460" y="51613"/>
                  </a:lnTo>
                  <a:lnTo>
                    <a:pt x="11712" y="52447"/>
                  </a:lnTo>
                  <a:lnTo>
                    <a:pt x="12020" y="53232"/>
                  </a:lnTo>
                  <a:lnTo>
                    <a:pt x="12384" y="53971"/>
                  </a:lnTo>
                  <a:lnTo>
                    <a:pt x="12803" y="54661"/>
                  </a:lnTo>
                  <a:lnTo>
                    <a:pt x="13279" y="55304"/>
                  </a:lnTo>
                  <a:lnTo>
                    <a:pt x="13811" y="55899"/>
                  </a:lnTo>
                  <a:lnTo>
                    <a:pt x="14406" y="56442"/>
                  </a:lnTo>
                  <a:lnTo>
                    <a:pt x="15049" y="56928"/>
                  </a:lnTo>
                  <a:lnTo>
                    <a:pt x="15740" y="57357"/>
                  </a:lnTo>
                  <a:lnTo>
                    <a:pt x="16478" y="57728"/>
                  </a:lnTo>
                  <a:lnTo>
                    <a:pt x="17264" y="58042"/>
                  </a:lnTo>
                  <a:lnTo>
                    <a:pt x="18097" y="58300"/>
                  </a:lnTo>
                  <a:lnTo>
                    <a:pt x="18978" y="58500"/>
                  </a:lnTo>
                  <a:lnTo>
                    <a:pt x="19907" y="58643"/>
                  </a:lnTo>
                  <a:lnTo>
                    <a:pt x="20883" y="587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h130"/>
            <p:cNvSpPr/>
            <p:nvPr/>
          </p:nvSpPr>
          <p:spPr>
            <a:xfrm>
              <a:off x="8377962" y="2371989"/>
              <a:ext cx="30479" cy="65603"/>
            </a:xfrm>
            <a:custGeom>
              <a:avLst/>
              <a:pathLst>
                <a:path w="30479" h="65603">
                  <a:moveTo>
                    <a:pt x="357" y="65603"/>
                  </a:moveTo>
                  <a:lnTo>
                    <a:pt x="357" y="16192"/>
                  </a:lnTo>
                  <a:lnTo>
                    <a:pt x="356" y="15787"/>
                  </a:lnTo>
                  <a:lnTo>
                    <a:pt x="354" y="15380"/>
                  </a:lnTo>
                  <a:lnTo>
                    <a:pt x="351" y="14972"/>
                  </a:lnTo>
                  <a:lnTo>
                    <a:pt x="347" y="14563"/>
                  </a:lnTo>
                  <a:lnTo>
                    <a:pt x="342" y="14153"/>
                  </a:lnTo>
                  <a:lnTo>
                    <a:pt x="335" y="13742"/>
                  </a:lnTo>
                  <a:lnTo>
                    <a:pt x="328" y="13329"/>
                  </a:lnTo>
                  <a:lnTo>
                    <a:pt x="319" y="12915"/>
                  </a:lnTo>
                  <a:lnTo>
                    <a:pt x="308" y="12500"/>
                  </a:lnTo>
                  <a:lnTo>
                    <a:pt x="297" y="12084"/>
                  </a:lnTo>
                  <a:lnTo>
                    <a:pt x="297" y="11658"/>
                  </a:lnTo>
                  <a:lnTo>
                    <a:pt x="295" y="11234"/>
                  </a:lnTo>
                  <a:lnTo>
                    <a:pt x="292" y="10815"/>
                  </a:lnTo>
                  <a:lnTo>
                    <a:pt x="288" y="10398"/>
                  </a:lnTo>
                  <a:lnTo>
                    <a:pt x="282" y="9986"/>
                  </a:lnTo>
                  <a:lnTo>
                    <a:pt x="276" y="9577"/>
                  </a:lnTo>
                  <a:lnTo>
                    <a:pt x="268" y="9171"/>
                  </a:lnTo>
                  <a:lnTo>
                    <a:pt x="259" y="8770"/>
                  </a:lnTo>
                  <a:lnTo>
                    <a:pt x="249" y="8371"/>
                  </a:lnTo>
                  <a:lnTo>
                    <a:pt x="238" y="7977"/>
                  </a:lnTo>
                  <a:lnTo>
                    <a:pt x="226" y="7586"/>
                  </a:lnTo>
                  <a:lnTo>
                    <a:pt x="214" y="7200"/>
                  </a:lnTo>
                  <a:lnTo>
                    <a:pt x="202" y="6819"/>
                  </a:lnTo>
                  <a:lnTo>
                    <a:pt x="190" y="6443"/>
                  </a:lnTo>
                  <a:lnTo>
                    <a:pt x="178" y="6072"/>
                  </a:lnTo>
                  <a:lnTo>
                    <a:pt x="166" y="5705"/>
                  </a:lnTo>
                  <a:lnTo>
                    <a:pt x="154" y="5343"/>
                  </a:lnTo>
                  <a:lnTo>
                    <a:pt x="142" y="4986"/>
                  </a:lnTo>
                  <a:lnTo>
                    <a:pt x="130" y="4633"/>
                  </a:lnTo>
                  <a:lnTo>
                    <a:pt x="119" y="4286"/>
                  </a:lnTo>
                  <a:lnTo>
                    <a:pt x="107" y="3944"/>
                  </a:lnTo>
                  <a:lnTo>
                    <a:pt x="95" y="3609"/>
                  </a:lnTo>
                  <a:lnTo>
                    <a:pt x="83" y="3282"/>
                  </a:lnTo>
                  <a:lnTo>
                    <a:pt x="71" y="2962"/>
                  </a:lnTo>
                  <a:lnTo>
                    <a:pt x="59" y="2649"/>
                  </a:lnTo>
                  <a:lnTo>
                    <a:pt x="47" y="2343"/>
                  </a:lnTo>
                  <a:lnTo>
                    <a:pt x="35" y="2044"/>
                  </a:lnTo>
                  <a:lnTo>
                    <a:pt x="23" y="1752"/>
                  </a:lnTo>
                  <a:lnTo>
                    <a:pt x="11" y="1468"/>
                  </a:lnTo>
                  <a:lnTo>
                    <a:pt x="0" y="1190"/>
                  </a:lnTo>
                  <a:lnTo>
                    <a:pt x="10120" y="1190"/>
                  </a:lnTo>
                  <a:lnTo>
                    <a:pt x="10132" y="1468"/>
                  </a:lnTo>
                  <a:lnTo>
                    <a:pt x="10144" y="1754"/>
                  </a:lnTo>
                  <a:lnTo>
                    <a:pt x="10156" y="2049"/>
                  </a:lnTo>
                  <a:lnTo>
                    <a:pt x="10167" y="2352"/>
                  </a:lnTo>
                  <a:lnTo>
                    <a:pt x="10179" y="2664"/>
                  </a:lnTo>
                  <a:lnTo>
                    <a:pt x="10191" y="2983"/>
                  </a:lnTo>
                  <a:lnTo>
                    <a:pt x="10203" y="3311"/>
                  </a:lnTo>
                  <a:lnTo>
                    <a:pt x="10215" y="3648"/>
                  </a:lnTo>
                  <a:lnTo>
                    <a:pt x="10227" y="3992"/>
                  </a:lnTo>
                  <a:lnTo>
                    <a:pt x="10239" y="4345"/>
                  </a:lnTo>
                  <a:lnTo>
                    <a:pt x="10262" y="4692"/>
                  </a:lnTo>
                  <a:lnTo>
                    <a:pt x="10284" y="5041"/>
                  </a:lnTo>
                  <a:lnTo>
                    <a:pt x="10305" y="5392"/>
                  </a:lnTo>
                  <a:lnTo>
                    <a:pt x="10325" y="5745"/>
                  </a:lnTo>
                  <a:lnTo>
                    <a:pt x="10343" y="6101"/>
                  </a:lnTo>
                  <a:lnTo>
                    <a:pt x="10360" y="6460"/>
                  </a:lnTo>
                  <a:lnTo>
                    <a:pt x="10376" y="6821"/>
                  </a:lnTo>
                  <a:lnTo>
                    <a:pt x="10391" y="7184"/>
                  </a:lnTo>
                  <a:lnTo>
                    <a:pt x="10405" y="7549"/>
                  </a:lnTo>
                  <a:lnTo>
                    <a:pt x="10417" y="7917"/>
                  </a:lnTo>
                  <a:lnTo>
                    <a:pt x="10440" y="8285"/>
                  </a:lnTo>
                  <a:lnTo>
                    <a:pt x="10460" y="8651"/>
                  </a:lnTo>
                  <a:lnTo>
                    <a:pt x="10478" y="9014"/>
                  </a:lnTo>
                  <a:lnTo>
                    <a:pt x="10494" y="9374"/>
                  </a:lnTo>
                  <a:lnTo>
                    <a:pt x="10507" y="9733"/>
                  </a:lnTo>
                  <a:lnTo>
                    <a:pt x="10517" y="10089"/>
                  </a:lnTo>
                  <a:lnTo>
                    <a:pt x="10526" y="10442"/>
                  </a:lnTo>
                  <a:lnTo>
                    <a:pt x="10532" y="10794"/>
                  </a:lnTo>
                  <a:lnTo>
                    <a:pt x="10535" y="11143"/>
                  </a:lnTo>
                  <a:lnTo>
                    <a:pt x="10537" y="11489"/>
                  </a:lnTo>
                  <a:lnTo>
                    <a:pt x="10548" y="11818"/>
                  </a:lnTo>
                  <a:lnTo>
                    <a:pt x="10558" y="12137"/>
                  </a:lnTo>
                  <a:lnTo>
                    <a:pt x="10567" y="12446"/>
                  </a:lnTo>
                  <a:lnTo>
                    <a:pt x="10575" y="12746"/>
                  </a:lnTo>
                  <a:lnTo>
                    <a:pt x="10581" y="13037"/>
                  </a:lnTo>
                  <a:lnTo>
                    <a:pt x="10587" y="13318"/>
                  </a:lnTo>
                  <a:lnTo>
                    <a:pt x="10591" y="13589"/>
                  </a:lnTo>
                  <a:lnTo>
                    <a:pt x="10594" y="13851"/>
                  </a:lnTo>
                  <a:lnTo>
                    <a:pt x="10595" y="14104"/>
                  </a:lnTo>
                  <a:lnTo>
                    <a:pt x="10596" y="14347"/>
                  </a:lnTo>
                  <a:lnTo>
                    <a:pt x="10834" y="14347"/>
                  </a:lnTo>
                  <a:lnTo>
                    <a:pt x="11062" y="13618"/>
                  </a:lnTo>
                  <a:lnTo>
                    <a:pt x="11291" y="12911"/>
                  </a:lnTo>
                  <a:lnTo>
                    <a:pt x="11524" y="12223"/>
                  </a:lnTo>
                  <a:lnTo>
                    <a:pt x="11758" y="11556"/>
                  </a:lnTo>
                  <a:lnTo>
                    <a:pt x="11995" y="10909"/>
                  </a:lnTo>
                  <a:lnTo>
                    <a:pt x="12234" y="10282"/>
                  </a:lnTo>
                  <a:lnTo>
                    <a:pt x="12476" y="9675"/>
                  </a:lnTo>
                  <a:lnTo>
                    <a:pt x="12720" y="9089"/>
                  </a:lnTo>
                  <a:lnTo>
                    <a:pt x="12967" y="8523"/>
                  </a:lnTo>
                  <a:lnTo>
                    <a:pt x="13215" y="7977"/>
                  </a:lnTo>
                  <a:lnTo>
                    <a:pt x="13482" y="7439"/>
                  </a:lnTo>
                  <a:lnTo>
                    <a:pt x="13756" y="6922"/>
                  </a:lnTo>
                  <a:lnTo>
                    <a:pt x="14039" y="6425"/>
                  </a:lnTo>
                  <a:lnTo>
                    <a:pt x="14330" y="5948"/>
                  </a:lnTo>
                  <a:lnTo>
                    <a:pt x="14629" y="5491"/>
                  </a:lnTo>
                  <a:lnTo>
                    <a:pt x="14937" y="5055"/>
                  </a:lnTo>
                  <a:lnTo>
                    <a:pt x="15253" y="4639"/>
                  </a:lnTo>
                  <a:lnTo>
                    <a:pt x="15578" y="4243"/>
                  </a:lnTo>
                  <a:lnTo>
                    <a:pt x="15910" y="3867"/>
                  </a:lnTo>
                  <a:lnTo>
                    <a:pt x="16252" y="3512"/>
                  </a:lnTo>
                  <a:lnTo>
                    <a:pt x="16603" y="3164"/>
                  </a:lnTo>
                  <a:lnTo>
                    <a:pt x="16968" y="2836"/>
                  </a:lnTo>
                  <a:lnTo>
                    <a:pt x="17346" y="2526"/>
                  </a:lnTo>
                  <a:lnTo>
                    <a:pt x="17737" y="2235"/>
                  </a:lnTo>
                  <a:lnTo>
                    <a:pt x="18142" y="1964"/>
                  </a:lnTo>
                  <a:lnTo>
                    <a:pt x="18559" y="1712"/>
                  </a:lnTo>
                  <a:lnTo>
                    <a:pt x="18989" y="1478"/>
                  </a:lnTo>
                  <a:lnTo>
                    <a:pt x="19433" y="1264"/>
                  </a:lnTo>
                  <a:lnTo>
                    <a:pt x="19889" y="1069"/>
                  </a:lnTo>
                  <a:lnTo>
                    <a:pt x="20359" y="892"/>
                  </a:lnTo>
                  <a:lnTo>
                    <a:pt x="20846" y="723"/>
                  </a:lnTo>
                  <a:lnTo>
                    <a:pt x="21352" y="571"/>
                  </a:lnTo>
                  <a:lnTo>
                    <a:pt x="21879" y="437"/>
                  </a:lnTo>
                  <a:lnTo>
                    <a:pt x="22426" y="321"/>
                  </a:lnTo>
                  <a:lnTo>
                    <a:pt x="22993" y="223"/>
                  </a:lnTo>
                  <a:lnTo>
                    <a:pt x="23581" y="142"/>
                  </a:lnTo>
                  <a:lnTo>
                    <a:pt x="24189" y="80"/>
                  </a:lnTo>
                  <a:lnTo>
                    <a:pt x="24817" y="35"/>
                  </a:lnTo>
                  <a:lnTo>
                    <a:pt x="25465" y="8"/>
                  </a:lnTo>
                  <a:lnTo>
                    <a:pt x="26134" y="0"/>
                  </a:lnTo>
                  <a:lnTo>
                    <a:pt x="26394" y="2"/>
                  </a:lnTo>
                  <a:lnTo>
                    <a:pt x="26653" y="9"/>
                  </a:lnTo>
                  <a:lnTo>
                    <a:pt x="26909" y="21"/>
                  </a:lnTo>
                  <a:lnTo>
                    <a:pt x="27162" y="38"/>
                  </a:lnTo>
                  <a:lnTo>
                    <a:pt x="27414" y="59"/>
                  </a:lnTo>
                  <a:lnTo>
                    <a:pt x="27662" y="85"/>
                  </a:lnTo>
                  <a:lnTo>
                    <a:pt x="27909" y="116"/>
                  </a:lnTo>
                  <a:lnTo>
                    <a:pt x="28153" y="152"/>
                  </a:lnTo>
                  <a:lnTo>
                    <a:pt x="28395" y="192"/>
                  </a:lnTo>
                  <a:lnTo>
                    <a:pt x="28634" y="238"/>
                  </a:lnTo>
                  <a:lnTo>
                    <a:pt x="28867" y="273"/>
                  </a:lnTo>
                  <a:lnTo>
                    <a:pt x="29089" y="309"/>
                  </a:lnTo>
                  <a:lnTo>
                    <a:pt x="29300" y="345"/>
                  </a:lnTo>
                  <a:lnTo>
                    <a:pt x="29501" y="381"/>
                  </a:lnTo>
                  <a:lnTo>
                    <a:pt x="29691" y="416"/>
                  </a:lnTo>
                  <a:lnTo>
                    <a:pt x="29870" y="452"/>
                  </a:lnTo>
                  <a:lnTo>
                    <a:pt x="30038" y="488"/>
                  </a:lnTo>
                  <a:lnTo>
                    <a:pt x="30196" y="523"/>
                  </a:lnTo>
                  <a:lnTo>
                    <a:pt x="30343" y="559"/>
                  </a:lnTo>
                  <a:lnTo>
                    <a:pt x="30479" y="595"/>
                  </a:lnTo>
                  <a:lnTo>
                    <a:pt x="30479" y="10417"/>
                  </a:lnTo>
                  <a:lnTo>
                    <a:pt x="30262" y="10360"/>
                  </a:lnTo>
                  <a:lnTo>
                    <a:pt x="30037" y="10306"/>
                  </a:lnTo>
                  <a:lnTo>
                    <a:pt x="29804" y="10255"/>
                  </a:lnTo>
                  <a:lnTo>
                    <a:pt x="29565" y="10208"/>
                  </a:lnTo>
                  <a:lnTo>
                    <a:pt x="29319" y="10164"/>
                  </a:lnTo>
                  <a:lnTo>
                    <a:pt x="29065" y="10125"/>
                  </a:lnTo>
                  <a:lnTo>
                    <a:pt x="28804" y="10088"/>
                  </a:lnTo>
                  <a:lnTo>
                    <a:pt x="28536" y="10056"/>
                  </a:lnTo>
                  <a:lnTo>
                    <a:pt x="28261" y="10026"/>
                  </a:lnTo>
                  <a:lnTo>
                    <a:pt x="27979" y="10001"/>
                  </a:lnTo>
                  <a:lnTo>
                    <a:pt x="27690" y="9967"/>
                  </a:lnTo>
                  <a:lnTo>
                    <a:pt x="27393" y="9936"/>
                  </a:lnTo>
                  <a:lnTo>
                    <a:pt x="27090" y="9910"/>
                  </a:lnTo>
                  <a:lnTo>
                    <a:pt x="26779" y="9886"/>
                  </a:lnTo>
                  <a:lnTo>
                    <a:pt x="26461" y="9867"/>
                  </a:lnTo>
                  <a:lnTo>
                    <a:pt x="26136" y="9851"/>
                  </a:lnTo>
                  <a:lnTo>
                    <a:pt x="25804" y="9838"/>
                  </a:lnTo>
                  <a:lnTo>
                    <a:pt x="25465" y="9829"/>
                  </a:lnTo>
                  <a:lnTo>
                    <a:pt x="25118" y="9824"/>
                  </a:lnTo>
                  <a:lnTo>
                    <a:pt x="24764" y="9822"/>
                  </a:lnTo>
                  <a:lnTo>
                    <a:pt x="24037" y="9839"/>
                  </a:lnTo>
                  <a:lnTo>
                    <a:pt x="23331" y="9889"/>
                  </a:lnTo>
                  <a:lnTo>
                    <a:pt x="22646" y="9972"/>
                  </a:lnTo>
                  <a:lnTo>
                    <a:pt x="21983" y="10089"/>
                  </a:lnTo>
                  <a:lnTo>
                    <a:pt x="21341" y="10239"/>
                  </a:lnTo>
                  <a:lnTo>
                    <a:pt x="20721" y="10422"/>
                  </a:lnTo>
                  <a:lnTo>
                    <a:pt x="20122" y="10639"/>
                  </a:lnTo>
                  <a:lnTo>
                    <a:pt x="19545" y="10889"/>
                  </a:lnTo>
                  <a:lnTo>
                    <a:pt x="18989" y="11172"/>
                  </a:lnTo>
                  <a:lnTo>
                    <a:pt x="18454" y="11489"/>
                  </a:lnTo>
                  <a:lnTo>
                    <a:pt x="17951" y="11836"/>
                  </a:lnTo>
                  <a:lnTo>
                    <a:pt x="17466" y="12208"/>
                  </a:lnTo>
                  <a:lnTo>
                    <a:pt x="16999" y="12607"/>
                  </a:lnTo>
                  <a:lnTo>
                    <a:pt x="16549" y="13032"/>
                  </a:lnTo>
                  <a:lnTo>
                    <a:pt x="16118" y="13483"/>
                  </a:lnTo>
                  <a:lnTo>
                    <a:pt x="15704" y="13961"/>
                  </a:lnTo>
                  <a:lnTo>
                    <a:pt x="15308" y="14464"/>
                  </a:lnTo>
                  <a:lnTo>
                    <a:pt x="14930" y="14994"/>
                  </a:lnTo>
                  <a:lnTo>
                    <a:pt x="14570" y="15550"/>
                  </a:lnTo>
                  <a:lnTo>
                    <a:pt x="14227" y="16132"/>
                  </a:lnTo>
                  <a:lnTo>
                    <a:pt x="13914" y="16728"/>
                  </a:lnTo>
                  <a:lnTo>
                    <a:pt x="13618" y="17347"/>
                  </a:lnTo>
                  <a:lnTo>
                    <a:pt x="13338" y="17990"/>
                  </a:lnTo>
                  <a:lnTo>
                    <a:pt x="13075" y="18657"/>
                  </a:lnTo>
                  <a:lnTo>
                    <a:pt x="12828" y="19347"/>
                  </a:lnTo>
                  <a:lnTo>
                    <a:pt x="12599" y="20062"/>
                  </a:lnTo>
                  <a:lnTo>
                    <a:pt x="12386" y="20800"/>
                  </a:lnTo>
                  <a:lnTo>
                    <a:pt x="12189" y="21562"/>
                  </a:lnTo>
                  <a:lnTo>
                    <a:pt x="12009" y="22348"/>
                  </a:lnTo>
                  <a:lnTo>
                    <a:pt x="11846" y="23157"/>
                  </a:lnTo>
                  <a:lnTo>
                    <a:pt x="11699" y="23975"/>
                  </a:lnTo>
                  <a:lnTo>
                    <a:pt x="11568" y="24807"/>
                  </a:lnTo>
                  <a:lnTo>
                    <a:pt x="11452" y="25656"/>
                  </a:lnTo>
                  <a:lnTo>
                    <a:pt x="11351" y="26519"/>
                  </a:lnTo>
                  <a:lnTo>
                    <a:pt x="11266" y="27399"/>
                  </a:lnTo>
                  <a:lnTo>
                    <a:pt x="11196" y="28294"/>
                  </a:lnTo>
                  <a:lnTo>
                    <a:pt x="11142" y="29204"/>
                  </a:lnTo>
                  <a:lnTo>
                    <a:pt x="11103" y="30129"/>
                  </a:lnTo>
                  <a:lnTo>
                    <a:pt x="11080" y="31071"/>
                  </a:lnTo>
                  <a:lnTo>
                    <a:pt x="11072" y="32027"/>
                  </a:lnTo>
                  <a:lnTo>
                    <a:pt x="1107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h131"/>
            <p:cNvSpPr/>
            <p:nvPr/>
          </p:nvSpPr>
          <p:spPr>
            <a:xfrm>
              <a:off x="8412312" y="2358773"/>
              <a:ext cx="31134" cy="79771"/>
            </a:xfrm>
            <a:custGeom>
              <a:avLst/>
              <a:pathLst>
                <a:path w="31134" h="79771">
                  <a:moveTo>
                    <a:pt x="31134" y="78343"/>
                  </a:moveTo>
                  <a:lnTo>
                    <a:pt x="30645" y="78471"/>
                  </a:lnTo>
                  <a:lnTo>
                    <a:pt x="30153" y="78593"/>
                  </a:lnTo>
                  <a:lnTo>
                    <a:pt x="29659" y="78709"/>
                  </a:lnTo>
                  <a:lnTo>
                    <a:pt x="29163" y="78819"/>
                  </a:lnTo>
                  <a:lnTo>
                    <a:pt x="28664" y="78923"/>
                  </a:lnTo>
                  <a:lnTo>
                    <a:pt x="28163" y="79021"/>
                  </a:lnTo>
                  <a:lnTo>
                    <a:pt x="27659" y="79114"/>
                  </a:lnTo>
                  <a:lnTo>
                    <a:pt x="27153" y="79200"/>
                  </a:lnTo>
                  <a:lnTo>
                    <a:pt x="26644" y="79280"/>
                  </a:lnTo>
                  <a:lnTo>
                    <a:pt x="26134" y="79355"/>
                  </a:lnTo>
                  <a:lnTo>
                    <a:pt x="25625" y="79434"/>
                  </a:lnTo>
                  <a:lnTo>
                    <a:pt x="25100" y="79505"/>
                  </a:lnTo>
                  <a:lnTo>
                    <a:pt x="24559" y="79567"/>
                  </a:lnTo>
                  <a:lnTo>
                    <a:pt x="24000" y="79621"/>
                  </a:lnTo>
                  <a:lnTo>
                    <a:pt x="23425" y="79667"/>
                  </a:lnTo>
                  <a:lnTo>
                    <a:pt x="22833" y="79705"/>
                  </a:lnTo>
                  <a:lnTo>
                    <a:pt x="22225" y="79734"/>
                  </a:lnTo>
                  <a:lnTo>
                    <a:pt x="21600" y="79755"/>
                  </a:lnTo>
                  <a:lnTo>
                    <a:pt x="20958" y="79767"/>
                  </a:lnTo>
                  <a:lnTo>
                    <a:pt x="20300" y="79771"/>
                  </a:lnTo>
                  <a:lnTo>
                    <a:pt x="17856" y="79626"/>
                  </a:lnTo>
                  <a:lnTo>
                    <a:pt x="15671" y="79188"/>
                  </a:lnTo>
                  <a:lnTo>
                    <a:pt x="13742" y="78459"/>
                  </a:lnTo>
                  <a:lnTo>
                    <a:pt x="12070" y="77438"/>
                  </a:lnTo>
                  <a:lnTo>
                    <a:pt x="10656" y="76125"/>
                  </a:lnTo>
                  <a:lnTo>
                    <a:pt x="9498" y="74521"/>
                  </a:lnTo>
                  <a:lnTo>
                    <a:pt x="8598" y="72625"/>
                  </a:lnTo>
                  <a:lnTo>
                    <a:pt x="7955" y="70437"/>
                  </a:lnTo>
                  <a:lnTo>
                    <a:pt x="7569" y="67957"/>
                  </a:lnTo>
                  <a:lnTo>
                    <a:pt x="7441" y="65186"/>
                  </a:lnTo>
                  <a:lnTo>
                    <a:pt x="7441" y="22205"/>
                  </a:lnTo>
                  <a:lnTo>
                    <a:pt x="0" y="22205"/>
                  </a:lnTo>
                  <a:lnTo>
                    <a:pt x="0" y="14406"/>
                  </a:lnTo>
                  <a:lnTo>
                    <a:pt x="7858" y="14406"/>
                  </a:lnTo>
                  <a:lnTo>
                    <a:pt x="11013" y="0"/>
                  </a:lnTo>
                  <a:lnTo>
                    <a:pt x="18157" y="0"/>
                  </a:lnTo>
                  <a:lnTo>
                    <a:pt x="18157" y="14406"/>
                  </a:lnTo>
                  <a:lnTo>
                    <a:pt x="30063" y="14406"/>
                  </a:lnTo>
                  <a:lnTo>
                    <a:pt x="30063" y="22205"/>
                  </a:lnTo>
                  <a:lnTo>
                    <a:pt x="18157" y="22205"/>
                  </a:lnTo>
                  <a:lnTo>
                    <a:pt x="18157" y="62865"/>
                  </a:lnTo>
                  <a:lnTo>
                    <a:pt x="18171" y="63766"/>
                  </a:lnTo>
                  <a:lnTo>
                    <a:pt x="18216" y="64612"/>
                  </a:lnTo>
                  <a:lnTo>
                    <a:pt x="18290" y="65404"/>
                  </a:lnTo>
                  <a:lnTo>
                    <a:pt x="18395" y="66141"/>
                  </a:lnTo>
                  <a:lnTo>
                    <a:pt x="18529" y="66823"/>
                  </a:lnTo>
                  <a:lnTo>
                    <a:pt x="18692" y="67451"/>
                  </a:lnTo>
                  <a:lnTo>
                    <a:pt x="18886" y="68023"/>
                  </a:lnTo>
                  <a:lnTo>
                    <a:pt x="19109" y="68541"/>
                  </a:lnTo>
                  <a:lnTo>
                    <a:pt x="19362" y="69005"/>
                  </a:lnTo>
                  <a:lnTo>
                    <a:pt x="19645" y="69413"/>
                  </a:lnTo>
                  <a:lnTo>
                    <a:pt x="19976" y="69764"/>
                  </a:lnTo>
                  <a:lnTo>
                    <a:pt x="20352" y="70077"/>
                  </a:lnTo>
                  <a:lnTo>
                    <a:pt x="20772" y="70354"/>
                  </a:lnTo>
                  <a:lnTo>
                    <a:pt x="21235" y="70594"/>
                  </a:lnTo>
                  <a:lnTo>
                    <a:pt x="21743" y="70797"/>
                  </a:lnTo>
                  <a:lnTo>
                    <a:pt x="22295" y="70963"/>
                  </a:lnTo>
                  <a:lnTo>
                    <a:pt x="22891" y="71092"/>
                  </a:lnTo>
                  <a:lnTo>
                    <a:pt x="23531" y="71185"/>
                  </a:lnTo>
                  <a:lnTo>
                    <a:pt x="24215" y="71240"/>
                  </a:lnTo>
                  <a:lnTo>
                    <a:pt x="24943" y="71258"/>
                  </a:lnTo>
                  <a:lnTo>
                    <a:pt x="25251" y="71256"/>
                  </a:lnTo>
                  <a:lnTo>
                    <a:pt x="25557" y="71249"/>
                  </a:lnTo>
                  <a:lnTo>
                    <a:pt x="25861" y="71237"/>
                  </a:lnTo>
                  <a:lnTo>
                    <a:pt x="26162" y="71220"/>
                  </a:lnTo>
                  <a:lnTo>
                    <a:pt x="26461" y="71199"/>
                  </a:lnTo>
                  <a:lnTo>
                    <a:pt x="26758" y="71173"/>
                  </a:lnTo>
                  <a:lnTo>
                    <a:pt x="27052" y="71142"/>
                  </a:lnTo>
                  <a:lnTo>
                    <a:pt x="27343" y="71106"/>
                  </a:lnTo>
                  <a:lnTo>
                    <a:pt x="27633" y="71066"/>
                  </a:lnTo>
                  <a:lnTo>
                    <a:pt x="27920" y="71020"/>
                  </a:lnTo>
                  <a:lnTo>
                    <a:pt x="28220" y="70971"/>
                  </a:lnTo>
                  <a:lnTo>
                    <a:pt x="28524" y="70920"/>
                  </a:lnTo>
                  <a:lnTo>
                    <a:pt x="28834" y="70867"/>
                  </a:lnTo>
                  <a:lnTo>
                    <a:pt x="29148" y="70811"/>
                  </a:lnTo>
                  <a:lnTo>
                    <a:pt x="29467" y="70752"/>
                  </a:lnTo>
                  <a:lnTo>
                    <a:pt x="29791" y="70692"/>
                  </a:lnTo>
                  <a:lnTo>
                    <a:pt x="30120" y="70629"/>
                  </a:lnTo>
                  <a:lnTo>
                    <a:pt x="30453" y="70563"/>
                  </a:lnTo>
                  <a:lnTo>
                    <a:pt x="30791" y="70495"/>
                  </a:lnTo>
                  <a:lnTo>
                    <a:pt x="31134" y="7042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h132"/>
            <p:cNvSpPr/>
            <p:nvPr/>
          </p:nvSpPr>
          <p:spPr>
            <a:xfrm>
              <a:off x="8452495" y="2349248"/>
              <a:ext cx="10715" cy="88344"/>
            </a:xfrm>
            <a:custGeom>
              <a:avLst/>
              <a:pathLst>
                <a:path w="10715" h="88344">
                  <a:moveTo>
                    <a:pt x="0" y="10239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10239"/>
                  </a:lnTo>
                  <a:close/>
                  <a:moveTo>
                    <a:pt x="0" y="88344"/>
                  </a:moveTo>
                  <a:lnTo>
                    <a:pt x="0" y="23931"/>
                  </a:lnTo>
                  <a:lnTo>
                    <a:pt x="10715" y="23931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h133"/>
            <p:cNvSpPr/>
            <p:nvPr/>
          </p:nvSpPr>
          <p:spPr>
            <a:xfrm>
              <a:off x="8476605" y="2371989"/>
              <a:ext cx="62626" cy="66794"/>
            </a:xfrm>
            <a:custGeom>
              <a:avLst/>
              <a:pathLst>
                <a:path w="62626" h="66794">
                  <a:moveTo>
                    <a:pt x="19466" y="66794"/>
                  </a:moveTo>
                  <a:lnTo>
                    <a:pt x="17574" y="66742"/>
                  </a:lnTo>
                  <a:lnTo>
                    <a:pt x="15778" y="66589"/>
                  </a:lnTo>
                  <a:lnTo>
                    <a:pt x="14078" y="66333"/>
                  </a:lnTo>
                  <a:lnTo>
                    <a:pt x="12475" y="65974"/>
                  </a:lnTo>
                  <a:lnTo>
                    <a:pt x="10968" y="65514"/>
                  </a:lnTo>
                  <a:lnTo>
                    <a:pt x="9558" y="64950"/>
                  </a:lnTo>
                  <a:lnTo>
                    <a:pt x="8244" y="64285"/>
                  </a:lnTo>
                  <a:lnTo>
                    <a:pt x="7027" y="63517"/>
                  </a:lnTo>
                  <a:lnTo>
                    <a:pt x="5906" y="62647"/>
                  </a:lnTo>
                  <a:lnTo>
                    <a:pt x="4881" y="61674"/>
                  </a:lnTo>
                  <a:lnTo>
                    <a:pt x="3954" y="60612"/>
                  </a:lnTo>
                  <a:lnTo>
                    <a:pt x="3124" y="59474"/>
                  </a:lnTo>
                  <a:lnTo>
                    <a:pt x="2391" y="58259"/>
                  </a:lnTo>
                  <a:lnTo>
                    <a:pt x="1757" y="56969"/>
                  </a:lnTo>
                  <a:lnTo>
                    <a:pt x="1220" y="55602"/>
                  </a:lnTo>
                  <a:lnTo>
                    <a:pt x="781" y="54159"/>
                  </a:lnTo>
                  <a:lnTo>
                    <a:pt x="439" y="52639"/>
                  </a:lnTo>
                  <a:lnTo>
                    <a:pt x="195" y="51044"/>
                  </a:lnTo>
                  <a:lnTo>
                    <a:pt x="48" y="49372"/>
                  </a:lnTo>
                  <a:lnTo>
                    <a:pt x="0" y="47625"/>
                  </a:lnTo>
                  <a:lnTo>
                    <a:pt x="23" y="46374"/>
                  </a:lnTo>
                  <a:lnTo>
                    <a:pt x="95" y="45169"/>
                  </a:lnTo>
                  <a:lnTo>
                    <a:pt x="214" y="44012"/>
                  </a:lnTo>
                  <a:lnTo>
                    <a:pt x="381" y="42900"/>
                  </a:lnTo>
                  <a:lnTo>
                    <a:pt x="595" y="41835"/>
                  </a:lnTo>
                  <a:lnTo>
                    <a:pt x="857" y="40817"/>
                  </a:lnTo>
                  <a:lnTo>
                    <a:pt x="1166" y="39844"/>
                  </a:lnTo>
                  <a:lnTo>
                    <a:pt x="1524" y="38919"/>
                  </a:lnTo>
                  <a:lnTo>
                    <a:pt x="1928" y="38039"/>
                  </a:lnTo>
                  <a:lnTo>
                    <a:pt x="2381" y="37207"/>
                  </a:lnTo>
                  <a:lnTo>
                    <a:pt x="2883" y="36403"/>
                  </a:lnTo>
                  <a:lnTo>
                    <a:pt x="3414" y="35635"/>
                  </a:lnTo>
                  <a:lnTo>
                    <a:pt x="3974" y="34903"/>
                  </a:lnTo>
                  <a:lnTo>
                    <a:pt x="4562" y="34206"/>
                  </a:lnTo>
                  <a:lnTo>
                    <a:pt x="5179" y="33545"/>
                  </a:lnTo>
                  <a:lnTo>
                    <a:pt x="5824" y="32920"/>
                  </a:lnTo>
                  <a:lnTo>
                    <a:pt x="6498" y="32331"/>
                  </a:lnTo>
                  <a:lnTo>
                    <a:pt x="7200" y="31777"/>
                  </a:lnTo>
                  <a:lnTo>
                    <a:pt x="7931" y="31259"/>
                  </a:lnTo>
                  <a:lnTo>
                    <a:pt x="8691" y="30777"/>
                  </a:lnTo>
                  <a:lnTo>
                    <a:pt x="9488" y="30327"/>
                  </a:lnTo>
                  <a:lnTo>
                    <a:pt x="10306" y="29906"/>
                  </a:lnTo>
                  <a:lnTo>
                    <a:pt x="11145" y="29513"/>
                  </a:lnTo>
                  <a:lnTo>
                    <a:pt x="12006" y="29148"/>
                  </a:lnTo>
                  <a:lnTo>
                    <a:pt x="12888" y="28813"/>
                  </a:lnTo>
                  <a:lnTo>
                    <a:pt x="13792" y="28505"/>
                  </a:lnTo>
                  <a:lnTo>
                    <a:pt x="14717" y="28227"/>
                  </a:lnTo>
                  <a:lnTo>
                    <a:pt x="15663" y="27977"/>
                  </a:lnTo>
                  <a:lnTo>
                    <a:pt x="16631" y="27755"/>
                  </a:lnTo>
                  <a:lnTo>
                    <a:pt x="17621" y="27562"/>
                  </a:lnTo>
                  <a:lnTo>
                    <a:pt x="18623" y="27392"/>
                  </a:lnTo>
                  <a:lnTo>
                    <a:pt x="19628" y="27236"/>
                  </a:lnTo>
                  <a:lnTo>
                    <a:pt x="20637" y="27096"/>
                  </a:lnTo>
                  <a:lnTo>
                    <a:pt x="21650" y="26972"/>
                  </a:lnTo>
                  <a:lnTo>
                    <a:pt x="22666" y="26863"/>
                  </a:lnTo>
                  <a:lnTo>
                    <a:pt x="23686" y="26770"/>
                  </a:lnTo>
                  <a:lnTo>
                    <a:pt x="24709" y="26692"/>
                  </a:lnTo>
                  <a:lnTo>
                    <a:pt x="25736" y="26629"/>
                  </a:lnTo>
                  <a:lnTo>
                    <a:pt x="26767" y="26582"/>
                  </a:lnTo>
                  <a:lnTo>
                    <a:pt x="27801" y="26550"/>
                  </a:lnTo>
                  <a:lnTo>
                    <a:pt x="42267" y="26312"/>
                  </a:lnTo>
                  <a:lnTo>
                    <a:pt x="42267" y="22800"/>
                  </a:lnTo>
                  <a:lnTo>
                    <a:pt x="42258" y="22014"/>
                  </a:lnTo>
                  <a:lnTo>
                    <a:pt x="42233" y="21252"/>
                  </a:lnTo>
                  <a:lnTo>
                    <a:pt x="42192" y="20514"/>
                  </a:lnTo>
                  <a:lnTo>
                    <a:pt x="42133" y="19800"/>
                  </a:lnTo>
                  <a:lnTo>
                    <a:pt x="42058" y="19109"/>
                  </a:lnTo>
                  <a:lnTo>
                    <a:pt x="41967" y="18442"/>
                  </a:lnTo>
                  <a:lnTo>
                    <a:pt x="41858" y="17799"/>
                  </a:lnTo>
                  <a:lnTo>
                    <a:pt x="41733" y="17180"/>
                  </a:lnTo>
                  <a:lnTo>
                    <a:pt x="41592" y="16585"/>
                  </a:lnTo>
                  <a:lnTo>
                    <a:pt x="41433" y="16013"/>
                  </a:lnTo>
                  <a:lnTo>
                    <a:pt x="41258" y="15465"/>
                  </a:lnTo>
                  <a:lnTo>
                    <a:pt x="41064" y="14937"/>
                  </a:lnTo>
                  <a:lnTo>
                    <a:pt x="40853" y="14431"/>
                  </a:lnTo>
                  <a:lnTo>
                    <a:pt x="40624" y="13946"/>
                  </a:lnTo>
                  <a:lnTo>
                    <a:pt x="40377" y="13483"/>
                  </a:lnTo>
                  <a:lnTo>
                    <a:pt x="40112" y="13042"/>
                  </a:lnTo>
                  <a:lnTo>
                    <a:pt x="39829" y="12621"/>
                  </a:lnTo>
                  <a:lnTo>
                    <a:pt x="39528" y="12222"/>
                  </a:lnTo>
                  <a:lnTo>
                    <a:pt x="39210" y="11845"/>
                  </a:lnTo>
                  <a:lnTo>
                    <a:pt x="38873" y="11489"/>
                  </a:lnTo>
                  <a:lnTo>
                    <a:pt x="38519" y="11153"/>
                  </a:lnTo>
                  <a:lnTo>
                    <a:pt x="38147" y="10837"/>
                  </a:lnTo>
                  <a:lnTo>
                    <a:pt x="37757" y="10539"/>
                  </a:lnTo>
                  <a:lnTo>
                    <a:pt x="37349" y="10260"/>
                  </a:lnTo>
                  <a:lnTo>
                    <a:pt x="36924" y="10001"/>
                  </a:lnTo>
                  <a:lnTo>
                    <a:pt x="36480" y="9760"/>
                  </a:lnTo>
                  <a:lnTo>
                    <a:pt x="36019" y="9539"/>
                  </a:lnTo>
                  <a:lnTo>
                    <a:pt x="35540" y="9336"/>
                  </a:lnTo>
                  <a:lnTo>
                    <a:pt x="35043" y="9153"/>
                  </a:lnTo>
                  <a:lnTo>
                    <a:pt x="34528" y="8989"/>
                  </a:lnTo>
                  <a:lnTo>
                    <a:pt x="34006" y="8830"/>
                  </a:lnTo>
                  <a:lnTo>
                    <a:pt x="33466" y="8689"/>
                  </a:lnTo>
                  <a:lnTo>
                    <a:pt x="32906" y="8564"/>
                  </a:lnTo>
                  <a:lnTo>
                    <a:pt x="32327" y="8455"/>
                  </a:lnTo>
                  <a:lnTo>
                    <a:pt x="31730" y="8364"/>
                  </a:lnTo>
                  <a:lnTo>
                    <a:pt x="31113" y="8289"/>
                  </a:lnTo>
                  <a:lnTo>
                    <a:pt x="30477" y="8230"/>
                  </a:lnTo>
                  <a:lnTo>
                    <a:pt x="29822" y="8189"/>
                  </a:lnTo>
                  <a:lnTo>
                    <a:pt x="29148" y="8164"/>
                  </a:lnTo>
                  <a:lnTo>
                    <a:pt x="28455" y="8155"/>
                  </a:lnTo>
                  <a:lnTo>
                    <a:pt x="27842" y="8160"/>
                  </a:lnTo>
                  <a:lnTo>
                    <a:pt x="27241" y="8174"/>
                  </a:lnTo>
                  <a:lnTo>
                    <a:pt x="26652" y="8198"/>
                  </a:lnTo>
                  <a:lnTo>
                    <a:pt x="26074" y="8231"/>
                  </a:lnTo>
                  <a:lnTo>
                    <a:pt x="25509" y="8274"/>
                  </a:lnTo>
                  <a:lnTo>
                    <a:pt x="24955" y="8327"/>
                  </a:lnTo>
                  <a:lnTo>
                    <a:pt x="24413" y="8389"/>
                  </a:lnTo>
                  <a:lnTo>
                    <a:pt x="23883" y="8460"/>
                  </a:lnTo>
                  <a:lnTo>
                    <a:pt x="23366" y="8541"/>
                  </a:lnTo>
                  <a:lnTo>
                    <a:pt x="22859" y="8632"/>
                  </a:lnTo>
                  <a:lnTo>
                    <a:pt x="22366" y="8723"/>
                  </a:lnTo>
                  <a:lnTo>
                    <a:pt x="21886" y="8829"/>
                  </a:lnTo>
                  <a:lnTo>
                    <a:pt x="21418" y="8951"/>
                  </a:lnTo>
                  <a:lnTo>
                    <a:pt x="20964" y="9089"/>
                  </a:lnTo>
                  <a:lnTo>
                    <a:pt x="20523" y="9242"/>
                  </a:lnTo>
                  <a:lnTo>
                    <a:pt x="20095" y="9410"/>
                  </a:lnTo>
                  <a:lnTo>
                    <a:pt x="19680" y="9594"/>
                  </a:lnTo>
                  <a:lnTo>
                    <a:pt x="19278" y="9794"/>
                  </a:lnTo>
                  <a:lnTo>
                    <a:pt x="18889" y="10008"/>
                  </a:lnTo>
                  <a:lnTo>
                    <a:pt x="18514" y="10239"/>
                  </a:lnTo>
                  <a:lnTo>
                    <a:pt x="18152" y="10474"/>
                  </a:lnTo>
                  <a:lnTo>
                    <a:pt x="17804" y="10727"/>
                  </a:lnTo>
                  <a:lnTo>
                    <a:pt x="17471" y="10998"/>
                  </a:lnTo>
                  <a:lnTo>
                    <a:pt x="17152" y="11287"/>
                  </a:lnTo>
                  <a:lnTo>
                    <a:pt x="16847" y="11593"/>
                  </a:lnTo>
                  <a:lnTo>
                    <a:pt x="16556" y="11918"/>
                  </a:lnTo>
                  <a:lnTo>
                    <a:pt x="16280" y="12260"/>
                  </a:lnTo>
                  <a:lnTo>
                    <a:pt x="16018" y="12620"/>
                  </a:lnTo>
                  <a:lnTo>
                    <a:pt x="15771" y="12998"/>
                  </a:lnTo>
                  <a:lnTo>
                    <a:pt x="15537" y="13394"/>
                  </a:lnTo>
                  <a:lnTo>
                    <a:pt x="15319" y="13798"/>
                  </a:lnTo>
                  <a:lnTo>
                    <a:pt x="15116" y="14223"/>
                  </a:lnTo>
                  <a:lnTo>
                    <a:pt x="14928" y="14669"/>
                  </a:lnTo>
                  <a:lnTo>
                    <a:pt x="14756" y="15137"/>
                  </a:lnTo>
                  <a:lnTo>
                    <a:pt x="14600" y="15626"/>
                  </a:lnTo>
                  <a:lnTo>
                    <a:pt x="14458" y="16137"/>
                  </a:lnTo>
                  <a:lnTo>
                    <a:pt x="14333" y="16669"/>
                  </a:lnTo>
                  <a:lnTo>
                    <a:pt x="14223" y="17223"/>
                  </a:lnTo>
                  <a:lnTo>
                    <a:pt x="14128" y="17798"/>
                  </a:lnTo>
                  <a:lnTo>
                    <a:pt x="14049" y="18395"/>
                  </a:lnTo>
                  <a:lnTo>
                    <a:pt x="2857" y="17383"/>
                  </a:lnTo>
                  <a:lnTo>
                    <a:pt x="2987" y="16627"/>
                  </a:lnTo>
                  <a:lnTo>
                    <a:pt x="3138" y="15885"/>
                  </a:lnTo>
                  <a:lnTo>
                    <a:pt x="3311" y="15156"/>
                  </a:lnTo>
                  <a:lnTo>
                    <a:pt x="3505" y="14439"/>
                  </a:lnTo>
                  <a:lnTo>
                    <a:pt x="3720" y="13736"/>
                  </a:lnTo>
                  <a:lnTo>
                    <a:pt x="3957" y="13046"/>
                  </a:lnTo>
                  <a:lnTo>
                    <a:pt x="4216" y="12369"/>
                  </a:lnTo>
                  <a:lnTo>
                    <a:pt x="4495" y="11706"/>
                  </a:lnTo>
                  <a:lnTo>
                    <a:pt x="4797" y="11055"/>
                  </a:lnTo>
                  <a:lnTo>
                    <a:pt x="5119" y="10417"/>
                  </a:lnTo>
                  <a:lnTo>
                    <a:pt x="5466" y="9783"/>
                  </a:lnTo>
                  <a:lnTo>
                    <a:pt x="5841" y="9167"/>
                  </a:lnTo>
                  <a:lnTo>
                    <a:pt x="6243" y="8569"/>
                  </a:lnTo>
                  <a:lnTo>
                    <a:pt x="6672" y="7989"/>
                  </a:lnTo>
                  <a:lnTo>
                    <a:pt x="7128" y="7426"/>
                  </a:lnTo>
                  <a:lnTo>
                    <a:pt x="7612" y="6881"/>
                  </a:lnTo>
                  <a:lnTo>
                    <a:pt x="8124" y="6354"/>
                  </a:lnTo>
                  <a:lnTo>
                    <a:pt x="8662" y="5845"/>
                  </a:lnTo>
                  <a:lnTo>
                    <a:pt x="9229" y="5354"/>
                  </a:lnTo>
                  <a:lnTo>
                    <a:pt x="9822" y="4881"/>
                  </a:lnTo>
                  <a:lnTo>
                    <a:pt x="10456" y="4427"/>
                  </a:lnTo>
                  <a:lnTo>
                    <a:pt x="11120" y="3995"/>
                  </a:lnTo>
                  <a:lnTo>
                    <a:pt x="11813" y="3584"/>
                  </a:lnTo>
                  <a:lnTo>
                    <a:pt x="12537" y="3195"/>
                  </a:lnTo>
                  <a:lnTo>
                    <a:pt x="13290" y="2827"/>
                  </a:lnTo>
                  <a:lnTo>
                    <a:pt x="14073" y="2481"/>
                  </a:lnTo>
                  <a:lnTo>
                    <a:pt x="14885" y="2156"/>
                  </a:lnTo>
                  <a:lnTo>
                    <a:pt x="15728" y="1852"/>
                  </a:lnTo>
                  <a:lnTo>
                    <a:pt x="16600" y="1570"/>
                  </a:lnTo>
                  <a:lnTo>
                    <a:pt x="17502" y="1309"/>
                  </a:lnTo>
                  <a:lnTo>
                    <a:pt x="18449" y="1060"/>
                  </a:lnTo>
                  <a:lnTo>
                    <a:pt x="19435" y="838"/>
                  </a:lnTo>
                  <a:lnTo>
                    <a:pt x="20459" y="641"/>
                  </a:lnTo>
                  <a:lnTo>
                    <a:pt x="21521" y="471"/>
                  </a:lnTo>
                  <a:lnTo>
                    <a:pt x="22621" y="327"/>
                  </a:lnTo>
                  <a:lnTo>
                    <a:pt x="23760" y="209"/>
                  </a:lnTo>
                  <a:lnTo>
                    <a:pt x="24936" y="117"/>
                  </a:lnTo>
                  <a:lnTo>
                    <a:pt x="26150" y="52"/>
                  </a:lnTo>
                  <a:lnTo>
                    <a:pt x="27403" y="13"/>
                  </a:lnTo>
                  <a:lnTo>
                    <a:pt x="28694" y="0"/>
                  </a:lnTo>
                  <a:lnTo>
                    <a:pt x="31062" y="55"/>
                  </a:lnTo>
                  <a:lnTo>
                    <a:pt x="33311" y="223"/>
                  </a:lnTo>
                  <a:lnTo>
                    <a:pt x="35439" y="503"/>
                  </a:lnTo>
                  <a:lnTo>
                    <a:pt x="37447" y="895"/>
                  </a:lnTo>
                  <a:lnTo>
                    <a:pt x="39335" y="1398"/>
                  </a:lnTo>
                  <a:lnTo>
                    <a:pt x="41102" y="2014"/>
                  </a:lnTo>
                  <a:lnTo>
                    <a:pt x="42749" y="2742"/>
                  </a:lnTo>
                  <a:lnTo>
                    <a:pt x="44276" y="3581"/>
                  </a:lnTo>
                  <a:lnTo>
                    <a:pt x="45683" y="4532"/>
                  </a:lnTo>
                  <a:lnTo>
                    <a:pt x="46970" y="5595"/>
                  </a:lnTo>
                  <a:lnTo>
                    <a:pt x="48135" y="6753"/>
                  </a:lnTo>
                  <a:lnTo>
                    <a:pt x="49177" y="8010"/>
                  </a:lnTo>
                  <a:lnTo>
                    <a:pt x="50097" y="9367"/>
                  </a:lnTo>
                  <a:lnTo>
                    <a:pt x="50894" y="10825"/>
                  </a:lnTo>
                  <a:lnTo>
                    <a:pt x="51568" y="12382"/>
                  </a:lnTo>
                  <a:lnTo>
                    <a:pt x="52120" y="14039"/>
                  </a:lnTo>
                  <a:lnTo>
                    <a:pt x="52550" y="15797"/>
                  </a:lnTo>
                  <a:lnTo>
                    <a:pt x="52856" y="17654"/>
                  </a:lnTo>
                  <a:lnTo>
                    <a:pt x="53040" y="19611"/>
                  </a:lnTo>
                  <a:lnTo>
                    <a:pt x="53101" y="21669"/>
                  </a:lnTo>
                  <a:lnTo>
                    <a:pt x="53101" y="49410"/>
                  </a:lnTo>
                  <a:lnTo>
                    <a:pt x="53114" y="50340"/>
                  </a:lnTo>
                  <a:lnTo>
                    <a:pt x="53151" y="51223"/>
                  </a:lnTo>
                  <a:lnTo>
                    <a:pt x="53214" y="52059"/>
                  </a:lnTo>
                  <a:lnTo>
                    <a:pt x="53301" y="52849"/>
                  </a:lnTo>
                  <a:lnTo>
                    <a:pt x="53414" y="53593"/>
                  </a:lnTo>
                  <a:lnTo>
                    <a:pt x="53551" y="54290"/>
                  </a:lnTo>
                  <a:lnTo>
                    <a:pt x="53714" y="54940"/>
                  </a:lnTo>
                  <a:lnTo>
                    <a:pt x="53901" y="55545"/>
                  </a:lnTo>
                  <a:lnTo>
                    <a:pt x="54114" y="56102"/>
                  </a:lnTo>
                  <a:lnTo>
                    <a:pt x="54352" y="56614"/>
                  </a:lnTo>
                  <a:lnTo>
                    <a:pt x="54624" y="57066"/>
                  </a:lnTo>
                  <a:lnTo>
                    <a:pt x="54942" y="57471"/>
                  </a:lnTo>
                  <a:lnTo>
                    <a:pt x="55305" y="57828"/>
                  </a:lnTo>
                  <a:lnTo>
                    <a:pt x="55714" y="58138"/>
                  </a:lnTo>
                  <a:lnTo>
                    <a:pt x="56167" y="58400"/>
                  </a:lnTo>
                  <a:lnTo>
                    <a:pt x="56666" y="58614"/>
                  </a:lnTo>
                  <a:lnTo>
                    <a:pt x="57210" y="58781"/>
                  </a:lnTo>
                  <a:lnTo>
                    <a:pt x="57800" y="58900"/>
                  </a:lnTo>
                  <a:lnTo>
                    <a:pt x="58434" y="58971"/>
                  </a:lnTo>
                  <a:lnTo>
                    <a:pt x="59114" y="58995"/>
                  </a:lnTo>
                  <a:lnTo>
                    <a:pt x="59293" y="58994"/>
                  </a:lnTo>
                  <a:lnTo>
                    <a:pt x="59471" y="58990"/>
                  </a:lnTo>
                  <a:lnTo>
                    <a:pt x="59650" y="58984"/>
                  </a:lnTo>
                  <a:lnTo>
                    <a:pt x="59828" y="58976"/>
                  </a:lnTo>
                  <a:lnTo>
                    <a:pt x="60007" y="58965"/>
                  </a:lnTo>
                  <a:lnTo>
                    <a:pt x="60186" y="58952"/>
                  </a:lnTo>
                  <a:lnTo>
                    <a:pt x="60364" y="58937"/>
                  </a:lnTo>
                  <a:lnTo>
                    <a:pt x="60543" y="58919"/>
                  </a:lnTo>
                  <a:lnTo>
                    <a:pt x="60721" y="58899"/>
                  </a:lnTo>
                  <a:lnTo>
                    <a:pt x="60900" y="58876"/>
                  </a:lnTo>
                  <a:lnTo>
                    <a:pt x="61078" y="58851"/>
                  </a:lnTo>
                  <a:lnTo>
                    <a:pt x="61255" y="58826"/>
                  </a:lnTo>
                  <a:lnTo>
                    <a:pt x="61430" y="58799"/>
                  </a:lnTo>
                  <a:lnTo>
                    <a:pt x="61605" y="58771"/>
                  </a:lnTo>
                  <a:lnTo>
                    <a:pt x="61778" y="58742"/>
                  </a:lnTo>
                  <a:lnTo>
                    <a:pt x="61950" y="58712"/>
                  </a:lnTo>
                  <a:lnTo>
                    <a:pt x="62121" y="58680"/>
                  </a:lnTo>
                  <a:lnTo>
                    <a:pt x="62291" y="58647"/>
                  </a:lnTo>
                  <a:lnTo>
                    <a:pt x="62459" y="58613"/>
                  </a:lnTo>
                  <a:lnTo>
                    <a:pt x="62626" y="58578"/>
                  </a:lnTo>
                  <a:lnTo>
                    <a:pt x="62626" y="65246"/>
                  </a:lnTo>
                  <a:lnTo>
                    <a:pt x="62222" y="65339"/>
                  </a:lnTo>
                  <a:lnTo>
                    <a:pt x="61817" y="65427"/>
                  </a:lnTo>
                  <a:lnTo>
                    <a:pt x="61412" y="65510"/>
                  </a:lnTo>
                  <a:lnTo>
                    <a:pt x="61007" y="65589"/>
                  </a:lnTo>
                  <a:lnTo>
                    <a:pt x="60602" y="65662"/>
                  </a:lnTo>
                  <a:lnTo>
                    <a:pt x="60198" y="65732"/>
                  </a:lnTo>
                  <a:lnTo>
                    <a:pt x="59793" y="65796"/>
                  </a:lnTo>
                  <a:lnTo>
                    <a:pt x="59388" y="65855"/>
                  </a:lnTo>
                  <a:lnTo>
                    <a:pt x="58983" y="65910"/>
                  </a:lnTo>
                  <a:lnTo>
                    <a:pt x="58578" y="65960"/>
                  </a:lnTo>
                  <a:lnTo>
                    <a:pt x="58182" y="66005"/>
                  </a:lnTo>
                  <a:lnTo>
                    <a:pt x="57781" y="66046"/>
                  </a:lnTo>
                  <a:lnTo>
                    <a:pt x="57373" y="66082"/>
                  </a:lnTo>
                  <a:lnTo>
                    <a:pt x="56959" y="66113"/>
                  </a:lnTo>
                  <a:lnTo>
                    <a:pt x="56539" y="66139"/>
                  </a:lnTo>
                  <a:lnTo>
                    <a:pt x="56114" y="66160"/>
                  </a:lnTo>
                  <a:lnTo>
                    <a:pt x="55682" y="66177"/>
                  </a:lnTo>
                  <a:lnTo>
                    <a:pt x="55245" y="66189"/>
                  </a:lnTo>
                  <a:lnTo>
                    <a:pt x="54801" y="66196"/>
                  </a:lnTo>
                  <a:lnTo>
                    <a:pt x="54352" y="66198"/>
                  </a:lnTo>
                  <a:lnTo>
                    <a:pt x="53753" y="66191"/>
                  </a:lnTo>
                  <a:lnTo>
                    <a:pt x="53170" y="66167"/>
                  </a:lnTo>
                  <a:lnTo>
                    <a:pt x="52605" y="66129"/>
                  </a:lnTo>
                  <a:lnTo>
                    <a:pt x="52056" y="66074"/>
                  </a:lnTo>
                  <a:lnTo>
                    <a:pt x="51524" y="66005"/>
                  </a:lnTo>
                  <a:lnTo>
                    <a:pt x="51008" y="65920"/>
                  </a:lnTo>
                  <a:lnTo>
                    <a:pt x="50509" y="65819"/>
                  </a:lnTo>
                  <a:lnTo>
                    <a:pt x="50027" y="65703"/>
                  </a:lnTo>
                  <a:lnTo>
                    <a:pt x="49562" y="65571"/>
                  </a:lnTo>
                  <a:lnTo>
                    <a:pt x="49113" y="65424"/>
                  </a:lnTo>
                  <a:lnTo>
                    <a:pt x="48692" y="65250"/>
                  </a:lnTo>
                  <a:lnTo>
                    <a:pt x="48286" y="65060"/>
                  </a:lnTo>
                  <a:lnTo>
                    <a:pt x="47897" y="64855"/>
                  </a:lnTo>
                  <a:lnTo>
                    <a:pt x="47522" y="64634"/>
                  </a:lnTo>
                  <a:lnTo>
                    <a:pt x="47163" y="64397"/>
                  </a:lnTo>
                  <a:lnTo>
                    <a:pt x="46820" y="64146"/>
                  </a:lnTo>
                  <a:lnTo>
                    <a:pt x="46492" y="63878"/>
                  </a:lnTo>
                  <a:lnTo>
                    <a:pt x="46179" y="63596"/>
                  </a:lnTo>
                  <a:lnTo>
                    <a:pt x="45882" y="63297"/>
                  </a:lnTo>
                  <a:lnTo>
                    <a:pt x="45600" y="62984"/>
                  </a:lnTo>
                  <a:lnTo>
                    <a:pt x="45333" y="62643"/>
                  </a:lnTo>
                  <a:lnTo>
                    <a:pt x="45079" y="62288"/>
                  </a:lnTo>
                  <a:lnTo>
                    <a:pt x="44838" y="61919"/>
                  </a:lnTo>
                  <a:lnTo>
                    <a:pt x="44610" y="61536"/>
                  </a:lnTo>
                  <a:lnTo>
                    <a:pt x="44395" y="61138"/>
                  </a:lnTo>
                  <a:lnTo>
                    <a:pt x="44193" y="60726"/>
                  </a:lnTo>
                  <a:lnTo>
                    <a:pt x="44004" y="60300"/>
                  </a:lnTo>
                  <a:lnTo>
                    <a:pt x="43829" y="59859"/>
                  </a:lnTo>
                  <a:lnTo>
                    <a:pt x="43666" y="59405"/>
                  </a:lnTo>
                  <a:lnTo>
                    <a:pt x="43517" y="58935"/>
                  </a:lnTo>
                  <a:lnTo>
                    <a:pt x="43379" y="58440"/>
                  </a:lnTo>
                  <a:lnTo>
                    <a:pt x="43253" y="57928"/>
                  </a:lnTo>
                  <a:lnTo>
                    <a:pt x="43136" y="57401"/>
                  </a:lnTo>
                  <a:lnTo>
                    <a:pt x="43031" y="56859"/>
                  </a:lnTo>
                  <a:lnTo>
                    <a:pt x="42936" y="56301"/>
                  </a:lnTo>
                  <a:lnTo>
                    <a:pt x="42852" y="55728"/>
                  </a:lnTo>
                  <a:lnTo>
                    <a:pt x="42779" y="55139"/>
                  </a:lnTo>
                  <a:lnTo>
                    <a:pt x="42717" y="54535"/>
                  </a:lnTo>
                  <a:lnTo>
                    <a:pt x="42665" y="53915"/>
                  </a:lnTo>
                  <a:lnTo>
                    <a:pt x="42624" y="53280"/>
                  </a:lnTo>
                  <a:lnTo>
                    <a:pt x="42267" y="53280"/>
                  </a:lnTo>
                  <a:lnTo>
                    <a:pt x="41918" y="53893"/>
                  </a:lnTo>
                  <a:lnTo>
                    <a:pt x="41562" y="54494"/>
                  </a:lnTo>
                  <a:lnTo>
                    <a:pt x="41199" y="55084"/>
                  </a:lnTo>
                  <a:lnTo>
                    <a:pt x="40828" y="55661"/>
                  </a:lnTo>
                  <a:lnTo>
                    <a:pt x="40451" y="56227"/>
                  </a:lnTo>
                  <a:lnTo>
                    <a:pt x="40066" y="56780"/>
                  </a:lnTo>
                  <a:lnTo>
                    <a:pt x="39675" y="57322"/>
                  </a:lnTo>
                  <a:lnTo>
                    <a:pt x="39276" y="57852"/>
                  </a:lnTo>
                  <a:lnTo>
                    <a:pt x="38870" y="58370"/>
                  </a:lnTo>
                  <a:lnTo>
                    <a:pt x="38457" y="58876"/>
                  </a:lnTo>
                  <a:lnTo>
                    <a:pt x="38045" y="59369"/>
                  </a:lnTo>
                  <a:lnTo>
                    <a:pt x="37618" y="59847"/>
                  </a:lnTo>
                  <a:lnTo>
                    <a:pt x="37178" y="60312"/>
                  </a:lnTo>
                  <a:lnTo>
                    <a:pt x="36723" y="60762"/>
                  </a:lnTo>
                  <a:lnTo>
                    <a:pt x="36254" y="61198"/>
                  </a:lnTo>
                  <a:lnTo>
                    <a:pt x="35771" y="61619"/>
                  </a:lnTo>
                  <a:lnTo>
                    <a:pt x="35273" y="62026"/>
                  </a:lnTo>
                  <a:lnTo>
                    <a:pt x="34761" y="62419"/>
                  </a:lnTo>
                  <a:lnTo>
                    <a:pt x="34235" y="62798"/>
                  </a:lnTo>
                  <a:lnTo>
                    <a:pt x="33694" y="63162"/>
                  </a:lnTo>
                  <a:lnTo>
                    <a:pt x="33139" y="63500"/>
                  </a:lnTo>
                  <a:lnTo>
                    <a:pt x="32568" y="63822"/>
                  </a:lnTo>
                  <a:lnTo>
                    <a:pt x="31981" y="64128"/>
                  </a:lnTo>
                  <a:lnTo>
                    <a:pt x="31380" y="64419"/>
                  </a:lnTo>
                  <a:lnTo>
                    <a:pt x="30762" y="64695"/>
                  </a:lnTo>
                  <a:lnTo>
                    <a:pt x="30129" y="64955"/>
                  </a:lnTo>
                  <a:lnTo>
                    <a:pt x="29481" y="65200"/>
                  </a:lnTo>
                  <a:lnTo>
                    <a:pt x="28817" y="65429"/>
                  </a:lnTo>
                  <a:lnTo>
                    <a:pt x="28138" y="65643"/>
                  </a:lnTo>
                  <a:lnTo>
                    <a:pt x="27443" y="65841"/>
                  </a:lnTo>
                  <a:lnTo>
                    <a:pt x="26742" y="66022"/>
                  </a:lnTo>
                  <a:lnTo>
                    <a:pt x="26019" y="66184"/>
                  </a:lnTo>
                  <a:lnTo>
                    <a:pt x="25275" y="66327"/>
                  </a:lnTo>
                  <a:lnTo>
                    <a:pt x="24510" y="66451"/>
                  </a:lnTo>
                  <a:lnTo>
                    <a:pt x="23723" y="66555"/>
                  </a:lnTo>
                  <a:lnTo>
                    <a:pt x="22914" y="66641"/>
                  </a:lnTo>
                  <a:lnTo>
                    <a:pt x="22084" y="66708"/>
                  </a:lnTo>
                  <a:lnTo>
                    <a:pt x="21233" y="66755"/>
                  </a:lnTo>
                  <a:lnTo>
                    <a:pt x="20360" y="66784"/>
                  </a:lnTo>
                  <a:close/>
                  <a:moveTo>
                    <a:pt x="21907" y="58757"/>
                  </a:moveTo>
                  <a:lnTo>
                    <a:pt x="22918" y="58738"/>
                  </a:lnTo>
                  <a:lnTo>
                    <a:pt x="23902" y="58683"/>
                  </a:lnTo>
                  <a:lnTo>
                    <a:pt x="24861" y="58591"/>
                  </a:lnTo>
                  <a:lnTo>
                    <a:pt x="25793" y="58462"/>
                  </a:lnTo>
                  <a:lnTo>
                    <a:pt x="26699" y="58295"/>
                  </a:lnTo>
                  <a:lnTo>
                    <a:pt x="27579" y="58092"/>
                  </a:lnTo>
                  <a:lnTo>
                    <a:pt x="28433" y="57853"/>
                  </a:lnTo>
                  <a:lnTo>
                    <a:pt x="29260" y="57576"/>
                  </a:lnTo>
                  <a:lnTo>
                    <a:pt x="30062" y="57262"/>
                  </a:lnTo>
                  <a:lnTo>
                    <a:pt x="30837" y="56911"/>
                  </a:lnTo>
                  <a:lnTo>
                    <a:pt x="31597" y="56520"/>
                  </a:lnTo>
                  <a:lnTo>
                    <a:pt x="32330" y="56109"/>
                  </a:lnTo>
                  <a:lnTo>
                    <a:pt x="33035" y="55677"/>
                  </a:lnTo>
                  <a:lnTo>
                    <a:pt x="33713" y="55225"/>
                  </a:lnTo>
                  <a:lnTo>
                    <a:pt x="34364" y="54753"/>
                  </a:lnTo>
                  <a:lnTo>
                    <a:pt x="34987" y="54261"/>
                  </a:lnTo>
                  <a:lnTo>
                    <a:pt x="35583" y="53748"/>
                  </a:lnTo>
                  <a:lnTo>
                    <a:pt x="36152" y="53216"/>
                  </a:lnTo>
                  <a:lnTo>
                    <a:pt x="36693" y="52663"/>
                  </a:lnTo>
                  <a:lnTo>
                    <a:pt x="37207" y="52089"/>
                  </a:lnTo>
                  <a:lnTo>
                    <a:pt x="37705" y="51501"/>
                  </a:lnTo>
                  <a:lnTo>
                    <a:pt x="38178" y="50901"/>
                  </a:lnTo>
                  <a:lnTo>
                    <a:pt x="38625" y="50291"/>
                  </a:lnTo>
                  <a:lnTo>
                    <a:pt x="39045" y="49670"/>
                  </a:lnTo>
                  <a:lnTo>
                    <a:pt x="39439" y="49038"/>
                  </a:lnTo>
                  <a:lnTo>
                    <a:pt x="39807" y="48396"/>
                  </a:lnTo>
                  <a:lnTo>
                    <a:pt x="40149" y="47743"/>
                  </a:lnTo>
                  <a:lnTo>
                    <a:pt x="40464" y="47079"/>
                  </a:lnTo>
                  <a:lnTo>
                    <a:pt x="40753" y="46405"/>
                  </a:lnTo>
                  <a:lnTo>
                    <a:pt x="41017" y="45719"/>
                  </a:lnTo>
                  <a:lnTo>
                    <a:pt x="41254" y="45032"/>
                  </a:lnTo>
                  <a:lnTo>
                    <a:pt x="41467" y="44350"/>
                  </a:lnTo>
                  <a:lnTo>
                    <a:pt x="41654" y="43675"/>
                  </a:lnTo>
                  <a:lnTo>
                    <a:pt x="41817" y="43005"/>
                  </a:lnTo>
                  <a:lnTo>
                    <a:pt x="41954" y="42341"/>
                  </a:lnTo>
                  <a:lnTo>
                    <a:pt x="42067" y="41683"/>
                  </a:lnTo>
                  <a:lnTo>
                    <a:pt x="42154" y="41031"/>
                  </a:lnTo>
                  <a:lnTo>
                    <a:pt x="42217" y="40386"/>
                  </a:lnTo>
                  <a:lnTo>
                    <a:pt x="42254" y="39746"/>
                  </a:lnTo>
                  <a:lnTo>
                    <a:pt x="42267" y="39112"/>
                  </a:lnTo>
                  <a:lnTo>
                    <a:pt x="42267" y="33813"/>
                  </a:lnTo>
                  <a:lnTo>
                    <a:pt x="30539" y="34051"/>
                  </a:lnTo>
                  <a:lnTo>
                    <a:pt x="29757" y="34068"/>
                  </a:lnTo>
                  <a:lnTo>
                    <a:pt x="28982" y="34094"/>
                  </a:lnTo>
                  <a:lnTo>
                    <a:pt x="28214" y="34130"/>
                  </a:lnTo>
                  <a:lnTo>
                    <a:pt x="27453" y="34175"/>
                  </a:lnTo>
                  <a:lnTo>
                    <a:pt x="26699" y="34230"/>
                  </a:lnTo>
                  <a:lnTo>
                    <a:pt x="25953" y="34294"/>
                  </a:lnTo>
                  <a:lnTo>
                    <a:pt x="25213" y="34368"/>
                  </a:lnTo>
                  <a:lnTo>
                    <a:pt x="24481" y="34451"/>
                  </a:lnTo>
                  <a:lnTo>
                    <a:pt x="23756" y="34544"/>
                  </a:lnTo>
                  <a:lnTo>
                    <a:pt x="23038" y="34647"/>
                  </a:lnTo>
                  <a:lnTo>
                    <a:pt x="22344" y="34752"/>
                  </a:lnTo>
                  <a:lnTo>
                    <a:pt x="21666" y="34878"/>
                  </a:lnTo>
                  <a:lnTo>
                    <a:pt x="21006" y="35024"/>
                  </a:lnTo>
                  <a:lnTo>
                    <a:pt x="20362" y="35190"/>
                  </a:lnTo>
                  <a:lnTo>
                    <a:pt x="19734" y="35376"/>
                  </a:lnTo>
                  <a:lnTo>
                    <a:pt x="19123" y="35583"/>
                  </a:lnTo>
                  <a:lnTo>
                    <a:pt x="18529" y="35809"/>
                  </a:lnTo>
                  <a:lnTo>
                    <a:pt x="17952" y="36056"/>
                  </a:lnTo>
                  <a:lnTo>
                    <a:pt x="17391" y="36324"/>
                  </a:lnTo>
                  <a:lnTo>
                    <a:pt x="16847" y="36611"/>
                  </a:lnTo>
                  <a:lnTo>
                    <a:pt x="16322" y="36921"/>
                  </a:lnTo>
                  <a:lnTo>
                    <a:pt x="15818" y="37254"/>
                  </a:lnTo>
                  <a:lnTo>
                    <a:pt x="15336" y="37611"/>
                  </a:lnTo>
                  <a:lnTo>
                    <a:pt x="14875" y="37992"/>
                  </a:lnTo>
                  <a:lnTo>
                    <a:pt x="14436" y="38397"/>
                  </a:lnTo>
                  <a:lnTo>
                    <a:pt x="14018" y="38826"/>
                  </a:lnTo>
                  <a:lnTo>
                    <a:pt x="13621" y="39278"/>
                  </a:lnTo>
                  <a:lnTo>
                    <a:pt x="13246" y="39754"/>
                  </a:lnTo>
                  <a:lnTo>
                    <a:pt x="12893" y="40255"/>
                  </a:lnTo>
                  <a:lnTo>
                    <a:pt x="12561" y="40778"/>
                  </a:lnTo>
                  <a:lnTo>
                    <a:pt x="12267" y="41331"/>
                  </a:lnTo>
                  <a:lnTo>
                    <a:pt x="12003" y="41917"/>
                  </a:lnTo>
                  <a:lnTo>
                    <a:pt x="11771" y="42536"/>
                  </a:lnTo>
                  <a:lnTo>
                    <a:pt x="11570" y="43188"/>
                  </a:lnTo>
                  <a:lnTo>
                    <a:pt x="11400" y="43874"/>
                  </a:lnTo>
                  <a:lnTo>
                    <a:pt x="11260" y="44593"/>
                  </a:lnTo>
                  <a:lnTo>
                    <a:pt x="11152" y="45346"/>
                  </a:lnTo>
                  <a:lnTo>
                    <a:pt x="11075" y="46131"/>
                  </a:lnTo>
                  <a:lnTo>
                    <a:pt x="11028" y="46951"/>
                  </a:lnTo>
                  <a:lnTo>
                    <a:pt x="11013" y="47803"/>
                  </a:lnTo>
                  <a:lnTo>
                    <a:pt x="11041" y="48827"/>
                  </a:lnTo>
                  <a:lnTo>
                    <a:pt x="11125" y="49803"/>
                  </a:lnTo>
                  <a:lnTo>
                    <a:pt x="11265" y="50732"/>
                  </a:lnTo>
                  <a:lnTo>
                    <a:pt x="11460" y="51613"/>
                  </a:lnTo>
                  <a:lnTo>
                    <a:pt x="11712" y="52447"/>
                  </a:lnTo>
                  <a:lnTo>
                    <a:pt x="12020" y="53232"/>
                  </a:lnTo>
                  <a:lnTo>
                    <a:pt x="12384" y="53971"/>
                  </a:lnTo>
                  <a:lnTo>
                    <a:pt x="12803" y="54661"/>
                  </a:lnTo>
                  <a:lnTo>
                    <a:pt x="13279" y="55304"/>
                  </a:lnTo>
                  <a:lnTo>
                    <a:pt x="13811" y="55899"/>
                  </a:lnTo>
                  <a:lnTo>
                    <a:pt x="14406" y="56442"/>
                  </a:lnTo>
                  <a:lnTo>
                    <a:pt x="15049" y="56928"/>
                  </a:lnTo>
                  <a:lnTo>
                    <a:pt x="15740" y="57357"/>
                  </a:lnTo>
                  <a:lnTo>
                    <a:pt x="16478" y="57728"/>
                  </a:lnTo>
                  <a:lnTo>
                    <a:pt x="17264" y="58042"/>
                  </a:lnTo>
                  <a:lnTo>
                    <a:pt x="18097" y="58300"/>
                  </a:lnTo>
                  <a:lnTo>
                    <a:pt x="18978" y="58500"/>
                  </a:lnTo>
                  <a:lnTo>
                    <a:pt x="19907" y="58643"/>
                  </a:lnTo>
                  <a:lnTo>
                    <a:pt x="20883" y="587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h134"/>
            <p:cNvSpPr/>
            <p:nvPr/>
          </p:nvSpPr>
          <p:spPr>
            <a:xfrm>
              <a:off x="8547448" y="2349248"/>
              <a:ext cx="10715" cy="88344"/>
            </a:xfrm>
            <a:custGeom>
              <a:avLst/>
              <a:pathLst>
                <a:path w="10715" h="88344">
                  <a:moveTo>
                    <a:pt x="0" y="88344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h135"/>
            <p:cNvSpPr/>
            <p:nvPr/>
          </p:nvSpPr>
          <p:spPr>
            <a:xfrm>
              <a:off x="8564474" y="2454083"/>
              <a:ext cx="71020" cy="7739"/>
            </a:xfrm>
            <a:custGeom>
              <a:avLst/>
              <a:pathLst>
                <a:path w="71020" h="7739">
                  <a:moveTo>
                    <a:pt x="0" y="7739"/>
                  </a:moveTo>
                  <a:lnTo>
                    <a:pt x="0" y="0"/>
                  </a:lnTo>
                  <a:lnTo>
                    <a:pt x="71020" y="0"/>
                  </a:lnTo>
                  <a:lnTo>
                    <a:pt x="71020" y="77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h136"/>
            <p:cNvSpPr/>
            <p:nvPr/>
          </p:nvSpPr>
          <p:spPr>
            <a:xfrm>
              <a:off x="8644126" y="2353713"/>
              <a:ext cx="53756" cy="83879"/>
            </a:xfrm>
            <a:custGeom>
              <a:avLst/>
              <a:pathLst>
                <a:path w="53756" h="83879">
                  <a:moveTo>
                    <a:pt x="0" y="83879"/>
                  </a:moveTo>
                  <a:lnTo>
                    <a:pt x="0" y="0"/>
                  </a:lnTo>
                  <a:lnTo>
                    <a:pt x="11370" y="0"/>
                  </a:lnTo>
                  <a:lnTo>
                    <a:pt x="11370" y="74592"/>
                  </a:lnTo>
                  <a:lnTo>
                    <a:pt x="53756" y="74592"/>
                  </a:lnTo>
                  <a:lnTo>
                    <a:pt x="53756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h137"/>
            <p:cNvSpPr/>
            <p:nvPr/>
          </p:nvSpPr>
          <p:spPr>
            <a:xfrm>
              <a:off x="8710087" y="2349248"/>
              <a:ext cx="10715" cy="88344"/>
            </a:xfrm>
            <a:custGeom>
              <a:avLst/>
              <a:pathLst>
                <a:path w="10715" h="88344">
                  <a:moveTo>
                    <a:pt x="0" y="10239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10239"/>
                  </a:lnTo>
                  <a:close/>
                  <a:moveTo>
                    <a:pt x="0" y="88344"/>
                  </a:moveTo>
                  <a:lnTo>
                    <a:pt x="0" y="23931"/>
                  </a:lnTo>
                  <a:lnTo>
                    <a:pt x="10715" y="23931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h138"/>
            <p:cNvSpPr/>
            <p:nvPr/>
          </p:nvSpPr>
          <p:spPr>
            <a:xfrm>
              <a:off x="8737114" y="2371989"/>
              <a:ext cx="51792" cy="65603"/>
            </a:xfrm>
            <a:custGeom>
              <a:avLst/>
              <a:pathLst>
                <a:path w="51792" h="65603">
                  <a:moveTo>
                    <a:pt x="41017" y="65603"/>
                  </a:moveTo>
                  <a:lnTo>
                    <a:pt x="41017" y="24765"/>
                  </a:lnTo>
                  <a:lnTo>
                    <a:pt x="41009" y="23839"/>
                  </a:lnTo>
                  <a:lnTo>
                    <a:pt x="40988" y="22945"/>
                  </a:lnTo>
                  <a:lnTo>
                    <a:pt x="40952" y="22082"/>
                  </a:lnTo>
                  <a:lnTo>
                    <a:pt x="40902" y="21250"/>
                  </a:lnTo>
                  <a:lnTo>
                    <a:pt x="40838" y="20448"/>
                  </a:lnTo>
                  <a:lnTo>
                    <a:pt x="40759" y="19678"/>
                  </a:lnTo>
                  <a:lnTo>
                    <a:pt x="40666" y="18939"/>
                  </a:lnTo>
                  <a:lnTo>
                    <a:pt x="40559" y="18230"/>
                  </a:lnTo>
                  <a:lnTo>
                    <a:pt x="40438" y="17553"/>
                  </a:lnTo>
                  <a:lnTo>
                    <a:pt x="40302" y="16906"/>
                  </a:lnTo>
                  <a:lnTo>
                    <a:pt x="40162" y="16288"/>
                  </a:lnTo>
                  <a:lnTo>
                    <a:pt x="40004" y="15694"/>
                  </a:lnTo>
                  <a:lnTo>
                    <a:pt x="39829" y="15126"/>
                  </a:lnTo>
                  <a:lnTo>
                    <a:pt x="39635" y="14582"/>
                  </a:lnTo>
                  <a:lnTo>
                    <a:pt x="39424" y="14064"/>
                  </a:lnTo>
                  <a:lnTo>
                    <a:pt x="39195" y="13570"/>
                  </a:lnTo>
                  <a:lnTo>
                    <a:pt x="38948" y="13102"/>
                  </a:lnTo>
                  <a:lnTo>
                    <a:pt x="38683" y="12658"/>
                  </a:lnTo>
                  <a:lnTo>
                    <a:pt x="38400" y="12240"/>
                  </a:lnTo>
                  <a:lnTo>
                    <a:pt x="38099" y="11846"/>
                  </a:lnTo>
                  <a:lnTo>
                    <a:pt x="37780" y="11465"/>
                  </a:lnTo>
                  <a:lnTo>
                    <a:pt x="37440" y="11108"/>
                  </a:lnTo>
                  <a:lnTo>
                    <a:pt x="37080" y="10775"/>
                  </a:lnTo>
                  <a:lnTo>
                    <a:pt x="36699" y="10465"/>
                  </a:lnTo>
                  <a:lnTo>
                    <a:pt x="36299" y="10179"/>
                  </a:lnTo>
                  <a:lnTo>
                    <a:pt x="35878" y="9917"/>
                  </a:lnTo>
                  <a:lnTo>
                    <a:pt x="35437" y="9679"/>
                  </a:lnTo>
                  <a:lnTo>
                    <a:pt x="34975" y="9465"/>
                  </a:lnTo>
                  <a:lnTo>
                    <a:pt x="34494" y="9274"/>
                  </a:lnTo>
                  <a:lnTo>
                    <a:pt x="33992" y="9108"/>
                  </a:lnTo>
                  <a:lnTo>
                    <a:pt x="33479" y="8949"/>
                  </a:lnTo>
                  <a:lnTo>
                    <a:pt x="32942" y="8808"/>
                  </a:lnTo>
                  <a:lnTo>
                    <a:pt x="32379" y="8683"/>
                  </a:lnTo>
                  <a:lnTo>
                    <a:pt x="31792" y="8574"/>
                  </a:lnTo>
                  <a:lnTo>
                    <a:pt x="31179" y="8483"/>
                  </a:lnTo>
                  <a:lnTo>
                    <a:pt x="30541" y="8408"/>
                  </a:lnTo>
                  <a:lnTo>
                    <a:pt x="29879" y="8349"/>
                  </a:lnTo>
                  <a:lnTo>
                    <a:pt x="29191" y="8308"/>
                  </a:lnTo>
                  <a:lnTo>
                    <a:pt x="28479" y="8283"/>
                  </a:lnTo>
                  <a:lnTo>
                    <a:pt x="27741" y="8274"/>
                  </a:lnTo>
                  <a:lnTo>
                    <a:pt x="26986" y="8288"/>
                  </a:lnTo>
                  <a:lnTo>
                    <a:pt x="26246" y="8329"/>
                  </a:lnTo>
                  <a:lnTo>
                    <a:pt x="25519" y="8398"/>
                  </a:lnTo>
                  <a:lnTo>
                    <a:pt x="24807" y="8493"/>
                  </a:lnTo>
                  <a:lnTo>
                    <a:pt x="24110" y="8617"/>
                  </a:lnTo>
                  <a:lnTo>
                    <a:pt x="23426" y="8767"/>
                  </a:lnTo>
                  <a:lnTo>
                    <a:pt x="22757" y="8945"/>
                  </a:lnTo>
                  <a:lnTo>
                    <a:pt x="22102" y="9151"/>
                  </a:lnTo>
                  <a:lnTo>
                    <a:pt x="21462" y="9383"/>
                  </a:lnTo>
                  <a:lnTo>
                    <a:pt x="20835" y="9644"/>
                  </a:lnTo>
                  <a:lnTo>
                    <a:pt x="20237" y="9918"/>
                  </a:lnTo>
                  <a:lnTo>
                    <a:pt x="19654" y="10217"/>
                  </a:lnTo>
                  <a:lnTo>
                    <a:pt x="19089" y="10542"/>
                  </a:lnTo>
                  <a:lnTo>
                    <a:pt x="18540" y="10891"/>
                  </a:lnTo>
                  <a:lnTo>
                    <a:pt x="18008" y="11266"/>
                  </a:lnTo>
                  <a:lnTo>
                    <a:pt x="17492" y="11665"/>
                  </a:lnTo>
                  <a:lnTo>
                    <a:pt x="16993" y="12090"/>
                  </a:lnTo>
                  <a:lnTo>
                    <a:pt x="16511" y="12539"/>
                  </a:lnTo>
                  <a:lnTo>
                    <a:pt x="16046" y="13014"/>
                  </a:lnTo>
                  <a:lnTo>
                    <a:pt x="15597" y="13513"/>
                  </a:lnTo>
                  <a:lnTo>
                    <a:pt x="15178" y="14026"/>
                  </a:lnTo>
                  <a:lnTo>
                    <a:pt x="14778" y="14563"/>
                  </a:lnTo>
                  <a:lnTo>
                    <a:pt x="14397" y="15126"/>
                  </a:lnTo>
                  <a:lnTo>
                    <a:pt x="14035" y="15713"/>
                  </a:lnTo>
                  <a:lnTo>
                    <a:pt x="13692" y="16326"/>
                  </a:lnTo>
                  <a:lnTo>
                    <a:pt x="13368" y="16964"/>
                  </a:lnTo>
                  <a:lnTo>
                    <a:pt x="13063" y="17626"/>
                  </a:lnTo>
                  <a:lnTo>
                    <a:pt x="12777" y="18314"/>
                  </a:lnTo>
                  <a:lnTo>
                    <a:pt x="12511" y="19026"/>
                  </a:lnTo>
                  <a:lnTo>
                    <a:pt x="12263" y="19764"/>
                  </a:lnTo>
                  <a:lnTo>
                    <a:pt x="12037" y="20513"/>
                  </a:lnTo>
                  <a:lnTo>
                    <a:pt x="11834" y="21285"/>
                  </a:lnTo>
                  <a:lnTo>
                    <a:pt x="11656" y="22080"/>
                  </a:lnTo>
                  <a:lnTo>
                    <a:pt x="11501" y="22898"/>
                  </a:lnTo>
                  <a:lnTo>
                    <a:pt x="11370" y="23738"/>
                  </a:lnTo>
                  <a:lnTo>
                    <a:pt x="11263" y="24600"/>
                  </a:lnTo>
                  <a:lnTo>
                    <a:pt x="11179" y="25485"/>
                  </a:lnTo>
                  <a:lnTo>
                    <a:pt x="11120" y="26393"/>
                  </a:lnTo>
                  <a:lnTo>
                    <a:pt x="11084" y="27324"/>
                  </a:lnTo>
                  <a:lnTo>
                    <a:pt x="11072" y="28277"/>
                  </a:lnTo>
                  <a:lnTo>
                    <a:pt x="11072" y="65603"/>
                  </a:lnTo>
                  <a:lnTo>
                    <a:pt x="357" y="65603"/>
                  </a:lnTo>
                  <a:lnTo>
                    <a:pt x="357" y="14942"/>
                  </a:lnTo>
                  <a:lnTo>
                    <a:pt x="356" y="14535"/>
                  </a:lnTo>
                  <a:lnTo>
                    <a:pt x="354" y="14125"/>
                  </a:lnTo>
                  <a:lnTo>
                    <a:pt x="351" y="13711"/>
                  </a:lnTo>
                  <a:lnTo>
                    <a:pt x="347" y="13294"/>
                  </a:lnTo>
                  <a:lnTo>
                    <a:pt x="342" y="12873"/>
                  </a:lnTo>
                  <a:lnTo>
                    <a:pt x="335" y="12449"/>
                  </a:lnTo>
                  <a:lnTo>
                    <a:pt x="328" y="12021"/>
                  </a:lnTo>
                  <a:lnTo>
                    <a:pt x="319" y="11589"/>
                  </a:lnTo>
                  <a:lnTo>
                    <a:pt x="308" y="11154"/>
                  </a:lnTo>
                  <a:lnTo>
                    <a:pt x="297" y="10715"/>
                  </a:lnTo>
                  <a:lnTo>
                    <a:pt x="297" y="10266"/>
                  </a:lnTo>
                  <a:lnTo>
                    <a:pt x="295" y="9822"/>
                  </a:lnTo>
                  <a:lnTo>
                    <a:pt x="292" y="9385"/>
                  </a:lnTo>
                  <a:lnTo>
                    <a:pt x="288" y="8953"/>
                  </a:lnTo>
                  <a:lnTo>
                    <a:pt x="282" y="8527"/>
                  </a:lnTo>
                  <a:lnTo>
                    <a:pt x="276" y="8108"/>
                  </a:lnTo>
                  <a:lnTo>
                    <a:pt x="268" y="7694"/>
                  </a:lnTo>
                  <a:lnTo>
                    <a:pt x="259" y="7286"/>
                  </a:lnTo>
                  <a:lnTo>
                    <a:pt x="249" y="6884"/>
                  </a:lnTo>
                  <a:lnTo>
                    <a:pt x="238" y="6488"/>
                  </a:lnTo>
                  <a:lnTo>
                    <a:pt x="226" y="6090"/>
                  </a:lnTo>
                  <a:lnTo>
                    <a:pt x="214" y="5703"/>
                  </a:lnTo>
                  <a:lnTo>
                    <a:pt x="202" y="5328"/>
                  </a:lnTo>
                  <a:lnTo>
                    <a:pt x="190" y="4964"/>
                  </a:lnTo>
                  <a:lnTo>
                    <a:pt x="178" y="4613"/>
                  </a:lnTo>
                  <a:lnTo>
                    <a:pt x="166" y="4274"/>
                  </a:lnTo>
                  <a:lnTo>
                    <a:pt x="154" y="3946"/>
                  </a:lnTo>
                  <a:lnTo>
                    <a:pt x="142" y="3631"/>
                  </a:lnTo>
                  <a:lnTo>
                    <a:pt x="130" y="3327"/>
                  </a:lnTo>
                  <a:lnTo>
                    <a:pt x="119" y="3036"/>
                  </a:lnTo>
                  <a:lnTo>
                    <a:pt x="107" y="2760"/>
                  </a:lnTo>
                  <a:lnTo>
                    <a:pt x="95" y="2505"/>
                  </a:lnTo>
                  <a:lnTo>
                    <a:pt x="83" y="2269"/>
                  </a:lnTo>
                  <a:lnTo>
                    <a:pt x="71" y="2055"/>
                  </a:lnTo>
                  <a:lnTo>
                    <a:pt x="59" y="1860"/>
                  </a:lnTo>
                  <a:lnTo>
                    <a:pt x="47" y="1685"/>
                  </a:lnTo>
                  <a:lnTo>
                    <a:pt x="35" y="1531"/>
                  </a:lnTo>
                  <a:lnTo>
                    <a:pt x="0" y="1190"/>
                  </a:lnTo>
                  <a:lnTo>
                    <a:pt x="10156" y="1460"/>
                  </a:lnTo>
                  <a:lnTo>
                    <a:pt x="10167" y="1590"/>
                  </a:lnTo>
                  <a:lnTo>
                    <a:pt x="10179" y="1741"/>
                  </a:lnTo>
                  <a:lnTo>
                    <a:pt x="10191" y="1912"/>
                  </a:lnTo>
                  <a:lnTo>
                    <a:pt x="10203" y="2103"/>
                  </a:lnTo>
                  <a:lnTo>
                    <a:pt x="10215" y="2314"/>
                  </a:lnTo>
                  <a:lnTo>
                    <a:pt x="10227" y="2546"/>
                  </a:lnTo>
                  <a:lnTo>
                    <a:pt x="10239" y="2797"/>
                  </a:lnTo>
                  <a:lnTo>
                    <a:pt x="10251" y="3064"/>
                  </a:lnTo>
                  <a:lnTo>
                    <a:pt x="10263" y="3338"/>
                  </a:lnTo>
                  <a:lnTo>
                    <a:pt x="10275" y="3621"/>
                  </a:lnTo>
                  <a:lnTo>
                    <a:pt x="10286" y="3912"/>
                  </a:lnTo>
                  <a:lnTo>
                    <a:pt x="10298" y="4211"/>
                  </a:lnTo>
                  <a:lnTo>
                    <a:pt x="10310" y="4519"/>
                  </a:lnTo>
                  <a:lnTo>
                    <a:pt x="10322" y="4835"/>
                  </a:lnTo>
                  <a:lnTo>
                    <a:pt x="10334" y="5160"/>
                  </a:lnTo>
                  <a:lnTo>
                    <a:pt x="10346" y="5492"/>
                  </a:lnTo>
                  <a:lnTo>
                    <a:pt x="10358" y="5834"/>
                  </a:lnTo>
                  <a:lnTo>
                    <a:pt x="10381" y="6168"/>
                  </a:lnTo>
                  <a:lnTo>
                    <a:pt x="10403" y="6505"/>
                  </a:lnTo>
                  <a:lnTo>
                    <a:pt x="10424" y="6844"/>
                  </a:lnTo>
                  <a:lnTo>
                    <a:pt x="10444" y="7186"/>
                  </a:lnTo>
                  <a:lnTo>
                    <a:pt x="10462" y="7530"/>
                  </a:lnTo>
                  <a:lnTo>
                    <a:pt x="10479" y="7877"/>
                  </a:lnTo>
                  <a:lnTo>
                    <a:pt x="10495" y="8226"/>
                  </a:lnTo>
                  <a:lnTo>
                    <a:pt x="10510" y="8577"/>
                  </a:lnTo>
                  <a:lnTo>
                    <a:pt x="10524" y="8930"/>
                  </a:lnTo>
                  <a:lnTo>
                    <a:pt x="10537" y="9286"/>
                  </a:lnTo>
                  <a:lnTo>
                    <a:pt x="10548" y="9626"/>
                  </a:lnTo>
                  <a:lnTo>
                    <a:pt x="10558" y="9956"/>
                  </a:lnTo>
                  <a:lnTo>
                    <a:pt x="10567" y="10274"/>
                  </a:lnTo>
                  <a:lnTo>
                    <a:pt x="10575" y="10582"/>
                  </a:lnTo>
                  <a:lnTo>
                    <a:pt x="10581" y="10879"/>
                  </a:lnTo>
                  <a:lnTo>
                    <a:pt x="10587" y="11165"/>
                  </a:lnTo>
                  <a:lnTo>
                    <a:pt x="10591" y="11441"/>
                  </a:lnTo>
                  <a:lnTo>
                    <a:pt x="10594" y="11706"/>
                  </a:lnTo>
                  <a:lnTo>
                    <a:pt x="10595" y="11960"/>
                  </a:lnTo>
                  <a:lnTo>
                    <a:pt x="10596" y="12203"/>
                  </a:lnTo>
                  <a:lnTo>
                    <a:pt x="10775" y="12203"/>
                  </a:lnTo>
                  <a:lnTo>
                    <a:pt x="11087" y="11649"/>
                  </a:lnTo>
                  <a:lnTo>
                    <a:pt x="11406" y="11106"/>
                  </a:lnTo>
                  <a:lnTo>
                    <a:pt x="11730" y="10573"/>
                  </a:lnTo>
                  <a:lnTo>
                    <a:pt x="12061" y="10051"/>
                  </a:lnTo>
                  <a:lnTo>
                    <a:pt x="12397" y="9539"/>
                  </a:lnTo>
                  <a:lnTo>
                    <a:pt x="12739" y="9039"/>
                  </a:lnTo>
                  <a:lnTo>
                    <a:pt x="13087" y="8549"/>
                  </a:lnTo>
                  <a:lnTo>
                    <a:pt x="13442" y="8070"/>
                  </a:lnTo>
                  <a:lnTo>
                    <a:pt x="13802" y="7601"/>
                  </a:lnTo>
                  <a:lnTo>
                    <a:pt x="14168" y="7143"/>
                  </a:lnTo>
                  <a:lnTo>
                    <a:pt x="14543" y="6698"/>
                  </a:lnTo>
                  <a:lnTo>
                    <a:pt x="14930" y="6267"/>
                  </a:lnTo>
                  <a:lnTo>
                    <a:pt x="15329" y="5850"/>
                  </a:lnTo>
                  <a:lnTo>
                    <a:pt x="15740" y="5448"/>
                  </a:lnTo>
                  <a:lnTo>
                    <a:pt x="16162" y="5060"/>
                  </a:lnTo>
                  <a:lnTo>
                    <a:pt x="16597" y="4686"/>
                  </a:lnTo>
                  <a:lnTo>
                    <a:pt x="17043" y="4326"/>
                  </a:lnTo>
                  <a:lnTo>
                    <a:pt x="17502" y="3981"/>
                  </a:lnTo>
                  <a:lnTo>
                    <a:pt x="17972" y="3650"/>
                  </a:lnTo>
                  <a:lnTo>
                    <a:pt x="18454" y="3333"/>
                  </a:lnTo>
                  <a:lnTo>
                    <a:pt x="18949" y="3020"/>
                  </a:lnTo>
                  <a:lnTo>
                    <a:pt x="19459" y="2721"/>
                  </a:lnTo>
                  <a:lnTo>
                    <a:pt x="19983" y="2438"/>
                  </a:lnTo>
                  <a:lnTo>
                    <a:pt x="20521" y="2171"/>
                  </a:lnTo>
                  <a:lnTo>
                    <a:pt x="21074" y="1919"/>
                  </a:lnTo>
                  <a:lnTo>
                    <a:pt x="21640" y="1683"/>
                  </a:lnTo>
                  <a:lnTo>
                    <a:pt x="22221" y="1462"/>
                  </a:lnTo>
                  <a:lnTo>
                    <a:pt x="22817" y="1257"/>
                  </a:lnTo>
                  <a:lnTo>
                    <a:pt x="23426" y="1067"/>
                  </a:lnTo>
                  <a:lnTo>
                    <a:pt x="24050" y="892"/>
                  </a:lnTo>
                  <a:lnTo>
                    <a:pt x="24691" y="723"/>
                  </a:lnTo>
                  <a:lnTo>
                    <a:pt x="25353" y="571"/>
                  </a:lnTo>
                  <a:lnTo>
                    <a:pt x="26034" y="437"/>
                  </a:lnTo>
                  <a:lnTo>
                    <a:pt x="26736" y="321"/>
                  </a:lnTo>
                  <a:lnTo>
                    <a:pt x="27458" y="223"/>
                  </a:lnTo>
                  <a:lnTo>
                    <a:pt x="28201" y="142"/>
                  </a:lnTo>
                  <a:lnTo>
                    <a:pt x="28963" y="80"/>
                  </a:lnTo>
                  <a:lnTo>
                    <a:pt x="29746" y="35"/>
                  </a:lnTo>
                  <a:lnTo>
                    <a:pt x="30549" y="8"/>
                  </a:lnTo>
                  <a:lnTo>
                    <a:pt x="31372" y="0"/>
                  </a:lnTo>
                  <a:lnTo>
                    <a:pt x="32429" y="13"/>
                  </a:lnTo>
                  <a:lnTo>
                    <a:pt x="33456" y="52"/>
                  </a:lnTo>
                  <a:lnTo>
                    <a:pt x="34453" y="117"/>
                  </a:lnTo>
                  <a:lnTo>
                    <a:pt x="35421" y="209"/>
                  </a:lnTo>
                  <a:lnTo>
                    <a:pt x="36358" y="327"/>
                  </a:lnTo>
                  <a:lnTo>
                    <a:pt x="37266" y="471"/>
                  </a:lnTo>
                  <a:lnTo>
                    <a:pt x="38144" y="641"/>
                  </a:lnTo>
                  <a:lnTo>
                    <a:pt x="38992" y="838"/>
                  </a:lnTo>
                  <a:lnTo>
                    <a:pt x="39811" y="1060"/>
                  </a:lnTo>
                  <a:lnTo>
                    <a:pt x="40600" y="1309"/>
                  </a:lnTo>
                  <a:lnTo>
                    <a:pt x="41360" y="1585"/>
                  </a:lnTo>
                  <a:lnTo>
                    <a:pt x="42093" y="1890"/>
                  </a:lnTo>
                  <a:lnTo>
                    <a:pt x="42798" y="2224"/>
                  </a:lnTo>
                  <a:lnTo>
                    <a:pt x="43476" y="2586"/>
                  </a:lnTo>
                  <a:lnTo>
                    <a:pt x="44127" y="2976"/>
                  </a:lnTo>
                  <a:lnTo>
                    <a:pt x="44750" y="3395"/>
                  </a:lnTo>
                  <a:lnTo>
                    <a:pt x="45346" y="3843"/>
                  </a:lnTo>
                  <a:lnTo>
                    <a:pt x="45915" y="4319"/>
                  </a:lnTo>
                  <a:lnTo>
                    <a:pt x="46456" y="4824"/>
                  </a:lnTo>
                  <a:lnTo>
                    <a:pt x="46970" y="5357"/>
                  </a:lnTo>
                  <a:lnTo>
                    <a:pt x="47456" y="5921"/>
                  </a:lnTo>
                  <a:lnTo>
                    <a:pt x="47915" y="6517"/>
                  </a:lnTo>
                  <a:lnTo>
                    <a:pt x="48347" y="7145"/>
                  </a:lnTo>
                  <a:lnTo>
                    <a:pt x="48751" y="7805"/>
                  </a:lnTo>
                  <a:lnTo>
                    <a:pt x="49128" y="8498"/>
                  </a:lnTo>
                  <a:lnTo>
                    <a:pt x="49477" y="9222"/>
                  </a:lnTo>
                  <a:lnTo>
                    <a:pt x="49799" y="9979"/>
                  </a:lnTo>
                  <a:lnTo>
                    <a:pt x="50094" y="10768"/>
                  </a:lnTo>
                  <a:lnTo>
                    <a:pt x="50361" y="11588"/>
                  </a:lnTo>
                  <a:lnTo>
                    <a:pt x="50601" y="12442"/>
                  </a:lnTo>
                  <a:lnTo>
                    <a:pt x="50827" y="13315"/>
                  </a:lnTo>
                  <a:lnTo>
                    <a:pt x="51030" y="14223"/>
                  </a:lnTo>
                  <a:lnTo>
                    <a:pt x="51208" y="15163"/>
                  </a:lnTo>
                  <a:lnTo>
                    <a:pt x="51363" y="16137"/>
                  </a:lnTo>
                  <a:lnTo>
                    <a:pt x="51494" y="17145"/>
                  </a:lnTo>
                  <a:lnTo>
                    <a:pt x="51601" y="18185"/>
                  </a:lnTo>
                  <a:lnTo>
                    <a:pt x="51685" y="19259"/>
                  </a:lnTo>
                  <a:lnTo>
                    <a:pt x="51744" y="20366"/>
                  </a:lnTo>
                  <a:lnTo>
                    <a:pt x="51780" y="21507"/>
                  </a:lnTo>
                  <a:lnTo>
                    <a:pt x="51792" y="22681"/>
                  </a:lnTo>
                  <a:lnTo>
                    <a:pt x="5179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h139"/>
            <p:cNvSpPr/>
            <p:nvPr/>
          </p:nvSpPr>
          <p:spPr>
            <a:xfrm>
              <a:off x="8802003" y="2371989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5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h140"/>
            <p:cNvSpPr/>
            <p:nvPr/>
          </p:nvSpPr>
          <p:spPr>
            <a:xfrm>
              <a:off x="8869809" y="2371989"/>
              <a:ext cx="62626" cy="66794"/>
            </a:xfrm>
            <a:custGeom>
              <a:avLst/>
              <a:pathLst>
                <a:path w="62626" h="66794">
                  <a:moveTo>
                    <a:pt x="19466" y="66794"/>
                  </a:moveTo>
                  <a:lnTo>
                    <a:pt x="17574" y="66742"/>
                  </a:lnTo>
                  <a:lnTo>
                    <a:pt x="15778" y="66589"/>
                  </a:lnTo>
                  <a:lnTo>
                    <a:pt x="14078" y="66333"/>
                  </a:lnTo>
                  <a:lnTo>
                    <a:pt x="12475" y="65974"/>
                  </a:lnTo>
                  <a:lnTo>
                    <a:pt x="10968" y="65514"/>
                  </a:lnTo>
                  <a:lnTo>
                    <a:pt x="9558" y="64950"/>
                  </a:lnTo>
                  <a:lnTo>
                    <a:pt x="8244" y="64285"/>
                  </a:lnTo>
                  <a:lnTo>
                    <a:pt x="7027" y="63517"/>
                  </a:lnTo>
                  <a:lnTo>
                    <a:pt x="5906" y="62647"/>
                  </a:lnTo>
                  <a:lnTo>
                    <a:pt x="4881" y="61674"/>
                  </a:lnTo>
                  <a:lnTo>
                    <a:pt x="3954" y="60612"/>
                  </a:lnTo>
                  <a:lnTo>
                    <a:pt x="3124" y="59474"/>
                  </a:lnTo>
                  <a:lnTo>
                    <a:pt x="2391" y="58259"/>
                  </a:lnTo>
                  <a:lnTo>
                    <a:pt x="1757" y="56969"/>
                  </a:lnTo>
                  <a:lnTo>
                    <a:pt x="1220" y="55602"/>
                  </a:lnTo>
                  <a:lnTo>
                    <a:pt x="781" y="54159"/>
                  </a:lnTo>
                  <a:lnTo>
                    <a:pt x="439" y="52639"/>
                  </a:lnTo>
                  <a:lnTo>
                    <a:pt x="195" y="51044"/>
                  </a:lnTo>
                  <a:lnTo>
                    <a:pt x="48" y="49372"/>
                  </a:lnTo>
                  <a:lnTo>
                    <a:pt x="0" y="47625"/>
                  </a:lnTo>
                  <a:lnTo>
                    <a:pt x="23" y="46374"/>
                  </a:lnTo>
                  <a:lnTo>
                    <a:pt x="95" y="45169"/>
                  </a:lnTo>
                  <a:lnTo>
                    <a:pt x="214" y="44012"/>
                  </a:lnTo>
                  <a:lnTo>
                    <a:pt x="381" y="42900"/>
                  </a:lnTo>
                  <a:lnTo>
                    <a:pt x="595" y="41835"/>
                  </a:lnTo>
                  <a:lnTo>
                    <a:pt x="857" y="40817"/>
                  </a:lnTo>
                  <a:lnTo>
                    <a:pt x="1166" y="39844"/>
                  </a:lnTo>
                  <a:lnTo>
                    <a:pt x="1524" y="38919"/>
                  </a:lnTo>
                  <a:lnTo>
                    <a:pt x="1928" y="38039"/>
                  </a:lnTo>
                  <a:lnTo>
                    <a:pt x="2381" y="37207"/>
                  </a:lnTo>
                  <a:lnTo>
                    <a:pt x="2883" y="36403"/>
                  </a:lnTo>
                  <a:lnTo>
                    <a:pt x="3414" y="35635"/>
                  </a:lnTo>
                  <a:lnTo>
                    <a:pt x="3974" y="34903"/>
                  </a:lnTo>
                  <a:lnTo>
                    <a:pt x="4562" y="34206"/>
                  </a:lnTo>
                  <a:lnTo>
                    <a:pt x="5179" y="33545"/>
                  </a:lnTo>
                  <a:lnTo>
                    <a:pt x="5824" y="32920"/>
                  </a:lnTo>
                  <a:lnTo>
                    <a:pt x="6498" y="32331"/>
                  </a:lnTo>
                  <a:lnTo>
                    <a:pt x="7200" y="31777"/>
                  </a:lnTo>
                  <a:lnTo>
                    <a:pt x="7931" y="31259"/>
                  </a:lnTo>
                  <a:lnTo>
                    <a:pt x="8691" y="30777"/>
                  </a:lnTo>
                  <a:lnTo>
                    <a:pt x="9488" y="30327"/>
                  </a:lnTo>
                  <a:lnTo>
                    <a:pt x="10306" y="29906"/>
                  </a:lnTo>
                  <a:lnTo>
                    <a:pt x="11145" y="29513"/>
                  </a:lnTo>
                  <a:lnTo>
                    <a:pt x="12006" y="29148"/>
                  </a:lnTo>
                  <a:lnTo>
                    <a:pt x="12888" y="28813"/>
                  </a:lnTo>
                  <a:lnTo>
                    <a:pt x="13792" y="28505"/>
                  </a:lnTo>
                  <a:lnTo>
                    <a:pt x="14717" y="28227"/>
                  </a:lnTo>
                  <a:lnTo>
                    <a:pt x="15663" y="27977"/>
                  </a:lnTo>
                  <a:lnTo>
                    <a:pt x="16631" y="27755"/>
                  </a:lnTo>
                  <a:lnTo>
                    <a:pt x="17621" y="27562"/>
                  </a:lnTo>
                  <a:lnTo>
                    <a:pt x="18623" y="27392"/>
                  </a:lnTo>
                  <a:lnTo>
                    <a:pt x="19628" y="27236"/>
                  </a:lnTo>
                  <a:lnTo>
                    <a:pt x="20637" y="27096"/>
                  </a:lnTo>
                  <a:lnTo>
                    <a:pt x="21650" y="26972"/>
                  </a:lnTo>
                  <a:lnTo>
                    <a:pt x="22666" y="26863"/>
                  </a:lnTo>
                  <a:lnTo>
                    <a:pt x="23686" y="26770"/>
                  </a:lnTo>
                  <a:lnTo>
                    <a:pt x="24709" y="26692"/>
                  </a:lnTo>
                  <a:lnTo>
                    <a:pt x="25736" y="26629"/>
                  </a:lnTo>
                  <a:lnTo>
                    <a:pt x="26767" y="26582"/>
                  </a:lnTo>
                  <a:lnTo>
                    <a:pt x="27801" y="26550"/>
                  </a:lnTo>
                  <a:lnTo>
                    <a:pt x="42267" y="26312"/>
                  </a:lnTo>
                  <a:lnTo>
                    <a:pt x="42267" y="22800"/>
                  </a:lnTo>
                  <a:lnTo>
                    <a:pt x="42258" y="22014"/>
                  </a:lnTo>
                  <a:lnTo>
                    <a:pt x="42233" y="21252"/>
                  </a:lnTo>
                  <a:lnTo>
                    <a:pt x="42192" y="20514"/>
                  </a:lnTo>
                  <a:lnTo>
                    <a:pt x="42133" y="19800"/>
                  </a:lnTo>
                  <a:lnTo>
                    <a:pt x="42058" y="19109"/>
                  </a:lnTo>
                  <a:lnTo>
                    <a:pt x="41967" y="18442"/>
                  </a:lnTo>
                  <a:lnTo>
                    <a:pt x="41858" y="17799"/>
                  </a:lnTo>
                  <a:lnTo>
                    <a:pt x="41733" y="17180"/>
                  </a:lnTo>
                  <a:lnTo>
                    <a:pt x="41592" y="16585"/>
                  </a:lnTo>
                  <a:lnTo>
                    <a:pt x="41433" y="16013"/>
                  </a:lnTo>
                  <a:lnTo>
                    <a:pt x="41258" y="15465"/>
                  </a:lnTo>
                  <a:lnTo>
                    <a:pt x="41064" y="14937"/>
                  </a:lnTo>
                  <a:lnTo>
                    <a:pt x="40853" y="14431"/>
                  </a:lnTo>
                  <a:lnTo>
                    <a:pt x="40624" y="13946"/>
                  </a:lnTo>
                  <a:lnTo>
                    <a:pt x="40377" y="13483"/>
                  </a:lnTo>
                  <a:lnTo>
                    <a:pt x="40112" y="13042"/>
                  </a:lnTo>
                  <a:lnTo>
                    <a:pt x="39829" y="12621"/>
                  </a:lnTo>
                  <a:lnTo>
                    <a:pt x="39528" y="12222"/>
                  </a:lnTo>
                  <a:lnTo>
                    <a:pt x="39210" y="11845"/>
                  </a:lnTo>
                  <a:lnTo>
                    <a:pt x="38873" y="11489"/>
                  </a:lnTo>
                  <a:lnTo>
                    <a:pt x="38519" y="11153"/>
                  </a:lnTo>
                  <a:lnTo>
                    <a:pt x="38147" y="10837"/>
                  </a:lnTo>
                  <a:lnTo>
                    <a:pt x="37757" y="10539"/>
                  </a:lnTo>
                  <a:lnTo>
                    <a:pt x="37349" y="10260"/>
                  </a:lnTo>
                  <a:lnTo>
                    <a:pt x="36924" y="10001"/>
                  </a:lnTo>
                  <a:lnTo>
                    <a:pt x="36480" y="9760"/>
                  </a:lnTo>
                  <a:lnTo>
                    <a:pt x="36019" y="9539"/>
                  </a:lnTo>
                  <a:lnTo>
                    <a:pt x="35540" y="9336"/>
                  </a:lnTo>
                  <a:lnTo>
                    <a:pt x="35043" y="9153"/>
                  </a:lnTo>
                  <a:lnTo>
                    <a:pt x="34528" y="8989"/>
                  </a:lnTo>
                  <a:lnTo>
                    <a:pt x="34006" y="8830"/>
                  </a:lnTo>
                  <a:lnTo>
                    <a:pt x="33466" y="8689"/>
                  </a:lnTo>
                  <a:lnTo>
                    <a:pt x="32906" y="8564"/>
                  </a:lnTo>
                  <a:lnTo>
                    <a:pt x="32327" y="8455"/>
                  </a:lnTo>
                  <a:lnTo>
                    <a:pt x="31730" y="8364"/>
                  </a:lnTo>
                  <a:lnTo>
                    <a:pt x="31113" y="8289"/>
                  </a:lnTo>
                  <a:lnTo>
                    <a:pt x="30477" y="8230"/>
                  </a:lnTo>
                  <a:lnTo>
                    <a:pt x="29822" y="8189"/>
                  </a:lnTo>
                  <a:lnTo>
                    <a:pt x="29148" y="8164"/>
                  </a:lnTo>
                  <a:lnTo>
                    <a:pt x="28455" y="8155"/>
                  </a:lnTo>
                  <a:lnTo>
                    <a:pt x="27842" y="8160"/>
                  </a:lnTo>
                  <a:lnTo>
                    <a:pt x="27241" y="8174"/>
                  </a:lnTo>
                  <a:lnTo>
                    <a:pt x="26652" y="8198"/>
                  </a:lnTo>
                  <a:lnTo>
                    <a:pt x="26074" y="8231"/>
                  </a:lnTo>
                  <a:lnTo>
                    <a:pt x="25509" y="8274"/>
                  </a:lnTo>
                  <a:lnTo>
                    <a:pt x="24955" y="8327"/>
                  </a:lnTo>
                  <a:lnTo>
                    <a:pt x="24413" y="8389"/>
                  </a:lnTo>
                  <a:lnTo>
                    <a:pt x="23883" y="8460"/>
                  </a:lnTo>
                  <a:lnTo>
                    <a:pt x="23366" y="8541"/>
                  </a:lnTo>
                  <a:lnTo>
                    <a:pt x="22859" y="8632"/>
                  </a:lnTo>
                  <a:lnTo>
                    <a:pt x="22366" y="8723"/>
                  </a:lnTo>
                  <a:lnTo>
                    <a:pt x="21886" y="8829"/>
                  </a:lnTo>
                  <a:lnTo>
                    <a:pt x="21418" y="8951"/>
                  </a:lnTo>
                  <a:lnTo>
                    <a:pt x="20964" y="9089"/>
                  </a:lnTo>
                  <a:lnTo>
                    <a:pt x="20523" y="9242"/>
                  </a:lnTo>
                  <a:lnTo>
                    <a:pt x="20095" y="9410"/>
                  </a:lnTo>
                  <a:lnTo>
                    <a:pt x="19680" y="9594"/>
                  </a:lnTo>
                  <a:lnTo>
                    <a:pt x="19278" y="9794"/>
                  </a:lnTo>
                  <a:lnTo>
                    <a:pt x="18889" y="10008"/>
                  </a:lnTo>
                  <a:lnTo>
                    <a:pt x="18514" y="10239"/>
                  </a:lnTo>
                  <a:lnTo>
                    <a:pt x="18152" y="10474"/>
                  </a:lnTo>
                  <a:lnTo>
                    <a:pt x="17804" y="10727"/>
                  </a:lnTo>
                  <a:lnTo>
                    <a:pt x="17471" y="10998"/>
                  </a:lnTo>
                  <a:lnTo>
                    <a:pt x="17152" y="11287"/>
                  </a:lnTo>
                  <a:lnTo>
                    <a:pt x="16847" y="11593"/>
                  </a:lnTo>
                  <a:lnTo>
                    <a:pt x="16556" y="11918"/>
                  </a:lnTo>
                  <a:lnTo>
                    <a:pt x="16280" y="12260"/>
                  </a:lnTo>
                  <a:lnTo>
                    <a:pt x="16018" y="12620"/>
                  </a:lnTo>
                  <a:lnTo>
                    <a:pt x="15771" y="12998"/>
                  </a:lnTo>
                  <a:lnTo>
                    <a:pt x="15537" y="13394"/>
                  </a:lnTo>
                  <a:lnTo>
                    <a:pt x="15319" y="13798"/>
                  </a:lnTo>
                  <a:lnTo>
                    <a:pt x="15116" y="14223"/>
                  </a:lnTo>
                  <a:lnTo>
                    <a:pt x="14928" y="14669"/>
                  </a:lnTo>
                  <a:lnTo>
                    <a:pt x="14756" y="15137"/>
                  </a:lnTo>
                  <a:lnTo>
                    <a:pt x="14600" y="15626"/>
                  </a:lnTo>
                  <a:lnTo>
                    <a:pt x="14458" y="16137"/>
                  </a:lnTo>
                  <a:lnTo>
                    <a:pt x="14333" y="16669"/>
                  </a:lnTo>
                  <a:lnTo>
                    <a:pt x="14223" y="17223"/>
                  </a:lnTo>
                  <a:lnTo>
                    <a:pt x="14128" y="17798"/>
                  </a:lnTo>
                  <a:lnTo>
                    <a:pt x="14049" y="18395"/>
                  </a:lnTo>
                  <a:lnTo>
                    <a:pt x="2857" y="17383"/>
                  </a:lnTo>
                  <a:lnTo>
                    <a:pt x="2987" y="16627"/>
                  </a:lnTo>
                  <a:lnTo>
                    <a:pt x="3138" y="15885"/>
                  </a:lnTo>
                  <a:lnTo>
                    <a:pt x="3311" y="15156"/>
                  </a:lnTo>
                  <a:lnTo>
                    <a:pt x="3505" y="14439"/>
                  </a:lnTo>
                  <a:lnTo>
                    <a:pt x="3720" y="13736"/>
                  </a:lnTo>
                  <a:lnTo>
                    <a:pt x="3957" y="13046"/>
                  </a:lnTo>
                  <a:lnTo>
                    <a:pt x="4216" y="12369"/>
                  </a:lnTo>
                  <a:lnTo>
                    <a:pt x="4495" y="11706"/>
                  </a:lnTo>
                  <a:lnTo>
                    <a:pt x="4797" y="11055"/>
                  </a:lnTo>
                  <a:lnTo>
                    <a:pt x="5119" y="10417"/>
                  </a:lnTo>
                  <a:lnTo>
                    <a:pt x="5466" y="9783"/>
                  </a:lnTo>
                  <a:lnTo>
                    <a:pt x="5841" y="9167"/>
                  </a:lnTo>
                  <a:lnTo>
                    <a:pt x="6243" y="8569"/>
                  </a:lnTo>
                  <a:lnTo>
                    <a:pt x="6672" y="7989"/>
                  </a:lnTo>
                  <a:lnTo>
                    <a:pt x="7128" y="7426"/>
                  </a:lnTo>
                  <a:lnTo>
                    <a:pt x="7612" y="6881"/>
                  </a:lnTo>
                  <a:lnTo>
                    <a:pt x="8124" y="6354"/>
                  </a:lnTo>
                  <a:lnTo>
                    <a:pt x="8662" y="5845"/>
                  </a:lnTo>
                  <a:lnTo>
                    <a:pt x="9229" y="5354"/>
                  </a:lnTo>
                  <a:lnTo>
                    <a:pt x="9822" y="4881"/>
                  </a:lnTo>
                  <a:lnTo>
                    <a:pt x="10456" y="4427"/>
                  </a:lnTo>
                  <a:lnTo>
                    <a:pt x="11120" y="3995"/>
                  </a:lnTo>
                  <a:lnTo>
                    <a:pt x="11813" y="3584"/>
                  </a:lnTo>
                  <a:lnTo>
                    <a:pt x="12537" y="3195"/>
                  </a:lnTo>
                  <a:lnTo>
                    <a:pt x="13290" y="2827"/>
                  </a:lnTo>
                  <a:lnTo>
                    <a:pt x="14073" y="2481"/>
                  </a:lnTo>
                  <a:lnTo>
                    <a:pt x="14885" y="2156"/>
                  </a:lnTo>
                  <a:lnTo>
                    <a:pt x="15728" y="1852"/>
                  </a:lnTo>
                  <a:lnTo>
                    <a:pt x="16600" y="1570"/>
                  </a:lnTo>
                  <a:lnTo>
                    <a:pt x="17502" y="1309"/>
                  </a:lnTo>
                  <a:lnTo>
                    <a:pt x="18449" y="1060"/>
                  </a:lnTo>
                  <a:lnTo>
                    <a:pt x="19435" y="838"/>
                  </a:lnTo>
                  <a:lnTo>
                    <a:pt x="20459" y="641"/>
                  </a:lnTo>
                  <a:lnTo>
                    <a:pt x="21521" y="471"/>
                  </a:lnTo>
                  <a:lnTo>
                    <a:pt x="22621" y="327"/>
                  </a:lnTo>
                  <a:lnTo>
                    <a:pt x="23760" y="209"/>
                  </a:lnTo>
                  <a:lnTo>
                    <a:pt x="24936" y="117"/>
                  </a:lnTo>
                  <a:lnTo>
                    <a:pt x="26150" y="52"/>
                  </a:lnTo>
                  <a:lnTo>
                    <a:pt x="27403" y="13"/>
                  </a:lnTo>
                  <a:lnTo>
                    <a:pt x="28694" y="0"/>
                  </a:lnTo>
                  <a:lnTo>
                    <a:pt x="31062" y="55"/>
                  </a:lnTo>
                  <a:lnTo>
                    <a:pt x="33311" y="223"/>
                  </a:lnTo>
                  <a:lnTo>
                    <a:pt x="35439" y="503"/>
                  </a:lnTo>
                  <a:lnTo>
                    <a:pt x="37447" y="895"/>
                  </a:lnTo>
                  <a:lnTo>
                    <a:pt x="39335" y="1398"/>
                  </a:lnTo>
                  <a:lnTo>
                    <a:pt x="41102" y="2014"/>
                  </a:lnTo>
                  <a:lnTo>
                    <a:pt x="42749" y="2742"/>
                  </a:lnTo>
                  <a:lnTo>
                    <a:pt x="44276" y="3581"/>
                  </a:lnTo>
                  <a:lnTo>
                    <a:pt x="45683" y="4532"/>
                  </a:lnTo>
                  <a:lnTo>
                    <a:pt x="46970" y="5595"/>
                  </a:lnTo>
                  <a:lnTo>
                    <a:pt x="48135" y="6753"/>
                  </a:lnTo>
                  <a:lnTo>
                    <a:pt x="49177" y="8010"/>
                  </a:lnTo>
                  <a:lnTo>
                    <a:pt x="50097" y="9367"/>
                  </a:lnTo>
                  <a:lnTo>
                    <a:pt x="50894" y="10825"/>
                  </a:lnTo>
                  <a:lnTo>
                    <a:pt x="51568" y="12382"/>
                  </a:lnTo>
                  <a:lnTo>
                    <a:pt x="52120" y="14039"/>
                  </a:lnTo>
                  <a:lnTo>
                    <a:pt x="52550" y="15797"/>
                  </a:lnTo>
                  <a:lnTo>
                    <a:pt x="52856" y="17654"/>
                  </a:lnTo>
                  <a:lnTo>
                    <a:pt x="53040" y="19611"/>
                  </a:lnTo>
                  <a:lnTo>
                    <a:pt x="53101" y="21669"/>
                  </a:lnTo>
                  <a:lnTo>
                    <a:pt x="53101" y="49410"/>
                  </a:lnTo>
                  <a:lnTo>
                    <a:pt x="53114" y="50340"/>
                  </a:lnTo>
                  <a:lnTo>
                    <a:pt x="53151" y="51223"/>
                  </a:lnTo>
                  <a:lnTo>
                    <a:pt x="53214" y="52059"/>
                  </a:lnTo>
                  <a:lnTo>
                    <a:pt x="53301" y="52849"/>
                  </a:lnTo>
                  <a:lnTo>
                    <a:pt x="53414" y="53593"/>
                  </a:lnTo>
                  <a:lnTo>
                    <a:pt x="53551" y="54290"/>
                  </a:lnTo>
                  <a:lnTo>
                    <a:pt x="53714" y="54940"/>
                  </a:lnTo>
                  <a:lnTo>
                    <a:pt x="53901" y="55545"/>
                  </a:lnTo>
                  <a:lnTo>
                    <a:pt x="54114" y="56102"/>
                  </a:lnTo>
                  <a:lnTo>
                    <a:pt x="54352" y="56614"/>
                  </a:lnTo>
                  <a:lnTo>
                    <a:pt x="54624" y="57066"/>
                  </a:lnTo>
                  <a:lnTo>
                    <a:pt x="54942" y="57471"/>
                  </a:lnTo>
                  <a:lnTo>
                    <a:pt x="55305" y="57828"/>
                  </a:lnTo>
                  <a:lnTo>
                    <a:pt x="55714" y="58138"/>
                  </a:lnTo>
                  <a:lnTo>
                    <a:pt x="56167" y="58400"/>
                  </a:lnTo>
                  <a:lnTo>
                    <a:pt x="56666" y="58614"/>
                  </a:lnTo>
                  <a:lnTo>
                    <a:pt x="57210" y="58781"/>
                  </a:lnTo>
                  <a:lnTo>
                    <a:pt x="57800" y="58900"/>
                  </a:lnTo>
                  <a:lnTo>
                    <a:pt x="58434" y="58971"/>
                  </a:lnTo>
                  <a:lnTo>
                    <a:pt x="59114" y="58995"/>
                  </a:lnTo>
                  <a:lnTo>
                    <a:pt x="59293" y="58994"/>
                  </a:lnTo>
                  <a:lnTo>
                    <a:pt x="59471" y="58990"/>
                  </a:lnTo>
                  <a:lnTo>
                    <a:pt x="59650" y="58984"/>
                  </a:lnTo>
                  <a:lnTo>
                    <a:pt x="59828" y="58976"/>
                  </a:lnTo>
                  <a:lnTo>
                    <a:pt x="60007" y="58965"/>
                  </a:lnTo>
                  <a:lnTo>
                    <a:pt x="60186" y="58952"/>
                  </a:lnTo>
                  <a:lnTo>
                    <a:pt x="60364" y="58937"/>
                  </a:lnTo>
                  <a:lnTo>
                    <a:pt x="60543" y="58919"/>
                  </a:lnTo>
                  <a:lnTo>
                    <a:pt x="60721" y="58899"/>
                  </a:lnTo>
                  <a:lnTo>
                    <a:pt x="60900" y="58876"/>
                  </a:lnTo>
                  <a:lnTo>
                    <a:pt x="61078" y="58851"/>
                  </a:lnTo>
                  <a:lnTo>
                    <a:pt x="61255" y="58826"/>
                  </a:lnTo>
                  <a:lnTo>
                    <a:pt x="61430" y="58799"/>
                  </a:lnTo>
                  <a:lnTo>
                    <a:pt x="61605" y="58771"/>
                  </a:lnTo>
                  <a:lnTo>
                    <a:pt x="61778" y="58742"/>
                  </a:lnTo>
                  <a:lnTo>
                    <a:pt x="61950" y="58712"/>
                  </a:lnTo>
                  <a:lnTo>
                    <a:pt x="62121" y="58680"/>
                  </a:lnTo>
                  <a:lnTo>
                    <a:pt x="62291" y="58647"/>
                  </a:lnTo>
                  <a:lnTo>
                    <a:pt x="62459" y="58613"/>
                  </a:lnTo>
                  <a:lnTo>
                    <a:pt x="62626" y="58578"/>
                  </a:lnTo>
                  <a:lnTo>
                    <a:pt x="62626" y="65246"/>
                  </a:lnTo>
                  <a:lnTo>
                    <a:pt x="62222" y="65339"/>
                  </a:lnTo>
                  <a:lnTo>
                    <a:pt x="61817" y="65427"/>
                  </a:lnTo>
                  <a:lnTo>
                    <a:pt x="61412" y="65510"/>
                  </a:lnTo>
                  <a:lnTo>
                    <a:pt x="61007" y="65589"/>
                  </a:lnTo>
                  <a:lnTo>
                    <a:pt x="60602" y="65662"/>
                  </a:lnTo>
                  <a:lnTo>
                    <a:pt x="60198" y="65732"/>
                  </a:lnTo>
                  <a:lnTo>
                    <a:pt x="59793" y="65796"/>
                  </a:lnTo>
                  <a:lnTo>
                    <a:pt x="59388" y="65855"/>
                  </a:lnTo>
                  <a:lnTo>
                    <a:pt x="58983" y="65910"/>
                  </a:lnTo>
                  <a:lnTo>
                    <a:pt x="58578" y="65960"/>
                  </a:lnTo>
                  <a:lnTo>
                    <a:pt x="58182" y="66005"/>
                  </a:lnTo>
                  <a:lnTo>
                    <a:pt x="57781" y="66046"/>
                  </a:lnTo>
                  <a:lnTo>
                    <a:pt x="57373" y="66082"/>
                  </a:lnTo>
                  <a:lnTo>
                    <a:pt x="56959" y="66113"/>
                  </a:lnTo>
                  <a:lnTo>
                    <a:pt x="56539" y="66139"/>
                  </a:lnTo>
                  <a:lnTo>
                    <a:pt x="56114" y="66160"/>
                  </a:lnTo>
                  <a:lnTo>
                    <a:pt x="55682" y="66177"/>
                  </a:lnTo>
                  <a:lnTo>
                    <a:pt x="55245" y="66189"/>
                  </a:lnTo>
                  <a:lnTo>
                    <a:pt x="54801" y="66196"/>
                  </a:lnTo>
                  <a:lnTo>
                    <a:pt x="54352" y="66198"/>
                  </a:lnTo>
                  <a:lnTo>
                    <a:pt x="53753" y="66191"/>
                  </a:lnTo>
                  <a:lnTo>
                    <a:pt x="53170" y="66167"/>
                  </a:lnTo>
                  <a:lnTo>
                    <a:pt x="52605" y="66129"/>
                  </a:lnTo>
                  <a:lnTo>
                    <a:pt x="52056" y="66074"/>
                  </a:lnTo>
                  <a:lnTo>
                    <a:pt x="51524" y="66005"/>
                  </a:lnTo>
                  <a:lnTo>
                    <a:pt x="51008" y="65920"/>
                  </a:lnTo>
                  <a:lnTo>
                    <a:pt x="50509" y="65819"/>
                  </a:lnTo>
                  <a:lnTo>
                    <a:pt x="50027" y="65703"/>
                  </a:lnTo>
                  <a:lnTo>
                    <a:pt x="49562" y="65571"/>
                  </a:lnTo>
                  <a:lnTo>
                    <a:pt x="49113" y="65424"/>
                  </a:lnTo>
                  <a:lnTo>
                    <a:pt x="48692" y="65250"/>
                  </a:lnTo>
                  <a:lnTo>
                    <a:pt x="48286" y="65060"/>
                  </a:lnTo>
                  <a:lnTo>
                    <a:pt x="47897" y="64855"/>
                  </a:lnTo>
                  <a:lnTo>
                    <a:pt x="47522" y="64634"/>
                  </a:lnTo>
                  <a:lnTo>
                    <a:pt x="47163" y="64397"/>
                  </a:lnTo>
                  <a:lnTo>
                    <a:pt x="46820" y="64146"/>
                  </a:lnTo>
                  <a:lnTo>
                    <a:pt x="46492" y="63878"/>
                  </a:lnTo>
                  <a:lnTo>
                    <a:pt x="46179" y="63596"/>
                  </a:lnTo>
                  <a:lnTo>
                    <a:pt x="45882" y="63297"/>
                  </a:lnTo>
                  <a:lnTo>
                    <a:pt x="45600" y="62984"/>
                  </a:lnTo>
                  <a:lnTo>
                    <a:pt x="45333" y="62643"/>
                  </a:lnTo>
                  <a:lnTo>
                    <a:pt x="45079" y="62288"/>
                  </a:lnTo>
                  <a:lnTo>
                    <a:pt x="44838" y="61919"/>
                  </a:lnTo>
                  <a:lnTo>
                    <a:pt x="44610" y="61536"/>
                  </a:lnTo>
                  <a:lnTo>
                    <a:pt x="44395" y="61138"/>
                  </a:lnTo>
                  <a:lnTo>
                    <a:pt x="44193" y="60726"/>
                  </a:lnTo>
                  <a:lnTo>
                    <a:pt x="44004" y="60300"/>
                  </a:lnTo>
                  <a:lnTo>
                    <a:pt x="43829" y="59859"/>
                  </a:lnTo>
                  <a:lnTo>
                    <a:pt x="43666" y="59405"/>
                  </a:lnTo>
                  <a:lnTo>
                    <a:pt x="43517" y="58935"/>
                  </a:lnTo>
                  <a:lnTo>
                    <a:pt x="43379" y="58440"/>
                  </a:lnTo>
                  <a:lnTo>
                    <a:pt x="43253" y="57928"/>
                  </a:lnTo>
                  <a:lnTo>
                    <a:pt x="43136" y="57401"/>
                  </a:lnTo>
                  <a:lnTo>
                    <a:pt x="43031" y="56859"/>
                  </a:lnTo>
                  <a:lnTo>
                    <a:pt x="42936" y="56301"/>
                  </a:lnTo>
                  <a:lnTo>
                    <a:pt x="42852" y="55728"/>
                  </a:lnTo>
                  <a:lnTo>
                    <a:pt x="42779" y="55139"/>
                  </a:lnTo>
                  <a:lnTo>
                    <a:pt x="42717" y="54535"/>
                  </a:lnTo>
                  <a:lnTo>
                    <a:pt x="42665" y="53915"/>
                  </a:lnTo>
                  <a:lnTo>
                    <a:pt x="42624" y="53280"/>
                  </a:lnTo>
                  <a:lnTo>
                    <a:pt x="42267" y="53280"/>
                  </a:lnTo>
                  <a:lnTo>
                    <a:pt x="41918" y="53893"/>
                  </a:lnTo>
                  <a:lnTo>
                    <a:pt x="41562" y="54494"/>
                  </a:lnTo>
                  <a:lnTo>
                    <a:pt x="41199" y="55084"/>
                  </a:lnTo>
                  <a:lnTo>
                    <a:pt x="40828" y="55661"/>
                  </a:lnTo>
                  <a:lnTo>
                    <a:pt x="40451" y="56227"/>
                  </a:lnTo>
                  <a:lnTo>
                    <a:pt x="40066" y="56780"/>
                  </a:lnTo>
                  <a:lnTo>
                    <a:pt x="39675" y="57322"/>
                  </a:lnTo>
                  <a:lnTo>
                    <a:pt x="39276" y="57852"/>
                  </a:lnTo>
                  <a:lnTo>
                    <a:pt x="38870" y="58370"/>
                  </a:lnTo>
                  <a:lnTo>
                    <a:pt x="38457" y="58876"/>
                  </a:lnTo>
                  <a:lnTo>
                    <a:pt x="38045" y="59369"/>
                  </a:lnTo>
                  <a:lnTo>
                    <a:pt x="37618" y="59847"/>
                  </a:lnTo>
                  <a:lnTo>
                    <a:pt x="37178" y="60312"/>
                  </a:lnTo>
                  <a:lnTo>
                    <a:pt x="36723" y="60762"/>
                  </a:lnTo>
                  <a:lnTo>
                    <a:pt x="36254" y="61198"/>
                  </a:lnTo>
                  <a:lnTo>
                    <a:pt x="35771" y="61619"/>
                  </a:lnTo>
                  <a:lnTo>
                    <a:pt x="35273" y="62026"/>
                  </a:lnTo>
                  <a:lnTo>
                    <a:pt x="34761" y="62419"/>
                  </a:lnTo>
                  <a:lnTo>
                    <a:pt x="34235" y="62798"/>
                  </a:lnTo>
                  <a:lnTo>
                    <a:pt x="33694" y="63162"/>
                  </a:lnTo>
                  <a:lnTo>
                    <a:pt x="33139" y="63500"/>
                  </a:lnTo>
                  <a:lnTo>
                    <a:pt x="32568" y="63822"/>
                  </a:lnTo>
                  <a:lnTo>
                    <a:pt x="31981" y="64128"/>
                  </a:lnTo>
                  <a:lnTo>
                    <a:pt x="31380" y="64419"/>
                  </a:lnTo>
                  <a:lnTo>
                    <a:pt x="30762" y="64695"/>
                  </a:lnTo>
                  <a:lnTo>
                    <a:pt x="30129" y="64955"/>
                  </a:lnTo>
                  <a:lnTo>
                    <a:pt x="29481" y="65200"/>
                  </a:lnTo>
                  <a:lnTo>
                    <a:pt x="28817" y="65429"/>
                  </a:lnTo>
                  <a:lnTo>
                    <a:pt x="28138" y="65643"/>
                  </a:lnTo>
                  <a:lnTo>
                    <a:pt x="27443" y="65841"/>
                  </a:lnTo>
                  <a:lnTo>
                    <a:pt x="26742" y="66022"/>
                  </a:lnTo>
                  <a:lnTo>
                    <a:pt x="26019" y="66184"/>
                  </a:lnTo>
                  <a:lnTo>
                    <a:pt x="25275" y="66327"/>
                  </a:lnTo>
                  <a:lnTo>
                    <a:pt x="24510" y="66451"/>
                  </a:lnTo>
                  <a:lnTo>
                    <a:pt x="23723" y="66555"/>
                  </a:lnTo>
                  <a:lnTo>
                    <a:pt x="22914" y="66641"/>
                  </a:lnTo>
                  <a:lnTo>
                    <a:pt x="22084" y="66708"/>
                  </a:lnTo>
                  <a:lnTo>
                    <a:pt x="21233" y="66755"/>
                  </a:lnTo>
                  <a:lnTo>
                    <a:pt x="20360" y="66784"/>
                  </a:lnTo>
                  <a:close/>
                  <a:moveTo>
                    <a:pt x="21907" y="58757"/>
                  </a:moveTo>
                  <a:lnTo>
                    <a:pt x="22918" y="58738"/>
                  </a:lnTo>
                  <a:lnTo>
                    <a:pt x="23902" y="58683"/>
                  </a:lnTo>
                  <a:lnTo>
                    <a:pt x="24861" y="58591"/>
                  </a:lnTo>
                  <a:lnTo>
                    <a:pt x="25793" y="58462"/>
                  </a:lnTo>
                  <a:lnTo>
                    <a:pt x="26699" y="58295"/>
                  </a:lnTo>
                  <a:lnTo>
                    <a:pt x="27579" y="58092"/>
                  </a:lnTo>
                  <a:lnTo>
                    <a:pt x="28433" y="57853"/>
                  </a:lnTo>
                  <a:lnTo>
                    <a:pt x="29260" y="57576"/>
                  </a:lnTo>
                  <a:lnTo>
                    <a:pt x="30062" y="57262"/>
                  </a:lnTo>
                  <a:lnTo>
                    <a:pt x="30837" y="56911"/>
                  </a:lnTo>
                  <a:lnTo>
                    <a:pt x="31597" y="56520"/>
                  </a:lnTo>
                  <a:lnTo>
                    <a:pt x="32330" y="56109"/>
                  </a:lnTo>
                  <a:lnTo>
                    <a:pt x="33035" y="55677"/>
                  </a:lnTo>
                  <a:lnTo>
                    <a:pt x="33713" y="55225"/>
                  </a:lnTo>
                  <a:lnTo>
                    <a:pt x="34364" y="54753"/>
                  </a:lnTo>
                  <a:lnTo>
                    <a:pt x="34987" y="54261"/>
                  </a:lnTo>
                  <a:lnTo>
                    <a:pt x="35583" y="53748"/>
                  </a:lnTo>
                  <a:lnTo>
                    <a:pt x="36152" y="53216"/>
                  </a:lnTo>
                  <a:lnTo>
                    <a:pt x="36693" y="52663"/>
                  </a:lnTo>
                  <a:lnTo>
                    <a:pt x="37207" y="52089"/>
                  </a:lnTo>
                  <a:lnTo>
                    <a:pt x="37705" y="51501"/>
                  </a:lnTo>
                  <a:lnTo>
                    <a:pt x="38178" y="50901"/>
                  </a:lnTo>
                  <a:lnTo>
                    <a:pt x="38625" y="50291"/>
                  </a:lnTo>
                  <a:lnTo>
                    <a:pt x="39045" y="49670"/>
                  </a:lnTo>
                  <a:lnTo>
                    <a:pt x="39439" y="49038"/>
                  </a:lnTo>
                  <a:lnTo>
                    <a:pt x="39807" y="48396"/>
                  </a:lnTo>
                  <a:lnTo>
                    <a:pt x="40149" y="47743"/>
                  </a:lnTo>
                  <a:lnTo>
                    <a:pt x="40464" y="47079"/>
                  </a:lnTo>
                  <a:lnTo>
                    <a:pt x="40753" y="46405"/>
                  </a:lnTo>
                  <a:lnTo>
                    <a:pt x="41017" y="45719"/>
                  </a:lnTo>
                  <a:lnTo>
                    <a:pt x="41254" y="45032"/>
                  </a:lnTo>
                  <a:lnTo>
                    <a:pt x="41467" y="44350"/>
                  </a:lnTo>
                  <a:lnTo>
                    <a:pt x="41654" y="43675"/>
                  </a:lnTo>
                  <a:lnTo>
                    <a:pt x="41817" y="43005"/>
                  </a:lnTo>
                  <a:lnTo>
                    <a:pt x="41954" y="42341"/>
                  </a:lnTo>
                  <a:lnTo>
                    <a:pt x="42067" y="41683"/>
                  </a:lnTo>
                  <a:lnTo>
                    <a:pt x="42154" y="41031"/>
                  </a:lnTo>
                  <a:lnTo>
                    <a:pt x="42217" y="40386"/>
                  </a:lnTo>
                  <a:lnTo>
                    <a:pt x="42254" y="39746"/>
                  </a:lnTo>
                  <a:lnTo>
                    <a:pt x="42267" y="39112"/>
                  </a:lnTo>
                  <a:lnTo>
                    <a:pt x="42267" y="33813"/>
                  </a:lnTo>
                  <a:lnTo>
                    <a:pt x="30539" y="34051"/>
                  </a:lnTo>
                  <a:lnTo>
                    <a:pt x="29757" y="34068"/>
                  </a:lnTo>
                  <a:lnTo>
                    <a:pt x="28982" y="34094"/>
                  </a:lnTo>
                  <a:lnTo>
                    <a:pt x="28214" y="34130"/>
                  </a:lnTo>
                  <a:lnTo>
                    <a:pt x="27453" y="34175"/>
                  </a:lnTo>
                  <a:lnTo>
                    <a:pt x="26699" y="34230"/>
                  </a:lnTo>
                  <a:lnTo>
                    <a:pt x="25953" y="34294"/>
                  </a:lnTo>
                  <a:lnTo>
                    <a:pt x="25213" y="34368"/>
                  </a:lnTo>
                  <a:lnTo>
                    <a:pt x="24481" y="34451"/>
                  </a:lnTo>
                  <a:lnTo>
                    <a:pt x="23756" y="34544"/>
                  </a:lnTo>
                  <a:lnTo>
                    <a:pt x="23038" y="34647"/>
                  </a:lnTo>
                  <a:lnTo>
                    <a:pt x="22344" y="34752"/>
                  </a:lnTo>
                  <a:lnTo>
                    <a:pt x="21666" y="34878"/>
                  </a:lnTo>
                  <a:lnTo>
                    <a:pt x="21006" y="35024"/>
                  </a:lnTo>
                  <a:lnTo>
                    <a:pt x="20362" y="35190"/>
                  </a:lnTo>
                  <a:lnTo>
                    <a:pt x="19734" y="35376"/>
                  </a:lnTo>
                  <a:lnTo>
                    <a:pt x="19123" y="35583"/>
                  </a:lnTo>
                  <a:lnTo>
                    <a:pt x="18529" y="35809"/>
                  </a:lnTo>
                  <a:lnTo>
                    <a:pt x="17952" y="36056"/>
                  </a:lnTo>
                  <a:lnTo>
                    <a:pt x="17391" y="36324"/>
                  </a:lnTo>
                  <a:lnTo>
                    <a:pt x="16847" y="36611"/>
                  </a:lnTo>
                  <a:lnTo>
                    <a:pt x="16322" y="36921"/>
                  </a:lnTo>
                  <a:lnTo>
                    <a:pt x="15818" y="37254"/>
                  </a:lnTo>
                  <a:lnTo>
                    <a:pt x="15336" y="37611"/>
                  </a:lnTo>
                  <a:lnTo>
                    <a:pt x="14875" y="37992"/>
                  </a:lnTo>
                  <a:lnTo>
                    <a:pt x="14436" y="38397"/>
                  </a:lnTo>
                  <a:lnTo>
                    <a:pt x="14018" y="38826"/>
                  </a:lnTo>
                  <a:lnTo>
                    <a:pt x="13621" y="39278"/>
                  </a:lnTo>
                  <a:lnTo>
                    <a:pt x="13246" y="39754"/>
                  </a:lnTo>
                  <a:lnTo>
                    <a:pt x="12893" y="40255"/>
                  </a:lnTo>
                  <a:lnTo>
                    <a:pt x="12561" y="40778"/>
                  </a:lnTo>
                  <a:lnTo>
                    <a:pt x="12267" y="41331"/>
                  </a:lnTo>
                  <a:lnTo>
                    <a:pt x="12003" y="41917"/>
                  </a:lnTo>
                  <a:lnTo>
                    <a:pt x="11771" y="42536"/>
                  </a:lnTo>
                  <a:lnTo>
                    <a:pt x="11570" y="43188"/>
                  </a:lnTo>
                  <a:lnTo>
                    <a:pt x="11400" y="43874"/>
                  </a:lnTo>
                  <a:lnTo>
                    <a:pt x="11260" y="44593"/>
                  </a:lnTo>
                  <a:lnTo>
                    <a:pt x="11152" y="45346"/>
                  </a:lnTo>
                  <a:lnTo>
                    <a:pt x="11075" y="46131"/>
                  </a:lnTo>
                  <a:lnTo>
                    <a:pt x="11028" y="46951"/>
                  </a:lnTo>
                  <a:lnTo>
                    <a:pt x="11013" y="47803"/>
                  </a:lnTo>
                  <a:lnTo>
                    <a:pt x="11041" y="48827"/>
                  </a:lnTo>
                  <a:lnTo>
                    <a:pt x="11125" y="49803"/>
                  </a:lnTo>
                  <a:lnTo>
                    <a:pt x="11265" y="50732"/>
                  </a:lnTo>
                  <a:lnTo>
                    <a:pt x="11460" y="51613"/>
                  </a:lnTo>
                  <a:lnTo>
                    <a:pt x="11712" y="52447"/>
                  </a:lnTo>
                  <a:lnTo>
                    <a:pt x="12020" y="53232"/>
                  </a:lnTo>
                  <a:lnTo>
                    <a:pt x="12384" y="53971"/>
                  </a:lnTo>
                  <a:lnTo>
                    <a:pt x="12803" y="54661"/>
                  </a:lnTo>
                  <a:lnTo>
                    <a:pt x="13279" y="55304"/>
                  </a:lnTo>
                  <a:lnTo>
                    <a:pt x="13811" y="55899"/>
                  </a:lnTo>
                  <a:lnTo>
                    <a:pt x="14406" y="56442"/>
                  </a:lnTo>
                  <a:lnTo>
                    <a:pt x="15049" y="56928"/>
                  </a:lnTo>
                  <a:lnTo>
                    <a:pt x="15740" y="57357"/>
                  </a:lnTo>
                  <a:lnTo>
                    <a:pt x="16478" y="57728"/>
                  </a:lnTo>
                  <a:lnTo>
                    <a:pt x="17264" y="58042"/>
                  </a:lnTo>
                  <a:lnTo>
                    <a:pt x="18097" y="58300"/>
                  </a:lnTo>
                  <a:lnTo>
                    <a:pt x="18978" y="58500"/>
                  </a:lnTo>
                  <a:lnTo>
                    <a:pt x="19907" y="58643"/>
                  </a:lnTo>
                  <a:lnTo>
                    <a:pt x="20883" y="587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h141"/>
            <p:cNvSpPr/>
            <p:nvPr/>
          </p:nvSpPr>
          <p:spPr>
            <a:xfrm>
              <a:off x="8940533" y="2371989"/>
              <a:ext cx="30479" cy="65603"/>
            </a:xfrm>
            <a:custGeom>
              <a:avLst/>
              <a:pathLst>
                <a:path w="30479" h="65603">
                  <a:moveTo>
                    <a:pt x="357" y="65603"/>
                  </a:moveTo>
                  <a:lnTo>
                    <a:pt x="357" y="16192"/>
                  </a:lnTo>
                  <a:lnTo>
                    <a:pt x="356" y="15787"/>
                  </a:lnTo>
                  <a:lnTo>
                    <a:pt x="354" y="15380"/>
                  </a:lnTo>
                  <a:lnTo>
                    <a:pt x="351" y="14972"/>
                  </a:lnTo>
                  <a:lnTo>
                    <a:pt x="347" y="14563"/>
                  </a:lnTo>
                  <a:lnTo>
                    <a:pt x="342" y="14153"/>
                  </a:lnTo>
                  <a:lnTo>
                    <a:pt x="335" y="13742"/>
                  </a:lnTo>
                  <a:lnTo>
                    <a:pt x="328" y="13329"/>
                  </a:lnTo>
                  <a:lnTo>
                    <a:pt x="319" y="12915"/>
                  </a:lnTo>
                  <a:lnTo>
                    <a:pt x="308" y="12500"/>
                  </a:lnTo>
                  <a:lnTo>
                    <a:pt x="297" y="12084"/>
                  </a:lnTo>
                  <a:lnTo>
                    <a:pt x="297" y="11658"/>
                  </a:lnTo>
                  <a:lnTo>
                    <a:pt x="295" y="11234"/>
                  </a:lnTo>
                  <a:lnTo>
                    <a:pt x="292" y="10815"/>
                  </a:lnTo>
                  <a:lnTo>
                    <a:pt x="288" y="10398"/>
                  </a:lnTo>
                  <a:lnTo>
                    <a:pt x="282" y="9986"/>
                  </a:lnTo>
                  <a:lnTo>
                    <a:pt x="276" y="9577"/>
                  </a:lnTo>
                  <a:lnTo>
                    <a:pt x="268" y="9171"/>
                  </a:lnTo>
                  <a:lnTo>
                    <a:pt x="259" y="8770"/>
                  </a:lnTo>
                  <a:lnTo>
                    <a:pt x="249" y="8371"/>
                  </a:lnTo>
                  <a:lnTo>
                    <a:pt x="238" y="7977"/>
                  </a:lnTo>
                  <a:lnTo>
                    <a:pt x="226" y="7586"/>
                  </a:lnTo>
                  <a:lnTo>
                    <a:pt x="214" y="7200"/>
                  </a:lnTo>
                  <a:lnTo>
                    <a:pt x="202" y="6819"/>
                  </a:lnTo>
                  <a:lnTo>
                    <a:pt x="190" y="6443"/>
                  </a:lnTo>
                  <a:lnTo>
                    <a:pt x="178" y="6072"/>
                  </a:lnTo>
                  <a:lnTo>
                    <a:pt x="166" y="5705"/>
                  </a:lnTo>
                  <a:lnTo>
                    <a:pt x="154" y="5343"/>
                  </a:lnTo>
                  <a:lnTo>
                    <a:pt x="142" y="4986"/>
                  </a:lnTo>
                  <a:lnTo>
                    <a:pt x="130" y="4633"/>
                  </a:lnTo>
                  <a:lnTo>
                    <a:pt x="119" y="4286"/>
                  </a:lnTo>
                  <a:lnTo>
                    <a:pt x="107" y="3944"/>
                  </a:lnTo>
                  <a:lnTo>
                    <a:pt x="95" y="3609"/>
                  </a:lnTo>
                  <a:lnTo>
                    <a:pt x="83" y="3282"/>
                  </a:lnTo>
                  <a:lnTo>
                    <a:pt x="71" y="2962"/>
                  </a:lnTo>
                  <a:lnTo>
                    <a:pt x="59" y="2649"/>
                  </a:lnTo>
                  <a:lnTo>
                    <a:pt x="47" y="2343"/>
                  </a:lnTo>
                  <a:lnTo>
                    <a:pt x="35" y="2044"/>
                  </a:lnTo>
                  <a:lnTo>
                    <a:pt x="23" y="1752"/>
                  </a:lnTo>
                  <a:lnTo>
                    <a:pt x="11" y="1468"/>
                  </a:lnTo>
                  <a:lnTo>
                    <a:pt x="0" y="1190"/>
                  </a:lnTo>
                  <a:lnTo>
                    <a:pt x="10120" y="1190"/>
                  </a:lnTo>
                  <a:lnTo>
                    <a:pt x="10132" y="1468"/>
                  </a:lnTo>
                  <a:lnTo>
                    <a:pt x="10144" y="1754"/>
                  </a:lnTo>
                  <a:lnTo>
                    <a:pt x="10156" y="2049"/>
                  </a:lnTo>
                  <a:lnTo>
                    <a:pt x="10167" y="2352"/>
                  </a:lnTo>
                  <a:lnTo>
                    <a:pt x="10179" y="2664"/>
                  </a:lnTo>
                  <a:lnTo>
                    <a:pt x="10191" y="2983"/>
                  </a:lnTo>
                  <a:lnTo>
                    <a:pt x="10203" y="3311"/>
                  </a:lnTo>
                  <a:lnTo>
                    <a:pt x="10215" y="3648"/>
                  </a:lnTo>
                  <a:lnTo>
                    <a:pt x="10227" y="3992"/>
                  </a:lnTo>
                  <a:lnTo>
                    <a:pt x="10239" y="4345"/>
                  </a:lnTo>
                  <a:lnTo>
                    <a:pt x="10262" y="4692"/>
                  </a:lnTo>
                  <a:lnTo>
                    <a:pt x="10284" y="5041"/>
                  </a:lnTo>
                  <a:lnTo>
                    <a:pt x="10305" y="5392"/>
                  </a:lnTo>
                  <a:lnTo>
                    <a:pt x="10325" y="5745"/>
                  </a:lnTo>
                  <a:lnTo>
                    <a:pt x="10343" y="6101"/>
                  </a:lnTo>
                  <a:lnTo>
                    <a:pt x="10360" y="6460"/>
                  </a:lnTo>
                  <a:lnTo>
                    <a:pt x="10376" y="6821"/>
                  </a:lnTo>
                  <a:lnTo>
                    <a:pt x="10391" y="7184"/>
                  </a:lnTo>
                  <a:lnTo>
                    <a:pt x="10405" y="7549"/>
                  </a:lnTo>
                  <a:lnTo>
                    <a:pt x="10417" y="7917"/>
                  </a:lnTo>
                  <a:lnTo>
                    <a:pt x="10440" y="8285"/>
                  </a:lnTo>
                  <a:lnTo>
                    <a:pt x="10460" y="8651"/>
                  </a:lnTo>
                  <a:lnTo>
                    <a:pt x="10478" y="9014"/>
                  </a:lnTo>
                  <a:lnTo>
                    <a:pt x="10494" y="9374"/>
                  </a:lnTo>
                  <a:lnTo>
                    <a:pt x="10507" y="9733"/>
                  </a:lnTo>
                  <a:lnTo>
                    <a:pt x="10517" y="10089"/>
                  </a:lnTo>
                  <a:lnTo>
                    <a:pt x="10526" y="10442"/>
                  </a:lnTo>
                  <a:lnTo>
                    <a:pt x="10532" y="10794"/>
                  </a:lnTo>
                  <a:lnTo>
                    <a:pt x="10535" y="11143"/>
                  </a:lnTo>
                  <a:lnTo>
                    <a:pt x="10537" y="11489"/>
                  </a:lnTo>
                  <a:lnTo>
                    <a:pt x="10548" y="11818"/>
                  </a:lnTo>
                  <a:lnTo>
                    <a:pt x="10558" y="12137"/>
                  </a:lnTo>
                  <a:lnTo>
                    <a:pt x="10567" y="12446"/>
                  </a:lnTo>
                  <a:lnTo>
                    <a:pt x="10575" y="12746"/>
                  </a:lnTo>
                  <a:lnTo>
                    <a:pt x="10581" y="13037"/>
                  </a:lnTo>
                  <a:lnTo>
                    <a:pt x="10587" y="13318"/>
                  </a:lnTo>
                  <a:lnTo>
                    <a:pt x="10591" y="13589"/>
                  </a:lnTo>
                  <a:lnTo>
                    <a:pt x="10594" y="13851"/>
                  </a:lnTo>
                  <a:lnTo>
                    <a:pt x="10595" y="14104"/>
                  </a:lnTo>
                  <a:lnTo>
                    <a:pt x="10596" y="14347"/>
                  </a:lnTo>
                  <a:lnTo>
                    <a:pt x="10834" y="14347"/>
                  </a:lnTo>
                  <a:lnTo>
                    <a:pt x="11062" y="13618"/>
                  </a:lnTo>
                  <a:lnTo>
                    <a:pt x="11291" y="12911"/>
                  </a:lnTo>
                  <a:lnTo>
                    <a:pt x="11524" y="12223"/>
                  </a:lnTo>
                  <a:lnTo>
                    <a:pt x="11758" y="11556"/>
                  </a:lnTo>
                  <a:lnTo>
                    <a:pt x="11995" y="10909"/>
                  </a:lnTo>
                  <a:lnTo>
                    <a:pt x="12234" y="10282"/>
                  </a:lnTo>
                  <a:lnTo>
                    <a:pt x="12476" y="9675"/>
                  </a:lnTo>
                  <a:lnTo>
                    <a:pt x="12720" y="9089"/>
                  </a:lnTo>
                  <a:lnTo>
                    <a:pt x="12967" y="8523"/>
                  </a:lnTo>
                  <a:lnTo>
                    <a:pt x="13215" y="7977"/>
                  </a:lnTo>
                  <a:lnTo>
                    <a:pt x="13482" y="7439"/>
                  </a:lnTo>
                  <a:lnTo>
                    <a:pt x="13756" y="6922"/>
                  </a:lnTo>
                  <a:lnTo>
                    <a:pt x="14039" y="6425"/>
                  </a:lnTo>
                  <a:lnTo>
                    <a:pt x="14330" y="5948"/>
                  </a:lnTo>
                  <a:lnTo>
                    <a:pt x="14629" y="5491"/>
                  </a:lnTo>
                  <a:lnTo>
                    <a:pt x="14937" y="5055"/>
                  </a:lnTo>
                  <a:lnTo>
                    <a:pt x="15253" y="4639"/>
                  </a:lnTo>
                  <a:lnTo>
                    <a:pt x="15578" y="4243"/>
                  </a:lnTo>
                  <a:lnTo>
                    <a:pt x="15910" y="3867"/>
                  </a:lnTo>
                  <a:lnTo>
                    <a:pt x="16252" y="3512"/>
                  </a:lnTo>
                  <a:lnTo>
                    <a:pt x="16603" y="3164"/>
                  </a:lnTo>
                  <a:lnTo>
                    <a:pt x="16968" y="2836"/>
                  </a:lnTo>
                  <a:lnTo>
                    <a:pt x="17346" y="2526"/>
                  </a:lnTo>
                  <a:lnTo>
                    <a:pt x="17737" y="2235"/>
                  </a:lnTo>
                  <a:lnTo>
                    <a:pt x="18142" y="1964"/>
                  </a:lnTo>
                  <a:lnTo>
                    <a:pt x="18559" y="1712"/>
                  </a:lnTo>
                  <a:lnTo>
                    <a:pt x="18989" y="1478"/>
                  </a:lnTo>
                  <a:lnTo>
                    <a:pt x="19433" y="1264"/>
                  </a:lnTo>
                  <a:lnTo>
                    <a:pt x="19889" y="1069"/>
                  </a:lnTo>
                  <a:lnTo>
                    <a:pt x="20359" y="892"/>
                  </a:lnTo>
                  <a:lnTo>
                    <a:pt x="20846" y="723"/>
                  </a:lnTo>
                  <a:lnTo>
                    <a:pt x="21352" y="571"/>
                  </a:lnTo>
                  <a:lnTo>
                    <a:pt x="21879" y="437"/>
                  </a:lnTo>
                  <a:lnTo>
                    <a:pt x="22426" y="321"/>
                  </a:lnTo>
                  <a:lnTo>
                    <a:pt x="22993" y="223"/>
                  </a:lnTo>
                  <a:lnTo>
                    <a:pt x="23581" y="142"/>
                  </a:lnTo>
                  <a:lnTo>
                    <a:pt x="24189" y="80"/>
                  </a:lnTo>
                  <a:lnTo>
                    <a:pt x="24817" y="35"/>
                  </a:lnTo>
                  <a:lnTo>
                    <a:pt x="25465" y="8"/>
                  </a:lnTo>
                  <a:lnTo>
                    <a:pt x="26134" y="0"/>
                  </a:lnTo>
                  <a:lnTo>
                    <a:pt x="26394" y="2"/>
                  </a:lnTo>
                  <a:lnTo>
                    <a:pt x="26653" y="9"/>
                  </a:lnTo>
                  <a:lnTo>
                    <a:pt x="26909" y="21"/>
                  </a:lnTo>
                  <a:lnTo>
                    <a:pt x="27162" y="38"/>
                  </a:lnTo>
                  <a:lnTo>
                    <a:pt x="27414" y="59"/>
                  </a:lnTo>
                  <a:lnTo>
                    <a:pt x="27662" y="85"/>
                  </a:lnTo>
                  <a:lnTo>
                    <a:pt x="27909" y="116"/>
                  </a:lnTo>
                  <a:lnTo>
                    <a:pt x="28153" y="152"/>
                  </a:lnTo>
                  <a:lnTo>
                    <a:pt x="28395" y="192"/>
                  </a:lnTo>
                  <a:lnTo>
                    <a:pt x="28634" y="238"/>
                  </a:lnTo>
                  <a:lnTo>
                    <a:pt x="28867" y="273"/>
                  </a:lnTo>
                  <a:lnTo>
                    <a:pt x="29089" y="309"/>
                  </a:lnTo>
                  <a:lnTo>
                    <a:pt x="29300" y="345"/>
                  </a:lnTo>
                  <a:lnTo>
                    <a:pt x="29501" y="381"/>
                  </a:lnTo>
                  <a:lnTo>
                    <a:pt x="29691" y="416"/>
                  </a:lnTo>
                  <a:lnTo>
                    <a:pt x="29870" y="452"/>
                  </a:lnTo>
                  <a:lnTo>
                    <a:pt x="30038" y="488"/>
                  </a:lnTo>
                  <a:lnTo>
                    <a:pt x="30196" y="523"/>
                  </a:lnTo>
                  <a:lnTo>
                    <a:pt x="30343" y="559"/>
                  </a:lnTo>
                  <a:lnTo>
                    <a:pt x="30479" y="595"/>
                  </a:lnTo>
                  <a:lnTo>
                    <a:pt x="30479" y="10417"/>
                  </a:lnTo>
                  <a:lnTo>
                    <a:pt x="30262" y="10360"/>
                  </a:lnTo>
                  <a:lnTo>
                    <a:pt x="30037" y="10306"/>
                  </a:lnTo>
                  <a:lnTo>
                    <a:pt x="29804" y="10255"/>
                  </a:lnTo>
                  <a:lnTo>
                    <a:pt x="29565" y="10208"/>
                  </a:lnTo>
                  <a:lnTo>
                    <a:pt x="29319" y="10164"/>
                  </a:lnTo>
                  <a:lnTo>
                    <a:pt x="29065" y="10125"/>
                  </a:lnTo>
                  <a:lnTo>
                    <a:pt x="28804" y="10088"/>
                  </a:lnTo>
                  <a:lnTo>
                    <a:pt x="28536" y="10056"/>
                  </a:lnTo>
                  <a:lnTo>
                    <a:pt x="28261" y="10026"/>
                  </a:lnTo>
                  <a:lnTo>
                    <a:pt x="27979" y="10001"/>
                  </a:lnTo>
                  <a:lnTo>
                    <a:pt x="27690" y="9967"/>
                  </a:lnTo>
                  <a:lnTo>
                    <a:pt x="27393" y="9936"/>
                  </a:lnTo>
                  <a:lnTo>
                    <a:pt x="27090" y="9910"/>
                  </a:lnTo>
                  <a:lnTo>
                    <a:pt x="26779" y="9886"/>
                  </a:lnTo>
                  <a:lnTo>
                    <a:pt x="26461" y="9867"/>
                  </a:lnTo>
                  <a:lnTo>
                    <a:pt x="26136" y="9851"/>
                  </a:lnTo>
                  <a:lnTo>
                    <a:pt x="25804" y="9838"/>
                  </a:lnTo>
                  <a:lnTo>
                    <a:pt x="25465" y="9829"/>
                  </a:lnTo>
                  <a:lnTo>
                    <a:pt x="25118" y="9824"/>
                  </a:lnTo>
                  <a:lnTo>
                    <a:pt x="24764" y="9822"/>
                  </a:lnTo>
                  <a:lnTo>
                    <a:pt x="24037" y="9839"/>
                  </a:lnTo>
                  <a:lnTo>
                    <a:pt x="23331" y="9889"/>
                  </a:lnTo>
                  <a:lnTo>
                    <a:pt x="22646" y="9972"/>
                  </a:lnTo>
                  <a:lnTo>
                    <a:pt x="21983" y="10089"/>
                  </a:lnTo>
                  <a:lnTo>
                    <a:pt x="21341" y="10239"/>
                  </a:lnTo>
                  <a:lnTo>
                    <a:pt x="20721" y="10422"/>
                  </a:lnTo>
                  <a:lnTo>
                    <a:pt x="20122" y="10639"/>
                  </a:lnTo>
                  <a:lnTo>
                    <a:pt x="19545" y="10889"/>
                  </a:lnTo>
                  <a:lnTo>
                    <a:pt x="18989" y="11172"/>
                  </a:lnTo>
                  <a:lnTo>
                    <a:pt x="18454" y="11489"/>
                  </a:lnTo>
                  <a:lnTo>
                    <a:pt x="17951" y="11836"/>
                  </a:lnTo>
                  <a:lnTo>
                    <a:pt x="17466" y="12208"/>
                  </a:lnTo>
                  <a:lnTo>
                    <a:pt x="16999" y="12607"/>
                  </a:lnTo>
                  <a:lnTo>
                    <a:pt x="16549" y="13032"/>
                  </a:lnTo>
                  <a:lnTo>
                    <a:pt x="16118" y="13483"/>
                  </a:lnTo>
                  <a:lnTo>
                    <a:pt x="15704" y="13961"/>
                  </a:lnTo>
                  <a:lnTo>
                    <a:pt x="15308" y="14464"/>
                  </a:lnTo>
                  <a:lnTo>
                    <a:pt x="14930" y="14994"/>
                  </a:lnTo>
                  <a:lnTo>
                    <a:pt x="14570" y="15550"/>
                  </a:lnTo>
                  <a:lnTo>
                    <a:pt x="14227" y="16132"/>
                  </a:lnTo>
                  <a:lnTo>
                    <a:pt x="13914" y="16728"/>
                  </a:lnTo>
                  <a:lnTo>
                    <a:pt x="13618" y="17347"/>
                  </a:lnTo>
                  <a:lnTo>
                    <a:pt x="13338" y="17990"/>
                  </a:lnTo>
                  <a:lnTo>
                    <a:pt x="13075" y="18657"/>
                  </a:lnTo>
                  <a:lnTo>
                    <a:pt x="12828" y="19347"/>
                  </a:lnTo>
                  <a:lnTo>
                    <a:pt x="12599" y="20062"/>
                  </a:lnTo>
                  <a:lnTo>
                    <a:pt x="12386" y="20800"/>
                  </a:lnTo>
                  <a:lnTo>
                    <a:pt x="12189" y="21562"/>
                  </a:lnTo>
                  <a:lnTo>
                    <a:pt x="12009" y="22348"/>
                  </a:lnTo>
                  <a:lnTo>
                    <a:pt x="11846" y="23157"/>
                  </a:lnTo>
                  <a:lnTo>
                    <a:pt x="11699" y="23975"/>
                  </a:lnTo>
                  <a:lnTo>
                    <a:pt x="11568" y="24807"/>
                  </a:lnTo>
                  <a:lnTo>
                    <a:pt x="11452" y="25656"/>
                  </a:lnTo>
                  <a:lnTo>
                    <a:pt x="11351" y="26519"/>
                  </a:lnTo>
                  <a:lnTo>
                    <a:pt x="11266" y="27399"/>
                  </a:lnTo>
                  <a:lnTo>
                    <a:pt x="11196" y="28294"/>
                  </a:lnTo>
                  <a:lnTo>
                    <a:pt x="11142" y="29204"/>
                  </a:lnTo>
                  <a:lnTo>
                    <a:pt x="11103" y="30129"/>
                  </a:lnTo>
                  <a:lnTo>
                    <a:pt x="11080" y="31071"/>
                  </a:lnTo>
                  <a:lnTo>
                    <a:pt x="11072" y="32027"/>
                  </a:lnTo>
                  <a:lnTo>
                    <a:pt x="1107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h142"/>
            <p:cNvSpPr/>
            <p:nvPr/>
          </p:nvSpPr>
          <p:spPr>
            <a:xfrm>
              <a:off x="8230741" y="2573169"/>
              <a:ext cx="64889" cy="83879"/>
            </a:xfrm>
            <a:custGeom>
              <a:avLst/>
              <a:pathLst>
                <a:path w="64889" h="83879">
                  <a:moveTo>
                    <a:pt x="64889" y="25241"/>
                  </a:moveTo>
                  <a:lnTo>
                    <a:pt x="64870" y="26329"/>
                  </a:lnTo>
                  <a:lnTo>
                    <a:pt x="64815" y="27403"/>
                  </a:lnTo>
                  <a:lnTo>
                    <a:pt x="64722" y="28463"/>
                  </a:lnTo>
                  <a:lnTo>
                    <a:pt x="64593" y="29508"/>
                  </a:lnTo>
                  <a:lnTo>
                    <a:pt x="64427" y="30539"/>
                  </a:lnTo>
                  <a:lnTo>
                    <a:pt x="64224" y="31556"/>
                  </a:lnTo>
                  <a:lnTo>
                    <a:pt x="63984" y="32558"/>
                  </a:lnTo>
                  <a:lnTo>
                    <a:pt x="63707" y="33547"/>
                  </a:lnTo>
                  <a:lnTo>
                    <a:pt x="63394" y="34520"/>
                  </a:lnTo>
                  <a:lnTo>
                    <a:pt x="63043" y="35480"/>
                  </a:lnTo>
                  <a:lnTo>
                    <a:pt x="62667" y="36409"/>
                  </a:lnTo>
                  <a:lnTo>
                    <a:pt x="62255" y="37314"/>
                  </a:lnTo>
                  <a:lnTo>
                    <a:pt x="61805" y="38195"/>
                  </a:lnTo>
                  <a:lnTo>
                    <a:pt x="61319" y="39052"/>
                  </a:lnTo>
                  <a:lnTo>
                    <a:pt x="60796" y="39885"/>
                  </a:lnTo>
                  <a:lnTo>
                    <a:pt x="60236" y="40695"/>
                  </a:lnTo>
                  <a:lnTo>
                    <a:pt x="59639" y="41481"/>
                  </a:lnTo>
                  <a:lnTo>
                    <a:pt x="59004" y="42243"/>
                  </a:lnTo>
                  <a:lnTo>
                    <a:pt x="58334" y="42981"/>
                  </a:lnTo>
                  <a:lnTo>
                    <a:pt x="57626" y="43695"/>
                  </a:lnTo>
                  <a:lnTo>
                    <a:pt x="56893" y="44372"/>
                  </a:lnTo>
                  <a:lnTo>
                    <a:pt x="56123" y="45019"/>
                  </a:lnTo>
                  <a:lnTo>
                    <a:pt x="55317" y="45639"/>
                  </a:lnTo>
                  <a:lnTo>
                    <a:pt x="54473" y="46229"/>
                  </a:lnTo>
                  <a:lnTo>
                    <a:pt x="53593" y="46791"/>
                  </a:lnTo>
                  <a:lnTo>
                    <a:pt x="52675" y="47324"/>
                  </a:lnTo>
                  <a:lnTo>
                    <a:pt x="51721" y="47829"/>
                  </a:lnTo>
                  <a:lnTo>
                    <a:pt x="50730" y="48306"/>
                  </a:lnTo>
                  <a:lnTo>
                    <a:pt x="49702" y="48753"/>
                  </a:lnTo>
                  <a:lnTo>
                    <a:pt x="48637" y="49172"/>
                  </a:lnTo>
                  <a:lnTo>
                    <a:pt x="47535" y="49557"/>
                  </a:lnTo>
                  <a:lnTo>
                    <a:pt x="46398" y="49901"/>
                  </a:lnTo>
                  <a:lnTo>
                    <a:pt x="45225" y="50205"/>
                  </a:lnTo>
                  <a:lnTo>
                    <a:pt x="44017" y="50468"/>
                  </a:lnTo>
                  <a:lnTo>
                    <a:pt x="42773" y="50690"/>
                  </a:lnTo>
                  <a:lnTo>
                    <a:pt x="41493" y="50873"/>
                  </a:lnTo>
                  <a:lnTo>
                    <a:pt x="40177" y="51014"/>
                  </a:lnTo>
                  <a:lnTo>
                    <a:pt x="38826" y="51115"/>
                  </a:lnTo>
                  <a:lnTo>
                    <a:pt x="37439" y="51176"/>
                  </a:lnTo>
                  <a:lnTo>
                    <a:pt x="36016" y="51196"/>
                  </a:lnTo>
                  <a:lnTo>
                    <a:pt x="11370" y="51196"/>
                  </a:lnTo>
                  <a:lnTo>
                    <a:pt x="11370" y="83879"/>
                  </a:lnTo>
                  <a:lnTo>
                    <a:pt x="0" y="83879"/>
                  </a:lnTo>
                  <a:lnTo>
                    <a:pt x="0" y="0"/>
                  </a:lnTo>
                  <a:lnTo>
                    <a:pt x="35302" y="0"/>
                  </a:lnTo>
                  <a:lnTo>
                    <a:pt x="36771" y="18"/>
                  </a:lnTo>
                  <a:lnTo>
                    <a:pt x="38202" y="73"/>
                  </a:lnTo>
                  <a:lnTo>
                    <a:pt x="39595" y="166"/>
                  </a:lnTo>
                  <a:lnTo>
                    <a:pt x="40950" y="295"/>
                  </a:lnTo>
                  <a:lnTo>
                    <a:pt x="42267" y="461"/>
                  </a:lnTo>
                  <a:lnTo>
                    <a:pt x="43545" y="664"/>
                  </a:lnTo>
                  <a:lnTo>
                    <a:pt x="44786" y="904"/>
                  </a:lnTo>
                  <a:lnTo>
                    <a:pt x="45989" y="1181"/>
                  </a:lnTo>
                  <a:lnTo>
                    <a:pt x="47153" y="1494"/>
                  </a:lnTo>
                  <a:lnTo>
                    <a:pt x="48279" y="1845"/>
                  </a:lnTo>
                  <a:lnTo>
                    <a:pt x="49368" y="2218"/>
                  </a:lnTo>
                  <a:lnTo>
                    <a:pt x="50420" y="2621"/>
                  </a:lnTo>
                  <a:lnTo>
                    <a:pt x="51435" y="3056"/>
                  </a:lnTo>
                  <a:lnTo>
                    <a:pt x="52413" y="3521"/>
                  </a:lnTo>
                  <a:lnTo>
                    <a:pt x="53354" y="4018"/>
                  </a:lnTo>
                  <a:lnTo>
                    <a:pt x="54259" y="4545"/>
                  </a:lnTo>
                  <a:lnTo>
                    <a:pt x="55126" y="5104"/>
                  </a:lnTo>
                  <a:lnTo>
                    <a:pt x="55956" y="5693"/>
                  </a:lnTo>
                  <a:lnTo>
                    <a:pt x="56750" y="6313"/>
                  </a:lnTo>
                  <a:lnTo>
                    <a:pt x="57507" y="6965"/>
                  </a:lnTo>
                  <a:lnTo>
                    <a:pt x="58226" y="7634"/>
                  </a:lnTo>
                  <a:lnTo>
                    <a:pt x="58909" y="8331"/>
                  </a:lnTo>
                  <a:lnTo>
                    <a:pt x="59555" y="9058"/>
                  </a:lnTo>
                  <a:lnTo>
                    <a:pt x="60164" y="9813"/>
                  </a:lnTo>
                  <a:lnTo>
                    <a:pt x="60736" y="10596"/>
                  </a:lnTo>
                  <a:lnTo>
                    <a:pt x="61271" y="11408"/>
                  </a:lnTo>
                  <a:lnTo>
                    <a:pt x="61770" y="12249"/>
                  </a:lnTo>
                  <a:lnTo>
                    <a:pt x="62231" y="13118"/>
                  </a:lnTo>
                  <a:lnTo>
                    <a:pt x="62656" y="14016"/>
                  </a:lnTo>
                  <a:lnTo>
                    <a:pt x="63043" y="14942"/>
                  </a:lnTo>
                  <a:lnTo>
                    <a:pt x="63394" y="15881"/>
                  </a:lnTo>
                  <a:lnTo>
                    <a:pt x="63707" y="16840"/>
                  </a:lnTo>
                  <a:lnTo>
                    <a:pt x="63984" y="17819"/>
                  </a:lnTo>
                  <a:lnTo>
                    <a:pt x="64224" y="18819"/>
                  </a:lnTo>
                  <a:lnTo>
                    <a:pt x="64427" y="19838"/>
                  </a:lnTo>
                  <a:lnTo>
                    <a:pt x="64593" y="20878"/>
                  </a:lnTo>
                  <a:lnTo>
                    <a:pt x="64722" y="21939"/>
                  </a:lnTo>
                  <a:lnTo>
                    <a:pt x="64815" y="23019"/>
                  </a:lnTo>
                  <a:lnTo>
                    <a:pt x="64870" y="24120"/>
                  </a:lnTo>
                  <a:close/>
                  <a:moveTo>
                    <a:pt x="53459" y="25360"/>
                  </a:moveTo>
                  <a:lnTo>
                    <a:pt x="53410" y="23803"/>
                  </a:lnTo>
                  <a:lnTo>
                    <a:pt x="53263" y="22324"/>
                  </a:lnTo>
                  <a:lnTo>
                    <a:pt x="53019" y="20922"/>
                  </a:lnTo>
                  <a:lnTo>
                    <a:pt x="52678" y="19597"/>
                  </a:lnTo>
                  <a:lnTo>
                    <a:pt x="52238" y="18350"/>
                  </a:lnTo>
                  <a:lnTo>
                    <a:pt x="51701" y="17180"/>
                  </a:lnTo>
                  <a:lnTo>
                    <a:pt x="51067" y="16088"/>
                  </a:lnTo>
                  <a:lnTo>
                    <a:pt x="50334" y="15073"/>
                  </a:lnTo>
                  <a:lnTo>
                    <a:pt x="49504" y="14135"/>
                  </a:lnTo>
                  <a:lnTo>
                    <a:pt x="48577" y="13275"/>
                  </a:lnTo>
                  <a:lnTo>
                    <a:pt x="47552" y="12483"/>
                  </a:lnTo>
                  <a:lnTo>
                    <a:pt x="46429" y="11775"/>
                  </a:lnTo>
                  <a:lnTo>
                    <a:pt x="45209" y="11150"/>
                  </a:lnTo>
                  <a:lnTo>
                    <a:pt x="43891" y="10608"/>
                  </a:lnTo>
                  <a:lnTo>
                    <a:pt x="42475" y="10150"/>
                  </a:lnTo>
                  <a:lnTo>
                    <a:pt x="40962" y="9775"/>
                  </a:lnTo>
                  <a:lnTo>
                    <a:pt x="39351" y="9483"/>
                  </a:lnTo>
                  <a:lnTo>
                    <a:pt x="37642" y="9274"/>
                  </a:lnTo>
                  <a:lnTo>
                    <a:pt x="35836" y="9149"/>
                  </a:lnTo>
                  <a:lnTo>
                    <a:pt x="33932" y="9108"/>
                  </a:lnTo>
                  <a:lnTo>
                    <a:pt x="11370" y="9108"/>
                  </a:lnTo>
                  <a:lnTo>
                    <a:pt x="11370" y="42207"/>
                  </a:lnTo>
                  <a:lnTo>
                    <a:pt x="34409" y="42207"/>
                  </a:lnTo>
                  <a:lnTo>
                    <a:pt x="36321" y="42164"/>
                  </a:lnTo>
                  <a:lnTo>
                    <a:pt x="38128" y="42033"/>
                  </a:lnTo>
                  <a:lnTo>
                    <a:pt x="39831" y="41816"/>
                  </a:lnTo>
                  <a:lnTo>
                    <a:pt x="41428" y="41512"/>
                  </a:lnTo>
                  <a:lnTo>
                    <a:pt x="42922" y="41121"/>
                  </a:lnTo>
                  <a:lnTo>
                    <a:pt x="44310" y="40643"/>
                  </a:lnTo>
                  <a:lnTo>
                    <a:pt x="45593" y="40078"/>
                  </a:lnTo>
                  <a:lnTo>
                    <a:pt x="46772" y="39426"/>
                  </a:lnTo>
                  <a:lnTo>
                    <a:pt x="47846" y="38687"/>
                  </a:lnTo>
                  <a:lnTo>
                    <a:pt x="48815" y="37861"/>
                  </a:lnTo>
                  <a:lnTo>
                    <a:pt x="49697" y="36954"/>
                  </a:lnTo>
                  <a:lnTo>
                    <a:pt x="50487" y="35971"/>
                  </a:lnTo>
                  <a:lnTo>
                    <a:pt x="51183" y="34911"/>
                  </a:lnTo>
                  <a:lnTo>
                    <a:pt x="51787" y="33775"/>
                  </a:lnTo>
                  <a:lnTo>
                    <a:pt x="52298" y="32563"/>
                  </a:lnTo>
                  <a:lnTo>
                    <a:pt x="52716" y="31275"/>
                  </a:lnTo>
                  <a:lnTo>
                    <a:pt x="53041" y="29910"/>
                  </a:lnTo>
                  <a:lnTo>
                    <a:pt x="53273" y="28470"/>
                  </a:lnTo>
                  <a:lnTo>
                    <a:pt x="53412" y="269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h143"/>
            <p:cNvSpPr/>
            <p:nvPr/>
          </p:nvSpPr>
          <p:spPr>
            <a:xfrm>
              <a:off x="8307180" y="2591445"/>
              <a:ext cx="57566" cy="66794"/>
            </a:xfrm>
            <a:custGeom>
              <a:avLst/>
              <a:pathLst>
                <a:path w="57566" h="66794">
                  <a:moveTo>
                    <a:pt x="57566" y="33337"/>
                  </a:moveTo>
                  <a:lnTo>
                    <a:pt x="57492" y="36632"/>
                  </a:lnTo>
                  <a:lnTo>
                    <a:pt x="57269" y="39754"/>
                  </a:lnTo>
                  <a:lnTo>
                    <a:pt x="56896" y="42704"/>
                  </a:lnTo>
                  <a:lnTo>
                    <a:pt x="56376" y="45481"/>
                  </a:lnTo>
                  <a:lnTo>
                    <a:pt x="55706" y="48086"/>
                  </a:lnTo>
                  <a:lnTo>
                    <a:pt x="54887" y="50518"/>
                  </a:lnTo>
                  <a:lnTo>
                    <a:pt x="53920" y="52777"/>
                  </a:lnTo>
                  <a:lnTo>
                    <a:pt x="52804" y="54864"/>
                  </a:lnTo>
                  <a:lnTo>
                    <a:pt x="51539" y="56777"/>
                  </a:lnTo>
                  <a:lnTo>
                    <a:pt x="50125" y="58519"/>
                  </a:lnTo>
                  <a:lnTo>
                    <a:pt x="48569" y="60091"/>
                  </a:lnTo>
                  <a:lnTo>
                    <a:pt x="46879" y="61498"/>
                  </a:lnTo>
                  <a:lnTo>
                    <a:pt x="45055" y="62739"/>
                  </a:lnTo>
                  <a:lnTo>
                    <a:pt x="43095" y="63815"/>
                  </a:lnTo>
                  <a:lnTo>
                    <a:pt x="41002" y="64725"/>
                  </a:lnTo>
                  <a:lnTo>
                    <a:pt x="38773" y="65470"/>
                  </a:lnTo>
                  <a:lnTo>
                    <a:pt x="36411" y="66049"/>
                  </a:lnTo>
                  <a:lnTo>
                    <a:pt x="33913" y="66463"/>
                  </a:lnTo>
                  <a:lnTo>
                    <a:pt x="31281" y="66711"/>
                  </a:lnTo>
                  <a:lnTo>
                    <a:pt x="28515" y="66794"/>
                  </a:lnTo>
                  <a:lnTo>
                    <a:pt x="27184" y="66773"/>
                  </a:lnTo>
                  <a:lnTo>
                    <a:pt x="25881" y="66713"/>
                  </a:lnTo>
                  <a:lnTo>
                    <a:pt x="24607" y="66611"/>
                  </a:lnTo>
                  <a:lnTo>
                    <a:pt x="23362" y="66470"/>
                  </a:lnTo>
                  <a:lnTo>
                    <a:pt x="22145" y="66288"/>
                  </a:lnTo>
                  <a:lnTo>
                    <a:pt x="20957" y="66065"/>
                  </a:lnTo>
                  <a:lnTo>
                    <a:pt x="19797" y="65802"/>
                  </a:lnTo>
                  <a:lnTo>
                    <a:pt x="18666" y="65498"/>
                  </a:lnTo>
                  <a:lnTo>
                    <a:pt x="17564" y="65154"/>
                  </a:lnTo>
                  <a:lnTo>
                    <a:pt x="16490" y="64769"/>
                  </a:lnTo>
                  <a:lnTo>
                    <a:pt x="15446" y="64343"/>
                  </a:lnTo>
                  <a:lnTo>
                    <a:pt x="14435" y="63874"/>
                  </a:lnTo>
                  <a:lnTo>
                    <a:pt x="13455" y="63362"/>
                  </a:lnTo>
                  <a:lnTo>
                    <a:pt x="12508" y="62807"/>
                  </a:lnTo>
                  <a:lnTo>
                    <a:pt x="11593" y="62210"/>
                  </a:lnTo>
                  <a:lnTo>
                    <a:pt x="10710" y="61569"/>
                  </a:lnTo>
                  <a:lnTo>
                    <a:pt x="9860" y="60886"/>
                  </a:lnTo>
                  <a:lnTo>
                    <a:pt x="9041" y="60159"/>
                  </a:lnTo>
                  <a:lnTo>
                    <a:pt x="8255" y="59390"/>
                  </a:lnTo>
                  <a:lnTo>
                    <a:pt x="7500" y="58578"/>
                  </a:lnTo>
                  <a:lnTo>
                    <a:pt x="6791" y="57724"/>
                  </a:lnTo>
                  <a:lnTo>
                    <a:pt x="6115" y="56828"/>
                  </a:lnTo>
                  <a:lnTo>
                    <a:pt x="5472" y="55890"/>
                  </a:lnTo>
                  <a:lnTo>
                    <a:pt x="4862" y="54911"/>
                  </a:lnTo>
                  <a:lnTo>
                    <a:pt x="4286" y="53890"/>
                  </a:lnTo>
                  <a:lnTo>
                    <a:pt x="3743" y="52828"/>
                  </a:lnTo>
                  <a:lnTo>
                    <a:pt x="3233" y="51723"/>
                  </a:lnTo>
                  <a:lnTo>
                    <a:pt x="2757" y="50577"/>
                  </a:lnTo>
                  <a:lnTo>
                    <a:pt x="2314" y="49390"/>
                  </a:lnTo>
                  <a:lnTo>
                    <a:pt x="1904" y="48160"/>
                  </a:lnTo>
                  <a:lnTo>
                    <a:pt x="1543" y="46876"/>
                  </a:lnTo>
                  <a:lnTo>
                    <a:pt x="1219" y="45548"/>
                  </a:lnTo>
                  <a:lnTo>
                    <a:pt x="933" y="44176"/>
                  </a:lnTo>
                  <a:lnTo>
                    <a:pt x="685" y="42760"/>
                  </a:lnTo>
                  <a:lnTo>
                    <a:pt x="476" y="41299"/>
                  </a:lnTo>
                  <a:lnTo>
                    <a:pt x="304" y="39795"/>
                  </a:lnTo>
                  <a:lnTo>
                    <a:pt x="171" y="38247"/>
                  </a:lnTo>
                  <a:lnTo>
                    <a:pt x="76" y="36654"/>
                  </a:lnTo>
                  <a:lnTo>
                    <a:pt x="19" y="35018"/>
                  </a:lnTo>
                  <a:lnTo>
                    <a:pt x="0" y="33337"/>
                  </a:lnTo>
                  <a:lnTo>
                    <a:pt x="288" y="27003"/>
                  </a:lnTo>
                  <a:lnTo>
                    <a:pt x="1154" y="21336"/>
                  </a:lnTo>
                  <a:lnTo>
                    <a:pt x="2598" y="16335"/>
                  </a:lnTo>
                  <a:lnTo>
                    <a:pt x="4619" y="12001"/>
                  </a:lnTo>
                  <a:lnTo>
                    <a:pt x="7218" y="8334"/>
                  </a:lnTo>
                  <a:lnTo>
                    <a:pt x="10394" y="5334"/>
                  </a:lnTo>
                  <a:lnTo>
                    <a:pt x="14147" y="3000"/>
                  </a:lnTo>
                  <a:lnTo>
                    <a:pt x="18478" y="1333"/>
                  </a:lnTo>
                  <a:lnTo>
                    <a:pt x="23386" y="333"/>
                  </a:lnTo>
                  <a:lnTo>
                    <a:pt x="28872" y="0"/>
                  </a:lnTo>
                  <a:lnTo>
                    <a:pt x="30352" y="20"/>
                  </a:lnTo>
                  <a:lnTo>
                    <a:pt x="31789" y="83"/>
                  </a:lnTo>
                  <a:lnTo>
                    <a:pt x="33185" y="187"/>
                  </a:lnTo>
                  <a:lnTo>
                    <a:pt x="34540" y="333"/>
                  </a:lnTo>
                  <a:lnTo>
                    <a:pt x="35852" y="520"/>
                  </a:lnTo>
                  <a:lnTo>
                    <a:pt x="37123" y="750"/>
                  </a:lnTo>
                  <a:lnTo>
                    <a:pt x="38353" y="1020"/>
                  </a:lnTo>
                  <a:lnTo>
                    <a:pt x="39540" y="1333"/>
                  </a:lnTo>
                  <a:lnTo>
                    <a:pt x="40686" y="1687"/>
                  </a:lnTo>
                  <a:lnTo>
                    <a:pt x="41790" y="2083"/>
                  </a:lnTo>
                  <a:lnTo>
                    <a:pt x="42866" y="2521"/>
                  </a:lnTo>
                  <a:lnTo>
                    <a:pt x="43900" y="3000"/>
                  </a:lnTo>
                  <a:lnTo>
                    <a:pt x="44894" y="3521"/>
                  </a:lnTo>
                  <a:lnTo>
                    <a:pt x="45848" y="4083"/>
                  </a:lnTo>
                  <a:lnTo>
                    <a:pt x="46761" y="4688"/>
                  </a:lnTo>
                  <a:lnTo>
                    <a:pt x="47634" y="5334"/>
                  </a:lnTo>
                  <a:lnTo>
                    <a:pt x="48466" y="6021"/>
                  </a:lnTo>
                  <a:lnTo>
                    <a:pt x="49258" y="6750"/>
                  </a:lnTo>
                  <a:lnTo>
                    <a:pt x="50009" y="7521"/>
                  </a:lnTo>
                  <a:lnTo>
                    <a:pt x="50720" y="8334"/>
                  </a:lnTo>
                  <a:lnTo>
                    <a:pt x="51404" y="9188"/>
                  </a:lnTo>
                  <a:lnTo>
                    <a:pt x="52051" y="10084"/>
                  </a:lnTo>
                  <a:lnTo>
                    <a:pt x="52661" y="11022"/>
                  </a:lnTo>
                  <a:lnTo>
                    <a:pt x="53235" y="12001"/>
                  </a:lnTo>
                  <a:lnTo>
                    <a:pt x="53771" y="13022"/>
                  </a:lnTo>
                  <a:lnTo>
                    <a:pt x="54271" y="14085"/>
                  </a:lnTo>
                  <a:lnTo>
                    <a:pt x="54733" y="15189"/>
                  </a:lnTo>
                  <a:lnTo>
                    <a:pt x="55159" y="16335"/>
                  </a:lnTo>
                  <a:lnTo>
                    <a:pt x="55548" y="17523"/>
                  </a:lnTo>
                  <a:lnTo>
                    <a:pt x="55899" y="18752"/>
                  </a:lnTo>
                  <a:lnTo>
                    <a:pt x="56216" y="20023"/>
                  </a:lnTo>
                  <a:lnTo>
                    <a:pt x="56499" y="21336"/>
                  </a:lnTo>
                  <a:lnTo>
                    <a:pt x="56749" y="22690"/>
                  </a:lnTo>
                  <a:lnTo>
                    <a:pt x="56966" y="24086"/>
                  </a:lnTo>
                  <a:lnTo>
                    <a:pt x="57150" y="25524"/>
                  </a:lnTo>
                  <a:lnTo>
                    <a:pt x="57300" y="27003"/>
                  </a:lnTo>
                  <a:lnTo>
                    <a:pt x="57416" y="28524"/>
                  </a:lnTo>
                  <a:lnTo>
                    <a:pt x="57500" y="30087"/>
                  </a:lnTo>
                  <a:lnTo>
                    <a:pt x="57550" y="31691"/>
                  </a:lnTo>
                  <a:close/>
                  <a:moveTo>
                    <a:pt x="46315" y="33337"/>
                  </a:moveTo>
                  <a:lnTo>
                    <a:pt x="46303" y="31863"/>
                  </a:lnTo>
                  <a:lnTo>
                    <a:pt x="46267" y="30441"/>
                  </a:lnTo>
                  <a:lnTo>
                    <a:pt x="46208" y="29072"/>
                  </a:lnTo>
                  <a:lnTo>
                    <a:pt x="46124" y="27755"/>
                  </a:lnTo>
                  <a:lnTo>
                    <a:pt x="46017" y="26491"/>
                  </a:lnTo>
                  <a:lnTo>
                    <a:pt x="45886" y="25279"/>
                  </a:lnTo>
                  <a:lnTo>
                    <a:pt x="45731" y="24119"/>
                  </a:lnTo>
                  <a:lnTo>
                    <a:pt x="45553" y="23012"/>
                  </a:lnTo>
                  <a:lnTo>
                    <a:pt x="45350" y="21957"/>
                  </a:lnTo>
                  <a:lnTo>
                    <a:pt x="45124" y="20955"/>
                  </a:lnTo>
                  <a:lnTo>
                    <a:pt x="44887" y="19998"/>
                  </a:lnTo>
                  <a:lnTo>
                    <a:pt x="44627" y="19080"/>
                  </a:lnTo>
                  <a:lnTo>
                    <a:pt x="44344" y="18202"/>
                  </a:lnTo>
                  <a:lnTo>
                    <a:pt x="44038" y="17364"/>
                  </a:lnTo>
                  <a:lnTo>
                    <a:pt x="43710" y="16564"/>
                  </a:lnTo>
                  <a:lnTo>
                    <a:pt x="43360" y="15804"/>
                  </a:lnTo>
                  <a:lnTo>
                    <a:pt x="42986" y="15083"/>
                  </a:lnTo>
                  <a:lnTo>
                    <a:pt x="42591" y="14401"/>
                  </a:lnTo>
                  <a:lnTo>
                    <a:pt x="42172" y="13759"/>
                  </a:lnTo>
                  <a:lnTo>
                    <a:pt x="41731" y="13156"/>
                  </a:lnTo>
                  <a:lnTo>
                    <a:pt x="41280" y="12590"/>
                  </a:lnTo>
                  <a:lnTo>
                    <a:pt x="40809" y="12061"/>
                  </a:lnTo>
                  <a:lnTo>
                    <a:pt x="40318" y="11566"/>
                  </a:lnTo>
                  <a:lnTo>
                    <a:pt x="39807" y="11108"/>
                  </a:lnTo>
                  <a:lnTo>
                    <a:pt x="39275" y="10685"/>
                  </a:lnTo>
                  <a:lnTo>
                    <a:pt x="38723" y="10298"/>
                  </a:lnTo>
                  <a:lnTo>
                    <a:pt x="38151" y="9947"/>
                  </a:lnTo>
                  <a:lnTo>
                    <a:pt x="37559" y="9632"/>
                  </a:lnTo>
                  <a:lnTo>
                    <a:pt x="36946" y="9352"/>
                  </a:lnTo>
                  <a:lnTo>
                    <a:pt x="36314" y="9108"/>
                  </a:lnTo>
                  <a:lnTo>
                    <a:pt x="35662" y="8882"/>
                  </a:lnTo>
                  <a:lnTo>
                    <a:pt x="34994" y="8679"/>
                  </a:lnTo>
                  <a:lnTo>
                    <a:pt x="34310" y="8501"/>
                  </a:lnTo>
                  <a:lnTo>
                    <a:pt x="33608" y="8346"/>
                  </a:lnTo>
                  <a:lnTo>
                    <a:pt x="32891" y="8215"/>
                  </a:lnTo>
                  <a:lnTo>
                    <a:pt x="32156" y="8108"/>
                  </a:lnTo>
                  <a:lnTo>
                    <a:pt x="31405" y="8024"/>
                  </a:lnTo>
                  <a:lnTo>
                    <a:pt x="30637" y="7965"/>
                  </a:lnTo>
                  <a:lnTo>
                    <a:pt x="29852" y="7929"/>
                  </a:lnTo>
                  <a:lnTo>
                    <a:pt x="29051" y="7917"/>
                  </a:lnTo>
                  <a:lnTo>
                    <a:pt x="28237" y="7930"/>
                  </a:lnTo>
                  <a:lnTo>
                    <a:pt x="27439" y="7967"/>
                  </a:lnTo>
                  <a:lnTo>
                    <a:pt x="26656" y="8030"/>
                  </a:lnTo>
                  <a:lnTo>
                    <a:pt x="25888" y="8117"/>
                  </a:lnTo>
                  <a:lnTo>
                    <a:pt x="25137" y="8230"/>
                  </a:lnTo>
                  <a:lnTo>
                    <a:pt x="24400" y="8367"/>
                  </a:lnTo>
                  <a:lnTo>
                    <a:pt x="23679" y="8530"/>
                  </a:lnTo>
                  <a:lnTo>
                    <a:pt x="22974" y="8717"/>
                  </a:lnTo>
                  <a:lnTo>
                    <a:pt x="22284" y="8930"/>
                  </a:lnTo>
                  <a:lnTo>
                    <a:pt x="21609" y="9167"/>
                  </a:lnTo>
                  <a:lnTo>
                    <a:pt x="20964" y="9423"/>
                  </a:lnTo>
                  <a:lnTo>
                    <a:pt x="20338" y="9715"/>
                  </a:lnTo>
                  <a:lnTo>
                    <a:pt x="19731" y="10042"/>
                  </a:lnTo>
                  <a:lnTo>
                    <a:pt x="19142" y="10406"/>
                  </a:lnTo>
                  <a:lnTo>
                    <a:pt x="18573" y="10804"/>
                  </a:lnTo>
                  <a:lnTo>
                    <a:pt x="18023" y="11239"/>
                  </a:lnTo>
                  <a:lnTo>
                    <a:pt x="17492" y="11709"/>
                  </a:lnTo>
                  <a:lnTo>
                    <a:pt x="16980" y="12215"/>
                  </a:lnTo>
                  <a:lnTo>
                    <a:pt x="16487" y="12757"/>
                  </a:lnTo>
                  <a:lnTo>
                    <a:pt x="16013" y="13335"/>
                  </a:lnTo>
                  <a:lnTo>
                    <a:pt x="15560" y="13938"/>
                  </a:lnTo>
                  <a:lnTo>
                    <a:pt x="15128" y="14580"/>
                  </a:lnTo>
                  <a:lnTo>
                    <a:pt x="14717" y="15262"/>
                  </a:lnTo>
                  <a:lnTo>
                    <a:pt x="14327" y="15982"/>
                  </a:lnTo>
                  <a:lnTo>
                    <a:pt x="13960" y="16743"/>
                  </a:lnTo>
                  <a:lnTo>
                    <a:pt x="13613" y="17542"/>
                  </a:lnTo>
                  <a:lnTo>
                    <a:pt x="13288" y="18381"/>
                  </a:lnTo>
                  <a:lnTo>
                    <a:pt x="12984" y="19259"/>
                  </a:lnTo>
                  <a:lnTo>
                    <a:pt x="12702" y="20176"/>
                  </a:lnTo>
                  <a:lnTo>
                    <a:pt x="12442" y="21133"/>
                  </a:lnTo>
                  <a:lnTo>
                    <a:pt x="12215" y="22134"/>
                  </a:lnTo>
                  <a:lnTo>
                    <a:pt x="12013" y="23183"/>
                  </a:lnTo>
                  <a:lnTo>
                    <a:pt x="11834" y="24282"/>
                  </a:lnTo>
                  <a:lnTo>
                    <a:pt x="11680" y="25429"/>
                  </a:lnTo>
                  <a:lnTo>
                    <a:pt x="11549" y="26625"/>
                  </a:lnTo>
                  <a:lnTo>
                    <a:pt x="11441" y="27870"/>
                  </a:lnTo>
                  <a:lnTo>
                    <a:pt x="11358" y="29163"/>
                  </a:lnTo>
                  <a:lnTo>
                    <a:pt x="11299" y="30506"/>
                  </a:lnTo>
                  <a:lnTo>
                    <a:pt x="11263" y="31897"/>
                  </a:lnTo>
                  <a:lnTo>
                    <a:pt x="11251" y="33337"/>
                  </a:lnTo>
                  <a:lnTo>
                    <a:pt x="11264" y="34812"/>
                  </a:lnTo>
                  <a:lnTo>
                    <a:pt x="11303" y="36235"/>
                  </a:lnTo>
                  <a:lnTo>
                    <a:pt x="11369" y="37607"/>
                  </a:lnTo>
                  <a:lnTo>
                    <a:pt x="11460" y="38928"/>
                  </a:lnTo>
                  <a:lnTo>
                    <a:pt x="11578" y="40198"/>
                  </a:lnTo>
                  <a:lnTo>
                    <a:pt x="11722" y="41417"/>
                  </a:lnTo>
                  <a:lnTo>
                    <a:pt x="11893" y="42584"/>
                  </a:lnTo>
                  <a:lnTo>
                    <a:pt x="12089" y="43700"/>
                  </a:lnTo>
                  <a:lnTo>
                    <a:pt x="12312" y="44765"/>
                  </a:lnTo>
                  <a:lnTo>
                    <a:pt x="12561" y="45779"/>
                  </a:lnTo>
                  <a:lnTo>
                    <a:pt x="12832" y="46736"/>
                  </a:lnTo>
                  <a:lnTo>
                    <a:pt x="13123" y="47653"/>
                  </a:lnTo>
                  <a:lnTo>
                    <a:pt x="13432" y="48531"/>
                  </a:lnTo>
                  <a:lnTo>
                    <a:pt x="13761" y="49370"/>
                  </a:lnTo>
                  <a:lnTo>
                    <a:pt x="14108" y="50169"/>
                  </a:lnTo>
                  <a:lnTo>
                    <a:pt x="14475" y="50930"/>
                  </a:lnTo>
                  <a:lnTo>
                    <a:pt x="14861" y="51651"/>
                  </a:lnTo>
                  <a:lnTo>
                    <a:pt x="15266" y="52332"/>
                  </a:lnTo>
                  <a:lnTo>
                    <a:pt x="15690" y="52975"/>
                  </a:lnTo>
                  <a:lnTo>
                    <a:pt x="16132" y="53578"/>
                  </a:lnTo>
                  <a:lnTo>
                    <a:pt x="16605" y="54144"/>
                  </a:lnTo>
                  <a:lnTo>
                    <a:pt x="17092" y="54675"/>
                  </a:lnTo>
                  <a:lnTo>
                    <a:pt x="17595" y="55172"/>
                  </a:lnTo>
                  <a:lnTo>
                    <a:pt x="18114" y="55635"/>
                  </a:lnTo>
                  <a:lnTo>
                    <a:pt x="18648" y="56063"/>
                  </a:lnTo>
                  <a:lnTo>
                    <a:pt x="19197" y="56457"/>
                  </a:lnTo>
                  <a:lnTo>
                    <a:pt x="19762" y="56816"/>
                  </a:lnTo>
                  <a:lnTo>
                    <a:pt x="20343" y="57140"/>
                  </a:lnTo>
                  <a:lnTo>
                    <a:pt x="20938" y="57430"/>
                  </a:lnTo>
                  <a:lnTo>
                    <a:pt x="21550" y="57685"/>
                  </a:lnTo>
                  <a:lnTo>
                    <a:pt x="22186" y="57912"/>
                  </a:lnTo>
                  <a:lnTo>
                    <a:pt x="22833" y="58114"/>
                  </a:lnTo>
                  <a:lnTo>
                    <a:pt x="23491" y="58293"/>
                  </a:lnTo>
                  <a:lnTo>
                    <a:pt x="24160" y="58447"/>
                  </a:lnTo>
                  <a:lnTo>
                    <a:pt x="24839" y="58578"/>
                  </a:lnTo>
                  <a:lnTo>
                    <a:pt x="25529" y="58685"/>
                  </a:lnTo>
                  <a:lnTo>
                    <a:pt x="26230" y="58769"/>
                  </a:lnTo>
                  <a:lnTo>
                    <a:pt x="26941" y="58828"/>
                  </a:lnTo>
                  <a:lnTo>
                    <a:pt x="27663" y="58864"/>
                  </a:lnTo>
                  <a:lnTo>
                    <a:pt x="28396" y="58876"/>
                  </a:lnTo>
                  <a:lnTo>
                    <a:pt x="29210" y="58865"/>
                  </a:lnTo>
                  <a:lnTo>
                    <a:pt x="30008" y="58831"/>
                  </a:lnTo>
                  <a:lnTo>
                    <a:pt x="30791" y="58774"/>
                  </a:lnTo>
                  <a:lnTo>
                    <a:pt x="31558" y="58695"/>
                  </a:lnTo>
                  <a:lnTo>
                    <a:pt x="32310" y="58593"/>
                  </a:lnTo>
                  <a:lnTo>
                    <a:pt x="33046" y="58469"/>
                  </a:lnTo>
                  <a:lnTo>
                    <a:pt x="33767" y="58322"/>
                  </a:lnTo>
                  <a:lnTo>
                    <a:pt x="34473" y="58152"/>
                  </a:lnTo>
                  <a:lnTo>
                    <a:pt x="35163" y="57960"/>
                  </a:lnTo>
                  <a:lnTo>
                    <a:pt x="35837" y="57745"/>
                  </a:lnTo>
                  <a:lnTo>
                    <a:pt x="36494" y="57489"/>
                  </a:lnTo>
                  <a:lnTo>
                    <a:pt x="37130" y="57200"/>
                  </a:lnTo>
                  <a:lnTo>
                    <a:pt x="37746" y="56875"/>
                  </a:lnTo>
                  <a:lnTo>
                    <a:pt x="38342" y="56516"/>
                  </a:lnTo>
                  <a:lnTo>
                    <a:pt x="38918" y="56123"/>
                  </a:lnTo>
                  <a:lnTo>
                    <a:pt x="39473" y="55695"/>
                  </a:lnTo>
                  <a:lnTo>
                    <a:pt x="40009" y="55232"/>
                  </a:lnTo>
                  <a:lnTo>
                    <a:pt x="40524" y="54735"/>
                  </a:lnTo>
                  <a:lnTo>
                    <a:pt x="41018" y="54203"/>
                  </a:lnTo>
                  <a:lnTo>
                    <a:pt x="41493" y="53637"/>
                  </a:lnTo>
                  <a:lnTo>
                    <a:pt x="41946" y="53034"/>
                  </a:lnTo>
                  <a:lnTo>
                    <a:pt x="42379" y="52389"/>
                  </a:lnTo>
                  <a:lnTo>
                    <a:pt x="42789" y="51705"/>
                  </a:lnTo>
                  <a:lnTo>
                    <a:pt x="43179" y="50980"/>
                  </a:lnTo>
                  <a:lnTo>
                    <a:pt x="43547" y="50214"/>
                  </a:lnTo>
                  <a:lnTo>
                    <a:pt x="43893" y="49408"/>
                  </a:lnTo>
                  <a:lnTo>
                    <a:pt x="44218" y="48562"/>
                  </a:lnTo>
                  <a:lnTo>
                    <a:pt x="44522" y="47675"/>
                  </a:lnTo>
                  <a:lnTo>
                    <a:pt x="44804" y="46747"/>
                  </a:lnTo>
                  <a:lnTo>
                    <a:pt x="45065" y="45779"/>
                  </a:lnTo>
                  <a:lnTo>
                    <a:pt x="45302" y="44765"/>
                  </a:lnTo>
                  <a:lnTo>
                    <a:pt x="45515" y="43700"/>
                  </a:lnTo>
                  <a:lnTo>
                    <a:pt x="45702" y="42584"/>
                  </a:lnTo>
                  <a:lnTo>
                    <a:pt x="45865" y="41417"/>
                  </a:lnTo>
                  <a:lnTo>
                    <a:pt x="46002" y="40198"/>
                  </a:lnTo>
                  <a:lnTo>
                    <a:pt x="46115" y="38928"/>
                  </a:lnTo>
                  <a:lnTo>
                    <a:pt x="46202" y="37607"/>
                  </a:lnTo>
                  <a:lnTo>
                    <a:pt x="46265" y="36235"/>
                  </a:lnTo>
                  <a:lnTo>
                    <a:pt x="46302" y="348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h144"/>
            <p:cNvSpPr/>
            <p:nvPr/>
          </p:nvSpPr>
          <p:spPr>
            <a:xfrm>
              <a:off x="8378081" y="2568704"/>
              <a:ext cx="10715" cy="88344"/>
            </a:xfrm>
            <a:custGeom>
              <a:avLst/>
              <a:pathLst>
                <a:path w="10715" h="88344">
                  <a:moveTo>
                    <a:pt x="0" y="88344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h145"/>
            <p:cNvSpPr/>
            <p:nvPr/>
          </p:nvSpPr>
          <p:spPr>
            <a:xfrm>
              <a:off x="8397250" y="2592636"/>
              <a:ext cx="60424" cy="89713"/>
            </a:xfrm>
            <a:custGeom>
              <a:avLst/>
              <a:pathLst>
                <a:path w="60424" h="89713">
                  <a:moveTo>
                    <a:pt x="35659" y="64412"/>
                  </a:moveTo>
                  <a:lnTo>
                    <a:pt x="35205" y="65567"/>
                  </a:lnTo>
                  <a:lnTo>
                    <a:pt x="34749" y="66698"/>
                  </a:lnTo>
                  <a:lnTo>
                    <a:pt x="34291" y="67806"/>
                  </a:lnTo>
                  <a:lnTo>
                    <a:pt x="33830" y="68889"/>
                  </a:lnTo>
                  <a:lnTo>
                    <a:pt x="33367" y="69949"/>
                  </a:lnTo>
                  <a:lnTo>
                    <a:pt x="32901" y="70985"/>
                  </a:lnTo>
                  <a:lnTo>
                    <a:pt x="32433" y="71997"/>
                  </a:lnTo>
                  <a:lnTo>
                    <a:pt x="31963" y="72985"/>
                  </a:lnTo>
                  <a:lnTo>
                    <a:pt x="31490" y="73949"/>
                  </a:lnTo>
                  <a:lnTo>
                    <a:pt x="31015" y="74890"/>
                  </a:lnTo>
                  <a:lnTo>
                    <a:pt x="30545" y="75816"/>
                  </a:lnTo>
                  <a:lnTo>
                    <a:pt x="30063" y="76714"/>
                  </a:lnTo>
                  <a:lnTo>
                    <a:pt x="29569" y="77583"/>
                  </a:lnTo>
                  <a:lnTo>
                    <a:pt x="29063" y="78424"/>
                  </a:lnTo>
                  <a:lnTo>
                    <a:pt x="28545" y="79236"/>
                  </a:lnTo>
                  <a:lnTo>
                    <a:pt x="28015" y="80019"/>
                  </a:lnTo>
                  <a:lnTo>
                    <a:pt x="27473" y="80774"/>
                  </a:lnTo>
                  <a:lnTo>
                    <a:pt x="26920" y="81500"/>
                  </a:lnTo>
                  <a:lnTo>
                    <a:pt x="26354" y="82198"/>
                  </a:lnTo>
                  <a:lnTo>
                    <a:pt x="25777" y="82867"/>
                  </a:lnTo>
                  <a:lnTo>
                    <a:pt x="25187" y="83518"/>
                  </a:lnTo>
                  <a:lnTo>
                    <a:pt x="24584" y="84136"/>
                  </a:lnTo>
                  <a:lnTo>
                    <a:pt x="23967" y="84723"/>
                  </a:lnTo>
                  <a:lnTo>
                    <a:pt x="23338" y="85277"/>
                  </a:lnTo>
                  <a:lnTo>
                    <a:pt x="22696" y="85799"/>
                  </a:lnTo>
                  <a:lnTo>
                    <a:pt x="22040" y="86289"/>
                  </a:lnTo>
                  <a:lnTo>
                    <a:pt x="21372" y="86747"/>
                  </a:lnTo>
                  <a:lnTo>
                    <a:pt x="20690" y="87172"/>
                  </a:lnTo>
                  <a:lnTo>
                    <a:pt x="19995" y="87566"/>
                  </a:lnTo>
                  <a:lnTo>
                    <a:pt x="19288" y="87927"/>
                  </a:lnTo>
                  <a:lnTo>
                    <a:pt x="18563" y="88266"/>
                  </a:lnTo>
                  <a:lnTo>
                    <a:pt x="17816" y="88570"/>
                  </a:lnTo>
                  <a:lnTo>
                    <a:pt x="17048" y="88838"/>
                  </a:lnTo>
                  <a:lnTo>
                    <a:pt x="16259" y="89070"/>
                  </a:lnTo>
                  <a:lnTo>
                    <a:pt x="15448" y="89267"/>
                  </a:lnTo>
                  <a:lnTo>
                    <a:pt x="14616" y="89427"/>
                  </a:lnTo>
                  <a:lnTo>
                    <a:pt x="13762" y="89552"/>
                  </a:lnTo>
                  <a:lnTo>
                    <a:pt x="12887" y="89642"/>
                  </a:lnTo>
                  <a:lnTo>
                    <a:pt x="11990" y="89695"/>
                  </a:lnTo>
                  <a:lnTo>
                    <a:pt x="11072" y="89713"/>
                  </a:lnTo>
                  <a:lnTo>
                    <a:pt x="10670" y="89712"/>
                  </a:lnTo>
                  <a:lnTo>
                    <a:pt x="10275" y="89708"/>
                  </a:lnTo>
                  <a:lnTo>
                    <a:pt x="9885" y="89702"/>
                  </a:lnTo>
                  <a:lnTo>
                    <a:pt x="9501" y="89694"/>
                  </a:lnTo>
                  <a:lnTo>
                    <a:pt x="9123" y="89683"/>
                  </a:lnTo>
                  <a:lnTo>
                    <a:pt x="8751" y="89670"/>
                  </a:lnTo>
                  <a:lnTo>
                    <a:pt x="8384" y="89655"/>
                  </a:lnTo>
                  <a:lnTo>
                    <a:pt x="8024" y="89637"/>
                  </a:lnTo>
                  <a:lnTo>
                    <a:pt x="7670" y="89617"/>
                  </a:lnTo>
                  <a:lnTo>
                    <a:pt x="7322" y="89594"/>
                  </a:lnTo>
                  <a:lnTo>
                    <a:pt x="6975" y="89567"/>
                  </a:lnTo>
                  <a:lnTo>
                    <a:pt x="6624" y="89535"/>
                  </a:lnTo>
                  <a:lnTo>
                    <a:pt x="6270" y="89496"/>
                  </a:lnTo>
                  <a:lnTo>
                    <a:pt x="5912" y="89451"/>
                  </a:lnTo>
                  <a:lnTo>
                    <a:pt x="5551" y="89401"/>
                  </a:lnTo>
                  <a:lnTo>
                    <a:pt x="5186" y="89344"/>
                  </a:lnTo>
                  <a:lnTo>
                    <a:pt x="4817" y="89281"/>
                  </a:lnTo>
                  <a:lnTo>
                    <a:pt x="4445" y="89213"/>
                  </a:lnTo>
                  <a:lnTo>
                    <a:pt x="4070" y="89139"/>
                  </a:lnTo>
                  <a:lnTo>
                    <a:pt x="3690" y="89058"/>
                  </a:lnTo>
                  <a:lnTo>
                    <a:pt x="3690" y="81022"/>
                  </a:lnTo>
                  <a:lnTo>
                    <a:pt x="3920" y="81056"/>
                  </a:lnTo>
                  <a:lnTo>
                    <a:pt x="4155" y="81088"/>
                  </a:lnTo>
                  <a:lnTo>
                    <a:pt x="4396" y="81118"/>
                  </a:lnTo>
                  <a:lnTo>
                    <a:pt x="4643" y="81145"/>
                  </a:lnTo>
                  <a:lnTo>
                    <a:pt x="4896" y="81170"/>
                  </a:lnTo>
                  <a:lnTo>
                    <a:pt x="5155" y="81193"/>
                  </a:lnTo>
                  <a:lnTo>
                    <a:pt x="5420" y="81213"/>
                  </a:lnTo>
                  <a:lnTo>
                    <a:pt x="5691" y="81231"/>
                  </a:lnTo>
                  <a:lnTo>
                    <a:pt x="5968" y="81247"/>
                  </a:lnTo>
                  <a:lnTo>
                    <a:pt x="6250" y="81260"/>
                  </a:lnTo>
                  <a:lnTo>
                    <a:pt x="6532" y="81282"/>
                  </a:lnTo>
                  <a:lnTo>
                    <a:pt x="6805" y="81303"/>
                  </a:lnTo>
                  <a:lnTo>
                    <a:pt x="7070" y="81320"/>
                  </a:lnTo>
                  <a:lnTo>
                    <a:pt x="7327" y="81336"/>
                  </a:lnTo>
                  <a:lnTo>
                    <a:pt x="7575" y="81349"/>
                  </a:lnTo>
                  <a:lnTo>
                    <a:pt x="7815" y="81360"/>
                  </a:lnTo>
                  <a:lnTo>
                    <a:pt x="8046" y="81368"/>
                  </a:lnTo>
                  <a:lnTo>
                    <a:pt x="8270" y="81374"/>
                  </a:lnTo>
                  <a:lnTo>
                    <a:pt x="8484" y="81378"/>
                  </a:lnTo>
                  <a:lnTo>
                    <a:pt x="8691" y="81379"/>
                  </a:lnTo>
                  <a:lnTo>
                    <a:pt x="9625" y="81344"/>
                  </a:lnTo>
                  <a:lnTo>
                    <a:pt x="10546" y="81238"/>
                  </a:lnTo>
                  <a:lnTo>
                    <a:pt x="11454" y="81063"/>
                  </a:lnTo>
                  <a:lnTo>
                    <a:pt x="12349" y="80817"/>
                  </a:lnTo>
                  <a:lnTo>
                    <a:pt x="13230" y="80501"/>
                  </a:lnTo>
                  <a:lnTo>
                    <a:pt x="14099" y="80114"/>
                  </a:lnTo>
                  <a:lnTo>
                    <a:pt x="14954" y="79658"/>
                  </a:lnTo>
                  <a:lnTo>
                    <a:pt x="15797" y="79131"/>
                  </a:lnTo>
                  <a:lnTo>
                    <a:pt x="16626" y="78534"/>
                  </a:lnTo>
                  <a:lnTo>
                    <a:pt x="17442" y="77866"/>
                  </a:lnTo>
                  <a:lnTo>
                    <a:pt x="18242" y="77122"/>
                  </a:lnTo>
                  <a:lnTo>
                    <a:pt x="19021" y="76295"/>
                  </a:lnTo>
                  <a:lnTo>
                    <a:pt x="19780" y="75384"/>
                  </a:lnTo>
                  <a:lnTo>
                    <a:pt x="20519" y="74390"/>
                  </a:lnTo>
                  <a:lnTo>
                    <a:pt x="21237" y="73312"/>
                  </a:lnTo>
                  <a:lnTo>
                    <a:pt x="21936" y="72151"/>
                  </a:lnTo>
                  <a:lnTo>
                    <a:pt x="22614" y="70907"/>
                  </a:lnTo>
                  <a:lnTo>
                    <a:pt x="23271" y="69580"/>
                  </a:lnTo>
                  <a:lnTo>
                    <a:pt x="23909" y="68169"/>
                  </a:lnTo>
                  <a:lnTo>
                    <a:pt x="24526" y="66675"/>
                  </a:lnTo>
                  <a:lnTo>
                    <a:pt x="25538" y="64115"/>
                  </a:lnTo>
                  <a:lnTo>
                    <a:pt x="0" y="0"/>
                  </a:lnTo>
                  <a:lnTo>
                    <a:pt x="11429" y="0"/>
                  </a:lnTo>
                  <a:lnTo>
                    <a:pt x="25003" y="35599"/>
                  </a:lnTo>
                  <a:lnTo>
                    <a:pt x="25125" y="35931"/>
                  </a:lnTo>
                  <a:lnTo>
                    <a:pt x="25253" y="36285"/>
                  </a:lnTo>
                  <a:lnTo>
                    <a:pt x="25387" y="36660"/>
                  </a:lnTo>
                  <a:lnTo>
                    <a:pt x="25527" y="37057"/>
                  </a:lnTo>
                  <a:lnTo>
                    <a:pt x="25672" y="37474"/>
                  </a:lnTo>
                  <a:lnTo>
                    <a:pt x="25824" y="37914"/>
                  </a:lnTo>
                  <a:lnTo>
                    <a:pt x="25982" y="38375"/>
                  </a:lnTo>
                  <a:lnTo>
                    <a:pt x="26146" y="38857"/>
                  </a:lnTo>
                  <a:lnTo>
                    <a:pt x="26315" y="39360"/>
                  </a:lnTo>
                  <a:lnTo>
                    <a:pt x="26491" y="39885"/>
                  </a:lnTo>
                  <a:lnTo>
                    <a:pt x="26681" y="40421"/>
                  </a:lnTo>
                  <a:lnTo>
                    <a:pt x="26870" y="40957"/>
                  </a:lnTo>
                  <a:lnTo>
                    <a:pt x="27057" y="41493"/>
                  </a:lnTo>
                  <a:lnTo>
                    <a:pt x="27243" y="42029"/>
                  </a:lnTo>
                  <a:lnTo>
                    <a:pt x="27429" y="42564"/>
                  </a:lnTo>
                  <a:lnTo>
                    <a:pt x="27612" y="43100"/>
                  </a:lnTo>
                  <a:lnTo>
                    <a:pt x="27795" y="43636"/>
                  </a:lnTo>
                  <a:lnTo>
                    <a:pt x="27977" y="44172"/>
                  </a:lnTo>
                  <a:lnTo>
                    <a:pt x="28157" y="44707"/>
                  </a:lnTo>
                  <a:lnTo>
                    <a:pt x="28336" y="45243"/>
                  </a:lnTo>
                  <a:lnTo>
                    <a:pt x="28524" y="45774"/>
                  </a:lnTo>
                  <a:lnTo>
                    <a:pt x="28708" y="46293"/>
                  </a:lnTo>
                  <a:lnTo>
                    <a:pt x="28886" y="46802"/>
                  </a:lnTo>
                  <a:lnTo>
                    <a:pt x="29060" y="47301"/>
                  </a:lnTo>
                  <a:lnTo>
                    <a:pt x="29229" y="47788"/>
                  </a:lnTo>
                  <a:lnTo>
                    <a:pt x="29394" y="48265"/>
                  </a:lnTo>
                  <a:lnTo>
                    <a:pt x="29553" y="48731"/>
                  </a:lnTo>
                  <a:lnTo>
                    <a:pt x="29708" y="49187"/>
                  </a:lnTo>
                  <a:lnTo>
                    <a:pt x="29858" y="49631"/>
                  </a:lnTo>
                  <a:lnTo>
                    <a:pt x="30003" y="50065"/>
                  </a:lnTo>
                  <a:lnTo>
                    <a:pt x="30140" y="50478"/>
                  </a:lnTo>
                  <a:lnTo>
                    <a:pt x="30265" y="50858"/>
                  </a:lnTo>
                  <a:lnTo>
                    <a:pt x="30378" y="51206"/>
                  </a:lnTo>
                  <a:lnTo>
                    <a:pt x="30480" y="51523"/>
                  </a:lnTo>
                  <a:lnTo>
                    <a:pt x="30569" y="51807"/>
                  </a:lnTo>
                  <a:lnTo>
                    <a:pt x="30646" y="52058"/>
                  </a:lnTo>
                  <a:lnTo>
                    <a:pt x="30712" y="52278"/>
                  </a:lnTo>
                  <a:lnTo>
                    <a:pt x="30765" y="52466"/>
                  </a:lnTo>
                  <a:lnTo>
                    <a:pt x="30837" y="52744"/>
                  </a:lnTo>
                  <a:lnTo>
                    <a:pt x="30877" y="52601"/>
                  </a:lnTo>
                  <a:lnTo>
                    <a:pt x="30927" y="52432"/>
                  </a:lnTo>
                  <a:lnTo>
                    <a:pt x="30987" y="52239"/>
                  </a:lnTo>
                  <a:lnTo>
                    <a:pt x="31056" y="52020"/>
                  </a:lnTo>
                  <a:lnTo>
                    <a:pt x="31134" y="51777"/>
                  </a:lnTo>
                  <a:lnTo>
                    <a:pt x="31222" y="51508"/>
                  </a:lnTo>
                  <a:lnTo>
                    <a:pt x="31320" y="51215"/>
                  </a:lnTo>
                  <a:lnTo>
                    <a:pt x="31427" y="50896"/>
                  </a:lnTo>
                  <a:lnTo>
                    <a:pt x="31544" y="50553"/>
                  </a:lnTo>
                  <a:lnTo>
                    <a:pt x="31670" y="50184"/>
                  </a:lnTo>
                  <a:lnTo>
                    <a:pt x="31814" y="49787"/>
                  </a:lnTo>
                  <a:lnTo>
                    <a:pt x="31961" y="49382"/>
                  </a:lnTo>
                  <a:lnTo>
                    <a:pt x="32109" y="48968"/>
                  </a:lnTo>
                  <a:lnTo>
                    <a:pt x="32261" y="48546"/>
                  </a:lnTo>
                  <a:lnTo>
                    <a:pt x="32414" y="48116"/>
                  </a:lnTo>
                  <a:lnTo>
                    <a:pt x="32570" y="47677"/>
                  </a:lnTo>
                  <a:lnTo>
                    <a:pt x="32729" y="47230"/>
                  </a:lnTo>
                  <a:lnTo>
                    <a:pt x="32889" y="46774"/>
                  </a:lnTo>
                  <a:lnTo>
                    <a:pt x="33052" y="46311"/>
                  </a:lnTo>
                  <a:lnTo>
                    <a:pt x="33218" y="45839"/>
                  </a:lnTo>
                  <a:lnTo>
                    <a:pt x="33397" y="45362"/>
                  </a:lnTo>
                  <a:lnTo>
                    <a:pt x="33575" y="44884"/>
                  </a:lnTo>
                  <a:lnTo>
                    <a:pt x="33754" y="44404"/>
                  </a:lnTo>
                  <a:lnTo>
                    <a:pt x="33932" y="43924"/>
                  </a:lnTo>
                  <a:lnTo>
                    <a:pt x="34111" y="43442"/>
                  </a:lnTo>
                  <a:lnTo>
                    <a:pt x="34290" y="42960"/>
                  </a:lnTo>
                  <a:lnTo>
                    <a:pt x="34468" y="42476"/>
                  </a:lnTo>
                  <a:lnTo>
                    <a:pt x="34647" y="41990"/>
                  </a:lnTo>
                  <a:lnTo>
                    <a:pt x="34825" y="41504"/>
                  </a:lnTo>
                  <a:lnTo>
                    <a:pt x="35004" y="41017"/>
                  </a:lnTo>
                  <a:lnTo>
                    <a:pt x="35179" y="40535"/>
                  </a:lnTo>
                  <a:lnTo>
                    <a:pt x="35349" y="40066"/>
                  </a:lnTo>
                  <a:lnTo>
                    <a:pt x="35513" y="39611"/>
                  </a:lnTo>
                  <a:lnTo>
                    <a:pt x="35671" y="39169"/>
                  </a:lnTo>
                  <a:lnTo>
                    <a:pt x="35822" y="38739"/>
                  </a:lnTo>
                  <a:lnTo>
                    <a:pt x="35968" y="38323"/>
                  </a:lnTo>
                  <a:lnTo>
                    <a:pt x="36108" y="37920"/>
                  </a:lnTo>
                  <a:lnTo>
                    <a:pt x="36242" y="37530"/>
                  </a:lnTo>
                  <a:lnTo>
                    <a:pt x="36370" y="37154"/>
                  </a:lnTo>
                  <a:lnTo>
                    <a:pt x="36492" y="36790"/>
                  </a:lnTo>
                  <a:lnTo>
                    <a:pt x="49113" y="0"/>
                  </a:lnTo>
                  <a:lnTo>
                    <a:pt x="6042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h146"/>
            <p:cNvSpPr/>
            <p:nvPr/>
          </p:nvSpPr>
          <p:spPr>
            <a:xfrm>
              <a:off x="8466009" y="2591445"/>
              <a:ext cx="51792" cy="65603"/>
            </a:xfrm>
            <a:custGeom>
              <a:avLst/>
              <a:pathLst>
                <a:path w="51792" h="65603">
                  <a:moveTo>
                    <a:pt x="41017" y="65603"/>
                  </a:moveTo>
                  <a:lnTo>
                    <a:pt x="41017" y="24765"/>
                  </a:lnTo>
                  <a:lnTo>
                    <a:pt x="41009" y="23839"/>
                  </a:lnTo>
                  <a:lnTo>
                    <a:pt x="40988" y="22945"/>
                  </a:lnTo>
                  <a:lnTo>
                    <a:pt x="40952" y="22082"/>
                  </a:lnTo>
                  <a:lnTo>
                    <a:pt x="40902" y="21250"/>
                  </a:lnTo>
                  <a:lnTo>
                    <a:pt x="40838" y="20448"/>
                  </a:lnTo>
                  <a:lnTo>
                    <a:pt x="40759" y="19678"/>
                  </a:lnTo>
                  <a:lnTo>
                    <a:pt x="40666" y="18939"/>
                  </a:lnTo>
                  <a:lnTo>
                    <a:pt x="40559" y="18230"/>
                  </a:lnTo>
                  <a:lnTo>
                    <a:pt x="40438" y="17553"/>
                  </a:lnTo>
                  <a:lnTo>
                    <a:pt x="40302" y="16906"/>
                  </a:lnTo>
                  <a:lnTo>
                    <a:pt x="40162" y="16288"/>
                  </a:lnTo>
                  <a:lnTo>
                    <a:pt x="40005" y="15694"/>
                  </a:lnTo>
                  <a:lnTo>
                    <a:pt x="39829" y="15126"/>
                  </a:lnTo>
                  <a:lnTo>
                    <a:pt x="39635" y="14582"/>
                  </a:lnTo>
                  <a:lnTo>
                    <a:pt x="39424" y="14064"/>
                  </a:lnTo>
                  <a:lnTo>
                    <a:pt x="39195" y="13570"/>
                  </a:lnTo>
                  <a:lnTo>
                    <a:pt x="38948" y="13102"/>
                  </a:lnTo>
                  <a:lnTo>
                    <a:pt x="38683" y="12658"/>
                  </a:lnTo>
                  <a:lnTo>
                    <a:pt x="38400" y="12240"/>
                  </a:lnTo>
                  <a:lnTo>
                    <a:pt x="38099" y="11846"/>
                  </a:lnTo>
                  <a:lnTo>
                    <a:pt x="37780" y="11465"/>
                  </a:lnTo>
                  <a:lnTo>
                    <a:pt x="37440" y="11108"/>
                  </a:lnTo>
                  <a:lnTo>
                    <a:pt x="37080" y="10775"/>
                  </a:lnTo>
                  <a:lnTo>
                    <a:pt x="36699" y="10465"/>
                  </a:lnTo>
                  <a:lnTo>
                    <a:pt x="36299" y="10179"/>
                  </a:lnTo>
                  <a:lnTo>
                    <a:pt x="35878" y="9917"/>
                  </a:lnTo>
                  <a:lnTo>
                    <a:pt x="35437" y="9679"/>
                  </a:lnTo>
                  <a:lnTo>
                    <a:pt x="34975" y="9465"/>
                  </a:lnTo>
                  <a:lnTo>
                    <a:pt x="34494" y="9274"/>
                  </a:lnTo>
                  <a:lnTo>
                    <a:pt x="33992" y="9108"/>
                  </a:lnTo>
                  <a:lnTo>
                    <a:pt x="33479" y="8949"/>
                  </a:lnTo>
                  <a:lnTo>
                    <a:pt x="32942" y="8808"/>
                  </a:lnTo>
                  <a:lnTo>
                    <a:pt x="32379" y="8683"/>
                  </a:lnTo>
                  <a:lnTo>
                    <a:pt x="31792" y="8574"/>
                  </a:lnTo>
                  <a:lnTo>
                    <a:pt x="31179" y="8483"/>
                  </a:lnTo>
                  <a:lnTo>
                    <a:pt x="30541" y="8408"/>
                  </a:lnTo>
                  <a:lnTo>
                    <a:pt x="29879" y="8349"/>
                  </a:lnTo>
                  <a:lnTo>
                    <a:pt x="29191" y="8308"/>
                  </a:lnTo>
                  <a:lnTo>
                    <a:pt x="28479" y="8283"/>
                  </a:lnTo>
                  <a:lnTo>
                    <a:pt x="27741" y="8274"/>
                  </a:lnTo>
                  <a:lnTo>
                    <a:pt x="26986" y="8288"/>
                  </a:lnTo>
                  <a:lnTo>
                    <a:pt x="26246" y="8329"/>
                  </a:lnTo>
                  <a:lnTo>
                    <a:pt x="25519" y="8398"/>
                  </a:lnTo>
                  <a:lnTo>
                    <a:pt x="24807" y="8493"/>
                  </a:lnTo>
                  <a:lnTo>
                    <a:pt x="24110" y="8617"/>
                  </a:lnTo>
                  <a:lnTo>
                    <a:pt x="23426" y="8767"/>
                  </a:lnTo>
                  <a:lnTo>
                    <a:pt x="22757" y="8945"/>
                  </a:lnTo>
                  <a:lnTo>
                    <a:pt x="22102" y="9151"/>
                  </a:lnTo>
                  <a:lnTo>
                    <a:pt x="21462" y="9383"/>
                  </a:lnTo>
                  <a:lnTo>
                    <a:pt x="20835" y="9644"/>
                  </a:lnTo>
                  <a:lnTo>
                    <a:pt x="20237" y="9918"/>
                  </a:lnTo>
                  <a:lnTo>
                    <a:pt x="19654" y="10217"/>
                  </a:lnTo>
                  <a:lnTo>
                    <a:pt x="19089" y="10542"/>
                  </a:lnTo>
                  <a:lnTo>
                    <a:pt x="18540" y="10891"/>
                  </a:lnTo>
                  <a:lnTo>
                    <a:pt x="18008" y="11266"/>
                  </a:lnTo>
                  <a:lnTo>
                    <a:pt x="17492" y="11665"/>
                  </a:lnTo>
                  <a:lnTo>
                    <a:pt x="16993" y="12090"/>
                  </a:lnTo>
                  <a:lnTo>
                    <a:pt x="16511" y="12539"/>
                  </a:lnTo>
                  <a:lnTo>
                    <a:pt x="16046" y="13014"/>
                  </a:lnTo>
                  <a:lnTo>
                    <a:pt x="15597" y="13513"/>
                  </a:lnTo>
                  <a:lnTo>
                    <a:pt x="15178" y="14026"/>
                  </a:lnTo>
                  <a:lnTo>
                    <a:pt x="14778" y="14563"/>
                  </a:lnTo>
                  <a:lnTo>
                    <a:pt x="14397" y="15126"/>
                  </a:lnTo>
                  <a:lnTo>
                    <a:pt x="14035" y="15713"/>
                  </a:lnTo>
                  <a:lnTo>
                    <a:pt x="13692" y="16326"/>
                  </a:lnTo>
                  <a:lnTo>
                    <a:pt x="13368" y="16964"/>
                  </a:lnTo>
                  <a:lnTo>
                    <a:pt x="13063" y="17626"/>
                  </a:lnTo>
                  <a:lnTo>
                    <a:pt x="12777" y="18314"/>
                  </a:lnTo>
                  <a:lnTo>
                    <a:pt x="12511" y="19026"/>
                  </a:lnTo>
                  <a:lnTo>
                    <a:pt x="12263" y="19764"/>
                  </a:lnTo>
                  <a:lnTo>
                    <a:pt x="12037" y="20513"/>
                  </a:lnTo>
                  <a:lnTo>
                    <a:pt x="11834" y="21285"/>
                  </a:lnTo>
                  <a:lnTo>
                    <a:pt x="11656" y="22080"/>
                  </a:lnTo>
                  <a:lnTo>
                    <a:pt x="11501" y="22898"/>
                  </a:lnTo>
                  <a:lnTo>
                    <a:pt x="11370" y="23738"/>
                  </a:lnTo>
                  <a:lnTo>
                    <a:pt x="11263" y="24600"/>
                  </a:lnTo>
                  <a:lnTo>
                    <a:pt x="11179" y="25485"/>
                  </a:lnTo>
                  <a:lnTo>
                    <a:pt x="11120" y="26393"/>
                  </a:lnTo>
                  <a:lnTo>
                    <a:pt x="11084" y="27324"/>
                  </a:lnTo>
                  <a:lnTo>
                    <a:pt x="11072" y="28277"/>
                  </a:lnTo>
                  <a:lnTo>
                    <a:pt x="11072" y="65603"/>
                  </a:lnTo>
                  <a:lnTo>
                    <a:pt x="357" y="65603"/>
                  </a:lnTo>
                  <a:lnTo>
                    <a:pt x="357" y="14942"/>
                  </a:lnTo>
                  <a:lnTo>
                    <a:pt x="356" y="14535"/>
                  </a:lnTo>
                  <a:lnTo>
                    <a:pt x="354" y="14125"/>
                  </a:lnTo>
                  <a:lnTo>
                    <a:pt x="351" y="13711"/>
                  </a:lnTo>
                  <a:lnTo>
                    <a:pt x="347" y="13294"/>
                  </a:lnTo>
                  <a:lnTo>
                    <a:pt x="342" y="12873"/>
                  </a:lnTo>
                  <a:lnTo>
                    <a:pt x="335" y="12449"/>
                  </a:lnTo>
                  <a:lnTo>
                    <a:pt x="328" y="12021"/>
                  </a:lnTo>
                  <a:lnTo>
                    <a:pt x="319" y="11589"/>
                  </a:lnTo>
                  <a:lnTo>
                    <a:pt x="308" y="11154"/>
                  </a:lnTo>
                  <a:lnTo>
                    <a:pt x="297" y="10715"/>
                  </a:lnTo>
                  <a:lnTo>
                    <a:pt x="297" y="10266"/>
                  </a:lnTo>
                  <a:lnTo>
                    <a:pt x="295" y="9822"/>
                  </a:lnTo>
                  <a:lnTo>
                    <a:pt x="292" y="9385"/>
                  </a:lnTo>
                  <a:lnTo>
                    <a:pt x="288" y="8953"/>
                  </a:lnTo>
                  <a:lnTo>
                    <a:pt x="282" y="8527"/>
                  </a:lnTo>
                  <a:lnTo>
                    <a:pt x="276" y="8108"/>
                  </a:lnTo>
                  <a:lnTo>
                    <a:pt x="268" y="7694"/>
                  </a:lnTo>
                  <a:lnTo>
                    <a:pt x="259" y="7286"/>
                  </a:lnTo>
                  <a:lnTo>
                    <a:pt x="249" y="6884"/>
                  </a:lnTo>
                  <a:lnTo>
                    <a:pt x="238" y="6488"/>
                  </a:lnTo>
                  <a:lnTo>
                    <a:pt x="226" y="6090"/>
                  </a:lnTo>
                  <a:lnTo>
                    <a:pt x="214" y="5703"/>
                  </a:lnTo>
                  <a:lnTo>
                    <a:pt x="202" y="5328"/>
                  </a:lnTo>
                  <a:lnTo>
                    <a:pt x="190" y="4964"/>
                  </a:lnTo>
                  <a:lnTo>
                    <a:pt x="178" y="4613"/>
                  </a:lnTo>
                  <a:lnTo>
                    <a:pt x="166" y="4274"/>
                  </a:lnTo>
                  <a:lnTo>
                    <a:pt x="154" y="3946"/>
                  </a:lnTo>
                  <a:lnTo>
                    <a:pt x="142" y="3631"/>
                  </a:lnTo>
                  <a:lnTo>
                    <a:pt x="130" y="3327"/>
                  </a:lnTo>
                  <a:lnTo>
                    <a:pt x="119" y="3036"/>
                  </a:lnTo>
                  <a:lnTo>
                    <a:pt x="107" y="2760"/>
                  </a:lnTo>
                  <a:lnTo>
                    <a:pt x="95" y="2505"/>
                  </a:lnTo>
                  <a:lnTo>
                    <a:pt x="83" y="2269"/>
                  </a:lnTo>
                  <a:lnTo>
                    <a:pt x="71" y="2055"/>
                  </a:lnTo>
                  <a:lnTo>
                    <a:pt x="59" y="1860"/>
                  </a:lnTo>
                  <a:lnTo>
                    <a:pt x="47" y="1685"/>
                  </a:lnTo>
                  <a:lnTo>
                    <a:pt x="35" y="1531"/>
                  </a:lnTo>
                  <a:lnTo>
                    <a:pt x="0" y="1190"/>
                  </a:lnTo>
                  <a:lnTo>
                    <a:pt x="10156" y="1460"/>
                  </a:lnTo>
                  <a:lnTo>
                    <a:pt x="10167" y="1590"/>
                  </a:lnTo>
                  <a:lnTo>
                    <a:pt x="10179" y="1741"/>
                  </a:lnTo>
                  <a:lnTo>
                    <a:pt x="10191" y="1912"/>
                  </a:lnTo>
                  <a:lnTo>
                    <a:pt x="10203" y="2103"/>
                  </a:lnTo>
                  <a:lnTo>
                    <a:pt x="10215" y="2314"/>
                  </a:lnTo>
                  <a:lnTo>
                    <a:pt x="10227" y="2546"/>
                  </a:lnTo>
                  <a:lnTo>
                    <a:pt x="10239" y="2797"/>
                  </a:lnTo>
                  <a:lnTo>
                    <a:pt x="10251" y="3064"/>
                  </a:lnTo>
                  <a:lnTo>
                    <a:pt x="10263" y="3338"/>
                  </a:lnTo>
                  <a:lnTo>
                    <a:pt x="10275" y="3621"/>
                  </a:lnTo>
                  <a:lnTo>
                    <a:pt x="10287" y="3912"/>
                  </a:lnTo>
                  <a:lnTo>
                    <a:pt x="10298" y="4211"/>
                  </a:lnTo>
                  <a:lnTo>
                    <a:pt x="10310" y="4519"/>
                  </a:lnTo>
                  <a:lnTo>
                    <a:pt x="10322" y="4835"/>
                  </a:lnTo>
                  <a:lnTo>
                    <a:pt x="10334" y="5160"/>
                  </a:lnTo>
                  <a:lnTo>
                    <a:pt x="10346" y="5492"/>
                  </a:lnTo>
                  <a:lnTo>
                    <a:pt x="10358" y="5834"/>
                  </a:lnTo>
                  <a:lnTo>
                    <a:pt x="10381" y="6168"/>
                  </a:lnTo>
                  <a:lnTo>
                    <a:pt x="10403" y="6505"/>
                  </a:lnTo>
                  <a:lnTo>
                    <a:pt x="10424" y="6844"/>
                  </a:lnTo>
                  <a:lnTo>
                    <a:pt x="10444" y="7186"/>
                  </a:lnTo>
                  <a:lnTo>
                    <a:pt x="10462" y="7530"/>
                  </a:lnTo>
                  <a:lnTo>
                    <a:pt x="10479" y="7877"/>
                  </a:lnTo>
                  <a:lnTo>
                    <a:pt x="10495" y="8226"/>
                  </a:lnTo>
                  <a:lnTo>
                    <a:pt x="10510" y="8577"/>
                  </a:lnTo>
                  <a:lnTo>
                    <a:pt x="10524" y="8930"/>
                  </a:lnTo>
                  <a:lnTo>
                    <a:pt x="10537" y="9286"/>
                  </a:lnTo>
                  <a:lnTo>
                    <a:pt x="10548" y="9626"/>
                  </a:lnTo>
                  <a:lnTo>
                    <a:pt x="10558" y="9956"/>
                  </a:lnTo>
                  <a:lnTo>
                    <a:pt x="10567" y="10274"/>
                  </a:lnTo>
                  <a:lnTo>
                    <a:pt x="10575" y="10582"/>
                  </a:lnTo>
                  <a:lnTo>
                    <a:pt x="10581" y="10879"/>
                  </a:lnTo>
                  <a:lnTo>
                    <a:pt x="10587" y="11165"/>
                  </a:lnTo>
                  <a:lnTo>
                    <a:pt x="10591" y="11441"/>
                  </a:lnTo>
                  <a:lnTo>
                    <a:pt x="10594" y="11706"/>
                  </a:lnTo>
                  <a:lnTo>
                    <a:pt x="10595" y="11960"/>
                  </a:lnTo>
                  <a:lnTo>
                    <a:pt x="10596" y="12203"/>
                  </a:lnTo>
                  <a:lnTo>
                    <a:pt x="10775" y="12203"/>
                  </a:lnTo>
                  <a:lnTo>
                    <a:pt x="11087" y="11649"/>
                  </a:lnTo>
                  <a:lnTo>
                    <a:pt x="11406" y="11106"/>
                  </a:lnTo>
                  <a:lnTo>
                    <a:pt x="11730" y="10573"/>
                  </a:lnTo>
                  <a:lnTo>
                    <a:pt x="12061" y="10051"/>
                  </a:lnTo>
                  <a:lnTo>
                    <a:pt x="12397" y="9539"/>
                  </a:lnTo>
                  <a:lnTo>
                    <a:pt x="12739" y="9039"/>
                  </a:lnTo>
                  <a:lnTo>
                    <a:pt x="13087" y="8549"/>
                  </a:lnTo>
                  <a:lnTo>
                    <a:pt x="13442" y="8070"/>
                  </a:lnTo>
                  <a:lnTo>
                    <a:pt x="13802" y="7601"/>
                  </a:lnTo>
                  <a:lnTo>
                    <a:pt x="14168" y="7143"/>
                  </a:lnTo>
                  <a:lnTo>
                    <a:pt x="14543" y="6698"/>
                  </a:lnTo>
                  <a:lnTo>
                    <a:pt x="14930" y="6267"/>
                  </a:lnTo>
                  <a:lnTo>
                    <a:pt x="15329" y="5850"/>
                  </a:lnTo>
                  <a:lnTo>
                    <a:pt x="15740" y="5448"/>
                  </a:lnTo>
                  <a:lnTo>
                    <a:pt x="16162" y="5060"/>
                  </a:lnTo>
                  <a:lnTo>
                    <a:pt x="16597" y="4686"/>
                  </a:lnTo>
                  <a:lnTo>
                    <a:pt x="17043" y="4326"/>
                  </a:lnTo>
                  <a:lnTo>
                    <a:pt x="17502" y="3981"/>
                  </a:lnTo>
                  <a:lnTo>
                    <a:pt x="17972" y="3650"/>
                  </a:lnTo>
                  <a:lnTo>
                    <a:pt x="18454" y="3333"/>
                  </a:lnTo>
                  <a:lnTo>
                    <a:pt x="18949" y="3020"/>
                  </a:lnTo>
                  <a:lnTo>
                    <a:pt x="19459" y="2721"/>
                  </a:lnTo>
                  <a:lnTo>
                    <a:pt x="19983" y="2438"/>
                  </a:lnTo>
                  <a:lnTo>
                    <a:pt x="20521" y="2171"/>
                  </a:lnTo>
                  <a:lnTo>
                    <a:pt x="21074" y="1919"/>
                  </a:lnTo>
                  <a:lnTo>
                    <a:pt x="21640" y="1683"/>
                  </a:lnTo>
                  <a:lnTo>
                    <a:pt x="22221" y="1462"/>
                  </a:lnTo>
                  <a:lnTo>
                    <a:pt x="22817" y="1257"/>
                  </a:lnTo>
                  <a:lnTo>
                    <a:pt x="23426" y="1067"/>
                  </a:lnTo>
                  <a:lnTo>
                    <a:pt x="24050" y="892"/>
                  </a:lnTo>
                  <a:lnTo>
                    <a:pt x="24691" y="723"/>
                  </a:lnTo>
                  <a:lnTo>
                    <a:pt x="25353" y="571"/>
                  </a:lnTo>
                  <a:lnTo>
                    <a:pt x="26034" y="437"/>
                  </a:lnTo>
                  <a:lnTo>
                    <a:pt x="26736" y="321"/>
                  </a:lnTo>
                  <a:lnTo>
                    <a:pt x="27458" y="223"/>
                  </a:lnTo>
                  <a:lnTo>
                    <a:pt x="28201" y="142"/>
                  </a:lnTo>
                  <a:lnTo>
                    <a:pt x="28963" y="80"/>
                  </a:lnTo>
                  <a:lnTo>
                    <a:pt x="29746" y="35"/>
                  </a:lnTo>
                  <a:lnTo>
                    <a:pt x="30549" y="8"/>
                  </a:lnTo>
                  <a:lnTo>
                    <a:pt x="31372" y="0"/>
                  </a:lnTo>
                  <a:lnTo>
                    <a:pt x="32429" y="13"/>
                  </a:lnTo>
                  <a:lnTo>
                    <a:pt x="33456" y="52"/>
                  </a:lnTo>
                  <a:lnTo>
                    <a:pt x="34453" y="117"/>
                  </a:lnTo>
                  <a:lnTo>
                    <a:pt x="35421" y="209"/>
                  </a:lnTo>
                  <a:lnTo>
                    <a:pt x="36358" y="327"/>
                  </a:lnTo>
                  <a:lnTo>
                    <a:pt x="37266" y="471"/>
                  </a:lnTo>
                  <a:lnTo>
                    <a:pt x="38144" y="641"/>
                  </a:lnTo>
                  <a:lnTo>
                    <a:pt x="38992" y="838"/>
                  </a:lnTo>
                  <a:lnTo>
                    <a:pt x="39811" y="1060"/>
                  </a:lnTo>
                  <a:lnTo>
                    <a:pt x="40600" y="1309"/>
                  </a:lnTo>
                  <a:lnTo>
                    <a:pt x="41360" y="1585"/>
                  </a:lnTo>
                  <a:lnTo>
                    <a:pt x="42093" y="1890"/>
                  </a:lnTo>
                  <a:lnTo>
                    <a:pt x="42798" y="2224"/>
                  </a:lnTo>
                  <a:lnTo>
                    <a:pt x="43476" y="2586"/>
                  </a:lnTo>
                  <a:lnTo>
                    <a:pt x="44127" y="2976"/>
                  </a:lnTo>
                  <a:lnTo>
                    <a:pt x="44750" y="3395"/>
                  </a:lnTo>
                  <a:lnTo>
                    <a:pt x="45346" y="3843"/>
                  </a:lnTo>
                  <a:lnTo>
                    <a:pt x="45915" y="4319"/>
                  </a:lnTo>
                  <a:lnTo>
                    <a:pt x="46456" y="4824"/>
                  </a:lnTo>
                  <a:lnTo>
                    <a:pt x="46970" y="5357"/>
                  </a:lnTo>
                  <a:lnTo>
                    <a:pt x="47456" y="5921"/>
                  </a:lnTo>
                  <a:lnTo>
                    <a:pt x="47915" y="6517"/>
                  </a:lnTo>
                  <a:lnTo>
                    <a:pt x="48347" y="7145"/>
                  </a:lnTo>
                  <a:lnTo>
                    <a:pt x="48751" y="7805"/>
                  </a:lnTo>
                  <a:lnTo>
                    <a:pt x="49128" y="8498"/>
                  </a:lnTo>
                  <a:lnTo>
                    <a:pt x="49477" y="9222"/>
                  </a:lnTo>
                  <a:lnTo>
                    <a:pt x="49799" y="9979"/>
                  </a:lnTo>
                  <a:lnTo>
                    <a:pt x="50094" y="10768"/>
                  </a:lnTo>
                  <a:lnTo>
                    <a:pt x="50361" y="11588"/>
                  </a:lnTo>
                  <a:lnTo>
                    <a:pt x="50601" y="12442"/>
                  </a:lnTo>
                  <a:lnTo>
                    <a:pt x="50827" y="13315"/>
                  </a:lnTo>
                  <a:lnTo>
                    <a:pt x="51030" y="14223"/>
                  </a:lnTo>
                  <a:lnTo>
                    <a:pt x="51208" y="15163"/>
                  </a:lnTo>
                  <a:lnTo>
                    <a:pt x="51363" y="16137"/>
                  </a:lnTo>
                  <a:lnTo>
                    <a:pt x="51494" y="17145"/>
                  </a:lnTo>
                  <a:lnTo>
                    <a:pt x="51601" y="18185"/>
                  </a:lnTo>
                  <a:lnTo>
                    <a:pt x="51685" y="19259"/>
                  </a:lnTo>
                  <a:lnTo>
                    <a:pt x="51744" y="20366"/>
                  </a:lnTo>
                  <a:lnTo>
                    <a:pt x="51780" y="21507"/>
                  </a:lnTo>
                  <a:lnTo>
                    <a:pt x="51792" y="22681"/>
                  </a:lnTo>
                  <a:lnTo>
                    <a:pt x="51792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h147"/>
            <p:cNvSpPr/>
            <p:nvPr/>
          </p:nvSpPr>
          <p:spPr>
            <a:xfrm>
              <a:off x="8530838" y="2591445"/>
              <a:ext cx="57566" cy="66794"/>
            </a:xfrm>
            <a:custGeom>
              <a:avLst/>
              <a:pathLst>
                <a:path w="57566" h="66794">
                  <a:moveTo>
                    <a:pt x="57566" y="33337"/>
                  </a:moveTo>
                  <a:lnTo>
                    <a:pt x="57492" y="36632"/>
                  </a:lnTo>
                  <a:lnTo>
                    <a:pt x="57269" y="39754"/>
                  </a:lnTo>
                  <a:lnTo>
                    <a:pt x="56896" y="42704"/>
                  </a:lnTo>
                  <a:lnTo>
                    <a:pt x="56376" y="45481"/>
                  </a:lnTo>
                  <a:lnTo>
                    <a:pt x="55706" y="48086"/>
                  </a:lnTo>
                  <a:lnTo>
                    <a:pt x="54887" y="50518"/>
                  </a:lnTo>
                  <a:lnTo>
                    <a:pt x="53920" y="52777"/>
                  </a:lnTo>
                  <a:lnTo>
                    <a:pt x="52804" y="54864"/>
                  </a:lnTo>
                  <a:lnTo>
                    <a:pt x="51539" y="56777"/>
                  </a:lnTo>
                  <a:lnTo>
                    <a:pt x="50125" y="58519"/>
                  </a:lnTo>
                  <a:lnTo>
                    <a:pt x="48569" y="60091"/>
                  </a:lnTo>
                  <a:lnTo>
                    <a:pt x="46879" y="61498"/>
                  </a:lnTo>
                  <a:lnTo>
                    <a:pt x="45055" y="62739"/>
                  </a:lnTo>
                  <a:lnTo>
                    <a:pt x="43095" y="63815"/>
                  </a:lnTo>
                  <a:lnTo>
                    <a:pt x="41002" y="64725"/>
                  </a:lnTo>
                  <a:lnTo>
                    <a:pt x="38773" y="65470"/>
                  </a:lnTo>
                  <a:lnTo>
                    <a:pt x="36411" y="66049"/>
                  </a:lnTo>
                  <a:lnTo>
                    <a:pt x="33913" y="66463"/>
                  </a:lnTo>
                  <a:lnTo>
                    <a:pt x="31281" y="66711"/>
                  </a:lnTo>
                  <a:lnTo>
                    <a:pt x="28515" y="66794"/>
                  </a:lnTo>
                  <a:lnTo>
                    <a:pt x="27184" y="66773"/>
                  </a:lnTo>
                  <a:lnTo>
                    <a:pt x="25881" y="66713"/>
                  </a:lnTo>
                  <a:lnTo>
                    <a:pt x="24607" y="66611"/>
                  </a:lnTo>
                  <a:lnTo>
                    <a:pt x="23362" y="66470"/>
                  </a:lnTo>
                  <a:lnTo>
                    <a:pt x="22145" y="66288"/>
                  </a:lnTo>
                  <a:lnTo>
                    <a:pt x="20957" y="66065"/>
                  </a:lnTo>
                  <a:lnTo>
                    <a:pt x="19797" y="65802"/>
                  </a:lnTo>
                  <a:lnTo>
                    <a:pt x="18666" y="65498"/>
                  </a:lnTo>
                  <a:lnTo>
                    <a:pt x="17564" y="65154"/>
                  </a:lnTo>
                  <a:lnTo>
                    <a:pt x="16490" y="64769"/>
                  </a:lnTo>
                  <a:lnTo>
                    <a:pt x="15446" y="64343"/>
                  </a:lnTo>
                  <a:lnTo>
                    <a:pt x="14435" y="63874"/>
                  </a:lnTo>
                  <a:lnTo>
                    <a:pt x="13455" y="63362"/>
                  </a:lnTo>
                  <a:lnTo>
                    <a:pt x="12508" y="62807"/>
                  </a:lnTo>
                  <a:lnTo>
                    <a:pt x="11593" y="62210"/>
                  </a:lnTo>
                  <a:lnTo>
                    <a:pt x="10710" y="61569"/>
                  </a:lnTo>
                  <a:lnTo>
                    <a:pt x="9860" y="60886"/>
                  </a:lnTo>
                  <a:lnTo>
                    <a:pt x="9041" y="60159"/>
                  </a:lnTo>
                  <a:lnTo>
                    <a:pt x="8255" y="59390"/>
                  </a:lnTo>
                  <a:lnTo>
                    <a:pt x="7500" y="58578"/>
                  </a:lnTo>
                  <a:lnTo>
                    <a:pt x="6791" y="57724"/>
                  </a:lnTo>
                  <a:lnTo>
                    <a:pt x="6115" y="56828"/>
                  </a:lnTo>
                  <a:lnTo>
                    <a:pt x="5472" y="55890"/>
                  </a:lnTo>
                  <a:lnTo>
                    <a:pt x="4862" y="54911"/>
                  </a:lnTo>
                  <a:lnTo>
                    <a:pt x="4286" y="53890"/>
                  </a:lnTo>
                  <a:lnTo>
                    <a:pt x="3743" y="52828"/>
                  </a:lnTo>
                  <a:lnTo>
                    <a:pt x="3233" y="51723"/>
                  </a:lnTo>
                  <a:lnTo>
                    <a:pt x="2757" y="50577"/>
                  </a:lnTo>
                  <a:lnTo>
                    <a:pt x="2314" y="49390"/>
                  </a:lnTo>
                  <a:lnTo>
                    <a:pt x="1905" y="48160"/>
                  </a:lnTo>
                  <a:lnTo>
                    <a:pt x="1543" y="46876"/>
                  </a:lnTo>
                  <a:lnTo>
                    <a:pt x="1219" y="45548"/>
                  </a:lnTo>
                  <a:lnTo>
                    <a:pt x="933" y="44176"/>
                  </a:lnTo>
                  <a:lnTo>
                    <a:pt x="685" y="42760"/>
                  </a:lnTo>
                  <a:lnTo>
                    <a:pt x="476" y="41299"/>
                  </a:lnTo>
                  <a:lnTo>
                    <a:pt x="304" y="39795"/>
                  </a:lnTo>
                  <a:lnTo>
                    <a:pt x="171" y="38247"/>
                  </a:lnTo>
                  <a:lnTo>
                    <a:pt x="76" y="36654"/>
                  </a:lnTo>
                  <a:lnTo>
                    <a:pt x="19" y="35018"/>
                  </a:lnTo>
                  <a:lnTo>
                    <a:pt x="0" y="33337"/>
                  </a:lnTo>
                  <a:lnTo>
                    <a:pt x="288" y="27003"/>
                  </a:lnTo>
                  <a:lnTo>
                    <a:pt x="1154" y="21336"/>
                  </a:lnTo>
                  <a:lnTo>
                    <a:pt x="2598" y="16335"/>
                  </a:lnTo>
                  <a:lnTo>
                    <a:pt x="4619" y="12001"/>
                  </a:lnTo>
                  <a:lnTo>
                    <a:pt x="7218" y="8334"/>
                  </a:lnTo>
                  <a:lnTo>
                    <a:pt x="10394" y="5334"/>
                  </a:lnTo>
                  <a:lnTo>
                    <a:pt x="14147" y="3000"/>
                  </a:lnTo>
                  <a:lnTo>
                    <a:pt x="18478" y="1333"/>
                  </a:lnTo>
                  <a:lnTo>
                    <a:pt x="23386" y="333"/>
                  </a:lnTo>
                  <a:lnTo>
                    <a:pt x="28872" y="0"/>
                  </a:lnTo>
                  <a:lnTo>
                    <a:pt x="30352" y="20"/>
                  </a:lnTo>
                  <a:lnTo>
                    <a:pt x="31789" y="83"/>
                  </a:lnTo>
                  <a:lnTo>
                    <a:pt x="33185" y="187"/>
                  </a:lnTo>
                  <a:lnTo>
                    <a:pt x="34540" y="333"/>
                  </a:lnTo>
                  <a:lnTo>
                    <a:pt x="35852" y="520"/>
                  </a:lnTo>
                  <a:lnTo>
                    <a:pt x="37123" y="750"/>
                  </a:lnTo>
                  <a:lnTo>
                    <a:pt x="38353" y="1020"/>
                  </a:lnTo>
                  <a:lnTo>
                    <a:pt x="39540" y="1333"/>
                  </a:lnTo>
                  <a:lnTo>
                    <a:pt x="40686" y="1687"/>
                  </a:lnTo>
                  <a:lnTo>
                    <a:pt x="41790" y="2083"/>
                  </a:lnTo>
                  <a:lnTo>
                    <a:pt x="42866" y="2521"/>
                  </a:lnTo>
                  <a:lnTo>
                    <a:pt x="43900" y="3000"/>
                  </a:lnTo>
                  <a:lnTo>
                    <a:pt x="44894" y="3521"/>
                  </a:lnTo>
                  <a:lnTo>
                    <a:pt x="45848" y="4083"/>
                  </a:lnTo>
                  <a:lnTo>
                    <a:pt x="46761" y="4688"/>
                  </a:lnTo>
                  <a:lnTo>
                    <a:pt x="47634" y="5334"/>
                  </a:lnTo>
                  <a:lnTo>
                    <a:pt x="48466" y="6021"/>
                  </a:lnTo>
                  <a:lnTo>
                    <a:pt x="49258" y="6750"/>
                  </a:lnTo>
                  <a:lnTo>
                    <a:pt x="50009" y="7521"/>
                  </a:lnTo>
                  <a:lnTo>
                    <a:pt x="50720" y="8334"/>
                  </a:lnTo>
                  <a:lnTo>
                    <a:pt x="51404" y="9188"/>
                  </a:lnTo>
                  <a:lnTo>
                    <a:pt x="52051" y="10084"/>
                  </a:lnTo>
                  <a:lnTo>
                    <a:pt x="52661" y="11022"/>
                  </a:lnTo>
                  <a:lnTo>
                    <a:pt x="53235" y="12001"/>
                  </a:lnTo>
                  <a:lnTo>
                    <a:pt x="53771" y="13022"/>
                  </a:lnTo>
                  <a:lnTo>
                    <a:pt x="54271" y="14085"/>
                  </a:lnTo>
                  <a:lnTo>
                    <a:pt x="54733" y="15189"/>
                  </a:lnTo>
                  <a:lnTo>
                    <a:pt x="55159" y="16335"/>
                  </a:lnTo>
                  <a:lnTo>
                    <a:pt x="55548" y="17523"/>
                  </a:lnTo>
                  <a:lnTo>
                    <a:pt x="55899" y="18752"/>
                  </a:lnTo>
                  <a:lnTo>
                    <a:pt x="56216" y="20023"/>
                  </a:lnTo>
                  <a:lnTo>
                    <a:pt x="56499" y="21336"/>
                  </a:lnTo>
                  <a:lnTo>
                    <a:pt x="56749" y="22690"/>
                  </a:lnTo>
                  <a:lnTo>
                    <a:pt x="56966" y="24086"/>
                  </a:lnTo>
                  <a:lnTo>
                    <a:pt x="57150" y="25524"/>
                  </a:lnTo>
                  <a:lnTo>
                    <a:pt x="57300" y="27003"/>
                  </a:lnTo>
                  <a:lnTo>
                    <a:pt x="57416" y="28524"/>
                  </a:lnTo>
                  <a:lnTo>
                    <a:pt x="57500" y="30087"/>
                  </a:lnTo>
                  <a:lnTo>
                    <a:pt x="57550" y="31691"/>
                  </a:lnTo>
                  <a:close/>
                  <a:moveTo>
                    <a:pt x="46315" y="33337"/>
                  </a:moveTo>
                  <a:lnTo>
                    <a:pt x="46303" y="31863"/>
                  </a:lnTo>
                  <a:lnTo>
                    <a:pt x="46267" y="30441"/>
                  </a:lnTo>
                  <a:lnTo>
                    <a:pt x="46208" y="29072"/>
                  </a:lnTo>
                  <a:lnTo>
                    <a:pt x="46124" y="27755"/>
                  </a:lnTo>
                  <a:lnTo>
                    <a:pt x="46017" y="26491"/>
                  </a:lnTo>
                  <a:lnTo>
                    <a:pt x="45886" y="25279"/>
                  </a:lnTo>
                  <a:lnTo>
                    <a:pt x="45731" y="24119"/>
                  </a:lnTo>
                  <a:lnTo>
                    <a:pt x="45553" y="23012"/>
                  </a:lnTo>
                  <a:lnTo>
                    <a:pt x="45350" y="21957"/>
                  </a:lnTo>
                  <a:lnTo>
                    <a:pt x="45124" y="20955"/>
                  </a:lnTo>
                  <a:lnTo>
                    <a:pt x="44887" y="19998"/>
                  </a:lnTo>
                  <a:lnTo>
                    <a:pt x="44627" y="19080"/>
                  </a:lnTo>
                  <a:lnTo>
                    <a:pt x="44344" y="18202"/>
                  </a:lnTo>
                  <a:lnTo>
                    <a:pt x="44038" y="17364"/>
                  </a:lnTo>
                  <a:lnTo>
                    <a:pt x="43710" y="16564"/>
                  </a:lnTo>
                  <a:lnTo>
                    <a:pt x="43360" y="15804"/>
                  </a:lnTo>
                  <a:lnTo>
                    <a:pt x="42986" y="15083"/>
                  </a:lnTo>
                  <a:lnTo>
                    <a:pt x="42591" y="14401"/>
                  </a:lnTo>
                  <a:lnTo>
                    <a:pt x="42172" y="13759"/>
                  </a:lnTo>
                  <a:lnTo>
                    <a:pt x="41731" y="13156"/>
                  </a:lnTo>
                  <a:lnTo>
                    <a:pt x="41280" y="12590"/>
                  </a:lnTo>
                  <a:lnTo>
                    <a:pt x="40809" y="12061"/>
                  </a:lnTo>
                  <a:lnTo>
                    <a:pt x="40318" y="11566"/>
                  </a:lnTo>
                  <a:lnTo>
                    <a:pt x="39807" y="11108"/>
                  </a:lnTo>
                  <a:lnTo>
                    <a:pt x="39275" y="10685"/>
                  </a:lnTo>
                  <a:lnTo>
                    <a:pt x="38723" y="10298"/>
                  </a:lnTo>
                  <a:lnTo>
                    <a:pt x="38151" y="9947"/>
                  </a:lnTo>
                  <a:lnTo>
                    <a:pt x="37559" y="9632"/>
                  </a:lnTo>
                  <a:lnTo>
                    <a:pt x="36946" y="9352"/>
                  </a:lnTo>
                  <a:lnTo>
                    <a:pt x="36314" y="9108"/>
                  </a:lnTo>
                  <a:lnTo>
                    <a:pt x="35662" y="8882"/>
                  </a:lnTo>
                  <a:lnTo>
                    <a:pt x="34994" y="8679"/>
                  </a:lnTo>
                  <a:lnTo>
                    <a:pt x="34310" y="8501"/>
                  </a:lnTo>
                  <a:lnTo>
                    <a:pt x="33608" y="8346"/>
                  </a:lnTo>
                  <a:lnTo>
                    <a:pt x="32891" y="8215"/>
                  </a:lnTo>
                  <a:lnTo>
                    <a:pt x="32156" y="8108"/>
                  </a:lnTo>
                  <a:lnTo>
                    <a:pt x="31405" y="8024"/>
                  </a:lnTo>
                  <a:lnTo>
                    <a:pt x="30637" y="7965"/>
                  </a:lnTo>
                  <a:lnTo>
                    <a:pt x="29852" y="7929"/>
                  </a:lnTo>
                  <a:lnTo>
                    <a:pt x="29051" y="7917"/>
                  </a:lnTo>
                  <a:lnTo>
                    <a:pt x="28237" y="7930"/>
                  </a:lnTo>
                  <a:lnTo>
                    <a:pt x="27439" y="7967"/>
                  </a:lnTo>
                  <a:lnTo>
                    <a:pt x="26656" y="8030"/>
                  </a:lnTo>
                  <a:lnTo>
                    <a:pt x="25888" y="8117"/>
                  </a:lnTo>
                  <a:lnTo>
                    <a:pt x="25137" y="8230"/>
                  </a:lnTo>
                  <a:lnTo>
                    <a:pt x="24400" y="8367"/>
                  </a:lnTo>
                  <a:lnTo>
                    <a:pt x="23679" y="8530"/>
                  </a:lnTo>
                  <a:lnTo>
                    <a:pt x="22974" y="8717"/>
                  </a:lnTo>
                  <a:lnTo>
                    <a:pt x="22284" y="8930"/>
                  </a:lnTo>
                  <a:lnTo>
                    <a:pt x="21609" y="9167"/>
                  </a:lnTo>
                  <a:lnTo>
                    <a:pt x="20964" y="9423"/>
                  </a:lnTo>
                  <a:lnTo>
                    <a:pt x="20338" y="9715"/>
                  </a:lnTo>
                  <a:lnTo>
                    <a:pt x="19731" y="10042"/>
                  </a:lnTo>
                  <a:lnTo>
                    <a:pt x="19142" y="10406"/>
                  </a:lnTo>
                  <a:lnTo>
                    <a:pt x="18573" y="10804"/>
                  </a:lnTo>
                  <a:lnTo>
                    <a:pt x="18023" y="11239"/>
                  </a:lnTo>
                  <a:lnTo>
                    <a:pt x="17492" y="11709"/>
                  </a:lnTo>
                  <a:lnTo>
                    <a:pt x="16980" y="12215"/>
                  </a:lnTo>
                  <a:lnTo>
                    <a:pt x="16487" y="12757"/>
                  </a:lnTo>
                  <a:lnTo>
                    <a:pt x="16013" y="13335"/>
                  </a:lnTo>
                  <a:lnTo>
                    <a:pt x="15560" y="13938"/>
                  </a:lnTo>
                  <a:lnTo>
                    <a:pt x="15128" y="14580"/>
                  </a:lnTo>
                  <a:lnTo>
                    <a:pt x="14717" y="15262"/>
                  </a:lnTo>
                  <a:lnTo>
                    <a:pt x="14327" y="15982"/>
                  </a:lnTo>
                  <a:lnTo>
                    <a:pt x="13960" y="16743"/>
                  </a:lnTo>
                  <a:lnTo>
                    <a:pt x="13613" y="17542"/>
                  </a:lnTo>
                  <a:lnTo>
                    <a:pt x="13288" y="18381"/>
                  </a:lnTo>
                  <a:lnTo>
                    <a:pt x="12984" y="19259"/>
                  </a:lnTo>
                  <a:lnTo>
                    <a:pt x="12702" y="20176"/>
                  </a:lnTo>
                  <a:lnTo>
                    <a:pt x="12442" y="21133"/>
                  </a:lnTo>
                  <a:lnTo>
                    <a:pt x="12215" y="22134"/>
                  </a:lnTo>
                  <a:lnTo>
                    <a:pt x="12013" y="23183"/>
                  </a:lnTo>
                  <a:lnTo>
                    <a:pt x="11834" y="24282"/>
                  </a:lnTo>
                  <a:lnTo>
                    <a:pt x="11680" y="25429"/>
                  </a:lnTo>
                  <a:lnTo>
                    <a:pt x="11549" y="26625"/>
                  </a:lnTo>
                  <a:lnTo>
                    <a:pt x="11441" y="27870"/>
                  </a:lnTo>
                  <a:lnTo>
                    <a:pt x="11358" y="29163"/>
                  </a:lnTo>
                  <a:lnTo>
                    <a:pt x="11299" y="30506"/>
                  </a:lnTo>
                  <a:lnTo>
                    <a:pt x="11263" y="31897"/>
                  </a:lnTo>
                  <a:lnTo>
                    <a:pt x="11251" y="33337"/>
                  </a:lnTo>
                  <a:lnTo>
                    <a:pt x="11264" y="34812"/>
                  </a:lnTo>
                  <a:lnTo>
                    <a:pt x="11303" y="36235"/>
                  </a:lnTo>
                  <a:lnTo>
                    <a:pt x="11369" y="37607"/>
                  </a:lnTo>
                  <a:lnTo>
                    <a:pt x="11460" y="38928"/>
                  </a:lnTo>
                  <a:lnTo>
                    <a:pt x="11578" y="40198"/>
                  </a:lnTo>
                  <a:lnTo>
                    <a:pt x="11722" y="41417"/>
                  </a:lnTo>
                  <a:lnTo>
                    <a:pt x="11893" y="42584"/>
                  </a:lnTo>
                  <a:lnTo>
                    <a:pt x="12089" y="43700"/>
                  </a:lnTo>
                  <a:lnTo>
                    <a:pt x="12312" y="44765"/>
                  </a:lnTo>
                  <a:lnTo>
                    <a:pt x="12561" y="45779"/>
                  </a:lnTo>
                  <a:lnTo>
                    <a:pt x="12832" y="46736"/>
                  </a:lnTo>
                  <a:lnTo>
                    <a:pt x="13123" y="47653"/>
                  </a:lnTo>
                  <a:lnTo>
                    <a:pt x="13432" y="48531"/>
                  </a:lnTo>
                  <a:lnTo>
                    <a:pt x="13761" y="49370"/>
                  </a:lnTo>
                  <a:lnTo>
                    <a:pt x="14108" y="50169"/>
                  </a:lnTo>
                  <a:lnTo>
                    <a:pt x="14475" y="50930"/>
                  </a:lnTo>
                  <a:lnTo>
                    <a:pt x="14861" y="51651"/>
                  </a:lnTo>
                  <a:lnTo>
                    <a:pt x="15266" y="52332"/>
                  </a:lnTo>
                  <a:lnTo>
                    <a:pt x="15690" y="52975"/>
                  </a:lnTo>
                  <a:lnTo>
                    <a:pt x="16132" y="53578"/>
                  </a:lnTo>
                  <a:lnTo>
                    <a:pt x="16605" y="54144"/>
                  </a:lnTo>
                  <a:lnTo>
                    <a:pt x="17092" y="54675"/>
                  </a:lnTo>
                  <a:lnTo>
                    <a:pt x="17595" y="55172"/>
                  </a:lnTo>
                  <a:lnTo>
                    <a:pt x="18114" y="55635"/>
                  </a:lnTo>
                  <a:lnTo>
                    <a:pt x="18648" y="56063"/>
                  </a:lnTo>
                  <a:lnTo>
                    <a:pt x="19197" y="56457"/>
                  </a:lnTo>
                  <a:lnTo>
                    <a:pt x="19762" y="56816"/>
                  </a:lnTo>
                  <a:lnTo>
                    <a:pt x="20343" y="57140"/>
                  </a:lnTo>
                  <a:lnTo>
                    <a:pt x="20938" y="57430"/>
                  </a:lnTo>
                  <a:lnTo>
                    <a:pt x="21550" y="57685"/>
                  </a:lnTo>
                  <a:lnTo>
                    <a:pt x="22186" y="57912"/>
                  </a:lnTo>
                  <a:lnTo>
                    <a:pt x="22833" y="58114"/>
                  </a:lnTo>
                  <a:lnTo>
                    <a:pt x="23491" y="58293"/>
                  </a:lnTo>
                  <a:lnTo>
                    <a:pt x="24160" y="58447"/>
                  </a:lnTo>
                  <a:lnTo>
                    <a:pt x="24839" y="58578"/>
                  </a:lnTo>
                  <a:lnTo>
                    <a:pt x="25529" y="58685"/>
                  </a:lnTo>
                  <a:lnTo>
                    <a:pt x="26230" y="58769"/>
                  </a:lnTo>
                  <a:lnTo>
                    <a:pt x="26941" y="58828"/>
                  </a:lnTo>
                  <a:lnTo>
                    <a:pt x="27663" y="58864"/>
                  </a:lnTo>
                  <a:lnTo>
                    <a:pt x="28396" y="58876"/>
                  </a:lnTo>
                  <a:lnTo>
                    <a:pt x="29210" y="58865"/>
                  </a:lnTo>
                  <a:lnTo>
                    <a:pt x="30008" y="58831"/>
                  </a:lnTo>
                  <a:lnTo>
                    <a:pt x="30791" y="58774"/>
                  </a:lnTo>
                  <a:lnTo>
                    <a:pt x="31558" y="58695"/>
                  </a:lnTo>
                  <a:lnTo>
                    <a:pt x="32310" y="58593"/>
                  </a:lnTo>
                  <a:lnTo>
                    <a:pt x="33046" y="58469"/>
                  </a:lnTo>
                  <a:lnTo>
                    <a:pt x="33767" y="58322"/>
                  </a:lnTo>
                  <a:lnTo>
                    <a:pt x="34473" y="58152"/>
                  </a:lnTo>
                  <a:lnTo>
                    <a:pt x="35163" y="57960"/>
                  </a:lnTo>
                  <a:lnTo>
                    <a:pt x="35837" y="57745"/>
                  </a:lnTo>
                  <a:lnTo>
                    <a:pt x="36494" y="57489"/>
                  </a:lnTo>
                  <a:lnTo>
                    <a:pt x="37130" y="57200"/>
                  </a:lnTo>
                  <a:lnTo>
                    <a:pt x="37746" y="56875"/>
                  </a:lnTo>
                  <a:lnTo>
                    <a:pt x="38342" y="56516"/>
                  </a:lnTo>
                  <a:lnTo>
                    <a:pt x="38918" y="56123"/>
                  </a:lnTo>
                  <a:lnTo>
                    <a:pt x="39473" y="55695"/>
                  </a:lnTo>
                  <a:lnTo>
                    <a:pt x="40009" y="55232"/>
                  </a:lnTo>
                  <a:lnTo>
                    <a:pt x="40524" y="54735"/>
                  </a:lnTo>
                  <a:lnTo>
                    <a:pt x="41018" y="54203"/>
                  </a:lnTo>
                  <a:lnTo>
                    <a:pt x="41493" y="53637"/>
                  </a:lnTo>
                  <a:lnTo>
                    <a:pt x="41946" y="53034"/>
                  </a:lnTo>
                  <a:lnTo>
                    <a:pt x="42379" y="52389"/>
                  </a:lnTo>
                  <a:lnTo>
                    <a:pt x="42789" y="51705"/>
                  </a:lnTo>
                  <a:lnTo>
                    <a:pt x="43179" y="50980"/>
                  </a:lnTo>
                  <a:lnTo>
                    <a:pt x="43547" y="50214"/>
                  </a:lnTo>
                  <a:lnTo>
                    <a:pt x="43893" y="49408"/>
                  </a:lnTo>
                  <a:lnTo>
                    <a:pt x="44218" y="48562"/>
                  </a:lnTo>
                  <a:lnTo>
                    <a:pt x="44522" y="47675"/>
                  </a:lnTo>
                  <a:lnTo>
                    <a:pt x="44804" y="46747"/>
                  </a:lnTo>
                  <a:lnTo>
                    <a:pt x="45065" y="45779"/>
                  </a:lnTo>
                  <a:lnTo>
                    <a:pt x="45302" y="44765"/>
                  </a:lnTo>
                  <a:lnTo>
                    <a:pt x="45515" y="43700"/>
                  </a:lnTo>
                  <a:lnTo>
                    <a:pt x="45702" y="42584"/>
                  </a:lnTo>
                  <a:lnTo>
                    <a:pt x="45865" y="41417"/>
                  </a:lnTo>
                  <a:lnTo>
                    <a:pt x="46002" y="40198"/>
                  </a:lnTo>
                  <a:lnTo>
                    <a:pt x="46115" y="38928"/>
                  </a:lnTo>
                  <a:lnTo>
                    <a:pt x="46202" y="37607"/>
                  </a:lnTo>
                  <a:lnTo>
                    <a:pt x="46265" y="36235"/>
                  </a:lnTo>
                  <a:lnTo>
                    <a:pt x="46302" y="3481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h148"/>
            <p:cNvSpPr/>
            <p:nvPr/>
          </p:nvSpPr>
          <p:spPr>
            <a:xfrm>
              <a:off x="8601621" y="2591445"/>
              <a:ext cx="85427" cy="65603"/>
            </a:xfrm>
            <a:custGeom>
              <a:avLst/>
              <a:pathLst>
                <a:path w="85427" h="65603">
                  <a:moveTo>
                    <a:pt x="37623" y="65603"/>
                  </a:moveTo>
                  <a:lnTo>
                    <a:pt x="37623" y="24765"/>
                  </a:lnTo>
                  <a:lnTo>
                    <a:pt x="37617" y="23839"/>
                  </a:lnTo>
                  <a:lnTo>
                    <a:pt x="37599" y="22945"/>
                  </a:lnTo>
                  <a:lnTo>
                    <a:pt x="37570" y="22082"/>
                  </a:lnTo>
                  <a:lnTo>
                    <a:pt x="37528" y="21250"/>
                  </a:lnTo>
                  <a:lnTo>
                    <a:pt x="37474" y="20448"/>
                  </a:lnTo>
                  <a:lnTo>
                    <a:pt x="37409" y="19678"/>
                  </a:lnTo>
                  <a:lnTo>
                    <a:pt x="37332" y="18939"/>
                  </a:lnTo>
                  <a:lnTo>
                    <a:pt x="37242" y="18230"/>
                  </a:lnTo>
                  <a:lnTo>
                    <a:pt x="37141" y="17553"/>
                  </a:lnTo>
                  <a:lnTo>
                    <a:pt x="37028" y="16906"/>
                  </a:lnTo>
                  <a:lnTo>
                    <a:pt x="36901" y="16288"/>
                  </a:lnTo>
                  <a:lnTo>
                    <a:pt x="36756" y="15694"/>
                  </a:lnTo>
                  <a:lnTo>
                    <a:pt x="36596" y="15126"/>
                  </a:lnTo>
                  <a:lnTo>
                    <a:pt x="36418" y="14582"/>
                  </a:lnTo>
                  <a:lnTo>
                    <a:pt x="36224" y="14064"/>
                  </a:lnTo>
                  <a:lnTo>
                    <a:pt x="36014" y="13570"/>
                  </a:lnTo>
                  <a:lnTo>
                    <a:pt x="35786" y="13102"/>
                  </a:lnTo>
                  <a:lnTo>
                    <a:pt x="35542" y="12658"/>
                  </a:lnTo>
                  <a:lnTo>
                    <a:pt x="35281" y="12240"/>
                  </a:lnTo>
                  <a:lnTo>
                    <a:pt x="35004" y="11846"/>
                  </a:lnTo>
                  <a:lnTo>
                    <a:pt x="34721" y="11465"/>
                  </a:lnTo>
                  <a:lnTo>
                    <a:pt x="34420" y="11108"/>
                  </a:lnTo>
                  <a:lnTo>
                    <a:pt x="34102" y="10775"/>
                  </a:lnTo>
                  <a:lnTo>
                    <a:pt x="33766" y="10465"/>
                  </a:lnTo>
                  <a:lnTo>
                    <a:pt x="33411" y="10179"/>
                  </a:lnTo>
                  <a:lnTo>
                    <a:pt x="33039" y="9917"/>
                  </a:lnTo>
                  <a:lnTo>
                    <a:pt x="32649" y="9679"/>
                  </a:lnTo>
                  <a:lnTo>
                    <a:pt x="32242" y="9465"/>
                  </a:lnTo>
                  <a:lnTo>
                    <a:pt x="31816" y="9274"/>
                  </a:lnTo>
                  <a:lnTo>
                    <a:pt x="31372" y="9108"/>
                  </a:lnTo>
                  <a:lnTo>
                    <a:pt x="30910" y="8949"/>
                  </a:lnTo>
                  <a:lnTo>
                    <a:pt x="30427" y="8808"/>
                  </a:lnTo>
                  <a:lnTo>
                    <a:pt x="29924" y="8683"/>
                  </a:lnTo>
                  <a:lnTo>
                    <a:pt x="29401" y="8574"/>
                  </a:lnTo>
                  <a:lnTo>
                    <a:pt x="28857" y="8483"/>
                  </a:lnTo>
                  <a:lnTo>
                    <a:pt x="28294" y="8408"/>
                  </a:lnTo>
                  <a:lnTo>
                    <a:pt x="27710" y="8349"/>
                  </a:lnTo>
                  <a:lnTo>
                    <a:pt x="27105" y="8308"/>
                  </a:lnTo>
                  <a:lnTo>
                    <a:pt x="26481" y="8283"/>
                  </a:lnTo>
                  <a:lnTo>
                    <a:pt x="25836" y="8274"/>
                  </a:lnTo>
                  <a:lnTo>
                    <a:pt x="25164" y="8288"/>
                  </a:lnTo>
                  <a:lnTo>
                    <a:pt x="24505" y="8329"/>
                  </a:lnTo>
                  <a:lnTo>
                    <a:pt x="23859" y="8398"/>
                  </a:lnTo>
                  <a:lnTo>
                    <a:pt x="23226" y="8493"/>
                  </a:lnTo>
                  <a:lnTo>
                    <a:pt x="22606" y="8617"/>
                  </a:lnTo>
                  <a:lnTo>
                    <a:pt x="22000" y="8767"/>
                  </a:lnTo>
                  <a:lnTo>
                    <a:pt x="21406" y="8945"/>
                  </a:lnTo>
                  <a:lnTo>
                    <a:pt x="20826" y="9151"/>
                  </a:lnTo>
                  <a:lnTo>
                    <a:pt x="20259" y="9383"/>
                  </a:lnTo>
                  <a:lnTo>
                    <a:pt x="19704" y="9644"/>
                  </a:lnTo>
                  <a:lnTo>
                    <a:pt x="19164" y="9918"/>
                  </a:lnTo>
                  <a:lnTo>
                    <a:pt x="18640" y="10217"/>
                  </a:lnTo>
                  <a:lnTo>
                    <a:pt x="18131" y="10542"/>
                  </a:lnTo>
                  <a:lnTo>
                    <a:pt x="17637" y="10891"/>
                  </a:lnTo>
                  <a:lnTo>
                    <a:pt x="17159" y="11266"/>
                  </a:lnTo>
                  <a:lnTo>
                    <a:pt x="16697" y="11665"/>
                  </a:lnTo>
                  <a:lnTo>
                    <a:pt x="16250" y="12090"/>
                  </a:lnTo>
                  <a:lnTo>
                    <a:pt x="15818" y="12539"/>
                  </a:lnTo>
                  <a:lnTo>
                    <a:pt x="15402" y="13014"/>
                  </a:lnTo>
                  <a:lnTo>
                    <a:pt x="15001" y="13513"/>
                  </a:lnTo>
                  <a:lnTo>
                    <a:pt x="14629" y="14026"/>
                  </a:lnTo>
                  <a:lnTo>
                    <a:pt x="14273" y="14563"/>
                  </a:lnTo>
                  <a:lnTo>
                    <a:pt x="13933" y="15126"/>
                  </a:lnTo>
                  <a:lnTo>
                    <a:pt x="13611" y="15713"/>
                  </a:lnTo>
                  <a:lnTo>
                    <a:pt x="13305" y="16326"/>
                  </a:lnTo>
                  <a:lnTo>
                    <a:pt x="13015" y="16964"/>
                  </a:lnTo>
                  <a:lnTo>
                    <a:pt x="12743" y="17626"/>
                  </a:lnTo>
                  <a:lnTo>
                    <a:pt x="12487" y="18314"/>
                  </a:lnTo>
                  <a:lnTo>
                    <a:pt x="12247" y="19026"/>
                  </a:lnTo>
                  <a:lnTo>
                    <a:pt x="12025" y="19764"/>
                  </a:lnTo>
                  <a:lnTo>
                    <a:pt x="11833" y="20513"/>
                  </a:lnTo>
                  <a:lnTo>
                    <a:pt x="11660" y="21285"/>
                  </a:lnTo>
                  <a:lnTo>
                    <a:pt x="11509" y="22080"/>
                  </a:lnTo>
                  <a:lnTo>
                    <a:pt x="11377" y="22898"/>
                  </a:lnTo>
                  <a:lnTo>
                    <a:pt x="11266" y="23738"/>
                  </a:lnTo>
                  <a:lnTo>
                    <a:pt x="11175" y="24600"/>
                  </a:lnTo>
                  <a:lnTo>
                    <a:pt x="11104" y="25485"/>
                  </a:lnTo>
                  <a:lnTo>
                    <a:pt x="11053" y="26393"/>
                  </a:lnTo>
                  <a:lnTo>
                    <a:pt x="11023" y="27324"/>
                  </a:lnTo>
                  <a:lnTo>
                    <a:pt x="11013" y="28277"/>
                  </a:lnTo>
                  <a:lnTo>
                    <a:pt x="11013" y="65603"/>
                  </a:lnTo>
                  <a:lnTo>
                    <a:pt x="357" y="65603"/>
                  </a:lnTo>
                  <a:lnTo>
                    <a:pt x="357" y="14942"/>
                  </a:lnTo>
                  <a:lnTo>
                    <a:pt x="356" y="14535"/>
                  </a:lnTo>
                  <a:lnTo>
                    <a:pt x="354" y="14125"/>
                  </a:lnTo>
                  <a:lnTo>
                    <a:pt x="351" y="13711"/>
                  </a:lnTo>
                  <a:lnTo>
                    <a:pt x="347" y="13294"/>
                  </a:lnTo>
                  <a:lnTo>
                    <a:pt x="342" y="12873"/>
                  </a:lnTo>
                  <a:lnTo>
                    <a:pt x="335" y="12449"/>
                  </a:lnTo>
                  <a:lnTo>
                    <a:pt x="328" y="12021"/>
                  </a:lnTo>
                  <a:lnTo>
                    <a:pt x="319" y="11589"/>
                  </a:lnTo>
                  <a:lnTo>
                    <a:pt x="308" y="11154"/>
                  </a:lnTo>
                  <a:lnTo>
                    <a:pt x="297" y="10715"/>
                  </a:lnTo>
                  <a:lnTo>
                    <a:pt x="297" y="10266"/>
                  </a:lnTo>
                  <a:lnTo>
                    <a:pt x="295" y="9822"/>
                  </a:lnTo>
                  <a:lnTo>
                    <a:pt x="292" y="9385"/>
                  </a:lnTo>
                  <a:lnTo>
                    <a:pt x="288" y="8953"/>
                  </a:lnTo>
                  <a:lnTo>
                    <a:pt x="282" y="8527"/>
                  </a:lnTo>
                  <a:lnTo>
                    <a:pt x="276" y="8108"/>
                  </a:lnTo>
                  <a:lnTo>
                    <a:pt x="268" y="7694"/>
                  </a:lnTo>
                  <a:lnTo>
                    <a:pt x="259" y="7286"/>
                  </a:lnTo>
                  <a:lnTo>
                    <a:pt x="249" y="6884"/>
                  </a:lnTo>
                  <a:lnTo>
                    <a:pt x="238" y="6488"/>
                  </a:lnTo>
                  <a:lnTo>
                    <a:pt x="226" y="6090"/>
                  </a:lnTo>
                  <a:lnTo>
                    <a:pt x="214" y="5703"/>
                  </a:lnTo>
                  <a:lnTo>
                    <a:pt x="202" y="5328"/>
                  </a:lnTo>
                  <a:lnTo>
                    <a:pt x="190" y="4964"/>
                  </a:lnTo>
                  <a:lnTo>
                    <a:pt x="178" y="4613"/>
                  </a:lnTo>
                  <a:lnTo>
                    <a:pt x="166" y="4274"/>
                  </a:lnTo>
                  <a:lnTo>
                    <a:pt x="154" y="3946"/>
                  </a:lnTo>
                  <a:lnTo>
                    <a:pt x="142" y="3631"/>
                  </a:lnTo>
                  <a:lnTo>
                    <a:pt x="130" y="3327"/>
                  </a:lnTo>
                  <a:lnTo>
                    <a:pt x="119" y="3036"/>
                  </a:lnTo>
                  <a:lnTo>
                    <a:pt x="107" y="2760"/>
                  </a:lnTo>
                  <a:lnTo>
                    <a:pt x="95" y="2505"/>
                  </a:lnTo>
                  <a:lnTo>
                    <a:pt x="83" y="2269"/>
                  </a:lnTo>
                  <a:lnTo>
                    <a:pt x="71" y="2055"/>
                  </a:lnTo>
                  <a:lnTo>
                    <a:pt x="59" y="1860"/>
                  </a:lnTo>
                  <a:lnTo>
                    <a:pt x="47" y="1685"/>
                  </a:lnTo>
                  <a:lnTo>
                    <a:pt x="35" y="1531"/>
                  </a:lnTo>
                  <a:lnTo>
                    <a:pt x="0" y="1190"/>
                  </a:lnTo>
                  <a:lnTo>
                    <a:pt x="10156" y="1460"/>
                  </a:lnTo>
                  <a:lnTo>
                    <a:pt x="10167" y="1590"/>
                  </a:lnTo>
                  <a:lnTo>
                    <a:pt x="10179" y="1741"/>
                  </a:lnTo>
                  <a:lnTo>
                    <a:pt x="10191" y="1912"/>
                  </a:lnTo>
                  <a:lnTo>
                    <a:pt x="10203" y="2103"/>
                  </a:lnTo>
                  <a:lnTo>
                    <a:pt x="10215" y="2314"/>
                  </a:lnTo>
                  <a:lnTo>
                    <a:pt x="10227" y="2546"/>
                  </a:lnTo>
                  <a:lnTo>
                    <a:pt x="10239" y="2797"/>
                  </a:lnTo>
                  <a:lnTo>
                    <a:pt x="10251" y="3064"/>
                  </a:lnTo>
                  <a:lnTo>
                    <a:pt x="10263" y="3338"/>
                  </a:lnTo>
                  <a:lnTo>
                    <a:pt x="10275" y="3621"/>
                  </a:lnTo>
                  <a:lnTo>
                    <a:pt x="10287" y="3912"/>
                  </a:lnTo>
                  <a:lnTo>
                    <a:pt x="10298" y="4211"/>
                  </a:lnTo>
                  <a:lnTo>
                    <a:pt x="10310" y="4519"/>
                  </a:lnTo>
                  <a:lnTo>
                    <a:pt x="10322" y="4835"/>
                  </a:lnTo>
                  <a:lnTo>
                    <a:pt x="10334" y="5160"/>
                  </a:lnTo>
                  <a:lnTo>
                    <a:pt x="10346" y="5492"/>
                  </a:lnTo>
                  <a:lnTo>
                    <a:pt x="10358" y="5834"/>
                  </a:lnTo>
                  <a:lnTo>
                    <a:pt x="10381" y="6168"/>
                  </a:lnTo>
                  <a:lnTo>
                    <a:pt x="10403" y="6505"/>
                  </a:lnTo>
                  <a:lnTo>
                    <a:pt x="10424" y="6844"/>
                  </a:lnTo>
                  <a:lnTo>
                    <a:pt x="10444" y="7186"/>
                  </a:lnTo>
                  <a:lnTo>
                    <a:pt x="10462" y="7530"/>
                  </a:lnTo>
                  <a:lnTo>
                    <a:pt x="10479" y="7877"/>
                  </a:lnTo>
                  <a:lnTo>
                    <a:pt x="10495" y="8226"/>
                  </a:lnTo>
                  <a:lnTo>
                    <a:pt x="10510" y="8577"/>
                  </a:lnTo>
                  <a:lnTo>
                    <a:pt x="10524" y="8930"/>
                  </a:lnTo>
                  <a:lnTo>
                    <a:pt x="10537" y="9286"/>
                  </a:lnTo>
                  <a:lnTo>
                    <a:pt x="10548" y="9626"/>
                  </a:lnTo>
                  <a:lnTo>
                    <a:pt x="10558" y="9956"/>
                  </a:lnTo>
                  <a:lnTo>
                    <a:pt x="10567" y="10274"/>
                  </a:lnTo>
                  <a:lnTo>
                    <a:pt x="10575" y="10582"/>
                  </a:lnTo>
                  <a:lnTo>
                    <a:pt x="10581" y="10879"/>
                  </a:lnTo>
                  <a:lnTo>
                    <a:pt x="10587" y="11165"/>
                  </a:lnTo>
                  <a:lnTo>
                    <a:pt x="10591" y="11441"/>
                  </a:lnTo>
                  <a:lnTo>
                    <a:pt x="10594" y="11706"/>
                  </a:lnTo>
                  <a:lnTo>
                    <a:pt x="10595" y="11960"/>
                  </a:lnTo>
                  <a:lnTo>
                    <a:pt x="10596" y="12203"/>
                  </a:lnTo>
                  <a:lnTo>
                    <a:pt x="10775" y="12203"/>
                  </a:lnTo>
                  <a:lnTo>
                    <a:pt x="11063" y="11649"/>
                  </a:lnTo>
                  <a:lnTo>
                    <a:pt x="11356" y="11106"/>
                  </a:lnTo>
                  <a:lnTo>
                    <a:pt x="11653" y="10573"/>
                  </a:lnTo>
                  <a:lnTo>
                    <a:pt x="11956" y="10051"/>
                  </a:lnTo>
                  <a:lnTo>
                    <a:pt x="12263" y="9539"/>
                  </a:lnTo>
                  <a:lnTo>
                    <a:pt x="12575" y="9039"/>
                  </a:lnTo>
                  <a:lnTo>
                    <a:pt x="12892" y="8549"/>
                  </a:lnTo>
                  <a:lnTo>
                    <a:pt x="13213" y="8070"/>
                  </a:lnTo>
                  <a:lnTo>
                    <a:pt x="13539" y="7601"/>
                  </a:lnTo>
                  <a:lnTo>
                    <a:pt x="13870" y="7143"/>
                  </a:lnTo>
                  <a:lnTo>
                    <a:pt x="14209" y="6698"/>
                  </a:lnTo>
                  <a:lnTo>
                    <a:pt x="14558" y="6267"/>
                  </a:lnTo>
                  <a:lnTo>
                    <a:pt x="14919" y="5850"/>
                  </a:lnTo>
                  <a:lnTo>
                    <a:pt x="15290" y="5448"/>
                  </a:lnTo>
                  <a:lnTo>
                    <a:pt x="15671" y="5060"/>
                  </a:lnTo>
                  <a:lnTo>
                    <a:pt x="16063" y="4686"/>
                  </a:lnTo>
                  <a:lnTo>
                    <a:pt x="16466" y="4326"/>
                  </a:lnTo>
                  <a:lnTo>
                    <a:pt x="16880" y="3981"/>
                  </a:lnTo>
                  <a:lnTo>
                    <a:pt x="17305" y="3650"/>
                  </a:lnTo>
                  <a:lnTo>
                    <a:pt x="17740" y="3333"/>
                  </a:lnTo>
                  <a:lnTo>
                    <a:pt x="18198" y="3020"/>
                  </a:lnTo>
                  <a:lnTo>
                    <a:pt x="18669" y="2721"/>
                  </a:lnTo>
                  <a:lnTo>
                    <a:pt x="19151" y="2438"/>
                  </a:lnTo>
                  <a:lnTo>
                    <a:pt x="19645" y="2171"/>
                  </a:lnTo>
                  <a:lnTo>
                    <a:pt x="20151" y="1919"/>
                  </a:lnTo>
                  <a:lnTo>
                    <a:pt x="20669" y="1683"/>
                  </a:lnTo>
                  <a:lnTo>
                    <a:pt x="21199" y="1462"/>
                  </a:lnTo>
                  <a:lnTo>
                    <a:pt x="21740" y="1257"/>
                  </a:lnTo>
                  <a:lnTo>
                    <a:pt x="22294" y="1067"/>
                  </a:lnTo>
                  <a:lnTo>
                    <a:pt x="22859" y="892"/>
                  </a:lnTo>
                  <a:lnTo>
                    <a:pt x="23452" y="723"/>
                  </a:lnTo>
                  <a:lnTo>
                    <a:pt x="24062" y="571"/>
                  </a:lnTo>
                  <a:lnTo>
                    <a:pt x="24690" y="437"/>
                  </a:lnTo>
                  <a:lnTo>
                    <a:pt x="25336" y="321"/>
                  </a:lnTo>
                  <a:lnTo>
                    <a:pt x="26000" y="223"/>
                  </a:lnTo>
                  <a:lnTo>
                    <a:pt x="26681" y="142"/>
                  </a:lnTo>
                  <a:lnTo>
                    <a:pt x="27381" y="80"/>
                  </a:lnTo>
                  <a:lnTo>
                    <a:pt x="28098" y="35"/>
                  </a:lnTo>
                  <a:lnTo>
                    <a:pt x="28833" y="8"/>
                  </a:lnTo>
                  <a:lnTo>
                    <a:pt x="29587" y="0"/>
                  </a:lnTo>
                  <a:lnTo>
                    <a:pt x="31020" y="29"/>
                  </a:lnTo>
                  <a:lnTo>
                    <a:pt x="32392" y="116"/>
                  </a:lnTo>
                  <a:lnTo>
                    <a:pt x="33701" y="262"/>
                  </a:lnTo>
                  <a:lnTo>
                    <a:pt x="34949" y="466"/>
                  </a:lnTo>
                  <a:lnTo>
                    <a:pt x="36135" y="729"/>
                  </a:lnTo>
                  <a:lnTo>
                    <a:pt x="37259" y="1050"/>
                  </a:lnTo>
                  <a:lnTo>
                    <a:pt x="38321" y="1429"/>
                  </a:lnTo>
                  <a:lnTo>
                    <a:pt x="39321" y="1866"/>
                  </a:lnTo>
                  <a:lnTo>
                    <a:pt x="40259" y="2362"/>
                  </a:lnTo>
                  <a:lnTo>
                    <a:pt x="41136" y="2917"/>
                  </a:lnTo>
                  <a:lnTo>
                    <a:pt x="41967" y="3534"/>
                  </a:lnTo>
                  <a:lnTo>
                    <a:pt x="42745" y="4221"/>
                  </a:lnTo>
                  <a:lnTo>
                    <a:pt x="43472" y="4978"/>
                  </a:lnTo>
                  <a:lnTo>
                    <a:pt x="44145" y="5803"/>
                  </a:lnTo>
                  <a:lnTo>
                    <a:pt x="44767" y="6697"/>
                  </a:lnTo>
                  <a:lnTo>
                    <a:pt x="45336" y="7660"/>
                  </a:lnTo>
                  <a:lnTo>
                    <a:pt x="45853" y="8692"/>
                  </a:lnTo>
                  <a:lnTo>
                    <a:pt x="46317" y="9794"/>
                  </a:lnTo>
                  <a:lnTo>
                    <a:pt x="46729" y="10964"/>
                  </a:lnTo>
                  <a:lnTo>
                    <a:pt x="47089" y="12203"/>
                  </a:lnTo>
                  <a:lnTo>
                    <a:pt x="47267" y="12203"/>
                  </a:lnTo>
                  <a:lnTo>
                    <a:pt x="47557" y="11649"/>
                  </a:lnTo>
                  <a:lnTo>
                    <a:pt x="47853" y="11106"/>
                  </a:lnTo>
                  <a:lnTo>
                    <a:pt x="48157" y="10573"/>
                  </a:lnTo>
                  <a:lnTo>
                    <a:pt x="48467" y="10051"/>
                  </a:lnTo>
                  <a:lnTo>
                    <a:pt x="48785" y="9539"/>
                  </a:lnTo>
                  <a:lnTo>
                    <a:pt x="49110" y="9039"/>
                  </a:lnTo>
                  <a:lnTo>
                    <a:pt x="49443" y="8549"/>
                  </a:lnTo>
                  <a:lnTo>
                    <a:pt x="49782" y="8070"/>
                  </a:lnTo>
                  <a:lnTo>
                    <a:pt x="50128" y="7601"/>
                  </a:lnTo>
                  <a:lnTo>
                    <a:pt x="50482" y="7143"/>
                  </a:lnTo>
                  <a:lnTo>
                    <a:pt x="50845" y="6698"/>
                  </a:lnTo>
                  <a:lnTo>
                    <a:pt x="51220" y="6267"/>
                  </a:lnTo>
                  <a:lnTo>
                    <a:pt x="51607" y="5850"/>
                  </a:lnTo>
                  <a:lnTo>
                    <a:pt x="52006" y="5448"/>
                  </a:lnTo>
                  <a:lnTo>
                    <a:pt x="52417" y="5060"/>
                  </a:lnTo>
                  <a:lnTo>
                    <a:pt x="52839" y="4686"/>
                  </a:lnTo>
                  <a:lnTo>
                    <a:pt x="53274" y="4326"/>
                  </a:lnTo>
                  <a:lnTo>
                    <a:pt x="53721" y="3981"/>
                  </a:lnTo>
                  <a:lnTo>
                    <a:pt x="54179" y="3650"/>
                  </a:lnTo>
                  <a:lnTo>
                    <a:pt x="54649" y="3333"/>
                  </a:lnTo>
                  <a:lnTo>
                    <a:pt x="55131" y="3020"/>
                  </a:lnTo>
                  <a:lnTo>
                    <a:pt x="55625" y="2721"/>
                  </a:lnTo>
                  <a:lnTo>
                    <a:pt x="56132" y="2438"/>
                  </a:lnTo>
                  <a:lnTo>
                    <a:pt x="56649" y="2171"/>
                  </a:lnTo>
                  <a:lnTo>
                    <a:pt x="57179" y="1919"/>
                  </a:lnTo>
                  <a:lnTo>
                    <a:pt x="57721" y="1683"/>
                  </a:lnTo>
                  <a:lnTo>
                    <a:pt x="58275" y="1462"/>
                  </a:lnTo>
                  <a:lnTo>
                    <a:pt x="58840" y="1257"/>
                  </a:lnTo>
                  <a:lnTo>
                    <a:pt x="59418" y="1067"/>
                  </a:lnTo>
                  <a:lnTo>
                    <a:pt x="60007" y="892"/>
                  </a:lnTo>
                  <a:lnTo>
                    <a:pt x="60611" y="723"/>
                  </a:lnTo>
                  <a:lnTo>
                    <a:pt x="61231" y="571"/>
                  </a:lnTo>
                  <a:lnTo>
                    <a:pt x="61868" y="437"/>
                  </a:lnTo>
                  <a:lnTo>
                    <a:pt x="62522" y="321"/>
                  </a:lnTo>
                  <a:lnTo>
                    <a:pt x="63192" y="223"/>
                  </a:lnTo>
                  <a:lnTo>
                    <a:pt x="63879" y="142"/>
                  </a:lnTo>
                  <a:lnTo>
                    <a:pt x="64583" y="80"/>
                  </a:lnTo>
                  <a:lnTo>
                    <a:pt x="65303" y="35"/>
                  </a:lnTo>
                  <a:lnTo>
                    <a:pt x="66040" y="8"/>
                  </a:lnTo>
                  <a:lnTo>
                    <a:pt x="66794" y="0"/>
                  </a:lnTo>
                  <a:lnTo>
                    <a:pt x="67756" y="13"/>
                  </a:lnTo>
                  <a:lnTo>
                    <a:pt x="68691" y="52"/>
                  </a:lnTo>
                  <a:lnTo>
                    <a:pt x="69599" y="117"/>
                  </a:lnTo>
                  <a:lnTo>
                    <a:pt x="70480" y="209"/>
                  </a:lnTo>
                  <a:lnTo>
                    <a:pt x="71333" y="327"/>
                  </a:lnTo>
                  <a:lnTo>
                    <a:pt x="72159" y="471"/>
                  </a:lnTo>
                  <a:lnTo>
                    <a:pt x="72957" y="641"/>
                  </a:lnTo>
                  <a:lnTo>
                    <a:pt x="73728" y="838"/>
                  </a:lnTo>
                  <a:lnTo>
                    <a:pt x="74471" y="1060"/>
                  </a:lnTo>
                  <a:lnTo>
                    <a:pt x="75187" y="1309"/>
                  </a:lnTo>
                  <a:lnTo>
                    <a:pt x="75889" y="1585"/>
                  </a:lnTo>
                  <a:lnTo>
                    <a:pt x="76564" y="1890"/>
                  </a:lnTo>
                  <a:lnTo>
                    <a:pt x="77213" y="2224"/>
                  </a:lnTo>
                  <a:lnTo>
                    <a:pt x="77835" y="2586"/>
                  </a:lnTo>
                  <a:lnTo>
                    <a:pt x="78432" y="2976"/>
                  </a:lnTo>
                  <a:lnTo>
                    <a:pt x="79002" y="3395"/>
                  </a:lnTo>
                  <a:lnTo>
                    <a:pt x="79546" y="3843"/>
                  </a:lnTo>
                  <a:lnTo>
                    <a:pt x="80064" y="4319"/>
                  </a:lnTo>
                  <a:lnTo>
                    <a:pt x="80556" y="4824"/>
                  </a:lnTo>
                  <a:lnTo>
                    <a:pt x="81022" y="5357"/>
                  </a:lnTo>
                  <a:lnTo>
                    <a:pt x="81462" y="5921"/>
                  </a:lnTo>
                  <a:lnTo>
                    <a:pt x="81879" y="6517"/>
                  </a:lnTo>
                  <a:lnTo>
                    <a:pt x="82272" y="7145"/>
                  </a:lnTo>
                  <a:lnTo>
                    <a:pt x="82641" y="7805"/>
                  </a:lnTo>
                  <a:lnTo>
                    <a:pt x="82986" y="8498"/>
                  </a:lnTo>
                  <a:lnTo>
                    <a:pt x="83308" y="9222"/>
                  </a:lnTo>
                  <a:lnTo>
                    <a:pt x="83605" y="9979"/>
                  </a:lnTo>
                  <a:lnTo>
                    <a:pt x="83879" y="10768"/>
                  </a:lnTo>
                  <a:lnTo>
                    <a:pt x="84129" y="11588"/>
                  </a:lnTo>
                  <a:lnTo>
                    <a:pt x="84355" y="12442"/>
                  </a:lnTo>
                  <a:lnTo>
                    <a:pt x="84559" y="13315"/>
                  </a:lnTo>
                  <a:lnTo>
                    <a:pt x="84741" y="14223"/>
                  </a:lnTo>
                  <a:lnTo>
                    <a:pt x="84902" y="15163"/>
                  </a:lnTo>
                  <a:lnTo>
                    <a:pt x="85041" y="16137"/>
                  </a:lnTo>
                  <a:lnTo>
                    <a:pt x="85159" y="17145"/>
                  </a:lnTo>
                  <a:lnTo>
                    <a:pt x="85255" y="18185"/>
                  </a:lnTo>
                  <a:lnTo>
                    <a:pt x="85330" y="19259"/>
                  </a:lnTo>
                  <a:lnTo>
                    <a:pt x="85384" y="20366"/>
                  </a:lnTo>
                  <a:lnTo>
                    <a:pt x="85416" y="21507"/>
                  </a:lnTo>
                  <a:lnTo>
                    <a:pt x="85427" y="22681"/>
                  </a:lnTo>
                  <a:lnTo>
                    <a:pt x="85427" y="65603"/>
                  </a:lnTo>
                  <a:lnTo>
                    <a:pt x="74830" y="65603"/>
                  </a:lnTo>
                  <a:lnTo>
                    <a:pt x="74830" y="24765"/>
                  </a:lnTo>
                  <a:lnTo>
                    <a:pt x="74824" y="23839"/>
                  </a:lnTo>
                  <a:lnTo>
                    <a:pt x="74806" y="22945"/>
                  </a:lnTo>
                  <a:lnTo>
                    <a:pt x="74777" y="22082"/>
                  </a:lnTo>
                  <a:lnTo>
                    <a:pt x="74735" y="21250"/>
                  </a:lnTo>
                  <a:lnTo>
                    <a:pt x="74681" y="20448"/>
                  </a:lnTo>
                  <a:lnTo>
                    <a:pt x="74616" y="19678"/>
                  </a:lnTo>
                  <a:lnTo>
                    <a:pt x="74539" y="18939"/>
                  </a:lnTo>
                  <a:lnTo>
                    <a:pt x="74449" y="18230"/>
                  </a:lnTo>
                  <a:lnTo>
                    <a:pt x="74348" y="17553"/>
                  </a:lnTo>
                  <a:lnTo>
                    <a:pt x="74235" y="16906"/>
                  </a:lnTo>
                  <a:lnTo>
                    <a:pt x="74108" y="16288"/>
                  </a:lnTo>
                  <a:lnTo>
                    <a:pt x="73964" y="15694"/>
                  </a:lnTo>
                  <a:lnTo>
                    <a:pt x="73803" y="15126"/>
                  </a:lnTo>
                  <a:lnTo>
                    <a:pt x="73625" y="14582"/>
                  </a:lnTo>
                  <a:lnTo>
                    <a:pt x="73431" y="14064"/>
                  </a:lnTo>
                  <a:lnTo>
                    <a:pt x="73221" y="13570"/>
                  </a:lnTo>
                  <a:lnTo>
                    <a:pt x="72993" y="13102"/>
                  </a:lnTo>
                  <a:lnTo>
                    <a:pt x="72749" y="12658"/>
                  </a:lnTo>
                  <a:lnTo>
                    <a:pt x="72488" y="12240"/>
                  </a:lnTo>
                  <a:lnTo>
                    <a:pt x="72211" y="11846"/>
                  </a:lnTo>
                  <a:lnTo>
                    <a:pt x="71928" y="11465"/>
                  </a:lnTo>
                  <a:lnTo>
                    <a:pt x="71628" y="11108"/>
                  </a:lnTo>
                  <a:lnTo>
                    <a:pt x="71309" y="10775"/>
                  </a:lnTo>
                  <a:lnTo>
                    <a:pt x="70973" y="10465"/>
                  </a:lnTo>
                  <a:lnTo>
                    <a:pt x="70618" y="10179"/>
                  </a:lnTo>
                  <a:lnTo>
                    <a:pt x="70246" y="9917"/>
                  </a:lnTo>
                  <a:lnTo>
                    <a:pt x="69856" y="9679"/>
                  </a:lnTo>
                  <a:lnTo>
                    <a:pt x="69449" y="9465"/>
                  </a:lnTo>
                  <a:lnTo>
                    <a:pt x="69023" y="9274"/>
                  </a:lnTo>
                  <a:lnTo>
                    <a:pt x="68579" y="9108"/>
                  </a:lnTo>
                  <a:lnTo>
                    <a:pt x="68117" y="8949"/>
                  </a:lnTo>
                  <a:lnTo>
                    <a:pt x="67634" y="8808"/>
                  </a:lnTo>
                  <a:lnTo>
                    <a:pt x="67131" y="8683"/>
                  </a:lnTo>
                  <a:lnTo>
                    <a:pt x="66608" y="8574"/>
                  </a:lnTo>
                  <a:lnTo>
                    <a:pt x="66064" y="8483"/>
                  </a:lnTo>
                  <a:lnTo>
                    <a:pt x="65501" y="8408"/>
                  </a:lnTo>
                  <a:lnTo>
                    <a:pt x="64917" y="8349"/>
                  </a:lnTo>
                  <a:lnTo>
                    <a:pt x="64312" y="8308"/>
                  </a:lnTo>
                  <a:lnTo>
                    <a:pt x="63688" y="8283"/>
                  </a:lnTo>
                  <a:lnTo>
                    <a:pt x="63043" y="8274"/>
                  </a:lnTo>
                  <a:lnTo>
                    <a:pt x="62371" y="8287"/>
                  </a:lnTo>
                  <a:lnTo>
                    <a:pt x="61712" y="8327"/>
                  </a:lnTo>
                  <a:lnTo>
                    <a:pt x="61066" y="8392"/>
                  </a:lnTo>
                  <a:lnTo>
                    <a:pt x="60433" y="8484"/>
                  </a:lnTo>
                  <a:lnTo>
                    <a:pt x="59814" y="8602"/>
                  </a:lnTo>
                  <a:lnTo>
                    <a:pt x="59207" y="8746"/>
                  </a:lnTo>
                  <a:lnTo>
                    <a:pt x="58613" y="8916"/>
                  </a:lnTo>
                  <a:lnTo>
                    <a:pt x="58033" y="9113"/>
                  </a:lnTo>
                  <a:lnTo>
                    <a:pt x="57466" y="9335"/>
                  </a:lnTo>
                  <a:lnTo>
                    <a:pt x="56911" y="9584"/>
                  </a:lnTo>
                  <a:lnTo>
                    <a:pt x="56371" y="9847"/>
                  </a:lnTo>
                  <a:lnTo>
                    <a:pt x="55847" y="10134"/>
                  </a:lnTo>
                  <a:lnTo>
                    <a:pt x="55338" y="10447"/>
                  </a:lnTo>
                  <a:lnTo>
                    <a:pt x="54844" y="10784"/>
                  </a:lnTo>
                  <a:lnTo>
                    <a:pt x="54366" y="11147"/>
                  </a:lnTo>
                  <a:lnTo>
                    <a:pt x="53904" y="11534"/>
                  </a:lnTo>
                  <a:lnTo>
                    <a:pt x="53457" y="11947"/>
                  </a:lnTo>
                  <a:lnTo>
                    <a:pt x="53025" y="12384"/>
                  </a:lnTo>
                  <a:lnTo>
                    <a:pt x="52609" y="12847"/>
                  </a:lnTo>
                  <a:lnTo>
                    <a:pt x="52208" y="13335"/>
                  </a:lnTo>
                  <a:lnTo>
                    <a:pt x="51836" y="13847"/>
                  </a:lnTo>
                  <a:lnTo>
                    <a:pt x="51480" y="14385"/>
                  </a:lnTo>
                  <a:lnTo>
                    <a:pt x="51140" y="14947"/>
                  </a:lnTo>
                  <a:lnTo>
                    <a:pt x="50818" y="15535"/>
                  </a:lnTo>
                  <a:lnTo>
                    <a:pt x="50512" y="16147"/>
                  </a:lnTo>
                  <a:lnTo>
                    <a:pt x="50222" y="16785"/>
                  </a:lnTo>
                  <a:lnTo>
                    <a:pt x="49950" y="17448"/>
                  </a:lnTo>
                  <a:lnTo>
                    <a:pt x="49694" y="18135"/>
                  </a:lnTo>
                  <a:lnTo>
                    <a:pt x="49454" y="18848"/>
                  </a:lnTo>
                  <a:lnTo>
                    <a:pt x="49232" y="19585"/>
                  </a:lnTo>
                  <a:lnTo>
                    <a:pt x="49040" y="20347"/>
                  </a:lnTo>
                  <a:lnTo>
                    <a:pt x="48868" y="21133"/>
                  </a:lnTo>
                  <a:lnTo>
                    <a:pt x="48716" y="21943"/>
                  </a:lnTo>
                  <a:lnTo>
                    <a:pt x="48584" y="22776"/>
                  </a:lnTo>
                  <a:lnTo>
                    <a:pt x="48473" y="23633"/>
                  </a:lnTo>
                  <a:lnTo>
                    <a:pt x="48382" y="24514"/>
                  </a:lnTo>
                  <a:lnTo>
                    <a:pt x="48311" y="25419"/>
                  </a:lnTo>
                  <a:lnTo>
                    <a:pt x="48260" y="26348"/>
                  </a:lnTo>
                  <a:lnTo>
                    <a:pt x="48230" y="27301"/>
                  </a:lnTo>
                  <a:lnTo>
                    <a:pt x="48220" y="28277"/>
                  </a:lnTo>
                  <a:lnTo>
                    <a:pt x="48220" y="6560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h149"/>
            <p:cNvSpPr/>
            <p:nvPr/>
          </p:nvSpPr>
          <p:spPr>
            <a:xfrm>
              <a:off x="8703241" y="2568704"/>
              <a:ext cx="10715" cy="88344"/>
            </a:xfrm>
            <a:custGeom>
              <a:avLst/>
              <a:pathLst>
                <a:path w="10715" h="88344">
                  <a:moveTo>
                    <a:pt x="0" y="10239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10239"/>
                  </a:lnTo>
                  <a:close/>
                  <a:moveTo>
                    <a:pt x="0" y="88344"/>
                  </a:moveTo>
                  <a:lnTo>
                    <a:pt x="0" y="23931"/>
                  </a:lnTo>
                  <a:lnTo>
                    <a:pt x="10715" y="23931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h150"/>
            <p:cNvSpPr/>
            <p:nvPr/>
          </p:nvSpPr>
          <p:spPr>
            <a:xfrm>
              <a:off x="8727351" y="2591445"/>
              <a:ext cx="62626" cy="66794"/>
            </a:xfrm>
            <a:custGeom>
              <a:avLst/>
              <a:pathLst>
                <a:path w="62626" h="66794">
                  <a:moveTo>
                    <a:pt x="19466" y="66794"/>
                  </a:moveTo>
                  <a:lnTo>
                    <a:pt x="17574" y="66742"/>
                  </a:lnTo>
                  <a:lnTo>
                    <a:pt x="15778" y="66589"/>
                  </a:lnTo>
                  <a:lnTo>
                    <a:pt x="14078" y="66333"/>
                  </a:lnTo>
                  <a:lnTo>
                    <a:pt x="12475" y="65974"/>
                  </a:lnTo>
                  <a:lnTo>
                    <a:pt x="10968" y="65514"/>
                  </a:lnTo>
                  <a:lnTo>
                    <a:pt x="9558" y="64950"/>
                  </a:lnTo>
                  <a:lnTo>
                    <a:pt x="8244" y="64285"/>
                  </a:lnTo>
                  <a:lnTo>
                    <a:pt x="7027" y="63517"/>
                  </a:lnTo>
                  <a:lnTo>
                    <a:pt x="5906" y="62647"/>
                  </a:lnTo>
                  <a:lnTo>
                    <a:pt x="4881" y="61674"/>
                  </a:lnTo>
                  <a:lnTo>
                    <a:pt x="3954" y="60612"/>
                  </a:lnTo>
                  <a:lnTo>
                    <a:pt x="3124" y="59474"/>
                  </a:lnTo>
                  <a:lnTo>
                    <a:pt x="2391" y="58259"/>
                  </a:lnTo>
                  <a:lnTo>
                    <a:pt x="1757" y="56969"/>
                  </a:lnTo>
                  <a:lnTo>
                    <a:pt x="1220" y="55602"/>
                  </a:lnTo>
                  <a:lnTo>
                    <a:pt x="781" y="54159"/>
                  </a:lnTo>
                  <a:lnTo>
                    <a:pt x="439" y="52639"/>
                  </a:lnTo>
                  <a:lnTo>
                    <a:pt x="195" y="51044"/>
                  </a:lnTo>
                  <a:lnTo>
                    <a:pt x="48" y="49372"/>
                  </a:lnTo>
                  <a:lnTo>
                    <a:pt x="0" y="47625"/>
                  </a:lnTo>
                  <a:lnTo>
                    <a:pt x="23" y="46374"/>
                  </a:lnTo>
                  <a:lnTo>
                    <a:pt x="95" y="45169"/>
                  </a:lnTo>
                  <a:lnTo>
                    <a:pt x="214" y="44012"/>
                  </a:lnTo>
                  <a:lnTo>
                    <a:pt x="381" y="42900"/>
                  </a:lnTo>
                  <a:lnTo>
                    <a:pt x="595" y="41835"/>
                  </a:lnTo>
                  <a:lnTo>
                    <a:pt x="857" y="40817"/>
                  </a:lnTo>
                  <a:lnTo>
                    <a:pt x="1166" y="39844"/>
                  </a:lnTo>
                  <a:lnTo>
                    <a:pt x="1524" y="38919"/>
                  </a:lnTo>
                  <a:lnTo>
                    <a:pt x="1928" y="38039"/>
                  </a:lnTo>
                  <a:lnTo>
                    <a:pt x="2381" y="37207"/>
                  </a:lnTo>
                  <a:lnTo>
                    <a:pt x="2883" y="36403"/>
                  </a:lnTo>
                  <a:lnTo>
                    <a:pt x="3414" y="35635"/>
                  </a:lnTo>
                  <a:lnTo>
                    <a:pt x="3974" y="34903"/>
                  </a:lnTo>
                  <a:lnTo>
                    <a:pt x="4562" y="34206"/>
                  </a:lnTo>
                  <a:lnTo>
                    <a:pt x="5179" y="33545"/>
                  </a:lnTo>
                  <a:lnTo>
                    <a:pt x="5824" y="32920"/>
                  </a:lnTo>
                  <a:lnTo>
                    <a:pt x="6498" y="32331"/>
                  </a:lnTo>
                  <a:lnTo>
                    <a:pt x="7200" y="31777"/>
                  </a:lnTo>
                  <a:lnTo>
                    <a:pt x="7931" y="31259"/>
                  </a:lnTo>
                  <a:lnTo>
                    <a:pt x="8691" y="30777"/>
                  </a:lnTo>
                  <a:lnTo>
                    <a:pt x="9488" y="30327"/>
                  </a:lnTo>
                  <a:lnTo>
                    <a:pt x="10306" y="29906"/>
                  </a:lnTo>
                  <a:lnTo>
                    <a:pt x="11145" y="29513"/>
                  </a:lnTo>
                  <a:lnTo>
                    <a:pt x="12006" y="29148"/>
                  </a:lnTo>
                  <a:lnTo>
                    <a:pt x="12888" y="28813"/>
                  </a:lnTo>
                  <a:lnTo>
                    <a:pt x="13792" y="28505"/>
                  </a:lnTo>
                  <a:lnTo>
                    <a:pt x="14717" y="28227"/>
                  </a:lnTo>
                  <a:lnTo>
                    <a:pt x="15663" y="27977"/>
                  </a:lnTo>
                  <a:lnTo>
                    <a:pt x="16631" y="27755"/>
                  </a:lnTo>
                  <a:lnTo>
                    <a:pt x="17621" y="27562"/>
                  </a:lnTo>
                  <a:lnTo>
                    <a:pt x="18623" y="27392"/>
                  </a:lnTo>
                  <a:lnTo>
                    <a:pt x="19628" y="27236"/>
                  </a:lnTo>
                  <a:lnTo>
                    <a:pt x="20637" y="27096"/>
                  </a:lnTo>
                  <a:lnTo>
                    <a:pt x="21650" y="26972"/>
                  </a:lnTo>
                  <a:lnTo>
                    <a:pt x="22666" y="26863"/>
                  </a:lnTo>
                  <a:lnTo>
                    <a:pt x="23686" y="26770"/>
                  </a:lnTo>
                  <a:lnTo>
                    <a:pt x="24709" y="26692"/>
                  </a:lnTo>
                  <a:lnTo>
                    <a:pt x="25736" y="26629"/>
                  </a:lnTo>
                  <a:lnTo>
                    <a:pt x="26767" y="26582"/>
                  </a:lnTo>
                  <a:lnTo>
                    <a:pt x="27801" y="26550"/>
                  </a:lnTo>
                  <a:lnTo>
                    <a:pt x="42267" y="26312"/>
                  </a:lnTo>
                  <a:lnTo>
                    <a:pt x="42267" y="22800"/>
                  </a:lnTo>
                  <a:lnTo>
                    <a:pt x="42258" y="22014"/>
                  </a:lnTo>
                  <a:lnTo>
                    <a:pt x="42233" y="21252"/>
                  </a:lnTo>
                  <a:lnTo>
                    <a:pt x="42192" y="20514"/>
                  </a:lnTo>
                  <a:lnTo>
                    <a:pt x="42133" y="19800"/>
                  </a:lnTo>
                  <a:lnTo>
                    <a:pt x="42058" y="19109"/>
                  </a:lnTo>
                  <a:lnTo>
                    <a:pt x="41967" y="18442"/>
                  </a:lnTo>
                  <a:lnTo>
                    <a:pt x="41858" y="17799"/>
                  </a:lnTo>
                  <a:lnTo>
                    <a:pt x="41733" y="17180"/>
                  </a:lnTo>
                  <a:lnTo>
                    <a:pt x="41592" y="16585"/>
                  </a:lnTo>
                  <a:lnTo>
                    <a:pt x="41433" y="16013"/>
                  </a:lnTo>
                  <a:lnTo>
                    <a:pt x="41258" y="15465"/>
                  </a:lnTo>
                  <a:lnTo>
                    <a:pt x="41064" y="14937"/>
                  </a:lnTo>
                  <a:lnTo>
                    <a:pt x="40853" y="14431"/>
                  </a:lnTo>
                  <a:lnTo>
                    <a:pt x="40624" y="13946"/>
                  </a:lnTo>
                  <a:lnTo>
                    <a:pt x="40377" y="13483"/>
                  </a:lnTo>
                  <a:lnTo>
                    <a:pt x="40112" y="13042"/>
                  </a:lnTo>
                  <a:lnTo>
                    <a:pt x="39829" y="12621"/>
                  </a:lnTo>
                  <a:lnTo>
                    <a:pt x="39528" y="12222"/>
                  </a:lnTo>
                  <a:lnTo>
                    <a:pt x="39210" y="11845"/>
                  </a:lnTo>
                  <a:lnTo>
                    <a:pt x="38873" y="11489"/>
                  </a:lnTo>
                  <a:lnTo>
                    <a:pt x="38519" y="11153"/>
                  </a:lnTo>
                  <a:lnTo>
                    <a:pt x="38147" y="10837"/>
                  </a:lnTo>
                  <a:lnTo>
                    <a:pt x="37757" y="10539"/>
                  </a:lnTo>
                  <a:lnTo>
                    <a:pt x="37349" y="10260"/>
                  </a:lnTo>
                  <a:lnTo>
                    <a:pt x="36924" y="10001"/>
                  </a:lnTo>
                  <a:lnTo>
                    <a:pt x="36480" y="9760"/>
                  </a:lnTo>
                  <a:lnTo>
                    <a:pt x="36019" y="9539"/>
                  </a:lnTo>
                  <a:lnTo>
                    <a:pt x="35540" y="9336"/>
                  </a:lnTo>
                  <a:lnTo>
                    <a:pt x="35043" y="9153"/>
                  </a:lnTo>
                  <a:lnTo>
                    <a:pt x="34528" y="8989"/>
                  </a:lnTo>
                  <a:lnTo>
                    <a:pt x="34006" y="8830"/>
                  </a:lnTo>
                  <a:lnTo>
                    <a:pt x="33466" y="8689"/>
                  </a:lnTo>
                  <a:lnTo>
                    <a:pt x="32906" y="8564"/>
                  </a:lnTo>
                  <a:lnTo>
                    <a:pt x="32327" y="8455"/>
                  </a:lnTo>
                  <a:lnTo>
                    <a:pt x="31730" y="8364"/>
                  </a:lnTo>
                  <a:lnTo>
                    <a:pt x="31113" y="8289"/>
                  </a:lnTo>
                  <a:lnTo>
                    <a:pt x="30477" y="8230"/>
                  </a:lnTo>
                  <a:lnTo>
                    <a:pt x="29822" y="8189"/>
                  </a:lnTo>
                  <a:lnTo>
                    <a:pt x="29148" y="8164"/>
                  </a:lnTo>
                  <a:lnTo>
                    <a:pt x="28455" y="8155"/>
                  </a:lnTo>
                  <a:lnTo>
                    <a:pt x="27842" y="8160"/>
                  </a:lnTo>
                  <a:lnTo>
                    <a:pt x="27241" y="8174"/>
                  </a:lnTo>
                  <a:lnTo>
                    <a:pt x="26652" y="8198"/>
                  </a:lnTo>
                  <a:lnTo>
                    <a:pt x="26074" y="8231"/>
                  </a:lnTo>
                  <a:lnTo>
                    <a:pt x="25509" y="8274"/>
                  </a:lnTo>
                  <a:lnTo>
                    <a:pt x="24955" y="8327"/>
                  </a:lnTo>
                  <a:lnTo>
                    <a:pt x="24413" y="8389"/>
                  </a:lnTo>
                  <a:lnTo>
                    <a:pt x="23883" y="8460"/>
                  </a:lnTo>
                  <a:lnTo>
                    <a:pt x="23366" y="8541"/>
                  </a:lnTo>
                  <a:lnTo>
                    <a:pt x="22860" y="8632"/>
                  </a:lnTo>
                  <a:lnTo>
                    <a:pt x="22366" y="8723"/>
                  </a:lnTo>
                  <a:lnTo>
                    <a:pt x="21886" y="8829"/>
                  </a:lnTo>
                  <a:lnTo>
                    <a:pt x="21418" y="8951"/>
                  </a:lnTo>
                  <a:lnTo>
                    <a:pt x="20964" y="9089"/>
                  </a:lnTo>
                  <a:lnTo>
                    <a:pt x="20523" y="9242"/>
                  </a:lnTo>
                  <a:lnTo>
                    <a:pt x="20095" y="9410"/>
                  </a:lnTo>
                  <a:lnTo>
                    <a:pt x="19680" y="9594"/>
                  </a:lnTo>
                  <a:lnTo>
                    <a:pt x="19278" y="9794"/>
                  </a:lnTo>
                  <a:lnTo>
                    <a:pt x="18889" y="10008"/>
                  </a:lnTo>
                  <a:lnTo>
                    <a:pt x="18514" y="10239"/>
                  </a:lnTo>
                  <a:lnTo>
                    <a:pt x="18152" y="10474"/>
                  </a:lnTo>
                  <a:lnTo>
                    <a:pt x="17804" y="10727"/>
                  </a:lnTo>
                  <a:lnTo>
                    <a:pt x="17471" y="10998"/>
                  </a:lnTo>
                  <a:lnTo>
                    <a:pt x="17152" y="11287"/>
                  </a:lnTo>
                  <a:lnTo>
                    <a:pt x="16847" y="11593"/>
                  </a:lnTo>
                  <a:lnTo>
                    <a:pt x="16556" y="11918"/>
                  </a:lnTo>
                  <a:lnTo>
                    <a:pt x="16280" y="12260"/>
                  </a:lnTo>
                  <a:lnTo>
                    <a:pt x="16018" y="12620"/>
                  </a:lnTo>
                  <a:lnTo>
                    <a:pt x="15771" y="12998"/>
                  </a:lnTo>
                  <a:lnTo>
                    <a:pt x="15537" y="13394"/>
                  </a:lnTo>
                  <a:lnTo>
                    <a:pt x="15319" y="13798"/>
                  </a:lnTo>
                  <a:lnTo>
                    <a:pt x="15116" y="14223"/>
                  </a:lnTo>
                  <a:lnTo>
                    <a:pt x="14928" y="14669"/>
                  </a:lnTo>
                  <a:lnTo>
                    <a:pt x="14756" y="15137"/>
                  </a:lnTo>
                  <a:lnTo>
                    <a:pt x="14600" y="15626"/>
                  </a:lnTo>
                  <a:lnTo>
                    <a:pt x="14458" y="16137"/>
                  </a:lnTo>
                  <a:lnTo>
                    <a:pt x="14333" y="16669"/>
                  </a:lnTo>
                  <a:lnTo>
                    <a:pt x="14223" y="17223"/>
                  </a:lnTo>
                  <a:lnTo>
                    <a:pt x="14128" y="17798"/>
                  </a:lnTo>
                  <a:lnTo>
                    <a:pt x="14049" y="18395"/>
                  </a:lnTo>
                  <a:lnTo>
                    <a:pt x="2857" y="17383"/>
                  </a:lnTo>
                  <a:lnTo>
                    <a:pt x="2987" y="16627"/>
                  </a:lnTo>
                  <a:lnTo>
                    <a:pt x="3138" y="15885"/>
                  </a:lnTo>
                  <a:lnTo>
                    <a:pt x="3311" y="15156"/>
                  </a:lnTo>
                  <a:lnTo>
                    <a:pt x="3505" y="14439"/>
                  </a:lnTo>
                  <a:lnTo>
                    <a:pt x="3720" y="13736"/>
                  </a:lnTo>
                  <a:lnTo>
                    <a:pt x="3957" y="13046"/>
                  </a:lnTo>
                  <a:lnTo>
                    <a:pt x="4216" y="12369"/>
                  </a:lnTo>
                  <a:lnTo>
                    <a:pt x="4495" y="11706"/>
                  </a:lnTo>
                  <a:lnTo>
                    <a:pt x="4797" y="11055"/>
                  </a:lnTo>
                  <a:lnTo>
                    <a:pt x="5119" y="10417"/>
                  </a:lnTo>
                  <a:lnTo>
                    <a:pt x="5466" y="9783"/>
                  </a:lnTo>
                  <a:lnTo>
                    <a:pt x="5841" y="9167"/>
                  </a:lnTo>
                  <a:lnTo>
                    <a:pt x="6243" y="8569"/>
                  </a:lnTo>
                  <a:lnTo>
                    <a:pt x="6672" y="7989"/>
                  </a:lnTo>
                  <a:lnTo>
                    <a:pt x="7128" y="7426"/>
                  </a:lnTo>
                  <a:lnTo>
                    <a:pt x="7612" y="6881"/>
                  </a:lnTo>
                  <a:lnTo>
                    <a:pt x="8124" y="6354"/>
                  </a:lnTo>
                  <a:lnTo>
                    <a:pt x="8662" y="5845"/>
                  </a:lnTo>
                  <a:lnTo>
                    <a:pt x="9229" y="5354"/>
                  </a:lnTo>
                  <a:lnTo>
                    <a:pt x="9822" y="4881"/>
                  </a:lnTo>
                  <a:lnTo>
                    <a:pt x="10456" y="4427"/>
                  </a:lnTo>
                  <a:lnTo>
                    <a:pt x="11120" y="3995"/>
                  </a:lnTo>
                  <a:lnTo>
                    <a:pt x="11813" y="3584"/>
                  </a:lnTo>
                  <a:lnTo>
                    <a:pt x="12537" y="3195"/>
                  </a:lnTo>
                  <a:lnTo>
                    <a:pt x="13290" y="2827"/>
                  </a:lnTo>
                  <a:lnTo>
                    <a:pt x="14073" y="2481"/>
                  </a:lnTo>
                  <a:lnTo>
                    <a:pt x="14885" y="2156"/>
                  </a:lnTo>
                  <a:lnTo>
                    <a:pt x="15728" y="1852"/>
                  </a:lnTo>
                  <a:lnTo>
                    <a:pt x="16600" y="1570"/>
                  </a:lnTo>
                  <a:lnTo>
                    <a:pt x="17502" y="1309"/>
                  </a:lnTo>
                  <a:lnTo>
                    <a:pt x="18449" y="1060"/>
                  </a:lnTo>
                  <a:lnTo>
                    <a:pt x="19435" y="838"/>
                  </a:lnTo>
                  <a:lnTo>
                    <a:pt x="20459" y="641"/>
                  </a:lnTo>
                  <a:lnTo>
                    <a:pt x="21521" y="471"/>
                  </a:lnTo>
                  <a:lnTo>
                    <a:pt x="22621" y="327"/>
                  </a:lnTo>
                  <a:lnTo>
                    <a:pt x="23760" y="209"/>
                  </a:lnTo>
                  <a:lnTo>
                    <a:pt x="24936" y="117"/>
                  </a:lnTo>
                  <a:lnTo>
                    <a:pt x="26150" y="52"/>
                  </a:lnTo>
                  <a:lnTo>
                    <a:pt x="27403" y="13"/>
                  </a:lnTo>
                  <a:lnTo>
                    <a:pt x="28694" y="0"/>
                  </a:lnTo>
                  <a:lnTo>
                    <a:pt x="31062" y="55"/>
                  </a:lnTo>
                  <a:lnTo>
                    <a:pt x="33311" y="223"/>
                  </a:lnTo>
                  <a:lnTo>
                    <a:pt x="35439" y="503"/>
                  </a:lnTo>
                  <a:lnTo>
                    <a:pt x="37447" y="895"/>
                  </a:lnTo>
                  <a:lnTo>
                    <a:pt x="39335" y="1398"/>
                  </a:lnTo>
                  <a:lnTo>
                    <a:pt x="41102" y="2014"/>
                  </a:lnTo>
                  <a:lnTo>
                    <a:pt x="42749" y="2742"/>
                  </a:lnTo>
                  <a:lnTo>
                    <a:pt x="44276" y="3581"/>
                  </a:lnTo>
                  <a:lnTo>
                    <a:pt x="45683" y="4532"/>
                  </a:lnTo>
                  <a:lnTo>
                    <a:pt x="46970" y="5595"/>
                  </a:lnTo>
                  <a:lnTo>
                    <a:pt x="48135" y="6753"/>
                  </a:lnTo>
                  <a:lnTo>
                    <a:pt x="49177" y="8010"/>
                  </a:lnTo>
                  <a:lnTo>
                    <a:pt x="50097" y="9367"/>
                  </a:lnTo>
                  <a:lnTo>
                    <a:pt x="50894" y="10825"/>
                  </a:lnTo>
                  <a:lnTo>
                    <a:pt x="51568" y="12382"/>
                  </a:lnTo>
                  <a:lnTo>
                    <a:pt x="52120" y="14039"/>
                  </a:lnTo>
                  <a:lnTo>
                    <a:pt x="52550" y="15797"/>
                  </a:lnTo>
                  <a:lnTo>
                    <a:pt x="52856" y="17654"/>
                  </a:lnTo>
                  <a:lnTo>
                    <a:pt x="53040" y="19611"/>
                  </a:lnTo>
                  <a:lnTo>
                    <a:pt x="53101" y="21669"/>
                  </a:lnTo>
                  <a:lnTo>
                    <a:pt x="53101" y="49410"/>
                  </a:lnTo>
                  <a:lnTo>
                    <a:pt x="53114" y="50340"/>
                  </a:lnTo>
                  <a:lnTo>
                    <a:pt x="53151" y="51223"/>
                  </a:lnTo>
                  <a:lnTo>
                    <a:pt x="53214" y="52059"/>
                  </a:lnTo>
                  <a:lnTo>
                    <a:pt x="53301" y="52849"/>
                  </a:lnTo>
                  <a:lnTo>
                    <a:pt x="53414" y="53593"/>
                  </a:lnTo>
                  <a:lnTo>
                    <a:pt x="53551" y="54290"/>
                  </a:lnTo>
                  <a:lnTo>
                    <a:pt x="53714" y="54940"/>
                  </a:lnTo>
                  <a:lnTo>
                    <a:pt x="53901" y="55545"/>
                  </a:lnTo>
                  <a:lnTo>
                    <a:pt x="54114" y="56102"/>
                  </a:lnTo>
                  <a:lnTo>
                    <a:pt x="54352" y="56614"/>
                  </a:lnTo>
                  <a:lnTo>
                    <a:pt x="54624" y="57066"/>
                  </a:lnTo>
                  <a:lnTo>
                    <a:pt x="54942" y="57471"/>
                  </a:lnTo>
                  <a:lnTo>
                    <a:pt x="55305" y="57828"/>
                  </a:lnTo>
                  <a:lnTo>
                    <a:pt x="55714" y="58138"/>
                  </a:lnTo>
                  <a:lnTo>
                    <a:pt x="56167" y="58400"/>
                  </a:lnTo>
                  <a:lnTo>
                    <a:pt x="56666" y="58614"/>
                  </a:lnTo>
                  <a:lnTo>
                    <a:pt x="57210" y="58781"/>
                  </a:lnTo>
                  <a:lnTo>
                    <a:pt x="57800" y="58900"/>
                  </a:lnTo>
                  <a:lnTo>
                    <a:pt x="58434" y="58971"/>
                  </a:lnTo>
                  <a:lnTo>
                    <a:pt x="59114" y="58995"/>
                  </a:lnTo>
                  <a:lnTo>
                    <a:pt x="59293" y="58994"/>
                  </a:lnTo>
                  <a:lnTo>
                    <a:pt x="59471" y="58990"/>
                  </a:lnTo>
                  <a:lnTo>
                    <a:pt x="59650" y="58984"/>
                  </a:lnTo>
                  <a:lnTo>
                    <a:pt x="59828" y="58976"/>
                  </a:lnTo>
                  <a:lnTo>
                    <a:pt x="60007" y="58965"/>
                  </a:lnTo>
                  <a:lnTo>
                    <a:pt x="60186" y="58952"/>
                  </a:lnTo>
                  <a:lnTo>
                    <a:pt x="60364" y="58937"/>
                  </a:lnTo>
                  <a:lnTo>
                    <a:pt x="60543" y="58919"/>
                  </a:lnTo>
                  <a:lnTo>
                    <a:pt x="60721" y="58899"/>
                  </a:lnTo>
                  <a:lnTo>
                    <a:pt x="60900" y="58876"/>
                  </a:lnTo>
                  <a:lnTo>
                    <a:pt x="61078" y="58851"/>
                  </a:lnTo>
                  <a:lnTo>
                    <a:pt x="61255" y="58826"/>
                  </a:lnTo>
                  <a:lnTo>
                    <a:pt x="61430" y="58799"/>
                  </a:lnTo>
                  <a:lnTo>
                    <a:pt x="61605" y="58771"/>
                  </a:lnTo>
                  <a:lnTo>
                    <a:pt x="61778" y="58742"/>
                  </a:lnTo>
                  <a:lnTo>
                    <a:pt x="61950" y="58712"/>
                  </a:lnTo>
                  <a:lnTo>
                    <a:pt x="62121" y="58680"/>
                  </a:lnTo>
                  <a:lnTo>
                    <a:pt x="62291" y="58647"/>
                  </a:lnTo>
                  <a:lnTo>
                    <a:pt x="62459" y="58613"/>
                  </a:lnTo>
                  <a:lnTo>
                    <a:pt x="62626" y="58578"/>
                  </a:lnTo>
                  <a:lnTo>
                    <a:pt x="62626" y="65246"/>
                  </a:lnTo>
                  <a:lnTo>
                    <a:pt x="62222" y="65339"/>
                  </a:lnTo>
                  <a:lnTo>
                    <a:pt x="61817" y="65427"/>
                  </a:lnTo>
                  <a:lnTo>
                    <a:pt x="61412" y="65510"/>
                  </a:lnTo>
                  <a:lnTo>
                    <a:pt x="61007" y="65589"/>
                  </a:lnTo>
                  <a:lnTo>
                    <a:pt x="60602" y="65662"/>
                  </a:lnTo>
                  <a:lnTo>
                    <a:pt x="60198" y="65732"/>
                  </a:lnTo>
                  <a:lnTo>
                    <a:pt x="59793" y="65796"/>
                  </a:lnTo>
                  <a:lnTo>
                    <a:pt x="59388" y="65855"/>
                  </a:lnTo>
                  <a:lnTo>
                    <a:pt x="58983" y="65910"/>
                  </a:lnTo>
                  <a:lnTo>
                    <a:pt x="58578" y="65960"/>
                  </a:lnTo>
                  <a:lnTo>
                    <a:pt x="58182" y="66005"/>
                  </a:lnTo>
                  <a:lnTo>
                    <a:pt x="57781" y="66046"/>
                  </a:lnTo>
                  <a:lnTo>
                    <a:pt x="57373" y="66082"/>
                  </a:lnTo>
                  <a:lnTo>
                    <a:pt x="56959" y="66113"/>
                  </a:lnTo>
                  <a:lnTo>
                    <a:pt x="56539" y="66139"/>
                  </a:lnTo>
                  <a:lnTo>
                    <a:pt x="56114" y="66160"/>
                  </a:lnTo>
                  <a:lnTo>
                    <a:pt x="55682" y="66177"/>
                  </a:lnTo>
                  <a:lnTo>
                    <a:pt x="55245" y="66189"/>
                  </a:lnTo>
                  <a:lnTo>
                    <a:pt x="54801" y="66196"/>
                  </a:lnTo>
                  <a:lnTo>
                    <a:pt x="54352" y="66198"/>
                  </a:lnTo>
                  <a:lnTo>
                    <a:pt x="53753" y="66191"/>
                  </a:lnTo>
                  <a:lnTo>
                    <a:pt x="53170" y="66167"/>
                  </a:lnTo>
                  <a:lnTo>
                    <a:pt x="52605" y="66129"/>
                  </a:lnTo>
                  <a:lnTo>
                    <a:pt x="52056" y="66074"/>
                  </a:lnTo>
                  <a:lnTo>
                    <a:pt x="51524" y="66005"/>
                  </a:lnTo>
                  <a:lnTo>
                    <a:pt x="51008" y="65920"/>
                  </a:lnTo>
                  <a:lnTo>
                    <a:pt x="50509" y="65819"/>
                  </a:lnTo>
                  <a:lnTo>
                    <a:pt x="50027" y="65703"/>
                  </a:lnTo>
                  <a:lnTo>
                    <a:pt x="49562" y="65571"/>
                  </a:lnTo>
                  <a:lnTo>
                    <a:pt x="49113" y="65424"/>
                  </a:lnTo>
                  <a:lnTo>
                    <a:pt x="48692" y="65250"/>
                  </a:lnTo>
                  <a:lnTo>
                    <a:pt x="48286" y="65060"/>
                  </a:lnTo>
                  <a:lnTo>
                    <a:pt x="47897" y="64855"/>
                  </a:lnTo>
                  <a:lnTo>
                    <a:pt x="47522" y="64634"/>
                  </a:lnTo>
                  <a:lnTo>
                    <a:pt x="47163" y="64397"/>
                  </a:lnTo>
                  <a:lnTo>
                    <a:pt x="46820" y="64146"/>
                  </a:lnTo>
                  <a:lnTo>
                    <a:pt x="46492" y="63878"/>
                  </a:lnTo>
                  <a:lnTo>
                    <a:pt x="46179" y="63596"/>
                  </a:lnTo>
                  <a:lnTo>
                    <a:pt x="45882" y="63297"/>
                  </a:lnTo>
                  <a:lnTo>
                    <a:pt x="45600" y="62984"/>
                  </a:lnTo>
                  <a:lnTo>
                    <a:pt x="45333" y="62643"/>
                  </a:lnTo>
                  <a:lnTo>
                    <a:pt x="45079" y="62288"/>
                  </a:lnTo>
                  <a:lnTo>
                    <a:pt x="44838" y="61919"/>
                  </a:lnTo>
                  <a:lnTo>
                    <a:pt x="44610" y="61536"/>
                  </a:lnTo>
                  <a:lnTo>
                    <a:pt x="44395" y="61138"/>
                  </a:lnTo>
                  <a:lnTo>
                    <a:pt x="44193" y="60726"/>
                  </a:lnTo>
                  <a:lnTo>
                    <a:pt x="44004" y="60300"/>
                  </a:lnTo>
                  <a:lnTo>
                    <a:pt x="43829" y="59859"/>
                  </a:lnTo>
                  <a:lnTo>
                    <a:pt x="43666" y="59405"/>
                  </a:lnTo>
                  <a:lnTo>
                    <a:pt x="43517" y="58935"/>
                  </a:lnTo>
                  <a:lnTo>
                    <a:pt x="43379" y="58440"/>
                  </a:lnTo>
                  <a:lnTo>
                    <a:pt x="43253" y="57928"/>
                  </a:lnTo>
                  <a:lnTo>
                    <a:pt x="43136" y="57401"/>
                  </a:lnTo>
                  <a:lnTo>
                    <a:pt x="43031" y="56859"/>
                  </a:lnTo>
                  <a:lnTo>
                    <a:pt x="42936" y="56301"/>
                  </a:lnTo>
                  <a:lnTo>
                    <a:pt x="42852" y="55728"/>
                  </a:lnTo>
                  <a:lnTo>
                    <a:pt x="42779" y="55139"/>
                  </a:lnTo>
                  <a:lnTo>
                    <a:pt x="42717" y="54535"/>
                  </a:lnTo>
                  <a:lnTo>
                    <a:pt x="42665" y="53915"/>
                  </a:lnTo>
                  <a:lnTo>
                    <a:pt x="42624" y="53280"/>
                  </a:lnTo>
                  <a:lnTo>
                    <a:pt x="42267" y="53280"/>
                  </a:lnTo>
                  <a:lnTo>
                    <a:pt x="41918" y="53893"/>
                  </a:lnTo>
                  <a:lnTo>
                    <a:pt x="41562" y="54494"/>
                  </a:lnTo>
                  <a:lnTo>
                    <a:pt x="41199" y="55084"/>
                  </a:lnTo>
                  <a:lnTo>
                    <a:pt x="40828" y="55661"/>
                  </a:lnTo>
                  <a:lnTo>
                    <a:pt x="40451" y="56227"/>
                  </a:lnTo>
                  <a:lnTo>
                    <a:pt x="40066" y="56780"/>
                  </a:lnTo>
                  <a:lnTo>
                    <a:pt x="39675" y="57322"/>
                  </a:lnTo>
                  <a:lnTo>
                    <a:pt x="39276" y="57852"/>
                  </a:lnTo>
                  <a:lnTo>
                    <a:pt x="38870" y="58370"/>
                  </a:lnTo>
                  <a:lnTo>
                    <a:pt x="38457" y="58876"/>
                  </a:lnTo>
                  <a:lnTo>
                    <a:pt x="38045" y="59369"/>
                  </a:lnTo>
                  <a:lnTo>
                    <a:pt x="37618" y="59847"/>
                  </a:lnTo>
                  <a:lnTo>
                    <a:pt x="37178" y="60312"/>
                  </a:lnTo>
                  <a:lnTo>
                    <a:pt x="36723" y="60762"/>
                  </a:lnTo>
                  <a:lnTo>
                    <a:pt x="36254" y="61198"/>
                  </a:lnTo>
                  <a:lnTo>
                    <a:pt x="35771" y="61619"/>
                  </a:lnTo>
                  <a:lnTo>
                    <a:pt x="35273" y="62026"/>
                  </a:lnTo>
                  <a:lnTo>
                    <a:pt x="34761" y="62419"/>
                  </a:lnTo>
                  <a:lnTo>
                    <a:pt x="34235" y="62798"/>
                  </a:lnTo>
                  <a:lnTo>
                    <a:pt x="33694" y="63162"/>
                  </a:lnTo>
                  <a:lnTo>
                    <a:pt x="33139" y="63500"/>
                  </a:lnTo>
                  <a:lnTo>
                    <a:pt x="32568" y="63822"/>
                  </a:lnTo>
                  <a:lnTo>
                    <a:pt x="31981" y="64128"/>
                  </a:lnTo>
                  <a:lnTo>
                    <a:pt x="31380" y="64419"/>
                  </a:lnTo>
                  <a:lnTo>
                    <a:pt x="30762" y="64695"/>
                  </a:lnTo>
                  <a:lnTo>
                    <a:pt x="30129" y="64955"/>
                  </a:lnTo>
                  <a:lnTo>
                    <a:pt x="29481" y="65200"/>
                  </a:lnTo>
                  <a:lnTo>
                    <a:pt x="28817" y="65429"/>
                  </a:lnTo>
                  <a:lnTo>
                    <a:pt x="28138" y="65643"/>
                  </a:lnTo>
                  <a:lnTo>
                    <a:pt x="27443" y="65841"/>
                  </a:lnTo>
                  <a:lnTo>
                    <a:pt x="26742" y="66022"/>
                  </a:lnTo>
                  <a:lnTo>
                    <a:pt x="26019" y="66184"/>
                  </a:lnTo>
                  <a:lnTo>
                    <a:pt x="25275" y="66327"/>
                  </a:lnTo>
                  <a:lnTo>
                    <a:pt x="24510" y="66451"/>
                  </a:lnTo>
                  <a:lnTo>
                    <a:pt x="23723" y="66555"/>
                  </a:lnTo>
                  <a:lnTo>
                    <a:pt x="22914" y="66641"/>
                  </a:lnTo>
                  <a:lnTo>
                    <a:pt x="22084" y="66708"/>
                  </a:lnTo>
                  <a:lnTo>
                    <a:pt x="21233" y="66755"/>
                  </a:lnTo>
                  <a:lnTo>
                    <a:pt x="20360" y="66784"/>
                  </a:lnTo>
                  <a:close/>
                  <a:moveTo>
                    <a:pt x="21907" y="58757"/>
                  </a:moveTo>
                  <a:lnTo>
                    <a:pt x="22918" y="58738"/>
                  </a:lnTo>
                  <a:lnTo>
                    <a:pt x="23902" y="58683"/>
                  </a:lnTo>
                  <a:lnTo>
                    <a:pt x="24861" y="58591"/>
                  </a:lnTo>
                  <a:lnTo>
                    <a:pt x="25793" y="58462"/>
                  </a:lnTo>
                  <a:lnTo>
                    <a:pt x="26699" y="58295"/>
                  </a:lnTo>
                  <a:lnTo>
                    <a:pt x="27579" y="58092"/>
                  </a:lnTo>
                  <a:lnTo>
                    <a:pt x="28433" y="57853"/>
                  </a:lnTo>
                  <a:lnTo>
                    <a:pt x="29260" y="57576"/>
                  </a:lnTo>
                  <a:lnTo>
                    <a:pt x="30062" y="57262"/>
                  </a:lnTo>
                  <a:lnTo>
                    <a:pt x="30837" y="56911"/>
                  </a:lnTo>
                  <a:lnTo>
                    <a:pt x="31597" y="56520"/>
                  </a:lnTo>
                  <a:lnTo>
                    <a:pt x="32330" y="56109"/>
                  </a:lnTo>
                  <a:lnTo>
                    <a:pt x="33035" y="55677"/>
                  </a:lnTo>
                  <a:lnTo>
                    <a:pt x="33713" y="55225"/>
                  </a:lnTo>
                  <a:lnTo>
                    <a:pt x="34364" y="54753"/>
                  </a:lnTo>
                  <a:lnTo>
                    <a:pt x="34987" y="54261"/>
                  </a:lnTo>
                  <a:lnTo>
                    <a:pt x="35583" y="53748"/>
                  </a:lnTo>
                  <a:lnTo>
                    <a:pt x="36152" y="53216"/>
                  </a:lnTo>
                  <a:lnTo>
                    <a:pt x="36693" y="52663"/>
                  </a:lnTo>
                  <a:lnTo>
                    <a:pt x="37207" y="52089"/>
                  </a:lnTo>
                  <a:lnTo>
                    <a:pt x="37705" y="51501"/>
                  </a:lnTo>
                  <a:lnTo>
                    <a:pt x="38178" y="50901"/>
                  </a:lnTo>
                  <a:lnTo>
                    <a:pt x="38625" y="50291"/>
                  </a:lnTo>
                  <a:lnTo>
                    <a:pt x="39045" y="49670"/>
                  </a:lnTo>
                  <a:lnTo>
                    <a:pt x="39439" y="49038"/>
                  </a:lnTo>
                  <a:lnTo>
                    <a:pt x="39807" y="48396"/>
                  </a:lnTo>
                  <a:lnTo>
                    <a:pt x="40149" y="47743"/>
                  </a:lnTo>
                  <a:lnTo>
                    <a:pt x="40464" y="47079"/>
                  </a:lnTo>
                  <a:lnTo>
                    <a:pt x="40753" y="46405"/>
                  </a:lnTo>
                  <a:lnTo>
                    <a:pt x="41017" y="45719"/>
                  </a:lnTo>
                  <a:lnTo>
                    <a:pt x="41254" y="45032"/>
                  </a:lnTo>
                  <a:lnTo>
                    <a:pt x="41467" y="44350"/>
                  </a:lnTo>
                  <a:lnTo>
                    <a:pt x="41654" y="43675"/>
                  </a:lnTo>
                  <a:lnTo>
                    <a:pt x="41817" y="43005"/>
                  </a:lnTo>
                  <a:lnTo>
                    <a:pt x="41954" y="42341"/>
                  </a:lnTo>
                  <a:lnTo>
                    <a:pt x="42067" y="41683"/>
                  </a:lnTo>
                  <a:lnTo>
                    <a:pt x="42154" y="41031"/>
                  </a:lnTo>
                  <a:lnTo>
                    <a:pt x="42217" y="40386"/>
                  </a:lnTo>
                  <a:lnTo>
                    <a:pt x="42254" y="39746"/>
                  </a:lnTo>
                  <a:lnTo>
                    <a:pt x="42267" y="39112"/>
                  </a:lnTo>
                  <a:lnTo>
                    <a:pt x="42267" y="33813"/>
                  </a:lnTo>
                  <a:lnTo>
                    <a:pt x="30539" y="34051"/>
                  </a:lnTo>
                  <a:lnTo>
                    <a:pt x="29757" y="34068"/>
                  </a:lnTo>
                  <a:lnTo>
                    <a:pt x="28982" y="34094"/>
                  </a:lnTo>
                  <a:lnTo>
                    <a:pt x="28214" y="34130"/>
                  </a:lnTo>
                  <a:lnTo>
                    <a:pt x="27453" y="34175"/>
                  </a:lnTo>
                  <a:lnTo>
                    <a:pt x="26699" y="34230"/>
                  </a:lnTo>
                  <a:lnTo>
                    <a:pt x="25953" y="34294"/>
                  </a:lnTo>
                  <a:lnTo>
                    <a:pt x="25213" y="34368"/>
                  </a:lnTo>
                  <a:lnTo>
                    <a:pt x="24481" y="34451"/>
                  </a:lnTo>
                  <a:lnTo>
                    <a:pt x="23756" y="34544"/>
                  </a:lnTo>
                  <a:lnTo>
                    <a:pt x="23038" y="34647"/>
                  </a:lnTo>
                  <a:lnTo>
                    <a:pt x="22344" y="34752"/>
                  </a:lnTo>
                  <a:lnTo>
                    <a:pt x="21666" y="34878"/>
                  </a:lnTo>
                  <a:lnTo>
                    <a:pt x="21006" y="35024"/>
                  </a:lnTo>
                  <a:lnTo>
                    <a:pt x="20362" y="35190"/>
                  </a:lnTo>
                  <a:lnTo>
                    <a:pt x="19734" y="35376"/>
                  </a:lnTo>
                  <a:lnTo>
                    <a:pt x="19123" y="35583"/>
                  </a:lnTo>
                  <a:lnTo>
                    <a:pt x="18529" y="35809"/>
                  </a:lnTo>
                  <a:lnTo>
                    <a:pt x="17952" y="36056"/>
                  </a:lnTo>
                  <a:lnTo>
                    <a:pt x="17391" y="36324"/>
                  </a:lnTo>
                  <a:lnTo>
                    <a:pt x="16847" y="36611"/>
                  </a:lnTo>
                  <a:lnTo>
                    <a:pt x="16322" y="36921"/>
                  </a:lnTo>
                  <a:lnTo>
                    <a:pt x="15818" y="37254"/>
                  </a:lnTo>
                  <a:lnTo>
                    <a:pt x="15336" y="37611"/>
                  </a:lnTo>
                  <a:lnTo>
                    <a:pt x="14875" y="37992"/>
                  </a:lnTo>
                  <a:lnTo>
                    <a:pt x="14436" y="38397"/>
                  </a:lnTo>
                  <a:lnTo>
                    <a:pt x="14018" y="38826"/>
                  </a:lnTo>
                  <a:lnTo>
                    <a:pt x="13621" y="39278"/>
                  </a:lnTo>
                  <a:lnTo>
                    <a:pt x="13246" y="39754"/>
                  </a:lnTo>
                  <a:lnTo>
                    <a:pt x="12893" y="40255"/>
                  </a:lnTo>
                  <a:lnTo>
                    <a:pt x="12561" y="40778"/>
                  </a:lnTo>
                  <a:lnTo>
                    <a:pt x="12267" y="41331"/>
                  </a:lnTo>
                  <a:lnTo>
                    <a:pt x="12003" y="41917"/>
                  </a:lnTo>
                  <a:lnTo>
                    <a:pt x="11771" y="42536"/>
                  </a:lnTo>
                  <a:lnTo>
                    <a:pt x="11570" y="43188"/>
                  </a:lnTo>
                  <a:lnTo>
                    <a:pt x="11400" y="43874"/>
                  </a:lnTo>
                  <a:lnTo>
                    <a:pt x="11260" y="44593"/>
                  </a:lnTo>
                  <a:lnTo>
                    <a:pt x="11152" y="45346"/>
                  </a:lnTo>
                  <a:lnTo>
                    <a:pt x="11075" y="46131"/>
                  </a:lnTo>
                  <a:lnTo>
                    <a:pt x="11028" y="46951"/>
                  </a:lnTo>
                  <a:lnTo>
                    <a:pt x="11013" y="47803"/>
                  </a:lnTo>
                  <a:lnTo>
                    <a:pt x="11041" y="48827"/>
                  </a:lnTo>
                  <a:lnTo>
                    <a:pt x="11125" y="49803"/>
                  </a:lnTo>
                  <a:lnTo>
                    <a:pt x="11265" y="50732"/>
                  </a:lnTo>
                  <a:lnTo>
                    <a:pt x="11460" y="51613"/>
                  </a:lnTo>
                  <a:lnTo>
                    <a:pt x="11712" y="52447"/>
                  </a:lnTo>
                  <a:lnTo>
                    <a:pt x="12020" y="53232"/>
                  </a:lnTo>
                  <a:lnTo>
                    <a:pt x="12384" y="53971"/>
                  </a:lnTo>
                  <a:lnTo>
                    <a:pt x="12803" y="54661"/>
                  </a:lnTo>
                  <a:lnTo>
                    <a:pt x="13279" y="55304"/>
                  </a:lnTo>
                  <a:lnTo>
                    <a:pt x="13811" y="55899"/>
                  </a:lnTo>
                  <a:lnTo>
                    <a:pt x="14406" y="56442"/>
                  </a:lnTo>
                  <a:lnTo>
                    <a:pt x="15049" y="56928"/>
                  </a:lnTo>
                  <a:lnTo>
                    <a:pt x="15740" y="57357"/>
                  </a:lnTo>
                  <a:lnTo>
                    <a:pt x="16478" y="57728"/>
                  </a:lnTo>
                  <a:lnTo>
                    <a:pt x="17264" y="58042"/>
                  </a:lnTo>
                  <a:lnTo>
                    <a:pt x="18097" y="58300"/>
                  </a:lnTo>
                  <a:lnTo>
                    <a:pt x="18978" y="58500"/>
                  </a:lnTo>
                  <a:lnTo>
                    <a:pt x="19907" y="58643"/>
                  </a:lnTo>
                  <a:lnTo>
                    <a:pt x="20883" y="587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h151"/>
            <p:cNvSpPr/>
            <p:nvPr/>
          </p:nvSpPr>
          <p:spPr>
            <a:xfrm>
              <a:off x="8798193" y="2568704"/>
              <a:ext cx="10715" cy="88344"/>
            </a:xfrm>
            <a:custGeom>
              <a:avLst/>
              <a:pathLst>
                <a:path w="10715" h="88344">
                  <a:moveTo>
                    <a:pt x="0" y="88344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h152"/>
            <p:cNvSpPr/>
            <p:nvPr/>
          </p:nvSpPr>
          <p:spPr>
            <a:xfrm>
              <a:off x="8230741" y="2792625"/>
              <a:ext cx="72389" cy="83879"/>
            </a:xfrm>
            <a:custGeom>
              <a:avLst/>
              <a:pathLst>
                <a:path w="72389" h="83879">
                  <a:moveTo>
                    <a:pt x="59293" y="83879"/>
                  </a:moveTo>
                  <a:lnTo>
                    <a:pt x="37504" y="49053"/>
                  </a:lnTo>
                  <a:lnTo>
                    <a:pt x="11370" y="49053"/>
                  </a:lnTo>
                  <a:lnTo>
                    <a:pt x="11370" y="83879"/>
                  </a:lnTo>
                  <a:lnTo>
                    <a:pt x="0" y="83879"/>
                  </a:lnTo>
                  <a:lnTo>
                    <a:pt x="0" y="0"/>
                  </a:lnTo>
                  <a:lnTo>
                    <a:pt x="39469" y="0"/>
                  </a:lnTo>
                  <a:lnTo>
                    <a:pt x="40881" y="16"/>
                  </a:lnTo>
                  <a:lnTo>
                    <a:pt x="42260" y="66"/>
                  </a:lnTo>
                  <a:lnTo>
                    <a:pt x="43605" y="150"/>
                  </a:lnTo>
                  <a:lnTo>
                    <a:pt x="44917" y="266"/>
                  </a:lnTo>
                  <a:lnTo>
                    <a:pt x="46196" y="416"/>
                  </a:lnTo>
                  <a:lnTo>
                    <a:pt x="47441" y="600"/>
                  </a:lnTo>
                  <a:lnTo>
                    <a:pt x="48653" y="816"/>
                  </a:lnTo>
                  <a:lnTo>
                    <a:pt x="49832" y="1066"/>
                  </a:lnTo>
                  <a:lnTo>
                    <a:pt x="50977" y="1350"/>
                  </a:lnTo>
                  <a:lnTo>
                    <a:pt x="52089" y="1666"/>
                  </a:lnTo>
                  <a:lnTo>
                    <a:pt x="53179" y="2003"/>
                  </a:lnTo>
                  <a:lnTo>
                    <a:pt x="54232" y="2369"/>
                  </a:lnTo>
                  <a:lnTo>
                    <a:pt x="55250" y="2765"/>
                  </a:lnTo>
                  <a:lnTo>
                    <a:pt x="56233" y="3190"/>
                  </a:lnTo>
                  <a:lnTo>
                    <a:pt x="57179" y="3646"/>
                  </a:lnTo>
                  <a:lnTo>
                    <a:pt x="58090" y="4131"/>
                  </a:lnTo>
                  <a:lnTo>
                    <a:pt x="58965" y="4646"/>
                  </a:lnTo>
                  <a:lnTo>
                    <a:pt x="59805" y="5191"/>
                  </a:lnTo>
                  <a:lnTo>
                    <a:pt x="60608" y="5765"/>
                  </a:lnTo>
                  <a:lnTo>
                    <a:pt x="61376" y="6369"/>
                  </a:lnTo>
                  <a:lnTo>
                    <a:pt x="62108" y="7002"/>
                  </a:lnTo>
                  <a:lnTo>
                    <a:pt x="62805" y="7662"/>
                  </a:lnTo>
                  <a:lnTo>
                    <a:pt x="63466" y="8350"/>
                  </a:lnTo>
                  <a:lnTo>
                    <a:pt x="64091" y="9065"/>
                  </a:lnTo>
                  <a:lnTo>
                    <a:pt x="64680" y="9807"/>
                  </a:lnTo>
                  <a:lnTo>
                    <a:pt x="65234" y="10577"/>
                  </a:lnTo>
                  <a:lnTo>
                    <a:pt x="65752" y="11374"/>
                  </a:lnTo>
                  <a:lnTo>
                    <a:pt x="66234" y="12199"/>
                  </a:lnTo>
                  <a:lnTo>
                    <a:pt x="66680" y="13051"/>
                  </a:lnTo>
                  <a:lnTo>
                    <a:pt x="67091" y="13930"/>
                  </a:lnTo>
                  <a:lnTo>
                    <a:pt x="67464" y="14834"/>
                  </a:lnTo>
                  <a:lnTo>
                    <a:pt x="67798" y="15761"/>
                  </a:lnTo>
                  <a:lnTo>
                    <a:pt x="68093" y="16711"/>
                  </a:lnTo>
                  <a:lnTo>
                    <a:pt x="68349" y="17683"/>
                  </a:lnTo>
                  <a:lnTo>
                    <a:pt x="68565" y="18677"/>
                  </a:lnTo>
                  <a:lnTo>
                    <a:pt x="68741" y="19695"/>
                  </a:lnTo>
                  <a:lnTo>
                    <a:pt x="68879" y="20735"/>
                  </a:lnTo>
                  <a:lnTo>
                    <a:pt x="68977" y="21797"/>
                  </a:lnTo>
                  <a:lnTo>
                    <a:pt x="69036" y="22883"/>
                  </a:lnTo>
                  <a:lnTo>
                    <a:pt x="69056" y="23991"/>
                  </a:lnTo>
                  <a:lnTo>
                    <a:pt x="69044" y="24787"/>
                  </a:lnTo>
                  <a:lnTo>
                    <a:pt x="69008" y="25581"/>
                  </a:lnTo>
                  <a:lnTo>
                    <a:pt x="68949" y="26373"/>
                  </a:lnTo>
                  <a:lnTo>
                    <a:pt x="68865" y="27162"/>
                  </a:lnTo>
                  <a:lnTo>
                    <a:pt x="68758" y="27949"/>
                  </a:lnTo>
                  <a:lnTo>
                    <a:pt x="68627" y="28734"/>
                  </a:lnTo>
                  <a:lnTo>
                    <a:pt x="68472" y="29516"/>
                  </a:lnTo>
                  <a:lnTo>
                    <a:pt x="68294" y="30296"/>
                  </a:lnTo>
                  <a:lnTo>
                    <a:pt x="68091" y="31074"/>
                  </a:lnTo>
                  <a:lnTo>
                    <a:pt x="67865" y="31849"/>
                  </a:lnTo>
                  <a:lnTo>
                    <a:pt x="67625" y="32616"/>
                  </a:lnTo>
                  <a:lnTo>
                    <a:pt x="67358" y="33370"/>
                  </a:lnTo>
                  <a:lnTo>
                    <a:pt x="67063" y="34112"/>
                  </a:lnTo>
                  <a:lnTo>
                    <a:pt x="66741" y="34840"/>
                  </a:lnTo>
                  <a:lnTo>
                    <a:pt x="66392" y="35555"/>
                  </a:lnTo>
                  <a:lnTo>
                    <a:pt x="66015" y="36256"/>
                  </a:lnTo>
                  <a:lnTo>
                    <a:pt x="65611" y="36945"/>
                  </a:lnTo>
                  <a:lnTo>
                    <a:pt x="65179" y="37621"/>
                  </a:lnTo>
                  <a:lnTo>
                    <a:pt x="64720" y="38283"/>
                  </a:lnTo>
                  <a:lnTo>
                    <a:pt x="64234" y="38933"/>
                  </a:lnTo>
                  <a:lnTo>
                    <a:pt x="63720" y="39567"/>
                  </a:lnTo>
                  <a:lnTo>
                    <a:pt x="63179" y="40183"/>
                  </a:lnTo>
                  <a:lnTo>
                    <a:pt x="62610" y="40781"/>
                  </a:lnTo>
                  <a:lnTo>
                    <a:pt x="62014" y="41362"/>
                  </a:lnTo>
                  <a:lnTo>
                    <a:pt x="61391" y="41924"/>
                  </a:lnTo>
                  <a:lnTo>
                    <a:pt x="60740" y="42469"/>
                  </a:lnTo>
                  <a:lnTo>
                    <a:pt x="60062" y="42996"/>
                  </a:lnTo>
                  <a:lnTo>
                    <a:pt x="59357" y="43505"/>
                  </a:lnTo>
                  <a:lnTo>
                    <a:pt x="58624" y="43996"/>
                  </a:lnTo>
                  <a:lnTo>
                    <a:pt x="57864" y="44469"/>
                  </a:lnTo>
                  <a:lnTo>
                    <a:pt x="57074" y="44920"/>
                  </a:lnTo>
                  <a:lnTo>
                    <a:pt x="56254" y="45343"/>
                  </a:lnTo>
                  <a:lnTo>
                    <a:pt x="55403" y="45739"/>
                  </a:lnTo>
                  <a:lnTo>
                    <a:pt x="54521" y="46108"/>
                  </a:lnTo>
                  <a:lnTo>
                    <a:pt x="53607" y="46449"/>
                  </a:lnTo>
                  <a:lnTo>
                    <a:pt x="52663" y="46762"/>
                  </a:lnTo>
                  <a:lnTo>
                    <a:pt x="51688" y="47049"/>
                  </a:lnTo>
                  <a:lnTo>
                    <a:pt x="50682" y="47308"/>
                  </a:lnTo>
                  <a:lnTo>
                    <a:pt x="49645" y="47539"/>
                  </a:lnTo>
                  <a:lnTo>
                    <a:pt x="48577" y="47744"/>
                  </a:lnTo>
                  <a:lnTo>
                    <a:pt x="72389" y="83879"/>
                  </a:lnTo>
                  <a:close/>
                  <a:moveTo>
                    <a:pt x="57626" y="24110"/>
                  </a:moveTo>
                  <a:lnTo>
                    <a:pt x="57613" y="23358"/>
                  </a:lnTo>
                  <a:lnTo>
                    <a:pt x="57573" y="22626"/>
                  </a:lnTo>
                  <a:lnTo>
                    <a:pt x="57508" y="21915"/>
                  </a:lnTo>
                  <a:lnTo>
                    <a:pt x="57416" y="21224"/>
                  </a:lnTo>
                  <a:lnTo>
                    <a:pt x="57298" y="20553"/>
                  </a:lnTo>
                  <a:lnTo>
                    <a:pt x="57154" y="19902"/>
                  </a:lnTo>
                  <a:lnTo>
                    <a:pt x="56984" y="19272"/>
                  </a:lnTo>
                  <a:lnTo>
                    <a:pt x="56788" y="18661"/>
                  </a:lnTo>
                  <a:lnTo>
                    <a:pt x="56565" y="18071"/>
                  </a:lnTo>
                  <a:lnTo>
                    <a:pt x="56316" y="17502"/>
                  </a:lnTo>
                  <a:lnTo>
                    <a:pt x="56042" y="16952"/>
                  </a:lnTo>
                  <a:lnTo>
                    <a:pt x="55745" y="16421"/>
                  </a:lnTo>
                  <a:lnTo>
                    <a:pt x="55423" y="15909"/>
                  </a:lnTo>
                  <a:lnTo>
                    <a:pt x="55078" y="15416"/>
                  </a:lnTo>
                  <a:lnTo>
                    <a:pt x="54709" y="14942"/>
                  </a:lnTo>
                  <a:lnTo>
                    <a:pt x="54316" y="14487"/>
                  </a:lnTo>
                  <a:lnTo>
                    <a:pt x="53899" y="14051"/>
                  </a:lnTo>
                  <a:lnTo>
                    <a:pt x="53459" y="13635"/>
                  </a:lnTo>
                  <a:lnTo>
                    <a:pt x="52994" y="13237"/>
                  </a:lnTo>
                  <a:lnTo>
                    <a:pt x="52506" y="12858"/>
                  </a:lnTo>
                  <a:lnTo>
                    <a:pt x="51995" y="12487"/>
                  </a:lnTo>
                  <a:lnTo>
                    <a:pt x="51463" y="12137"/>
                  </a:lnTo>
                  <a:lnTo>
                    <a:pt x="50909" y="11806"/>
                  </a:lnTo>
                  <a:lnTo>
                    <a:pt x="50334" y="11496"/>
                  </a:lnTo>
                  <a:lnTo>
                    <a:pt x="49738" y="11206"/>
                  </a:lnTo>
                  <a:lnTo>
                    <a:pt x="49120" y="10937"/>
                  </a:lnTo>
                  <a:lnTo>
                    <a:pt x="48481" y="10687"/>
                  </a:lnTo>
                  <a:lnTo>
                    <a:pt x="47820" y="10458"/>
                  </a:lnTo>
                  <a:lnTo>
                    <a:pt x="47138" y="10249"/>
                  </a:lnTo>
                  <a:lnTo>
                    <a:pt x="46434" y="10060"/>
                  </a:lnTo>
                  <a:lnTo>
                    <a:pt x="45710" y="9879"/>
                  </a:lnTo>
                  <a:lnTo>
                    <a:pt x="44967" y="9717"/>
                  </a:lnTo>
                  <a:lnTo>
                    <a:pt x="44205" y="9575"/>
                  </a:lnTo>
                  <a:lnTo>
                    <a:pt x="43424" y="9451"/>
                  </a:lnTo>
                  <a:lnTo>
                    <a:pt x="42624" y="9346"/>
                  </a:lnTo>
                  <a:lnTo>
                    <a:pt x="41805" y="9260"/>
                  </a:lnTo>
                  <a:lnTo>
                    <a:pt x="40967" y="9194"/>
                  </a:lnTo>
                  <a:lnTo>
                    <a:pt x="40109" y="9146"/>
                  </a:lnTo>
                  <a:lnTo>
                    <a:pt x="39233" y="9117"/>
                  </a:lnTo>
                  <a:lnTo>
                    <a:pt x="38338" y="9108"/>
                  </a:lnTo>
                  <a:lnTo>
                    <a:pt x="11370" y="9108"/>
                  </a:lnTo>
                  <a:lnTo>
                    <a:pt x="11370" y="40064"/>
                  </a:lnTo>
                  <a:lnTo>
                    <a:pt x="38814" y="40064"/>
                  </a:lnTo>
                  <a:lnTo>
                    <a:pt x="39777" y="40052"/>
                  </a:lnTo>
                  <a:lnTo>
                    <a:pt x="40714" y="40016"/>
                  </a:lnTo>
                  <a:lnTo>
                    <a:pt x="41625" y="39957"/>
                  </a:lnTo>
                  <a:lnTo>
                    <a:pt x="42510" y="39874"/>
                  </a:lnTo>
                  <a:lnTo>
                    <a:pt x="43368" y="39766"/>
                  </a:lnTo>
                  <a:lnTo>
                    <a:pt x="44200" y="39635"/>
                  </a:lnTo>
                  <a:lnTo>
                    <a:pt x="45006" y="39481"/>
                  </a:lnTo>
                  <a:lnTo>
                    <a:pt x="45786" y="39302"/>
                  </a:lnTo>
                  <a:lnTo>
                    <a:pt x="46540" y="39100"/>
                  </a:lnTo>
                  <a:lnTo>
                    <a:pt x="47267" y="38873"/>
                  </a:lnTo>
                  <a:lnTo>
                    <a:pt x="47969" y="38614"/>
                  </a:lnTo>
                  <a:lnTo>
                    <a:pt x="48644" y="38338"/>
                  </a:lnTo>
                  <a:lnTo>
                    <a:pt x="49293" y="38043"/>
                  </a:lnTo>
                  <a:lnTo>
                    <a:pt x="49915" y="37730"/>
                  </a:lnTo>
                  <a:lnTo>
                    <a:pt x="50512" y="37400"/>
                  </a:lnTo>
                  <a:lnTo>
                    <a:pt x="51082" y="37052"/>
                  </a:lnTo>
                  <a:lnTo>
                    <a:pt x="51626" y="36686"/>
                  </a:lnTo>
                  <a:lnTo>
                    <a:pt x="52144" y="36302"/>
                  </a:lnTo>
                  <a:lnTo>
                    <a:pt x="52636" y="35900"/>
                  </a:lnTo>
                  <a:lnTo>
                    <a:pt x="53101" y="35480"/>
                  </a:lnTo>
                  <a:lnTo>
                    <a:pt x="53553" y="35044"/>
                  </a:lnTo>
                  <a:lnTo>
                    <a:pt x="53980" y="34592"/>
                  </a:lnTo>
                  <a:lnTo>
                    <a:pt x="54382" y="34125"/>
                  </a:lnTo>
                  <a:lnTo>
                    <a:pt x="54759" y="33642"/>
                  </a:lnTo>
                  <a:lnTo>
                    <a:pt x="55111" y="33144"/>
                  </a:lnTo>
                  <a:lnTo>
                    <a:pt x="55437" y="32630"/>
                  </a:lnTo>
                  <a:lnTo>
                    <a:pt x="55739" y="32101"/>
                  </a:lnTo>
                  <a:lnTo>
                    <a:pt x="56016" y="31556"/>
                  </a:lnTo>
                  <a:lnTo>
                    <a:pt x="56268" y="30996"/>
                  </a:lnTo>
                  <a:lnTo>
                    <a:pt x="56495" y="30420"/>
                  </a:lnTo>
                  <a:lnTo>
                    <a:pt x="56710" y="29832"/>
                  </a:lnTo>
                  <a:lnTo>
                    <a:pt x="56902" y="29234"/>
                  </a:lnTo>
                  <a:lnTo>
                    <a:pt x="57072" y="28627"/>
                  </a:lnTo>
                  <a:lnTo>
                    <a:pt x="57219" y="28010"/>
                  </a:lnTo>
                  <a:lnTo>
                    <a:pt x="57343" y="27384"/>
                  </a:lnTo>
                  <a:lnTo>
                    <a:pt x="57445" y="26748"/>
                  </a:lnTo>
                  <a:lnTo>
                    <a:pt x="57524" y="26103"/>
                  </a:lnTo>
                  <a:lnTo>
                    <a:pt x="57581" y="25448"/>
                  </a:lnTo>
                  <a:lnTo>
                    <a:pt x="57614" y="247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h153"/>
            <p:cNvSpPr/>
            <p:nvPr/>
          </p:nvSpPr>
          <p:spPr>
            <a:xfrm>
              <a:off x="8316943" y="2788160"/>
              <a:ext cx="10715" cy="88344"/>
            </a:xfrm>
            <a:custGeom>
              <a:avLst/>
              <a:pathLst>
                <a:path w="10715" h="88344">
                  <a:moveTo>
                    <a:pt x="0" y="10239"/>
                  </a:moveTo>
                  <a:lnTo>
                    <a:pt x="0" y="0"/>
                  </a:lnTo>
                  <a:lnTo>
                    <a:pt x="10715" y="0"/>
                  </a:lnTo>
                  <a:lnTo>
                    <a:pt x="10715" y="10239"/>
                  </a:lnTo>
                  <a:close/>
                  <a:moveTo>
                    <a:pt x="0" y="88344"/>
                  </a:moveTo>
                  <a:lnTo>
                    <a:pt x="0" y="23931"/>
                  </a:lnTo>
                  <a:lnTo>
                    <a:pt x="10715" y="23931"/>
                  </a:lnTo>
                  <a:lnTo>
                    <a:pt x="10715" y="883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h154"/>
            <p:cNvSpPr/>
            <p:nvPr/>
          </p:nvSpPr>
          <p:spPr>
            <a:xfrm>
              <a:off x="8340993" y="2788160"/>
              <a:ext cx="54828" cy="89535"/>
            </a:xfrm>
            <a:custGeom>
              <a:avLst/>
              <a:pathLst>
                <a:path w="54828" h="89535">
                  <a:moveTo>
                    <a:pt x="43755" y="77985"/>
                  </a:moveTo>
                  <a:lnTo>
                    <a:pt x="43140" y="79189"/>
                  </a:lnTo>
                  <a:lnTo>
                    <a:pt x="42486" y="80321"/>
                  </a:lnTo>
                  <a:lnTo>
                    <a:pt x="41792" y="81384"/>
                  </a:lnTo>
                  <a:lnTo>
                    <a:pt x="41059" y="82376"/>
                  </a:lnTo>
                  <a:lnTo>
                    <a:pt x="40287" y="83299"/>
                  </a:lnTo>
                  <a:lnTo>
                    <a:pt x="39476" y="84150"/>
                  </a:lnTo>
                  <a:lnTo>
                    <a:pt x="38625" y="84932"/>
                  </a:lnTo>
                  <a:lnTo>
                    <a:pt x="37735" y="85644"/>
                  </a:lnTo>
                  <a:lnTo>
                    <a:pt x="36806" y="86285"/>
                  </a:lnTo>
                  <a:lnTo>
                    <a:pt x="35837" y="86856"/>
                  </a:lnTo>
                  <a:lnTo>
                    <a:pt x="34837" y="87365"/>
                  </a:lnTo>
                  <a:lnTo>
                    <a:pt x="33789" y="87820"/>
                  </a:lnTo>
                  <a:lnTo>
                    <a:pt x="32694" y="88222"/>
                  </a:lnTo>
                  <a:lnTo>
                    <a:pt x="31551" y="88570"/>
                  </a:lnTo>
                  <a:lnTo>
                    <a:pt x="30360" y="88865"/>
                  </a:lnTo>
                  <a:lnTo>
                    <a:pt x="29122" y="89106"/>
                  </a:lnTo>
                  <a:lnTo>
                    <a:pt x="27836" y="89293"/>
                  </a:lnTo>
                  <a:lnTo>
                    <a:pt x="26503" y="89427"/>
                  </a:lnTo>
                  <a:lnTo>
                    <a:pt x="25122" y="89508"/>
                  </a:lnTo>
                  <a:lnTo>
                    <a:pt x="23693" y="89535"/>
                  </a:lnTo>
                  <a:lnTo>
                    <a:pt x="21316" y="89452"/>
                  </a:lnTo>
                  <a:lnTo>
                    <a:pt x="19069" y="89206"/>
                  </a:lnTo>
                  <a:lnTo>
                    <a:pt x="16949" y="88795"/>
                  </a:lnTo>
                  <a:lnTo>
                    <a:pt x="14959" y="88220"/>
                  </a:lnTo>
                  <a:lnTo>
                    <a:pt x="13096" y="87481"/>
                  </a:lnTo>
                  <a:lnTo>
                    <a:pt x="11363" y="86577"/>
                  </a:lnTo>
                  <a:lnTo>
                    <a:pt x="9758" y="85509"/>
                  </a:lnTo>
                  <a:lnTo>
                    <a:pt x="8281" y="84277"/>
                  </a:lnTo>
                  <a:lnTo>
                    <a:pt x="6934" y="82880"/>
                  </a:lnTo>
                  <a:lnTo>
                    <a:pt x="5715" y="81319"/>
                  </a:lnTo>
                  <a:lnTo>
                    <a:pt x="4629" y="79592"/>
                  </a:lnTo>
                  <a:lnTo>
                    <a:pt x="3657" y="77695"/>
                  </a:lnTo>
                  <a:lnTo>
                    <a:pt x="2800" y="75629"/>
                  </a:lnTo>
                  <a:lnTo>
                    <a:pt x="2057" y="73394"/>
                  </a:lnTo>
                  <a:lnTo>
                    <a:pt x="1428" y="70991"/>
                  </a:lnTo>
                  <a:lnTo>
                    <a:pt x="914" y="68418"/>
                  </a:lnTo>
                  <a:lnTo>
                    <a:pt x="514" y="65676"/>
                  </a:lnTo>
                  <a:lnTo>
                    <a:pt x="228" y="62764"/>
                  </a:lnTo>
                  <a:lnTo>
                    <a:pt x="57" y="59684"/>
                  </a:lnTo>
                  <a:lnTo>
                    <a:pt x="0" y="56435"/>
                  </a:lnTo>
                  <a:lnTo>
                    <a:pt x="236" y="50033"/>
                  </a:lnTo>
                  <a:lnTo>
                    <a:pt x="947" y="44305"/>
                  </a:lnTo>
                  <a:lnTo>
                    <a:pt x="2132" y="39251"/>
                  </a:lnTo>
                  <a:lnTo>
                    <a:pt x="3790" y="34871"/>
                  </a:lnTo>
                  <a:lnTo>
                    <a:pt x="5923" y="31164"/>
                  </a:lnTo>
                  <a:lnTo>
                    <a:pt x="8529" y="28132"/>
                  </a:lnTo>
                  <a:lnTo>
                    <a:pt x="11609" y="25773"/>
                  </a:lnTo>
                  <a:lnTo>
                    <a:pt x="15163" y="24088"/>
                  </a:lnTo>
                  <a:lnTo>
                    <a:pt x="19191" y="23077"/>
                  </a:lnTo>
                  <a:lnTo>
                    <a:pt x="23693" y="22740"/>
                  </a:lnTo>
                  <a:lnTo>
                    <a:pt x="25133" y="22767"/>
                  </a:lnTo>
                  <a:lnTo>
                    <a:pt x="26524" y="22848"/>
                  </a:lnTo>
                  <a:lnTo>
                    <a:pt x="27867" y="22982"/>
                  </a:lnTo>
                  <a:lnTo>
                    <a:pt x="29160" y="23169"/>
                  </a:lnTo>
                  <a:lnTo>
                    <a:pt x="30405" y="23410"/>
                  </a:lnTo>
                  <a:lnTo>
                    <a:pt x="31601" y="23705"/>
                  </a:lnTo>
                  <a:lnTo>
                    <a:pt x="32748" y="24053"/>
                  </a:lnTo>
                  <a:lnTo>
                    <a:pt x="33847" y="24455"/>
                  </a:lnTo>
                  <a:lnTo>
                    <a:pt x="34896" y="24910"/>
                  </a:lnTo>
                  <a:lnTo>
                    <a:pt x="35897" y="25419"/>
                  </a:lnTo>
                  <a:lnTo>
                    <a:pt x="36854" y="25987"/>
                  </a:lnTo>
                  <a:lnTo>
                    <a:pt x="37773" y="26617"/>
                  </a:lnTo>
                  <a:lnTo>
                    <a:pt x="38654" y="27311"/>
                  </a:lnTo>
                  <a:lnTo>
                    <a:pt x="39497" y="28067"/>
                  </a:lnTo>
                  <a:lnTo>
                    <a:pt x="40302" y="28887"/>
                  </a:lnTo>
                  <a:lnTo>
                    <a:pt x="41069" y="29770"/>
                  </a:lnTo>
                  <a:lnTo>
                    <a:pt x="41798" y="30716"/>
                  </a:lnTo>
                  <a:lnTo>
                    <a:pt x="42488" y="31725"/>
                  </a:lnTo>
                  <a:lnTo>
                    <a:pt x="43141" y="32797"/>
                  </a:lnTo>
                  <a:lnTo>
                    <a:pt x="43873" y="33807"/>
                  </a:lnTo>
                  <a:lnTo>
                    <a:pt x="43872" y="33668"/>
                  </a:lnTo>
                  <a:lnTo>
                    <a:pt x="43869" y="33516"/>
                  </a:lnTo>
                  <a:lnTo>
                    <a:pt x="43865" y="33351"/>
                  </a:lnTo>
                  <a:lnTo>
                    <a:pt x="43859" y="33173"/>
                  </a:lnTo>
                  <a:lnTo>
                    <a:pt x="43853" y="32982"/>
                  </a:lnTo>
                  <a:lnTo>
                    <a:pt x="43845" y="32778"/>
                  </a:lnTo>
                  <a:lnTo>
                    <a:pt x="43836" y="32561"/>
                  </a:lnTo>
                  <a:lnTo>
                    <a:pt x="43826" y="32330"/>
                  </a:lnTo>
                  <a:lnTo>
                    <a:pt x="43815" y="32087"/>
                  </a:lnTo>
                  <a:lnTo>
                    <a:pt x="43814" y="31824"/>
                  </a:lnTo>
                  <a:lnTo>
                    <a:pt x="43812" y="31561"/>
                  </a:lnTo>
                  <a:lnTo>
                    <a:pt x="43809" y="31296"/>
                  </a:lnTo>
                  <a:lnTo>
                    <a:pt x="43805" y="31030"/>
                  </a:lnTo>
                  <a:lnTo>
                    <a:pt x="43800" y="30762"/>
                  </a:lnTo>
                  <a:lnTo>
                    <a:pt x="43793" y="30494"/>
                  </a:lnTo>
                  <a:lnTo>
                    <a:pt x="43785" y="30224"/>
                  </a:lnTo>
                  <a:lnTo>
                    <a:pt x="43776" y="29953"/>
                  </a:lnTo>
                  <a:lnTo>
                    <a:pt x="43766" y="29681"/>
                  </a:lnTo>
                  <a:lnTo>
                    <a:pt x="43755" y="29408"/>
                  </a:lnTo>
                  <a:lnTo>
                    <a:pt x="43755" y="29124"/>
                  </a:lnTo>
                  <a:lnTo>
                    <a:pt x="43755" y="28844"/>
                  </a:lnTo>
                  <a:lnTo>
                    <a:pt x="43755" y="28567"/>
                  </a:lnTo>
                  <a:lnTo>
                    <a:pt x="43755" y="28294"/>
                  </a:lnTo>
                  <a:lnTo>
                    <a:pt x="43755" y="28024"/>
                  </a:lnTo>
                  <a:lnTo>
                    <a:pt x="43755" y="27758"/>
                  </a:lnTo>
                  <a:lnTo>
                    <a:pt x="43755" y="27495"/>
                  </a:lnTo>
                  <a:lnTo>
                    <a:pt x="43755" y="27236"/>
                  </a:lnTo>
                  <a:lnTo>
                    <a:pt x="43755" y="26981"/>
                  </a:lnTo>
                  <a:lnTo>
                    <a:pt x="43755" y="26729"/>
                  </a:lnTo>
                  <a:lnTo>
                    <a:pt x="43755" y="26486"/>
                  </a:lnTo>
                  <a:lnTo>
                    <a:pt x="43755" y="26258"/>
                  </a:lnTo>
                  <a:lnTo>
                    <a:pt x="43755" y="26043"/>
                  </a:lnTo>
                  <a:lnTo>
                    <a:pt x="43755" y="25843"/>
                  </a:lnTo>
                  <a:lnTo>
                    <a:pt x="43755" y="25657"/>
                  </a:lnTo>
                  <a:lnTo>
                    <a:pt x="43755" y="25486"/>
                  </a:lnTo>
                  <a:lnTo>
                    <a:pt x="43755" y="25329"/>
                  </a:lnTo>
                  <a:lnTo>
                    <a:pt x="43755" y="25186"/>
                  </a:lnTo>
                  <a:lnTo>
                    <a:pt x="43755" y="24943"/>
                  </a:lnTo>
                  <a:lnTo>
                    <a:pt x="43755" y="0"/>
                  </a:lnTo>
                  <a:lnTo>
                    <a:pt x="54471" y="0"/>
                  </a:lnTo>
                  <a:lnTo>
                    <a:pt x="54471" y="75068"/>
                  </a:lnTo>
                  <a:lnTo>
                    <a:pt x="54471" y="75531"/>
                  </a:lnTo>
                  <a:lnTo>
                    <a:pt x="54471" y="75990"/>
                  </a:lnTo>
                  <a:lnTo>
                    <a:pt x="54471" y="76445"/>
                  </a:lnTo>
                  <a:lnTo>
                    <a:pt x="54471" y="76897"/>
                  </a:lnTo>
                  <a:lnTo>
                    <a:pt x="54471" y="77345"/>
                  </a:lnTo>
                  <a:lnTo>
                    <a:pt x="54471" y="77790"/>
                  </a:lnTo>
                  <a:lnTo>
                    <a:pt x="54471" y="78231"/>
                  </a:lnTo>
                  <a:lnTo>
                    <a:pt x="54471" y="78669"/>
                  </a:lnTo>
                  <a:lnTo>
                    <a:pt x="54471" y="79103"/>
                  </a:lnTo>
                  <a:lnTo>
                    <a:pt x="54471" y="79533"/>
                  </a:lnTo>
                  <a:lnTo>
                    <a:pt x="54483" y="79958"/>
                  </a:lnTo>
                  <a:lnTo>
                    <a:pt x="54494" y="80376"/>
                  </a:lnTo>
                  <a:lnTo>
                    <a:pt x="54506" y="80787"/>
                  </a:lnTo>
                  <a:lnTo>
                    <a:pt x="54518" y="81191"/>
                  </a:lnTo>
                  <a:lnTo>
                    <a:pt x="54530" y="81587"/>
                  </a:lnTo>
                  <a:lnTo>
                    <a:pt x="54542" y="81976"/>
                  </a:lnTo>
                  <a:lnTo>
                    <a:pt x="54554" y="82359"/>
                  </a:lnTo>
                  <a:lnTo>
                    <a:pt x="54566" y="82734"/>
                  </a:lnTo>
                  <a:lnTo>
                    <a:pt x="54578" y="83102"/>
                  </a:lnTo>
                  <a:lnTo>
                    <a:pt x="54590" y="83462"/>
                  </a:lnTo>
                  <a:lnTo>
                    <a:pt x="54602" y="83815"/>
                  </a:lnTo>
                  <a:lnTo>
                    <a:pt x="54613" y="84158"/>
                  </a:lnTo>
                  <a:lnTo>
                    <a:pt x="54625" y="84491"/>
                  </a:lnTo>
                  <a:lnTo>
                    <a:pt x="54637" y="84815"/>
                  </a:lnTo>
                  <a:lnTo>
                    <a:pt x="54649" y="85129"/>
                  </a:lnTo>
                  <a:lnTo>
                    <a:pt x="54661" y="85434"/>
                  </a:lnTo>
                  <a:lnTo>
                    <a:pt x="54673" y="85729"/>
                  </a:lnTo>
                  <a:lnTo>
                    <a:pt x="54685" y="86015"/>
                  </a:lnTo>
                  <a:lnTo>
                    <a:pt x="54697" y="86291"/>
                  </a:lnTo>
                  <a:lnTo>
                    <a:pt x="54709" y="86558"/>
                  </a:lnTo>
                  <a:lnTo>
                    <a:pt x="54721" y="86801"/>
                  </a:lnTo>
                  <a:lnTo>
                    <a:pt x="54733" y="87029"/>
                  </a:lnTo>
                  <a:lnTo>
                    <a:pt x="54744" y="87244"/>
                  </a:lnTo>
                  <a:lnTo>
                    <a:pt x="54756" y="87444"/>
                  </a:lnTo>
                  <a:lnTo>
                    <a:pt x="54768" y="87630"/>
                  </a:lnTo>
                  <a:lnTo>
                    <a:pt x="54780" y="87801"/>
                  </a:lnTo>
                  <a:lnTo>
                    <a:pt x="54792" y="87958"/>
                  </a:lnTo>
                  <a:lnTo>
                    <a:pt x="54804" y="88101"/>
                  </a:lnTo>
                  <a:lnTo>
                    <a:pt x="54828" y="88344"/>
                  </a:lnTo>
                  <a:lnTo>
                    <a:pt x="44565" y="88220"/>
                  </a:lnTo>
                  <a:lnTo>
                    <a:pt x="44541" y="88087"/>
                  </a:lnTo>
                  <a:lnTo>
                    <a:pt x="44517" y="87944"/>
                  </a:lnTo>
                  <a:lnTo>
                    <a:pt x="44493" y="87791"/>
                  </a:lnTo>
                  <a:lnTo>
                    <a:pt x="44469" y="87630"/>
                  </a:lnTo>
                  <a:lnTo>
                    <a:pt x="44446" y="87458"/>
                  </a:lnTo>
                  <a:lnTo>
                    <a:pt x="44422" y="87277"/>
                  </a:lnTo>
                  <a:lnTo>
                    <a:pt x="44398" y="87087"/>
                  </a:lnTo>
                  <a:lnTo>
                    <a:pt x="44374" y="86887"/>
                  </a:lnTo>
                  <a:lnTo>
                    <a:pt x="44350" y="86677"/>
                  </a:lnTo>
                  <a:lnTo>
                    <a:pt x="44338" y="86448"/>
                  </a:lnTo>
                  <a:lnTo>
                    <a:pt x="44324" y="86213"/>
                  </a:lnTo>
                  <a:lnTo>
                    <a:pt x="44309" y="85972"/>
                  </a:lnTo>
                  <a:lnTo>
                    <a:pt x="44293" y="85725"/>
                  </a:lnTo>
                  <a:lnTo>
                    <a:pt x="44276" y="85471"/>
                  </a:lnTo>
                  <a:lnTo>
                    <a:pt x="44257" y="85213"/>
                  </a:lnTo>
                  <a:lnTo>
                    <a:pt x="44238" y="84948"/>
                  </a:lnTo>
                  <a:lnTo>
                    <a:pt x="44217" y="84677"/>
                  </a:lnTo>
                  <a:lnTo>
                    <a:pt x="44195" y="84400"/>
                  </a:lnTo>
                  <a:lnTo>
                    <a:pt x="44172" y="84117"/>
                  </a:lnTo>
                  <a:lnTo>
                    <a:pt x="44160" y="83830"/>
                  </a:lnTo>
                  <a:lnTo>
                    <a:pt x="44148" y="83541"/>
                  </a:lnTo>
                  <a:lnTo>
                    <a:pt x="44136" y="83249"/>
                  </a:lnTo>
                  <a:lnTo>
                    <a:pt x="44124" y="82955"/>
                  </a:lnTo>
                  <a:lnTo>
                    <a:pt x="44112" y="82659"/>
                  </a:lnTo>
                  <a:lnTo>
                    <a:pt x="44100" y="82360"/>
                  </a:lnTo>
                  <a:lnTo>
                    <a:pt x="44088" y="82059"/>
                  </a:lnTo>
                  <a:lnTo>
                    <a:pt x="44076" y="81755"/>
                  </a:lnTo>
                  <a:lnTo>
                    <a:pt x="44065" y="81449"/>
                  </a:lnTo>
                  <a:lnTo>
                    <a:pt x="44053" y="81141"/>
                  </a:lnTo>
                  <a:lnTo>
                    <a:pt x="44041" y="80820"/>
                  </a:lnTo>
                  <a:lnTo>
                    <a:pt x="44031" y="80500"/>
                  </a:lnTo>
                  <a:lnTo>
                    <a:pt x="44022" y="80182"/>
                  </a:lnTo>
                  <a:lnTo>
                    <a:pt x="44015" y="79864"/>
                  </a:lnTo>
                  <a:lnTo>
                    <a:pt x="44008" y="79548"/>
                  </a:lnTo>
                  <a:lnTo>
                    <a:pt x="44003" y="79233"/>
                  </a:lnTo>
                  <a:lnTo>
                    <a:pt x="43998" y="78919"/>
                  </a:lnTo>
                  <a:lnTo>
                    <a:pt x="43995" y="78607"/>
                  </a:lnTo>
                  <a:lnTo>
                    <a:pt x="43994" y="78296"/>
                  </a:lnTo>
                  <a:lnTo>
                    <a:pt x="43993" y="77985"/>
                  </a:lnTo>
                  <a:close/>
                  <a:moveTo>
                    <a:pt x="11251" y="56078"/>
                  </a:moveTo>
                  <a:lnTo>
                    <a:pt x="11259" y="57392"/>
                  </a:lnTo>
                  <a:lnTo>
                    <a:pt x="11284" y="58669"/>
                  </a:lnTo>
                  <a:lnTo>
                    <a:pt x="11326" y="59907"/>
                  </a:lnTo>
                  <a:lnTo>
                    <a:pt x="11384" y="61107"/>
                  </a:lnTo>
                  <a:lnTo>
                    <a:pt x="11459" y="62269"/>
                  </a:lnTo>
                  <a:lnTo>
                    <a:pt x="11551" y="63393"/>
                  </a:lnTo>
                  <a:lnTo>
                    <a:pt x="11659" y="64479"/>
                  </a:lnTo>
                  <a:lnTo>
                    <a:pt x="11784" y="65527"/>
                  </a:lnTo>
                  <a:lnTo>
                    <a:pt x="11926" y="66536"/>
                  </a:lnTo>
                  <a:lnTo>
                    <a:pt x="12084" y="67508"/>
                  </a:lnTo>
                  <a:lnTo>
                    <a:pt x="12261" y="68444"/>
                  </a:lnTo>
                  <a:lnTo>
                    <a:pt x="12458" y="69346"/>
                  </a:lnTo>
                  <a:lnTo>
                    <a:pt x="12675" y="70215"/>
                  </a:lnTo>
                  <a:lnTo>
                    <a:pt x="12913" y="71051"/>
                  </a:lnTo>
                  <a:lnTo>
                    <a:pt x="13171" y="71854"/>
                  </a:lnTo>
                  <a:lnTo>
                    <a:pt x="13449" y="72623"/>
                  </a:lnTo>
                  <a:lnTo>
                    <a:pt x="13747" y="73359"/>
                  </a:lnTo>
                  <a:lnTo>
                    <a:pt x="14066" y="74061"/>
                  </a:lnTo>
                  <a:lnTo>
                    <a:pt x="14404" y="74730"/>
                  </a:lnTo>
                  <a:lnTo>
                    <a:pt x="14763" y="75366"/>
                  </a:lnTo>
                  <a:lnTo>
                    <a:pt x="15142" y="75957"/>
                  </a:lnTo>
                  <a:lnTo>
                    <a:pt x="15542" y="76516"/>
                  </a:lnTo>
                  <a:lnTo>
                    <a:pt x="15962" y="77043"/>
                  </a:lnTo>
                  <a:lnTo>
                    <a:pt x="16402" y="77538"/>
                  </a:lnTo>
                  <a:lnTo>
                    <a:pt x="16862" y="78000"/>
                  </a:lnTo>
                  <a:lnTo>
                    <a:pt x="17342" y="78431"/>
                  </a:lnTo>
                  <a:lnTo>
                    <a:pt x="17843" y="78829"/>
                  </a:lnTo>
                  <a:lnTo>
                    <a:pt x="18364" y="79195"/>
                  </a:lnTo>
                  <a:lnTo>
                    <a:pt x="18905" y="79529"/>
                  </a:lnTo>
                  <a:lnTo>
                    <a:pt x="19466" y="79831"/>
                  </a:lnTo>
                  <a:lnTo>
                    <a:pt x="20050" y="80102"/>
                  </a:lnTo>
                  <a:lnTo>
                    <a:pt x="20659" y="80345"/>
                  </a:lnTo>
                  <a:lnTo>
                    <a:pt x="21293" y="80560"/>
                  </a:lnTo>
                  <a:lnTo>
                    <a:pt x="21952" y="80745"/>
                  </a:lnTo>
                  <a:lnTo>
                    <a:pt x="22636" y="80902"/>
                  </a:lnTo>
                  <a:lnTo>
                    <a:pt x="23345" y="81031"/>
                  </a:lnTo>
                  <a:lnTo>
                    <a:pt x="24079" y="81131"/>
                  </a:lnTo>
                  <a:lnTo>
                    <a:pt x="24838" y="81203"/>
                  </a:lnTo>
                  <a:lnTo>
                    <a:pt x="25622" y="81245"/>
                  </a:lnTo>
                  <a:lnTo>
                    <a:pt x="26431" y="81260"/>
                  </a:lnTo>
                  <a:lnTo>
                    <a:pt x="27267" y="81246"/>
                  </a:lnTo>
                  <a:lnTo>
                    <a:pt x="28082" y="81205"/>
                  </a:lnTo>
                  <a:lnTo>
                    <a:pt x="28876" y="81136"/>
                  </a:lnTo>
                  <a:lnTo>
                    <a:pt x="29651" y="81041"/>
                  </a:lnTo>
                  <a:lnTo>
                    <a:pt x="30405" y="80917"/>
                  </a:lnTo>
                  <a:lnTo>
                    <a:pt x="31139" y="80767"/>
                  </a:lnTo>
                  <a:lnTo>
                    <a:pt x="31853" y="80589"/>
                  </a:lnTo>
                  <a:lnTo>
                    <a:pt x="32546" y="80383"/>
                  </a:lnTo>
                  <a:lnTo>
                    <a:pt x="33220" y="80151"/>
                  </a:lnTo>
                  <a:lnTo>
                    <a:pt x="33873" y="79890"/>
                  </a:lnTo>
                  <a:lnTo>
                    <a:pt x="34516" y="79600"/>
                  </a:lnTo>
                  <a:lnTo>
                    <a:pt x="35137" y="79276"/>
                  </a:lnTo>
                  <a:lnTo>
                    <a:pt x="35736" y="78919"/>
                  </a:lnTo>
                  <a:lnTo>
                    <a:pt x="36311" y="78528"/>
                  </a:lnTo>
                  <a:lnTo>
                    <a:pt x="36864" y="78105"/>
                  </a:lnTo>
                  <a:lnTo>
                    <a:pt x="37395" y="77647"/>
                  </a:lnTo>
                  <a:lnTo>
                    <a:pt x="37902" y="77157"/>
                  </a:lnTo>
                  <a:lnTo>
                    <a:pt x="38388" y="76633"/>
                  </a:lnTo>
                  <a:lnTo>
                    <a:pt x="38850" y="76076"/>
                  </a:lnTo>
                  <a:lnTo>
                    <a:pt x="39290" y="75485"/>
                  </a:lnTo>
                  <a:lnTo>
                    <a:pt x="39720" y="74848"/>
                  </a:lnTo>
                  <a:lnTo>
                    <a:pt x="40128" y="74173"/>
                  </a:lnTo>
                  <a:lnTo>
                    <a:pt x="40515" y="73462"/>
                  </a:lnTo>
                  <a:lnTo>
                    <a:pt x="40881" y="72713"/>
                  </a:lnTo>
                  <a:lnTo>
                    <a:pt x="41225" y="71928"/>
                  </a:lnTo>
                  <a:lnTo>
                    <a:pt x="41548" y="71106"/>
                  </a:lnTo>
                  <a:lnTo>
                    <a:pt x="41849" y="70247"/>
                  </a:lnTo>
                  <a:lnTo>
                    <a:pt x="42129" y="69351"/>
                  </a:lnTo>
                  <a:lnTo>
                    <a:pt x="42387" y="68418"/>
                  </a:lnTo>
                  <a:lnTo>
                    <a:pt x="42624" y="67448"/>
                  </a:lnTo>
                  <a:lnTo>
                    <a:pt x="42839" y="66438"/>
                  </a:lnTo>
                  <a:lnTo>
                    <a:pt x="43031" y="65384"/>
                  </a:lnTo>
                  <a:lnTo>
                    <a:pt x="43201" y="64286"/>
                  </a:lnTo>
                  <a:lnTo>
                    <a:pt x="43348" y="63143"/>
                  </a:lnTo>
                  <a:lnTo>
                    <a:pt x="43472" y="61957"/>
                  </a:lnTo>
                  <a:lnTo>
                    <a:pt x="43574" y="60726"/>
                  </a:lnTo>
                  <a:lnTo>
                    <a:pt x="43653" y="59452"/>
                  </a:lnTo>
                  <a:lnTo>
                    <a:pt x="43710" y="58133"/>
                  </a:lnTo>
                  <a:lnTo>
                    <a:pt x="43744" y="56770"/>
                  </a:lnTo>
                  <a:lnTo>
                    <a:pt x="43755" y="55364"/>
                  </a:lnTo>
                  <a:lnTo>
                    <a:pt x="43744" y="54016"/>
                  </a:lnTo>
                  <a:lnTo>
                    <a:pt x="43710" y="52711"/>
                  </a:lnTo>
                  <a:lnTo>
                    <a:pt x="43653" y="51449"/>
                  </a:lnTo>
                  <a:lnTo>
                    <a:pt x="43574" y="50230"/>
                  </a:lnTo>
                  <a:lnTo>
                    <a:pt x="43472" y="49053"/>
                  </a:lnTo>
                  <a:lnTo>
                    <a:pt x="43348" y="47920"/>
                  </a:lnTo>
                  <a:lnTo>
                    <a:pt x="43201" y="46829"/>
                  </a:lnTo>
                  <a:lnTo>
                    <a:pt x="43031" y="45781"/>
                  </a:lnTo>
                  <a:lnTo>
                    <a:pt x="42839" y="44777"/>
                  </a:lnTo>
                  <a:lnTo>
                    <a:pt x="42624" y="43815"/>
                  </a:lnTo>
                  <a:lnTo>
                    <a:pt x="42387" y="42880"/>
                  </a:lnTo>
                  <a:lnTo>
                    <a:pt x="42129" y="41983"/>
                  </a:lnTo>
                  <a:lnTo>
                    <a:pt x="41849" y="41123"/>
                  </a:lnTo>
                  <a:lnTo>
                    <a:pt x="41548" y="40300"/>
                  </a:lnTo>
                  <a:lnTo>
                    <a:pt x="41225" y="39513"/>
                  </a:lnTo>
                  <a:lnTo>
                    <a:pt x="40881" y="38764"/>
                  </a:lnTo>
                  <a:lnTo>
                    <a:pt x="40515" y="38051"/>
                  </a:lnTo>
                  <a:lnTo>
                    <a:pt x="40128" y="37376"/>
                  </a:lnTo>
                  <a:lnTo>
                    <a:pt x="39720" y="36737"/>
                  </a:lnTo>
                  <a:lnTo>
                    <a:pt x="39290" y="36135"/>
                  </a:lnTo>
                  <a:lnTo>
                    <a:pt x="38839" y="35568"/>
                  </a:lnTo>
                  <a:lnTo>
                    <a:pt x="38369" y="35035"/>
                  </a:lnTo>
                  <a:lnTo>
                    <a:pt x="37877" y="34535"/>
                  </a:lnTo>
                  <a:lnTo>
                    <a:pt x="37366" y="34068"/>
                  </a:lnTo>
                  <a:lnTo>
                    <a:pt x="36834" y="33635"/>
                  </a:lnTo>
                  <a:lnTo>
                    <a:pt x="36283" y="33235"/>
                  </a:lnTo>
                  <a:lnTo>
                    <a:pt x="35711" y="32868"/>
                  </a:lnTo>
                  <a:lnTo>
                    <a:pt x="35118" y="32535"/>
                  </a:lnTo>
                  <a:lnTo>
                    <a:pt x="34506" y="32234"/>
                  </a:lnTo>
                  <a:lnTo>
                    <a:pt x="33873" y="31968"/>
                  </a:lnTo>
                  <a:lnTo>
                    <a:pt x="33232" y="31719"/>
                  </a:lnTo>
                  <a:lnTo>
                    <a:pt x="32570" y="31496"/>
                  </a:lnTo>
                  <a:lnTo>
                    <a:pt x="31889" y="31300"/>
                  </a:lnTo>
                  <a:lnTo>
                    <a:pt x="31187" y="31130"/>
                  </a:lnTo>
                  <a:lnTo>
                    <a:pt x="30465" y="30986"/>
                  </a:lnTo>
                  <a:lnTo>
                    <a:pt x="29722" y="30868"/>
                  </a:lnTo>
                  <a:lnTo>
                    <a:pt x="28960" y="30776"/>
                  </a:lnTo>
                  <a:lnTo>
                    <a:pt x="28177" y="30710"/>
                  </a:lnTo>
                  <a:lnTo>
                    <a:pt x="27374" y="30671"/>
                  </a:lnTo>
                  <a:lnTo>
                    <a:pt x="26550" y="30658"/>
                  </a:lnTo>
                  <a:lnTo>
                    <a:pt x="25775" y="30672"/>
                  </a:lnTo>
                  <a:lnTo>
                    <a:pt x="25022" y="30713"/>
                  </a:lnTo>
                  <a:lnTo>
                    <a:pt x="24289" y="30781"/>
                  </a:lnTo>
                  <a:lnTo>
                    <a:pt x="23579" y="30877"/>
                  </a:lnTo>
                  <a:lnTo>
                    <a:pt x="22889" y="31000"/>
                  </a:lnTo>
                  <a:lnTo>
                    <a:pt x="22221" y="31151"/>
                  </a:lnTo>
                  <a:lnTo>
                    <a:pt x="21575" y="31329"/>
                  </a:lnTo>
                  <a:lnTo>
                    <a:pt x="20950" y="31534"/>
                  </a:lnTo>
                  <a:lnTo>
                    <a:pt x="20346" y="31767"/>
                  </a:lnTo>
                  <a:lnTo>
                    <a:pt x="19764" y="32027"/>
                  </a:lnTo>
                  <a:lnTo>
                    <a:pt x="19202" y="32318"/>
                  </a:lnTo>
                  <a:lnTo>
                    <a:pt x="18659" y="32642"/>
                  </a:lnTo>
                  <a:lnTo>
                    <a:pt x="18135" y="32999"/>
                  </a:lnTo>
                  <a:lnTo>
                    <a:pt x="17630" y="33389"/>
                  </a:lnTo>
                  <a:lnTo>
                    <a:pt x="17145" y="33813"/>
                  </a:lnTo>
                  <a:lnTo>
                    <a:pt x="16678" y="34270"/>
                  </a:lnTo>
                  <a:lnTo>
                    <a:pt x="16230" y="34761"/>
                  </a:lnTo>
                  <a:lnTo>
                    <a:pt x="15801" y="35285"/>
                  </a:lnTo>
                  <a:lnTo>
                    <a:pt x="15392" y="35842"/>
                  </a:lnTo>
                  <a:lnTo>
                    <a:pt x="15001" y="36433"/>
                  </a:lnTo>
                  <a:lnTo>
                    <a:pt x="14630" y="37058"/>
                  </a:lnTo>
                  <a:lnTo>
                    <a:pt x="14277" y="37721"/>
                  </a:lnTo>
                  <a:lnTo>
                    <a:pt x="13944" y="38420"/>
                  </a:lnTo>
                  <a:lnTo>
                    <a:pt x="13630" y="39157"/>
                  </a:lnTo>
                  <a:lnTo>
                    <a:pt x="13335" y="39930"/>
                  </a:lnTo>
                  <a:lnTo>
                    <a:pt x="13058" y="40740"/>
                  </a:lnTo>
                  <a:lnTo>
                    <a:pt x="12801" y="41587"/>
                  </a:lnTo>
                  <a:lnTo>
                    <a:pt x="12563" y="42471"/>
                  </a:lnTo>
                  <a:lnTo>
                    <a:pt x="12344" y="43392"/>
                  </a:lnTo>
                  <a:lnTo>
                    <a:pt x="12144" y="44350"/>
                  </a:lnTo>
                  <a:lnTo>
                    <a:pt x="11974" y="45336"/>
                  </a:lnTo>
                  <a:lnTo>
                    <a:pt x="11822" y="46362"/>
                  </a:lnTo>
                  <a:lnTo>
                    <a:pt x="11688" y="47431"/>
                  </a:lnTo>
                  <a:lnTo>
                    <a:pt x="11572" y="48541"/>
                  </a:lnTo>
                  <a:lnTo>
                    <a:pt x="11474" y="49693"/>
                  </a:lnTo>
                  <a:lnTo>
                    <a:pt x="11394" y="50887"/>
                  </a:lnTo>
                  <a:lnTo>
                    <a:pt x="11331" y="52122"/>
                  </a:lnTo>
                  <a:lnTo>
                    <a:pt x="11287" y="53399"/>
                  </a:lnTo>
                  <a:lnTo>
                    <a:pt x="11260" y="547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h155"/>
            <p:cNvSpPr/>
            <p:nvPr/>
          </p:nvSpPr>
          <p:spPr>
            <a:xfrm>
              <a:off x="8408799" y="2811080"/>
              <a:ext cx="54816" cy="90725"/>
            </a:xfrm>
            <a:custGeom>
              <a:avLst/>
              <a:pathLst>
                <a:path w="54816" h="90725">
                  <a:moveTo>
                    <a:pt x="27503" y="90725"/>
                  </a:moveTo>
                  <a:lnTo>
                    <a:pt x="26408" y="90714"/>
                  </a:lnTo>
                  <a:lnTo>
                    <a:pt x="25338" y="90680"/>
                  </a:lnTo>
                  <a:lnTo>
                    <a:pt x="24294" y="90623"/>
                  </a:lnTo>
                  <a:lnTo>
                    <a:pt x="23274" y="90544"/>
                  </a:lnTo>
                  <a:lnTo>
                    <a:pt x="22279" y="90442"/>
                  </a:lnTo>
                  <a:lnTo>
                    <a:pt x="21309" y="90318"/>
                  </a:lnTo>
                  <a:lnTo>
                    <a:pt x="20365" y="90171"/>
                  </a:lnTo>
                  <a:lnTo>
                    <a:pt x="19445" y="90001"/>
                  </a:lnTo>
                  <a:lnTo>
                    <a:pt x="18550" y="89809"/>
                  </a:lnTo>
                  <a:lnTo>
                    <a:pt x="17680" y="89594"/>
                  </a:lnTo>
                  <a:lnTo>
                    <a:pt x="16836" y="89358"/>
                  </a:lnTo>
                  <a:lnTo>
                    <a:pt x="16016" y="89101"/>
                  </a:lnTo>
                  <a:lnTo>
                    <a:pt x="15221" y="88824"/>
                  </a:lnTo>
                  <a:lnTo>
                    <a:pt x="14451" y="88527"/>
                  </a:lnTo>
                  <a:lnTo>
                    <a:pt x="13707" y="88210"/>
                  </a:lnTo>
                  <a:lnTo>
                    <a:pt x="12987" y="87872"/>
                  </a:lnTo>
                  <a:lnTo>
                    <a:pt x="12292" y="87515"/>
                  </a:lnTo>
                  <a:lnTo>
                    <a:pt x="11622" y="87137"/>
                  </a:lnTo>
                  <a:lnTo>
                    <a:pt x="10978" y="86738"/>
                  </a:lnTo>
                  <a:lnTo>
                    <a:pt x="10358" y="86320"/>
                  </a:lnTo>
                  <a:lnTo>
                    <a:pt x="9762" y="85895"/>
                  </a:lnTo>
                  <a:lnTo>
                    <a:pt x="9189" y="85453"/>
                  </a:lnTo>
                  <a:lnTo>
                    <a:pt x="8638" y="84995"/>
                  </a:lnTo>
                  <a:lnTo>
                    <a:pt x="8110" y="84520"/>
                  </a:lnTo>
                  <a:lnTo>
                    <a:pt x="7605" y="84028"/>
                  </a:lnTo>
                  <a:lnTo>
                    <a:pt x="7122" y="83519"/>
                  </a:lnTo>
                  <a:lnTo>
                    <a:pt x="6662" y="82994"/>
                  </a:lnTo>
                  <a:lnTo>
                    <a:pt x="6224" y="82453"/>
                  </a:lnTo>
                  <a:lnTo>
                    <a:pt x="5809" y="81894"/>
                  </a:lnTo>
                  <a:lnTo>
                    <a:pt x="5417" y="81319"/>
                  </a:lnTo>
                  <a:lnTo>
                    <a:pt x="5047" y="80729"/>
                  </a:lnTo>
                  <a:lnTo>
                    <a:pt x="4698" y="80126"/>
                  </a:lnTo>
                  <a:lnTo>
                    <a:pt x="4370" y="79510"/>
                  </a:lnTo>
                  <a:lnTo>
                    <a:pt x="4064" y="78881"/>
                  </a:lnTo>
                  <a:lnTo>
                    <a:pt x="3780" y="78238"/>
                  </a:lnTo>
                  <a:lnTo>
                    <a:pt x="3517" y="77583"/>
                  </a:lnTo>
                  <a:lnTo>
                    <a:pt x="3275" y="76914"/>
                  </a:lnTo>
                  <a:lnTo>
                    <a:pt x="3055" y="76233"/>
                  </a:lnTo>
                  <a:lnTo>
                    <a:pt x="2856" y="75538"/>
                  </a:lnTo>
                  <a:lnTo>
                    <a:pt x="2678" y="74830"/>
                  </a:lnTo>
                  <a:lnTo>
                    <a:pt x="13454" y="73282"/>
                  </a:lnTo>
                  <a:lnTo>
                    <a:pt x="13693" y="74155"/>
                  </a:lnTo>
                  <a:lnTo>
                    <a:pt x="13985" y="74985"/>
                  </a:lnTo>
                  <a:lnTo>
                    <a:pt x="14327" y="75774"/>
                  </a:lnTo>
                  <a:lnTo>
                    <a:pt x="14720" y="76521"/>
                  </a:lnTo>
                  <a:lnTo>
                    <a:pt x="15165" y="77226"/>
                  </a:lnTo>
                  <a:lnTo>
                    <a:pt x="15661" y="77890"/>
                  </a:lnTo>
                  <a:lnTo>
                    <a:pt x="16208" y="78512"/>
                  </a:lnTo>
                  <a:lnTo>
                    <a:pt x="16806" y="79093"/>
                  </a:lnTo>
                  <a:lnTo>
                    <a:pt x="17456" y="79631"/>
                  </a:lnTo>
                  <a:lnTo>
                    <a:pt x="18157" y="80129"/>
                  </a:lnTo>
                  <a:lnTo>
                    <a:pt x="18917" y="80592"/>
                  </a:lnTo>
                  <a:lnTo>
                    <a:pt x="19723" y="81007"/>
                  </a:lnTo>
                  <a:lnTo>
                    <a:pt x="20575" y="81373"/>
                  </a:lnTo>
                  <a:lnTo>
                    <a:pt x="21471" y="81691"/>
                  </a:lnTo>
                  <a:lnTo>
                    <a:pt x="22413" y="81959"/>
                  </a:lnTo>
                  <a:lnTo>
                    <a:pt x="23400" y="82179"/>
                  </a:lnTo>
                  <a:lnTo>
                    <a:pt x="24432" y="82350"/>
                  </a:lnTo>
                  <a:lnTo>
                    <a:pt x="25510" y="82472"/>
                  </a:lnTo>
                  <a:lnTo>
                    <a:pt x="26633" y="82545"/>
                  </a:lnTo>
                  <a:lnTo>
                    <a:pt x="27801" y="82569"/>
                  </a:lnTo>
                  <a:lnTo>
                    <a:pt x="28520" y="82559"/>
                  </a:lnTo>
                  <a:lnTo>
                    <a:pt x="29227" y="82529"/>
                  </a:lnTo>
                  <a:lnTo>
                    <a:pt x="29921" y="82478"/>
                  </a:lnTo>
                  <a:lnTo>
                    <a:pt x="30601" y="82407"/>
                  </a:lnTo>
                  <a:lnTo>
                    <a:pt x="31268" y="82316"/>
                  </a:lnTo>
                  <a:lnTo>
                    <a:pt x="31923" y="82205"/>
                  </a:lnTo>
                  <a:lnTo>
                    <a:pt x="32564" y="82073"/>
                  </a:lnTo>
                  <a:lnTo>
                    <a:pt x="33192" y="81922"/>
                  </a:lnTo>
                  <a:lnTo>
                    <a:pt x="33807" y="81750"/>
                  </a:lnTo>
                  <a:lnTo>
                    <a:pt x="34409" y="81557"/>
                  </a:lnTo>
                  <a:lnTo>
                    <a:pt x="34995" y="81342"/>
                  </a:lnTo>
                  <a:lnTo>
                    <a:pt x="35563" y="81102"/>
                  </a:lnTo>
                  <a:lnTo>
                    <a:pt x="36114" y="80838"/>
                  </a:lnTo>
                  <a:lnTo>
                    <a:pt x="36647" y="80548"/>
                  </a:lnTo>
                  <a:lnTo>
                    <a:pt x="37162" y="80233"/>
                  </a:lnTo>
                  <a:lnTo>
                    <a:pt x="37659" y="79893"/>
                  </a:lnTo>
                  <a:lnTo>
                    <a:pt x="38138" y="79528"/>
                  </a:lnTo>
                  <a:lnTo>
                    <a:pt x="38600" y="79138"/>
                  </a:lnTo>
                  <a:lnTo>
                    <a:pt x="39043" y="78723"/>
                  </a:lnTo>
                  <a:lnTo>
                    <a:pt x="39469" y="78283"/>
                  </a:lnTo>
                  <a:lnTo>
                    <a:pt x="39876" y="77829"/>
                  </a:lnTo>
                  <a:lnTo>
                    <a:pt x="40264" y="77347"/>
                  </a:lnTo>
                  <a:lnTo>
                    <a:pt x="40633" y="76838"/>
                  </a:lnTo>
                  <a:lnTo>
                    <a:pt x="40983" y="76302"/>
                  </a:lnTo>
                  <a:lnTo>
                    <a:pt x="41314" y="75738"/>
                  </a:lnTo>
                  <a:lnTo>
                    <a:pt x="41626" y="75147"/>
                  </a:lnTo>
                  <a:lnTo>
                    <a:pt x="41919" y="74528"/>
                  </a:lnTo>
                  <a:lnTo>
                    <a:pt x="42193" y="73883"/>
                  </a:lnTo>
                  <a:lnTo>
                    <a:pt x="42448" y="73209"/>
                  </a:lnTo>
                  <a:lnTo>
                    <a:pt x="42683" y="72509"/>
                  </a:lnTo>
                  <a:lnTo>
                    <a:pt x="42898" y="71779"/>
                  </a:lnTo>
                  <a:lnTo>
                    <a:pt x="43091" y="71018"/>
                  </a:lnTo>
                  <a:lnTo>
                    <a:pt x="43260" y="70226"/>
                  </a:lnTo>
                  <a:lnTo>
                    <a:pt x="43407" y="69403"/>
                  </a:lnTo>
                  <a:lnTo>
                    <a:pt x="43532" y="68550"/>
                  </a:lnTo>
                  <a:lnTo>
                    <a:pt x="43634" y="67665"/>
                  </a:lnTo>
                  <a:lnTo>
                    <a:pt x="43713" y="66750"/>
                  </a:lnTo>
                  <a:lnTo>
                    <a:pt x="43769" y="65803"/>
                  </a:lnTo>
                  <a:lnTo>
                    <a:pt x="43803" y="64825"/>
                  </a:lnTo>
                  <a:lnTo>
                    <a:pt x="43815" y="63817"/>
                  </a:lnTo>
                  <a:lnTo>
                    <a:pt x="43695" y="53459"/>
                  </a:lnTo>
                  <a:lnTo>
                    <a:pt x="43451" y="53945"/>
                  </a:lnTo>
                  <a:lnTo>
                    <a:pt x="43195" y="54428"/>
                  </a:lnTo>
                  <a:lnTo>
                    <a:pt x="42927" y="54907"/>
                  </a:lnTo>
                  <a:lnTo>
                    <a:pt x="42648" y="55383"/>
                  </a:lnTo>
                  <a:lnTo>
                    <a:pt x="42356" y="55855"/>
                  </a:lnTo>
                  <a:lnTo>
                    <a:pt x="42052" y="56323"/>
                  </a:lnTo>
                  <a:lnTo>
                    <a:pt x="41737" y="56788"/>
                  </a:lnTo>
                  <a:lnTo>
                    <a:pt x="41409" y="57250"/>
                  </a:lnTo>
                  <a:lnTo>
                    <a:pt x="41070" y="57707"/>
                  </a:lnTo>
                  <a:lnTo>
                    <a:pt x="40719" y="58162"/>
                  </a:lnTo>
                  <a:lnTo>
                    <a:pt x="40365" y="58597"/>
                  </a:lnTo>
                  <a:lnTo>
                    <a:pt x="39995" y="59024"/>
                  </a:lnTo>
                  <a:lnTo>
                    <a:pt x="39608" y="59440"/>
                  </a:lnTo>
                  <a:lnTo>
                    <a:pt x="39204" y="59847"/>
                  </a:lnTo>
                  <a:lnTo>
                    <a:pt x="38784" y="60245"/>
                  </a:lnTo>
                  <a:lnTo>
                    <a:pt x="38347" y="60633"/>
                  </a:lnTo>
                  <a:lnTo>
                    <a:pt x="37894" y="61012"/>
                  </a:lnTo>
                  <a:lnTo>
                    <a:pt x="37423" y="61381"/>
                  </a:lnTo>
                  <a:lnTo>
                    <a:pt x="36936" y="61741"/>
                  </a:lnTo>
                  <a:lnTo>
                    <a:pt x="36433" y="62091"/>
                  </a:lnTo>
                  <a:lnTo>
                    <a:pt x="35924" y="62429"/>
                  </a:lnTo>
                  <a:lnTo>
                    <a:pt x="35399" y="62755"/>
                  </a:lnTo>
                  <a:lnTo>
                    <a:pt x="34857" y="63068"/>
                  </a:lnTo>
                  <a:lnTo>
                    <a:pt x="34299" y="63367"/>
                  </a:lnTo>
                  <a:lnTo>
                    <a:pt x="33724" y="63653"/>
                  </a:lnTo>
                  <a:lnTo>
                    <a:pt x="33132" y="63927"/>
                  </a:lnTo>
                  <a:lnTo>
                    <a:pt x="32524" y="64187"/>
                  </a:lnTo>
                  <a:lnTo>
                    <a:pt x="31899" y="64434"/>
                  </a:lnTo>
                  <a:lnTo>
                    <a:pt x="31257" y="64668"/>
                  </a:lnTo>
                  <a:lnTo>
                    <a:pt x="30599" y="64889"/>
                  </a:lnTo>
                  <a:lnTo>
                    <a:pt x="29922" y="65081"/>
                  </a:lnTo>
                  <a:lnTo>
                    <a:pt x="29227" y="65253"/>
                  </a:lnTo>
                  <a:lnTo>
                    <a:pt x="28513" y="65405"/>
                  </a:lnTo>
                  <a:lnTo>
                    <a:pt x="27779" y="65536"/>
                  </a:lnTo>
                  <a:lnTo>
                    <a:pt x="27027" y="65648"/>
                  </a:lnTo>
                  <a:lnTo>
                    <a:pt x="26255" y="65739"/>
                  </a:lnTo>
                  <a:lnTo>
                    <a:pt x="25465" y="65810"/>
                  </a:lnTo>
                  <a:lnTo>
                    <a:pt x="24655" y="65860"/>
                  </a:lnTo>
                  <a:lnTo>
                    <a:pt x="23826" y="65890"/>
                  </a:lnTo>
                  <a:lnTo>
                    <a:pt x="22979" y="65901"/>
                  </a:lnTo>
                  <a:lnTo>
                    <a:pt x="21769" y="65880"/>
                  </a:lnTo>
                  <a:lnTo>
                    <a:pt x="20595" y="65820"/>
                  </a:lnTo>
                  <a:lnTo>
                    <a:pt x="19455" y="65718"/>
                  </a:lnTo>
                  <a:lnTo>
                    <a:pt x="18349" y="65577"/>
                  </a:lnTo>
                  <a:lnTo>
                    <a:pt x="17278" y="65395"/>
                  </a:lnTo>
                  <a:lnTo>
                    <a:pt x="16242" y="65172"/>
                  </a:lnTo>
                  <a:lnTo>
                    <a:pt x="15240" y="64909"/>
                  </a:lnTo>
                  <a:lnTo>
                    <a:pt x="14273" y="64605"/>
                  </a:lnTo>
                  <a:lnTo>
                    <a:pt x="13340" y="64261"/>
                  </a:lnTo>
                  <a:lnTo>
                    <a:pt x="12442" y="63877"/>
                  </a:lnTo>
                  <a:lnTo>
                    <a:pt x="11588" y="63440"/>
                  </a:lnTo>
                  <a:lnTo>
                    <a:pt x="10765" y="62962"/>
                  </a:lnTo>
                  <a:lnTo>
                    <a:pt x="9973" y="62444"/>
                  </a:lnTo>
                  <a:lnTo>
                    <a:pt x="9213" y="61886"/>
                  </a:lnTo>
                  <a:lnTo>
                    <a:pt x="8483" y="61287"/>
                  </a:lnTo>
                  <a:lnTo>
                    <a:pt x="7784" y="60648"/>
                  </a:lnTo>
                  <a:lnTo>
                    <a:pt x="7116" y="59968"/>
                  </a:lnTo>
                  <a:lnTo>
                    <a:pt x="6479" y="59247"/>
                  </a:lnTo>
                  <a:lnTo>
                    <a:pt x="5873" y="58487"/>
                  </a:lnTo>
                  <a:lnTo>
                    <a:pt x="5298" y="57685"/>
                  </a:lnTo>
                  <a:lnTo>
                    <a:pt x="4764" y="56844"/>
                  </a:lnTo>
                  <a:lnTo>
                    <a:pt x="4260" y="55964"/>
                  </a:lnTo>
                  <a:lnTo>
                    <a:pt x="3783" y="55044"/>
                  </a:lnTo>
                  <a:lnTo>
                    <a:pt x="3336" y="54085"/>
                  </a:lnTo>
                  <a:lnTo>
                    <a:pt x="2917" y="53086"/>
                  </a:lnTo>
                  <a:lnTo>
                    <a:pt x="2526" y="52049"/>
                  </a:lnTo>
                  <a:lnTo>
                    <a:pt x="2164" y="50972"/>
                  </a:lnTo>
                  <a:lnTo>
                    <a:pt x="1831" y="49856"/>
                  </a:lnTo>
                  <a:lnTo>
                    <a:pt x="1526" y="48700"/>
                  </a:lnTo>
                  <a:lnTo>
                    <a:pt x="1250" y="47505"/>
                  </a:lnTo>
                  <a:lnTo>
                    <a:pt x="1012" y="46260"/>
                  </a:lnTo>
                  <a:lnTo>
                    <a:pt x="800" y="44977"/>
                  </a:lnTo>
                  <a:lnTo>
                    <a:pt x="612" y="43655"/>
                  </a:lnTo>
                  <a:lnTo>
                    <a:pt x="450" y="42295"/>
                  </a:lnTo>
                  <a:lnTo>
                    <a:pt x="312" y="40897"/>
                  </a:lnTo>
                  <a:lnTo>
                    <a:pt x="200" y="39462"/>
                  </a:lnTo>
                  <a:lnTo>
                    <a:pt x="112" y="37988"/>
                  </a:lnTo>
                  <a:lnTo>
                    <a:pt x="50" y="36475"/>
                  </a:lnTo>
                  <a:lnTo>
                    <a:pt x="12" y="34925"/>
                  </a:lnTo>
                  <a:lnTo>
                    <a:pt x="0" y="33337"/>
                  </a:lnTo>
                  <a:lnTo>
                    <a:pt x="12" y="31805"/>
                  </a:lnTo>
                  <a:lnTo>
                    <a:pt x="50" y="30303"/>
                  </a:lnTo>
                  <a:lnTo>
                    <a:pt x="112" y="28833"/>
                  </a:lnTo>
                  <a:lnTo>
                    <a:pt x="200" y="27393"/>
                  </a:lnTo>
                  <a:lnTo>
                    <a:pt x="312" y="25985"/>
                  </a:lnTo>
                  <a:lnTo>
                    <a:pt x="450" y="24607"/>
                  </a:lnTo>
                  <a:lnTo>
                    <a:pt x="612" y="23261"/>
                  </a:lnTo>
                  <a:lnTo>
                    <a:pt x="800" y="21945"/>
                  </a:lnTo>
                  <a:lnTo>
                    <a:pt x="1012" y="20660"/>
                  </a:lnTo>
                  <a:lnTo>
                    <a:pt x="1250" y="19407"/>
                  </a:lnTo>
                  <a:lnTo>
                    <a:pt x="1527" y="18187"/>
                  </a:lnTo>
                  <a:lnTo>
                    <a:pt x="1835" y="17006"/>
                  </a:lnTo>
                  <a:lnTo>
                    <a:pt x="2175" y="15863"/>
                  </a:lnTo>
                  <a:lnTo>
                    <a:pt x="2545" y="14758"/>
                  </a:lnTo>
                  <a:lnTo>
                    <a:pt x="2946" y="13692"/>
                  </a:lnTo>
                  <a:lnTo>
                    <a:pt x="3378" y="12663"/>
                  </a:lnTo>
                  <a:lnTo>
                    <a:pt x="3842" y="11672"/>
                  </a:lnTo>
                  <a:lnTo>
                    <a:pt x="4336" y="10720"/>
                  </a:lnTo>
                  <a:lnTo>
                    <a:pt x="4861" y="9805"/>
                  </a:lnTo>
                  <a:lnTo>
                    <a:pt x="5417" y="8929"/>
                  </a:lnTo>
                  <a:lnTo>
                    <a:pt x="6017" y="8081"/>
                  </a:lnTo>
                  <a:lnTo>
                    <a:pt x="6650" y="7274"/>
                  </a:lnTo>
                  <a:lnTo>
                    <a:pt x="7317" y="6509"/>
                  </a:lnTo>
                  <a:lnTo>
                    <a:pt x="8017" y="5786"/>
                  </a:lnTo>
                  <a:lnTo>
                    <a:pt x="8751" y="5104"/>
                  </a:lnTo>
                  <a:lnTo>
                    <a:pt x="9517" y="4464"/>
                  </a:lnTo>
                  <a:lnTo>
                    <a:pt x="10317" y="3866"/>
                  </a:lnTo>
                  <a:lnTo>
                    <a:pt x="11151" y="3309"/>
                  </a:lnTo>
                  <a:lnTo>
                    <a:pt x="12018" y="2794"/>
                  </a:lnTo>
                  <a:lnTo>
                    <a:pt x="12918" y="2321"/>
                  </a:lnTo>
                  <a:lnTo>
                    <a:pt x="13866" y="1880"/>
                  </a:lnTo>
                  <a:lnTo>
                    <a:pt x="14854" y="1485"/>
                  </a:lnTo>
                  <a:lnTo>
                    <a:pt x="15881" y="1137"/>
                  </a:lnTo>
                  <a:lnTo>
                    <a:pt x="16947" y="835"/>
                  </a:lnTo>
                  <a:lnTo>
                    <a:pt x="18052" y="580"/>
                  </a:lnTo>
                  <a:lnTo>
                    <a:pt x="19197" y="371"/>
                  </a:lnTo>
                  <a:lnTo>
                    <a:pt x="20381" y="208"/>
                  </a:lnTo>
                  <a:lnTo>
                    <a:pt x="21605" y="92"/>
                  </a:lnTo>
                  <a:lnTo>
                    <a:pt x="22867" y="23"/>
                  </a:lnTo>
                  <a:lnTo>
                    <a:pt x="24169" y="0"/>
                  </a:lnTo>
                  <a:lnTo>
                    <a:pt x="25520" y="31"/>
                  </a:lnTo>
                  <a:lnTo>
                    <a:pt x="26834" y="126"/>
                  </a:lnTo>
                  <a:lnTo>
                    <a:pt x="28111" y="283"/>
                  </a:lnTo>
                  <a:lnTo>
                    <a:pt x="29351" y="504"/>
                  </a:lnTo>
                  <a:lnTo>
                    <a:pt x="30554" y="788"/>
                  </a:lnTo>
                  <a:lnTo>
                    <a:pt x="31720" y="1135"/>
                  </a:lnTo>
                  <a:lnTo>
                    <a:pt x="32849" y="1546"/>
                  </a:lnTo>
                  <a:lnTo>
                    <a:pt x="33942" y="2019"/>
                  </a:lnTo>
                  <a:lnTo>
                    <a:pt x="34997" y="2555"/>
                  </a:lnTo>
                  <a:lnTo>
                    <a:pt x="36016" y="3155"/>
                  </a:lnTo>
                  <a:lnTo>
                    <a:pt x="37005" y="3801"/>
                  </a:lnTo>
                  <a:lnTo>
                    <a:pt x="37947" y="4500"/>
                  </a:lnTo>
                  <a:lnTo>
                    <a:pt x="38843" y="5253"/>
                  </a:lnTo>
                  <a:lnTo>
                    <a:pt x="39693" y="6060"/>
                  </a:lnTo>
                  <a:lnTo>
                    <a:pt x="40496" y="6920"/>
                  </a:lnTo>
                  <a:lnTo>
                    <a:pt x="41252" y="7834"/>
                  </a:lnTo>
                  <a:lnTo>
                    <a:pt x="41962" y="8801"/>
                  </a:lnTo>
                  <a:lnTo>
                    <a:pt x="42626" y="9822"/>
                  </a:lnTo>
                  <a:lnTo>
                    <a:pt x="43244" y="10897"/>
                  </a:lnTo>
                  <a:lnTo>
                    <a:pt x="43934" y="12025"/>
                  </a:lnTo>
                  <a:lnTo>
                    <a:pt x="43934" y="11724"/>
                  </a:lnTo>
                  <a:lnTo>
                    <a:pt x="43936" y="11415"/>
                  </a:lnTo>
                  <a:lnTo>
                    <a:pt x="43939" y="11100"/>
                  </a:lnTo>
                  <a:lnTo>
                    <a:pt x="43943" y="10777"/>
                  </a:lnTo>
                  <a:lnTo>
                    <a:pt x="43948" y="10447"/>
                  </a:lnTo>
                  <a:lnTo>
                    <a:pt x="43955" y="10110"/>
                  </a:lnTo>
                  <a:lnTo>
                    <a:pt x="43963" y="9766"/>
                  </a:lnTo>
                  <a:lnTo>
                    <a:pt x="43972" y="9415"/>
                  </a:lnTo>
                  <a:lnTo>
                    <a:pt x="43982" y="9057"/>
                  </a:lnTo>
                  <a:lnTo>
                    <a:pt x="43993" y="8691"/>
                  </a:lnTo>
                  <a:lnTo>
                    <a:pt x="44016" y="8324"/>
                  </a:lnTo>
                  <a:lnTo>
                    <a:pt x="44038" y="7962"/>
                  </a:lnTo>
                  <a:lnTo>
                    <a:pt x="44059" y="7605"/>
                  </a:lnTo>
                  <a:lnTo>
                    <a:pt x="44079" y="7253"/>
                  </a:lnTo>
                  <a:lnTo>
                    <a:pt x="44097" y="6905"/>
                  </a:lnTo>
                  <a:lnTo>
                    <a:pt x="44115" y="6562"/>
                  </a:lnTo>
                  <a:lnTo>
                    <a:pt x="44131" y="6224"/>
                  </a:lnTo>
                  <a:lnTo>
                    <a:pt x="44145" y="5891"/>
                  </a:lnTo>
                  <a:lnTo>
                    <a:pt x="44159" y="5562"/>
                  </a:lnTo>
                  <a:lnTo>
                    <a:pt x="44172" y="5238"/>
                  </a:lnTo>
                  <a:lnTo>
                    <a:pt x="44196" y="4910"/>
                  </a:lnTo>
                  <a:lnTo>
                    <a:pt x="44219" y="4591"/>
                  </a:lnTo>
                  <a:lnTo>
                    <a:pt x="44243" y="4281"/>
                  </a:lnTo>
                  <a:lnTo>
                    <a:pt x="44267" y="3981"/>
                  </a:lnTo>
                  <a:lnTo>
                    <a:pt x="44291" y="3690"/>
                  </a:lnTo>
                  <a:lnTo>
                    <a:pt x="44315" y="3409"/>
                  </a:lnTo>
                  <a:lnTo>
                    <a:pt x="44338" y="3138"/>
                  </a:lnTo>
                  <a:lnTo>
                    <a:pt x="44362" y="2876"/>
                  </a:lnTo>
                  <a:lnTo>
                    <a:pt x="44386" y="2624"/>
                  </a:lnTo>
                  <a:lnTo>
                    <a:pt x="44410" y="2381"/>
                  </a:lnTo>
                  <a:lnTo>
                    <a:pt x="44434" y="2153"/>
                  </a:lnTo>
                  <a:lnTo>
                    <a:pt x="44457" y="1945"/>
                  </a:lnTo>
                  <a:lnTo>
                    <a:pt x="44481" y="1757"/>
                  </a:lnTo>
                  <a:lnTo>
                    <a:pt x="44505" y="1590"/>
                  </a:lnTo>
                  <a:lnTo>
                    <a:pt x="44648" y="1012"/>
                  </a:lnTo>
                  <a:lnTo>
                    <a:pt x="54816" y="1126"/>
                  </a:lnTo>
                  <a:lnTo>
                    <a:pt x="54804" y="1257"/>
                  </a:lnTo>
                  <a:lnTo>
                    <a:pt x="54792" y="1403"/>
                  </a:lnTo>
                  <a:lnTo>
                    <a:pt x="54780" y="1564"/>
                  </a:lnTo>
                  <a:lnTo>
                    <a:pt x="54768" y="1741"/>
                  </a:lnTo>
                  <a:lnTo>
                    <a:pt x="54756" y="1933"/>
                  </a:lnTo>
                  <a:lnTo>
                    <a:pt x="54744" y="2141"/>
                  </a:lnTo>
                  <a:lnTo>
                    <a:pt x="54733" y="2364"/>
                  </a:lnTo>
                  <a:lnTo>
                    <a:pt x="54721" y="2603"/>
                  </a:lnTo>
                  <a:lnTo>
                    <a:pt x="54709" y="2857"/>
                  </a:lnTo>
                  <a:lnTo>
                    <a:pt x="54697" y="3112"/>
                  </a:lnTo>
                  <a:lnTo>
                    <a:pt x="54685" y="3378"/>
                  </a:lnTo>
                  <a:lnTo>
                    <a:pt x="54673" y="3655"/>
                  </a:lnTo>
                  <a:lnTo>
                    <a:pt x="54661" y="3943"/>
                  </a:lnTo>
                  <a:lnTo>
                    <a:pt x="54649" y="4241"/>
                  </a:lnTo>
                  <a:lnTo>
                    <a:pt x="54637" y="4550"/>
                  </a:lnTo>
                  <a:lnTo>
                    <a:pt x="54625" y="4870"/>
                  </a:lnTo>
                  <a:lnTo>
                    <a:pt x="54613" y="5200"/>
                  </a:lnTo>
                  <a:lnTo>
                    <a:pt x="54602" y="5541"/>
                  </a:lnTo>
                  <a:lnTo>
                    <a:pt x="54590" y="5893"/>
                  </a:lnTo>
                  <a:lnTo>
                    <a:pt x="54578" y="6254"/>
                  </a:lnTo>
                  <a:lnTo>
                    <a:pt x="54566" y="6624"/>
                  </a:lnTo>
                  <a:lnTo>
                    <a:pt x="54554" y="7002"/>
                  </a:lnTo>
                  <a:lnTo>
                    <a:pt x="54542" y="7389"/>
                  </a:lnTo>
                  <a:lnTo>
                    <a:pt x="54530" y="7783"/>
                  </a:lnTo>
                  <a:lnTo>
                    <a:pt x="54518" y="8186"/>
                  </a:lnTo>
                  <a:lnTo>
                    <a:pt x="54506" y="8598"/>
                  </a:lnTo>
                  <a:lnTo>
                    <a:pt x="54494" y="9017"/>
                  </a:lnTo>
                  <a:lnTo>
                    <a:pt x="54483" y="9445"/>
                  </a:lnTo>
                  <a:lnTo>
                    <a:pt x="54471" y="9882"/>
                  </a:lnTo>
                  <a:lnTo>
                    <a:pt x="54471" y="10312"/>
                  </a:lnTo>
                  <a:lnTo>
                    <a:pt x="54471" y="10746"/>
                  </a:lnTo>
                  <a:lnTo>
                    <a:pt x="54471" y="11184"/>
                  </a:lnTo>
                  <a:lnTo>
                    <a:pt x="54471" y="11625"/>
                  </a:lnTo>
                  <a:lnTo>
                    <a:pt x="54471" y="12069"/>
                  </a:lnTo>
                  <a:lnTo>
                    <a:pt x="54471" y="12518"/>
                  </a:lnTo>
                  <a:lnTo>
                    <a:pt x="54471" y="12970"/>
                  </a:lnTo>
                  <a:lnTo>
                    <a:pt x="54471" y="13425"/>
                  </a:lnTo>
                  <a:lnTo>
                    <a:pt x="54471" y="13884"/>
                  </a:lnTo>
                  <a:lnTo>
                    <a:pt x="54471" y="14347"/>
                  </a:lnTo>
                  <a:lnTo>
                    <a:pt x="54471" y="63579"/>
                  </a:lnTo>
                  <a:lnTo>
                    <a:pt x="54404" y="66214"/>
                  </a:lnTo>
                  <a:lnTo>
                    <a:pt x="54204" y="68715"/>
                  </a:lnTo>
                  <a:lnTo>
                    <a:pt x="53871" y="71082"/>
                  </a:lnTo>
                  <a:lnTo>
                    <a:pt x="53404" y="73313"/>
                  </a:lnTo>
                  <a:lnTo>
                    <a:pt x="52804" y="75411"/>
                  </a:lnTo>
                  <a:lnTo>
                    <a:pt x="52070" y="77373"/>
                  </a:lnTo>
                  <a:lnTo>
                    <a:pt x="51204" y="79202"/>
                  </a:lnTo>
                  <a:lnTo>
                    <a:pt x="50203" y="80895"/>
                  </a:lnTo>
                  <a:lnTo>
                    <a:pt x="49070" y="82454"/>
                  </a:lnTo>
                  <a:lnTo>
                    <a:pt x="47803" y="83879"/>
                  </a:lnTo>
                  <a:lnTo>
                    <a:pt x="46411" y="85180"/>
                  </a:lnTo>
                  <a:lnTo>
                    <a:pt x="44877" y="86344"/>
                  </a:lnTo>
                  <a:lnTo>
                    <a:pt x="43201" y="87371"/>
                  </a:lnTo>
                  <a:lnTo>
                    <a:pt x="41383" y="88261"/>
                  </a:lnTo>
                  <a:lnTo>
                    <a:pt x="39424" y="89014"/>
                  </a:lnTo>
                  <a:lnTo>
                    <a:pt x="37323" y="89630"/>
                  </a:lnTo>
                  <a:lnTo>
                    <a:pt x="35081" y="90109"/>
                  </a:lnTo>
                  <a:lnTo>
                    <a:pt x="32696" y="90451"/>
                  </a:lnTo>
                  <a:lnTo>
                    <a:pt x="30171" y="90657"/>
                  </a:lnTo>
                  <a:close/>
                  <a:moveTo>
                    <a:pt x="43815" y="33218"/>
                  </a:moveTo>
                  <a:lnTo>
                    <a:pt x="43800" y="31892"/>
                  </a:lnTo>
                  <a:lnTo>
                    <a:pt x="43755" y="30606"/>
                  </a:lnTo>
                  <a:lnTo>
                    <a:pt x="43681" y="29359"/>
                  </a:lnTo>
                  <a:lnTo>
                    <a:pt x="43576" y="28151"/>
                  </a:lnTo>
                  <a:lnTo>
                    <a:pt x="43442" y="26982"/>
                  </a:lnTo>
                  <a:lnTo>
                    <a:pt x="43279" y="25853"/>
                  </a:lnTo>
                  <a:lnTo>
                    <a:pt x="43085" y="24763"/>
                  </a:lnTo>
                  <a:lnTo>
                    <a:pt x="42862" y="23712"/>
                  </a:lnTo>
                  <a:lnTo>
                    <a:pt x="42609" y="22701"/>
                  </a:lnTo>
                  <a:lnTo>
                    <a:pt x="42326" y="21728"/>
                  </a:lnTo>
                  <a:lnTo>
                    <a:pt x="42031" y="20782"/>
                  </a:lnTo>
                  <a:lnTo>
                    <a:pt x="41717" y="19871"/>
                  </a:lnTo>
                  <a:lnTo>
                    <a:pt x="41383" y="18996"/>
                  </a:lnTo>
                  <a:lnTo>
                    <a:pt x="41031" y="18157"/>
                  </a:lnTo>
                  <a:lnTo>
                    <a:pt x="40659" y="17353"/>
                  </a:lnTo>
                  <a:lnTo>
                    <a:pt x="40269" y="16585"/>
                  </a:lnTo>
                  <a:lnTo>
                    <a:pt x="39859" y="15853"/>
                  </a:lnTo>
                  <a:lnTo>
                    <a:pt x="39431" y="15156"/>
                  </a:lnTo>
                  <a:lnTo>
                    <a:pt x="38983" y="14495"/>
                  </a:lnTo>
                  <a:lnTo>
                    <a:pt x="38516" y="13870"/>
                  </a:lnTo>
                  <a:lnTo>
                    <a:pt x="38033" y="13279"/>
                  </a:lnTo>
                  <a:lnTo>
                    <a:pt x="37535" y="12720"/>
                  </a:lnTo>
                  <a:lnTo>
                    <a:pt x="37023" y="12193"/>
                  </a:lnTo>
                  <a:lnTo>
                    <a:pt x="36497" y="11699"/>
                  </a:lnTo>
                  <a:lnTo>
                    <a:pt x="35956" y="11236"/>
                  </a:lnTo>
                  <a:lnTo>
                    <a:pt x="35402" y="10806"/>
                  </a:lnTo>
                  <a:lnTo>
                    <a:pt x="34832" y="10407"/>
                  </a:lnTo>
                  <a:lnTo>
                    <a:pt x="34249" y="10041"/>
                  </a:lnTo>
                  <a:lnTo>
                    <a:pt x="33651" y="9707"/>
                  </a:lnTo>
                  <a:lnTo>
                    <a:pt x="33039" y="9405"/>
                  </a:lnTo>
                  <a:lnTo>
                    <a:pt x="32430" y="9134"/>
                  </a:lnTo>
                  <a:lnTo>
                    <a:pt x="31818" y="8891"/>
                  </a:lnTo>
                  <a:lnTo>
                    <a:pt x="31202" y="8677"/>
                  </a:lnTo>
                  <a:lnTo>
                    <a:pt x="30582" y="8491"/>
                  </a:lnTo>
                  <a:lnTo>
                    <a:pt x="29959" y="8334"/>
                  </a:lnTo>
                  <a:lnTo>
                    <a:pt x="29332" y="8205"/>
                  </a:lnTo>
                  <a:lnTo>
                    <a:pt x="28701" y="8105"/>
                  </a:lnTo>
                  <a:lnTo>
                    <a:pt x="28067" y="8034"/>
                  </a:lnTo>
                  <a:lnTo>
                    <a:pt x="27430" y="7991"/>
                  </a:lnTo>
                  <a:lnTo>
                    <a:pt x="26789" y="7977"/>
                  </a:lnTo>
                  <a:lnTo>
                    <a:pt x="25978" y="7991"/>
                  </a:lnTo>
                  <a:lnTo>
                    <a:pt x="25191" y="8034"/>
                  </a:lnTo>
                  <a:lnTo>
                    <a:pt x="24426" y="8105"/>
                  </a:lnTo>
                  <a:lnTo>
                    <a:pt x="23683" y="8205"/>
                  </a:lnTo>
                  <a:lnTo>
                    <a:pt x="22964" y="8334"/>
                  </a:lnTo>
                  <a:lnTo>
                    <a:pt x="22267" y="8491"/>
                  </a:lnTo>
                  <a:lnTo>
                    <a:pt x="21592" y="8677"/>
                  </a:lnTo>
                  <a:lnTo>
                    <a:pt x="20940" y="8891"/>
                  </a:lnTo>
                  <a:lnTo>
                    <a:pt x="20311" y="9134"/>
                  </a:lnTo>
                  <a:lnTo>
                    <a:pt x="19704" y="9405"/>
                  </a:lnTo>
                  <a:lnTo>
                    <a:pt x="19130" y="9708"/>
                  </a:lnTo>
                  <a:lnTo>
                    <a:pt x="18576" y="10044"/>
                  </a:lnTo>
                  <a:lnTo>
                    <a:pt x="18040" y="10413"/>
                  </a:lnTo>
                  <a:lnTo>
                    <a:pt x="17523" y="10815"/>
                  </a:lnTo>
                  <a:lnTo>
                    <a:pt x="17025" y="11251"/>
                  </a:lnTo>
                  <a:lnTo>
                    <a:pt x="16547" y="11720"/>
                  </a:lnTo>
                  <a:lnTo>
                    <a:pt x="16087" y="12222"/>
                  </a:lnTo>
                  <a:lnTo>
                    <a:pt x="15647" y="12758"/>
                  </a:lnTo>
                  <a:lnTo>
                    <a:pt x="15225" y="13327"/>
                  </a:lnTo>
                  <a:lnTo>
                    <a:pt x="14823" y="13930"/>
                  </a:lnTo>
                  <a:lnTo>
                    <a:pt x="14451" y="14555"/>
                  </a:lnTo>
                  <a:lnTo>
                    <a:pt x="14099" y="15216"/>
                  </a:lnTo>
                  <a:lnTo>
                    <a:pt x="13766" y="15912"/>
                  </a:lnTo>
                  <a:lnTo>
                    <a:pt x="13451" y="16644"/>
                  </a:lnTo>
                  <a:lnTo>
                    <a:pt x="13156" y="17412"/>
                  </a:lnTo>
                  <a:lnTo>
                    <a:pt x="12880" y="18216"/>
                  </a:lnTo>
                  <a:lnTo>
                    <a:pt x="12623" y="19055"/>
                  </a:lnTo>
                  <a:lnTo>
                    <a:pt x="12384" y="19931"/>
                  </a:lnTo>
                  <a:lnTo>
                    <a:pt x="12165" y="20841"/>
                  </a:lnTo>
                  <a:lnTo>
                    <a:pt x="11965" y="21788"/>
                  </a:lnTo>
                  <a:lnTo>
                    <a:pt x="11796" y="22759"/>
                  </a:lnTo>
                  <a:lnTo>
                    <a:pt x="11644" y="23769"/>
                  </a:lnTo>
                  <a:lnTo>
                    <a:pt x="11510" y="24817"/>
                  </a:lnTo>
                  <a:lnTo>
                    <a:pt x="11394" y="25903"/>
                  </a:lnTo>
                  <a:lnTo>
                    <a:pt x="11296" y="27027"/>
                  </a:lnTo>
                  <a:lnTo>
                    <a:pt x="11215" y="28189"/>
                  </a:lnTo>
                  <a:lnTo>
                    <a:pt x="11153" y="29389"/>
                  </a:lnTo>
                  <a:lnTo>
                    <a:pt x="11108" y="30627"/>
                  </a:lnTo>
                  <a:lnTo>
                    <a:pt x="11081" y="31903"/>
                  </a:lnTo>
                  <a:lnTo>
                    <a:pt x="11072" y="33218"/>
                  </a:lnTo>
                  <a:lnTo>
                    <a:pt x="11081" y="34589"/>
                  </a:lnTo>
                  <a:lnTo>
                    <a:pt x="11108" y="35916"/>
                  </a:lnTo>
                  <a:lnTo>
                    <a:pt x="11153" y="37199"/>
                  </a:lnTo>
                  <a:lnTo>
                    <a:pt x="11215" y="38438"/>
                  </a:lnTo>
                  <a:lnTo>
                    <a:pt x="11296" y="39632"/>
                  </a:lnTo>
                  <a:lnTo>
                    <a:pt x="11394" y="40783"/>
                  </a:lnTo>
                  <a:lnTo>
                    <a:pt x="11510" y="41890"/>
                  </a:lnTo>
                  <a:lnTo>
                    <a:pt x="11644" y="42952"/>
                  </a:lnTo>
                  <a:lnTo>
                    <a:pt x="11796" y="43971"/>
                  </a:lnTo>
                  <a:lnTo>
                    <a:pt x="11965" y="44946"/>
                  </a:lnTo>
                  <a:lnTo>
                    <a:pt x="12165" y="45868"/>
                  </a:lnTo>
                  <a:lnTo>
                    <a:pt x="12384" y="46755"/>
                  </a:lnTo>
                  <a:lnTo>
                    <a:pt x="12623" y="47607"/>
                  </a:lnTo>
                  <a:lnTo>
                    <a:pt x="12880" y="48422"/>
                  </a:lnTo>
                  <a:lnTo>
                    <a:pt x="13156" y="49202"/>
                  </a:lnTo>
                  <a:lnTo>
                    <a:pt x="13451" y="49946"/>
                  </a:lnTo>
                  <a:lnTo>
                    <a:pt x="13766" y="50655"/>
                  </a:lnTo>
                  <a:lnTo>
                    <a:pt x="14099" y="51327"/>
                  </a:lnTo>
                  <a:lnTo>
                    <a:pt x="14451" y="51964"/>
                  </a:lnTo>
                  <a:lnTo>
                    <a:pt x="14823" y="52566"/>
                  </a:lnTo>
                  <a:lnTo>
                    <a:pt x="15214" y="53132"/>
                  </a:lnTo>
                  <a:lnTo>
                    <a:pt x="15625" y="53666"/>
                  </a:lnTo>
                  <a:lnTo>
                    <a:pt x="16057" y="54166"/>
                  </a:lnTo>
                  <a:lnTo>
                    <a:pt x="16509" y="54633"/>
                  </a:lnTo>
                  <a:lnTo>
                    <a:pt x="16981" y="55066"/>
                  </a:lnTo>
                  <a:lnTo>
                    <a:pt x="17473" y="55466"/>
                  </a:lnTo>
                  <a:lnTo>
                    <a:pt x="17986" y="55833"/>
                  </a:lnTo>
                  <a:lnTo>
                    <a:pt x="18518" y="56166"/>
                  </a:lnTo>
                  <a:lnTo>
                    <a:pt x="19072" y="56466"/>
                  </a:lnTo>
                  <a:lnTo>
                    <a:pt x="19645" y="56733"/>
                  </a:lnTo>
                  <a:lnTo>
                    <a:pt x="20240" y="56970"/>
                  </a:lnTo>
                  <a:lnTo>
                    <a:pt x="20857" y="57183"/>
                  </a:lnTo>
                  <a:lnTo>
                    <a:pt x="21497" y="57370"/>
                  </a:lnTo>
                  <a:lnTo>
                    <a:pt x="22159" y="57533"/>
                  </a:lnTo>
                  <a:lnTo>
                    <a:pt x="22845" y="57670"/>
                  </a:lnTo>
                  <a:lnTo>
                    <a:pt x="23552" y="57783"/>
                  </a:lnTo>
                  <a:lnTo>
                    <a:pt x="24283" y="57870"/>
                  </a:lnTo>
                  <a:lnTo>
                    <a:pt x="25036" y="57933"/>
                  </a:lnTo>
                  <a:lnTo>
                    <a:pt x="25812" y="57970"/>
                  </a:lnTo>
                  <a:lnTo>
                    <a:pt x="26610" y="57983"/>
                  </a:lnTo>
                  <a:lnTo>
                    <a:pt x="27251" y="57969"/>
                  </a:lnTo>
                  <a:lnTo>
                    <a:pt x="27889" y="57928"/>
                  </a:lnTo>
                  <a:lnTo>
                    <a:pt x="28523" y="57860"/>
                  </a:lnTo>
                  <a:lnTo>
                    <a:pt x="29153" y="57764"/>
                  </a:lnTo>
                  <a:lnTo>
                    <a:pt x="29780" y="57641"/>
                  </a:lnTo>
                  <a:lnTo>
                    <a:pt x="30403" y="57490"/>
                  </a:lnTo>
                  <a:lnTo>
                    <a:pt x="31023" y="57312"/>
                  </a:lnTo>
                  <a:lnTo>
                    <a:pt x="31639" y="57107"/>
                  </a:lnTo>
                  <a:lnTo>
                    <a:pt x="32252" y="56874"/>
                  </a:lnTo>
                  <a:lnTo>
                    <a:pt x="32861" y="56614"/>
                  </a:lnTo>
                  <a:lnTo>
                    <a:pt x="33473" y="56324"/>
                  </a:lnTo>
                  <a:lnTo>
                    <a:pt x="34073" y="56002"/>
                  </a:lnTo>
                  <a:lnTo>
                    <a:pt x="34659" y="55648"/>
                  </a:lnTo>
                  <a:lnTo>
                    <a:pt x="35232" y="55261"/>
                  </a:lnTo>
                  <a:lnTo>
                    <a:pt x="35793" y="54843"/>
                  </a:lnTo>
                  <a:lnTo>
                    <a:pt x="36340" y="54392"/>
                  </a:lnTo>
                  <a:lnTo>
                    <a:pt x="36874" y="53909"/>
                  </a:lnTo>
                  <a:lnTo>
                    <a:pt x="37395" y="53394"/>
                  </a:lnTo>
                  <a:lnTo>
                    <a:pt x="37902" y="52847"/>
                  </a:lnTo>
                  <a:lnTo>
                    <a:pt x="38397" y="52268"/>
                  </a:lnTo>
                  <a:lnTo>
                    <a:pt x="38876" y="51655"/>
                  </a:lnTo>
                  <a:lnTo>
                    <a:pt x="39335" y="51008"/>
                  </a:lnTo>
                  <a:lnTo>
                    <a:pt x="39776" y="50327"/>
                  </a:lnTo>
                  <a:lnTo>
                    <a:pt x="40197" y="49610"/>
                  </a:lnTo>
                  <a:lnTo>
                    <a:pt x="40600" y="48860"/>
                  </a:lnTo>
                  <a:lnTo>
                    <a:pt x="40983" y="48075"/>
                  </a:lnTo>
                  <a:lnTo>
                    <a:pt x="41348" y="47255"/>
                  </a:lnTo>
                  <a:lnTo>
                    <a:pt x="41693" y="46401"/>
                  </a:lnTo>
                  <a:lnTo>
                    <a:pt x="42019" y="45512"/>
                  </a:lnTo>
                  <a:lnTo>
                    <a:pt x="42326" y="44588"/>
                  </a:lnTo>
                  <a:lnTo>
                    <a:pt x="42609" y="43628"/>
                  </a:lnTo>
                  <a:lnTo>
                    <a:pt x="42862" y="42629"/>
                  </a:lnTo>
                  <a:lnTo>
                    <a:pt x="43085" y="41590"/>
                  </a:lnTo>
                  <a:lnTo>
                    <a:pt x="43279" y="40512"/>
                  </a:lnTo>
                  <a:lnTo>
                    <a:pt x="43442" y="39394"/>
                  </a:lnTo>
                  <a:lnTo>
                    <a:pt x="43576" y="38238"/>
                  </a:lnTo>
                  <a:lnTo>
                    <a:pt x="43681" y="37042"/>
                  </a:lnTo>
                  <a:lnTo>
                    <a:pt x="43755" y="35806"/>
                  </a:lnTo>
                  <a:lnTo>
                    <a:pt x="43800" y="345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h156"/>
            <p:cNvSpPr/>
            <p:nvPr/>
          </p:nvSpPr>
          <p:spPr>
            <a:xfrm>
              <a:off x="8476665" y="2810901"/>
              <a:ext cx="57209" cy="66794"/>
            </a:xfrm>
            <a:custGeom>
              <a:avLst/>
              <a:pathLst>
                <a:path w="57209" h="66794">
                  <a:moveTo>
                    <a:pt x="11251" y="35659"/>
                  </a:moveTo>
                  <a:lnTo>
                    <a:pt x="11261" y="36663"/>
                  </a:lnTo>
                  <a:lnTo>
                    <a:pt x="11291" y="37652"/>
                  </a:lnTo>
                  <a:lnTo>
                    <a:pt x="11342" y="38625"/>
                  </a:lnTo>
                  <a:lnTo>
                    <a:pt x="11413" y="39583"/>
                  </a:lnTo>
                  <a:lnTo>
                    <a:pt x="11504" y="40525"/>
                  </a:lnTo>
                  <a:lnTo>
                    <a:pt x="11615" y="41452"/>
                  </a:lnTo>
                  <a:lnTo>
                    <a:pt x="11747" y="42364"/>
                  </a:lnTo>
                  <a:lnTo>
                    <a:pt x="11899" y="43260"/>
                  </a:lnTo>
                  <a:lnTo>
                    <a:pt x="12071" y="44140"/>
                  </a:lnTo>
                  <a:lnTo>
                    <a:pt x="12263" y="45005"/>
                  </a:lnTo>
                  <a:lnTo>
                    <a:pt x="12488" y="45839"/>
                  </a:lnTo>
                  <a:lnTo>
                    <a:pt x="12734" y="46651"/>
                  </a:lnTo>
                  <a:lnTo>
                    <a:pt x="13002" y="47439"/>
                  </a:lnTo>
                  <a:lnTo>
                    <a:pt x="13292" y="48206"/>
                  </a:lnTo>
                  <a:lnTo>
                    <a:pt x="13602" y="48949"/>
                  </a:lnTo>
                  <a:lnTo>
                    <a:pt x="13935" y="49670"/>
                  </a:lnTo>
                  <a:lnTo>
                    <a:pt x="14288" y="50368"/>
                  </a:lnTo>
                  <a:lnTo>
                    <a:pt x="14663" y="51044"/>
                  </a:lnTo>
                  <a:lnTo>
                    <a:pt x="15060" y="51697"/>
                  </a:lnTo>
                  <a:lnTo>
                    <a:pt x="15478" y="52327"/>
                  </a:lnTo>
                  <a:lnTo>
                    <a:pt x="15930" y="52922"/>
                  </a:lnTo>
                  <a:lnTo>
                    <a:pt x="16406" y="53490"/>
                  </a:lnTo>
                  <a:lnTo>
                    <a:pt x="16906" y="54031"/>
                  </a:lnTo>
                  <a:lnTo>
                    <a:pt x="17430" y="54547"/>
                  </a:lnTo>
                  <a:lnTo>
                    <a:pt x="17978" y="55036"/>
                  </a:lnTo>
                  <a:lnTo>
                    <a:pt x="18549" y="55499"/>
                  </a:lnTo>
                  <a:lnTo>
                    <a:pt x="19145" y="55936"/>
                  </a:lnTo>
                  <a:lnTo>
                    <a:pt x="19764" y="56347"/>
                  </a:lnTo>
                  <a:lnTo>
                    <a:pt x="20407" y="56732"/>
                  </a:lnTo>
                  <a:lnTo>
                    <a:pt x="21074" y="57090"/>
                  </a:lnTo>
                  <a:lnTo>
                    <a:pt x="21766" y="57407"/>
                  </a:lnTo>
                  <a:lnTo>
                    <a:pt x="22486" y="57690"/>
                  </a:lnTo>
                  <a:lnTo>
                    <a:pt x="23233" y="57940"/>
                  </a:lnTo>
                  <a:lnTo>
                    <a:pt x="24007" y="58157"/>
                  </a:lnTo>
                  <a:lnTo>
                    <a:pt x="24809" y="58340"/>
                  </a:lnTo>
                  <a:lnTo>
                    <a:pt x="25638" y="58490"/>
                  </a:lnTo>
                  <a:lnTo>
                    <a:pt x="26495" y="58607"/>
                  </a:lnTo>
                  <a:lnTo>
                    <a:pt x="27379" y="58690"/>
                  </a:lnTo>
                  <a:lnTo>
                    <a:pt x="28291" y="58740"/>
                  </a:lnTo>
                  <a:lnTo>
                    <a:pt x="29229" y="58757"/>
                  </a:lnTo>
                  <a:lnTo>
                    <a:pt x="30594" y="58729"/>
                  </a:lnTo>
                  <a:lnTo>
                    <a:pt x="31903" y="58645"/>
                  </a:lnTo>
                  <a:lnTo>
                    <a:pt x="33157" y="58505"/>
                  </a:lnTo>
                  <a:lnTo>
                    <a:pt x="34354" y="58309"/>
                  </a:lnTo>
                  <a:lnTo>
                    <a:pt x="35495" y="58057"/>
                  </a:lnTo>
                  <a:lnTo>
                    <a:pt x="36580" y="57750"/>
                  </a:lnTo>
                  <a:lnTo>
                    <a:pt x="37610" y="57386"/>
                  </a:lnTo>
                  <a:lnTo>
                    <a:pt x="38583" y="56966"/>
                  </a:lnTo>
                  <a:lnTo>
                    <a:pt x="39500" y="56490"/>
                  </a:lnTo>
                  <a:lnTo>
                    <a:pt x="40362" y="55959"/>
                  </a:lnTo>
                  <a:lnTo>
                    <a:pt x="41180" y="55384"/>
                  </a:lnTo>
                  <a:lnTo>
                    <a:pt x="41943" y="54780"/>
                  </a:lnTo>
                  <a:lnTo>
                    <a:pt x="42651" y="54146"/>
                  </a:lnTo>
                  <a:lnTo>
                    <a:pt x="43305" y="53482"/>
                  </a:lnTo>
                  <a:lnTo>
                    <a:pt x="43904" y="52789"/>
                  </a:lnTo>
                  <a:lnTo>
                    <a:pt x="44448" y="52066"/>
                  </a:lnTo>
                  <a:lnTo>
                    <a:pt x="44937" y="51312"/>
                  </a:lnTo>
                  <a:lnTo>
                    <a:pt x="45372" y="50530"/>
                  </a:lnTo>
                  <a:lnTo>
                    <a:pt x="45752" y="49717"/>
                  </a:lnTo>
                  <a:lnTo>
                    <a:pt x="46077" y="48875"/>
                  </a:lnTo>
                  <a:lnTo>
                    <a:pt x="55483" y="51554"/>
                  </a:lnTo>
                  <a:lnTo>
                    <a:pt x="55272" y="52090"/>
                  </a:lnTo>
                  <a:lnTo>
                    <a:pt x="55044" y="52628"/>
                  </a:lnTo>
                  <a:lnTo>
                    <a:pt x="54800" y="53166"/>
                  </a:lnTo>
                  <a:lnTo>
                    <a:pt x="54540" y="53706"/>
                  </a:lnTo>
                  <a:lnTo>
                    <a:pt x="54262" y="54247"/>
                  </a:lnTo>
                  <a:lnTo>
                    <a:pt x="53968" y="54790"/>
                  </a:lnTo>
                  <a:lnTo>
                    <a:pt x="53657" y="55333"/>
                  </a:lnTo>
                  <a:lnTo>
                    <a:pt x="53330" y="55878"/>
                  </a:lnTo>
                  <a:lnTo>
                    <a:pt x="52986" y="56424"/>
                  </a:lnTo>
                  <a:lnTo>
                    <a:pt x="52625" y="56971"/>
                  </a:lnTo>
                  <a:lnTo>
                    <a:pt x="52255" y="57502"/>
                  </a:lnTo>
                  <a:lnTo>
                    <a:pt x="51861" y="58023"/>
                  </a:lnTo>
                  <a:lnTo>
                    <a:pt x="51441" y="58535"/>
                  </a:lnTo>
                  <a:lnTo>
                    <a:pt x="50996" y="59038"/>
                  </a:lnTo>
                  <a:lnTo>
                    <a:pt x="50527" y="59531"/>
                  </a:lnTo>
                  <a:lnTo>
                    <a:pt x="50032" y="60014"/>
                  </a:lnTo>
                  <a:lnTo>
                    <a:pt x="49512" y="60488"/>
                  </a:lnTo>
                  <a:lnTo>
                    <a:pt x="48968" y="60952"/>
                  </a:lnTo>
                  <a:lnTo>
                    <a:pt x="48398" y="61407"/>
                  </a:lnTo>
                  <a:lnTo>
                    <a:pt x="47803" y="61852"/>
                  </a:lnTo>
                  <a:lnTo>
                    <a:pt x="47180" y="62274"/>
                  </a:lnTo>
                  <a:lnTo>
                    <a:pt x="46527" y="62681"/>
                  </a:lnTo>
                  <a:lnTo>
                    <a:pt x="45842" y="63074"/>
                  </a:lnTo>
                  <a:lnTo>
                    <a:pt x="45127" y="63453"/>
                  </a:lnTo>
                  <a:lnTo>
                    <a:pt x="44380" y="63817"/>
                  </a:lnTo>
                  <a:lnTo>
                    <a:pt x="43603" y="64167"/>
                  </a:lnTo>
                  <a:lnTo>
                    <a:pt x="42794" y="64503"/>
                  </a:lnTo>
                  <a:lnTo>
                    <a:pt x="41955" y="64824"/>
                  </a:lnTo>
                  <a:lnTo>
                    <a:pt x="41084" y="65131"/>
                  </a:lnTo>
                  <a:lnTo>
                    <a:pt x="40183" y="65424"/>
                  </a:lnTo>
                  <a:lnTo>
                    <a:pt x="39259" y="65684"/>
                  </a:lnTo>
                  <a:lnTo>
                    <a:pt x="38297" y="65917"/>
                  </a:lnTo>
                  <a:lnTo>
                    <a:pt x="37297" y="66123"/>
                  </a:lnTo>
                  <a:lnTo>
                    <a:pt x="36259" y="66301"/>
                  </a:lnTo>
                  <a:lnTo>
                    <a:pt x="35182" y="66451"/>
                  </a:lnTo>
                  <a:lnTo>
                    <a:pt x="34068" y="66574"/>
                  </a:lnTo>
                  <a:lnTo>
                    <a:pt x="32916" y="66670"/>
                  </a:lnTo>
                  <a:lnTo>
                    <a:pt x="31725" y="66739"/>
                  </a:lnTo>
                  <a:lnTo>
                    <a:pt x="30496" y="66780"/>
                  </a:lnTo>
                  <a:lnTo>
                    <a:pt x="29229" y="66794"/>
                  </a:lnTo>
                  <a:lnTo>
                    <a:pt x="26440" y="66708"/>
                  </a:lnTo>
                  <a:lnTo>
                    <a:pt x="23786" y="66453"/>
                  </a:lnTo>
                  <a:lnTo>
                    <a:pt x="21268" y="66027"/>
                  </a:lnTo>
                  <a:lnTo>
                    <a:pt x="18885" y="65431"/>
                  </a:lnTo>
                  <a:lnTo>
                    <a:pt x="16638" y="64665"/>
                  </a:lnTo>
                  <a:lnTo>
                    <a:pt x="14528" y="63729"/>
                  </a:lnTo>
                  <a:lnTo>
                    <a:pt x="12552" y="62622"/>
                  </a:lnTo>
                  <a:lnTo>
                    <a:pt x="10713" y="61345"/>
                  </a:lnTo>
                  <a:lnTo>
                    <a:pt x="9009" y="59898"/>
                  </a:lnTo>
                  <a:lnTo>
                    <a:pt x="7441" y="58281"/>
                  </a:lnTo>
                  <a:lnTo>
                    <a:pt x="6027" y="56495"/>
                  </a:lnTo>
                  <a:lnTo>
                    <a:pt x="4762" y="54544"/>
                  </a:lnTo>
                  <a:lnTo>
                    <a:pt x="3646" y="52428"/>
                  </a:lnTo>
                  <a:lnTo>
                    <a:pt x="2678" y="50146"/>
                  </a:lnTo>
                  <a:lnTo>
                    <a:pt x="1860" y="47699"/>
                  </a:lnTo>
                  <a:lnTo>
                    <a:pt x="1190" y="45086"/>
                  </a:lnTo>
                  <a:lnTo>
                    <a:pt x="669" y="42308"/>
                  </a:lnTo>
                  <a:lnTo>
                    <a:pt x="297" y="39364"/>
                  </a:lnTo>
                  <a:lnTo>
                    <a:pt x="74" y="36255"/>
                  </a:lnTo>
                  <a:lnTo>
                    <a:pt x="0" y="32980"/>
                  </a:lnTo>
                  <a:lnTo>
                    <a:pt x="22" y="31198"/>
                  </a:lnTo>
                  <a:lnTo>
                    <a:pt x="90" y="29472"/>
                  </a:lnTo>
                  <a:lnTo>
                    <a:pt x="203" y="27802"/>
                  </a:lnTo>
                  <a:lnTo>
                    <a:pt x="361" y="26188"/>
                  </a:lnTo>
                  <a:lnTo>
                    <a:pt x="565" y="24631"/>
                  </a:lnTo>
                  <a:lnTo>
                    <a:pt x="814" y="23129"/>
                  </a:lnTo>
                  <a:lnTo>
                    <a:pt x="1108" y="21683"/>
                  </a:lnTo>
                  <a:lnTo>
                    <a:pt x="1447" y="20293"/>
                  </a:lnTo>
                  <a:lnTo>
                    <a:pt x="1832" y="18958"/>
                  </a:lnTo>
                  <a:lnTo>
                    <a:pt x="2262" y="17680"/>
                  </a:lnTo>
                  <a:lnTo>
                    <a:pt x="2731" y="16442"/>
                  </a:lnTo>
                  <a:lnTo>
                    <a:pt x="3233" y="15251"/>
                  </a:lnTo>
                  <a:lnTo>
                    <a:pt x="3769" y="14108"/>
                  </a:lnTo>
                  <a:lnTo>
                    <a:pt x="4338" y="13013"/>
                  </a:lnTo>
                  <a:lnTo>
                    <a:pt x="4941" y="11965"/>
                  </a:lnTo>
                  <a:lnTo>
                    <a:pt x="5576" y="10965"/>
                  </a:lnTo>
                  <a:lnTo>
                    <a:pt x="6246" y="10013"/>
                  </a:lnTo>
                  <a:lnTo>
                    <a:pt x="6948" y="9108"/>
                  </a:lnTo>
                  <a:lnTo>
                    <a:pt x="7684" y="8251"/>
                  </a:lnTo>
                  <a:lnTo>
                    <a:pt x="8453" y="7441"/>
                  </a:lnTo>
                  <a:lnTo>
                    <a:pt x="9252" y="6677"/>
                  </a:lnTo>
                  <a:lnTo>
                    <a:pt x="10077" y="5957"/>
                  </a:lnTo>
                  <a:lnTo>
                    <a:pt x="10928" y="5282"/>
                  </a:lnTo>
                  <a:lnTo>
                    <a:pt x="11806" y="4650"/>
                  </a:lnTo>
                  <a:lnTo>
                    <a:pt x="12709" y="4063"/>
                  </a:lnTo>
                  <a:lnTo>
                    <a:pt x="13639" y="3519"/>
                  </a:lnTo>
                  <a:lnTo>
                    <a:pt x="14595" y="3020"/>
                  </a:lnTo>
                  <a:lnTo>
                    <a:pt x="15578" y="2564"/>
                  </a:lnTo>
                  <a:lnTo>
                    <a:pt x="16586" y="2153"/>
                  </a:lnTo>
                  <a:lnTo>
                    <a:pt x="17621" y="1785"/>
                  </a:lnTo>
                  <a:lnTo>
                    <a:pt x="18676" y="1446"/>
                  </a:lnTo>
                  <a:lnTo>
                    <a:pt x="19745" y="1143"/>
                  </a:lnTo>
                  <a:lnTo>
                    <a:pt x="20828" y="875"/>
                  </a:lnTo>
                  <a:lnTo>
                    <a:pt x="21926" y="642"/>
                  </a:lnTo>
                  <a:lnTo>
                    <a:pt x="23038" y="446"/>
                  </a:lnTo>
                  <a:lnTo>
                    <a:pt x="24164" y="285"/>
                  </a:lnTo>
                  <a:lnTo>
                    <a:pt x="25305" y="160"/>
                  </a:lnTo>
                  <a:lnTo>
                    <a:pt x="26460" y="71"/>
                  </a:lnTo>
                  <a:lnTo>
                    <a:pt x="27629" y="17"/>
                  </a:lnTo>
                  <a:lnTo>
                    <a:pt x="28813" y="0"/>
                  </a:lnTo>
                  <a:lnTo>
                    <a:pt x="30405" y="26"/>
                  </a:lnTo>
                  <a:lnTo>
                    <a:pt x="31944" y="104"/>
                  </a:lnTo>
                  <a:lnTo>
                    <a:pt x="33429" y="235"/>
                  </a:lnTo>
                  <a:lnTo>
                    <a:pt x="34861" y="419"/>
                  </a:lnTo>
                  <a:lnTo>
                    <a:pt x="36239" y="654"/>
                  </a:lnTo>
                  <a:lnTo>
                    <a:pt x="37564" y="942"/>
                  </a:lnTo>
                  <a:lnTo>
                    <a:pt x="38835" y="1283"/>
                  </a:lnTo>
                  <a:lnTo>
                    <a:pt x="40052" y="1676"/>
                  </a:lnTo>
                  <a:lnTo>
                    <a:pt x="41216" y="2121"/>
                  </a:lnTo>
                  <a:lnTo>
                    <a:pt x="42326" y="2619"/>
                  </a:lnTo>
                  <a:lnTo>
                    <a:pt x="43400" y="3163"/>
                  </a:lnTo>
                  <a:lnTo>
                    <a:pt x="44429" y="3748"/>
                  </a:lnTo>
                  <a:lnTo>
                    <a:pt x="45414" y="4373"/>
                  </a:lnTo>
                  <a:lnTo>
                    <a:pt x="46355" y="5038"/>
                  </a:lnTo>
                  <a:lnTo>
                    <a:pt x="47252" y="5744"/>
                  </a:lnTo>
                  <a:lnTo>
                    <a:pt x="48106" y="6491"/>
                  </a:lnTo>
                  <a:lnTo>
                    <a:pt x="48915" y="7278"/>
                  </a:lnTo>
                  <a:lnTo>
                    <a:pt x="49680" y="8105"/>
                  </a:lnTo>
                  <a:lnTo>
                    <a:pt x="50400" y="8973"/>
                  </a:lnTo>
                  <a:lnTo>
                    <a:pt x="51077" y="9882"/>
                  </a:lnTo>
                  <a:lnTo>
                    <a:pt x="51724" y="10815"/>
                  </a:lnTo>
                  <a:lnTo>
                    <a:pt x="52332" y="11782"/>
                  </a:lnTo>
                  <a:lnTo>
                    <a:pt x="52901" y="12782"/>
                  </a:lnTo>
                  <a:lnTo>
                    <a:pt x="53430" y="13816"/>
                  </a:lnTo>
                  <a:lnTo>
                    <a:pt x="53920" y="14882"/>
                  </a:lnTo>
                  <a:lnTo>
                    <a:pt x="54371" y="15982"/>
                  </a:lnTo>
                  <a:lnTo>
                    <a:pt x="54782" y="17116"/>
                  </a:lnTo>
                  <a:lnTo>
                    <a:pt x="55154" y="18283"/>
                  </a:lnTo>
                  <a:lnTo>
                    <a:pt x="55487" y="19483"/>
                  </a:lnTo>
                  <a:lnTo>
                    <a:pt x="55780" y="20716"/>
                  </a:lnTo>
                  <a:lnTo>
                    <a:pt x="56052" y="21977"/>
                  </a:lnTo>
                  <a:lnTo>
                    <a:pt x="56295" y="23257"/>
                  </a:lnTo>
                  <a:lnTo>
                    <a:pt x="56509" y="24558"/>
                  </a:lnTo>
                  <a:lnTo>
                    <a:pt x="56695" y="25879"/>
                  </a:lnTo>
                  <a:lnTo>
                    <a:pt x="56852" y="27220"/>
                  </a:lnTo>
                  <a:lnTo>
                    <a:pt x="56980" y="28582"/>
                  </a:lnTo>
                  <a:lnTo>
                    <a:pt x="57080" y="29963"/>
                  </a:lnTo>
                  <a:lnTo>
                    <a:pt x="57152" y="31365"/>
                  </a:lnTo>
                  <a:lnTo>
                    <a:pt x="57195" y="32788"/>
                  </a:lnTo>
                  <a:lnTo>
                    <a:pt x="57209" y="34230"/>
                  </a:lnTo>
                  <a:lnTo>
                    <a:pt x="57209" y="35659"/>
                  </a:lnTo>
                  <a:close/>
                  <a:moveTo>
                    <a:pt x="46136" y="27443"/>
                  </a:moveTo>
                  <a:lnTo>
                    <a:pt x="45924" y="25463"/>
                  </a:lnTo>
                  <a:lnTo>
                    <a:pt x="45643" y="23593"/>
                  </a:lnTo>
                  <a:lnTo>
                    <a:pt x="45295" y="21834"/>
                  </a:lnTo>
                  <a:lnTo>
                    <a:pt x="44879" y="20185"/>
                  </a:lnTo>
                  <a:lnTo>
                    <a:pt x="44395" y="18648"/>
                  </a:lnTo>
                  <a:lnTo>
                    <a:pt x="43843" y="17221"/>
                  </a:lnTo>
                  <a:lnTo>
                    <a:pt x="43223" y="15904"/>
                  </a:lnTo>
                  <a:lnTo>
                    <a:pt x="42536" y="14699"/>
                  </a:lnTo>
                  <a:lnTo>
                    <a:pt x="41780" y="13604"/>
                  </a:lnTo>
                  <a:lnTo>
                    <a:pt x="40957" y="12620"/>
                  </a:lnTo>
                  <a:lnTo>
                    <a:pt x="40062" y="11727"/>
                  </a:lnTo>
                  <a:lnTo>
                    <a:pt x="39092" y="10927"/>
                  </a:lnTo>
                  <a:lnTo>
                    <a:pt x="38048" y="10222"/>
                  </a:lnTo>
                  <a:lnTo>
                    <a:pt x="36928" y="9610"/>
                  </a:lnTo>
                  <a:lnTo>
                    <a:pt x="35733" y="9093"/>
                  </a:lnTo>
                  <a:lnTo>
                    <a:pt x="34463" y="8670"/>
                  </a:lnTo>
                  <a:lnTo>
                    <a:pt x="33119" y="8340"/>
                  </a:lnTo>
                  <a:lnTo>
                    <a:pt x="31699" y="8105"/>
                  </a:lnTo>
                  <a:lnTo>
                    <a:pt x="30204" y="7964"/>
                  </a:lnTo>
                  <a:lnTo>
                    <a:pt x="28634" y="7917"/>
                  </a:lnTo>
                  <a:lnTo>
                    <a:pt x="28095" y="7926"/>
                  </a:lnTo>
                  <a:lnTo>
                    <a:pt x="27551" y="7953"/>
                  </a:lnTo>
                  <a:lnTo>
                    <a:pt x="27000" y="7998"/>
                  </a:lnTo>
                  <a:lnTo>
                    <a:pt x="26443" y="8060"/>
                  </a:lnTo>
                  <a:lnTo>
                    <a:pt x="25881" y="8140"/>
                  </a:lnTo>
                  <a:lnTo>
                    <a:pt x="25312" y="8239"/>
                  </a:lnTo>
                  <a:lnTo>
                    <a:pt x="24738" y="8355"/>
                  </a:lnTo>
                  <a:lnTo>
                    <a:pt x="24157" y="8489"/>
                  </a:lnTo>
                  <a:lnTo>
                    <a:pt x="23571" y="8640"/>
                  </a:lnTo>
                  <a:lnTo>
                    <a:pt x="22979" y="8810"/>
                  </a:lnTo>
                  <a:lnTo>
                    <a:pt x="22399" y="8991"/>
                  </a:lnTo>
                  <a:lnTo>
                    <a:pt x="21828" y="9198"/>
                  </a:lnTo>
                  <a:lnTo>
                    <a:pt x="21266" y="9433"/>
                  </a:lnTo>
                  <a:lnTo>
                    <a:pt x="20712" y="9696"/>
                  </a:lnTo>
                  <a:lnTo>
                    <a:pt x="20166" y="9986"/>
                  </a:lnTo>
                  <a:lnTo>
                    <a:pt x="19628" y="10303"/>
                  </a:lnTo>
                  <a:lnTo>
                    <a:pt x="19099" y="10648"/>
                  </a:lnTo>
                  <a:lnTo>
                    <a:pt x="18578" y="11020"/>
                  </a:lnTo>
                  <a:lnTo>
                    <a:pt x="18065" y="11419"/>
                  </a:lnTo>
                  <a:lnTo>
                    <a:pt x="17561" y="11846"/>
                  </a:lnTo>
                  <a:lnTo>
                    <a:pt x="17069" y="12303"/>
                  </a:lnTo>
                  <a:lnTo>
                    <a:pt x="16592" y="12792"/>
                  </a:lnTo>
                  <a:lnTo>
                    <a:pt x="16131" y="13312"/>
                  </a:lnTo>
                  <a:lnTo>
                    <a:pt x="15685" y="13866"/>
                  </a:lnTo>
                  <a:lnTo>
                    <a:pt x="15254" y="14451"/>
                  </a:lnTo>
                  <a:lnTo>
                    <a:pt x="14839" y="15068"/>
                  </a:lnTo>
                  <a:lnTo>
                    <a:pt x="14440" y="15718"/>
                  </a:lnTo>
                  <a:lnTo>
                    <a:pt x="14056" y="16399"/>
                  </a:lnTo>
                  <a:lnTo>
                    <a:pt x="13688" y="17113"/>
                  </a:lnTo>
                  <a:lnTo>
                    <a:pt x="13335" y="17859"/>
                  </a:lnTo>
                  <a:lnTo>
                    <a:pt x="13004" y="18630"/>
                  </a:lnTo>
                  <a:lnTo>
                    <a:pt x="12703" y="19442"/>
                  </a:lnTo>
                  <a:lnTo>
                    <a:pt x="12433" y="20297"/>
                  </a:lnTo>
                  <a:lnTo>
                    <a:pt x="12192" y="21193"/>
                  </a:lnTo>
                  <a:lnTo>
                    <a:pt x="11980" y="22130"/>
                  </a:lnTo>
                  <a:lnTo>
                    <a:pt x="11799" y="23110"/>
                  </a:lnTo>
                  <a:lnTo>
                    <a:pt x="11647" y="24130"/>
                  </a:lnTo>
                  <a:lnTo>
                    <a:pt x="11525" y="25193"/>
                  </a:lnTo>
                  <a:lnTo>
                    <a:pt x="11432" y="26297"/>
                  </a:lnTo>
                  <a:lnTo>
                    <a:pt x="11370" y="274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h157"/>
            <p:cNvSpPr/>
            <p:nvPr/>
          </p:nvSpPr>
          <p:spPr>
            <a:xfrm>
              <a:off x="7933108" y="3245387"/>
              <a:ext cx="136921" cy="138112"/>
            </a:xfrm>
            <a:custGeom>
              <a:avLst/>
              <a:pathLst>
                <a:path w="136921" h="138112">
                  <a:moveTo>
                    <a:pt x="22621" y="0"/>
                  </a:moveTo>
                  <a:lnTo>
                    <a:pt x="24610" y="2393"/>
                  </a:lnTo>
                  <a:lnTo>
                    <a:pt x="26527" y="4810"/>
                  </a:lnTo>
                  <a:lnTo>
                    <a:pt x="28372" y="7250"/>
                  </a:lnTo>
                  <a:lnTo>
                    <a:pt x="30146" y="9715"/>
                  </a:lnTo>
                  <a:lnTo>
                    <a:pt x="31849" y="12203"/>
                  </a:lnTo>
                  <a:lnTo>
                    <a:pt x="33480" y="14716"/>
                  </a:lnTo>
                  <a:lnTo>
                    <a:pt x="35040" y="17252"/>
                  </a:lnTo>
                  <a:lnTo>
                    <a:pt x="36528" y="19812"/>
                  </a:lnTo>
                  <a:lnTo>
                    <a:pt x="37945" y="22395"/>
                  </a:lnTo>
                  <a:lnTo>
                    <a:pt x="39290" y="25003"/>
                  </a:lnTo>
                  <a:lnTo>
                    <a:pt x="27979" y="31551"/>
                  </a:lnTo>
                  <a:lnTo>
                    <a:pt x="26747" y="28944"/>
                  </a:lnTo>
                  <a:lnTo>
                    <a:pt x="25431" y="26360"/>
                  </a:lnTo>
                  <a:lnTo>
                    <a:pt x="24032" y="23800"/>
                  </a:lnTo>
                  <a:lnTo>
                    <a:pt x="22550" y="21264"/>
                  </a:lnTo>
                  <a:lnTo>
                    <a:pt x="20984" y="18752"/>
                  </a:lnTo>
                  <a:lnTo>
                    <a:pt x="19335" y="16263"/>
                  </a:lnTo>
                  <a:lnTo>
                    <a:pt x="17603" y="13799"/>
                  </a:lnTo>
                  <a:lnTo>
                    <a:pt x="15787" y="11358"/>
                  </a:lnTo>
                  <a:lnTo>
                    <a:pt x="13888" y="8941"/>
                  </a:lnTo>
                  <a:lnTo>
                    <a:pt x="11906" y="6548"/>
                  </a:lnTo>
                  <a:close/>
                  <a:moveTo>
                    <a:pt x="0" y="44053"/>
                  </a:moveTo>
                  <a:lnTo>
                    <a:pt x="32146" y="44053"/>
                  </a:lnTo>
                  <a:lnTo>
                    <a:pt x="32146" y="113109"/>
                  </a:lnTo>
                  <a:lnTo>
                    <a:pt x="44648" y="99417"/>
                  </a:lnTo>
                  <a:lnTo>
                    <a:pt x="52387" y="106560"/>
                  </a:lnTo>
                  <a:lnTo>
                    <a:pt x="50661" y="108823"/>
                  </a:lnTo>
                  <a:lnTo>
                    <a:pt x="48815" y="111085"/>
                  </a:lnTo>
                  <a:lnTo>
                    <a:pt x="46851" y="113347"/>
                  </a:lnTo>
                  <a:lnTo>
                    <a:pt x="44767" y="115609"/>
                  </a:lnTo>
                  <a:lnTo>
                    <a:pt x="42564" y="117871"/>
                  </a:lnTo>
                  <a:lnTo>
                    <a:pt x="40243" y="120134"/>
                  </a:lnTo>
                  <a:lnTo>
                    <a:pt x="37802" y="122396"/>
                  </a:lnTo>
                  <a:lnTo>
                    <a:pt x="35242" y="124658"/>
                  </a:lnTo>
                  <a:lnTo>
                    <a:pt x="32563" y="126920"/>
                  </a:lnTo>
                  <a:lnTo>
                    <a:pt x="29765" y="129182"/>
                  </a:lnTo>
                  <a:lnTo>
                    <a:pt x="20835" y="121443"/>
                  </a:lnTo>
                  <a:lnTo>
                    <a:pt x="20835" y="54768"/>
                  </a:lnTo>
                  <a:lnTo>
                    <a:pt x="0" y="54768"/>
                  </a:lnTo>
                  <a:close/>
                  <a:moveTo>
                    <a:pt x="41076" y="46434"/>
                  </a:moveTo>
                  <a:lnTo>
                    <a:pt x="83343" y="46434"/>
                  </a:lnTo>
                  <a:lnTo>
                    <a:pt x="83343" y="0"/>
                  </a:lnTo>
                  <a:lnTo>
                    <a:pt x="95250" y="0"/>
                  </a:lnTo>
                  <a:lnTo>
                    <a:pt x="95250" y="46434"/>
                  </a:lnTo>
                  <a:lnTo>
                    <a:pt x="136921" y="46434"/>
                  </a:lnTo>
                  <a:lnTo>
                    <a:pt x="136921" y="57745"/>
                  </a:lnTo>
                  <a:lnTo>
                    <a:pt x="95250" y="57745"/>
                  </a:lnTo>
                  <a:lnTo>
                    <a:pt x="95250" y="138112"/>
                  </a:lnTo>
                  <a:lnTo>
                    <a:pt x="83343" y="138112"/>
                  </a:lnTo>
                  <a:lnTo>
                    <a:pt x="83343" y="57745"/>
                  </a:lnTo>
                  <a:lnTo>
                    <a:pt x="41076" y="5774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h158"/>
            <p:cNvSpPr/>
            <p:nvPr/>
          </p:nvSpPr>
          <p:spPr>
            <a:xfrm>
              <a:off x="8085508" y="3244196"/>
              <a:ext cx="136921" cy="138112"/>
            </a:xfrm>
            <a:custGeom>
              <a:avLst/>
              <a:pathLst>
                <a:path w="136921" h="138112">
                  <a:moveTo>
                    <a:pt x="25003" y="0"/>
                  </a:moveTo>
                  <a:lnTo>
                    <a:pt x="36909" y="3571"/>
                  </a:lnTo>
                  <a:lnTo>
                    <a:pt x="33337" y="10120"/>
                  </a:lnTo>
                  <a:lnTo>
                    <a:pt x="67865" y="10120"/>
                  </a:lnTo>
                  <a:lnTo>
                    <a:pt x="67865" y="20240"/>
                  </a:lnTo>
                  <a:lnTo>
                    <a:pt x="48815" y="20240"/>
                  </a:lnTo>
                  <a:lnTo>
                    <a:pt x="49762" y="21193"/>
                  </a:lnTo>
                  <a:lnTo>
                    <a:pt x="50696" y="22145"/>
                  </a:lnTo>
                  <a:lnTo>
                    <a:pt x="51619" y="23098"/>
                  </a:lnTo>
                  <a:lnTo>
                    <a:pt x="52530" y="24050"/>
                  </a:lnTo>
                  <a:lnTo>
                    <a:pt x="53429" y="25003"/>
                  </a:lnTo>
                  <a:lnTo>
                    <a:pt x="54316" y="25955"/>
                  </a:lnTo>
                  <a:lnTo>
                    <a:pt x="55191" y="26908"/>
                  </a:lnTo>
                  <a:lnTo>
                    <a:pt x="56054" y="27860"/>
                  </a:lnTo>
                  <a:lnTo>
                    <a:pt x="56905" y="28813"/>
                  </a:lnTo>
                  <a:lnTo>
                    <a:pt x="57745" y="29765"/>
                  </a:lnTo>
                  <a:lnTo>
                    <a:pt x="47029" y="35718"/>
                  </a:lnTo>
                  <a:lnTo>
                    <a:pt x="46059" y="34170"/>
                  </a:lnTo>
                  <a:lnTo>
                    <a:pt x="45053" y="32623"/>
                  </a:lnTo>
                  <a:lnTo>
                    <a:pt x="44011" y="31075"/>
                  </a:lnTo>
                  <a:lnTo>
                    <a:pt x="42933" y="29527"/>
                  </a:lnTo>
                  <a:lnTo>
                    <a:pt x="41820" y="27979"/>
                  </a:lnTo>
                  <a:lnTo>
                    <a:pt x="40671" y="26431"/>
                  </a:lnTo>
                  <a:lnTo>
                    <a:pt x="39487" y="24884"/>
                  </a:lnTo>
                  <a:lnTo>
                    <a:pt x="38266" y="23336"/>
                  </a:lnTo>
                  <a:lnTo>
                    <a:pt x="37010" y="21788"/>
                  </a:lnTo>
                  <a:lnTo>
                    <a:pt x="35718" y="20240"/>
                  </a:lnTo>
                  <a:lnTo>
                    <a:pt x="26193" y="20240"/>
                  </a:lnTo>
                  <a:lnTo>
                    <a:pt x="24741" y="22121"/>
                  </a:lnTo>
                  <a:lnTo>
                    <a:pt x="23241" y="23955"/>
                  </a:lnTo>
                  <a:lnTo>
                    <a:pt x="21693" y="25741"/>
                  </a:lnTo>
                  <a:lnTo>
                    <a:pt x="20097" y="27479"/>
                  </a:lnTo>
                  <a:lnTo>
                    <a:pt x="18454" y="29170"/>
                  </a:lnTo>
                  <a:lnTo>
                    <a:pt x="16764" y="30813"/>
                  </a:lnTo>
                  <a:lnTo>
                    <a:pt x="15025" y="32408"/>
                  </a:lnTo>
                  <a:lnTo>
                    <a:pt x="13239" y="33956"/>
                  </a:lnTo>
                  <a:lnTo>
                    <a:pt x="11406" y="35456"/>
                  </a:lnTo>
                  <a:lnTo>
                    <a:pt x="9525" y="36909"/>
                  </a:lnTo>
                  <a:lnTo>
                    <a:pt x="0" y="29765"/>
                  </a:lnTo>
                  <a:lnTo>
                    <a:pt x="3464" y="27003"/>
                  </a:lnTo>
                  <a:lnTo>
                    <a:pt x="6715" y="24193"/>
                  </a:lnTo>
                  <a:lnTo>
                    <a:pt x="9751" y="21336"/>
                  </a:lnTo>
                  <a:lnTo>
                    <a:pt x="12573" y="18430"/>
                  </a:lnTo>
                  <a:lnTo>
                    <a:pt x="15180" y="15478"/>
                  </a:lnTo>
                  <a:lnTo>
                    <a:pt x="17573" y="12477"/>
                  </a:lnTo>
                  <a:lnTo>
                    <a:pt x="19752" y="9429"/>
                  </a:lnTo>
                  <a:lnTo>
                    <a:pt x="21717" y="6334"/>
                  </a:lnTo>
                  <a:lnTo>
                    <a:pt x="23467" y="3190"/>
                  </a:lnTo>
                  <a:close/>
                  <a:moveTo>
                    <a:pt x="86915" y="0"/>
                  </a:moveTo>
                  <a:lnTo>
                    <a:pt x="98226" y="3571"/>
                  </a:lnTo>
                  <a:lnTo>
                    <a:pt x="97982" y="4173"/>
                  </a:lnTo>
                  <a:lnTo>
                    <a:pt x="97726" y="4786"/>
                  </a:lnTo>
                  <a:lnTo>
                    <a:pt x="97458" y="5411"/>
                  </a:lnTo>
                  <a:lnTo>
                    <a:pt x="97178" y="6048"/>
                  </a:lnTo>
                  <a:lnTo>
                    <a:pt x="96887" y="6697"/>
                  </a:lnTo>
                  <a:lnTo>
                    <a:pt x="96583" y="7358"/>
                  </a:lnTo>
                  <a:lnTo>
                    <a:pt x="96267" y="8030"/>
                  </a:lnTo>
                  <a:lnTo>
                    <a:pt x="95940" y="8715"/>
                  </a:lnTo>
                  <a:lnTo>
                    <a:pt x="95601" y="9411"/>
                  </a:lnTo>
                  <a:lnTo>
                    <a:pt x="95250" y="10120"/>
                  </a:lnTo>
                  <a:lnTo>
                    <a:pt x="136326" y="10120"/>
                  </a:lnTo>
                  <a:lnTo>
                    <a:pt x="136326" y="20240"/>
                  </a:lnTo>
                  <a:lnTo>
                    <a:pt x="112514" y="20240"/>
                  </a:lnTo>
                  <a:lnTo>
                    <a:pt x="117871" y="26789"/>
                  </a:lnTo>
                  <a:lnTo>
                    <a:pt x="107156" y="32742"/>
                  </a:lnTo>
                  <a:lnTo>
                    <a:pt x="106429" y="31545"/>
                  </a:lnTo>
                  <a:lnTo>
                    <a:pt x="105679" y="30337"/>
                  </a:lnTo>
                  <a:lnTo>
                    <a:pt x="104905" y="29116"/>
                  </a:lnTo>
                  <a:lnTo>
                    <a:pt x="104108" y="27884"/>
                  </a:lnTo>
                  <a:lnTo>
                    <a:pt x="103286" y="26640"/>
                  </a:lnTo>
                  <a:lnTo>
                    <a:pt x="102441" y="25384"/>
                  </a:lnTo>
                  <a:lnTo>
                    <a:pt x="101572" y="24116"/>
                  </a:lnTo>
                  <a:lnTo>
                    <a:pt x="100679" y="22836"/>
                  </a:lnTo>
                  <a:lnTo>
                    <a:pt x="99762" y="21544"/>
                  </a:lnTo>
                  <a:lnTo>
                    <a:pt x="98821" y="20240"/>
                  </a:lnTo>
                  <a:lnTo>
                    <a:pt x="88701" y="20240"/>
                  </a:lnTo>
                  <a:lnTo>
                    <a:pt x="87493" y="21889"/>
                  </a:lnTo>
                  <a:lnTo>
                    <a:pt x="86248" y="23502"/>
                  </a:lnTo>
                  <a:lnTo>
                    <a:pt x="84968" y="25080"/>
                  </a:lnTo>
                  <a:lnTo>
                    <a:pt x="83653" y="26622"/>
                  </a:lnTo>
                  <a:lnTo>
                    <a:pt x="82301" y="28128"/>
                  </a:lnTo>
                  <a:lnTo>
                    <a:pt x="80914" y="29598"/>
                  </a:lnTo>
                  <a:lnTo>
                    <a:pt x="79492" y="31033"/>
                  </a:lnTo>
                  <a:lnTo>
                    <a:pt x="78033" y="32432"/>
                  </a:lnTo>
                  <a:lnTo>
                    <a:pt x="76539" y="33795"/>
                  </a:lnTo>
                  <a:lnTo>
                    <a:pt x="75009" y="35123"/>
                  </a:lnTo>
                  <a:lnTo>
                    <a:pt x="64889" y="27979"/>
                  </a:lnTo>
                  <a:lnTo>
                    <a:pt x="67788" y="25449"/>
                  </a:lnTo>
                  <a:lnTo>
                    <a:pt x="70532" y="22860"/>
                  </a:lnTo>
                  <a:lnTo>
                    <a:pt x="73122" y="20210"/>
                  </a:lnTo>
                  <a:lnTo>
                    <a:pt x="75557" y="17502"/>
                  </a:lnTo>
                  <a:lnTo>
                    <a:pt x="77837" y="14733"/>
                  </a:lnTo>
                  <a:lnTo>
                    <a:pt x="79962" y="11906"/>
                  </a:lnTo>
                  <a:lnTo>
                    <a:pt x="81932" y="9018"/>
                  </a:lnTo>
                  <a:lnTo>
                    <a:pt x="83748" y="6072"/>
                  </a:lnTo>
                  <a:lnTo>
                    <a:pt x="85409" y="3065"/>
                  </a:lnTo>
                  <a:close/>
                  <a:moveTo>
                    <a:pt x="16668" y="36909"/>
                  </a:moveTo>
                  <a:lnTo>
                    <a:pt x="121443" y="36909"/>
                  </a:lnTo>
                  <a:lnTo>
                    <a:pt x="121443" y="94654"/>
                  </a:lnTo>
                  <a:lnTo>
                    <a:pt x="98226" y="94654"/>
                  </a:lnTo>
                  <a:lnTo>
                    <a:pt x="98226" y="103584"/>
                  </a:lnTo>
                  <a:lnTo>
                    <a:pt x="136921" y="103584"/>
                  </a:lnTo>
                  <a:lnTo>
                    <a:pt x="136921" y="114300"/>
                  </a:lnTo>
                  <a:lnTo>
                    <a:pt x="98226" y="114300"/>
                  </a:lnTo>
                  <a:lnTo>
                    <a:pt x="98226" y="137517"/>
                  </a:lnTo>
                  <a:lnTo>
                    <a:pt x="86320" y="137517"/>
                  </a:lnTo>
                  <a:lnTo>
                    <a:pt x="86320" y="114300"/>
                  </a:lnTo>
                  <a:lnTo>
                    <a:pt x="50601" y="114300"/>
                  </a:lnTo>
                  <a:lnTo>
                    <a:pt x="49637" y="117109"/>
                  </a:lnTo>
                  <a:lnTo>
                    <a:pt x="48172" y="119824"/>
                  </a:lnTo>
                  <a:lnTo>
                    <a:pt x="46208" y="122443"/>
                  </a:lnTo>
                  <a:lnTo>
                    <a:pt x="43743" y="124968"/>
                  </a:lnTo>
                  <a:lnTo>
                    <a:pt x="40778" y="127396"/>
                  </a:lnTo>
                  <a:lnTo>
                    <a:pt x="37314" y="129730"/>
                  </a:lnTo>
                  <a:lnTo>
                    <a:pt x="33349" y="131968"/>
                  </a:lnTo>
                  <a:lnTo>
                    <a:pt x="28884" y="134112"/>
                  </a:lnTo>
                  <a:lnTo>
                    <a:pt x="23919" y="136159"/>
                  </a:lnTo>
                  <a:lnTo>
                    <a:pt x="18454" y="138112"/>
                  </a:lnTo>
                  <a:lnTo>
                    <a:pt x="10120" y="126801"/>
                  </a:lnTo>
                  <a:lnTo>
                    <a:pt x="14573" y="125712"/>
                  </a:lnTo>
                  <a:lnTo>
                    <a:pt x="18645" y="124587"/>
                  </a:lnTo>
                  <a:lnTo>
                    <a:pt x="22336" y="123426"/>
                  </a:lnTo>
                  <a:lnTo>
                    <a:pt x="25646" y="122229"/>
                  </a:lnTo>
                  <a:lnTo>
                    <a:pt x="28575" y="120997"/>
                  </a:lnTo>
                  <a:lnTo>
                    <a:pt x="31122" y="119729"/>
                  </a:lnTo>
                  <a:lnTo>
                    <a:pt x="33289" y="118425"/>
                  </a:lnTo>
                  <a:lnTo>
                    <a:pt x="35075" y="117086"/>
                  </a:lnTo>
                  <a:lnTo>
                    <a:pt x="36480" y="115710"/>
                  </a:lnTo>
                  <a:lnTo>
                    <a:pt x="37504" y="114300"/>
                  </a:lnTo>
                  <a:lnTo>
                    <a:pt x="0" y="114300"/>
                  </a:lnTo>
                  <a:lnTo>
                    <a:pt x="0" y="103584"/>
                  </a:lnTo>
                  <a:lnTo>
                    <a:pt x="39290" y="103584"/>
                  </a:lnTo>
                  <a:lnTo>
                    <a:pt x="39290" y="94654"/>
                  </a:lnTo>
                  <a:lnTo>
                    <a:pt x="16668" y="94654"/>
                  </a:lnTo>
                  <a:close/>
                  <a:moveTo>
                    <a:pt x="27979" y="53578"/>
                  </a:moveTo>
                  <a:lnTo>
                    <a:pt x="110132" y="53578"/>
                  </a:lnTo>
                  <a:lnTo>
                    <a:pt x="110132" y="47029"/>
                  </a:lnTo>
                  <a:lnTo>
                    <a:pt x="27979" y="47029"/>
                  </a:lnTo>
                  <a:close/>
                  <a:moveTo>
                    <a:pt x="27979" y="69056"/>
                  </a:moveTo>
                  <a:lnTo>
                    <a:pt x="110132" y="69056"/>
                  </a:lnTo>
                  <a:lnTo>
                    <a:pt x="110132" y="62507"/>
                  </a:lnTo>
                  <a:lnTo>
                    <a:pt x="27979" y="62507"/>
                  </a:lnTo>
                  <a:close/>
                  <a:moveTo>
                    <a:pt x="27979" y="84534"/>
                  </a:moveTo>
                  <a:lnTo>
                    <a:pt x="110132" y="84534"/>
                  </a:lnTo>
                  <a:lnTo>
                    <a:pt x="110132" y="77985"/>
                  </a:lnTo>
                  <a:lnTo>
                    <a:pt x="27979" y="77985"/>
                  </a:lnTo>
                  <a:close/>
                  <a:moveTo>
                    <a:pt x="86320" y="103584"/>
                  </a:moveTo>
                  <a:lnTo>
                    <a:pt x="86320" y="94654"/>
                  </a:lnTo>
                  <a:lnTo>
                    <a:pt x="51196" y="94654"/>
                  </a:lnTo>
                  <a:lnTo>
                    <a:pt x="51196" y="1035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h159"/>
            <p:cNvSpPr/>
            <p:nvPr/>
          </p:nvSpPr>
          <p:spPr>
            <a:xfrm>
              <a:off x="8241480" y="3245387"/>
              <a:ext cx="132754" cy="136326"/>
            </a:xfrm>
            <a:custGeom>
              <a:avLst/>
              <a:pathLst>
                <a:path w="132754" h="136326">
                  <a:moveTo>
                    <a:pt x="54173" y="30956"/>
                  </a:moveTo>
                  <a:lnTo>
                    <a:pt x="102989" y="30956"/>
                  </a:lnTo>
                  <a:lnTo>
                    <a:pt x="102989" y="0"/>
                  </a:lnTo>
                  <a:lnTo>
                    <a:pt x="114895" y="0"/>
                  </a:lnTo>
                  <a:lnTo>
                    <a:pt x="114895" y="30956"/>
                  </a:lnTo>
                  <a:lnTo>
                    <a:pt x="132754" y="30956"/>
                  </a:lnTo>
                  <a:lnTo>
                    <a:pt x="132754" y="42267"/>
                  </a:lnTo>
                  <a:lnTo>
                    <a:pt x="114895" y="42267"/>
                  </a:lnTo>
                  <a:lnTo>
                    <a:pt x="114895" y="120253"/>
                  </a:lnTo>
                  <a:lnTo>
                    <a:pt x="114862" y="121985"/>
                  </a:lnTo>
                  <a:lnTo>
                    <a:pt x="114764" y="123610"/>
                  </a:lnTo>
                  <a:lnTo>
                    <a:pt x="114600" y="125128"/>
                  </a:lnTo>
                  <a:lnTo>
                    <a:pt x="114371" y="126539"/>
                  </a:lnTo>
                  <a:lnTo>
                    <a:pt x="114076" y="127843"/>
                  </a:lnTo>
                  <a:lnTo>
                    <a:pt x="113716" y="129039"/>
                  </a:lnTo>
                  <a:lnTo>
                    <a:pt x="113290" y="130129"/>
                  </a:lnTo>
                  <a:lnTo>
                    <a:pt x="112799" y="131111"/>
                  </a:lnTo>
                  <a:lnTo>
                    <a:pt x="112243" y="131986"/>
                  </a:lnTo>
                  <a:lnTo>
                    <a:pt x="111621" y="132754"/>
                  </a:lnTo>
                  <a:lnTo>
                    <a:pt x="110915" y="133433"/>
                  </a:lnTo>
                  <a:lnTo>
                    <a:pt x="110109" y="134040"/>
                  </a:lnTo>
                  <a:lnTo>
                    <a:pt x="109201" y="134576"/>
                  </a:lnTo>
                  <a:lnTo>
                    <a:pt x="108192" y="135040"/>
                  </a:lnTo>
                  <a:lnTo>
                    <a:pt x="107081" y="135433"/>
                  </a:lnTo>
                  <a:lnTo>
                    <a:pt x="105870" y="135755"/>
                  </a:lnTo>
                  <a:lnTo>
                    <a:pt x="104557" y="136005"/>
                  </a:lnTo>
                  <a:lnTo>
                    <a:pt x="103143" y="136183"/>
                  </a:lnTo>
                  <a:lnTo>
                    <a:pt x="101628" y="136290"/>
                  </a:lnTo>
                  <a:lnTo>
                    <a:pt x="100012" y="136326"/>
                  </a:lnTo>
                  <a:lnTo>
                    <a:pt x="98113" y="136302"/>
                  </a:lnTo>
                  <a:lnTo>
                    <a:pt x="96226" y="136231"/>
                  </a:lnTo>
                  <a:lnTo>
                    <a:pt x="94351" y="136112"/>
                  </a:lnTo>
                  <a:lnTo>
                    <a:pt x="92487" y="135945"/>
                  </a:lnTo>
                  <a:lnTo>
                    <a:pt x="90636" y="135731"/>
                  </a:lnTo>
                  <a:lnTo>
                    <a:pt x="88796" y="135469"/>
                  </a:lnTo>
                  <a:lnTo>
                    <a:pt x="86969" y="135159"/>
                  </a:lnTo>
                  <a:lnTo>
                    <a:pt x="85153" y="134802"/>
                  </a:lnTo>
                  <a:lnTo>
                    <a:pt x="83349" y="134397"/>
                  </a:lnTo>
                  <a:lnTo>
                    <a:pt x="81557" y="133945"/>
                  </a:lnTo>
                  <a:lnTo>
                    <a:pt x="79176" y="121443"/>
                  </a:lnTo>
                  <a:lnTo>
                    <a:pt x="81081" y="122009"/>
                  </a:lnTo>
                  <a:lnTo>
                    <a:pt x="82986" y="122515"/>
                  </a:lnTo>
                  <a:lnTo>
                    <a:pt x="84891" y="122961"/>
                  </a:lnTo>
                  <a:lnTo>
                    <a:pt x="86796" y="123348"/>
                  </a:lnTo>
                  <a:lnTo>
                    <a:pt x="88701" y="123676"/>
                  </a:lnTo>
                  <a:lnTo>
                    <a:pt x="90606" y="123944"/>
                  </a:lnTo>
                  <a:lnTo>
                    <a:pt x="92511" y="124152"/>
                  </a:lnTo>
                  <a:lnTo>
                    <a:pt x="94416" y="124301"/>
                  </a:lnTo>
                  <a:lnTo>
                    <a:pt x="96321" y="124390"/>
                  </a:lnTo>
                  <a:lnTo>
                    <a:pt x="98226" y="124420"/>
                  </a:lnTo>
                  <a:lnTo>
                    <a:pt x="98690" y="124408"/>
                  </a:lnTo>
                  <a:lnTo>
                    <a:pt x="99131" y="124372"/>
                  </a:lnTo>
                  <a:lnTo>
                    <a:pt x="99548" y="124313"/>
                  </a:lnTo>
                  <a:lnTo>
                    <a:pt x="99941" y="124229"/>
                  </a:lnTo>
                  <a:lnTo>
                    <a:pt x="100310" y="124122"/>
                  </a:lnTo>
                  <a:lnTo>
                    <a:pt x="100655" y="123991"/>
                  </a:lnTo>
                  <a:lnTo>
                    <a:pt x="100976" y="123836"/>
                  </a:lnTo>
                  <a:lnTo>
                    <a:pt x="101274" y="123658"/>
                  </a:lnTo>
                  <a:lnTo>
                    <a:pt x="101548" y="123455"/>
                  </a:lnTo>
                  <a:lnTo>
                    <a:pt x="101798" y="123229"/>
                  </a:lnTo>
                  <a:lnTo>
                    <a:pt x="102024" y="122955"/>
                  </a:lnTo>
                  <a:lnTo>
                    <a:pt x="102227" y="122610"/>
                  </a:lnTo>
                  <a:lnTo>
                    <a:pt x="102405" y="122193"/>
                  </a:lnTo>
                  <a:lnTo>
                    <a:pt x="102560" y="121705"/>
                  </a:lnTo>
                  <a:lnTo>
                    <a:pt x="102691" y="121146"/>
                  </a:lnTo>
                  <a:lnTo>
                    <a:pt x="102798" y="120515"/>
                  </a:lnTo>
                  <a:lnTo>
                    <a:pt x="102881" y="119812"/>
                  </a:lnTo>
                  <a:lnTo>
                    <a:pt x="102941" y="119038"/>
                  </a:lnTo>
                  <a:lnTo>
                    <a:pt x="102977" y="118193"/>
                  </a:lnTo>
                  <a:lnTo>
                    <a:pt x="102989" y="117276"/>
                  </a:lnTo>
                  <a:lnTo>
                    <a:pt x="102989" y="42267"/>
                  </a:lnTo>
                  <a:lnTo>
                    <a:pt x="54173" y="42267"/>
                  </a:lnTo>
                  <a:close/>
                  <a:moveTo>
                    <a:pt x="71437" y="52387"/>
                  </a:moveTo>
                  <a:lnTo>
                    <a:pt x="73663" y="56108"/>
                  </a:lnTo>
                  <a:lnTo>
                    <a:pt x="75819" y="59888"/>
                  </a:lnTo>
                  <a:lnTo>
                    <a:pt x="77902" y="63728"/>
                  </a:lnTo>
                  <a:lnTo>
                    <a:pt x="79914" y="67627"/>
                  </a:lnTo>
                  <a:lnTo>
                    <a:pt x="81855" y="71586"/>
                  </a:lnTo>
                  <a:lnTo>
                    <a:pt x="83724" y="75604"/>
                  </a:lnTo>
                  <a:lnTo>
                    <a:pt x="85522" y="79682"/>
                  </a:lnTo>
                  <a:lnTo>
                    <a:pt x="87249" y="83820"/>
                  </a:lnTo>
                  <a:lnTo>
                    <a:pt x="88903" y="88016"/>
                  </a:lnTo>
                  <a:lnTo>
                    <a:pt x="90487" y="92273"/>
                  </a:lnTo>
                  <a:lnTo>
                    <a:pt x="78581" y="97631"/>
                  </a:lnTo>
                  <a:lnTo>
                    <a:pt x="77116" y="93154"/>
                  </a:lnTo>
                  <a:lnTo>
                    <a:pt x="75580" y="88773"/>
                  </a:lnTo>
                  <a:lnTo>
                    <a:pt x="73973" y="84486"/>
                  </a:lnTo>
                  <a:lnTo>
                    <a:pt x="72294" y="80295"/>
                  </a:lnTo>
                  <a:lnTo>
                    <a:pt x="70544" y="76200"/>
                  </a:lnTo>
                  <a:lnTo>
                    <a:pt x="68722" y="72199"/>
                  </a:lnTo>
                  <a:lnTo>
                    <a:pt x="66829" y="68294"/>
                  </a:lnTo>
                  <a:lnTo>
                    <a:pt x="64865" y="64484"/>
                  </a:lnTo>
                  <a:lnTo>
                    <a:pt x="62829" y="60769"/>
                  </a:lnTo>
                  <a:lnTo>
                    <a:pt x="60721" y="57150"/>
                  </a:lnTo>
                  <a:close/>
                  <a:moveTo>
                    <a:pt x="48815" y="11310"/>
                  </a:moveTo>
                  <a:lnTo>
                    <a:pt x="48815" y="116681"/>
                  </a:lnTo>
                  <a:lnTo>
                    <a:pt x="37504" y="116681"/>
                  </a:lnTo>
                  <a:lnTo>
                    <a:pt x="37504" y="108346"/>
                  </a:lnTo>
                  <a:lnTo>
                    <a:pt x="11310" y="108346"/>
                  </a:lnTo>
                  <a:lnTo>
                    <a:pt x="11310" y="121443"/>
                  </a:lnTo>
                  <a:lnTo>
                    <a:pt x="0" y="121443"/>
                  </a:lnTo>
                  <a:lnTo>
                    <a:pt x="0" y="11310"/>
                  </a:lnTo>
                  <a:close/>
                  <a:moveTo>
                    <a:pt x="11310" y="54173"/>
                  </a:moveTo>
                  <a:lnTo>
                    <a:pt x="37504" y="54173"/>
                  </a:lnTo>
                  <a:lnTo>
                    <a:pt x="37504" y="22026"/>
                  </a:lnTo>
                  <a:lnTo>
                    <a:pt x="11310" y="22026"/>
                  </a:lnTo>
                  <a:close/>
                  <a:moveTo>
                    <a:pt x="11310" y="97631"/>
                  </a:moveTo>
                  <a:lnTo>
                    <a:pt x="37504" y="97631"/>
                  </a:lnTo>
                  <a:lnTo>
                    <a:pt x="37504" y="64889"/>
                  </a:lnTo>
                  <a:lnTo>
                    <a:pt x="11310" y="648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h160"/>
            <p:cNvSpPr/>
            <p:nvPr/>
          </p:nvSpPr>
          <p:spPr>
            <a:xfrm>
              <a:off x="8398047" y="3243601"/>
              <a:ext cx="121443" cy="139303"/>
            </a:xfrm>
            <a:custGeom>
              <a:avLst/>
              <a:pathLst>
                <a:path w="121443" h="139303">
                  <a:moveTo>
                    <a:pt x="22621" y="0"/>
                  </a:moveTo>
                  <a:lnTo>
                    <a:pt x="24258" y="1922"/>
                  </a:lnTo>
                  <a:lnTo>
                    <a:pt x="25836" y="3881"/>
                  </a:lnTo>
                  <a:lnTo>
                    <a:pt x="27354" y="5875"/>
                  </a:lnTo>
                  <a:lnTo>
                    <a:pt x="28813" y="7905"/>
                  </a:lnTo>
                  <a:lnTo>
                    <a:pt x="30212" y="9971"/>
                  </a:lnTo>
                  <a:lnTo>
                    <a:pt x="31551" y="12072"/>
                  </a:lnTo>
                  <a:lnTo>
                    <a:pt x="32831" y="14210"/>
                  </a:lnTo>
                  <a:lnTo>
                    <a:pt x="34051" y="16383"/>
                  </a:lnTo>
                  <a:lnTo>
                    <a:pt x="35212" y="18591"/>
                  </a:lnTo>
                  <a:lnTo>
                    <a:pt x="36314" y="20835"/>
                  </a:lnTo>
                  <a:lnTo>
                    <a:pt x="25598" y="27384"/>
                  </a:lnTo>
                  <a:lnTo>
                    <a:pt x="24610" y="25140"/>
                  </a:lnTo>
                  <a:lnTo>
                    <a:pt x="23550" y="22931"/>
                  </a:lnTo>
                  <a:lnTo>
                    <a:pt x="22419" y="20758"/>
                  </a:lnTo>
                  <a:lnTo>
                    <a:pt x="21216" y="18621"/>
                  </a:lnTo>
                  <a:lnTo>
                    <a:pt x="19942" y="16519"/>
                  </a:lnTo>
                  <a:lnTo>
                    <a:pt x="18597" y="14454"/>
                  </a:lnTo>
                  <a:lnTo>
                    <a:pt x="17180" y="12424"/>
                  </a:lnTo>
                  <a:lnTo>
                    <a:pt x="15692" y="10429"/>
                  </a:lnTo>
                  <a:lnTo>
                    <a:pt x="14132" y="8471"/>
                  </a:lnTo>
                  <a:lnTo>
                    <a:pt x="12501" y="6548"/>
                  </a:lnTo>
                  <a:close/>
                  <a:moveTo>
                    <a:pt x="48220" y="7143"/>
                  </a:moveTo>
                  <a:lnTo>
                    <a:pt x="121443" y="7143"/>
                  </a:lnTo>
                  <a:lnTo>
                    <a:pt x="121443" y="122634"/>
                  </a:lnTo>
                  <a:lnTo>
                    <a:pt x="121408" y="124259"/>
                  </a:lnTo>
                  <a:lnTo>
                    <a:pt x="121300" y="125801"/>
                  </a:lnTo>
                  <a:lnTo>
                    <a:pt x="121122" y="127259"/>
                  </a:lnTo>
                  <a:lnTo>
                    <a:pt x="120872" y="128635"/>
                  </a:lnTo>
                  <a:lnTo>
                    <a:pt x="120550" y="129926"/>
                  </a:lnTo>
                  <a:lnTo>
                    <a:pt x="120157" y="131135"/>
                  </a:lnTo>
                  <a:lnTo>
                    <a:pt x="119693" y="132260"/>
                  </a:lnTo>
                  <a:lnTo>
                    <a:pt x="119157" y="133302"/>
                  </a:lnTo>
                  <a:lnTo>
                    <a:pt x="118550" y="134260"/>
                  </a:lnTo>
                  <a:lnTo>
                    <a:pt x="117871" y="135135"/>
                  </a:lnTo>
                  <a:lnTo>
                    <a:pt x="117127" y="135927"/>
                  </a:lnTo>
                  <a:lnTo>
                    <a:pt x="116324" y="136636"/>
                  </a:lnTo>
                  <a:lnTo>
                    <a:pt x="115460" y="137261"/>
                  </a:lnTo>
                  <a:lnTo>
                    <a:pt x="114538" y="137802"/>
                  </a:lnTo>
                  <a:lnTo>
                    <a:pt x="113555" y="138261"/>
                  </a:lnTo>
                  <a:lnTo>
                    <a:pt x="112514" y="138636"/>
                  </a:lnTo>
                  <a:lnTo>
                    <a:pt x="111412" y="138928"/>
                  </a:lnTo>
                  <a:lnTo>
                    <a:pt x="110251" y="139136"/>
                  </a:lnTo>
                  <a:lnTo>
                    <a:pt x="109031" y="139261"/>
                  </a:lnTo>
                  <a:lnTo>
                    <a:pt x="107751" y="139303"/>
                  </a:lnTo>
                  <a:lnTo>
                    <a:pt x="106781" y="139297"/>
                  </a:lnTo>
                  <a:lnTo>
                    <a:pt x="105775" y="139279"/>
                  </a:lnTo>
                  <a:lnTo>
                    <a:pt x="104733" y="139249"/>
                  </a:lnTo>
                  <a:lnTo>
                    <a:pt x="103655" y="139207"/>
                  </a:lnTo>
                  <a:lnTo>
                    <a:pt x="102542" y="139154"/>
                  </a:lnTo>
                  <a:lnTo>
                    <a:pt x="101393" y="139088"/>
                  </a:lnTo>
                  <a:lnTo>
                    <a:pt x="100208" y="139011"/>
                  </a:lnTo>
                  <a:lnTo>
                    <a:pt x="98988" y="138922"/>
                  </a:lnTo>
                  <a:lnTo>
                    <a:pt x="97732" y="138820"/>
                  </a:lnTo>
                  <a:lnTo>
                    <a:pt x="96440" y="138707"/>
                  </a:lnTo>
                  <a:lnTo>
                    <a:pt x="93464" y="126206"/>
                  </a:lnTo>
                  <a:lnTo>
                    <a:pt x="94869" y="126432"/>
                  </a:lnTo>
                  <a:lnTo>
                    <a:pt x="96226" y="126634"/>
                  </a:lnTo>
                  <a:lnTo>
                    <a:pt x="97536" y="126813"/>
                  </a:lnTo>
                  <a:lnTo>
                    <a:pt x="98798" y="126968"/>
                  </a:lnTo>
                  <a:lnTo>
                    <a:pt x="100012" y="127099"/>
                  </a:lnTo>
                  <a:lnTo>
                    <a:pt x="101179" y="127206"/>
                  </a:lnTo>
                  <a:lnTo>
                    <a:pt x="102298" y="127289"/>
                  </a:lnTo>
                  <a:lnTo>
                    <a:pt x="103370" y="127349"/>
                  </a:lnTo>
                  <a:lnTo>
                    <a:pt x="104394" y="127384"/>
                  </a:lnTo>
                  <a:lnTo>
                    <a:pt x="105370" y="127396"/>
                  </a:lnTo>
                  <a:lnTo>
                    <a:pt x="106162" y="127313"/>
                  </a:lnTo>
                  <a:lnTo>
                    <a:pt x="106870" y="127063"/>
                  </a:lnTo>
                  <a:lnTo>
                    <a:pt x="107495" y="126646"/>
                  </a:lnTo>
                  <a:lnTo>
                    <a:pt x="108037" y="126063"/>
                  </a:lnTo>
                  <a:lnTo>
                    <a:pt x="108495" y="125313"/>
                  </a:lnTo>
                  <a:lnTo>
                    <a:pt x="108870" y="124396"/>
                  </a:lnTo>
                  <a:lnTo>
                    <a:pt x="109162" y="123313"/>
                  </a:lnTo>
                  <a:lnTo>
                    <a:pt x="109370" y="122062"/>
                  </a:lnTo>
                  <a:lnTo>
                    <a:pt x="109495" y="120646"/>
                  </a:lnTo>
                  <a:lnTo>
                    <a:pt x="109537" y="119062"/>
                  </a:lnTo>
                  <a:lnTo>
                    <a:pt x="109537" y="17859"/>
                  </a:lnTo>
                  <a:lnTo>
                    <a:pt x="48220" y="17859"/>
                  </a:lnTo>
                  <a:close/>
                  <a:moveTo>
                    <a:pt x="0" y="28575"/>
                  </a:moveTo>
                  <a:lnTo>
                    <a:pt x="11906" y="28575"/>
                  </a:lnTo>
                  <a:lnTo>
                    <a:pt x="11906" y="138707"/>
                  </a:lnTo>
                  <a:lnTo>
                    <a:pt x="0" y="138707"/>
                  </a:lnTo>
                  <a:close/>
                  <a:moveTo>
                    <a:pt x="87510" y="41076"/>
                  </a:moveTo>
                  <a:lnTo>
                    <a:pt x="87510" y="111918"/>
                  </a:lnTo>
                  <a:lnTo>
                    <a:pt x="33337" y="111918"/>
                  </a:lnTo>
                  <a:lnTo>
                    <a:pt x="33337" y="41076"/>
                  </a:lnTo>
                  <a:close/>
                  <a:moveTo>
                    <a:pt x="76200" y="70842"/>
                  </a:moveTo>
                  <a:lnTo>
                    <a:pt x="76200" y="51792"/>
                  </a:lnTo>
                  <a:lnTo>
                    <a:pt x="44648" y="51792"/>
                  </a:lnTo>
                  <a:lnTo>
                    <a:pt x="44648" y="70842"/>
                  </a:lnTo>
                  <a:close/>
                  <a:moveTo>
                    <a:pt x="44648" y="82153"/>
                  </a:moveTo>
                  <a:lnTo>
                    <a:pt x="44648" y="101798"/>
                  </a:lnTo>
                  <a:lnTo>
                    <a:pt x="76200" y="101798"/>
                  </a:lnTo>
                  <a:lnTo>
                    <a:pt x="76200" y="8215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h161"/>
            <p:cNvSpPr/>
            <p:nvPr/>
          </p:nvSpPr>
          <p:spPr>
            <a:xfrm>
              <a:off x="8593309" y="3259674"/>
              <a:ext cx="53578" cy="132754"/>
            </a:xfrm>
            <a:custGeom>
              <a:avLst/>
              <a:pathLst>
                <a:path w="53578" h="132754">
                  <a:moveTo>
                    <a:pt x="39290" y="0"/>
                  </a:moveTo>
                  <a:lnTo>
                    <a:pt x="53578" y="0"/>
                  </a:lnTo>
                  <a:lnTo>
                    <a:pt x="46112" y="4958"/>
                  </a:lnTo>
                  <a:lnTo>
                    <a:pt x="39433" y="10310"/>
                  </a:lnTo>
                  <a:lnTo>
                    <a:pt x="33539" y="16055"/>
                  </a:lnTo>
                  <a:lnTo>
                    <a:pt x="28432" y="22193"/>
                  </a:lnTo>
                  <a:lnTo>
                    <a:pt x="24110" y="28723"/>
                  </a:lnTo>
                  <a:lnTo>
                    <a:pt x="20574" y="35647"/>
                  </a:lnTo>
                  <a:lnTo>
                    <a:pt x="17823" y="42963"/>
                  </a:lnTo>
                  <a:lnTo>
                    <a:pt x="15859" y="50673"/>
                  </a:lnTo>
                  <a:lnTo>
                    <a:pt x="14680" y="58775"/>
                  </a:lnTo>
                  <a:lnTo>
                    <a:pt x="14287" y="67270"/>
                  </a:lnTo>
                  <a:lnTo>
                    <a:pt x="14680" y="75533"/>
                  </a:lnTo>
                  <a:lnTo>
                    <a:pt x="15859" y="83415"/>
                  </a:lnTo>
                  <a:lnTo>
                    <a:pt x="17823" y="90916"/>
                  </a:lnTo>
                  <a:lnTo>
                    <a:pt x="20574" y="98036"/>
                  </a:lnTo>
                  <a:lnTo>
                    <a:pt x="24110" y="104775"/>
                  </a:lnTo>
                  <a:lnTo>
                    <a:pt x="28432" y="111132"/>
                  </a:lnTo>
                  <a:lnTo>
                    <a:pt x="33539" y="117109"/>
                  </a:lnTo>
                  <a:lnTo>
                    <a:pt x="39433" y="122705"/>
                  </a:lnTo>
                  <a:lnTo>
                    <a:pt x="46112" y="127920"/>
                  </a:lnTo>
                  <a:lnTo>
                    <a:pt x="53578" y="132754"/>
                  </a:lnTo>
                  <a:lnTo>
                    <a:pt x="39290" y="132754"/>
                  </a:lnTo>
                  <a:lnTo>
                    <a:pt x="35900" y="131102"/>
                  </a:lnTo>
                  <a:lnTo>
                    <a:pt x="32635" y="129242"/>
                  </a:lnTo>
                  <a:lnTo>
                    <a:pt x="29494" y="127173"/>
                  </a:lnTo>
                  <a:lnTo>
                    <a:pt x="26479" y="124896"/>
                  </a:lnTo>
                  <a:lnTo>
                    <a:pt x="23589" y="122411"/>
                  </a:lnTo>
                  <a:lnTo>
                    <a:pt x="20824" y="119717"/>
                  </a:lnTo>
                  <a:lnTo>
                    <a:pt x="18183" y="116815"/>
                  </a:lnTo>
                  <a:lnTo>
                    <a:pt x="15668" y="113704"/>
                  </a:lnTo>
                  <a:lnTo>
                    <a:pt x="13278" y="110385"/>
                  </a:lnTo>
                  <a:lnTo>
                    <a:pt x="11013" y="106858"/>
                  </a:lnTo>
                  <a:lnTo>
                    <a:pt x="8920" y="103194"/>
                  </a:lnTo>
                  <a:lnTo>
                    <a:pt x="7048" y="99464"/>
                  </a:lnTo>
                  <a:lnTo>
                    <a:pt x="5396" y="95669"/>
                  </a:lnTo>
                  <a:lnTo>
                    <a:pt x="3964" y="91809"/>
                  </a:lnTo>
                  <a:lnTo>
                    <a:pt x="2753" y="87883"/>
                  </a:lnTo>
                  <a:lnTo>
                    <a:pt x="1762" y="83891"/>
                  </a:lnTo>
                  <a:lnTo>
                    <a:pt x="991" y="79834"/>
                  </a:lnTo>
                  <a:lnTo>
                    <a:pt x="440" y="75711"/>
                  </a:lnTo>
                  <a:lnTo>
                    <a:pt x="110" y="71523"/>
                  </a:lnTo>
                  <a:lnTo>
                    <a:pt x="0" y="67270"/>
                  </a:lnTo>
                  <a:lnTo>
                    <a:pt x="110" y="62903"/>
                  </a:lnTo>
                  <a:lnTo>
                    <a:pt x="440" y="58614"/>
                  </a:lnTo>
                  <a:lnTo>
                    <a:pt x="991" y="54402"/>
                  </a:lnTo>
                  <a:lnTo>
                    <a:pt x="1762" y="50268"/>
                  </a:lnTo>
                  <a:lnTo>
                    <a:pt x="2753" y="46211"/>
                  </a:lnTo>
                  <a:lnTo>
                    <a:pt x="3964" y="42231"/>
                  </a:lnTo>
                  <a:lnTo>
                    <a:pt x="5396" y="38329"/>
                  </a:lnTo>
                  <a:lnTo>
                    <a:pt x="7048" y="34504"/>
                  </a:lnTo>
                  <a:lnTo>
                    <a:pt x="8920" y="30756"/>
                  </a:lnTo>
                  <a:lnTo>
                    <a:pt x="11013" y="27086"/>
                  </a:lnTo>
                  <a:lnTo>
                    <a:pt x="13278" y="23547"/>
                  </a:lnTo>
                  <a:lnTo>
                    <a:pt x="15668" y="20193"/>
                  </a:lnTo>
                  <a:lnTo>
                    <a:pt x="18183" y="17022"/>
                  </a:lnTo>
                  <a:lnTo>
                    <a:pt x="20824" y="14037"/>
                  </a:lnTo>
                  <a:lnTo>
                    <a:pt x="23589" y="11236"/>
                  </a:lnTo>
                  <a:lnTo>
                    <a:pt x="26479" y="8620"/>
                  </a:lnTo>
                  <a:lnTo>
                    <a:pt x="29494" y="6188"/>
                  </a:lnTo>
                  <a:lnTo>
                    <a:pt x="32635" y="3940"/>
                  </a:lnTo>
                  <a:lnTo>
                    <a:pt x="35900" y="18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h162"/>
            <p:cNvSpPr/>
            <p:nvPr/>
          </p:nvSpPr>
          <p:spPr>
            <a:xfrm>
              <a:off x="8691536" y="3244791"/>
              <a:ext cx="141089" cy="138112"/>
            </a:xfrm>
            <a:custGeom>
              <a:avLst/>
              <a:pathLst>
                <a:path w="141089" h="138112">
                  <a:moveTo>
                    <a:pt x="3571" y="40481"/>
                  </a:moveTo>
                  <a:lnTo>
                    <a:pt x="26789" y="40481"/>
                  </a:lnTo>
                  <a:lnTo>
                    <a:pt x="26789" y="20835"/>
                  </a:lnTo>
                  <a:lnTo>
                    <a:pt x="24997" y="21306"/>
                  </a:lnTo>
                  <a:lnTo>
                    <a:pt x="23193" y="21764"/>
                  </a:lnTo>
                  <a:lnTo>
                    <a:pt x="21377" y="22211"/>
                  </a:lnTo>
                  <a:lnTo>
                    <a:pt x="19550" y="22645"/>
                  </a:lnTo>
                  <a:lnTo>
                    <a:pt x="17710" y="23068"/>
                  </a:lnTo>
                  <a:lnTo>
                    <a:pt x="15859" y="23479"/>
                  </a:lnTo>
                  <a:lnTo>
                    <a:pt x="13995" y="23877"/>
                  </a:lnTo>
                  <a:lnTo>
                    <a:pt x="12120" y="24264"/>
                  </a:lnTo>
                  <a:lnTo>
                    <a:pt x="10233" y="24639"/>
                  </a:lnTo>
                  <a:lnTo>
                    <a:pt x="8334" y="25003"/>
                  </a:lnTo>
                  <a:lnTo>
                    <a:pt x="4167" y="14287"/>
                  </a:lnTo>
                  <a:lnTo>
                    <a:pt x="9477" y="13287"/>
                  </a:lnTo>
                  <a:lnTo>
                    <a:pt x="14692" y="12192"/>
                  </a:lnTo>
                  <a:lnTo>
                    <a:pt x="19812" y="11001"/>
                  </a:lnTo>
                  <a:lnTo>
                    <a:pt x="24836" y="9715"/>
                  </a:lnTo>
                  <a:lnTo>
                    <a:pt x="29765" y="8334"/>
                  </a:lnTo>
                  <a:lnTo>
                    <a:pt x="34599" y="6858"/>
                  </a:lnTo>
                  <a:lnTo>
                    <a:pt x="39338" y="5286"/>
                  </a:lnTo>
                  <a:lnTo>
                    <a:pt x="43981" y="3619"/>
                  </a:lnTo>
                  <a:lnTo>
                    <a:pt x="48529" y="1857"/>
                  </a:lnTo>
                  <a:lnTo>
                    <a:pt x="52982" y="0"/>
                  </a:lnTo>
                  <a:lnTo>
                    <a:pt x="58340" y="10120"/>
                  </a:lnTo>
                  <a:lnTo>
                    <a:pt x="38100" y="17264"/>
                  </a:lnTo>
                  <a:lnTo>
                    <a:pt x="38100" y="40481"/>
                  </a:lnTo>
                  <a:lnTo>
                    <a:pt x="59531" y="40481"/>
                  </a:lnTo>
                  <a:lnTo>
                    <a:pt x="59531" y="51196"/>
                  </a:lnTo>
                  <a:lnTo>
                    <a:pt x="38100" y="51196"/>
                  </a:lnTo>
                  <a:lnTo>
                    <a:pt x="38100" y="54173"/>
                  </a:lnTo>
                  <a:lnTo>
                    <a:pt x="40451" y="56673"/>
                  </a:lnTo>
                  <a:lnTo>
                    <a:pt x="42743" y="59174"/>
                  </a:lnTo>
                  <a:lnTo>
                    <a:pt x="44975" y="61674"/>
                  </a:lnTo>
                  <a:lnTo>
                    <a:pt x="47148" y="64174"/>
                  </a:lnTo>
                  <a:lnTo>
                    <a:pt x="49262" y="66675"/>
                  </a:lnTo>
                  <a:lnTo>
                    <a:pt x="51315" y="69175"/>
                  </a:lnTo>
                  <a:lnTo>
                    <a:pt x="53310" y="71675"/>
                  </a:lnTo>
                  <a:lnTo>
                    <a:pt x="55245" y="74175"/>
                  </a:lnTo>
                  <a:lnTo>
                    <a:pt x="57120" y="76676"/>
                  </a:lnTo>
                  <a:lnTo>
                    <a:pt x="58935" y="79176"/>
                  </a:lnTo>
                  <a:lnTo>
                    <a:pt x="51196" y="89892"/>
                  </a:lnTo>
                  <a:lnTo>
                    <a:pt x="49887" y="87653"/>
                  </a:lnTo>
                  <a:lnTo>
                    <a:pt x="48577" y="85463"/>
                  </a:lnTo>
                  <a:lnTo>
                    <a:pt x="47267" y="83319"/>
                  </a:lnTo>
                  <a:lnTo>
                    <a:pt x="45958" y="81224"/>
                  </a:lnTo>
                  <a:lnTo>
                    <a:pt x="44648" y="79176"/>
                  </a:lnTo>
                  <a:lnTo>
                    <a:pt x="43338" y="77176"/>
                  </a:lnTo>
                  <a:lnTo>
                    <a:pt x="42029" y="75223"/>
                  </a:lnTo>
                  <a:lnTo>
                    <a:pt x="40719" y="73318"/>
                  </a:lnTo>
                  <a:lnTo>
                    <a:pt x="39409" y="71461"/>
                  </a:lnTo>
                  <a:lnTo>
                    <a:pt x="38100" y="69651"/>
                  </a:lnTo>
                  <a:lnTo>
                    <a:pt x="38100" y="137517"/>
                  </a:lnTo>
                  <a:lnTo>
                    <a:pt x="26789" y="137517"/>
                  </a:lnTo>
                  <a:lnTo>
                    <a:pt x="26789" y="77985"/>
                  </a:lnTo>
                  <a:lnTo>
                    <a:pt x="25318" y="81528"/>
                  </a:lnTo>
                  <a:lnTo>
                    <a:pt x="23764" y="85010"/>
                  </a:lnTo>
                  <a:lnTo>
                    <a:pt x="22127" y="88433"/>
                  </a:lnTo>
                  <a:lnTo>
                    <a:pt x="20407" y="91797"/>
                  </a:lnTo>
                  <a:lnTo>
                    <a:pt x="18603" y="95101"/>
                  </a:lnTo>
                  <a:lnTo>
                    <a:pt x="16716" y="98345"/>
                  </a:lnTo>
                  <a:lnTo>
                    <a:pt x="14745" y="101530"/>
                  </a:lnTo>
                  <a:lnTo>
                    <a:pt x="12692" y="104655"/>
                  </a:lnTo>
                  <a:lnTo>
                    <a:pt x="10554" y="107721"/>
                  </a:lnTo>
                  <a:lnTo>
                    <a:pt x="8334" y="110728"/>
                  </a:lnTo>
                  <a:lnTo>
                    <a:pt x="0" y="100607"/>
                  </a:lnTo>
                  <a:lnTo>
                    <a:pt x="3250" y="96256"/>
                  </a:lnTo>
                  <a:lnTo>
                    <a:pt x="6334" y="91773"/>
                  </a:lnTo>
                  <a:lnTo>
                    <a:pt x="9251" y="87159"/>
                  </a:lnTo>
                  <a:lnTo>
                    <a:pt x="12001" y="82415"/>
                  </a:lnTo>
                  <a:lnTo>
                    <a:pt x="14585" y="77539"/>
                  </a:lnTo>
                  <a:lnTo>
                    <a:pt x="17002" y="72532"/>
                  </a:lnTo>
                  <a:lnTo>
                    <a:pt x="19252" y="67395"/>
                  </a:lnTo>
                  <a:lnTo>
                    <a:pt x="21336" y="62126"/>
                  </a:lnTo>
                  <a:lnTo>
                    <a:pt x="23252" y="56727"/>
                  </a:lnTo>
                  <a:lnTo>
                    <a:pt x="25003" y="51196"/>
                  </a:lnTo>
                  <a:lnTo>
                    <a:pt x="3571" y="51196"/>
                  </a:lnTo>
                  <a:close/>
                  <a:moveTo>
                    <a:pt x="91082" y="595"/>
                  </a:moveTo>
                  <a:lnTo>
                    <a:pt x="103584" y="595"/>
                  </a:lnTo>
                  <a:lnTo>
                    <a:pt x="103584" y="90487"/>
                  </a:lnTo>
                  <a:lnTo>
                    <a:pt x="91082" y="90487"/>
                  </a:lnTo>
                  <a:close/>
                  <a:moveTo>
                    <a:pt x="120253" y="16073"/>
                  </a:moveTo>
                  <a:lnTo>
                    <a:pt x="122711" y="20151"/>
                  </a:lnTo>
                  <a:lnTo>
                    <a:pt x="125087" y="24288"/>
                  </a:lnTo>
                  <a:lnTo>
                    <a:pt x="127379" y="28485"/>
                  </a:lnTo>
                  <a:lnTo>
                    <a:pt x="129587" y="32742"/>
                  </a:lnTo>
                  <a:lnTo>
                    <a:pt x="131712" y="37058"/>
                  </a:lnTo>
                  <a:lnTo>
                    <a:pt x="133754" y="41433"/>
                  </a:lnTo>
                  <a:lnTo>
                    <a:pt x="135713" y="45868"/>
                  </a:lnTo>
                  <a:lnTo>
                    <a:pt x="137588" y="50363"/>
                  </a:lnTo>
                  <a:lnTo>
                    <a:pt x="139380" y="54917"/>
                  </a:lnTo>
                  <a:lnTo>
                    <a:pt x="141089" y="59531"/>
                  </a:lnTo>
                  <a:lnTo>
                    <a:pt x="130373" y="65484"/>
                  </a:lnTo>
                  <a:lnTo>
                    <a:pt x="128891" y="60977"/>
                  </a:lnTo>
                  <a:lnTo>
                    <a:pt x="127301" y="56507"/>
                  </a:lnTo>
                  <a:lnTo>
                    <a:pt x="125604" y="52071"/>
                  </a:lnTo>
                  <a:lnTo>
                    <a:pt x="123801" y="47672"/>
                  </a:lnTo>
                  <a:lnTo>
                    <a:pt x="121890" y="43308"/>
                  </a:lnTo>
                  <a:lnTo>
                    <a:pt x="119872" y="38981"/>
                  </a:lnTo>
                  <a:lnTo>
                    <a:pt x="117746" y="34688"/>
                  </a:lnTo>
                  <a:lnTo>
                    <a:pt x="115514" y="30432"/>
                  </a:lnTo>
                  <a:lnTo>
                    <a:pt x="113174" y="26211"/>
                  </a:lnTo>
                  <a:lnTo>
                    <a:pt x="110728" y="22026"/>
                  </a:lnTo>
                  <a:close/>
                  <a:moveTo>
                    <a:pt x="70246" y="17264"/>
                  </a:moveTo>
                  <a:lnTo>
                    <a:pt x="81557" y="21431"/>
                  </a:lnTo>
                  <a:lnTo>
                    <a:pt x="80331" y="27646"/>
                  </a:lnTo>
                  <a:lnTo>
                    <a:pt x="79033" y="33670"/>
                  </a:lnTo>
                  <a:lnTo>
                    <a:pt x="77664" y="39504"/>
                  </a:lnTo>
                  <a:lnTo>
                    <a:pt x="76223" y="45148"/>
                  </a:lnTo>
                  <a:lnTo>
                    <a:pt x="74711" y="50601"/>
                  </a:lnTo>
                  <a:lnTo>
                    <a:pt x="73128" y="55864"/>
                  </a:lnTo>
                  <a:lnTo>
                    <a:pt x="71473" y="60936"/>
                  </a:lnTo>
                  <a:lnTo>
                    <a:pt x="69746" y="65817"/>
                  </a:lnTo>
                  <a:lnTo>
                    <a:pt x="67948" y="70508"/>
                  </a:lnTo>
                  <a:lnTo>
                    <a:pt x="66079" y="75009"/>
                  </a:lnTo>
                  <a:lnTo>
                    <a:pt x="54768" y="67865"/>
                  </a:lnTo>
                  <a:lnTo>
                    <a:pt x="56745" y="63287"/>
                  </a:lnTo>
                  <a:lnTo>
                    <a:pt x="58626" y="58602"/>
                  </a:lnTo>
                  <a:lnTo>
                    <a:pt x="60412" y="53810"/>
                  </a:lnTo>
                  <a:lnTo>
                    <a:pt x="62103" y="48910"/>
                  </a:lnTo>
                  <a:lnTo>
                    <a:pt x="63698" y="43904"/>
                  </a:lnTo>
                  <a:lnTo>
                    <a:pt x="65198" y="38790"/>
                  </a:lnTo>
                  <a:lnTo>
                    <a:pt x="66603" y="33569"/>
                  </a:lnTo>
                  <a:lnTo>
                    <a:pt x="67913" y="28241"/>
                  </a:lnTo>
                  <a:lnTo>
                    <a:pt x="69127" y="22806"/>
                  </a:lnTo>
                  <a:close/>
                  <a:moveTo>
                    <a:pt x="122039" y="68460"/>
                  </a:moveTo>
                  <a:lnTo>
                    <a:pt x="133945" y="72628"/>
                  </a:lnTo>
                  <a:lnTo>
                    <a:pt x="131492" y="77646"/>
                  </a:lnTo>
                  <a:lnTo>
                    <a:pt x="128897" y="82462"/>
                  </a:lnTo>
                  <a:lnTo>
                    <a:pt x="126158" y="87076"/>
                  </a:lnTo>
                  <a:lnTo>
                    <a:pt x="123277" y="91487"/>
                  </a:lnTo>
                  <a:lnTo>
                    <a:pt x="120253" y="95696"/>
                  </a:lnTo>
                  <a:lnTo>
                    <a:pt x="117086" y="99702"/>
                  </a:lnTo>
                  <a:lnTo>
                    <a:pt x="113776" y="103506"/>
                  </a:lnTo>
                  <a:lnTo>
                    <a:pt x="110323" y="107108"/>
                  </a:lnTo>
                  <a:lnTo>
                    <a:pt x="106727" y="110507"/>
                  </a:lnTo>
                  <a:lnTo>
                    <a:pt x="102989" y="113704"/>
                  </a:lnTo>
                  <a:lnTo>
                    <a:pt x="99054" y="116734"/>
                  </a:lnTo>
                  <a:lnTo>
                    <a:pt x="94869" y="119634"/>
                  </a:lnTo>
                  <a:lnTo>
                    <a:pt x="90433" y="122402"/>
                  </a:lnTo>
                  <a:lnTo>
                    <a:pt x="85748" y="125039"/>
                  </a:lnTo>
                  <a:lnTo>
                    <a:pt x="80813" y="127545"/>
                  </a:lnTo>
                  <a:lnTo>
                    <a:pt x="75628" y="129921"/>
                  </a:lnTo>
                  <a:lnTo>
                    <a:pt x="70193" y="132165"/>
                  </a:lnTo>
                  <a:lnTo>
                    <a:pt x="64508" y="134278"/>
                  </a:lnTo>
                  <a:lnTo>
                    <a:pt x="58572" y="136261"/>
                  </a:lnTo>
                  <a:lnTo>
                    <a:pt x="52387" y="138112"/>
                  </a:lnTo>
                  <a:lnTo>
                    <a:pt x="47029" y="126801"/>
                  </a:lnTo>
                  <a:lnTo>
                    <a:pt x="52741" y="125194"/>
                  </a:lnTo>
                  <a:lnTo>
                    <a:pt x="58209" y="123467"/>
                  </a:lnTo>
                  <a:lnTo>
                    <a:pt x="63433" y="121622"/>
                  </a:lnTo>
                  <a:lnTo>
                    <a:pt x="68413" y="119657"/>
                  </a:lnTo>
                  <a:lnTo>
                    <a:pt x="73149" y="117574"/>
                  </a:lnTo>
                  <a:lnTo>
                    <a:pt x="77640" y="115371"/>
                  </a:lnTo>
                  <a:lnTo>
                    <a:pt x="81888" y="113049"/>
                  </a:lnTo>
                  <a:lnTo>
                    <a:pt x="85891" y="110609"/>
                  </a:lnTo>
                  <a:lnTo>
                    <a:pt x="89651" y="108049"/>
                  </a:lnTo>
                  <a:lnTo>
                    <a:pt x="93166" y="105370"/>
                  </a:lnTo>
                  <a:lnTo>
                    <a:pt x="96509" y="102536"/>
                  </a:lnTo>
                  <a:lnTo>
                    <a:pt x="99750" y="99512"/>
                  </a:lnTo>
                  <a:lnTo>
                    <a:pt x="102890" y="96297"/>
                  </a:lnTo>
                  <a:lnTo>
                    <a:pt x="105929" y="92892"/>
                  </a:lnTo>
                  <a:lnTo>
                    <a:pt x="108867" y="89296"/>
                  </a:lnTo>
                  <a:lnTo>
                    <a:pt x="111704" y="85510"/>
                  </a:lnTo>
                  <a:lnTo>
                    <a:pt x="114439" y="81534"/>
                  </a:lnTo>
                  <a:lnTo>
                    <a:pt x="117074" y="77366"/>
                  </a:lnTo>
                  <a:lnTo>
                    <a:pt x="119607" y="730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h163"/>
            <p:cNvSpPr/>
            <p:nvPr/>
          </p:nvSpPr>
          <p:spPr>
            <a:xfrm>
              <a:off x="8880250" y="3259674"/>
              <a:ext cx="53578" cy="132754"/>
            </a:xfrm>
            <a:custGeom>
              <a:avLst/>
              <a:pathLst>
                <a:path w="53578" h="132754">
                  <a:moveTo>
                    <a:pt x="14287" y="132754"/>
                  </a:moveTo>
                  <a:lnTo>
                    <a:pt x="0" y="132754"/>
                  </a:lnTo>
                  <a:lnTo>
                    <a:pt x="7465" y="127920"/>
                  </a:lnTo>
                  <a:lnTo>
                    <a:pt x="14144" y="122705"/>
                  </a:lnTo>
                  <a:lnTo>
                    <a:pt x="20038" y="117109"/>
                  </a:lnTo>
                  <a:lnTo>
                    <a:pt x="25146" y="111132"/>
                  </a:lnTo>
                  <a:lnTo>
                    <a:pt x="29467" y="104775"/>
                  </a:lnTo>
                  <a:lnTo>
                    <a:pt x="33004" y="98036"/>
                  </a:lnTo>
                  <a:lnTo>
                    <a:pt x="35754" y="90916"/>
                  </a:lnTo>
                  <a:lnTo>
                    <a:pt x="37719" y="83415"/>
                  </a:lnTo>
                  <a:lnTo>
                    <a:pt x="38897" y="75533"/>
                  </a:lnTo>
                  <a:lnTo>
                    <a:pt x="39290" y="67270"/>
                  </a:lnTo>
                  <a:lnTo>
                    <a:pt x="38897" y="58775"/>
                  </a:lnTo>
                  <a:lnTo>
                    <a:pt x="37719" y="50673"/>
                  </a:lnTo>
                  <a:lnTo>
                    <a:pt x="35754" y="42963"/>
                  </a:lnTo>
                  <a:lnTo>
                    <a:pt x="33004" y="35647"/>
                  </a:lnTo>
                  <a:lnTo>
                    <a:pt x="29467" y="28723"/>
                  </a:lnTo>
                  <a:lnTo>
                    <a:pt x="25146" y="22193"/>
                  </a:lnTo>
                  <a:lnTo>
                    <a:pt x="20038" y="16055"/>
                  </a:lnTo>
                  <a:lnTo>
                    <a:pt x="14144" y="10310"/>
                  </a:lnTo>
                  <a:lnTo>
                    <a:pt x="7465" y="4958"/>
                  </a:lnTo>
                  <a:lnTo>
                    <a:pt x="0" y="0"/>
                  </a:lnTo>
                  <a:lnTo>
                    <a:pt x="14287" y="0"/>
                  </a:lnTo>
                  <a:lnTo>
                    <a:pt x="17677" y="1878"/>
                  </a:lnTo>
                  <a:lnTo>
                    <a:pt x="20943" y="3940"/>
                  </a:lnTo>
                  <a:lnTo>
                    <a:pt x="24083" y="6188"/>
                  </a:lnTo>
                  <a:lnTo>
                    <a:pt x="27098" y="8620"/>
                  </a:lnTo>
                  <a:lnTo>
                    <a:pt x="29988" y="11236"/>
                  </a:lnTo>
                  <a:lnTo>
                    <a:pt x="32754" y="14037"/>
                  </a:lnTo>
                  <a:lnTo>
                    <a:pt x="35394" y="17022"/>
                  </a:lnTo>
                  <a:lnTo>
                    <a:pt x="37909" y="20193"/>
                  </a:lnTo>
                  <a:lnTo>
                    <a:pt x="40299" y="23547"/>
                  </a:lnTo>
                  <a:lnTo>
                    <a:pt x="42564" y="27086"/>
                  </a:lnTo>
                  <a:lnTo>
                    <a:pt x="44657" y="30756"/>
                  </a:lnTo>
                  <a:lnTo>
                    <a:pt x="46529" y="34504"/>
                  </a:lnTo>
                  <a:lnTo>
                    <a:pt x="48181" y="38329"/>
                  </a:lnTo>
                  <a:lnTo>
                    <a:pt x="49613" y="42231"/>
                  </a:lnTo>
                  <a:lnTo>
                    <a:pt x="50824" y="46211"/>
                  </a:lnTo>
                  <a:lnTo>
                    <a:pt x="51816" y="50268"/>
                  </a:lnTo>
                  <a:lnTo>
                    <a:pt x="52586" y="54402"/>
                  </a:lnTo>
                  <a:lnTo>
                    <a:pt x="53137" y="58614"/>
                  </a:lnTo>
                  <a:lnTo>
                    <a:pt x="53467" y="62903"/>
                  </a:lnTo>
                  <a:lnTo>
                    <a:pt x="53578" y="67270"/>
                  </a:lnTo>
                  <a:lnTo>
                    <a:pt x="53467" y="71523"/>
                  </a:lnTo>
                  <a:lnTo>
                    <a:pt x="53137" y="75711"/>
                  </a:lnTo>
                  <a:lnTo>
                    <a:pt x="52586" y="79834"/>
                  </a:lnTo>
                  <a:lnTo>
                    <a:pt x="51816" y="83891"/>
                  </a:lnTo>
                  <a:lnTo>
                    <a:pt x="50824" y="87883"/>
                  </a:lnTo>
                  <a:lnTo>
                    <a:pt x="49613" y="91809"/>
                  </a:lnTo>
                  <a:lnTo>
                    <a:pt x="48181" y="95669"/>
                  </a:lnTo>
                  <a:lnTo>
                    <a:pt x="46529" y="99464"/>
                  </a:lnTo>
                  <a:lnTo>
                    <a:pt x="44657" y="103194"/>
                  </a:lnTo>
                  <a:lnTo>
                    <a:pt x="42564" y="106858"/>
                  </a:lnTo>
                  <a:lnTo>
                    <a:pt x="40299" y="110385"/>
                  </a:lnTo>
                  <a:lnTo>
                    <a:pt x="37909" y="113704"/>
                  </a:lnTo>
                  <a:lnTo>
                    <a:pt x="35394" y="116815"/>
                  </a:lnTo>
                  <a:lnTo>
                    <a:pt x="32754" y="119717"/>
                  </a:lnTo>
                  <a:lnTo>
                    <a:pt x="29988" y="122411"/>
                  </a:lnTo>
                  <a:lnTo>
                    <a:pt x="27098" y="124896"/>
                  </a:lnTo>
                  <a:lnTo>
                    <a:pt x="24083" y="127173"/>
                  </a:lnTo>
                  <a:lnTo>
                    <a:pt x="20943" y="129242"/>
                  </a:lnTo>
                  <a:lnTo>
                    <a:pt x="17677" y="1311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8055485" y="3492873"/>
              <a:ext cx="237849" cy="237849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8025049" y="3805773"/>
              <a:ext cx="298722" cy="29872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8001701" y="4197206"/>
              <a:ext cx="345418" cy="345418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7982020" y="4649464"/>
              <a:ext cx="384781" cy="384781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818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h168"/>
            <p:cNvSpPr/>
            <p:nvPr/>
          </p:nvSpPr>
          <p:spPr>
            <a:xfrm>
              <a:off x="8508654" y="3569858"/>
              <a:ext cx="52566" cy="83879"/>
            </a:xfrm>
            <a:custGeom>
              <a:avLst/>
              <a:pathLst>
                <a:path w="52566" h="83879">
                  <a:moveTo>
                    <a:pt x="0" y="83879"/>
                  </a:moveTo>
                  <a:lnTo>
                    <a:pt x="0" y="74771"/>
                  </a:lnTo>
                  <a:lnTo>
                    <a:pt x="21371" y="74771"/>
                  </a:lnTo>
                  <a:lnTo>
                    <a:pt x="21371" y="10239"/>
                  </a:lnTo>
                  <a:lnTo>
                    <a:pt x="2440" y="23752"/>
                  </a:lnTo>
                  <a:lnTo>
                    <a:pt x="2440" y="13632"/>
                  </a:lnTo>
                  <a:lnTo>
                    <a:pt x="22264" y="0"/>
                  </a:lnTo>
                  <a:lnTo>
                    <a:pt x="32146" y="0"/>
                  </a:lnTo>
                  <a:lnTo>
                    <a:pt x="32146" y="74771"/>
                  </a:lnTo>
                  <a:lnTo>
                    <a:pt x="52566" y="74771"/>
                  </a:lnTo>
                  <a:lnTo>
                    <a:pt x="52566" y="838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h169"/>
            <p:cNvSpPr/>
            <p:nvPr/>
          </p:nvSpPr>
          <p:spPr>
            <a:xfrm>
              <a:off x="8505499" y="3911944"/>
              <a:ext cx="55542" cy="85129"/>
            </a:xfrm>
            <a:custGeom>
              <a:avLst/>
              <a:pathLst>
                <a:path w="55542" h="85129">
                  <a:moveTo>
                    <a:pt x="0" y="85129"/>
                  </a:moveTo>
                  <a:lnTo>
                    <a:pt x="0" y="77569"/>
                  </a:lnTo>
                  <a:lnTo>
                    <a:pt x="620" y="76192"/>
                  </a:lnTo>
                  <a:lnTo>
                    <a:pt x="1266" y="74849"/>
                  </a:lnTo>
                  <a:lnTo>
                    <a:pt x="1939" y="73540"/>
                  </a:lnTo>
                  <a:lnTo>
                    <a:pt x="2638" y="72263"/>
                  </a:lnTo>
                  <a:lnTo>
                    <a:pt x="3363" y="71020"/>
                  </a:lnTo>
                  <a:lnTo>
                    <a:pt x="4114" y="69811"/>
                  </a:lnTo>
                  <a:lnTo>
                    <a:pt x="4892" y="68634"/>
                  </a:lnTo>
                  <a:lnTo>
                    <a:pt x="5695" y="67491"/>
                  </a:lnTo>
                  <a:lnTo>
                    <a:pt x="6525" y="66382"/>
                  </a:lnTo>
                  <a:lnTo>
                    <a:pt x="7381" y="65305"/>
                  </a:lnTo>
                  <a:lnTo>
                    <a:pt x="8267" y="64244"/>
                  </a:lnTo>
                  <a:lnTo>
                    <a:pt x="9160" y="63205"/>
                  </a:lnTo>
                  <a:lnTo>
                    <a:pt x="10062" y="62187"/>
                  </a:lnTo>
                  <a:lnTo>
                    <a:pt x="10972" y="61190"/>
                  </a:lnTo>
                  <a:lnTo>
                    <a:pt x="11891" y="60215"/>
                  </a:lnTo>
                  <a:lnTo>
                    <a:pt x="12818" y="59262"/>
                  </a:lnTo>
                  <a:lnTo>
                    <a:pt x="13753" y="58329"/>
                  </a:lnTo>
                  <a:lnTo>
                    <a:pt x="14697" y="57419"/>
                  </a:lnTo>
                  <a:lnTo>
                    <a:pt x="15648" y="56529"/>
                  </a:lnTo>
                  <a:lnTo>
                    <a:pt x="16609" y="55661"/>
                  </a:lnTo>
                  <a:lnTo>
                    <a:pt x="17572" y="54799"/>
                  </a:lnTo>
                  <a:lnTo>
                    <a:pt x="18533" y="53949"/>
                  </a:lnTo>
                  <a:lnTo>
                    <a:pt x="19491" y="53113"/>
                  </a:lnTo>
                  <a:lnTo>
                    <a:pt x="20447" y="52289"/>
                  </a:lnTo>
                  <a:lnTo>
                    <a:pt x="21401" y="51479"/>
                  </a:lnTo>
                  <a:lnTo>
                    <a:pt x="22352" y="50682"/>
                  </a:lnTo>
                  <a:lnTo>
                    <a:pt x="23301" y="49898"/>
                  </a:lnTo>
                  <a:lnTo>
                    <a:pt x="24248" y="49127"/>
                  </a:lnTo>
                  <a:lnTo>
                    <a:pt x="25192" y="48369"/>
                  </a:lnTo>
                  <a:lnTo>
                    <a:pt x="26134" y="47625"/>
                  </a:lnTo>
                  <a:lnTo>
                    <a:pt x="27077" y="46886"/>
                  </a:lnTo>
                  <a:lnTo>
                    <a:pt x="28001" y="46148"/>
                  </a:lnTo>
                  <a:lnTo>
                    <a:pt x="28905" y="45410"/>
                  </a:lnTo>
                  <a:lnTo>
                    <a:pt x="29791" y="44672"/>
                  </a:lnTo>
                  <a:lnTo>
                    <a:pt x="30658" y="43934"/>
                  </a:lnTo>
                  <a:lnTo>
                    <a:pt x="31506" y="43195"/>
                  </a:lnTo>
                  <a:lnTo>
                    <a:pt x="32334" y="42457"/>
                  </a:lnTo>
                  <a:lnTo>
                    <a:pt x="33144" y="41719"/>
                  </a:lnTo>
                  <a:lnTo>
                    <a:pt x="33935" y="40981"/>
                  </a:lnTo>
                  <a:lnTo>
                    <a:pt x="34706" y="40243"/>
                  </a:lnTo>
                  <a:lnTo>
                    <a:pt x="35453" y="39501"/>
                  </a:lnTo>
                  <a:lnTo>
                    <a:pt x="36171" y="38752"/>
                  </a:lnTo>
                  <a:lnTo>
                    <a:pt x="36858" y="37996"/>
                  </a:lnTo>
                  <a:lnTo>
                    <a:pt x="37516" y="37233"/>
                  </a:lnTo>
                  <a:lnTo>
                    <a:pt x="38144" y="36462"/>
                  </a:lnTo>
                  <a:lnTo>
                    <a:pt x="38742" y="35685"/>
                  </a:lnTo>
                  <a:lnTo>
                    <a:pt x="39311" y="34900"/>
                  </a:lnTo>
                  <a:lnTo>
                    <a:pt x="39850" y="34109"/>
                  </a:lnTo>
                  <a:lnTo>
                    <a:pt x="40359" y="33310"/>
                  </a:lnTo>
                  <a:lnTo>
                    <a:pt x="40838" y="32504"/>
                  </a:lnTo>
                  <a:lnTo>
                    <a:pt x="41290" y="31683"/>
                  </a:lnTo>
                  <a:lnTo>
                    <a:pt x="41695" y="30841"/>
                  </a:lnTo>
                  <a:lnTo>
                    <a:pt x="42052" y="29978"/>
                  </a:lnTo>
                  <a:lnTo>
                    <a:pt x="42362" y="29094"/>
                  </a:lnTo>
                  <a:lnTo>
                    <a:pt x="42624" y="28188"/>
                  </a:lnTo>
                  <a:lnTo>
                    <a:pt x="42838" y="27260"/>
                  </a:lnTo>
                  <a:lnTo>
                    <a:pt x="43005" y="26311"/>
                  </a:lnTo>
                  <a:lnTo>
                    <a:pt x="43124" y="25341"/>
                  </a:lnTo>
                  <a:lnTo>
                    <a:pt x="43195" y="24349"/>
                  </a:lnTo>
                  <a:lnTo>
                    <a:pt x="43219" y="23336"/>
                  </a:lnTo>
                  <a:lnTo>
                    <a:pt x="43208" y="22630"/>
                  </a:lnTo>
                  <a:lnTo>
                    <a:pt x="43176" y="21943"/>
                  </a:lnTo>
                  <a:lnTo>
                    <a:pt x="43123" y="21273"/>
                  </a:lnTo>
                  <a:lnTo>
                    <a:pt x="43048" y="20621"/>
                  </a:lnTo>
                  <a:lnTo>
                    <a:pt x="42951" y="19987"/>
                  </a:lnTo>
                  <a:lnTo>
                    <a:pt x="42833" y="19371"/>
                  </a:lnTo>
                  <a:lnTo>
                    <a:pt x="42694" y="18773"/>
                  </a:lnTo>
                  <a:lnTo>
                    <a:pt x="42533" y="18192"/>
                  </a:lnTo>
                  <a:lnTo>
                    <a:pt x="42351" y="17630"/>
                  </a:lnTo>
                  <a:lnTo>
                    <a:pt x="42148" y="17085"/>
                  </a:lnTo>
                  <a:lnTo>
                    <a:pt x="41924" y="16546"/>
                  </a:lnTo>
                  <a:lnTo>
                    <a:pt x="41681" y="16025"/>
                  </a:lnTo>
                  <a:lnTo>
                    <a:pt x="41419" y="15522"/>
                  </a:lnTo>
                  <a:lnTo>
                    <a:pt x="41138" y="15037"/>
                  </a:lnTo>
                  <a:lnTo>
                    <a:pt x="40838" y="14570"/>
                  </a:lnTo>
                  <a:lnTo>
                    <a:pt x="40519" y="14120"/>
                  </a:lnTo>
                  <a:lnTo>
                    <a:pt x="40181" y="13689"/>
                  </a:lnTo>
                  <a:lnTo>
                    <a:pt x="39824" y="13275"/>
                  </a:lnTo>
                  <a:lnTo>
                    <a:pt x="39447" y="12879"/>
                  </a:lnTo>
                  <a:lnTo>
                    <a:pt x="39052" y="12501"/>
                  </a:lnTo>
                  <a:lnTo>
                    <a:pt x="38639" y="12141"/>
                  </a:lnTo>
                  <a:lnTo>
                    <a:pt x="38209" y="11801"/>
                  </a:lnTo>
                  <a:lnTo>
                    <a:pt x="37763" y="11480"/>
                  </a:lnTo>
                  <a:lnTo>
                    <a:pt x="37299" y="11177"/>
                  </a:lnTo>
                  <a:lnTo>
                    <a:pt x="36820" y="10894"/>
                  </a:lnTo>
                  <a:lnTo>
                    <a:pt x="36323" y="10629"/>
                  </a:lnTo>
                  <a:lnTo>
                    <a:pt x="35810" y="10384"/>
                  </a:lnTo>
                  <a:lnTo>
                    <a:pt x="35280" y="10158"/>
                  </a:lnTo>
                  <a:lnTo>
                    <a:pt x="34734" y="9951"/>
                  </a:lnTo>
                  <a:lnTo>
                    <a:pt x="34170" y="9763"/>
                  </a:lnTo>
                  <a:lnTo>
                    <a:pt x="33604" y="9582"/>
                  </a:lnTo>
                  <a:lnTo>
                    <a:pt x="33025" y="9420"/>
                  </a:lnTo>
                  <a:lnTo>
                    <a:pt x="32433" y="9277"/>
                  </a:lnTo>
                  <a:lnTo>
                    <a:pt x="31827" y="9153"/>
                  </a:lnTo>
                  <a:lnTo>
                    <a:pt x="31209" y="9048"/>
                  </a:lnTo>
                  <a:lnTo>
                    <a:pt x="30577" y="8963"/>
                  </a:lnTo>
                  <a:lnTo>
                    <a:pt x="29932" y="8896"/>
                  </a:lnTo>
                  <a:lnTo>
                    <a:pt x="29275" y="8848"/>
                  </a:lnTo>
                  <a:lnTo>
                    <a:pt x="28604" y="8820"/>
                  </a:lnTo>
                  <a:lnTo>
                    <a:pt x="27920" y="8810"/>
                  </a:lnTo>
                  <a:lnTo>
                    <a:pt x="27280" y="8819"/>
                  </a:lnTo>
                  <a:lnTo>
                    <a:pt x="26648" y="8846"/>
                  </a:lnTo>
                  <a:lnTo>
                    <a:pt x="26023" y="8890"/>
                  </a:lnTo>
                  <a:lnTo>
                    <a:pt x="25405" y="8953"/>
                  </a:lnTo>
                  <a:lnTo>
                    <a:pt x="24794" y="9033"/>
                  </a:lnTo>
                  <a:lnTo>
                    <a:pt x="24191" y="9132"/>
                  </a:lnTo>
                  <a:lnTo>
                    <a:pt x="23594" y="9248"/>
                  </a:lnTo>
                  <a:lnTo>
                    <a:pt x="23005" y="9382"/>
                  </a:lnTo>
                  <a:lnTo>
                    <a:pt x="22423" y="9533"/>
                  </a:lnTo>
                  <a:lnTo>
                    <a:pt x="21847" y="9703"/>
                  </a:lnTo>
                  <a:lnTo>
                    <a:pt x="21294" y="9891"/>
                  </a:lnTo>
                  <a:lnTo>
                    <a:pt x="20752" y="10096"/>
                  </a:lnTo>
                  <a:lnTo>
                    <a:pt x="20222" y="10319"/>
                  </a:lnTo>
                  <a:lnTo>
                    <a:pt x="19704" y="10560"/>
                  </a:lnTo>
                  <a:lnTo>
                    <a:pt x="19198" y="10819"/>
                  </a:lnTo>
                  <a:lnTo>
                    <a:pt x="18704" y="11096"/>
                  </a:lnTo>
                  <a:lnTo>
                    <a:pt x="18222" y="11391"/>
                  </a:lnTo>
                  <a:lnTo>
                    <a:pt x="17752" y="11703"/>
                  </a:lnTo>
                  <a:lnTo>
                    <a:pt x="17293" y="12034"/>
                  </a:lnTo>
                  <a:lnTo>
                    <a:pt x="16847" y="12382"/>
                  </a:lnTo>
                  <a:lnTo>
                    <a:pt x="16414" y="12748"/>
                  </a:lnTo>
                  <a:lnTo>
                    <a:pt x="15997" y="13132"/>
                  </a:lnTo>
                  <a:lnTo>
                    <a:pt x="15595" y="13534"/>
                  </a:lnTo>
                  <a:lnTo>
                    <a:pt x="15209" y="13954"/>
                  </a:lnTo>
                  <a:lnTo>
                    <a:pt x="14838" y="14391"/>
                  </a:lnTo>
                  <a:lnTo>
                    <a:pt x="14482" y="14847"/>
                  </a:lnTo>
                  <a:lnTo>
                    <a:pt x="14142" y="15320"/>
                  </a:lnTo>
                  <a:lnTo>
                    <a:pt x="13818" y="15811"/>
                  </a:lnTo>
                  <a:lnTo>
                    <a:pt x="13509" y="16320"/>
                  </a:lnTo>
                  <a:lnTo>
                    <a:pt x="13215" y="16847"/>
                  </a:lnTo>
                  <a:lnTo>
                    <a:pt x="12951" y="17380"/>
                  </a:lnTo>
                  <a:lnTo>
                    <a:pt x="12706" y="17930"/>
                  </a:lnTo>
                  <a:lnTo>
                    <a:pt x="12480" y="18499"/>
                  </a:lnTo>
                  <a:lnTo>
                    <a:pt x="12272" y="19085"/>
                  </a:lnTo>
                  <a:lnTo>
                    <a:pt x="12084" y="19689"/>
                  </a:lnTo>
                  <a:lnTo>
                    <a:pt x="11915" y="20312"/>
                  </a:lnTo>
                  <a:lnTo>
                    <a:pt x="11765" y="20952"/>
                  </a:lnTo>
                  <a:lnTo>
                    <a:pt x="11634" y="21609"/>
                  </a:lnTo>
                  <a:lnTo>
                    <a:pt x="11522" y="22285"/>
                  </a:lnTo>
                  <a:lnTo>
                    <a:pt x="11430" y="22979"/>
                  </a:lnTo>
                  <a:lnTo>
                    <a:pt x="476" y="21967"/>
                  </a:lnTo>
                  <a:lnTo>
                    <a:pt x="597" y="21067"/>
                  </a:lnTo>
                  <a:lnTo>
                    <a:pt x="747" y="20178"/>
                  </a:lnTo>
                  <a:lnTo>
                    <a:pt x="926" y="19300"/>
                  </a:lnTo>
                  <a:lnTo>
                    <a:pt x="1133" y="18433"/>
                  </a:lnTo>
                  <a:lnTo>
                    <a:pt x="1369" y="17576"/>
                  </a:lnTo>
                  <a:lnTo>
                    <a:pt x="1633" y="16730"/>
                  </a:lnTo>
                  <a:lnTo>
                    <a:pt x="1926" y="15895"/>
                  </a:lnTo>
                  <a:lnTo>
                    <a:pt x="2247" y="15070"/>
                  </a:lnTo>
                  <a:lnTo>
                    <a:pt x="2597" y="14257"/>
                  </a:lnTo>
                  <a:lnTo>
                    <a:pt x="2976" y="13454"/>
                  </a:lnTo>
                  <a:lnTo>
                    <a:pt x="3384" y="12666"/>
                  </a:lnTo>
                  <a:lnTo>
                    <a:pt x="3821" y="11899"/>
                  </a:lnTo>
                  <a:lnTo>
                    <a:pt x="4289" y="11151"/>
                  </a:lnTo>
                  <a:lnTo>
                    <a:pt x="4786" y="10425"/>
                  </a:lnTo>
                  <a:lnTo>
                    <a:pt x="5313" y="9718"/>
                  </a:lnTo>
                  <a:lnTo>
                    <a:pt x="5869" y="9032"/>
                  </a:lnTo>
                  <a:lnTo>
                    <a:pt x="6456" y="8365"/>
                  </a:lnTo>
                  <a:lnTo>
                    <a:pt x="7072" y="7720"/>
                  </a:lnTo>
                  <a:lnTo>
                    <a:pt x="7718" y="7094"/>
                  </a:lnTo>
                  <a:lnTo>
                    <a:pt x="8393" y="6488"/>
                  </a:lnTo>
                  <a:lnTo>
                    <a:pt x="9098" y="5894"/>
                  </a:lnTo>
                  <a:lnTo>
                    <a:pt x="9829" y="5326"/>
                  </a:lnTo>
                  <a:lnTo>
                    <a:pt x="10588" y="4785"/>
                  </a:lnTo>
                  <a:lnTo>
                    <a:pt x="11375" y="4269"/>
                  </a:lnTo>
                  <a:lnTo>
                    <a:pt x="12189" y="3780"/>
                  </a:lnTo>
                  <a:lnTo>
                    <a:pt x="13030" y="3317"/>
                  </a:lnTo>
                  <a:lnTo>
                    <a:pt x="13898" y="2880"/>
                  </a:lnTo>
                  <a:lnTo>
                    <a:pt x="14794" y="2469"/>
                  </a:lnTo>
                  <a:lnTo>
                    <a:pt x="15718" y="2084"/>
                  </a:lnTo>
                  <a:lnTo>
                    <a:pt x="16668" y="1726"/>
                  </a:lnTo>
                  <a:lnTo>
                    <a:pt x="17659" y="1398"/>
                  </a:lnTo>
                  <a:lnTo>
                    <a:pt x="18680" y="1104"/>
                  </a:lnTo>
                  <a:lnTo>
                    <a:pt x="19731" y="845"/>
                  </a:lnTo>
                  <a:lnTo>
                    <a:pt x="20812" y="621"/>
                  </a:lnTo>
                  <a:lnTo>
                    <a:pt x="21922" y="431"/>
                  </a:lnTo>
                  <a:lnTo>
                    <a:pt x="23062" y="276"/>
                  </a:lnTo>
                  <a:lnTo>
                    <a:pt x="24232" y="155"/>
                  </a:lnTo>
                  <a:lnTo>
                    <a:pt x="25431" y="69"/>
                  </a:lnTo>
                  <a:lnTo>
                    <a:pt x="26661" y="17"/>
                  </a:lnTo>
                  <a:lnTo>
                    <a:pt x="27920" y="0"/>
                  </a:lnTo>
                  <a:lnTo>
                    <a:pt x="29156" y="14"/>
                  </a:lnTo>
                  <a:lnTo>
                    <a:pt x="30365" y="59"/>
                  </a:lnTo>
                  <a:lnTo>
                    <a:pt x="31547" y="133"/>
                  </a:lnTo>
                  <a:lnTo>
                    <a:pt x="32701" y="238"/>
                  </a:lnTo>
                  <a:lnTo>
                    <a:pt x="33828" y="372"/>
                  </a:lnTo>
                  <a:lnTo>
                    <a:pt x="34928" y="535"/>
                  </a:lnTo>
                  <a:lnTo>
                    <a:pt x="36000" y="729"/>
                  </a:lnTo>
                  <a:lnTo>
                    <a:pt x="37045" y="952"/>
                  </a:lnTo>
                  <a:lnTo>
                    <a:pt x="38062" y="1205"/>
                  </a:lnTo>
                  <a:lnTo>
                    <a:pt x="39052" y="1488"/>
                  </a:lnTo>
                  <a:lnTo>
                    <a:pt x="40013" y="1800"/>
                  </a:lnTo>
                  <a:lnTo>
                    <a:pt x="40943" y="2140"/>
                  </a:lnTo>
                  <a:lnTo>
                    <a:pt x="41842" y="2509"/>
                  </a:lnTo>
                  <a:lnTo>
                    <a:pt x="42710" y="2907"/>
                  </a:lnTo>
                  <a:lnTo>
                    <a:pt x="43547" y="3333"/>
                  </a:lnTo>
                  <a:lnTo>
                    <a:pt x="44353" y="3788"/>
                  </a:lnTo>
                  <a:lnTo>
                    <a:pt x="45128" y="4271"/>
                  </a:lnTo>
                  <a:lnTo>
                    <a:pt x="45872" y="4783"/>
                  </a:lnTo>
                  <a:lnTo>
                    <a:pt x="46585" y="5324"/>
                  </a:lnTo>
                  <a:lnTo>
                    <a:pt x="47267" y="5893"/>
                  </a:lnTo>
                  <a:lnTo>
                    <a:pt x="47930" y="6490"/>
                  </a:lnTo>
                  <a:lnTo>
                    <a:pt x="48560" y="7115"/>
                  </a:lnTo>
                  <a:lnTo>
                    <a:pt x="49159" y="7767"/>
                  </a:lnTo>
                  <a:lnTo>
                    <a:pt x="49725" y="8446"/>
                  </a:lnTo>
                  <a:lnTo>
                    <a:pt x="50259" y="9152"/>
                  </a:lnTo>
                  <a:lnTo>
                    <a:pt x="50761" y="9886"/>
                  </a:lnTo>
                  <a:lnTo>
                    <a:pt x="51230" y="10648"/>
                  </a:lnTo>
                  <a:lnTo>
                    <a:pt x="51668" y="11437"/>
                  </a:lnTo>
                  <a:lnTo>
                    <a:pt x="52073" y="12253"/>
                  </a:lnTo>
                  <a:lnTo>
                    <a:pt x="52447" y="13096"/>
                  </a:lnTo>
                  <a:lnTo>
                    <a:pt x="52786" y="13967"/>
                  </a:lnTo>
                  <a:lnTo>
                    <a:pt x="53089" y="14863"/>
                  </a:lnTo>
                  <a:lnTo>
                    <a:pt x="53357" y="15786"/>
                  </a:lnTo>
                  <a:lnTo>
                    <a:pt x="53590" y="16735"/>
                  </a:lnTo>
                  <a:lnTo>
                    <a:pt x="53786" y="17710"/>
                  </a:lnTo>
                  <a:lnTo>
                    <a:pt x="53947" y="18711"/>
                  </a:lnTo>
                  <a:lnTo>
                    <a:pt x="54072" y="19739"/>
                  </a:lnTo>
                  <a:lnTo>
                    <a:pt x="54161" y="20793"/>
                  </a:lnTo>
                  <a:lnTo>
                    <a:pt x="54215" y="21872"/>
                  </a:lnTo>
                  <a:lnTo>
                    <a:pt x="54232" y="22979"/>
                  </a:lnTo>
                  <a:lnTo>
                    <a:pt x="54217" y="23820"/>
                  </a:lnTo>
                  <a:lnTo>
                    <a:pt x="54171" y="24653"/>
                  </a:lnTo>
                  <a:lnTo>
                    <a:pt x="54093" y="25477"/>
                  </a:lnTo>
                  <a:lnTo>
                    <a:pt x="53985" y="26293"/>
                  </a:lnTo>
                  <a:lnTo>
                    <a:pt x="53846" y="27101"/>
                  </a:lnTo>
                  <a:lnTo>
                    <a:pt x="53675" y="27901"/>
                  </a:lnTo>
                  <a:lnTo>
                    <a:pt x="53474" y="28692"/>
                  </a:lnTo>
                  <a:lnTo>
                    <a:pt x="53242" y="29475"/>
                  </a:lnTo>
                  <a:lnTo>
                    <a:pt x="52979" y="30249"/>
                  </a:lnTo>
                  <a:lnTo>
                    <a:pt x="52685" y="31015"/>
                  </a:lnTo>
                  <a:lnTo>
                    <a:pt x="52376" y="31774"/>
                  </a:lnTo>
                  <a:lnTo>
                    <a:pt x="52046" y="32525"/>
                  </a:lnTo>
                  <a:lnTo>
                    <a:pt x="51695" y="33269"/>
                  </a:lnTo>
                  <a:lnTo>
                    <a:pt x="51323" y="34006"/>
                  </a:lnTo>
                  <a:lnTo>
                    <a:pt x="50928" y="34736"/>
                  </a:lnTo>
                  <a:lnTo>
                    <a:pt x="50513" y="35459"/>
                  </a:lnTo>
                  <a:lnTo>
                    <a:pt x="50076" y="36174"/>
                  </a:lnTo>
                  <a:lnTo>
                    <a:pt x="49618" y="36883"/>
                  </a:lnTo>
                  <a:lnTo>
                    <a:pt x="49138" y="37584"/>
                  </a:lnTo>
                  <a:lnTo>
                    <a:pt x="48637" y="38278"/>
                  </a:lnTo>
                  <a:lnTo>
                    <a:pt x="48128" y="38966"/>
                  </a:lnTo>
                  <a:lnTo>
                    <a:pt x="47603" y="39650"/>
                  </a:lnTo>
                  <a:lnTo>
                    <a:pt x="47061" y="40328"/>
                  </a:lnTo>
                  <a:lnTo>
                    <a:pt x="46503" y="41002"/>
                  </a:lnTo>
                  <a:lnTo>
                    <a:pt x="45928" y="41671"/>
                  </a:lnTo>
                  <a:lnTo>
                    <a:pt x="45336" y="42336"/>
                  </a:lnTo>
                  <a:lnTo>
                    <a:pt x="44728" y="42995"/>
                  </a:lnTo>
                  <a:lnTo>
                    <a:pt x="44103" y="43650"/>
                  </a:lnTo>
                  <a:lnTo>
                    <a:pt x="43461" y="44300"/>
                  </a:lnTo>
                  <a:lnTo>
                    <a:pt x="42802" y="44946"/>
                  </a:lnTo>
                  <a:lnTo>
                    <a:pt x="42133" y="45587"/>
                  </a:lnTo>
                  <a:lnTo>
                    <a:pt x="41457" y="46227"/>
                  </a:lnTo>
                  <a:lnTo>
                    <a:pt x="40775" y="46864"/>
                  </a:lnTo>
                  <a:lnTo>
                    <a:pt x="40088" y="47498"/>
                  </a:lnTo>
                  <a:lnTo>
                    <a:pt x="39394" y="48131"/>
                  </a:lnTo>
                  <a:lnTo>
                    <a:pt x="38695" y="48760"/>
                  </a:lnTo>
                  <a:lnTo>
                    <a:pt x="37989" y="49388"/>
                  </a:lnTo>
                  <a:lnTo>
                    <a:pt x="37278" y="50013"/>
                  </a:lnTo>
                  <a:lnTo>
                    <a:pt x="36561" y="50636"/>
                  </a:lnTo>
                  <a:lnTo>
                    <a:pt x="35837" y="51256"/>
                  </a:lnTo>
                  <a:lnTo>
                    <a:pt x="35110" y="51863"/>
                  </a:lnTo>
                  <a:lnTo>
                    <a:pt x="34382" y="52470"/>
                  </a:lnTo>
                  <a:lnTo>
                    <a:pt x="33653" y="53078"/>
                  </a:lnTo>
                  <a:lnTo>
                    <a:pt x="32923" y="53685"/>
                  </a:lnTo>
                  <a:lnTo>
                    <a:pt x="32191" y="54292"/>
                  </a:lnTo>
                  <a:lnTo>
                    <a:pt x="31458" y="54899"/>
                  </a:lnTo>
                  <a:lnTo>
                    <a:pt x="30724" y="55506"/>
                  </a:lnTo>
                  <a:lnTo>
                    <a:pt x="29989" y="56114"/>
                  </a:lnTo>
                  <a:lnTo>
                    <a:pt x="29253" y="56721"/>
                  </a:lnTo>
                  <a:lnTo>
                    <a:pt x="28515" y="57328"/>
                  </a:lnTo>
                  <a:lnTo>
                    <a:pt x="27781" y="57924"/>
                  </a:lnTo>
                  <a:lnTo>
                    <a:pt x="27055" y="58521"/>
                  </a:lnTo>
                  <a:lnTo>
                    <a:pt x="26338" y="59119"/>
                  </a:lnTo>
                  <a:lnTo>
                    <a:pt x="25629" y="59719"/>
                  </a:lnTo>
                  <a:lnTo>
                    <a:pt x="24928" y="60320"/>
                  </a:lnTo>
                  <a:lnTo>
                    <a:pt x="24236" y="60921"/>
                  </a:lnTo>
                  <a:lnTo>
                    <a:pt x="23552" y="61524"/>
                  </a:lnTo>
                  <a:lnTo>
                    <a:pt x="22876" y="62129"/>
                  </a:lnTo>
                  <a:lnTo>
                    <a:pt x="22209" y="62734"/>
                  </a:lnTo>
                  <a:lnTo>
                    <a:pt x="21550" y="63341"/>
                  </a:lnTo>
                  <a:lnTo>
                    <a:pt x="20913" y="63949"/>
                  </a:lnTo>
                  <a:lnTo>
                    <a:pt x="20290" y="64560"/>
                  </a:lnTo>
                  <a:lnTo>
                    <a:pt x="19680" y="65173"/>
                  </a:lnTo>
                  <a:lnTo>
                    <a:pt x="19083" y="65789"/>
                  </a:lnTo>
                  <a:lnTo>
                    <a:pt x="18499" y="66407"/>
                  </a:lnTo>
                  <a:lnTo>
                    <a:pt x="17928" y="67027"/>
                  </a:lnTo>
                  <a:lnTo>
                    <a:pt x="17370" y="67650"/>
                  </a:lnTo>
                  <a:lnTo>
                    <a:pt x="16825" y="68275"/>
                  </a:lnTo>
                  <a:lnTo>
                    <a:pt x="16294" y="68902"/>
                  </a:lnTo>
                  <a:lnTo>
                    <a:pt x="15775" y="69532"/>
                  </a:lnTo>
                  <a:lnTo>
                    <a:pt x="15275" y="70154"/>
                  </a:lnTo>
                  <a:lnTo>
                    <a:pt x="14797" y="70782"/>
                  </a:lnTo>
                  <a:lnTo>
                    <a:pt x="14341" y="71416"/>
                  </a:lnTo>
                  <a:lnTo>
                    <a:pt x="13908" y="72056"/>
                  </a:lnTo>
                  <a:lnTo>
                    <a:pt x="13498" y="72702"/>
                  </a:lnTo>
                  <a:lnTo>
                    <a:pt x="13111" y="73354"/>
                  </a:lnTo>
                  <a:lnTo>
                    <a:pt x="12746" y="74012"/>
                  </a:lnTo>
                  <a:lnTo>
                    <a:pt x="12403" y="74676"/>
                  </a:lnTo>
                  <a:lnTo>
                    <a:pt x="12084" y="75345"/>
                  </a:lnTo>
                  <a:lnTo>
                    <a:pt x="11787" y="76021"/>
                  </a:lnTo>
                  <a:lnTo>
                    <a:pt x="55542" y="76021"/>
                  </a:lnTo>
                  <a:lnTo>
                    <a:pt x="55542" y="8512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8504011" y="4326725"/>
              <a:ext cx="57804" cy="86320"/>
            </a:xfrm>
            <a:custGeom>
              <a:avLst/>
              <a:pathLst>
                <a:path w="57804" h="86320">
                  <a:moveTo>
                    <a:pt x="57804" y="61972"/>
                  </a:moveTo>
                  <a:lnTo>
                    <a:pt x="57785" y="63114"/>
                  </a:lnTo>
                  <a:lnTo>
                    <a:pt x="57728" y="64231"/>
                  </a:lnTo>
                  <a:lnTo>
                    <a:pt x="57633" y="65324"/>
                  </a:lnTo>
                  <a:lnTo>
                    <a:pt x="57500" y="66391"/>
                  </a:lnTo>
                  <a:lnTo>
                    <a:pt x="57328" y="67434"/>
                  </a:lnTo>
                  <a:lnTo>
                    <a:pt x="57119" y="68451"/>
                  </a:lnTo>
                  <a:lnTo>
                    <a:pt x="56871" y="69443"/>
                  </a:lnTo>
                  <a:lnTo>
                    <a:pt x="56585" y="70411"/>
                  </a:lnTo>
                  <a:lnTo>
                    <a:pt x="56261" y="71353"/>
                  </a:lnTo>
                  <a:lnTo>
                    <a:pt x="55899" y="72270"/>
                  </a:lnTo>
                  <a:lnTo>
                    <a:pt x="55512" y="73162"/>
                  </a:lnTo>
                  <a:lnTo>
                    <a:pt x="55090" y="74025"/>
                  </a:lnTo>
                  <a:lnTo>
                    <a:pt x="54631" y="74862"/>
                  </a:lnTo>
                  <a:lnTo>
                    <a:pt x="54137" y="75671"/>
                  </a:lnTo>
                  <a:lnTo>
                    <a:pt x="53607" y="76453"/>
                  </a:lnTo>
                  <a:lnTo>
                    <a:pt x="53042" y="77207"/>
                  </a:lnTo>
                  <a:lnTo>
                    <a:pt x="52441" y="77934"/>
                  </a:lnTo>
                  <a:lnTo>
                    <a:pt x="51804" y="78633"/>
                  </a:lnTo>
                  <a:lnTo>
                    <a:pt x="51131" y="79305"/>
                  </a:lnTo>
                  <a:lnTo>
                    <a:pt x="50422" y="79950"/>
                  </a:lnTo>
                  <a:lnTo>
                    <a:pt x="49690" y="80555"/>
                  </a:lnTo>
                  <a:lnTo>
                    <a:pt x="48922" y="81131"/>
                  </a:lnTo>
                  <a:lnTo>
                    <a:pt x="48119" y="81679"/>
                  </a:lnTo>
                  <a:lnTo>
                    <a:pt x="47279" y="82198"/>
                  </a:lnTo>
                  <a:lnTo>
                    <a:pt x="46404" y="82688"/>
                  </a:lnTo>
                  <a:lnTo>
                    <a:pt x="45493" y="83150"/>
                  </a:lnTo>
                  <a:lnTo>
                    <a:pt x="44547" y="83584"/>
                  </a:lnTo>
                  <a:lnTo>
                    <a:pt x="43564" y="83989"/>
                  </a:lnTo>
                  <a:lnTo>
                    <a:pt x="42546" y="84365"/>
                  </a:lnTo>
                  <a:lnTo>
                    <a:pt x="41493" y="84712"/>
                  </a:lnTo>
                  <a:lnTo>
                    <a:pt x="40418" y="85018"/>
                  </a:lnTo>
                  <a:lnTo>
                    <a:pt x="39312" y="85291"/>
                  </a:lnTo>
                  <a:lnTo>
                    <a:pt x="38175" y="85532"/>
                  </a:lnTo>
                  <a:lnTo>
                    <a:pt x="37007" y="85741"/>
                  </a:lnTo>
                  <a:lnTo>
                    <a:pt x="35808" y="85918"/>
                  </a:lnTo>
                  <a:lnTo>
                    <a:pt x="34578" y="86063"/>
                  </a:lnTo>
                  <a:lnTo>
                    <a:pt x="33317" y="86175"/>
                  </a:lnTo>
                  <a:lnTo>
                    <a:pt x="32025" y="86256"/>
                  </a:lnTo>
                  <a:lnTo>
                    <a:pt x="30702" y="86304"/>
                  </a:lnTo>
                  <a:lnTo>
                    <a:pt x="29348" y="86320"/>
                  </a:lnTo>
                  <a:lnTo>
                    <a:pt x="27813" y="86301"/>
                  </a:lnTo>
                  <a:lnTo>
                    <a:pt x="26327" y="86244"/>
                  </a:lnTo>
                  <a:lnTo>
                    <a:pt x="24889" y="86148"/>
                  </a:lnTo>
                  <a:lnTo>
                    <a:pt x="23500" y="86015"/>
                  </a:lnTo>
                  <a:lnTo>
                    <a:pt x="22160" y="85844"/>
                  </a:lnTo>
                  <a:lnTo>
                    <a:pt x="20869" y="85634"/>
                  </a:lnTo>
                  <a:lnTo>
                    <a:pt x="19626" y="85386"/>
                  </a:lnTo>
                  <a:lnTo>
                    <a:pt x="18433" y="85101"/>
                  </a:lnTo>
                  <a:lnTo>
                    <a:pt x="17288" y="84777"/>
                  </a:lnTo>
                  <a:lnTo>
                    <a:pt x="16192" y="84415"/>
                  </a:lnTo>
                  <a:lnTo>
                    <a:pt x="15151" y="84010"/>
                  </a:lnTo>
                  <a:lnTo>
                    <a:pt x="14147" y="83581"/>
                  </a:lnTo>
                  <a:lnTo>
                    <a:pt x="13179" y="83129"/>
                  </a:lnTo>
                  <a:lnTo>
                    <a:pt x="12249" y="82653"/>
                  </a:lnTo>
                  <a:lnTo>
                    <a:pt x="11355" y="82153"/>
                  </a:lnTo>
                  <a:lnTo>
                    <a:pt x="10498" y="81629"/>
                  </a:lnTo>
                  <a:lnTo>
                    <a:pt x="9679" y="81081"/>
                  </a:lnTo>
                  <a:lnTo>
                    <a:pt x="8896" y="80510"/>
                  </a:lnTo>
                  <a:lnTo>
                    <a:pt x="8150" y="79914"/>
                  </a:lnTo>
                  <a:lnTo>
                    <a:pt x="7441" y="79295"/>
                  </a:lnTo>
                  <a:lnTo>
                    <a:pt x="6768" y="78644"/>
                  </a:lnTo>
                  <a:lnTo>
                    <a:pt x="6129" y="77976"/>
                  </a:lnTo>
                  <a:lnTo>
                    <a:pt x="5525" y="77291"/>
                  </a:lnTo>
                  <a:lnTo>
                    <a:pt x="4955" y="76590"/>
                  </a:lnTo>
                  <a:lnTo>
                    <a:pt x="4420" y="75872"/>
                  </a:lnTo>
                  <a:lnTo>
                    <a:pt x="3919" y="75137"/>
                  </a:lnTo>
                  <a:lnTo>
                    <a:pt x="3453" y="74386"/>
                  </a:lnTo>
                  <a:lnTo>
                    <a:pt x="3021" y="73618"/>
                  </a:lnTo>
                  <a:lnTo>
                    <a:pt x="2624" y="72834"/>
                  </a:lnTo>
                  <a:lnTo>
                    <a:pt x="2262" y="72032"/>
                  </a:lnTo>
                  <a:lnTo>
                    <a:pt x="1928" y="71208"/>
                  </a:lnTo>
                  <a:lnTo>
                    <a:pt x="1619" y="70380"/>
                  </a:lnTo>
                  <a:lnTo>
                    <a:pt x="1333" y="69546"/>
                  </a:lnTo>
                  <a:lnTo>
                    <a:pt x="1071" y="68708"/>
                  </a:lnTo>
                  <a:lnTo>
                    <a:pt x="833" y="67865"/>
                  </a:lnTo>
                  <a:lnTo>
                    <a:pt x="619" y="67017"/>
                  </a:lnTo>
                  <a:lnTo>
                    <a:pt x="428" y="66165"/>
                  </a:lnTo>
                  <a:lnTo>
                    <a:pt x="261" y="65308"/>
                  </a:lnTo>
                  <a:lnTo>
                    <a:pt x="119" y="64446"/>
                  </a:lnTo>
                  <a:lnTo>
                    <a:pt x="0" y="63579"/>
                  </a:lnTo>
                  <a:lnTo>
                    <a:pt x="11072" y="62567"/>
                  </a:lnTo>
                  <a:lnTo>
                    <a:pt x="11175" y="63228"/>
                  </a:lnTo>
                  <a:lnTo>
                    <a:pt x="11294" y="63877"/>
                  </a:lnTo>
                  <a:lnTo>
                    <a:pt x="11428" y="64514"/>
                  </a:lnTo>
                  <a:lnTo>
                    <a:pt x="11577" y="65139"/>
                  </a:lnTo>
                  <a:lnTo>
                    <a:pt x="11742" y="65752"/>
                  </a:lnTo>
                  <a:lnTo>
                    <a:pt x="11922" y="66353"/>
                  </a:lnTo>
                  <a:lnTo>
                    <a:pt x="12118" y="66942"/>
                  </a:lnTo>
                  <a:lnTo>
                    <a:pt x="12330" y="67520"/>
                  </a:lnTo>
                  <a:lnTo>
                    <a:pt x="12556" y="68085"/>
                  </a:lnTo>
                  <a:lnTo>
                    <a:pt x="12799" y="68639"/>
                  </a:lnTo>
                  <a:lnTo>
                    <a:pt x="13070" y="69179"/>
                  </a:lnTo>
                  <a:lnTo>
                    <a:pt x="13358" y="69703"/>
                  </a:lnTo>
                  <a:lnTo>
                    <a:pt x="13665" y="70212"/>
                  </a:lnTo>
                  <a:lnTo>
                    <a:pt x="13989" y="70706"/>
                  </a:lnTo>
                  <a:lnTo>
                    <a:pt x="14332" y="71184"/>
                  </a:lnTo>
                  <a:lnTo>
                    <a:pt x="14692" y="71647"/>
                  </a:lnTo>
                  <a:lnTo>
                    <a:pt x="15070" y="72094"/>
                  </a:lnTo>
                  <a:lnTo>
                    <a:pt x="15466" y="72525"/>
                  </a:lnTo>
                  <a:lnTo>
                    <a:pt x="15879" y="72941"/>
                  </a:lnTo>
                  <a:lnTo>
                    <a:pt x="16311" y="73342"/>
                  </a:lnTo>
                  <a:lnTo>
                    <a:pt x="16762" y="73726"/>
                  </a:lnTo>
                  <a:lnTo>
                    <a:pt x="17233" y="74092"/>
                  </a:lnTo>
                  <a:lnTo>
                    <a:pt x="17724" y="74440"/>
                  </a:lnTo>
                  <a:lnTo>
                    <a:pt x="18235" y="74771"/>
                  </a:lnTo>
                  <a:lnTo>
                    <a:pt x="18767" y="75083"/>
                  </a:lnTo>
                  <a:lnTo>
                    <a:pt x="19319" y="75378"/>
                  </a:lnTo>
                  <a:lnTo>
                    <a:pt x="19891" y="75655"/>
                  </a:lnTo>
                  <a:lnTo>
                    <a:pt x="20483" y="75914"/>
                  </a:lnTo>
                  <a:lnTo>
                    <a:pt x="21096" y="76155"/>
                  </a:lnTo>
                  <a:lnTo>
                    <a:pt x="21728" y="76378"/>
                  </a:lnTo>
                  <a:lnTo>
                    <a:pt x="22383" y="76582"/>
                  </a:lnTo>
                  <a:lnTo>
                    <a:pt x="23062" y="76764"/>
                  </a:lnTo>
                  <a:lnTo>
                    <a:pt x="23764" y="76925"/>
                  </a:lnTo>
                  <a:lnTo>
                    <a:pt x="24491" y="77064"/>
                  </a:lnTo>
                  <a:lnTo>
                    <a:pt x="25241" y="77182"/>
                  </a:lnTo>
                  <a:lnTo>
                    <a:pt x="26015" y="77278"/>
                  </a:lnTo>
                  <a:lnTo>
                    <a:pt x="26812" y="77353"/>
                  </a:lnTo>
                  <a:lnTo>
                    <a:pt x="27634" y="77407"/>
                  </a:lnTo>
                  <a:lnTo>
                    <a:pt x="28479" y="77439"/>
                  </a:lnTo>
                  <a:lnTo>
                    <a:pt x="29348" y="77450"/>
                  </a:lnTo>
                  <a:lnTo>
                    <a:pt x="30933" y="77410"/>
                  </a:lnTo>
                  <a:lnTo>
                    <a:pt x="32446" y="77290"/>
                  </a:lnTo>
                  <a:lnTo>
                    <a:pt x="33890" y="77091"/>
                  </a:lnTo>
                  <a:lnTo>
                    <a:pt x="35263" y="76811"/>
                  </a:lnTo>
                  <a:lnTo>
                    <a:pt x="36567" y="76453"/>
                  </a:lnTo>
                  <a:lnTo>
                    <a:pt x="37799" y="76014"/>
                  </a:lnTo>
                  <a:lnTo>
                    <a:pt x="38962" y="75495"/>
                  </a:lnTo>
                  <a:lnTo>
                    <a:pt x="40055" y="74897"/>
                  </a:lnTo>
                  <a:lnTo>
                    <a:pt x="41077" y="74219"/>
                  </a:lnTo>
                  <a:lnTo>
                    <a:pt x="42029" y="73461"/>
                  </a:lnTo>
                  <a:lnTo>
                    <a:pt x="42911" y="72625"/>
                  </a:lnTo>
                  <a:lnTo>
                    <a:pt x="43700" y="71711"/>
                  </a:lnTo>
                  <a:lnTo>
                    <a:pt x="44397" y="70720"/>
                  </a:lnTo>
                  <a:lnTo>
                    <a:pt x="45000" y="69651"/>
                  </a:lnTo>
                  <a:lnTo>
                    <a:pt x="45511" y="68505"/>
                  </a:lnTo>
                  <a:lnTo>
                    <a:pt x="45929" y="67282"/>
                  </a:lnTo>
                  <a:lnTo>
                    <a:pt x="46254" y="65981"/>
                  </a:lnTo>
                  <a:lnTo>
                    <a:pt x="46486" y="64603"/>
                  </a:lnTo>
                  <a:lnTo>
                    <a:pt x="46626" y="63147"/>
                  </a:lnTo>
                  <a:lnTo>
                    <a:pt x="46672" y="61614"/>
                  </a:lnTo>
                  <a:lnTo>
                    <a:pt x="46651" y="60704"/>
                  </a:lnTo>
                  <a:lnTo>
                    <a:pt x="46589" y="59831"/>
                  </a:lnTo>
                  <a:lnTo>
                    <a:pt x="46484" y="58994"/>
                  </a:lnTo>
                  <a:lnTo>
                    <a:pt x="46339" y="58195"/>
                  </a:lnTo>
                  <a:lnTo>
                    <a:pt x="46151" y="57432"/>
                  </a:lnTo>
                  <a:lnTo>
                    <a:pt x="45922" y="56707"/>
                  </a:lnTo>
                  <a:lnTo>
                    <a:pt x="45651" y="56018"/>
                  </a:lnTo>
                  <a:lnTo>
                    <a:pt x="45338" y="55366"/>
                  </a:lnTo>
                  <a:lnTo>
                    <a:pt x="44984" y="54751"/>
                  </a:lnTo>
                  <a:lnTo>
                    <a:pt x="44588" y="54173"/>
                  </a:lnTo>
                  <a:lnTo>
                    <a:pt x="44173" y="53615"/>
                  </a:lnTo>
                  <a:lnTo>
                    <a:pt x="43736" y="53082"/>
                  </a:lnTo>
                  <a:lnTo>
                    <a:pt x="43278" y="52576"/>
                  </a:lnTo>
                  <a:lnTo>
                    <a:pt x="42798" y="52096"/>
                  </a:lnTo>
                  <a:lnTo>
                    <a:pt x="42296" y="51643"/>
                  </a:lnTo>
                  <a:lnTo>
                    <a:pt x="41774" y="51215"/>
                  </a:lnTo>
                  <a:lnTo>
                    <a:pt x="41230" y="50814"/>
                  </a:lnTo>
                  <a:lnTo>
                    <a:pt x="40664" y="50439"/>
                  </a:lnTo>
                  <a:lnTo>
                    <a:pt x="40077" y="50090"/>
                  </a:lnTo>
                  <a:lnTo>
                    <a:pt x="39469" y="49768"/>
                  </a:lnTo>
                  <a:lnTo>
                    <a:pt x="38856" y="49457"/>
                  </a:lnTo>
                  <a:lnTo>
                    <a:pt x="38230" y="49168"/>
                  </a:lnTo>
                  <a:lnTo>
                    <a:pt x="37593" y="48900"/>
                  </a:lnTo>
                  <a:lnTo>
                    <a:pt x="36945" y="48653"/>
                  </a:lnTo>
                  <a:lnTo>
                    <a:pt x="36284" y="48428"/>
                  </a:lnTo>
                  <a:lnTo>
                    <a:pt x="35611" y="48225"/>
                  </a:lnTo>
                  <a:lnTo>
                    <a:pt x="34926" y="48042"/>
                  </a:lnTo>
                  <a:lnTo>
                    <a:pt x="34230" y="47882"/>
                  </a:lnTo>
                  <a:lnTo>
                    <a:pt x="33522" y="47742"/>
                  </a:lnTo>
                  <a:lnTo>
                    <a:pt x="32801" y="47625"/>
                  </a:lnTo>
                  <a:lnTo>
                    <a:pt x="32092" y="47523"/>
                  </a:lnTo>
                  <a:lnTo>
                    <a:pt x="31394" y="47432"/>
                  </a:lnTo>
                  <a:lnTo>
                    <a:pt x="30706" y="47351"/>
                  </a:lnTo>
                  <a:lnTo>
                    <a:pt x="30029" y="47282"/>
                  </a:lnTo>
                  <a:lnTo>
                    <a:pt x="29363" y="47223"/>
                  </a:lnTo>
                  <a:lnTo>
                    <a:pt x="28708" y="47174"/>
                  </a:lnTo>
                  <a:lnTo>
                    <a:pt x="28063" y="47137"/>
                  </a:lnTo>
                  <a:lnTo>
                    <a:pt x="27429" y="47110"/>
                  </a:lnTo>
                  <a:lnTo>
                    <a:pt x="26806" y="47094"/>
                  </a:lnTo>
                  <a:lnTo>
                    <a:pt x="26193" y="47089"/>
                  </a:lnTo>
                  <a:lnTo>
                    <a:pt x="20121" y="47089"/>
                  </a:lnTo>
                  <a:lnTo>
                    <a:pt x="20121" y="37802"/>
                  </a:lnTo>
                  <a:lnTo>
                    <a:pt x="25955" y="37802"/>
                  </a:lnTo>
                  <a:lnTo>
                    <a:pt x="26565" y="37796"/>
                  </a:lnTo>
                  <a:lnTo>
                    <a:pt x="27179" y="37778"/>
                  </a:lnTo>
                  <a:lnTo>
                    <a:pt x="27798" y="37748"/>
                  </a:lnTo>
                  <a:lnTo>
                    <a:pt x="28422" y="37707"/>
                  </a:lnTo>
                  <a:lnTo>
                    <a:pt x="29051" y="37653"/>
                  </a:lnTo>
                  <a:lnTo>
                    <a:pt x="29684" y="37588"/>
                  </a:lnTo>
                  <a:lnTo>
                    <a:pt x="30322" y="37510"/>
                  </a:lnTo>
                  <a:lnTo>
                    <a:pt x="30965" y="37421"/>
                  </a:lnTo>
                  <a:lnTo>
                    <a:pt x="31613" y="37320"/>
                  </a:lnTo>
                  <a:lnTo>
                    <a:pt x="32265" y="37207"/>
                  </a:lnTo>
                  <a:lnTo>
                    <a:pt x="32914" y="37066"/>
                  </a:lnTo>
                  <a:lnTo>
                    <a:pt x="33551" y="36906"/>
                  </a:lnTo>
                  <a:lnTo>
                    <a:pt x="34176" y="36728"/>
                  </a:lnTo>
                  <a:lnTo>
                    <a:pt x="34790" y="36530"/>
                  </a:lnTo>
                  <a:lnTo>
                    <a:pt x="35391" y="36314"/>
                  </a:lnTo>
                  <a:lnTo>
                    <a:pt x="35980" y="36078"/>
                  </a:lnTo>
                  <a:lnTo>
                    <a:pt x="36558" y="35823"/>
                  </a:lnTo>
                  <a:lnTo>
                    <a:pt x="37123" y="35549"/>
                  </a:lnTo>
                  <a:lnTo>
                    <a:pt x="37677" y="35256"/>
                  </a:lnTo>
                  <a:lnTo>
                    <a:pt x="38219" y="34944"/>
                  </a:lnTo>
                  <a:lnTo>
                    <a:pt x="38756" y="34600"/>
                  </a:lnTo>
                  <a:lnTo>
                    <a:pt x="39273" y="34232"/>
                  </a:lnTo>
                  <a:lnTo>
                    <a:pt x="39771" y="33842"/>
                  </a:lnTo>
                  <a:lnTo>
                    <a:pt x="40247" y="33430"/>
                  </a:lnTo>
                  <a:lnTo>
                    <a:pt x="40704" y="32995"/>
                  </a:lnTo>
                  <a:lnTo>
                    <a:pt x="41140" y="32537"/>
                  </a:lnTo>
                  <a:lnTo>
                    <a:pt x="41556" y="32056"/>
                  </a:lnTo>
                  <a:lnTo>
                    <a:pt x="41952" y="31553"/>
                  </a:lnTo>
                  <a:lnTo>
                    <a:pt x="42328" y="31028"/>
                  </a:lnTo>
                  <a:lnTo>
                    <a:pt x="42683" y="30479"/>
                  </a:lnTo>
                  <a:lnTo>
                    <a:pt x="43023" y="29904"/>
                  </a:lnTo>
                  <a:lnTo>
                    <a:pt x="43326" y="29298"/>
                  </a:lnTo>
                  <a:lnTo>
                    <a:pt x="43594" y="28661"/>
                  </a:lnTo>
                  <a:lnTo>
                    <a:pt x="43826" y="27993"/>
                  </a:lnTo>
                  <a:lnTo>
                    <a:pt x="44023" y="27295"/>
                  </a:lnTo>
                  <a:lnTo>
                    <a:pt x="44184" y="26565"/>
                  </a:lnTo>
                  <a:lnTo>
                    <a:pt x="44309" y="25804"/>
                  </a:lnTo>
                  <a:lnTo>
                    <a:pt x="44398" y="25012"/>
                  </a:lnTo>
                  <a:lnTo>
                    <a:pt x="44451" y="24189"/>
                  </a:lnTo>
                  <a:lnTo>
                    <a:pt x="44469" y="23336"/>
                  </a:lnTo>
                  <a:lnTo>
                    <a:pt x="44429" y="22019"/>
                  </a:lnTo>
                  <a:lnTo>
                    <a:pt x="44310" y="20759"/>
                  </a:lnTo>
                  <a:lnTo>
                    <a:pt x="44110" y="19557"/>
                  </a:lnTo>
                  <a:lnTo>
                    <a:pt x="43831" y="18411"/>
                  </a:lnTo>
                  <a:lnTo>
                    <a:pt x="43472" y="17323"/>
                  </a:lnTo>
                  <a:lnTo>
                    <a:pt x="43033" y="16292"/>
                  </a:lnTo>
                  <a:lnTo>
                    <a:pt x="42515" y="15318"/>
                  </a:lnTo>
                  <a:lnTo>
                    <a:pt x="41917" y="14401"/>
                  </a:lnTo>
                  <a:lnTo>
                    <a:pt x="41239" y="13542"/>
                  </a:lnTo>
                  <a:lnTo>
                    <a:pt x="40481" y="12739"/>
                  </a:lnTo>
                  <a:lnTo>
                    <a:pt x="39656" y="11993"/>
                  </a:lnTo>
                  <a:lnTo>
                    <a:pt x="38754" y="11325"/>
                  </a:lnTo>
                  <a:lnTo>
                    <a:pt x="37775" y="10735"/>
                  </a:lnTo>
                  <a:lnTo>
                    <a:pt x="36718" y="10225"/>
                  </a:lnTo>
                  <a:lnTo>
                    <a:pt x="35584" y="9792"/>
                  </a:lnTo>
                  <a:lnTo>
                    <a:pt x="34373" y="9439"/>
                  </a:lnTo>
                  <a:lnTo>
                    <a:pt x="33084" y="9164"/>
                  </a:lnTo>
                  <a:lnTo>
                    <a:pt x="31718" y="8967"/>
                  </a:lnTo>
                  <a:lnTo>
                    <a:pt x="30274" y="8849"/>
                  </a:lnTo>
                  <a:lnTo>
                    <a:pt x="28753" y="8810"/>
                  </a:lnTo>
                  <a:lnTo>
                    <a:pt x="27363" y="8846"/>
                  </a:lnTo>
                  <a:lnTo>
                    <a:pt x="26027" y="8955"/>
                  </a:lnTo>
                  <a:lnTo>
                    <a:pt x="24744" y="9137"/>
                  </a:lnTo>
                  <a:lnTo>
                    <a:pt x="23514" y="9391"/>
                  </a:lnTo>
                  <a:lnTo>
                    <a:pt x="22339" y="9718"/>
                  </a:lnTo>
                  <a:lnTo>
                    <a:pt x="21216" y="10117"/>
                  </a:lnTo>
                  <a:lnTo>
                    <a:pt x="20148" y="10590"/>
                  </a:lnTo>
                  <a:lnTo>
                    <a:pt x="19133" y="11134"/>
                  </a:lnTo>
                  <a:lnTo>
                    <a:pt x="18171" y="11752"/>
                  </a:lnTo>
                  <a:lnTo>
                    <a:pt x="17264" y="12442"/>
                  </a:lnTo>
                  <a:lnTo>
                    <a:pt x="16431" y="13198"/>
                  </a:lnTo>
                  <a:lnTo>
                    <a:pt x="15671" y="14013"/>
                  </a:lnTo>
                  <a:lnTo>
                    <a:pt x="14983" y="14888"/>
                  </a:lnTo>
                  <a:lnTo>
                    <a:pt x="14368" y="15823"/>
                  </a:lnTo>
                  <a:lnTo>
                    <a:pt x="13826" y="16817"/>
                  </a:lnTo>
                  <a:lnTo>
                    <a:pt x="13356" y="17871"/>
                  </a:lnTo>
                  <a:lnTo>
                    <a:pt x="12959" y="18984"/>
                  </a:lnTo>
                  <a:lnTo>
                    <a:pt x="12634" y="20157"/>
                  </a:lnTo>
                  <a:lnTo>
                    <a:pt x="12383" y="21389"/>
                  </a:lnTo>
                  <a:lnTo>
                    <a:pt x="12203" y="22681"/>
                  </a:lnTo>
                  <a:lnTo>
                    <a:pt x="1428" y="21847"/>
                  </a:lnTo>
                  <a:lnTo>
                    <a:pt x="1576" y="20754"/>
                  </a:lnTo>
                  <a:lnTo>
                    <a:pt x="1759" y="19690"/>
                  </a:lnTo>
                  <a:lnTo>
                    <a:pt x="1977" y="18654"/>
                  </a:lnTo>
                  <a:lnTo>
                    <a:pt x="2228" y="17647"/>
                  </a:lnTo>
                  <a:lnTo>
                    <a:pt x="2515" y="16668"/>
                  </a:lnTo>
                  <a:lnTo>
                    <a:pt x="2836" y="15718"/>
                  </a:lnTo>
                  <a:lnTo>
                    <a:pt x="3191" y="14797"/>
                  </a:lnTo>
                  <a:lnTo>
                    <a:pt x="3581" y="13904"/>
                  </a:lnTo>
                  <a:lnTo>
                    <a:pt x="4005" y="13039"/>
                  </a:lnTo>
                  <a:lnTo>
                    <a:pt x="4464" y="12203"/>
                  </a:lnTo>
                  <a:lnTo>
                    <a:pt x="4953" y="11396"/>
                  </a:lnTo>
                  <a:lnTo>
                    <a:pt x="5467" y="10617"/>
                  </a:lnTo>
                  <a:lnTo>
                    <a:pt x="6006" y="9867"/>
                  </a:lnTo>
                  <a:lnTo>
                    <a:pt x="6569" y="9146"/>
                  </a:lnTo>
                  <a:lnTo>
                    <a:pt x="7158" y="8453"/>
                  </a:lnTo>
                  <a:lnTo>
                    <a:pt x="7772" y="7789"/>
                  </a:lnTo>
                  <a:lnTo>
                    <a:pt x="8411" y="7153"/>
                  </a:lnTo>
                  <a:lnTo>
                    <a:pt x="9074" y="6546"/>
                  </a:lnTo>
                  <a:lnTo>
                    <a:pt x="9763" y="5967"/>
                  </a:lnTo>
                  <a:lnTo>
                    <a:pt x="10477" y="5417"/>
                  </a:lnTo>
                  <a:lnTo>
                    <a:pt x="11225" y="4883"/>
                  </a:lnTo>
                  <a:lnTo>
                    <a:pt x="11994" y="4379"/>
                  </a:lnTo>
                  <a:lnTo>
                    <a:pt x="12783" y="3902"/>
                  </a:lnTo>
                  <a:lnTo>
                    <a:pt x="13592" y="3455"/>
                  </a:lnTo>
                  <a:lnTo>
                    <a:pt x="14421" y="3036"/>
                  </a:lnTo>
                  <a:lnTo>
                    <a:pt x="15270" y="2645"/>
                  </a:lnTo>
                  <a:lnTo>
                    <a:pt x="16140" y="2283"/>
                  </a:lnTo>
                  <a:lnTo>
                    <a:pt x="17030" y="1950"/>
                  </a:lnTo>
                  <a:lnTo>
                    <a:pt x="17940" y="1645"/>
                  </a:lnTo>
                  <a:lnTo>
                    <a:pt x="18871" y="1369"/>
                  </a:lnTo>
                  <a:lnTo>
                    <a:pt x="19817" y="1109"/>
                  </a:lnTo>
                  <a:lnTo>
                    <a:pt x="20776" y="876"/>
                  </a:lnTo>
                  <a:lnTo>
                    <a:pt x="21746" y="670"/>
                  </a:lnTo>
                  <a:lnTo>
                    <a:pt x="22729" y="492"/>
                  </a:lnTo>
                  <a:lnTo>
                    <a:pt x="23723" y="342"/>
                  </a:lnTo>
                  <a:lnTo>
                    <a:pt x="24729" y="219"/>
                  </a:lnTo>
                  <a:lnTo>
                    <a:pt x="25747" y="123"/>
                  </a:lnTo>
                  <a:lnTo>
                    <a:pt x="26777" y="54"/>
                  </a:lnTo>
                  <a:lnTo>
                    <a:pt x="27818" y="13"/>
                  </a:lnTo>
                  <a:lnTo>
                    <a:pt x="28872" y="0"/>
                  </a:lnTo>
                  <a:lnTo>
                    <a:pt x="30257" y="17"/>
                  </a:lnTo>
                  <a:lnTo>
                    <a:pt x="31603" y="71"/>
                  </a:lnTo>
                  <a:lnTo>
                    <a:pt x="32910" y="160"/>
                  </a:lnTo>
                  <a:lnTo>
                    <a:pt x="34178" y="285"/>
                  </a:lnTo>
                  <a:lnTo>
                    <a:pt x="35406" y="446"/>
                  </a:lnTo>
                  <a:lnTo>
                    <a:pt x="36595" y="642"/>
                  </a:lnTo>
                  <a:lnTo>
                    <a:pt x="37744" y="875"/>
                  </a:lnTo>
                  <a:lnTo>
                    <a:pt x="38854" y="1143"/>
                  </a:lnTo>
                  <a:lnTo>
                    <a:pt x="39925" y="1446"/>
                  </a:lnTo>
                  <a:lnTo>
                    <a:pt x="40957" y="1785"/>
                  </a:lnTo>
                  <a:lnTo>
                    <a:pt x="41951" y="2144"/>
                  </a:lnTo>
                  <a:lnTo>
                    <a:pt x="42907" y="2528"/>
                  </a:lnTo>
                  <a:lnTo>
                    <a:pt x="43827" y="2939"/>
                  </a:lnTo>
                  <a:lnTo>
                    <a:pt x="44710" y="3376"/>
                  </a:lnTo>
                  <a:lnTo>
                    <a:pt x="45556" y="3839"/>
                  </a:lnTo>
                  <a:lnTo>
                    <a:pt x="46365" y="4329"/>
                  </a:lnTo>
                  <a:lnTo>
                    <a:pt x="47137" y="4844"/>
                  </a:lnTo>
                  <a:lnTo>
                    <a:pt x="47872" y="5386"/>
                  </a:lnTo>
                  <a:lnTo>
                    <a:pt x="48570" y="5954"/>
                  </a:lnTo>
                  <a:lnTo>
                    <a:pt x="49232" y="6548"/>
                  </a:lnTo>
                  <a:lnTo>
                    <a:pt x="49858" y="7154"/>
                  </a:lnTo>
                  <a:lnTo>
                    <a:pt x="50449" y="7781"/>
                  </a:lnTo>
                  <a:lnTo>
                    <a:pt x="51005" y="8430"/>
                  </a:lnTo>
                  <a:lnTo>
                    <a:pt x="51527" y="9101"/>
                  </a:lnTo>
                  <a:lnTo>
                    <a:pt x="52015" y="9792"/>
                  </a:lnTo>
                  <a:lnTo>
                    <a:pt x="52468" y="10506"/>
                  </a:lnTo>
                  <a:lnTo>
                    <a:pt x="52886" y="11240"/>
                  </a:lnTo>
                  <a:lnTo>
                    <a:pt x="53270" y="11996"/>
                  </a:lnTo>
                  <a:lnTo>
                    <a:pt x="53620" y="12774"/>
                  </a:lnTo>
                  <a:lnTo>
                    <a:pt x="53935" y="13573"/>
                  </a:lnTo>
                  <a:lnTo>
                    <a:pt x="54229" y="14388"/>
                  </a:lnTo>
                  <a:lnTo>
                    <a:pt x="54492" y="15213"/>
                  </a:lnTo>
                  <a:lnTo>
                    <a:pt x="54724" y="16050"/>
                  </a:lnTo>
                  <a:lnTo>
                    <a:pt x="54925" y="16897"/>
                  </a:lnTo>
                  <a:lnTo>
                    <a:pt x="55096" y="17755"/>
                  </a:lnTo>
                  <a:lnTo>
                    <a:pt x="55235" y="18623"/>
                  </a:lnTo>
                  <a:lnTo>
                    <a:pt x="55343" y="19503"/>
                  </a:lnTo>
                  <a:lnTo>
                    <a:pt x="55421" y="20393"/>
                  </a:lnTo>
                  <a:lnTo>
                    <a:pt x="55467" y="21293"/>
                  </a:lnTo>
                  <a:lnTo>
                    <a:pt x="55483" y="22205"/>
                  </a:lnTo>
                  <a:lnTo>
                    <a:pt x="55473" y="22938"/>
                  </a:lnTo>
                  <a:lnTo>
                    <a:pt x="55442" y="23662"/>
                  </a:lnTo>
                  <a:lnTo>
                    <a:pt x="55392" y="24376"/>
                  </a:lnTo>
                  <a:lnTo>
                    <a:pt x="55321" y="25081"/>
                  </a:lnTo>
                  <a:lnTo>
                    <a:pt x="55230" y="25777"/>
                  </a:lnTo>
                  <a:lnTo>
                    <a:pt x="55118" y="26462"/>
                  </a:lnTo>
                  <a:lnTo>
                    <a:pt x="54987" y="27139"/>
                  </a:lnTo>
                  <a:lnTo>
                    <a:pt x="54835" y="27805"/>
                  </a:lnTo>
                  <a:lnTo>
                    <a:pt x="54663" y="28463"/>
                  </a:lnTo>
                  <a:lnTo>
                    <a:pt x="54471" y="29110"/>
                  </a:lnTo>
                  <a:lnTo>
                    <a:pt x="54257" y="29747"/>
                  </a:lnTo>
                  <a:lnTo>
                    <a:pt x="54021" y="30370"/>
                  </a:lnTo>
                  <a:lnTo>
                    <a:pt x="53762" y="30980"/>
                  </a:lnTo>
                  <a:lnTo>
                    <a:pt x="53480" y="31577"/>
                  </a:lnTo>
                  <a:lnTo>
                    <a:pt x="53176" y="32161"/>
                  </a:lnTo>
                  <a:lnTo>
                    <a:pt x="52849" y="32732"/>
                  </a:lnTo>
                  <a:lnTo>
                    <a:pt x="52500" y="33290"/>
                  </a:lnTo>
                  <a:lnTo>
                    <a:pt x="52127" y="33835"/>
                  </a:lnTo>
                  <a:lnTo>
                    <a:pt x="51733" y="34366"/>
                  </a:lnTo>
                  <a:lnTo>
                    <a:pt x="51315" y="34885"/>
                  </a:lnTo>
                  <a:lnTo>
                    <a:pt x="50875" y="35390"/>
                  </a:lnTo>
                  <a:lnTo>
                    <a:pt x="50411" y="35880"/>
                  </a:lnTo>
                  <a:lnTo>
                    <a:pt x="49922" y="36356"/>
                  </a:lnTo>
                  <a:lnTo>
                    <a:pt x="49410" y="36818"/>
                  </a:lnTo>
                  <a:lnTo>
                    <a:pt x="48875" y="37266"/>
                  </a:lnTo>
                  <a:lnTo>
                    <a:pt x="48315" y="37699"/>
                  </a:lnTo>
                  <a:lnTo>
                    <a:pt x="47732" y="38119"/>
                  </a:lnTo>
                  <a:lnTo>
                    <a:pt x="47124" y="38523"/>
                  </a:lnTo>
                  <a:lnTo>
                    <a:pt x="46493" y="38914"/>
                  </a:lnTo>
                  <a:lnTo>
                    <a:pt x="45839" y="39290"/>
                  </a:lnTo>
                  <a:lnTo>
                    <a:pt x="45170" y="39650"/>
                  </a:lnTo>
                  <a:lnTo>
                    <a:pt x="44474" y="39993"/>
                  </a:lnTo>
                  <a:lnTo>
                    <a:pt x="43751" y="40317"/>
                  </a:lnTo>
                  <a:lnTo>
                    <a:pt x="43000" y="40624"/>
                  </a:lnTo>
                  <a:lnTo>
                    <a:pt x="42222" y="40912"/>
                  </a:lnTo>
                  <a:lnTo>
                    <a:pt x="41417" y="41183"/>
                  </a:lnTo>
                  <a:lnTo>
                    <a:pt x="40584" y="41436"/>
                  </a:lnTo>
                  <a:lnTo>
                    <a:pt x="39724" y="41671"/>
                  </a:lnTo>
                  <a:lnTo>
                    <a:pt x="38836" y="41889"/>
                  </a:lnTo>
                  <a:lnTo>
                    <a:pt x="37921" y="42088"/>
                  </a:lnTo>
                  <a:lnTo>
                    <a:pt x="37921" y="42326"/>
                  </a:lnTo>
                  <a:lnTo>
                    <a:pt x="38920" y="42446"/>
                  </a:lnTo>
                  <a:lnTo>
                    <a:pt x="39893" y="42591"/>
                  </a:lnTo>
                  <a:lnTo>
                    <a:pt x="40839" y="42760"/>
                  </a:lnTo>
                  <a:lnTo>
                    <a:pt x="41759" y="42955"/>
                  </a:lnTo>
                  <a:lnTo>
                    <a:pt x="42654" y="43175"/>
                  </a:lnTo>
                  <a:lnTo>
                    <a:pt x="43522" y="43419"/>
                  </a:lnTo>
                  <a:lnTo>
                    <a:pt x="44363" y="43689"/>
                  </a:lnTo>
                  <a:lnTo>
                    <a:pt x="45179" y="43984"/>
                  </a:lnTo>
                  <a:lnTo>
                    <a:pt x="45968" y="44303"/>
                  </a:lnTo>
                  <a:lnTo>
                    <a:pt x="46732" y="44648"/>
                  </a:lnTo>
                  <a:lnTo>
                    <a:pt x="47469" y="45002"/>
                  </a:lnTo>
                  <a:lnTo>
                    <a:pt x="48179" y="45374"/>
                  </a:lnTo>
                  <a:lnTo>
                    <a:pt x="48864" y="45764"/>
                  </a:lnTo>
                  <a:lnTo>
                    <a:pt x="49522" y="46172"/>
                  </a:lnTo>
                  <a:lnTo>
                    <a:pt x="50155" y="46598"/>
                  </a:lnTo>
                  <a:lnTo>
                    <a:pt x="50761" y="47041"/>
                  </a:lnTo>
                  <a:lnTo>
                    <a:pt x="51340" y="47502"/>
                  </a:lnTo>
                  <a:lnTo>
                    <a:pt x="51894" y="47982"/>
                  </a:lnTo>
                  <a:lnTo>
                    <a:pt x="52422" y="48479"/>
                  </a:lnTo>
                  <a:lnTo>
                    <a:pt x="52923" y="48994"/>
                  </a:lnTo>
                  <a:lnTo>
                    <a:pt x="53398" y="49525"/>
                  </a:lnTo>
                  <a:lnTo>
                    <a:pt x="53849" y="50070"/>
                  </a:lnTo>
                  <a:lnTo>
                    <a:pt x="54275" y="50630"/>
                  </a:lnTo>
                  <a:lnTo>
                    <a:pt x="54675" y="51204"/>
                  </a:lnTo>
                  <a:lnTo>
                    <a:pt x="55051" y="51792"/>
                  </a:lnTo>
                  <a:lnTo>
                    <a:pt x="55402" y="52394"/>
                  </a:lnTo>
                  <a:lnTo>
                    <a:pt x="55727" y="53011"/>
                  </a:lnTo>
                  <a:lnTo>
                    <a:pt x="56028" y="53642"/>
                  </a:lnTo>
                  <a:lnTo>
                    <a:pt x="56304" y="54287"/>
                  </a:lnTo>
                  <a:lnTo>
                    <a:pt x="56554" y="54947"/>
                  </a:lnTo>
                  <a:lnTo>
                    <a:pt x="56792" y="55617"/>
                  </a:lnTo>
                  <a:lnTo>
                    <a:pt x="57004" y="56295"/>
                  </a:lnTo>
                  <a:lnTo>
                    <a:pt x="57192" y="56979"/>
                  </a:lnTo>
                  <a:lnTo>
                    <a:pt x="57354" y="57671"/>
                  </a:lnTo>
                  <a:lnTo>
                    <a:pt x="57492" y="58370"/>
                  </a:lnTo>
                  <a:lnTo>
                    <a:pt x="57604" y="59076"/>
                  </a:lnTo>
                  <a:lnTo>
                    <a:pt x="57692" y="59789"/>
                  </a:lnTo>
                  <a:lnTo>
                    <a:pt x="57754" y="60509"/>
                  </a:lnTo>
                  <a:lnTo>
                    <a:pt x="57792" y="612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8502165" y="4799915"/>
              <a:ext cx="61436" cy="83879"/>
            </a:xfrm>
            <a:custGeom>
              <a:avLst/>
              <a:pathLst>
                <a:path w="61436" h="83879">
                  <a:moveTo>
                    <a:pt x="49649" y="64889"/>
                  </a:moveTo>
                  <a:lnTo>
                    <a:pt x="49649" y="83879"/>
                  </a:lnTo>
                  <a:lnTo>
                    <a:pt x="39528" y="83879"/>
                  </a:lnTo>
                  <a:lnTo>
                    <a:pt x="39528" y="64889"/>
                  </a:lnTo>
                  <a:lnTo>
                    <a:pt x="0" y="64889"/>
                  </a:lnTo>
                  <a:lnTo>
                    <a:pt x="0" y="56554"/>
                  </a:lnTo>
                  <a:lnTo>
                    <a:pt x="38397" y="0"/>
                  </a:lnTo>
                  <a:lnTo>
                    <a:pt x="49649" y="0"/>
                  </a:lnTo>
                  <a:lnTo>
                    <a:pt x="49649" y="56435"/>
                  </a:lnTo>
                  <a:lnTo>
                    <a:pt x="61436" y="56435"/>
                  </a:lnTo>
                  <a:lnTo>
                    <a:pt x="61436" y="64889"/>
                  </a:lnTo>
                  <a:close/>
                  <a:moveTo>
                    <a:pt x="39257" y="12656"/>
                  </a:moveTo>
                  <a:lnTo>
                    <a:pt x="39187" y="12793"/>
                  </a:lnTo>
                  <a:lnTo>
                    <a:pt x="39109" y="12942"/>
                  </a:lnTo>
                  <a:lnTo>
                    <a:pt x="39025" y="13102"/>
                  </a:lnTo>
                  <a:lnTo>
                    <a:pt x="38933" y="13275"/>
                  </a:lnTo>
                  <a:lnTo>
                    <a:pt x="38836" y="13444"/>
                  </a:lnTo>
                  <a:lnTo>
                    <a:pt x="38738" y="13618"/>
                  </a:lnTo>
                  <a:lnTo>
                    <a:pt x="38636" y="13796"/>
                  </a:lnTo>
                  <a:lnTo>
                    <a:pt x="38533" y="13980"/>
                  </a:lnTo>
                  <a:lnTo>
                    <a:pt x="38427" y="14168"/>
                  </a:lnTo>
                  <a:lnTo>
                    <a:pt x="38319" y="14361"/>
                  </a:lnTo>
                  <a:lnTo>
                    <a:pt x="38208" y="14558"/>
                  </a:lnTo>
                  <a:lnTo>
                    <a:pt x="38095" y="14761"/>
                  </a:lnTo>
                  <a:lnTo>
                    <a:pt x="37979" y="14968"/>
                  </a:lnTo>
                  <a:lnTo>
                    <a:pt x="37861" y="15180"/>
                  </a:lnTo>
                  <a:lnTo>
                    <a:pt x="37742" y="15395"/>
                  </a:lnTo>
                  <a:lnTo>
                    <a:pt x="37621" y="15611"/>
                  </a:lnTo>
                  <a:lnTo>
                    <a:pt x="37499" y="15828"/>
                  </a:lnTo>
                  <a:lnTo>
                    <a:pt x="37376" y="16047"/>
                  </a:lnTo>
                  <a:lnTo>
                    <a:pt x="37251" y="16266"/>
                  </a:lnTo>
                  <a:lnTo>
                    <a:pt x="37126" y="16487"/>
                  </a:lnTo>
                  <a:lnTo>
                    <a:pt x="36999" y="16709"/>
                  </a:lnTo>
                  <a:lnTo>
                    <a:pt x="36871" y="16933"/>
                  </a:lnTo>
                  <a:lnTo>
                    <a:pt x="36742" y="17157"/>
                  </a:lnTo>
                  <a:lnTo>
                    <a:pt x="36611" y="17383"/>
                  </a:lnTo>
                  <a:lnTo>
                    <a:pt x="36493" y="17593"/>
                  </a:lnTo>
                  <a:lnTo>
                    <a:pt x="36378" y="17797"/>
                  </a:lnTo>
                  <a:lnTo>
                    <a:pt x="36265" y="17993"/>
                  </a:lnTo>
                  <a:lnTo>
                    <a:pt x="36154" y="18183"/>
                  </a:lnTo>
                  <a:lnTo>
                    <a:pt x="36046" y="18365"/>
                  </a:lnTo>
                  <a:lnTo>
                    <a:pt x="35940" y="18540"/>
                  </a:lnTo>
                  <a:lnTo>
                    <a:pt x="35836" y="18708"/>
                  </a:lnTo>
                  <a:lnTo>
                    <a:pt x="35735" y="18869"/>
                  </a:lnTo>
                  <a:lnTo>
                    <a:pt x="35636" y="19022"/>
                  </a:lnTo>
                  <a:lnTo>
                    <a:pt x="35540" y="19169"/>
                  </a:lnTo>
                  <a:lnTo>
                    <a:pt x="13677" y="51390"/>
                  </a:lnTo>
                  <a:lnTo>
                    <a:pt x="13585" y="51518"/>
                  </a:lnTo>
                  <a:lnTo>
                    <a:pt x="13486" y="51652"/>
                  </a:lnTo>
                  <a:lnTo>
                    <a:pt x="13382" y="51792"/>
                  </a:lnTo>
                  <a:lnTo>
                    <a:pt x="13272" y="51938"/>
                  </a:lnTo>
                  <a:lnTo>
                    <a:pt x="13156" y="52089"/>
                  </a:lnTo>
                  <a:lnTo>
                    <a:pt x="13048" y="52245"/>
                  </a:lnTo>
                  <a:lnTo>
                    <a:pt x="12939" y="52401"/>
                  </a:lnTo>
                  <a:lnTo>
                    <a:pt x="12829" y="52559"/>
                  </a:lnTo>
                  <a:lnTo>
                    <a:pt x="12718" y="52718"/>
                  </a:lnTo>
                  <a:lnTo>
                    <a:pt x="12605" y="52878"/>
                  </a:lnTo>
                  <a:lnTo>
                    <a:pt x="12492" y="53039"/>
                  </a:lnTo>
                  <a:lnTo>
                    <a:pt x="12377" y="53202"/>
                  </a:lnTo>
                  <a:lnTo>
                    <a:pt x="12261" y="53366"/>
                  </a:lnTo>
                  <a:lnTo>
                    <a:pt x="12143" y="53531"/>
                  </a:lnTo>
                  <a:lnTo>
                    <a:pt x="12025" y="53697"/>
                  </a:lnTo>
                  <a:lnTo>
                    <a:pt x="11906" y="53851"/>
                  </a:lnTo>
                  <a:lnTo>
                    <a:pt x="11787" y="54006"/>
                  </a:lnTo>
                  <a:lnTo>
                    <a:pt x="11668" y="54161"/>
                  </a:lnTo>
                  <a:lnTo>
                    <a:pt x="11549" y="54316"/>
                  </a:lnTo>
                  <a:lnTo>
                    <a:pt x="11430" y="54471"/>
                  </a:lnTo>
                  <a:lnTo>
                    <a:pt x="11310" y="54625"/>
                  </a:lnTo>
                  <a:lnTo>
                    <a:pt x="11191" y="54780"/>
                  </a:lnTo>
                  <a:lnTo>
                    <a:pt x="11072" y="54935"/>
                  </a:lnTo>
                  <a:lnTo>
                    <a:pt x="10953" y="55090"/>
                  </a:lnTo>
                  <a:lnTo>
                    <a:pt x="10834" y="55245"/>
                  </a:lnTo>
                  <a:lnTo>
                    <a:pt x="10718" y="55396"/>
                  </a:lnTo>
                  <a:lnTo>
                    <a:pt x="10606" y="55540"/>
                  </a:lnTo>
                  <a:lnTo>
                    <a:pt x="10498" y="55677"/>
                  </a:lnTo>
                  <a:lnTo>
                    <a:pt x="9882" y="56435"/>
                  </a:lnTo>
                  <a:lnTo>
                    <a:pt x="39528" y="5643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2026-04-16T16:31:35Z</dcterms:modified>
  <cp:category/>
</cp:coreProperties>
</file>